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436" r:id="rId2"/>
    <p:sldId id="690" r:id="rId3"/>
    <p:sldId id="711" r:id="rId4"/>
    <p:sldId id="733" r:id="rId5"/>
    <p:sldId id="723" r:id="rId6"/>
    <p:sldId id="731" r:id="rId7"/>
    <p:sldId id="708" r:id="rId8"/>
    <p:sldId id="717" r:id="rId9"/>
    <p:sldId id="738" r:id="rId10"/>
    <p:sldId id="732" r:id="rId11"/>
    <p:sldId id="739" r:id="rId12"/>
    <p:sldId id="718" r:id="rId13"/>
    <p:sldId id="734" r:id="rId14"/>
    <p:sldId id="740" r:id="rId15"/>
    <p:sldId id="741" r:id="rId16"/>
    <p:sldId id="735" r:id="rId17"/>
    <p:sldId id="736" r:id="rId18"/>
    <p:sldId id="725" r:id="rId19"/>
    <p:sldId id="737" r:id="rId20"/>
    <p:sldId id="728" r:id="rId21"/>
    <p:sldId id="730" r:id="rId22"/>
    <p:sldId id="729" r:id="rId23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211" userDrawn="1">
          <p15:clr>
            <a:srgbClr val="A4A3A4"/>
          </p15:clr>
        </p15:guide>
        <p15:guide id="3" orient="horz" pos="2273" userDrawn="1">
          <p15:clr>
            <a:srgbClr val="A4A3A4"/>
          </p15:clr>
        </p15:guide>
        <p15:guide id="4" orient="horz" pos="2047" userDrawn="1">
          <p15:clr>
            <a:srgbClr val="A4A3A4"/>
          </p15:clr>
        </p15:guide>
        <p15:guide id="5" orient="horz" pos="2069" userDrawn="1">
          <p15:clr>
            <a:srgbClr val="A4A3A4"/>
          </p15:clr>
        </p15:guide>
        <p15:guide id="6" orient="horz" pos="17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888B"/>
    <a:srgbClr val="FF6600"/>
    <a:srgbClr val="0D2D4F"/>
    <a:srgbClr val="FAB072"/>
    <a:srgbClr val="00A9CE"/>
    <a:srgbClr val="0086B8"/>
    <a:srgbClr val="F58220"/>
    <a:srgbClr val="F7B91F"/>
    <a:srgbClr val="8DC8E8"/>
    <a:srgbClr val="7EA0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7926" autoAdjust="0"/>
  </p:normalViewPr>
  <p:slideViewPr>
    <p:cSldViewPr snapToGrid="0" snapToObjects="1">
      <p:cViewPr varScale="1">
        <p:scale>
          <a:sx n="161" d="100"/>
          <a:sy n="161" d="100"/>
        </p:scale>
        <p:origin x="1384" y="96"/>
      </p:cViewPr>
      <p:guideLst>
        <p:guide orient="horz" pos="2160"/>
        <p:guide pos="3211"/>
        <p:guide orient="horz" pos="2273"/>
        <p:guide orient="horz" pos="2047"/>
        <p:guide orient="horz" pos="2069"/>
        <p:guide orient="horz" pos="170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assive_solution\EMP\&#48320;&#46041;&#49457;&#47588;&#46020;\&#48373;&#49324;&#48376;%20Volatility%20Drag_20200407%20(&#48373;&#44396;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assive_solution\EMP\&#48320;&#46041;&#49457;&#47588;&#46020;\&#48373;&#49324;&#48376;%20Volatility%20Drag_20200407%20(&#48373;&#44396;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44552;&#50997;&#44277;&#54617;&#48512;&#47928;\&#49828;&#47560;&#53944;&#47112;&#48260;&#47532;&#51648;\&#47112;&#48260;&#47532;&#51648;%20ETF%20&#48708;&#44368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assive_solution\EMP\&#48320;&#46041;&#49457;&#47588;&#46020;\&#48373;&#49324;&#48376;%20Volatility%20Drag_20200407%20(&#48373;&#44396;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44552;&#50997;&#44277;&#54617;&#48512;&#47928;\&#49828;&#47560;&#53944;&#47112;&#48260;&#47532;&#51648;\KOSPI2%20&#49440;&#47932;%20&#47588;&#47588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44552;&#50997;&#44277;&#54617;&#48512;&#47928;\&#49828;&#47560;&#53944;&#47112;&#48260;&#47532;&#51648;\KOSPI2%20&#49440;&#47932;%20&#47588;&#47588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assive_solution\EMP\&#48320;&#46041;&#49457;&#47588;&#46020;\&#48373;&#49324;&#48376;%20Volatility%20Drag_20200407%20(&#48373;&#44396;)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assive_solution\EMP\&#48320;&#46041;&#49457;&#47588;&#46020;\&#48373;&#49324;&#48376;%20Volatility%20Drag_20200407%20(&#48373;&#44396;)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assive_solution\EMP\&#48320;&#46041;&#49457;&#47588;&#46020;\&#48373;&#49324;&#48376;%20Volatility%20Drag_20200407%20(&#48373;&#44396;)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assive_solution\EMP\&#48320;&#46041;&#49457;&#47588;&#46020;\&#48373;&#49324;&#48376;%20Volatility%20Drag_20200407%20(&#48373;&#44396;)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assive_solution\EMP\&#48320;&#46041;&#49457;&#47588;&#46020;\&#48373;&#49324;&#48376;%20Volatility%20Drag_20200407%20(&#48373;&#44396;)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assive_solution\EMP\&#48320;&#46041;&#49457;&#47588;&#46020;\&#48373;&#49324;&#48376;%20Volatility%20Drag_20200407%20(&#48373;&#44396;)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assive_solution\EMP\&#48320;&#46041;&#49457;&#47588;&#46020;\&#48373;&#49324;&#48376;%20Volatility%20Drag_20200407%20(&#48373;&#44396;)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assive_solution\EMP\&#48320;&#46041;&#49457;&#47588;&#46020;\&#48373;&#49324;&#48376;%20Volatility%20Drag_20200407%20(&#48373;&#44396;)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1"/>
          <c:tx>
            <c:v>레버리지 ETF</c:v>
          </c:tx>
          <c:spPr>
            <a:ln w="28575" cap="rnd">
              <a:solidFill>
                <a:srgbClr val="0D2D4F"/>
              </a:solidFill>
              <a:round/>
            </a:ln>
            <a:effectLst/>
          </c:spPr>
          <c:marker>
            <c:symbol val="none"/>
          </c:marker>
          <c:cat>
            <c:numRef>
              <c:f>Sheet2!$AS$18:$AS$34</c:f>
              <c:numCache>
                <c:formatCode>yyyy\-mm\-dd</c:formatCode>
                <c:ptCount val="17"/>
                <c:pt idx="0">
                  <c:v>43903</c:v>
                </c:pt>
                <c:pt idx="1">
                  <c:v>43906</c:v>
                </c:pt>
                <c:pt idx="2">
                  <c:v>43907</c:v>
                </c:pt>
                <c:pt idx="3">
                  <c:v>43908</c:v>
                </c:pt>
                <c:pt idx="4">
                  <c:v>43909</c:v>
                </c:pt>
                <c:pt idx="5">
                  <c:v>43910</c:v>
                </c:pt>
                <c:pt idx="6">
                  <c:v>43913</c:v>
                </c:pt>
                <c:pt idx="7">
                  <c:v>43914</c:v>
                </c:pt>
                <c:pt idx="8">
                  <c:v>43915</c:v>
                </c:pt>
                <c:pt idx="9">
                  <c:v>43916</c:v>
                </c:pt>
                <c:pt idx="10">
                  <c:v>43917</c:v>
                </c:pt>
                <c:pt idx="11">
                  <c:v>43920</c:v>
                </c:pt>
                <c:pt idx="12">
                  <c:v>43921</c:v>
                </c:pt>
                <c:pt idx="13">
                  <c:v>43922</c:v>
                </c:pt>
                <c:pt idx="14">
                  <c:v>43923</c:v>
                </c:pt>
                <c:pt idx="15">
                  <c:v>43924</c:v>
                </c:pt>
                <c:pt idx="16">
                  <c:v>43927</c:v>
                </c:pt>
              </c:numCache>
            </c:numRef>
          </c:cat>
          <c:val>
            <c:numRef>
              <c:f>Sheet2!$AT$18:$AT$34</c:f>
              <c:numCache>
                <c:formatCode>#,##0</c:formatCode>
                <c:ptCount val="17"/>
                <c:pt idx="0">
                  <c:v>9535</c:v>
                </c:pt>
                <c:pt idx="1">
                  <c:v>8800</c:v>
                </c:pt>
                <c:pt idx="2">
                  <c:v>8485</c:v>
                </c:pt>
                <c:pt idx="3">
                  <c:v>7535</c:v>
                </c:pt>
                <c:pt idx="4">
                  <c:v>6450</c:v>
                </c:pt>
                <c:pt idx="5">
                  <c:v>7350</c:v>
                </c:pt>
                <c:pt idx="6">
                  <c:v>6490</c:v>
                </c:pt>
                <c:pt idx="7">
                  <c:v>7670</c:v>
                </c:pt>
                <c:pt idx="8">
                  <c:v>8410</c:v>
                </c:pt>
                <c:pt idx="9">
                  <c:v>8115</c:v>
                </c:pt>
                <c:pt idx="10">
                  <c:v>8490</c:v>
                </c:pt>
                <c:pt idx="11">
                  <c:v>8450</c:v>
                </c:pt>
                <c:pt idx="12">
                  <c:v>8720</c:v>
                </c:pt>
                <c:pt idx="13">
                  <c:v>7945</c:v>
                </c:pt>
                <c:pt idx="14">
                  <c:v>8400</c:v>
                </c:pt>
                <c:pt idx="15">
                  <c:v>8380</c:v>
                </c:pt>
                <c:pt idx="16">
                  <c:v>9070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BB2-422D-8C26-A0BCB749AA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24439263"/>
        <c:axId val="824448335"/>
      </c:lineChart>
      <c:lineChart>
        <c:grouping val="standard"/>
        <c:varyColors val="0"/>
        <c:ser>
          <c:idx val="2"/>
          <c:order val="0"/>
          <c:tx>
            <c:strRef>
              <c:f>Sheet2!$AV$13</c:f>
              <c:strCache>
                <c:ptCount val="1"/>
                <c:pt idx="0">
                  <c:v>코스피 200</c:v>
                </c:pt>
              </c:strCache>
            </c:strRef>
          </c:tx>
          <c:spPr>
            <a:ln w="28575" cap="rnd">
              <a:solidFill>
                <a:srgbClr val="FF6600"/>
              </a:solidFill>
              <a:round/>
            </a:ln>
            <a:effectLst/>
          </c:spPr>
          <c:marker>
            <c:symbol val="none"/>
          </c:marker>
          <c:cat>
            <c:numRef>
              <c:f>Sheet2!$AS$18:$AS$34</c:f>
              <c:numCache>
                <c:formatCode>yyyy\-mm\-dd</c:formatCode>
                <c:ptCount val="17"/>
                <c:pt idx="0">
                  <c:v>43903</c:v>
                </c:pt>
                <c:pt idx="1">
                  <c:v>43906</c:v>
                </c:pt>
                <c:pt idx="2">
                  <c:v>43907</c:v>
                </c:pt>
                <c:pt idx="3">
                  <c:v>43908</c:v>
                </c:pt>
                <c:pt idx="4">
                  <c:v>43909</c:v>
                </c:pt>
                <c:pt idx="5">
                  <c:v>43910</c:v>
                </c:pt>
                <c:pt idx="6">
                  <c:v>43913</c:v>
                </c:pt>
                <c:pt idx="7">
                  <c:v>43914</c:v>
                </c:pt>
                <c:pt idx="8">
                  <c:v>43915</c:v>
                </c:pt>
                <c:pt idx="9">
                  <c:v>43916</c:v>
                </c:pt>
                <c:pt idx="10">
                  <c:v>43917</c:v>
                </c:pt>
                <c:pt idx="11">
                  <c:v>43920</c:v>
                </c:pt>
                <c:pt idx="12">
                  <c:v>43921</c:v>
                </c:pt>
                <c:pt idx="13">
                  <c:v>43922</c:v>
                </c:pt>
                <c:pt idx="14">
                  <c:v>43923</c:v>
                </c:pt>
                <c:pt idx="15">
                  <c:v>43924</c:v>
                </c:pt>
                <c:pt idx="16">
                  <c:v>43927</c:v>
                </c:pt>
              </c:numCache>
            </c:numRef>
          </c:cat>
          <c:val>
            <c:numRef>
              <c:f>Sheet2!$AV$18:$AV$34</c:f>
              <c:numCache>
                <c:formatCode>#,##0.00</c:formatCode>
                <c:ptCount val="17"/>
                <c:pt idx="0">
                  <c:v>240.65</c:v>
                </c:pt>
                <c:pt idx="1">
                  <c:v>232.97</c:v>
                </c:pt>
                <c:pt idx="2">
                  <c:v>226.89</c:v>
                </c:pt>
                <c:pt idx="3">
                  <c:v>215.83</c:v>
                </c:pt>
                <c:pt idx="4">
                  <c:v>199.28</c:v>
                </c:pt>
                <c:pt idx="5">
                  <c:v>213.67</c:v>
                </c:pt>
                <c:pt idx="6">
                  <c:v>201.87</c:v>
                </c:pt>
                <c:pt idx="7">
                  <c:v>220.34</c:v>
                </c:pt>
                <c:pt idx="8">
                  <c:v>232.89</c:v>
                </c:pt>
                <c:pt idx="9">
                  <c:v>229.34</c:v>
                </c:pt>
                <c:pt idx="10">
                  <c:v>233.79</c:v>
                </c:pt>
                <c:pt idx="11">
                  <c:v>232.45</c:v>
                </c:pt>
                <c:pt idx="12">
                  <c:v>236.82</c:v>
                </c:pt>
                <c:pt idx="13">
                  <c:v>226.35</c:v>
                </c:pt>
                <c:pt idx="14">
                  <c:v>231.84</c:v>
                </c:pt>
                <c:pt idx="15">
                  <c:v>231.7</c:v>
                </c:pt>
                <c:pt idx="16">
                  <c:v>240.81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BB2-422D-8C26-A0BCB749AA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7762608"/>
        <c:axId val="67778000"/>
      </c:lineChart>
      <c:dateAx>
        <c:axId val="824439263"/>
        <c:scaling>
          <c:orientation val="minMax"/>
        </c:scaling>
        <c:delete val="0"/>
        <c:axPos val="b"/>
        <c:numFmt formatCode="yyyy\-mm\-dd" sourceLinked="1"/>
        <c:majorTickMark val="out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+mn-cs"/>
              </a:defRPr>
            </a:pPr>
            <a:endParaRPr lang="ko-KR"/>
          </a:p>
        </c:txPr>
        <c:crossAx val="824448335"/>
        <c:crosses val="autoZero"/>
        <c:auto val="1"/>
        <c:lblOffset val="100"/>
        <c:baseTimeUnit val="days"/>
      </c:dateAx>
      <c:valAx>
        <c:axId val="824448335"/>
        <c:scaling>
          <c:orientation val="minMax"/>
          <c:min val="6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oPub돋움체_Pro Light" panose="02020603020101020101" pitchFamily="18" charset="-127"/>
                    <a:ea typeface="KoPub돋움체_Pro Light" panose="02020603020101020101" pitchFamily="18" charset="-127"/>
                    <a:cs typeface="+mn-cs"/>
                  </a:defRPr>
                </a:pPr>
                <a:r>
                  <a:rPr lang="ko-KR"/>
                  <a:t>레버리지 </a:t>
                </a:r>
                <a:r>
                  <a:rPr lang="en-US"/>
                  <a:t>ETF </a:t>
                </a:r>
                <a:r>
                  <a:rPr lang="ko-KR"/>
                  <a:t>가격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_Pro Light" panose="02020603020101020101" pitchFamily="18" charset="-127"/>
                  <a:ea typeface="KoPub돋움체_Pro Light" panose="02020603020101020101" pitchFamily="18" charset="-127"/>
                  <a:cs typeface="+mn-cs"/>
                </a:defRPr>
              </a:pPr>
              <a:endParaRPr lang="ko-KR"/>
            </a:p>
          </c:txPr>
        </c:title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+mn-cs"/>
              </a:defRPr>
            </a:pPr>
            <a:endParaRPr lang="ko-KR"/>
          </a:p>
        </c:txPr>
        <c:crossAx val="824439263"/>
        <c:crosses val="autoZero"/>
        <c:crossBetween val="between"/>
      </c:valAx>
      <c:valAx>
        <c:axId val="67778000"/>
        <c:scaling>
          <c:orientation val="minMax"/>
          <c:max val="250"/>
          <c:min val="150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oPub돋움체_Pro Light" panose="02020603020101020101" pitchFamily="18" charset="-127"/>
                    <a:ea typeface="KoPub돋움체_Pro Light" panose="02020603020101020101" pitchFamily="18" charset="-127"/>
                    <a:cs typeface="+mn-cs"/>
                  </a:defRPr>
                </a:pPr>
                <a:r>
                  <a:rPr lang="ko-KR"/>
                  <a:t>기초자산</a:t>
                </a:r>
                <a:r>
                  <a:rPr lang="en-US"/>
                  <a:t>(KOSPI200) </a:t>
                </a:r>
                <a:r>
                  <a:rPr lang="ko-KR"/>
                  <a:t>가격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_Pro Light" panose="02020603020101020101" pitchFamily="18" charset="-127"/>
                  <a:ea typeface="KoPub돋움체_Pro Light" panose="02020603020101020101" pitchFamily="18" charset="-127"/>
                  <a:cs typeface="+mn-cs"/>
                </a:defRPr>
              </a:pPr>
              <a:endParaRPr lang="ko-KR"/>
            </a:p>
          </c:txPr>
        </c:title>
        <c:numFmt formatCode="#,##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+mn-cs"/>
              </a:defRPr>
            </a:pPr>
            <a:endParaRPr lang="ko-KR"/>
          </a:p>
        </c:txPr>
        <c:crossAx val="67762608"/>
        <c:crosses val="max"/>
        <c:crossBetween val="between"/>
        <c:majorUnit val="25"/>
      </c:valAx>
      <c:dateAx>
        <c:axId val="67762608"/>
        <c:scaling>
          <c:orientation val="minMax"/>
        </c:scaling>
        <c:delete val="1"/>
        <c:axPos val="t"/>
        <c:numFmt formatCode="yyyy\-mm\-dd" sourceLinked="1"/>
        <c:majorTickMark val="out"/>
        <c:minorTickMark val="none"/>
        <c:tickLblPos val="nextTo"/>
        <c:crossAx val="67778000"/>
        <c:crosses val="max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KoPub돋움체_Pro Light" panose="02020603020101020101" pitchFamily="18" charset="-127"/>
          <a:ea typeface="KoPub돋움체_Pro Light" panose="02020603020101020101" pitchFamily="18" charset="-127"/>
        </a:defRPr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1"/>
          <c:tx>
            <c:v>레버리지 ETF</c:v>
          </c:tx>
          <c:spPr>
            <a:ln w="28575" cap="rnd">
              <a:solidFill>
                <a:srgbClr val="0D2D4F"/>
              </a:solidFill>
              <a:round/>
            </a:ln>
            <a:effectLst/>
          </c:spPr>
          <c:marker>
            <c:symbol val="none"/>
          </c:marker>
          <c:cat>
            <c:numRef>
              <c:f>Sheet2!$BL$18:$BL$2520</c:f>
              <c:numCache>
                <c:formatCode>yyyy\-mm\-dd</c:formatCode>
                <c:ptCount val="2503"/>
                <c:pt idx="0">
                  <c:v>40231</c:v>
                </c:pt>
                <c:pt idx="1">
                  <c:v>40232</c:v>
                </c:pt>
                <c:pt idx="2">
                  <c:v>40233</c:v>
                </c:pt>
                <c:pt idx="3">
                  <c:v>40234</c:v>
                </c:pt>
                <c:pt idx="4">
                  <c:v>40235</c:v>
                </c:pt>
                <c:pt idx="5">
                  <c:v>40239</c:v>
                </c:pt>
                <c:pt idx="6">
                  <c:v>40240</c:v>
                </c:pt>
                <c:pt idx="7">
                  <c:v>40241</c:v>
                </c:pt>
                <c:pt idx="8">
                  <c:v>40242</c:v>
                </c:pt>
                <c:pt idx="9">
                  <c:v>40245</c:v>
                </c:pt>
                <c:pt idx="10">
                  <c:v>40246</c:v>
                </c:pt>
                <c:pt idx="11">
                  <c:v>40247</c:v>
                </c:pt>
                <c:pt idx="12">
                  <c:v>40248</c:v>
                </c:pt>
                <c:pt idx="13">
                  <c:v>40249</c:v>
                </c:pt>
                <c:pt idx="14">
                  <c:v>40252</c:v>
                </c:pt>
                <c:pt idx="15">
                  <c:v>40253</c:v>
                </c:pt>
                <c:pt idx="16">
                  <c:v>40254</c:v>
                </c:pt>
                <c:pt idx="17">
                  <c:v>40255</c:v>
                </c:pt>
                <c:pt idx="18">
                  <c:v>40256</c:v>
                </c:pt>
                <c:pt idx="19">
                  <c:v>40259</c:v>
                </c:pt>
                <c:pt idx="20">
                  <c:v>40260</c:v>
                </c:pt>
                <c:pt idx="21">
                  <c:v>40261</c:v>
                </c:pt>
                <c:pt idx="22">
                  <c:v>40262</c:v>
                </c:pt>
                <c:pt idx="23">
                  <c:v>40263</c:v>
                </c:pt>
                <c:pt idx="24">
                  <c:v>40266</c:v>
                </c:pt>
                <c:pt idx="25">
                  <c:v>40267</c:v>
                </c:pt>
                <c:pt idx="26">
                  <c:v>40268</c:v>
                </c:pt>
                <c:pt idx="27">
                  <c:v>40269</c:v>
                </c:pt>
                <c:pt idx="28">
                  <c:v>40270</c:v>
                </c:pt>
                <c:pt idx="29">
                  <c:v>40273</c:v>
                </c:pt>
                <c:pt idx="30">
                  <c:v>40274</c:v>
                </c:pt>
                <c:pt idx="31">
                  <c:v>40275</c:v>
                </c:pt>
                <c:pt idx="32">
                  <c:v>40276</c:v>
                </c:pt>
                <c:pt idx="33">
                  <c:v>40277</c:v>
                </c:pt>
                <c:pt idx="34">
                  <c:v>40280</c:v>
                </c:pt>
                <c:pt idx="35">
                  <c:v>40281</c:v>
                </c:pt>
                <c:pt idx="36">
                  <c:v>40282</c:v>
                </c:pt>
                <c:pt idx="37">
                  <c:v>40283</c:v>
                </c:pt>
                <c:pt idx="38">
                  <c:v>40284</c:v>
                </c:pt>
                <c:pt idx="39">
                  <c:v>40287</c:v>
                </c:pt>
                <c:pt idx="40">
                  <c:v>40288</c:v>
                </c:pt>
                <c:pt idx="41">
                  <c:v>40289</c:v>
                </c:pt>
                <c:pt idx="42">
                  <c:v>40290</c:v>
                </c:pt>
                <c:pt idx="43">
                  <c:v>40291</c:v>
                </c:pt>
                <c:pt idx="44">
                  <c:v>40294</c:v>
                </c:pt>
                <c:pt idx="45">
                  <c:v>40295</c:v>
                </c:pt>
                <c:pt idx="46">
                  <c:v>40296</c:v>
                </c:pt>
                <c:pt idx="47">
                  <c:v>40297</c:v>
                </c:pt>
                <c:pt idx="48">
                  <c:v>40298</c:v>
                </c:pt>
                <c:pt idx="49">
                  <c:v>40301</c:v>
                </c:pt>
                <c:pt idx="50">
                  <c:v>40302</c:v>
                </c:pt>
                <c:pt idx="51">
                  <c:v>40304</c:v>
                </c:pt>
                <c:pt idx="52">
                  <c:v>40305</c:v>
                </c:pt>
                <c:pt idx="53">
                  <c:v>40308</c:v>
                </c:pt>
                <c:pt idx="54">
                  <c:v>40309</c:v>
                </c:pt>
                <c:pt idx="55">
                  <c:v>40310</c:v>
                </c:pt>
                <c:pt idx="56">
                  <c:v>40311</c:v>
                </c:pt>
                <c:pt idx="57">
                  <c:v>40312</c:v>
                </c:pt>
                <c:pt idx="58">
                  <c:v>40315</c:v>
                </c:pt>
                <c:pt idx="59">
                  <c:v>40316</c:v>
                </c:pt>
                <c:pt idx="60">
                  <c:v>40317</c:v>
                </c:pt>
                <c:pt idx="61">
                  <c:v>40318</c:v>
                </c:pt>
                <c:pt idx="62">
                  <c:v>40322</c:v>
                </c:pt>
                <c:pt idx="63">
                  <c:v>40323</c:v>
                </c:pt>
                <c:pt idx="64">
                  <c:v>40324</c:v>
                </c:pt>
                <c:pt idx="65">
                  <c:v>40325</c:v>
                </c:pt>
                <c:pt idx="66">
                  <c:v>40326</c:v>
                </c:pt>
                <c:pt idx="67">
                  <c:v>40329</c:v>
                </c:pt>
                <c:pt idx="68">
                  <c:v>40330</c:v>
                </c:pt>
                <c:pt idx="69">
                  <c:v>40332</c:v>
                </c:pt>
                <c:pt idx="70">
                  <c:v>40333</c:v>
                </c:pt>
                <c:pt idx="71">
                  <c:v>40336</c:v>
                </c:pt>
                <c:pt idx="72">
                  <c:v>40337</c:v>
                </c:pt>
                <c:pt idx="73">
                  <c:v>40338</c:v>
                </c:pt>
                <c:pt idx="74">
                  <c:v>40339</c:v>
                </c:pt>
                <c:pt idx="75">
                  <c:v>40340</c:v>
                </c:pt>
                <c:pt idx="76">
                  <c:v>40343</c:v>
                </c:pt>
                <c:pt idx="77">
                  <c:v>40344</c:v>
                </c:pt>
                <c:pt idx="78">
                  <c:v>40345</c:v>
                </c:pt>
                <c:pt idx="79">
                  <c:v>40346</c:v>
                </c:pt>
                <c:pt idx="80">
                  <c:v>40347</c:v>
                </c:pt>
                <c:pt idx="81">
                  <c:v>40350</c:v>
                </c:pt>
                <c:pt idx="82">
                  <c:v>40351</c:v>
                </c:pt>
                <c:pt idx="83">
                  <c:v>40352</c:v>
                </c:pt>
                <c:pt idx="84">
                  <c:v>40353</c:v>
                </c:pt>
                <c:pt idx="85">
                  <c:v>40354</c:v>
                </c:pt>
                <c:pt idx="86">
                  <c:v>40357</c:v>
                </c:pt>
                <c:pt idx="87">
                  <c:v>40358</c:v>
                </c:pt>
                <c:pt idx="88">
                  <c:v>40359</c:v>
                </c:pt>
                <c:pt idx="89">
                  <c:v>40360</c:v>
                </c:pt>
                <c:pt idx="90">
                  <c:v>40361</c:v>
                </c:pt>
                <c:pt idx="91">
                  <c:v>40364</c:v>
                </c:pt>
                <c:pt idx="92">
                  <c:v>40365</c:v>
                </c:pt>
                <c:pt idx="93">
                  <c:v>40366</c:v>
                </c:pt>
                <c:pt idx="94">
                  <c:v>40367</c:v>
                </c:pt>
                <c:pt idx="95">
                  <c:v>40368</c:v>
                </c:pt>
                <c:pt idx="96">
                  <c:v>40371</c:v>
                </c:pt>
                <c:pt idx="97">
                  <c:v>40372</c:v>
                </c:pt>
                <c:pt idx="98">
                  <c:v>40373</c:v>
                </c:pt>
                <c:pt idx="99">
                  <c:v>40374</c:v>
                </c:pt>
                <c:pt idx="100">
                  <c:v>40375</c:v>
                </c:pt>
                <c:pt idx="101">
                  <c:v>40378</c:v>
                </c:pt>
                <c:pt idx="102">
                  <c:v>40379</c:v>
                </c:pt>
                <c:pt idx="103">
                  <c:v>40380</c:v>
                </c:pt>
                <c:pt idx="104">
                  <c:v>40381</c:v>
                </c:pt>
                <c:pt idx="105">
                  <c:v>40382</c:v>
                </c:pt>
                <c:pt idx="106">
                  <c:v>40385</c:v>
                </c:pt>
                <c:pt idx="107">
                  <c:v>40386</c:v>
                </c:pt>
                <c:pt idx="108">
                  <c:v>40387</c:v>
                </c:pt>
                <c:pt idx="109">
                  <c:v>40388</c:v>
                </c:pt>
                <c:pt idx="110">
                  <c:v>40389</c:v>
                </c:pt>
                <c:pt idx="111">
                  <c:v>40392</c:v>
                </c:pt>
                <c:pt idx="112">
                  <c:v>40393</c:v>
                </c:pt>
                <c:pt idx="113">
                  <c:v>40394</c:v>
                </c:pt>
                <c:pt idx="114">
                  <c:v>40395</c:v>
                </c:pt>
                <c:pt idx="115">
                  <c:v>40396</c:v>
                </c:pt>
                <c:pt idx="116">
                  <c:v>40399</c:v>
                </c:pt>
                <c:pt idx="117">
                  <c:v>40400</c:v>
                </c:pt>
                <c:pt idx="118">
                  <c:v>40401</c:v>
                </c:pt>
                <c:pt idx="119">
                  <c:v>40402</c:v>
                </c:pt>
                <c:pt idx="120">
                  <c:v>40403</c:v>
                </c:pt>
                <c:pt idx="121">
                  <c:v>40406</c:v>
                </c:pt>
                <c:pt idx="122">
                  <c:v>40407</c:v>
                </c:pt>
                <c:pt idx="123">
                  <c:v>40408</c:v>
                </c:pt>
                <c:pt idx="124">
                  <c:v>40409</c:v>
                </c:pt>
                <c:pt idx="125">
                  <c:v>40410</c:v>
                </c:pt>
                <c:pt idx="126">
                  <c:v>40413</c:v>
                </c:pt>
                <c:pt idx="127">
                  <c:v>40414</c:v>
                </c:pt>
                <c:pt idx="128">
                  <c:v>40415</c:v>
                </c:pt>
                <c:pt idx="129">
                  <c:v>40416</c:v>
                </c:pt>
                <c:pt idx="130">
                  <c:v>40417</c:v>
                </c:pt>
                <c:pt idx="131">
                  <c:v>40420</c:v>
                </c:pt>
                <c:pt idx="132">
                  <c:v>40421</c:v>
                </c:pt>
                <c:pt idx="133">
                  <c:v>40422</c:v>
                </c:pt>
                <c:pt idx="134">
                  <c:v>40423</c:v>
                </c:pt>
                <c:pt idx="135">
                  <c:v>40424</c:v>
                </c:pt>
                <c:pt idx="136">
                  <c:v>40427</c:v>
                </c:pt>
                <c:pt idx="137">
                  <c:v>40428</c:v>
                </c:pt>
                <c:pt idx="138">
                  <c:v>40429</c:v>
                </c:pt>
                <c:pt idx="139">
                  <c:v>40430</c:v>
                </c:pt>
                <c:pt idx="140">
                  <c:v>40431</c:v>
                </c:pt>
                <c:pt idx="141">
                  <c:v>40434</c:v>
                </c:pt>
                <c:pt idx="142">
                  <c:v>40435</c:v>
                </c:pt>
                <c:pt idx="143">
                  <c:v>40436</c:v>
                </c:pt>
                <c:pt idx="144">
                  <c:v>40437</c:v>
                </c:pt>
                <c:pt idx="145">
                  <c:v>40438</c:v>
                </c:pt>
                <c:pt idx="146">
                  <c:v>40441</c:v>
                </c:pt>
                <c:pt idx="147">
                  <c:v>40445</c:v>
                </c:pt>
                <c:pt idx="148">
                  <c:v>40448</c:v>
                </c:pt>
                <c:pt idx="149">
                  <c:v>40449</c:v>
                </c:pt>
                <c:pt idx="150">
                  <c:v>40450</c:v>
                </c:pt>
                <c:pt idx="151">
                  <c:v>40451</c:v>
                </c:pt>
                <c:pt idx="152">
                  <c:v>40452</c:v>
                </c:pt>
                <c:pt idx="153">
                  <c:v>40455</c:v>
                </c:pt>
                <c:pt idx="154">
                  <c:v>40456</c:v>
                </c:pt>
                <c:pt idx="155">
                  <c:v>40457</c:v>
                </c:pt>
                <c:pt idx="156">
                  <c:v>40458</c:v>
                </c:pt>
                <c:pt idx="157">
                  <c:v>40459</c:v>
                </c:pt>
                <c:pt idx="158">
                  <c:v>40462</c:v>
                </c:pt>
                <c:pt idx="159">
                  <c:v>40463</c:v>
                </c:pt>
                <c:pt idx="160">
                  <c:v>40464</c:v>
                </c:pt>
                <c:pt idx="161">
                  <c:v>40465</c:v>
                </c:pt>
                <c:pt idx="162">
                  <c:v>40466</c:v>
                </c:pt>
                <c:pt idx="163">
                  <c:v>40469</c:v>
                </c:pt>
                <c:pt idx="164">
                  <c:v>40470</c:v>
                </c:pt>
                <c:pt idx="165">
                  <c:v>40471</c:v>
                </c:pt>
                <c:pt idx="166">
                  <c:v>40472</c:v>
                </c:pt>
                <c:pt idx="167">
                  <c:v>40473</c:v>
                </c:pt>
                <c:pt idx="168">
                  <c:v>40476</c:v>
                </c:pt>
                <c:pt idx="169">
                  <c:v>40477</c:v>
                </c:pt>
                <c:pt idx="170">
                  <c:v>40478</c:v>
                </c:pt>
                <c:pt idx="171">
                  <c:v>40479</c:v>
                </c:pt>
                <c:pt idx="172">
                  <c:v>40480</c:v>
                </c:pt>
                <c:pt idx="173">
                  <c:v>40483</c:v>
                </c:pt>
                <c:pt idx="174">
                  <c:v>40484</c:v>
                </c:pt>
                <c:pt idx="175">
                  <c:v>40485</c:v>
                </c:pt>
                <c:pt idx="176">
                  <c:v>40486</c:v>
                </c:pt>
                <c:pt idx="177">
                  <c:v>40487</c:v>
                </c:pt>
                <c:pt idx="178">
                  <c:v>40490</c:v>
                </c:pt>
                <c:pt idx="179">
                  <c:v>40491</c:v>
                </c:pt>
                <c:pt idx="180">
                  <c:v>40492</c:v>
                </c:pt>
                <c:pt idx="181">
                  <c:v>40493</c:v>
                </c:pt>
                <c:pt idx="182">
                  <c:v>40494</c:v>
                </c:pt>
                <c:pt idx="183">
                  <c:v>40497</c:v>
                </c:pt>
                <c:pt idx="184">
                  <c:v>40498</c:v>
                </c:pt>
                <c:pt idx="185">
                  <c:v>40499</c:v>
                </c:pt>
                <c:pt idx="186">
                  <c:v>40500</c:v>
                </c:pt>
                <c:pt idx="187">
                  <c:v>40501</c:v>
                </c:pt>
                <c:pt idx="188">
                  <c:v>40504</c:v>
                </c:pt>
                <c:pt idx="189">
                  <c:v>40505</c:v>
                </c:pt>
                <c:pt idx="190">
                  <c:v>40506</c:v>
                </c:pt>
                <c:pt idx="191">
                  <c:v>40507</c:v>
                </c:pt>
                <c:pt idx="192">
                  <c:v>40508</c:v>
                </c:pt>
                <c:pt idx="193">
                  <c:v>40511</c:v>
                </c:pt>
                <c:pt idx="194">
                  <c:v>40512</c:v>
                </c:pt>
                <c:pt idx="195">
                  <c:v>40513</c:v>
                </c:pt>
                <c:pt idx="196">
                  <c:v>40514</c:v>
                </c:pt>
                <c:pt idx="197">
                  <c:v>40515</c:v>
                </c:pt>
                <c:pt idx="198">
                  <c:v>40518</c:v>
                </c:pt>
                <c:pt idx="199">
                  <c:v>40519</c:v>
                </c:pt>
                <c:pt idx="200">
                  <c:v>40520</c:v>
                </c:pt>
                <c:pt idx="201">
                  <c:v>40521</c:v>
                </c:pt>
                <c:pt idx="202">
                  <c:v>40522</c:v>
                </c:pt>
                <c:pt idx="203">
                  <c:v>40525</c:v>
                </c:pt>
                <c:pt idx="204">
                  <c:v>40526</c:v>
                </c:pt>
                <c:pt idx="205">
                  <c:v>40527</c:v>
                </c:pt>
                <c:pt idx="206">
                  <c:v>40528</c:v>
                </c:pt>
                <c:pt idx="207">
                  <c:v>40529</c:v>
                </c:pt>
                <c:pt idx="208">
                  <c:v>40532</c:v>
                </c:pt>
                <c:pt idx="209">
                  <c:v>40533</c:v>
                </c:pt>
                <c:pt idx="210">
                  <c:v>40534</c:v>
                </c:pt>
                <c:pt idx="211">
                  <c:v>40535</c:v>
                </c:pt>
                <c:pt idx="212">
                  <c:v>40536</c:v>
                </c:pt>
                <c:pt idx="213">
                  <c:v>40539</c:v>
                </c:pt>
                <c:pt idx="214">
                  <c:v>40540</c:v>
                </c:pt>
                <c:pt idx="215">
                  <c:v>40541</c:v>
                </c:pt>
                <c:pt idx="216">
                  <c:v>40542</c:v>
                </c:pt>
                <c:pt idx="217">
                  <c:v>40546</c:v>
                </c:pt>
                <c:pt idx="218">
                  <c:v>40547</c:v>
                </c:pt>
                <c:pt idx="219">
                  <c:v>40548</c:v>
                </c:pt>
                <c:pt idx="220">
                  <c:v>40549</c:v>
                </c:pt>
                <c:pt idx="221">
                  <c:v>40550</c:v>
                </c:pt>
                <c:pt idx="222">
                  <c:v>40553</c:v>
                </c:pt>
                <c:pt idx="223">
                  <c:v>40554</c:v>
                </c:pt>
                <c:pt idx="224">
                  <c:v>40555</c:v>
                </c:pt>
                <c:pt idx="225">
                  <c:v>40556</c:v>
                </c:pt>
                <c:pt idx="226">
                  <c:v>40557</c:v>
                </c:pt>
                <c:pt idx="227">
                  <c:v>40560</c:v>
                </c:pt>
                <c:pt idx="228">
                  <c:v>40561</c:v>
                </c:pt>
                <c:pt idx="229">
                  <c:v>40562</c:v>
                </c:pt>
                <c:pt idx="230">
                  <c:v>40563</c:v>
                </c:pt>
                <c:pt idx="231">
                  <c:v>40564</c:v>
                </c:pt>
                <c:pt idx="232">
                  <c:v>40567</c:v>
                </c:pt>
                <c:pt idx="233">
                  <c:v>40568</c:v>
                </c:pt>
                <c:pt idx="234">
                  <c:v>40569</c:v>
                </c:pt>
                <c:pt idx="235">
                  <c:v>40570</c:v>
                </c:pt>
                <c:pt idx="236">
                  <c:v>40571</c:v>
                </c:pt>
                <c:pt idx="237">
                  <c:v>40574</c:v>
                </c:pt>
                <c:pt idx="238">
                  <c:v>40575</c:v>
                </c:pt>
                <c:pt idx="239">
                  <c:v>40581</c:v>
                </c:pt>
                <c:pt idx="240">
                  <c:v>40582</c:v>
                </c:pt>
                <c:pt idx="241">
                  <c:v>40583</c:v>
                </c:pt>
                <c:pt idx="242">
                  <c:v>40584</c:v>
                </c:pt>
                <c:pt idx="243">
                  <c:v>40585</c:v>
                </c:pt>
                <c:pt idx="244">
                  <c:v>40588</c:v>
                </c:pt>
                <c:pt idx="245">
                  <c:v>40589</c:v>
                </c:pt>
                <c:pt idx="246">
                  <c:v>40590</c:v>
                </c:pt>
                <c:pt idx="247">
                  <c:v>40591</c:v>
                </c:pt>
                <c:pt idx="248">
                  <c:v>40592</c:v>
                </c:pt>
                <c:pt idx="249">
                  <c:v>40595</c:v>
                </c:pt>
                <c:pt idx="250">
                  <c:v>40596</c:v>
                </c:pt>
                <c:pt idx="251">
                  <c:v>40597</c:v>
                </c:pt>
                <c:pt idx="252">
                  <c:v>40598</c:v>
                </c:pt>
                <c:pt idx="253">
                  <c:v>40599</c:v>
                </c:pt>
                <c:pt idx="254">
                  <c:v>40602</c:v>
                </c:pt>
                <c:pt idx="255">
                  <c:v>40604</c:v>
                </c:pt>
                <c:pt idx="256">
                  <c:v>40605</c:v>
                </c:pt>
                <c:pt idx="257">
                  <c:v>40606</c:v>
                </c:pt>
                <c:pt idx="258">
                  <c:v>40609</c:v>
                </c:pt>
                <c:pt idx="259">
                  <c:v>40610</c:v>
                </c:pt>
                <c:pt idx="260">
                  <c:v>40611</c:v>
                </c:pt>
                <c:pt idx="261">
                  <c:v>40612</c:v>
                </c:pt>
                <c:pt idx="262">
                  <c:v>40613</c:v>
                </c:pt>
                <c:pt idx="263">
                  <c:v>40616</c:v>
                </c:pt>
                <c:pt idx="264">
                  <c:v>40617</c:v>
                </c:pt>
                <c:pt idx="265">
                  <c:v>40618</c:v>
                </c:pt>
                <c:pt idx="266">
                  <c:v>40619</c:v>
                </c:pt>
                <c:pt idx="267">
                  <c:v>40620</c:v>
                </c:pt>
                <c:pt idx="268">
                  <c:v>40623</c:v>
                </c:pt>
                <c:pt idx="269">
                  <c:v>40624</c:v>
                </c:pt>
                <c:pt idx="270">
                  <c:v>40625</c:v>
                </c:pt>
                <c:pt idx="271">
                  <c:v>40626</c:v>
                </c:pt>
                <c:pt idx="272">
                  <c:v>40627</c:v>
                </c:pt>
                <c:pt idx="273">
                  <c:v>40630</c:v>
                </c:pt>
                <c:pt idx="274">
                  <c:v>40631</c:v>
                </c:pt>
                <c:pt idx="275">
                  <c:v>40632</c:v>
                </c:pt>
                <c:pt idx="276">
                  <c:v>40633</c:v>
                </c:pt>
                <c:pt idx="277">
                  <c:v>40634</c:v>
                </c:pt>
                <c:pt idx="278">
                  <c:v>40637</c:v>
                </c:pt>
                <c:pt idx="279">
                  <c:v>40638</c:v>
                </c:pt>
                <c:pt idx="280">
                  <c:v>40639</c:v>
                </c:pt>
                <c:pt idx="281">
                  <c:v>40640</c:v>
                </c:pt>
                <c:pt idx="282">
                  <c:v>40641</c:v>
                </c:pt>
                <c:pt idx="283">
                  <c:v>40644</c:v>
                </c:pt>
                <c:pt idx="284">
                  <c:v>40645</c:v>
                </c:pt>
                <c:pt idx="285">
                  <c:v>40646</c:v>
                </c:pt>
                <c:pt idx="286">
                  <c:v>40647</c:v>
                </c:pt>
                <c:pt idx="287">
                  <c:v>40648</c:v>
                </c:pt>
                <c:pt idx="288">
                  <c:v>40651</c:v>
                </c:pt>
                <c:pt idx="289">
                  <c:v>40652</c:v>
                </c:pt>
                <c:pt idx="290">
                  <c:v>40653</c:v>
                </c:pt>
                <c:pt idx="291">
                  <c:v>40654</c:v>
                </c:pt>
                <c:pt idx="292">
                  <c:v>40655</c:v>
                </c:pt>
                <c:pt idx="293">
                  <c:v>40658</c:v>
                </c:pt>
                <c:pt idx="294">
                  <c:v>40659</c:v>
                </c:pt>
                <c:pt idx="295">
                  <c:v>40660</c:v>
                </c:pt>
                <c:pt idx="296">
                  <c:v>40661</c:v>
                </c:pt>
                <c:pt idx="297">
                  <c:v>40662</c:v>
                </c:pt>
                <c:pt idx="298">
                  <c:v>40665</c:v>
                </c:pt>
                <c:pt idx="299">
                  <c:v>40666</c:v>
                </c:pt>
                <c:pt idx="300">
                  <c:v>40667</c:v>
                </c:pt>
                <c:pt idx="301">
                  <c:v>40669</c:v>
                </c:pt>
                <c:pt idx="302">
                  <c:v>40672</c:v>
                </c:pt>
                <c:pt idx="303">
                  <c:v>40674</c:v>
                </c:pt>
                <c:pt idx="304">
                  <c:v>40675</c:v>
                </c:pt>
                <c:pt idx="305">
                  <c:v>40676</c:v>
                </c:pt>
                <c:pt idx="306">
                  <c:v>40679</c:v>
                </c:pt>
                <c:pt idx="307">
                  <c:v>40680</c:v>
                </c:pt>
                <c:pt idx="308">
                  <c:v>40681</c:v>
                </c:pt>
                <c:pt idx="309">
                  <c:v>40682</c:v>
                </c:pt>
                <c:pt idx="310">
                  <c:v>40683</c:v>
                </c:pt>
                <c:pt idx="311">
                  <c:v>40686</c:v>
                </c:pt>
                <c:pt idx="312">
                  <c:v>40687</c:v>
                </c:pt>
                <c:pt idx="313">
                  <c:v>40688</c:v>
                </c:pt>
                <c:pt idx="314">
                  <c:v>40689</c:v>
                </c:pt>
                <c:pt idx="315">
                  <c:v>40690</c:v>
                </c:pt>
                <c:pt idx="316">
                  <c:v>40693</c:v>
                </c:pt>
                <c:pt idx="317">
                  <c:v>40694</c:v>
                </c:pt>
                <c:pt idx="318">
                  <c:v>40695</c:v>
                </c:pt>
                <c:pt idx="319">
                  <c:v>40696</c:v>
                </c:pt>
                <c:pt idx="320">
                  <c:v>40697</c:v>
                </c:pt>
                <c:pt idx="321">
                  <c:v>40701</c:v>
                </c:pt>
                <c:pt idx="322">
                  <c:v>40702</c:v>
                </c:pt>
                <c:pt idx="323">
                  <c:v>40703</c:v>
                </c:pt>
                <c:pt idx="324">
                  <c:v>40704</c:v>
                </c:pt>
                <c:pt idx="325">
                  <c:v>40707</c:v>
                </c:pt>
                <c:pt idx="326">
                  <c:v>40708</c:v>
                </c:pt>
                <c:pt idx="327">
                  <c:v>40709</c:v>
                </c:pt>
                <c:pt idx="328">
                  <c:v>40710</c:v>
                </c:pt>
                <c:pt idx="329">
                  <c:v>40711</c:v>
                </c:pt>
                <c:pt idx="330">
                  <c:v>40714</c:v>
                </c:pt>
                <c:pt idx="331">
                  <c:v>40715</c:v>
                </c:pt>
                <c:pt idx="332">
                  <c:v>40716</c:v>
                </c:pt>
                <c:pt idx="333">
                  <c:v>40717</c:v>
                </c:pt>
                <c:pt idx="334">
                  <c:v>40718</c:v>
                </c:pt>
                <c:pt idx="335">
                  <c:v>40721</c:v>
                </c:pt>
                <c:pt idx="336">
                  <c:v>40722</c:v>
                </c:pt>
                <c:pt idx="337">
                  <c:v>40723</c:v>
                </c:pt>
                <c:pt idx="338">
                  <c:v>40724</c:v>
                </c:pt>
                <c:pt idx="339">
                  <c:v>40725</c:v>
                </c:pt>
                <c:pt idx="340">
                  <c:v>40728</c:v>
                </c:pt>
                <c:pt idx="341">
                  <c:v>40729</c:v>
                </c:pt>
                <c:pt idx="342">
                  <c:v>40730</c:v>
                </c:pt>
                <c:pt idx="343">
                  <c:v>40731</c:v>
                </c:pt>
                <c:pt idx="344">
                  <c:v>40732</c:v>
                </c:pt>
                <c:pt idx="345">
                  <c:v>40735</c:v>
                </c:pt>
                <c:pt idx="346">
                  <c:v>40736</c:v>
                </c:pt>
                <c:pt idx="347">
                  <c:v>40737</c:v>
                </c:pt>
                <c:pt idx="348">
                  <c:v>40738</c:v>
                </c:pt>
                <c:pt idx="349">
                  <c:v>40739</c:v>
                </c:pt>
                <c:pt idx="350">
                  <c:v>40742</c:v>
                </c:pt>
                <c:pt idx="351">
                  <c:v>40743</c:v>
                </c:pt>
                <c:pt idx="352">
                  <c:v>40744</c:v>
                </c:pt>
                <c:pt idx="353">
                  <c:v>40745</c:v>
                </c:pt>
                <c:pt idx="354">
                  <c:v>40746</c:v>
                </c:pt>
                <c:pt idx="355">
                  <c:v>40749</c:v>
                </c:pt>
                <c:pt idx="356">
                  <c:v>40750</c:v>
                </c:pt>
                <c:pt idx="357">
                  <c:v>40751</c:v>
                </c:pt>
                <c:pt idx="358">
                  <c:v>40752</c:v>
                </c:pt>
                <c:pt idx="359">
                  <c:v>40753</c:v>
                </c:pt>
                <c:pt idx="360">
                  <c:v>40756</c:v>
                </c:pt>
                <c:pt idx="361">
                  <c:v>40757</c:v>
                </c:pt>
                <c:pt idx="362">
                  <c:v>40758</c:v>
                </c:pt>
                <c:pt idx="363">
                  <c:v>40759</c:v>
                </c:pt>
                <c:pt idx="364">
                  <c:v>40760</c:v>
                </c:pt>
                <c:pt idx="365">
                  <c:v>40763</c:v>
                </c:pt>
                <c:pt idx="366">
                  <c:v>40764</c:v>
                </c:pt>
                <c:pt idx="367">
                  <c:v>40765</c:v>
                </c:pt>
                <c:pt idx="368">
                  <c:v>40766</c:v>
                </c:pt>
                <c:pt idx="369">
                  <c:v>40767</c:v>
                </c:pt>
                <c:pt idx="370">
                  <c:v>40771</c:v>
                </c:pt>
                <c:pt idx="371">
                  <c:v>40772</c:v>
                </c:pt>
                <c:pt idx="372">
                  <c:v>40773</c:v>
                </c:pt>
                <c:pt idx="373">
                  <c:v>40774</c:v>
                </c:pt>
                <c:pt idx="374">
                  <c:v>40777</c:v>
                </c:pt>
                <c:pt idx="375">
                  <c:v>40778</c:v>
                </c:pt>
                <c:pt idx="376">
                  <c:v>40779</c:v>
                </c:pt>
                <c:pt idx="377">
                  <c:v>40780</c:v>
                </c:pt>
                <c:pt idx="378">
                  <c:v>40781</c:v>
                </c:pt>
                <c:pt idx="379">
                  <c:v>40784</c:v>
                </c:pt>
                <c:pt idx="380">
                  <c:v>40785</c:v>
                </c:pt>
                <c:pt idx="381">
                  <c:v>40786</c:v>
                </c:pt>
                <c:pt idx="382">
                  <c:v>40787</c:v>
                </c:pt>
                <c:pt idx="383">
                  <c:v>40788</c:v>
                </c:pt>
                <c:pt idx="384">
                  <c:v>40791</c:v>
                </c:pt>
                <c:pt idx="385">
                  <c:v>40792</c:v>
                </c:pt>
                <c:pt idx="386">
                  <c:v>40793</c:v>
                </c:pt>
                <c:pt idx="387">
                  <c:v>40794</c:v>
                </c:pt>
                <c:pt idx="388">
                  <c:v>40795</c:v>
                </c:pt>
                <c:pt idx="389">
                  <c:v>40800</c:v>
                </c:pt>
                <c:pt idx="390">
                  <c:v>40801</c:v>
                </c:pt>
                <c:pt idx="391">
                  <c:v>40802</c:v>
                </c:pt>
                <c:pt idx="392">
                  <c:v>40805</c:v>
                </c:pt>
                <c:pt idx="393">
                  <c:v>40806</c:v>
                </c:pt>
                <c:pt idx="394">
                  <c:v>40807</c:v>
                </c:pt>
                <c:pt idx="395">
                  <c:v>40808</c:v>
                </c:pt>
                <c:pt idx="396">
                  <c:v>40809</c:v>
                </c:pt>
                <c:pt idx="397">
                  <c:v>40812</c:v>
                </c:pt>
                <c:pt idx="398">
                  <c:v>40813</c:v>
                </c:pt>
                <c:pt idx="399">
                  <c:v>40814</c:v>
                </c:pt>
                <c:pt idx="400">
                  <c:v>40815</c:v>
                </c:pt>
                <c:pt idx="401">
                  <c:v>40816</c:v>
                </c:pt>
                <c:pt idx="402">
                  <c:v>40820</c:v>
                </c:pt>
                <c:pt idx="403">
                  <c:v>40821</c:v>
                </c:pt>
                <c:pt idx="404">
                  <c:v>40822</c:v>
                </c:pt>
                <c:pt idx="405">
                  <c:v>40823</c:v>
                </c:pt>
                <c:pt idx="406">
                  <c:v>40826</c:v>
                </c:pt>
                <c:pt idx="407">
                  <c:v>40827</c:v>
                </c:pt>
                <c:pt idx="408">
                  <c:v>40828</c:v>
                </c:pt>
                <c:pt idx="409">
                  <c:v>40829</c:v>
                </c:pt>
                <c:pt idx="410">
                  <c:v>40830</c:v>
                </c:pt>
                <c:pt idx="411">
                  <c:v>40833</c:v>
                </c:pt>
                <c:pt idx="412">
                  <c:v>40834</c:v>
                </c:pt>
                <c:pt idx="413">
                  <c:v>40835</c:v>
                </c:pt>
                <c:pt idx="414">
                  <c:v>40836</c:v>
                </c:pt>
                <c:pt idx="415">
                  <c:v>40837</c:v>
                </c:pt>
                <c:pt idx="416">
                  <c:v>40840</c:v>
                </c:pt>
                <c:pt idx="417">
                  <c:v>40841</c:v>
                </c:pt>
                <c:pt idx="418">
                  <c:v>40842</c:v>
                </c:pt>
                <c:pt idx="419">
                  <c:v>40843</c:v>
                </c:pt>
                <c:pt idx="420">
                  <c:v>40844</c:v>
                </c:pt>
                <c:pt idx="421">
                  <c:v>40847</c:v>
                </c:pt>
                <c:pt idx="422">
                  <c:v>40848</c:v>
                </c:pt>
                <c:pt idx="423">
                  <c:v>40849</c:v>
                </c:pt>
                <c:pt idx="424">
                  <c:v>40850</c:v>
                </c:pt>
                <c:pt idx="425">
                  <c:v>40851</c:v>
                </c:pt>
                <c:pt idx="426">
                  <c:v>40854</c:v>
                </c:pt>
                <c:pt idx="427">
                  <c:v>40855</c:v>
                </c:pt>
                <c:pt idx="428">
                  <c:v>40856</c:v>
                </c:pt>
                <c:pt idx="429">
                  <c:v>40857</c:v>
                </c:pt>
                <c:pt idx="430">
                  <c:v>40858</c:v>
                </c:pt>
                <c:pt idx="431">
                  <c:v>40861</c:v>
                </c:pt>
                <c:pt idx="432">
                  <c:v>40862</c:v>
                </c:pt>
                <c:pt idx="433">
                  <c:v>40863</c:v>
                </c:pt>
                <c:pt idx="434">
                  <c:v>40864</c:v>
                </c:pt>
                <c:pt idx="435">
                  <c:v>40865</c:v>
                </c:pt>
                <c:pt idx="436">
                  <c:v>40868</c:v>
                </c:pt>
                <c:pt idx="437">
                  <c:v>40869</c:v>
                </c:pt>
                <c:pt idx="438">
                  <c:v>40870</c:v>
                </c:pt>
                <c:pt idx="439">
                  <c:v>40871</c:v>
                </c:pt>
                <c:pt idx="440">
                  <c:v>40872</c:v>
                </c:pt>
                <c:pt idx="441">
                  <c:v>40875</c:v>
                </c:pt>
                <c:pt idx="442">
                  <c:v>40876</c:v>
                </c:pt>
                <c:pt idx="443">
                  <c:v>40877</c:v>
                </c:pt>
                <c:pt idx="444">
                  <c:v>40878</c:v>
                </c:pt>
                <c:pt idx="445">
                  <c:v>40879</c:v>
                </c:pt>
                <c:pt idx="446">
                  <c:v>40882</c:v>
                </c:pt>
                <c:pt idx="447">
                  <c:v>40883</c:v>
                </c:pt>
                <c:pt idx="448">
                  <c:v>40884</c:v>
                </c:pt>
                <c:pt idx="449">
                  <c:v>40885</c:v>
                </c:pt>
                <c:pt idx="450">
                  <c:v>40886</c:v>
                </c:pt>
                <c:pt idx="451">
                  <c:v>40889</c:v>
                </c:pt>
                <c:pt idx="452">
                  <c:v>40890</c:v>
                </c:pt>
                <c:pt idx="453">
                  <c:v>40891</c:v>
                </c:pt>
                <c:pt idx="454">
                  <c:v>40892</c:v>
                </c:pt>
                <c:pt idx="455">
                  <c:v>40893</c:v>
                </c:pt>
                <c:pt idx="456">
                  <c:v>40896</c:v>
                </c:pt>
                <c:pt idx="457">
                  <c:v>40897</c:v>
                </c:pt>
                <c:pt idx="458">
                  <c:v>40898</c:v>
                </c:pt>
                <c:pt idx="459">
                  <c:v>40899</c:v>
                </c:pt>
                <c:pt idx="460">
                  <c:v>40900</c:v>
                </c:pt>
                <c:pt idx="461">
                  <c:v>40903</c:v>
                </c:pt>
                <c:pt idx="462">
                  <c:v>40904</c:v>
                </c:pt>
                <c:pt idx="463">
                  <c:v>40905</c:v>
                </c:pt>
                <c:pt idx="464">
                  <c:v>40906</c:v>
                </c:pt>
                <c:pt idx="465">
                  <c:v>40910</c:v>
                </c:pt>
                <c:pt idx="466">
                  <c:v>40911</c:v>
                </c:pt>
                <c:pt idx="467">
                  <c:v>40912</c:v>
                </c:pt>
                <c:pt idx="468">
                  <c:v>40913</c:v>
                </c:pt>
                <c:pt idx="469">
                  <c:v>40914</c:v>
                </c:pt>
                <c:pt idx="470">
                  <c:v>40917</c:v>
                </c:pt>
                <c:pt idx="471">
                  <c:v>40918</c:v>
                </c:pt>
                <c:pt idx="472">
                  <c:v>40919</c:v>
                </c:pt>
                <c:pt idx="473">
                  <c:v>40920</c:v>
                </c:pt>
                <c:pt idx="474">
                  <c:v>40921</c:v>
                </c:pt>
                <c:pt idx="475">
                  <c:v>40924</c:v>
                </c:pt>
                <c:pt idx="476">
                  <c:v>40925</c:v>
                </c:pt>
                <c:pt idx="477">
                  <c:v>40926</c:v>
                </c:pt>
                <c:pt idx="478">
                  <c:v>40927</c:v>
                </c:pt>
                <c:pt idx="479">
                  <c:v>40928</c:v>
                </c:pt>
                <c:pt idx="480">
                  <c:v>40933</c:v>
                </c:pt>
                <c:pt idx="481">
                  <c:v>40934</c:v>
                </c:pt>
                <c:pt idx="482">
                  <c:v>40935</c:v>
                </c:pt>
                <c:pt idx="483">
                  <c:v>40938</c:v>
                </c:pt>
                <c:pt idx="484">
                  <c:v>40939</c:v>
                </c:pt>
                <c:pt idx="485">
                  <c:v>40940</c:v>
                </c:pt>
                <c:pt idx="486">
                  <c:v>40941</c:v>
                </c:pt>
                <c:pt idx="487">
                  <c:v>40942</c:v>
                </c:pt>
                <c:pt idx="488">
                  <c:v>40945</c:v>
                </c:pt>
                <c:pt idx="489">
                  <c:v>40946</c:v>
                </c:pt>
                <c:pt idx="490">
                  <c:v>40947</c:v>
                </c:pt>
                <c:pt idx="491">
                  <c:v>40948</c:v>
                </c:pt>
                <c:pt idx="492">
                  <c:v>40949</c:v>
                </c:pt>
                <c:pt idx="493">
                  <c:v>40952</c:v>
                </c:pt>
                <c:pt idx="494">
                  <c:v>40953</c:v>
                </c:pt>
                <c:pt idx="495">
                  <c:v>40954</c:v>
                </c:pt>
                <c:pt idx="496">
                  <c:v>40955</c:v>
                </c:pt>
                <c:pt idx="497">
                  <c:v>40956</c:v>
                </c:pt>
                <c:pt idx="498">
                  <c:v>40959</c:v>
                </c:pt>
                <c:pt idx="499">
                  <c:v>40960</c:v>
                </c:pt>
                <c:pt idx="500">
                  <c:v>40961</c:v>
                </c:pt>
                <c:pt idx="501">
                  <c:v>40962</c:v>
                </c:pt>
                <c:pt idx="502">
                  <c:v>40963</c:v>
                </c:pt>
                <c:pt idx="503">
                  <c:v>40966</c:v>
                </c:pt>
                <c:pt idx="504">
                  <c:v>40967</c:v>
                </c:pt>
                <c:pt idx="505">
                  <c:v>40968</c:v>
                </c:pt>
                <c:pt idx="506">
                  <c:v>40970</c:v>
                </c:pt>
                <c:pt idx="507">
                  <c:v>40973</c:v>
                </c:pt>
                <c:pt idx="508">
                  <c:v>40974</c:v>
                </c:pt>
                <c:pt idx="509">
                  <c:v>40975</c:v>
                </c:pt>
                <c:pt idx="510">
                  <c:v>40976</c:v>
                </c:pt>
                <c:pt idx="511">
                  <c:v>40977</c:v>
                </c:pt>
                <c:pt idx="512">
                  <c:v>40980</c:v>
                </c:pt>
                <c:pt idx="513">
                  <c:v>40981</c:v>
                </c:pt>
                <c:pt idx="514">
                  <c:v>40982</c:v>
                </c:pt>
                <c:pt idx="515">
                  <c:v>40983</c:v>
                </c:pt>
                <c:pt idx="516">
                  <c:v>40984</c:v>
                </c:pt>
                <c:pt idx="517">
                  <c:v>40987</c:v>
                </c:pt>
                <c:pt idx="518">
                  <c:v>40988</c:v>
                </c:pt>
                <c:pt idx="519">
                  <c:v>40989</c:v>
                </c:pt>
                <c:pt idx="520">
                  <c:v>40990</c:v>
                </c:pt>
                <c:pt idx="521">
                  <c:v>40991</c:v>
                </c:pt>
                <c:pt idx="522">
                  <c:v>40994</c:v>
                </c:pt>
                <c:pt idx="523">
                  <c:v>40995</c:v>
                </c:pt>
                <c:pt idx="524">
                  <c:v>40996</c:v>
                </c:pt>
                <c:pt idx="525">
                  <c:v>40997</c:v>
                </c:pt>
                <c:pt idx="526">
                  <c:v>40998</c:v>
                </c:pt>
                <c:pt idx="527">
                  <c:v>41001</c:v>
                </c:pt>
                <c:pt idx="528">
                  <c:v>41002</c:v>
                </c:pt>
                <c:pt idx="529">
                  <c:v>41003</c:v>
                </c:pt>
                <c:pt idx="530">
                  <c:v>41004</c:v>
                </c:pt>
                <c:pt idx="531">
                  <c:v>41005</c:v>
                </c:pt>
                <c:pt idx="532">
                  <c:v>41008</c:v>
                </c:pt>
                <c:pt idx="533">
                  <c:v>41009</c:v>
                </c:pt>
                <c:pt idx="534">
                  <c:v>41011</c:v>
                </c:pt>
                <c:pt idx="535">
                  <c:v>41012</c:v>
                </c:pt>
                <c:pt idx="536">
                  <c:v>41015</c:v>
                </c:pt>
                <c:pt idx="537">
                  <c:v>41016</c:v>
                </c:pt>
                <c:pt idx="538">
                  <c:v>41017</c:v>
                </c:pt>
                <c:pt idx="539">
                  <c:v>41018</c:v>
                </c:pt>
                <c:pt idx="540">
                  <c:v>41019</c:v>
                </c:pt>
                <c:pt idx="541">
                  <c:v>41022</c:v>
                </c:pt>
                <c:pt idx="542">
                  <c:v>41023</c:v>
                </c:pt>
                <c:pt idx="543">
                  <c:v>41024</c:v>
                </c:pt>
                <c:pt idx="544">
                  <c:v>41025</c:v>
                </c:pt>
                <c:pt idx="545">
                  <c:v>41026</c:v>
                </c:pt>
                <c:pt idx="546">
                  <c:v>41029</c:v>
                </c:pt>
                <c:pt idx="547">
                  <c:v>41031</c:v>
                </c:pt>
                <c:pt idx="548">
                  <c:v>41032</c:v>
                </c:pt>
                <c:pt idx="549">
                  <c:v>41033</c:v>
                </c:pt>
                <c:pt idx="550">
                  <c:v>41036</c:v>
                </c:pt>
                <c:pt idx="551">
                  <c:v>41037</c:v>
                </c:pt>
                <c:pt idx="552">
                  <c:v>41038</c:v>
                </c:pt>
                <c:pt idx="553">
                  <c:v>41039</c:v>
                </c:pt>
                <c:pt idx="554">
                  <c:v>41040</c:v>
                </c:pt>
                <c:pt idx="555">
                  <c:v>41043</c:v>
                </c:pt>
                <c:pt idx="556">
                  <c:v>41044</c:v>
                </c:pt>
                <c:pt idx="557">
                  <c:v>41045</c:v>
                </c:pt>
                <c:pt idx="558">
                  <c:v>41046</c:v>
                </c:pt>
                <c:pt idx="559">
                  <c:v>41047</c:v>
                </c:pt>
                <c:pt idx="560">
                  <c:v>41050</c:v>
                </c:pt>
                <c:pt idx="561">
                  <c:v>41051</c:v>
                </c:pt>
                <c:pt idx="562">
                  <c:v>41052</c:v>
                </c:pt>
                <c:pt idx="563">
                  <c:v>41053</c:v>
                </c:pt>
                <c:pt idx="564">
                  <c:v>41054</c:v>
                </c:pt>
                <c:pt idx="565">
                  <c:v>41058</c:v>
                </c:pt>
                <c:pt idx="566">
                  <c:v>41059</c:v>
                </c:pt>
                <c:pt idx="567">
                  <c:v>41060</c:v>
                </c:pt>
                <c:pt idx="568">
                  <c:v>41061</c:v>
                </c:pt>
                <c:pt idx="569">
                  <c:v>41064</c:v>
                </c:pt>
                <c:pt idx="570">
                  <c:v>41065</c:v>
                </c:pt>
                <c:pt idx="571">
                  <c:v>41067</c:v>
                </c:pt>
                <c:pt idx="572">
                  <c:v>41068</c:v>
                </c:pt>
                <c:pt idx="573">
                  <c:v>41071</c:v>
                </c:pt>
                <c:pt idx="574">
                  <c:v>41072</c:v>
                </c:pt>
                <c:pt idx="575">
                  <c:v>41073</c:v>
                </c:pt>
                <c:pt idx="576">
                  <c:v>41074</c:v>
                </c:pt>
                <c:pt idx="577">
                  <c:v>41075</c:v>
                </c:pt>
                <c:pt idx="578">
                  <c:v>41078</c:v>
                </c:pt>
                <c:pt idx="579">
                  <c:v>41079</c:v>
                </c:pt>
                <c:pt idx="580">
                  <c:v>41080</c:v>
                </c:pt>
                <c:pt idx="581">
                  <c:v>41081</c:v>
                </c:pt>
                <c:pt idx="582">
                  <c:v>41082</c:v>
                </c:pt>
                <c:pt idx="583">
                  <c:v>41085</c:v>
                </c:pt>
                <c:pt idx="584">
                  <c:v>41086</c:v>
                </c:pt>
                <c:pt idx="585">
                  <c:v>41087</c:v>
                </c:pt>
                <c:pt idx="586">
                  <c:v>41088</c:v>
                </c:pt>
                <c:pt idx="587">
                  <c:v>41089</c:v>
                </c:pt>
                <c:pt idx="588">
                  <c:v>41092</c:v>
                </c:pt>
                <c:pt idx="589">
                  <c:v>41093</c:v>
                </c:pt>
                <c:pt idx="590">
                  <c:v>41094</c:v>
                </c:pt>
                <c:pt idx="591">
                  <c:v>41095</c:v>
                </c:pt>
                <c:pt idx="592">
                  <c:v>41096</c:v>
                </c:pt>
                <c:pt idx="593">
                  <c:v>41099</c:v>
                </c:pt>
                <c:pt idx="594">
                  <c:v>41100</c:v>
                </c:pt>
                <c:pt idx="595">
                  <c:v>41101</c:v>
                </c:pt>
                <c:pt idx="596">
                  <c:v>41102</c:v>
                </c:pt>
                <c:pt idx="597">
                  <c:v>41103</c:v>
                </c:pt>
                <c:pt idx="598">
                  <c:v>41106</c:v>
                </c:pt>
                <c:pt idx="599">
                  <c:v>41107</c:v>
                </c:pt>
                <c:pt idx="600">
                  <c:v>41108</c:v>
                </c:pt>
                <c:pt idx="601">
                  <c:v>41109</c:v>
                </c:pt>
                <c:pt idx="602">
                  <c:v>41110</c:v>
                </c:pt>
                <c:pt idx="603">
                  <c:v>41113</c:v>
                </c:pt>
                <c:pt idx="604">
                  <c:v>41114</c:v>
                </c:pt>
                <c:pt idx="605">
                  <c:v>41115</c:v>
                </c:pt>
                <c:pt idx="606">
                  <c:v>41116</c:v>
                </c:pt>
                <c:pt idx="607">
                  <c:v>41117</c:v>
                </c:pt>
                <c:pt idx="608">
                  <c:v>41120</c:v>
                </c:pt>
                <c:pt idx="609">
                  <c:v>41121</c:v>
                </c:pt>
                <c:pt idx="610">
                  <c:v>41122</c:v>
                </c:pt>
                <c:pt idx="611">
                  <c:v>41123</c:v>
                </c:pt>
                <c:pt idx="612">
                  <c:v>41124</c:v>
                </c:pt>
                <c:pt idx="613">
                  <c:v>41127</c:v>
                </c:pt>
                <c:pt idx="614">
                  <c:v>41128</c:v>
                </c:pt>
                <c:pt idx="615">
                  <c:v>41129</c:v>
                </c:pt>
                <c:pt idx="616">
                  <c:v>41130</c:v>
                </c:pt>
                <c:pt idx="617">
                  <c:v>41131</c:v>
                </c:pt>
                <c:pt idx="618">
                  <c:v>41134</c:v>
                </c:pt>
                <c:pt idx="619">
                  <c:v>41135</c:v>
                </c:pt>
                <c:pt idx="620">
                  <c:v>41137</c:v>
                </c:pt>
                <c:pt idx="621">
                  <c:v>41138</c:v>
                </c:pt>
                <c:pt idx="622">
                  <c:v>41141</c:v>
                </c:pt>
                <c:pt idx="623">
                  <c:v>41142</c:v>
                </c:pt>
                <c:pt idx="624">
                  <c:v>41143</c:v>
                </c:pt>
                <c:pt idx="625">
                  <c:v>41144</c:v>
                </c:pt>
                <c:pt idx="626">
                  <c:v>41145</c:v>
                </c:pt>
                <c:pt idx="627">
                  <c:v>41148</c:v>
                </c:pt>
                <c:pt idx="628">
                  <c:v>41149</c:v>
                </c:pt>
                <c:pt idx="629">
                  <c:v>41150</c:v>
                </c:pt>
                <c:pt idx="630">
                  <c:v>41151</c:v>
                </c:pt>
                <c:pt idx="631">
                  <c:v>41152</c:v>
                </c:pt>
                <c:pt idx="632">
                  <c:v>41155</c:v>
                </c:pt>
                <c:pt idx="633">
                  <c:v>41156</c:v>
                </c:pt>
                <c:pt idx="634">
                  <c:v>41157</c:v>
                </c:pt>
                <c:pt idx="635">
                  <c:v>41158</c:v>
                </c:pt>
                <c:pt idx="636">
                  <c:v>41159</c:v>
                </c:pt>
                <c:pt idx="637">
                  <c:v>41162</c:v>
                </c:pt>
                <c:pt idx="638">
                  <c:v>41163</c:v>
                </c:pt>
                <c:pt idx="639">
                  <c:v>41164</c:v>
                </c:pt>
                <c:pt idx="640">
                  <c:v>41165</c:v>
                </c:pt>
                <c:pt idx="641">
                  <c:v>41166</c:v>
                </c:pt>
                <c:pt idx="642">
                  <c:v>41169</c:v>
                </c:pt>
                <c:pt idx="643">
                  <c:v>41170</c:v>
                </c:pt>
                <c:pt idx="644">
                  <c:v>41171</c:v>
                </c:pt>
                <c:pt idx="645">
                  <c:v>41172</c:v>
                </c:pt>
                <c:pt idx="646">
                  <c:v>41173</c:v>
                </c:pt>
                <c:pt idx="647">
                  <c:v>41176</c:v>
                </c:pt>
                <c:pt idx="648">
                  <c:v>41177</c:v>
                </c:pt>
                <c:pt idx="649">
                  <c:v>41178</c:v>
                </c:pt>
                <c:pt idx="650">
                  <c:v>41179</c:v>
                </c:pt>
                <c:pt idx="651">
                  <c:v>41180</c:v>
                </c:pt>
                <c:pt idx="652">
                  <c:v>41184</c:v>
                </c:pt>
                <c:pt idx="653">
                  <c:v>41186</c:v>
                </c:pt>
                <c:pt idx="654">
                  <c:v>41187</c:v>
                </c:pt>
                <c:pt idx="655">
                  <c:v>41190</c:v>
                </c:pt>
                <c:pt idx="656">
                  <c:v>41191</c:v>
                </c:pt>
                <c:pt idx="657">
                  <c:v>41192</c:v>
                </c:pt>
                <c:pt idx="658">
                  <c:v>41193</c:v>
                </c:pt>
                <c:pt idx="659">
                  <c:v>41194</c:v>
                </c:pt>
                <c:pt idx="660">
                  <c:v>41197</c:v>
                </c:pt>
                <c:pt idx="661">
                  <c:v>41198</c:v>
                </c:pt>
                <c:pt idx="662">
                  <c:v>41199</c:v>
                </c:pt>
                <c:pt idx="663">
                  <c:v>41200</c:v>
                </c:pt>
                <c:pt idx="664">
                  <c:v>41201</c:v>
                </c:pt>
                <c:pt idx="665">
                  <c:v>41204</c:v>
                </c:pt>
                <c:pt idx="666">
                  <c:v>41205</c:v>
                </c:pt>
                <c:pt idx="667">
                  <c:v>41206</c:v>
                </c:pt>
                <c:pt idx="668">
                  <c:v>41207</c:v>
                </c:pt>
                <c:pt idx="669">
                  <c:v>41208</c:v>
                </c:pt>
                <c:pt idx="670">
                  <c:v>41211</c:v>
                </c:pt>
                <c:pt idx="671">
                  <c:v>41212</c:v>
                </c:pt>
                <c:pt idx="672">
                  <c:v>41213</c:v>
                </c:pt>
                <c:pt idx="673">
                  <c:v>41214</c:v>
                </c:pt>
                <c:pt idx="674">
                  <c:v>41215</c:v>
                </c:pt>
                <c:pt idx="675">
                  <c:v>41218</c:v>
                </c:pt>
                <c:pt idx="676">
                  <c:v>41219</c:v>
                </c:pt>
                <c:pt idx="677">
                  <c:v>41220</c:v>
                </c:pt>
                <c:pt idx="678">
                  <c:v>41221</c:v>
                </c:pt>
                <c:pt idx="679">
                  <c:v>41222</c:v>
                </c:pt>
                <c:pt idx="680">
                  <c:v>41225</c:v>
                </c:pt>
                <c:pt idx="681">
                  <c:v>41226</c:v>
                </c:pt>
                <c:pt idx="682">
                  <c:v>41227</c:v>
                </c:pt>
                <c:pt idx="683">
                  <c:v>41228</c:v>
                </c:pt>
                <c:pt idx="684">
                  <c:v>41229</c:v>
                </c:pt>
                <c:pt idx="685">
                  <c:v>41232</c:v>
                </c:pt>
                <c:pt idx="686">
                  <c:v>41233</c:v>
                </c:pt>
                <c:pt idx="687">
                  <c:v>41234</c:v>
                </c:pt>
                <c:pt idx="688">
                  <c:v>41235</c:v>
                </c:pt>
                <c:pt idx="689">
                  <c:v>41236</c:v>
                </c:pt>
                <c:pt idx="690">
                  <c:v>41239</c:v>
                </c:pt>
                <c:pt idx="691">
                  <c:v>41240</c:v>
                </c:pt>
                <c:pt idx="692">
                  <c:v>41241</c:v>
                </c:pt>
                <c:pt idx="693">
                  <c:v>41242</c:v>
                </c:pt>
                <c:pt idx="694">
                  <c:v>41243</c:v>
                </c:pt>
                <c:pt idx="695">
                  <c:v>41246</c:v>
                </c:pt>
                <c:pt idx="696">
                  <c:v>41247</c:v>
                </c:pt>
                <c:pt idx="697">
                  <c:v>41248</c:v>
                </c:pt>
                <c:pt idx="698">
                  <c:v>41249</c:v>
                </c:pt>
                <c:pt idx="699">
                  <c:v>41250</c:v>
                </c:pt>
                <c:pt idx="700">
                  <c:v>41253</c:v>
                </c:pt>
                <c:pt idx="701">
                  <c:v>41254</c:v>
                </c:pt>
                <c:pt idx="702">
                  <c:v>41255</c:v>
                </c:pt>
                <c:pt idx="703">
                  <c:v>41256</c:v>
                </c:pt>
                <c:pt idx="704">
                  <c:v>41257</c:v>
                </c:pt>
                <c:pt idx="705">
                  <c:v>41260</c:v>
                </c:pt>
                <c:pt idx="706">
                  <c:v>41261</c:v>
                </c:pt>
                <c:pt idx="707">
                  <c:v>41263</c:v>
                </c:pt>
                <c:pt idx="708">
                  <c:v>41264</c:v>
                </c:pt>
                <c:pt idx="709">
                  <c:v>41267</c:v>
                </c:pt>
                <c:pt idx="710">
                  <c:v>41269</c:v>
                </c:pt>
                <c:pt idx="711">
                  <c:v>41270</c:v>
                </c:pt>
                <c:pt idx="712">
                  <c:v>41271</c:v>
                </c:pt>
                <c:pt idx="713">
                  <c:v>41276</c:v>
                </c:pt>
                <c:pt idx="714">
                  <c:v>41277</c:v>
                </c:pt>
                <c:pt idx="715">
                  <c:v>41278</c:v>
                </c:pt>
                <c:pt idx="716">
                  <c:v>41281</c:v>
                </c:pt>
                <c:pt idx="717">
                  <c:v>41282</c:v>
                </c:pt>
                <c:pt idx="718">
                  <c:v>41283</c:v>
                </c:pt>
                <c:pt idx="719">
                  <c:v>41284</c:v>
                </c:pt>
                <c:pt idx="720">
                  <c:v>41285</c:v>
                </c:pt>
                <c:pt idx="721">
                  <c:v>41288</c:v>
                </c:pt>
                <c:pt idx="722">
                  <c:v>41289</c:v>
                </c:pt>
                <c:pt idx="723">
                  <c:v>41290</c:v>
                </c:pt>
                <c:pt idx="724">
                  <c:v>41291</c:v>
                </c:pt>
                <c:pt idx="725">
                  <c:v>41292</c:v>
                </c:pt>
                <c:pt idx="726">
                  <c:v>41295</c:v>
                </c:pt>
                <c:pt idx="727">
                  <c:v>41296</c:v>
                </c:pt>
                <c:pt idx="728">
                  <c:v>41297</c:v>
                </c:pt>
                <c:pt idx="729">
                  <c:v>41298</c:v>
                </c:pt>
                <c:pt idx="730">
                  <c:v>41299</c:v>
                </c:pt>
                <c:pt idx="731">
                  <c:v>41302</c:v>
                </c:pt>
                <c:pt idx="732">
                  <c:v>41303</c:v>
                </c:pt>
                <c:pt idx="733">
                  <c:v>41304</c:v>
                </c:pt>
                <c:pt idx="734">
                  <c:v>41305</c:v>
                </c:pt>
                <c:pt idx="735">
                  <c:v>41306</c:v>
                </c:pt>
                <c:pt idx="736">
                  <c:v>41309</c:v>
                </c:pt>
                <c:pt idx="737">
                  <c:v>41310</c:v>
                </c:pt>
                <c:pt idx="738">
                  <c:v>41311</c:v>
                </c:pt>
                <c:pt idx="739">
                  <c:v>41312</c:v>
                </c:pt>
                <c:pt idx="740">
                  <c:v>41313</c:v>
                </c:pt>
                <c:pt idx="741">
                  <c:v>41317</c:v>
                </c:pt>
                <c:pt idx="742">
                  <c:v>41318</c:v>
                </c:pt>
                <c:pt idx="743">
                  <c:v>41319</c:v>
                </c:pt>
                <c:pt idx="744">
                  <c:v>41320</c:v>
                </c:pt>
                <c:pt idx="745">
                  <c:v>41323</c:v>
                </c:pt>
                <c:pt idx="746">
                  <c:v>41324</c:v>
                </c:pt>
                <c:pt idx="747">
                  <c:v>41325</c:v>
                </c:pt>
                <c:pt idx="748">
                  <c:v>41326</c:v>
                </c:pt>
                <c:pt idx="749">
                  <c:v>41327</c:v>
                </c:pt>
                <c:pt idx="750">
                  <c:v>41330</c:v>
                </c:pt>
                <c:pt idx="751">
                  <c:v>41331</c:v>
                </c:pt>
                <c:pt idx="752">
                  <c:v>41332</c:v>
                </c:pt>
                <c:pt idx="753">
                  <c:v>41333</c:v>
                </c:pt>
                <c:pt idx="754">
                  <c:v>41337</c:v>
                </c:pt>
                <c:pt idx="755">
                  <c:v>41338</c:v>
                </c:pt>
                <c:pt idx="756">
                  <c:v>41339</c:v>
                </c:pt>
                <c:pt idx="757">
                  <c:v>41340</c:v>
                </c:pt>
                <c:pt idx="758">
                  <c:v>41341</c:v>
                </c:pt>
                <c:pt idx="759">
                  <c:v>41344</c:v>
                </c:pt>
                <c:pt idx="760">
                  <c:v>41345</c:v>
                </c:pt>
                <c:pt idx="761">
                  <c:v>41346</c:v>
                </c:pt>
                <c:pt idx="762">
                  <c:v>41347</c:v>
                </c:pt>
                <c:pt idx="763">
                  <c:v>41348</c:v>
                </c:pt>
                <c:pt idx="764">
                  <c:v>41351</c:v>
                </c:pt>
                <c:pt idx="765">
                  <c:v>41352</c:v>
                </c:pt>
                <c:pt idx="766">
                  <c:v>41353</c:v>
                </c:pt>
                <c:pt idx="767">
                  <c:v>41354</c:v>
                </c:pt>
                <c:pt idx="768">
                  <c:v>41355</c:v>
                </c:pt>
                <c:pt idx="769">
                  <c:v>41358</c:v>
                </c:pt>
                <c:pt idx="770">
                  <c:v>41359</c:v>
                </c:pt>
                <c:pt idx="771">
                  <c:v>41360</c:v>
                </c:pt>
                <c:pt idx="772">
                  <c:v>41361</c:v>
                </c:pt>
                <c:pt idx="773">
                  <c:v>41362</c:v>
                </c:pt>
                <c:pt idx="774">
                  <c:v>41365</c:v>
                </c:pt>
                <c:pt idx="775">
                  <c:v>41366</c:v>
                </c:pt>
                <c:pt idx="776">
                  <c:v>41367</c:v>
                </c:pt>
                <c:pt idx="777">
                  <c:v>41368</c:v>
                </c:pt>
                <c:pt idx="778">
                  <c:v>41369</c:v>
                </c:pt>
                <c:pt idx="779">
                  <c:v>41372</c:v>
                </c:pt>
                <c:pt idx="780">
                  <c:v>41373</c:v>
                </c:pt>
                <c:pt idx="781">
                  <c:v>41374</c:v>
                </c:pt>
                <c:pt idx="782">
                  <c:v>41375</c:v>
                </c:pt>
                <c:pt idx="783">
                  <c:v>41376</c:v>
                </c:pt>
                <c:pt idx="784">
                  <c:v>41379</c:v>
                </c:pt>
                <c:pt idx="785">
                  <c:v>41380</c:v>
                </c:pt>
                <c:pt idx="786">
                  <c:v>41381</c:v>
                </c:pt>
                <c:pt idx="787">
                  <c:v>41382</c:v>
                </c:pt>
                <c:pt idx="788">
                  <c:v>41383</c:v>
                </c:pt>
                <c:pt idx="789">
                  <c:v>41386</c:v>
                </c:pt>
                <c:pt idx="790">
                  <c:v>41387</c:v>
                </c:pt>
                <c:pt idx="791">
                  <c:v>41388</c:v>
                </c:pt>
                <c:pt idx="792">
                  <c:v>41389</c:v>
                </c:pt>
                <c:pt idx="793">
                  <c:v>41390</c:v>
                </c:pt>
                <c:pt idx="794">
                  <c:v>41393</c:v>
                </c:pt>
                <c:pt idx="795">
                  <c:v>41394</c:v>
                </c:pt>
                <c:pt idx="796">
                  <c:v>41396</c:v>
                </c:pt>
                <c:pt idx="797">
                  <c:v>41397</c:v>
                </c:pt>
                <c:pt idx="798">
                  <c:v>41400</c:v>
                </c:pt>
                <c:pt idx="799">
                  <c:v>41401</c:v>
                </c:pt>
                <c:pt idx="800">
                  <c:v>41402</c:v>
                </c:pt>
                <c:pt idx="801">
                  <c:v>41403</c:v>
                </c:pt>
                <c:pt idx="802">
                  <c:v>41404</c:v>
                </c:pt>
                <c:pt idx="803">
                  <c:v>41407</c:v>
                </c:pt>
                <c:pt idx="804">
                  <c:v>41408</c:v>
                </c:pt>
                <c:pt idx="805">
                  <c:v>41409</c:v>
                </c:pt>
                <c:pt idx="806">
                  <c:v>41410</c:v>
                </c:pt>
                <c:pt idx="807">
                  <c:v>41414</c:v>
                </c:pt>
                <c:pt idx="808">
                  <c:v>41415</c:v>
                </c:pt>
                <c:pt idx="809">
                  <c:v>41416</c:v>
                </c:pt>
                <c:pt idx="810">
                  <c:v>41417</c:v>
                </c:pt>
                <c:pt idx="811">
                  <c:v>41418</c:v>
                </c:pt>
                <c:pt idx="812">
                  <c:v>41421</c:v>
                </c:pt>
                <c:pt idx="813">
                  <c:v>41422</c:v>
                </c:pt>
                <c:pt idx="814">
                  <c:v>41423</c:v>
                </c:pt>
                <c:pt idx="815">
                  <c:v>41424</c:v>
                </c:pt>
                <c:pt idx="816">
                  <c:v>41425</c:v>
                </c:pt>
                <c:pt idx="817">
                  <c:v>41428</c:v>
                </c:pt>
                <c:pt idx="818">
                  <c:v>41429</c:v>
                </c:pt>
                <c:pt idx="819">
                  <c:v>41430</c:v>
                </c:pt>
                <c:pt idx="820">
                  <c:v>41432</c:v>
                </c:pt>
                <c:pt idx="821">
                  <c:v>41435</c:v>
                </c:pt>
                <c:pt idx="822">
                  <c:v>41436</c:v>
                </c:pt>
                <c:pt idx="823">
                  <c:v>41437</c:v>
                </c:pt>
                <c:pt idx="824">
                  <c:v>41438</c:v>
                </c:pt>
                <c:pt idx="825">
                  <c:v>41439</c:v>
                </c:pt>
                <c:pt idx="826">
                  <c:v>41442</c:v>
                </c:pt>
                <c:pt idx="827">
                  <c:v>41443</c:v>
                </c:pt>
                <c:pt idx="828">
                  <c:v>41444</c:v>
                </c:pt>
                <c:pt idx="829">
                  <c:v>41445</c:v>
                </c:pt>
                <c:pt idx="830">
                  <c:v>41446</c:v>
                </c:pt>
                <c:pt idx="831">
                  <c:v>41449</c:v>
                </c:pt>
                <c:pt idx="832">
                  <c:v>41450</c:v>
                </c:pt>
                <c:pt idx="833">
                  <c:v>41451</c:v>
                </c:pt>
                <c:pt idx="834">
                  <c:v>41452</c:v>
                </c:pt>
                <c:pt idx="835">
                  <c:v>41453</c:v>
                </c:pt>
                <c:pt idx="836">
                  <c:v>41456</c:v>
                </c:pt>
                <c:pt idx="837">
                  <c:v>41457</c:v>
                </c:pt>
                <c:pt idx="838">
                  <c:v>41458</c:v>
                </c:pt>
                <c:pt idx="839">
                  <c:v>41459</c:v>
                </c:pt>
                <c:pt idx="840">
                  <c:v>41460</c:v>
                </c:pt>
                <c:pt idx="841">
                  <c:v>41463</c:v>
                </c:pt>
                <c:pt idx="842">
                  <c:v>41464</c:v>
                </c:pt>
                <c:pt idx="843">
                  <c:v>41465</c:v>
                </c:pt>
                <c:pt idx="844">
                  <c:v>41466</c:v>
                </c:pt>
                <c:pt idx="845">
                  <c:v>41467</c:v>
                </c:pt>
                <c:pt idx="846">
                  <c:v>41470</c:v>
                </c:pt>
                <c:pt idx="847">
                  <c:v>41471</c:v>
                </c:pt>
                <c:pt idx="848">
                  <c:v>41472</c:v>
                </c:pt>
                <c:pt idx="849">
                  <c:v>41473</c:v>
                </c:pt>
                <c:pt idx="850">
                  <c:v>41474</c:v>
                </c:pt>
                <c:pt idx="851">
                  <c:v>41477</c:v>
                </c:pt>
                <c:pt idx="852">
                  <c:v>41478</c:v>
                </c:pt>
                <c:pt idx="853">
                  <c:v>41479</c:v>
                </c:pt>
                <c:pt idx="854">
                  <c:v>41480</c:v>
                </c:pt>
                <c:pt idx="855">
                  <c:v>41481</c:v>
                </c:pt>
                <c:pt idx="856">
                  <c:v>41484</c:v>
                </c:pt>
                <c:pt idx="857">
                  <c:v>41485</c:v>
                </c:pt>
                <c:pt idx="858">
                  <c:v>41486</c:v>
                </c:pt>
                <c:pt idx="859">
                  <c:v>41487</c:v>
                </c:pt>
                <c:pt idx="860">
                  <c:v>41488</c:v>
                </c:pt>
                <c:pt idx="861">
                  <c:v>41491</c:v>
                </c:pt>
                <c:pt idx="862">
                  <c:v>41492</c:v>
                </c:pt>
                <c:pt idx="863">
                  <c:v>41493</c:v>
                </c:pt>
                <c:pt idx="864">
                  <c:v>41494</c:v>
                </c:pt>
                <c:pt idx="865">
                  <c:v>41495</c:v>
                </c:pt>
                <c:pt idx="866">
                  <c:v>41498</c:v>
                </c:pt>
                <c:pt idx="867">
                  <c:v>41499</c:v>
                </c:pt>
                <c:pt idx="868">
                  <c:v>41500</c:v>
                </c:pt>
                <c:pt idx="869">
                  <c:v>41502</c:v>
                </c:pt>
                <c:pt idx="870">
                  <c:v>41505</c:v>
                </c:pt>
                <c:pt idx="871">
                  <c:v>41506</c:v>
                </c:pt>
                <c:pt idx="872">
                  <c:v>41507</c:v>
                </c:pt>
                <c:pt idx="873">
                  <c:v>41508</c:v>
                </c:pt>
                <c:pt idx="874">
                  <c:v>41509</c:v>
                </c:pt>
                <c:pt idx="875">
                  <c:v>41512</c:v>
                </c:pt>
                <c:pt idx="876">
                  <c:v>41513</c:v>
                </c:pt>
                <c:pt idx="877">
                  <c:v>41514</c:v>
                </c:pt>
                <c:pt idx="878">
                  <c:v>41515</c:v>
                </c:pt>
                <c:pt idx="879">
                  <c:v>41516</c:v>
                </c:pt>
                <c:pt idx="880">
                  <c:v>41519</c:v>
                </c:pt>
                <c:pt idx="881">
                  <c:v>41520</c:v>
                </c:pt>
                <c:pt idx="882">
                  <c:v>41521</c:v>
                </c:pt>
                <c:pt idx="883">
                  <c:v>41522</c:v>
                </c:pt>
                <c:pt idx="884">
                  <c:v>41523</c:v>
                </c:pt>
                <c:pt idx="885">
                  <c:v>41526</c:v>
                </c:pt>
                <c:pt idx="886">
                  <c:v>41527</c:v>
                </c:pt>
                <c:pt idx="887">
                  <c:v>41528</c:v>
                </c:pt>
                <c:pt idx="888">
                  <c:v>41529</c:v>
                </c:pt>
                <c:pt idx="889">
                  <c:v>41530</c:v>
                </c:pt>
                <c:pt idx="890">
                  <c:v>41533</c:v>
                </c:pt>
                <c:pt idx="891">
                  <c:v>41534</c:v>
                </c:pt>
                <c:pt idx="892">
                  <c:v>41540</c:v>
                </c:pt>
                <c:pt idx="893">
                  <c:v>41541</c:v>
                </c:pt>
                <c:pt idx="894">
                  <c:v>41542</c:v>
                </c:pt>
                <c:pt idx="895">
                  <c:v>41543</c:v>
                </c:pt>
                <c:pt idx="896">
                  <c:v>41544</c:v>
                </c:pt>
                <c:pt idx="897">
                  <c:v>41547</c:v>
                </c:pt>
                <c:pt idx="898">
                  <c:v>41548</c:v>
                </c:pt>
                <c:pt idx="899">
                  <c:v>41549</c:v>
                </c:pt>
                <c:pt idx="900">
                  <c:v>41551</c:v>
                </c:pt>
                <c:pt idx="901">
                  <c:v>41554</c:v>
                </c:pt>
                <c:pt idx="902">
                  <c:v>41555</c:v>
                </c:pt>
                <c:pt idx="903">
                  <c:v>41557</c:v>
                </c:pt>
                <c:pt idx="904">
                  <c:v>41558</c:v>
                </c:pt>
                <c:pt idx="905">
                  <c:v>41561</c:v>
                </c:pt>
                <c:pt idx="906">
                  <c:v>41562</c:v>
                </c:pt>
                <c:pt idx="907">
                  <c:v>41563</c:v>
                </c:pt>
                <c:pt idx="908">
                  <c:v>41564</c:v>
                </c:pt>
                <c:pt idx="909">
                  <c:v>41565</c:v>
                </c:pt>
                <c:pt idx="910">
                  <c:v>41568</c:v>
                </c:pt>
                <c:pt idx="911">
                  <c:v>41569</c:v>
                </c:pt>
                <c:pt idx="912">
                  <c:v>41570</c:v>
                </c:pt>
                <c:pt idx="913">
                  <c:v>41571</c:v>
                </c:pt>
                <c:pt idx="914">
                  <c:v>41572</c:v>
                </c:pt>
                <c:pt idx="915">
                  <c:v>41575</c:v>
                </c:pt>
                <c:pt idx="916">
                  <c:v>41576</c:v>
                </c:pt>
                <c:pt idx="917">
                  <c:v>41577</c:v>
                </c:pt>
                <c:pt idx="918">
                  <c:v>41578</c:v>
                </c:pt>
                <c:pt idx="919">
                  <c:v>41579</c:v>
                </c:pt>
                <c:pt idx="920">
                  <c:v>41582</c:v>
                </c:pt>
                <c:pt idx="921">
                  <c:v>41583</c:v>
                </c:pt>
                <c:pt idx="922">
                  <c:v>41584</c:v>
                </c:pt>
                <c:pt idx="923">
                  <c:v>41585</c:v>
                </c:pt>
                <c:pt idx="924">
                  <c:v>41586</c:v>
                </c:pt>
                <c:pt idx="925">
                  <c:v>41589</c:v>
                </c:pt>
                <c:pt idx="926">
                  <c:v>41590</c:v>
                </c:pt>
                <c:pt idx="927">
                  <c:v>41591</c:v>
                </c:pt>
                <c:pt idx="928">
                  <c:v>41592</c:v>
                </c:pt>
                <c:pt idx="929">
                  <c:v>41593</c:v>
                </c:pt>
                <c:pt idx="930">
                  <c:v>41596</c:v>
                </c:pt>
                <c:pt idx="931">
                  <c:v>41597</c:v>
                </c:pt>
                <c:pt idx="932">
                  <c:v>41598</c:v>
                </c:pt>
                <c:pt idx="933">
                  <c:v>41599</c:v>
                </c:pt>
                <c:pt idx="934">
                  <c:v>41600</c:v>
                </c:pt>
                <c:pt idx="935">
                  <c:v>41603</c:v>
                </c:pt>
                <c:pt idx="936">
                  <c:v>41604</c:v>
                </c:pt>
                <c:pt idx="937">
                  <c:v>41605</c:v>
                </c:pt>
                <c:pt idx="938">
                  <c:v>41606</c:v>
                </c:pt>
                <c:pt idx="939">
                  <c:v>41607</c:v>
                </c:pt>
                <c:pt idx="940">
                  <c:v>41610</c:v>
                </c:pt>
                <c:pt idx="941">
                  <c:v>41611</c:v>
                </c:pt>
                <c:pt idx="942">
                  <c:v>41612</c:v>
                </c:pt>
                <c:pt idx="943">
                  <c:v>41613</c:v>
                </c:pt>
                <c:pt idx="944">
                  <c:v>41614</c:v>
                </c:pt>
                <c:pt idx="945">
                  <c:v>41617</c:v>
                </c:pt>
                <c:pt idx="946">
                  <c:v>41618</c:v>
                </c:pt>
                <c:pt idx="947">
                  <c:v>41619</c:v>
                </c:pt>
                <c:pt idx="948">
                  <c:v>41620</c:v>
                </c:pt>
                <c:pt idx="949">
                  <c:v>41621</c:v>
                </c:pt>
                <c:pt idx="950">
                  <c:v>41624</c:v>
                </c:pt>
                <c:pt idx="951">
                  <c:v>41625</c:v>
                </c:pt>
                <c:pt idx="952">
                  <c:v>41626</c:v>
                </c:pt>
                <c:pt idx="953">
                  <c:v>41627</c:v>
                </c:pt>
                <c:pt idx="954">
                  <c:v>41628</c:v>
                </c:pt>
                <c:pt idx="955">
                  <c:v>41631</c:v>
                </c:pt>
                <c:pt idx="956">
                  <c:v>41632</c:v>
                </c:pt>
                <c:pt idx="957">
                  <c:v>41634</c:v>
                </c:pt>
                <c:pt idx="958">
                  <c:v>41635</c:v>
                </c:pt>
                <c:pt idx="959">
                  <c:v>41638</c:v>
                </c:pt>
                <c:pt idx="960">
                  <c:v>41641</c:v>
                </c:pt>
                <c:pt idx="961">
                  <c:v>41642</c:v>
                </c:pt>
                <c:pt idx="962">
                  <c:v>41645</c:v>
                </c:pt>
                <c:pt idx="963">
                  <c:v>41646</c:v>
                </c:pt>
                <c:pt idx="964">
                  <c:v>41647</c:v>
                </c:pt>
                <c:pt idx="965">
                  <c:v>41648</c:v>
                </c:pt>
                <c:pt idx="966">
                  <c:v>41649</c:v>
                </c:pt>
                <c:pt idx="967">
                  <c:v>41652</c:v>
                </c:pt>
                <c:pt idx="968">
                  <c:v>41653</c:v>
                </c:pt>
                <c:pt idx="969">
                  <c:v>41654</c:v>
                </c:pt>
                <c:pt idx="970">
                  <c:v>41655</c:v>
                </c:pt>
                <c:pt idx="971">
                  <c:v>41656</c:v>
                </c:pt>
                <c:pt idx="972">
                  <c:v>41659</c:v>
                </c:pt>
                <c:pt idx="973">
                  <c:v>41660</c:v>
                </c:pt>
                <c:pt idx="974">
                  <c:v>41661</c:v>
                </c:pt>
                <c:pt idx="975">
                  <c:v>41662</c:v>
                </c:pt>
                <c:pt idx="976">
                  <c:v>41663</c:v>
                </c:pt>
                <c:pt idx="977">
                  <c:v>41666</c:v>
                </c:pt>
                <c:pt idx="978">
                  <c:v>41667</c:v>
                </c:pt>
                <c:pt idx="979">
                  <c:v>41668</c:v>
                </c:pt>
                <c:pt idx="980">
                  <c:v>41673</c:v>
                </c:pt>
                <c:pt idx="981">
                  <c:v>41674</c:v>
                </c:pt>
                <c:pt idx="982">
                  <c:v>41675</c:v>
                </c:pt>
                <c:pt idx="983">
                  <c:v>41676</c:v>
                </c:pt>
                <c:pt idx="984">
                  <c:v>41677</c:v>
                </c:pt>
                <c:pt idx="985">
                  <c:v>41680</c:v>
                </c:pt>
                <c:pt idx="986">
                  <c:v>41681</c:v>
                </c:pt>
                <c:pt idx="987">
                  <c:v>41682</c:v>
                </c:pt>
                <c:pt idx="988">
                  <c:v>41683</c:v>
                </c:pt>
                <c:pt idx="989">
                  <c:v>41684</c:v>
                </c:pt>
                <c:pt idx="990">
                  <c:v>41687</c:v>
                </c:pt>
                <c:pt idx="991">
                  <c:v>41688</c:v>
                </c:pt>
                <c:pt idx="992">
                  <c:v>41689</c:v>
                </c:pt>
                <c:pt idx="993">
                  <c:v>41690</c:v>
                </c:pt>
                <c:pt idx="994">
                  <c:v>41691</c:v>
                </c:pt>
                <c:pt idx="995">
                  <c:v>41694</c:v>
                </c:pt>
                <c:pt idx="996">
                  <c:v>41695</c:v>
                </c:pt>
                <c:pt idx="997">
                  <c:v>41696</c:v>
                </c:pt>
                <c:pt idx="998">
                  <c:v>41697</c:v>
                </c:pt>
                <c:pt idx="999">
                  <c:v>41698</c:v>
                </c:pt>
                <c:pt idx="1000">
                  <c:v>41701</c:v>
                </c:pt>
                <c:pt idx="1001">
                  <c:v>41702</c:v>
                </c:pt>
                <c:pt idx="1002">
                  <c:v>41703</c:v>
                </c:pt>
                <c:pt idx="1003">
                  <c:v>41704</c:v>
                </c:pt>
                <c:pt idx="1004">
                  <c:v>41705</c:v>
                </c:pt>
                <c:pt idx="1005">
                  <c:v>41708</c:v>
                </c:pt>
                <c:pt idx="1006">
                  <c:v>41709</c:v>
                </c:pt>
                <c:pt idx="1007">
                  <c:v>41710</c:v>
                </c:pt>
                <c:pt idx="1008">
                  <c:v>41711</c:v>
                </c:pt>
                <c:pt idx="1009">
                  <c:v>41712</c:v>
                </c:pt>
                <c:pt idx="1010">
                  <c:v>41715</c:v>
                </c:pt>
                <c:pt idx="1011">
                  <c:v>41716</c:v>
                </c:pt>
                <c:pt idx="1012">
                  <c:v>41717</c:v>
                </c:pt>
                <c:pt idx="1013">
                  <c:v>41718</c:v>
                </c:pt>
                <c:pt idx="1014">
                  <c:v>41719</c:v>
                </c:pt>
                <c:pt idx="1015">
                  <c:v>41722</c:v>
                </c:pt>
                <c:pt idx="1016">
                  <c:v>41723</c:v>
                </c:pt>
                <c:pt idx="1017">
                  <c:v>41724</c:v>
                </c:pt>
                <c:pt idx="1018">
                  <c:v>41725</c:v>
                </c:pt>
                <c:pt idx="1019">
                  <c:v>41726</c:v>
                </c:pt>
                <c:pt idx="1020">
                  <c:v>41729</c:v>
                </c:pt>
                <c:pt idx="1021">
                  <c:v>41730</c:v>
                </c:pt>
                <c:pt idx="1022">
                  <c:v>41731</c:v>
                </c:pt>
                <c:pt idx="1023">
                  <c:v>41732</c:v>
                </c:pt>
                <c:pt idx="1024">
                  <c:v>41733</c:v>
                </c:pt>
                <c:pt idx="1025">
                  <c:v>41736</c:v>
                </c:pt>
                <c:pt idx="1026">
                  <c:v>41737</c:v>
                </c:pt>
                <c:pt idx="1027">
                  <c:v>41738</c:v>
                </c:pt>
                <c:pt idx="1028">
                  <c:v>41739</c:v>
                </c:pt>
                <c:pt idx="1029">
                  <c:v>41740</c:v>
                </c:pt>
                <c:pt idx="1030">
                  <c:v>41743</c:v>
                </c:pt>
                <c:pt idx="1031">
                  <c:v>41744</c:v>
                </c:pt>
                <c:pt idx="1032">
                  <c:v>41745</c:v>
                </c:pt>
                <c:pt idx="1033">
                  <c:v>41746</c:v>
                </c:pt>
                <c:pt idx="1034">
                  <c:v>41747</c:v>
                </c:pt>
                <c:pt idx="1035">
                  <c:v>41750</c:v>
                </c:pt>
                <c:pt idx="1036">
                  <c:v>41751</c:v>
                </c:pt>
                <c:pt idx="1037">
                  <c:v>41752</c:v>
                </c:pt>
                <c:pt idx="1038">
                  <c:v>41753</c:v>
                </c:pt>
                <c:pt idx="1039">
                  <c:v>41754</c:v>
                </c:pt>
                <c:pt idx="1040">
                  <c:v>41757</c:v>
                </c:pt>
                <c:pt idx="1041">
                  <c:v>41758</c:v>
                </c:pt>
                <c:pt idx="1042">
                  <c:v>41759</c:v>
                </c:pt>
                <c:pt idx="1043">
                  <c:v>41761</c:v>
                </c:pt>
                <c:pt idx="1044">
                  <c:v>41766</c:v>
                </c:pt>
                <c:pt idx="1045">
                  <c:v>41767</c:v>
                </c:pt>
                <c:pt idx="1046">
                  <c:v>41768</c:v>
                </c:pt>
                <c:pt idx="1047">
                  <c:v>41771</c:v>
                </c:pt>
                <c:pt idx="1048">
                  <c:v>41772</c:v>
                </c:pt>
                <c:pt idx="1049">
                  <c:v>41773</c:v>
                </c:pt>
                <c:pt idx="1050">
                  <c:v>41774</c:v>
                </c:pt>
                <c:pt idx="1051">
                  <c:v>41775</c:v>
                </c:pt>
                <c:pt idx="1052">
                  <c:v>41778</c:v>
                </c:pt>
                <c:pt idx="1053">
                  <c:v>41779</c:v>
                </c:pt>
                <c:pt idx="1054">
                  <c:v>41780</c:v>
                </c:pt>
                <c:pt idx="1055">
                  <c:v>41781</c:v>
                </c:pt>
                <c:pt idx="1056">
                  <c:v>41782</c:v>
                </c:pt>
                <c:pt idx="1057">
                  <c:v>41785</c:v>
                </c:pt>
                <c:pt idx="1058">
                  <c:v>41786</c:v>
                </c:pt>
                <c:pt idx="1059">
                  <c:v>41787</c:v>
                </c:pt>
                <c:pt idx="1060">
                  <c:v>41788</c:v>
                </c:pt>
                <c:pt idx="1061">
                  <c:v>41789</c:v>
                </c:pt>
                <c:pt idx="1062">
                  <c:v>41792</c:v>
                </c:pt>
                <c:pt idx="1063">
                  <c:v>41793</c:v>
                </c:pt>
                <c:pt idx="1064">
                  <c:v>41795</c:v>
                </c:pt>
                <c:pt idx="1065">
                  <c:v>41799</c:v>
                </c:pt>
                <c:pt idx="1066">
                  <c:v>41800</c:v>
                </c:pt>
                <c:pt idx="1067">
                  <c:v>41801</c:v>
                </c:pt>
                <c:pt idx="1068">
                  <c:v>41802</c:v>
                </c:pt>
                <c:pt idx="1069">
                  <c:v>41803</c:v>
                </c:pt>
                <c:pt idx="1070">
                  <c:v>41806</c:v>
                </c:pt>
                <c:pt idx="1071">
                  <c:v>41807</c:v>
                </c:pt>
                <c:pt idx="1072">
                  <c:v>41808</c:v>
                </c:pt>
                <c:pt idx="1073">
                  <c:v>41809</c:v>
                </c:pt>
                <c:pt idx="1074">
                  <c:v>41810</c:v>
                </c:pt>
                <c:pt idx="1075">
                  <c:v>41813</c:v>
                </c:pt>
                <c:pt idx="1076">
                  <c:v>41814</c:v>
                </c:pt>
                <c:pt idx="1077">
                  <c:v>41815</c:v>
                </c:pt>
                <c:pt idx="1078">
                  <c:v>41816</c:v>
                </c:pt>
                <c:pt idx="1079">
                  <c:v>41817</c:v>
                </c:pt>
                <c:pt idx="1080">
                  <c:v>41820</c:v>
                </c:pt>
                <c:pt idx="1081">
                  <c:v>41821</c:v>
                </c:pt>
                <c:pt idx="1082">
                  <c:v>41822</c:v>
                </c:pt>
                <c:pt idx="1083">
                  <c:v>41823</c:v>
                </c:pt>
                <c:pt idx="1084">
                  <c:v>41824</c:v>
                </c:pt>
                <c:pt idx="1085">
                  <c:v>41827</c:v>
                </c:pt>
                <c:pt idx="1086">
                  <c:v>41828</c:v>
                </c:pt>
                <c:pt idx="1087">
                  <c:v>41829</c:v>
                </c:pt>
                <c:pt idx="1088">
                  <c:v>41830</c:v>
                </c:pt>
                <c:pt idx="1089">
                  <c:v>41831</c:v>
                </c:pt>
                <c:pt idx="1090">
                  <c:v>41834</c:v>
                </c:pt>
                <c:pt idx="1091">
                  <c:v>41835</c:v>
                </c:pt>
                <c:pt idx="1092">
                  <c:v>41836</c:v>
                </c:pt>
                <c:pt idx="1093">
                  <c:v>41837</c:v>
                </c:pt>
                <c:pt idx="1094">
                  <c:v>41838</c:v>
                </c:pt>
                <c:pt idx="1095">
                  <c:v>41841</c:v>
                </c:pt>
                <c:pt idx="1096">
                  <c:v>41842</c:v>
                </c:pt>
                <c:pt idx="1097">
                  <c:v>41843</c:v>
                </c:pt>
                <c:pt idx="1098">
                  <c:v>41844</c:v>
                </c:pt>
                <c:pt idx="1099">
                  <c:v>41845</c:v>
                </c:pt>
                <c:pt idx="1100">
                  <c:v>41848</c:v>
                </c:pt>
                <c:pt idx="1101">
                  <c:v>41849</c:v>
                </c:pt>
                <c:pt idx="1102">
                  <c:v>41850</c:v>
                </c:pt>
                <c:pt idx="1103">
                  <c:v>41851</c:v>
                </c:pt>
                <c:pt idx="1104">
                  <c:v>41852</c:v>
                </c:pt>
                <c:pt idx="1105">
                  <c:v>41855</c:v>
                </c:pt>
                <c:pt idx="1106">
                  <c:v>41856</c:v>
                </c:pt>
                <c:pt idx="1107">
                  <c:v>41857</c:v>
                </c:pt>
                <c:pt idx="1108">
                  <c:v>41858</c:v>
                </c:pt>
                <c:pt idx="1109">
                  <c:v>41859</c:v>
                </c:pt>
                <c:pt idx="1110">
                  <c:v>41862</c:v>
                </c:pt>
                <c:pt idx="1111">
                  <c:v>41863</c:v>
                </c:pt>
                <c:pt idx="1112">
                  <c:v>41864</c:v>
                </c:pt>
                <c:pt idx="1113">
                  <c:v>41865</c:v>
                </c:pt>
                <c:pt idx="1114">
                  <c:v>41869</c:v>
                </c:pt>
                <c:pt idx="1115">
                  <c:v>41870</c:v>
                </c:pt>
                <c:pt idx="1116">
                  <c:v>41871</c:v>
                </c:pt>
                <c:pt idx="1117">
                  <c:v>41872</c:v>
                </c:pt>
                <c:pt idx="1118">
                  <c:v>41873</c:v>
                </c:pt>
                <c:pt idx="1119">
                  <c:v>41876</c:v>
                </c:pt>
                <c:pt idx="1120">
                  <c:v>41877</c:v>
                </c:pt>
                <c:pt idx="1121">
                  <c:v>41878</c:v>
                </c:pt>
                <c:pt idx="1122">
                  <c:v>41879</c:v>
                </c:pt>
                <c:pt idx="1123">
                  <c:v>41880</c:v>
                </c:pt>
                <c:pt idx="1124">
                  <c:v>41883</c:v>
                </c:pt>
                <c:pt idx="1125">
                  <c:v>41884</c:v>
                </c:pt>
                <c:pt idx="1126">
                  <c:v>41885</c:v>
                </c:pt>
                <c:pt idx="1127">
                  <c:v>41886</c:v>
                </c:pt>
                <c:pt idx="1128">
                  <c:v>41887</c:v>
                </c:pt>
                <c:pt idx="1129">
                  <c:v>41893</c:v>
                </c:pt>
                <c:pt idx="1130">
                  <c:v>41894</c:v>
                </c:pt>
                <c:pt idx="1131">
                  <c:v>41897</c:v>
                </c:pt>
                <c:pt idx="1132">
                  <c:v>41898</c:v>
                </c:pt>
                <c:pt idx="1133">
                  <c:v>41899</c:v>
                </c:pt>
                <c:pt idx="1134">
                  <c:v>41900</c:v>
                </c:pt>
                <c:pt idx="1135">
                  <c:v>41901</c:v>
                </c:pt>
                <c:pt idx="1136">
                  <c:v>41904</c:v>
                </c:pt>
                <c:pt idx="1137">
                  <c:v>41905</c:v>
                </c:pt>
                <c:pt idx="1138">
                  <c:v>41906</c:v>
                </c:pt>
                <c:pt idx="1139">
                  <c:v>41907</c:v>
                </c:pt>
                <c:pt idx="1140">
                  <c:v>41908</c:v>
                </c:pt>
                <c:pt idx="1141">
                  <c:v>41911</c:v>
                </c:pt>
                <c:pt idx="1142">
                  <c:v>41912</c:v>
                </c:pt>
                <c:pt idx="1143">
                  <c:v>41913</c:v>
                </c:pt>
                <c:pt idx="1144">
                  <c:v>41914</c:v>
                </c:pt>
                <c:pt idx="1145">
                  <c:v>41918</c:v>
                </c:pt>
                <c:pt idx="1146">
                  <c:v>41919</c:v>
                </c:pt>
                <c:pt idx="1147">
                  <c:v>41920</c:v>
                </c:pt>
                <c:pt idx="1148">
                  <c:v>41922</c:v>
                </c:pt>
                <c:pt idx="1149">
                  <c:v>41925</c:v>
                </c:pt>
                <c:pt idx="1150">
                  <c:v>41926</c:v>
                </c:pt>
                <c:pt idx="1151">
                  <c:v>41927</c:v>
                </c:pt>
                <c:pt idx="1152">
                  <c:v>41928</c:v>
                </c:pt>
                <c:pt idx="1153">
                  <c:v>41929</c:v>
                </c:pt>
                <c:pt idx="1154">
                  <c:v>41932</c:v>
                </c:pt>
                <c:pt idx="1155">
                  <c:v>41933</c:v>
                </c:pt>
                <c:pt idx="1156">
                  <c:v>41934</c:v>
                </c:pt>
                <c:pt idx="1157">
                  <c:v>41935</c:v>
                </c:pt>
                <c:pt idx="1158">
                  <c:v>41936</c:v>
                </c:pt>
                <c:pt idx="1159">
                  <c:v>41939</c:v>
                </c:pt>
                <c:pt idx="1160">
                  <c:v>41940</c:v>
                </c:pt>
                <c:pt idx="1161">
                  <c:v>41941</c:v>
                </c:pt>
                <c:pt idx="1162">
                  <c:v>41942</c:v>
                </c:pt>
                <c:pt idx="1163">
                  <c:v>41943</c:v>
                </c:pt>
                <c:pt idx="1164">
                  <c:v>41946</c:v>
                </c:pt>
                <c:pt idx="1165">
                  <c:v>41947</c:v>
                </c:pt>
                <c:pt idx="1166">
                  <c:v>41948</c:v>
                </c:pt>
                <c:pt idx="1167">
                  <c:v>41949</c:v>
                </c:pt>
                <c:pt idx="1168">
                  <c:v>41950</c:v>
                </c:pt>
                <c:pt idx="1169">
                  <c:v>41953</c:v>
                </c:pt>
                <c:pt idx="1170">
                  <c:v>41954</c:v>
                </c:pt>
                <c:pt idx="1171">
                  <c:v>41955</c:v>
                </c:pt>
                <c:pt idx="1172">
                  <c:v>41956</c:v>
                </c:pt>
                <c:pt idx="1173">
                  <c:v>41957</c:v>
                </c:pt>
                <c:pt idx="1174">
                  <c:v>41960</c:v>
                </c:pt>
                <c:pt idx="1175">
                  <c:v>41961</c:v>
                </c:pt>
                <c:pt idx="1176">
                  <c:v>41962</c:v>
                </c:pt>
                <c:pt idx="1177">
                  <c:v>41963</c:v>
                </c:pt>
                <c:pt idx="1178">
                  <c:v>41964</c:v>
                </c:pt>
                <c:pt idx="1179">
                  <c:v>41967</c:v>
                </c:pt>
                <c:pt idx="1180">
                  <c:v>41968</c:v>
                </c:pt>
                <c:pt idx="1181">
                  <c:v>41969</c:v>
                </c:pt>
                <c:pt idx="1182">
                  <c:v>41970</c:v>
                </c:pt>
                <c:pt idx="1183">
                  <c:v>41971</c:v>
                </c:pt>
                <c:pt idx="1184">
                  <c:v>41974</c:v>
                </c:pt>
                <c:pt idx="1185">
                  <c:v>41975</c:v>
                </c:pt>
                <c:pt idx="1186">
                  <c:v>41976</c:v>
                </c:pt>
                <c:pt idx="1187">
                  <c:v>41977</c:v>
                </c:pt>
                <c:pt idx="1188">
                  <c:v>41978</c:v>
                </c:pt>
                <c:pt idx="1189">
                  <c:v>41981</c:v>
                </c:pt>
                <c:pt idx="1190">
                  <c:v>41982</c:v>
                </c:pt>
                <c:pt idx="1191">
                  <c:v>41983</c:v>
                </c:pt>
                <c:pt idx="1192">
                  <c:v>41984</c:v>
                </c:pt>
                <c:pt idx="1193">
                  <c:v>41985</c:v>
                </c:pt>
                <c:pt idx="1194">
                  <c:v>41988</c:v>
                </c:pt>
                <c:pt idx="1195">
                  <c:v>41989</c:v>
                </c:pt>
                <c:pt idx="1196">
                  <c:v>41990</c:v>
                </c:pt>
                <c:pt idx="1197">
                  <c:v>41991</c:v>
                </c:pt>
                <c:pt idx="1198">
                  <c:v>41992</c:v>
                </c:pt>
                <c:pt idx="1199">
                  <c:v>41995</c:v>
                </c:pt>
                <c:pt idx="1200">
                  <c:v>41996</c:v>
                </c:pt>
                <c:pt idx="1201">
                  <c:v>41997</c:v>
                </c:pt>
                <c:pt idx="1202">
                  <c:v>41999</c:v>
                </c:pt>
                <c:pt idx="1203">
                  <c:v>42002</c:v>
                </c:pt>
                <c:pt idx="1204">
                  <c:v>42003</c:v>
                </c:pt>
                <c:pt idx="1205">
                  <c:v>42006</c:v>
                </c:pt>
                <c:pt idx="1206">
                  <c:v>42009</c:v>
                </c:pt>
                <c:pt idx="1207">
                  <c:v>42010</c:v>
                </c:pt>
                <c:pt idx="1208">
                  <c:v>42011</c:v>
                </c:pt>
                <c:pt idx="1209">
                  <c:v>42012</c:v>
                </c:pt>
                <c:pt idx="1210">
                  <c:v>42013</c:v>
                </c:pt>
                <c:pt idx="1211">
                  <c:v>42016</c:v>
                </c:pt>
                <c:pt idx="1212">
                  <c:v>42017</c:v>
                </c:pt>
                <c:pt idx="1213">
                  <c:v>42018</c:v>
                </c:pt>
                <c:pt idx="1214">
                  <c:v>42019</c:v>
                </c:pt>
                <c:pt idx="1215">
                  <c:v>42020</c:v>
                </c:pt>
                <c:pt idx="1216">
                  <c:v>42023</c:v>
                </c:pt>
                <c:pt idx="1217">
                  <c:v>42024</c:v>
                </c:pt>
                <c:pt idx="1218">
                  <c:v>42025</c:v>
                </c:pt>
                <c:pt idx="1219">
                  <c:v>42026</c:v>
                </c:pt>
                <c:pt idx="1220">
                  <c:v>42027</c:v>
                </c:pt>
                <c:pt idx="1221">
                  <c:v>42030</c:v>
                </c:pt>
                <c:pt idx="1222">
                  <c:v>42031</c:v>
                </c:pt>
                <c:pt idx="1223">
                  <c:v>42032</c:v>
                </c:pt>
                <c:pt idx="1224">
                  <c:v>42033</c:v>
                </c:pt>
                <c:pt idx="1225">
                  <c:v>42034</c:v>
                </c:pt>
                <c:pt idx="1226">
                  <c:v>42037</c:v>
                </c:pt>
                <c:pt idx="1227">
                  <c:v>42038</c:v>
                </c:pt>
                <c:pt idx="1228">
                  <c:v>42039</c:v>
                </c:pt>
                <c:pt idx="1229">
                  <c:v>42040</c:v>
                </c:pt>
                <c:pt idx="1230">
                  <c:v>42041</c:v>
                </c:pt>
                <c:pt idx="1231">
                  <c:v>42044</c:v>
                </c:pt>
                <c:pt idx="1232">
                  <c:v>42045</c:v>
                </c:pt>
                <c:pt idx="1233">
                  <c:v>42046</c:v>
                </c:pt>
                <c:pt idx="1234">
                  <c:v>42047</c:v>
                </c:pt>
                <c:pt idx="1235">
                  <c:v>42048</c:v>
                </c:pt>
                <c:pt idx="1236">
                  <c:v>42051</c:v>
                </c:pt>
                <c:pt idx="1237">
                  <c:v>42052</c:v>
                </c:pt>
                <c:pt idx="1238">
                  <c:v>42058</c:v>
                </c:pt>
                <c:pt idx="1239">
                  <c:v>42059</c:v>
                </c:pt>
                <c:pt idx="1240">
                  <c:v>42060</c:v>
                </c:pt>
                <c:pt idx="1241">
                  <c:v>42061</c:v>
                </c:pt>
                <c:pt idx="1242">
                  <c:v>42062</c:v>
                </c:pt>
                <c:pt idx="1243">
                  <c:v>42065</c:v>
                </c:pt>
                <c:pt idx="1244">
                  <c:v>42066</c:v>
                </c:pt>
                <c:pt idx="1245">
                  <c:v>42067</c:v>
                </c:pt>
                <c:pt idx="1246">
                  <c:v>42068</c:v>
                </c:pt>
                <c:pt idx="1247">
                  <c:v>42069</c:v>
                </c:pt>
                <c:pt idx="1248">
                  <c:v>42072</c:v>
                </c:pt>
                <c:pt idx="1249">
                  <c:v>42073</c:v>
                </c:pt>
                <c:pt idx="1250">
                  <c:v>42074</c:v>
                </c:pt>
                <c:pt idx="1251">
                  <c:v>42075</c:v>
                </c:pt>
                <c:pt idx="1252">
                  <c:v>42076</c:v>
                </c:pt>
                <c:pt idx="1253">
                  <c:v>42079</c:v>
                </c:pt>
                <c:pt idx="1254">
                  <c:v>42080</c:v>
                </c:pt>
                <c:pt idx="1255">
                  <c:v>42081</c:v>
                </c:pt>
                <c:pt idx="1256">
                  <c:v>42082</c:v>
                </c:pt>
                <c:pt idx="1257">
                  <c:v>42083</c:v>
                </c:pt>
                <c:pt idx="1258">
                  <c:v>42086</c:v>
                </c:pt>
                <c:pt idx="1259">
                  <c:v>42087</c:v>
                </c:pt>
                <c:pt idx="1260">
                  <c:v>42088</c:v>
                </c:pt>
                <c:pt idx="1261">
                  <c:v>42089</c:v>
                </c:pt>
                <c:pt idx="1262">
                  <c:v>42090</c:v>
                </c:pt>
                <c:pt idx="1263">
                  <c:v>42093</c:v>
                </c:pt>
                <c:pt idx="1264">
                  <c:v>42094</c:v>
                </c:pt>
                <c:pt idx="1265">
                  <c:v>42095</c:v>
                </c:pt>
                <c:pt idx="1266">
                  <c:v>42096</c:v>
                </c:pt>
                <c:pt idx="1267">
                  <c:v>42097</c:v>
                </c:pt>
                <c:pt idx="1268">
                  <c:v>42100</c:v>
                </c:pt>
                <c:pt idx="1269">
                  <c:v>42101</c:v>
                </c:pt>
                <c:pt idx="1270">
                  <c:v>42102</c:v>
                </c:pt>
                <c:pt idx="1271">
                  <c:v>42103</c:v>
                </c:pt>
                <c:pt idx="1272">
                  <c:v>42104</c:v>
                </c:pt>
                <c:pt idx="1273">
                  <c:v>42107</c:v>
                </c:pt>
                <c:pt idx="1274">
                  <c:v>42108</c:v>
                </c:pt>
                <c:pt idx="1275">
                  <c:v>42109</c:v>
                </c:pt>
                <c:pt idx="1276">
                  <c:v>42110</c:v>
                </c:pt>
                <c:pt idx="1277">
                  <c:v>42111</c:v>
                </c:pt>
                <c:pt idx="1278">
                  <c:v>42114</c:v>
                </c:pt>
                <c:pt idx="1279">
                  <c:v>42115</c:v>
                </c:pt>
                <c:pt idx="1280">
                  <c:v>42116</c:v>
                </c:pt>
                <c:pt idx="1281">
                  <c:v>42117</c:v>
                </c:pt>
                <c:pt idx="1282">
                  <c:v>42118</c:v>
                </c:pt>
                <c:pt idx="1283">
                  <c:v>42121</c:v>
                </c:pt>
                <c:pt idx="1284">
                  <c:v>42122</c:v>
                </c:pt>
                <c:pt idx="1285">
                  <c:v>42123</c:v>
                </c:pt>
                <c:pt idx="1286">
                  <c:v>42124</c:v>
                </c:pt>
                <c:pt idx="1287">
                  <c:v>42128</c:v>
                </c:pt>
                <c:pt idx="1288">
                  <c:v>42130</c:v>
                </c:pt>
                <c:pt idx="1289">
                  <c:v>42131</c:v>
                </c:pt>
                <c:pt idx="1290">
                  <c:v>42132</c:v>
                </c:pt>
                <c:pt idx="1291">
                  <c:v>42135</c:v>
                </c:pt>
                <c:pt idx="1292">
                  <c:v>42136</c:v>
                </c:pt>
                <c:pt idx="1293">
                  <c:v>42137</c:v>
                </c:pt>
                <c:pt idx="1294">
                  <c:v>42138</c:v>
                </c:pt>
                <c:pt idx="1295">
                  <c:v>42139</c:v>
                </c:pt>
                <c:pt idx="1296">
                  <c:v>42142</c:v>
                </c:pt>
                <c:pt idx="1297">
                  <c:v>42143</c:v>
                </c:pt>
                <c:pt idx="1298">
                  <c:v>42144</c:v>
                </c:pt>
                <c:pt idx="1299">
                  <c:v>42145</c:v>
                </c:pt>
                <c:pt idx="1300">
                  <c:v>42146</c:v>
                </c:pt>
                <c:pt idx="1301">
                  <c:v>42150</c:v>
                </c:pt>
                <c:pt idx="1302">
                  <c:v>42151</c:v>
                </c:pt>
                <c:pt idx="1303">
                  <c:v>42152</c:v>
                </c:pt>
                <c:pt idx="1304">
                  <c:v>42153</c:v>
                </c:pt>
                <c:pt idx="1305">
                  <c:v>42156</c:v>
                </c:pt>
                <c:pt idx="1306">
                  <c:v>42157</c:v>
                </c:pt>
                <c:pt idx="1307">
                  <c:v>42158</c:v>
                </c:pt>
                <c:pt idx="1308">
                  <c:v>42159</c:v>
                </c:pt>
                <c:pt idx="1309">
                  <c:v>42160</c:v>
                </c:pt>
                <c:pt idx="1310">
                  <c:v>42163</c:v>
                </c:pt>
                <c:pt idx="1311">
                  <c:v>42164</c:v>
                </c:pt>
                <c:pt idx="1312">
                  <c:v>42165</c:v>
                </c:pt>
                <c:pt idx="1313">
                  <c:v>42166</c:v>
                </c:pt>
                <c:pt idx="1314">
                  <c:v>42167</c:v>
                </c:pt>
                <c:pt idx="1315">
                  <c:v>42170</c:v>
                </c:pt>
                <c:pt idx="1316">
                  <c:v>42171</c:v>
                </c:pt>
                <c:pt idx="1317">
                  <c:v>42172</c:v>
                </c:pt>
                <c:pt idx="1318">
                  <c:v>42173</c:v>
                </c:pt>
                <c:pt idx="1319">
                  <c:v>42174</c:v>
                </c:pt>
                <c:pt idx="1320">
                  <c:v>42177</c:v>
                </c:pt>
                <c:pt idx="1321">
                  <c:v>42178</c:v>
                </c:pt>
                <c:pt idx="1322">
                  <c:v>42179</c:v>
                </c:pt>
                <c:pt idx="1323">
                  <c:v>42180</c:v>
                </c:pt>
                <c:pt idx="1324">
                  <c:v>42181</c:v>
                </c:pt>
                <c:pt idx="1325">
                  <c:v>42184</c:v>
                </c:pt>
                <c:pt idx="1326">
                  <c:v>42185</c:v>
                </c:pt>
                <c:pt idx="1327">
                  <c:v>42186</c:v>
                </c:pt>
                <c:pt idx="1328">
                  <c:v>42187</c:v>
                </c:pt>
                <c:pt idx="1329">
                  <c:v>42188</c:v>
                </c:pt>
                <c:pt idx="1330">
                  <c:v>42191</c:v>
                </c:pt>
                <c:pt idx="1331">
                  <c:v>42192</c:v>
                </c:pt>
                <c:pt idx="1332">
                  <c:v>42193</c:v>
                </c:pt>
                <c:pt idx="1333">
                  <c:v>42194</c:v>
                </c:pt>
                <c:pt idx="1334">
                  <c:v>42195</c:v>
                </c:pt>
                <c:pt idx="1335">
                  <c:v>42198</c:v>
                </c:pt>
                <c:pt idx="1336">
                  <c:v>42199</c:v>
                </c:pt>
                <c:pt idx="1337">
                  <c:v>42200</c:v>
                </c:pt>
                <c:pt idx="1338">
                  <c:v>42201</c:v>
                </c:pt>
                <c:pt idx="1339">
                  <c:v>42202</c:v>
                </c:pt>
                <c:pt idx="1340">
                  <c:v>42205</c:v>
                </c:pt>
                <c:pt idx="1341">
                  <c:v>42206</c:v>
                </c:pt>
                <c:pt idx="1342">
                  <c:v>42207</c:v>
                </c:pt>
                <c:pt idx="1343">
                  <c:v>42208</c:v>
                </c:pt>
                <c:pt idx="1344">
                  <c:v>42209</c:v>
                </c:pt>
                <c:pt idx="1345">
                  <c:v>42212</c:v>
                </c:pt>
                <c:pt idx="1346">
                  <c:v>42213</c:v>
                </c:pt>
                <c:pt idx="1347">
                  <c:v>42214</c:v>
                </c:pt>
                <c:pt idx="1348">
                  <c:v>42215</c:v>
                </c:pt>
                <c:pt idx="1349">
                  <c:v>42216</c:v>
                </c:pt>
                <c:pt idx="1350">
                  <c:v>42219</c:v>
                </c:pt>
                <c:pt idx="1351">
                  <c:v>42220</c:v>
                </c:pt>
                <c:pt idx="1352">
                  <c:v>42221</c:v>
                </c:pt>
                <c:pt idx="1353">
                  <c:v>42222</c:v>
                </c:pt>
                <c:pt idx="1354">
                  <c:v>42223</c:v>
                </c:pt>
                <c:pt idx="1355">
                  <c:v>42226</c:v>
                </c:pt>
                <c:pt idx="1356">
                  <c:v>42227</c:v>
                </c:pt>
                <c:pt idx="1357">
                  <c:v>42228</c:v>
                </c:pt>
                <c:pt idx="1358">
                  <c:v>42229</c:v>
                </c:pt>
                <c:pt idx="1359">
                  <c:v>42233</c:v>
                </c:pt>
                <c:pt idx="1360">
                  <c:v>42234</c:v>
                </c:pt>
                <c:pt idx="1361">
                  <c:v>42235</c:v>
                </c:pt>
                <c:pt idx="1362">
                  <c:v>42236</c:v>
                </c:pt>
                <c:pt idx="1363">
                  <c:v>42237</c:v>
                </c:pt>
                <c:pt idx="1364">
                  <c:v>42240</c:v>
                </c:pt>
                <c:pt idx="1365">
                  <c:v>42241</c:v>
                </c:pt>
                <c:pt idx="1366">
                  <c:v>42242</c:v>
                </c:pt>
                <c:pt idx="1367">
                  <c:v>42243</c:v>
                </c:pt>
                <c:pt idx="1368">
                  <c:v>42244</c:v>
                </c:pt>
                <c:pt idx="1369">
                  <c:v>42247</c:v>
                </c:pt>
                <c:pt idx="1370">
                  <c:v>42248</c:v>
                </c:pt>
                <c:pt idx="1371">
                  <c:v>42249</c:v>
                </c:pt>
                <c:pt idx="1372">
                  <c:v>42250</c:v>
                </c:pt>
                <c:pt idx="1373">
                  <c:v>42251</c:v>
                </c:pt>
                <c:pt idx="1374">
                  <c:v>42254</c:v>
                </c:pt>
                <c:pt idx="1375">
                  <c:v>42255</c:v>
                </c:pt>
                <c:pt idx="1376">
                  <c:v>42256</c:v>
                </c:pt>
                <c:pt idx="1377">
                  <c:v>42257</c:v>
                </c:pt>
                <c:pt idx="1378">
                  <c:v>42258</c:v>
                </c:pt>
                <c:pt idx="1379">
                  <c:v>42261</c:v>
                </c:pt>
                <c:pt idx="1380">
                  <c:v>42262</c:v>
                </c:pt>
                <c:pt idx="1381">
                  <c:v>42263</c:v>
                </c:pt>
                <c:pt idx="1382">
                  <c:v>42264</c:v>
                </c:pt>
                <c:pt idx="1383">
                  <c:v>42265</c:v>
                </c:pt>
                <c:pt idx="1384">
                  <c:v>42268</c:v>
                </c:pt>
                <c:pt idx="1385">
                  <c:v>42269</c:v>
                </c:pt>
                <c:pt idx="1386">
                  <c:v>42270</c:v>
                </c:pt>
                <c:pt idx="1387">
                  <c:v>42271</c:v>
                </c:pt>
                <c:pt idx="1388">
                  <c:v>42272</c:v>
                </c:pt>
                <c:pt idx="1389">
                  <c:v>42277</c:v>
                </c:pt>
                <c:pt idx="1390">
                  <c:v>42278</c:v>
                </c:pt>
                <c:pt idx="1391">
                  <c:v>42279</c:v>
                </c:pt>
                <c:pt idx="1392">
                  <c:v>42282</c:v>
                </c:pt>
                <c:pt idx="1393">
                  <c:v>42283</c:v>
                </c:pt>
                <c:pt idx="1394">
                  <c:v>42284</c:v>
                </c:pt>
                <c:pt idx="1395">
                  <c:v>42285</c:v>
                </c:pt>
                <c:pt idx="1396">
                  <c:v>42289</c:v>
                </c:pt>
                <c:pt idx="1397">
                  <c:v>42290</c:v>
                </c:pt>
                <c:pt idx="1398">
                  <c:v>42291</c:v>
                </c:pt>
                <c:pt idx="1399">
                  <c:v>42292</c:v>
                </c:pt>
                <c:pt idx="1400">
                  <c:v>42293</c:v>
                </c:pt>
                <c:pt idx="1401">
                  <c:v>42296</c:v>
                </c:pt>
                <c:pt idx="1402">
                  <c:v>42297</c:v>
                </c:pt>
                <c:pt idx="1403">
                  <c:v>42298</c:v>
                </c:pt>
                <c:pt idx="1404">
                  <c:v>42299</c:v>
                </c:pt>
                <c:pt idx="1405">
                  <c:v>42300</c:v>
                </c:pt>
                <c:pt idx="1406">
                  <c:v>42303</c:v>
                </c:pt>
                <c:pt idx="1407">
                  <c:v>42304</c:v>
                </c:pt>
                <c:pt idx="1408">
                  <c:v>42305</c:v>
                </c:pt>
                <c:pt idx="1409">
                  <c:v>42306</c:v>
                </c:pt>
                <c:pt idx="1410">
                  <c:v>42307</c:v>
                </c:pt>
                <c:pt idx="1411">
                  <c:v>42310</c:v>
                </c:pt>
                <c:pt idx="1412">
                  <c:v>42311</c:v>
                </c:pt>
                <c:pt idx="1413">
                  <c:v>42312</c:v>
                </c:pt>
                <c:pt idx="1414">
                  <c:v>42313</c:v>
                </c:pt>
                <c:pt idx="1415">
                  <c:v>42314</c:v>
                </c:pt>
                <c:pt idx="1416">
                  <c:v>42317</c:v>
                </c:pt>
                <c:pt idx="1417">
                  <c:v>42318</c:v>
                </c:pt>
                <c:pt idx="1418">
                  <c:v>42319</c:v>
                </c:pt>
                <c:pt idx="1419">
                  <c:v>42320</c:v>
                </c:pt>
                <c:pt idx="1420">
                  <c:v>42321</c:v>
                </c:pt>
                <c:pt idx="1421">
                  <c:v>42324</c:v>
                </c:pt>
                <c:pt idx="1422">
                  <c:v>42325</c:v>
                </c:pt>
                <c:pt idx="1423">
                  <c:v>42326</c:v>
                </c:pt>
                <c:pt idx="1424">
                  <c:v>42327</c:v>
                </c:pt>
                <c:pt idx="1425">
                  <c:v>42328</c:v>
                </c:pt>
                <c:pt idx="1426">
                  <c:v>42331</c:v>
                </c:pt>
                <c:pt idx="1427">
                  <c:v>42332</c:v>
                </c:pt>
                <c:pt idx="1428">
                  <c:v>42333</c:v>
                </c:pt>
                <c:pt idx="1429">
                  <c:v>42334</c:v>
                </c:pt>
                <c:pt idx="1430">
                  <c:v>42335</c:v>
                </c:pt>
                <c:pt idx="1431">
                  <c:v>42338</c:v>
                </c:pt>
                <c:pt idx="1432">
                  <c:v>42339</c:v>
                </c:pt>
                <c:pt idx="1433">
                  <c:v>42340</c:v>
                </c:pt>
                <c:pt idx="1434">
                  <c:v>42341</c:v>
                </c:pt>
                <c:pt idx="1435">
                  <c:v>42342</c:v>
                </c:pt>
                <c:pt idx="1436">
                  <c:v>42345</c:v>
                </c:pt>
                <c:pt idx="1437">
                  <c:v>42346</c:v>
                </c:pt>
                <c:pt idx="1438">
                  <c:v>42347</c:v>
                </c:pt>
                <c:pt idx="1439">
                  <c:v>42348</c:v>
                </c:pt>
                <c:pt idx="1440">
                  <c:v>42349</c:v>
                </c:pt>
                <c:pt idx="1441">
                  <c:v>42352</c:v>
                </c:pt>
                <c:pt idx="1442">
                  <c:v>42353</c:v>
                </c:pt>
                <c:pt idx="1443">
                  <c:v>42354</c:v>
                </c:pt>
                <c:pt idx="1444">
                  <c:v>42355</c:v>
                </c:pt>
                <c:pt idx="1445">
                  <c:v>42356</c:v>
                </c:pt>
                <c:pt idx="1446">
                  <c:v>42359</c:v>
                </c:pt>
                <c:pt idx="1447">
                  <c:v>42360</c:v>
                </c:pt>
                <c:pt idx="1448">
                  <c:v>42361</c:v>
                </c:pt>
                <c:pt idx="1449">
                  <c:v>42362</c:v>
                </c:pt>
                <c:pt idx="1450">
                  <c:v>42366</c:v>
                </c:pt>
                <c:pt idx="1451">
                  <c:v>42367</c:v>
                </c:pt>
                <c:pt idx="1452">
                  <c:v>42368</c:v>
                </c:pt>
                <c:pt idx="1453">
                  <c:v>42373</c:v>
                </c:pt>
                <c:pt idx="1454">
                  <c:v>42374</c:v>
                </c:pt>
                <c:pt idx="1455">
                  <c:v>42375</c:v>
                </c:pt>
                <c:pt idx="1456">
                  <c:v>42376</c:v>
                </c:pt>
                <c:pt idx="1457">
                  <c:v>42377</c:v>
                </c:pt>
                <c:pt idx="1458">
                  <c:v>42380</c:v>
                </c:pt>
                <c:pt idx="1459">
                  <c:v>42381</c:v>
                </c:pt>
                <c:pt idx="1460">
                  <c:v>42382</c:v>
                </c:pt>
                <c:pt idx="1461">
                  <c:v>42383</c:v>
                </c:pt>
                <c:pt idx="1462">
                  <c:v>42384</c:v>
                </c:pt>
                <c:pt idx="1463">
                  <c:v>42387</c:v>
                </c:pt>
                <c:pt idx="1464">
                  <c:v>42388</c:v>
                </c:pt>
                <c:pt idx="1465">
                  <c:v>42389</c:v>
                </c:pt>
                <c:pt idx="1466">
                  <c:v>42390</c:v>
                </c:pt>
                <c:pt idx="1467">
                  <c:v>42391</c:v>
                </c:pt>
                <c:pt idx="1468">
                  <c:v>42394</c:v>
                </c:pt>
                <c:pt idx="1469">
                  <c:v>42395</c:v>
                </c:pt>
                <c:pt idx="1470">
                  <c:v>42396</c:v>
                </c:pt>
                <c:pt idx="1471">
                  <c:v>42397</c:v>
                </c:pt>
                <c:pt idx="1472">
                  <c:v>42398</c:v>
                </c:pt>
                <c:pt idx="1473">
                  <c:v>42401</c:v>
                </c:pt>
                <c:pt idx="1474">
                  <c:v>42402</c:v>
                </c:pt>
                <c:pt idx="1475">
                  <c:v>42403</c:v>
                </c:pt>
                <c:pt idx="1476">
                  <c:v>42404</c:v>
                </c:pt>
                <c:pt idx="1477">
                  <c:v>42405</c:v>
                </c:pt>
                <c:pt idx="1478">
                  <c:v>42411</c:v>
                </c:pt>
                <c:pt idx="1479">
                  <c:v>42412</c:v>
                </c:pt>
                <c:pt idx="1480">
                  <c:v>42415</c:v>
                </c:pt>
                <c:pt idx="1481">
                  <c:v>42416</c:v>
                </c:pt>
                <c:pt idx="1482">
                  <c:v>42417</c:v>
                </c:pt>
                <c:pt idx="1483">
                  <c:v>42418</c:v>
                </c:pt>
                <c:pt idx="1484">
                  <c:v>42419</c:v>
                </c:pt>
                <c:pt idx="1485">
                  <c:v>42422</c:v>
                </c:pt>
                <c:pt idx="1486">
                  <c:v>42423</c:v>
                </c:pt>
                <c:pt idx="1487">
                  <c:v>42424</c:v>
                </c:pt>
                <c:pt idx="1488">
                  <c:v>42425</c:v>
                </c:pt>
                <c:pt idx="1489">
                  <c:v>42426</c:v>
                </c:pt>
                <c:pt idx="1490">
                  <c:v>42429</c:v>
                </c:pt>
                <c:pt idx="1491">
                  <c:v>42431</c:v>
                </c:pt>
                <c:pt idx="1492">
                  <c:v>42432</c:v>
                </c:pt>
                <c:pt idx="1493">
                  <c:v>42433</c:v>
                </c:pt>
                <c:pt idx="1494">
                  <c:v>42436</c:v>
                </c:pt>
                <c:pt idx="1495">
                  <c:v>42437</c:v>
                </c:pt>
                <c:pt idx="1496">
                  <c:v>42438</c:v>
                </c:pt>
                <c:pt idx="1497">
                  <c:v>42439</c:v>
                </c:pt>
                <c:pt idx="1498">
                  <c:v>42440</c:v>
                </c:pt>
                <c:pt idx="1499">
                  <c:v>42443</c:v>
                </c:pt>
                <c:pt idx="1500">
                  <c:v>42444</c:v>
                </c:pt>
                <c:pt idx="1501">
                  <c:v>42445</c:v>
                </c:pt>
                <c:pt idx="1502">
                  <c:v>42446</c:v>
                </c:pt>
                <c:pt idx="1503">
                  <c:v>42447</c:v>
                </c:pt>
                <c:pt idx="1504">
                  <c:v>42450</c:v>
                </c:pt>
                <c:pt idx="1505">
                  <c:v>42451</c:v>
                </c:pt>
                <c:pt idx="1506">
                  <c:v>42452</c:v>
                </c:pt>
                <c:pt idx="1507">
                  <c:v>42453</c:v>
                </c:pt>
                <c:pt idx="1508">
                  <c:v>42454</c:v>
                </c:pt>
                <c:pt idx="1509">
                  <c:v>42457</c:v>
                </c:pt>
                <c:pt idx="1510">
                  <c:v>42458</c:v>
                </c:pt>
                <c:pt idx="1511">
                  <c:v>42459</c:v>
                </c:pt>
                <c:pt idx="1512">
                  <c:v>42460</c:v>
                </c:pt>
                <c:pt idx="1513">
                  <c:v>42461</c:v>
                </c:pt>
                <c:pt idx="1514">
                  <c:v>42464</c:v>
                </c:pt>
                <c:pt idx="1515">
                  <c:v>42465</c:v>
                </c:pt>
                <c:pt idx="1516">
                  <c:v>42466</c:v>
                </c:pt>
                <c:pt idx="1517">
                  <c:v>42467</c:v>
                </c:pt>
                <c:pt idx="1518">
                  <c:v>42468</c:v>
                </c:pt>
                <c:pt idx="1519">
                  <c:v>42471</c:v>
                </c:pt>
                <c:pt idx="1520">
                  <c:v>42472</c:v>
                </c:pt>
                <c:pt idx="1521">
                  <c:v>42474</c:v>
                </c:pt>
                <c:pt idx="1522">
                  <c:v>42475</c:v>
                </c:pt>
                <c:pt idx="1523">
                  <c:v>42478</c:v>
                </c:pt>
                <c:pt idx="1524">
                  <c:v>42479</c:v>
                </c:pt>
                <c:pt idx="1525">
                  <c:v>42480</c:v>
                </c:pt>
                <c:pt idx="1526">
                  <c:v>42481</c:v>
                </c:pt>
                <c:pt idx="1527">
                  <c:v>42482</c:v>
                </c:pt>
                <c:pt idx="1528">
                  <c:v>42485</c:v>
                </c:pt>
                <c:pt idx="1529">
                  <c:v>42486</c:v>
                </c:pt>
                <c:pt idx="1530">
                  <c:v>42487</c:v>
                </c:pt>
                <c:pt idx="1531">
                  <c:v>42488</c:v>
                </c:pt>
                <c:pt idx="1532">
                  <c:v>42489</c:v>
                </c:pt>
                <c:pt idx="1533">
                  <c:v>42492</c:v>
                </c:pt>
                <c:pt idx="1534">
                  <c:v>42493</c:v>
                </c:pt>
                <c:pt idx="1535">
                  <c:v>42494</c:v>
                </c:pt>
                <c:pt idx="1536">
                  <c:v>42499</c:v>
                </c:pt>
                <c:pt idx="1537">
                  <c:v>42500</c:v>
                </c:pt>
                <c:pt idx="1538">
                  <c:v>42501</c:v>
                </c:pt>
                <c:pt idx="1539">
                  <c:v>42502</c:v>
                </c:pt>
                <c:pt idx="1540">
                  <c:v>42503</c:v>
                </c:pt>
                <c:pt idx="1541">
                  <c:v>42506</c:v>
                </c:pt>
                <c:pt idx="1542">
                  <c:v>42507</c:v>
                </c:pt>
                <c:pt idx="1543">
                  <c:v>42508</c:v>
                </c:pt>
                <c:pt idx="1544">
                  <c:v>42509</c:v>
                </c:pt>
                <c:pt idx="1545">
                  <c:v>42510</c:v>
                </c:pt>
                <c:pt idx="1546">
                  <c:v>42513</c:v>
                </c:pt>
                <c:pt idx="1547">
                  <c:v>42514</c:v>
                </c:pt>
                <c:pt idx="1548">
                  <c:v>42515</c:v>
                </c:pt>
                <c:pt idx="1549">
                  <c:v>42516</c:v>
                </c:pt>
                <c:pt idx="1550">
                  <c:v>42517</c:v>
                </c:pt>
                <c:pt idx="1551">
                  <c:v>42520</c:v>
                </c:pt>
                <c:pt idx="1552">
                  <c:v>42521</c:v>
                </c:pt>
                <c:pt idx="1553">
                  <c:v>42522</c:v>
                </c:pt>
                <c:pt idx="1554">
                  <c:v>42523</c:v>
                </c:pt>
                <c:pt idx="1555">
                  <c:v>42524</c:v>
                </c:pt>
                <c:pt idx="1556">
                  <c:v>42528</c:v>
                </c:pt>
                <c:pt idx="1557">
                  <c:v>42529</c:v>
                </c:pt>
                <c:pt idx="1558">
                  <c:v>42530</c:v>
                </c:pt>
                <c:pt idx="1559">
                  <c:v>42531</c:v>
                </c:pt>
                <c:pt idx="1560">
                  <c:v>42534</c:v>
                </c:pt>
                <c:pt idx="1561">
                  <c:v>42535</c:v>
                </c:pt>
                <c:pt idx="1562">
                  <c:v>42536</c:v>
                </c:pt>
                <c:pt idx="1563">
                  <c:v>42537</c:v>
                </c:pt>
                <c:pt idx="1564">
                  <c:v>42538</c:v>
                </c:pt>
                <c:pt idx="1565">
                  <c:v>42541</c:v>
                </c:pt>
                <c:pt idx="1566">
                  <c:v>42542</c:v>
                </c:pt>
                <c:pt idx="1567">
                  <c:v>42543</c:v>
                </c:pt>
                <c:pt idx="1568">
                  <c:v>42544</c:v>
                </c:pt>
                <c:pt idx="1569">
                  <c:v>42545</c:v>
                </c:pt>
                <c:pt idx="1570">
                  <c:v>42548</c:v>
                </c:pt>
                <c:pt idx="1571">
                  <c:v>42549</c:v>
                </c:pt>
                <c:pt idx="1572">
                  <c:v>42550</c:v>
                </c:pt>
                <c:pt idx="1573">
                  <c:v>42551</c:v>
                </c:pt>
                <c:pt idx="1574">
                  <c:v>42552</c:v>
                </c:pt>
                <c:pt idx="1575">
                  <c:v>42555</c:v>
                </c:pt>
                <c:pt idx="1576">
                  <c:v>42556</c:v>
                </c:pt>
                <c:pt idx="1577">
                  <c:v>42557</c:v>
                </c:pt>
                <c:pt idx="1578">
                  <c:v>42558</c:v>
                </c:pt>
                <c:pt idx="1579">
                  <c:v>42559</c:v>
                </c:pt>
                <c:pt idx="1580">
                  <c:v>42562</c:v>
                </c:pt>
                <c:pt idx="1581">
                  <c:v>42563</c:v>
                </c:pt>
                <c:pt idx="1582">
                  <c:v>42564</c:v>
                </c:pt>
                <c:pt idx="1583">
                  <c:v>42565</c:v>
                </c:pt>
                <c:pt idx="1584">
                  <c:v>42566</c:v>
                </c:pt>
                <c:pt idx="1585">
                  <c:v>42569</c:v>
                </c:pt>
                <c:pt idx="1586">
                  <c:v>42570</c:v>
                </c:pt>
                <c:pt idx="1587">
                  <c:v>42571</c:v>
                </c:pt>
                <c:pt idx="1588">
                  <c:v>42572</c:v>
                </c:pt>
                <c:pt idx="1589">
                  <c:v>42573</c:v>
                </c:pt>
                <c:pt idx="1590">
                  <c:v>42576</c:v>
                </c:pt>
                <c:pt idx="1591">
                  <c:v>42577</c:v>
                </c:pt>
                <c:pt idx="1592">
                  <c:v>42578</c:v>
                </c:pt>
                <c:pt idx="1593">
                  <c:v>42579</c:v>
                </c:pt>
                <c:pt idx="1594">
                  <c:v>42580</c:v>
                </c:pt>
                <c:pt idx="1595">
                  <c:v>42583</c:v>
                </c:pt>
                <c:pt idx="1596">
                  <c:v>42584</c:v>
                </c:pt>
                <c:pt idx="1597">
                  <c:v>42585</c:v>
                </c:pt>
                <c:pt idx="1598">
                  <c:v>42586</c:v>
                </c:pt>
                <c:pt idx="1599">
                  <c:v>42587</c:v>
                </c:pt>
                <c:pt idx="1600">
                  <c:v>42590</c:v>
                </c:pt>
                <c:pt idx="1601">
                  <c:v>42591</c:v>
                </c:pt>
                <c:pt idx="1602">
                  <c:v>42592</c:v>
                </c:pt>
                <c:pt idx="1603">
                  <c:v>42593</c:v>
                </c:pt>
                <c:pt idx="1604">
                  <c:v>42594</c:v>
                </c:pt>
                <c:pt idx="1605">
                  <c:v>42598</c:v>
                </c:pt>
                <c:pt idx="1606">
                  <c:v>42599</c:v>
                </c:pt>
                <c:pt idx="1607">
                  <c:v>42600</c:v>
                </c:pt>
                <c:pt idx="1608">
                  <c:v>42601</c:v>
                </c:pt>
                <c:pt idx="1609">
                  <c:v>42604</c:v>
                </c:pt>
                <c:pt idx="1610">
                  <c:v>42605</c:v>
                </c:pt>
                <c:pt idx="1611">
                  <c:v>42606</c:v>
                </c:pt>
                <c:pt idx="1612">
                  <c:v>42607</c:v>
                </c:pt>
                <c:pt idx="1613">
                  <c:v>42608</c:v>
                </c:pt>
                <c:pt idx="1614">
                  <c:v>42611</c:v>
                </c:pt>
                <c:pt idx="1615">
                  <c:v>42612</c:v>
                </c:pt>
                <c:pt idx="1616">
                  <c:v>42613</c:v>
                </c:pt>
                <c:pt idx="1617">
                  <c:v>42614</c:v>
                </c:pt>
                <c:pt idx="1618">
                  <c:v>42615</c:v>
                </c:pt>
                <c:pt idx="1619">
                  <c:v>42618</c:v>
                </c:pt>
                <c:pt idx="1620">
                  <c:v>42619</c:v>
                </c:pt>
                <c:pt idx="1621">
                  <c:v>42620</c:v>
                </c:pt>
                <c:pt idx="1622">
                  <c:v>42621</c:v>
                </c:pt>
                <c:pt idx="1623">
                  <c:v>42622</c:v>
                </c:pt>
                <c:pt idx="1624">
                  <c:v>42625</c:v>
                </c:pt>
                <c:pt idx="1625">
                  <c:v>42626</c:v>
                </c:pt>
                <c:pt idx="1626">
                  <c:v>42632</c:v>
                </c:pt>
                <c:pt idx="1627">
                  <c:v>42633</c:v>
                </c:pt>
                <c:pt idx="1628">
                  <c:v>42634</c:v>
                </c:pt>
                <c:pt idx="1629">
                  <c:v>42635</c:v>
                </c:pt>
                <c:pt idx="1630">
                  <c:v>42636</c:v>
                </c:pt>
                <c:pt idx="1631">
                  <c:v>42639</c:v>
                </c:pt>
                <c:pt idx="1632">
                  <c:v>42640</c:v>
                </c:pt>
                <c:pt idx="1633">
                  <c:v>42641</c:v>
                </c:pt>
                <c:pt idx="1634">
                  <c:v>42642</c:v>
                </c:pt>
                <c:pt idx="1635">
                  <c:v>42643</c:v>
                </c:pt>
                <c:pt idx="1636">
                  <c:v>42647</c:v>
                </c:pt>
                <c:pt idx="1637">
                  <c:v>42648</c:v>
                </c:pt>
                <c:pt idx="1638">
                  <c:v>42649</c:v>
                </c:pt>
                <c:pt idx="1639">
                  <c:v>42650</c:v>
                </c:pt>
                <c:pt idx="1640">
                  <c:v>42653</c:v>
                </c:pt>
                <c:pt idx="1641">
                  <c:v>42654</c:v>
                </c:pt>
                <c:pt idx="1642">
                  <c:v>42655</c:v>
                </c:pt>
                <c:pt idx="1643">
                  <c:v>42656</c:v>
                </c:pt>
                <c:pt idx="1644">
                  <c:v>42657</c:v>
                </c:pt>
                <c:pt idx="1645">
                  <c:v>42660</c:v>
                </c:pt>
                <c:pt idx="1646">
                  <c:v>42661</c:v>
                </c:pt>
                <c:pt idx="1647">
                  <c:v>42662</c:v>
                </c:pt>
                <c:pt idx="1648">
                  <c:v>42663</c:v>
                </c:pt>
                <c:pt idx="1649">
                  <c:v>42664</c:v>
                </c:pt>
                <c:pt idx="1650">
                  <c:v>42667</c:v>
                </c:pt>
                <c:pt idx="1651">
                  <c:v>42668</c:v>
                </c:pt>
                <c:pt idx="1652">
                  <c:v>42669</c:v>
                </c:pt>
                <c:pt idx="1653">
                  <c:v>42670</c:v>
                </c:pt>
                <c:pt idx="1654">
                  <c:v>42671</c:v>
                </c:pt>
                <c:pt idx="1655">
                  <c:v>42674</c:v>
                </c:pt>
                <c:pt idx="1656">
                  <c:v>42675</c:v>
                </c:pt>
                <c:pt idx="1657">
                  <c:v>42676</c:v>
                </c:pt>
                <c:pt idx="1658">
                  <c:v>42677</c:v>
                </c:pt>
                <c:pt idx="1659">
                  <c:v>42678</c:v>
                </c:pt>
                <c:pt idx="1660">
                  <c:v>42681</c:v>
                </c:pt>
                <c:pt idx="1661">
                  <c:v>42682</c:v>
                </c:pt>
                <c:pt idx="1662">
                  <c:v>42683</c:v>
                </c:pt>
                <c:pt idx="1663">
                  <c:v>42684</c:v>
                </c:pt>
                <c:pt idx="1664">
                  <c:v>42685</c:v>
                </c:pt>
                <c:pt idx="1665">
                  <c:v>42688</c:v>
                </c:pt>
                <c:pt idx="1666">
                  <c:v>42689</c:v>
                </c:pt>
                <c:pt idx="1667">
                  <c:v>42690</c:v>
                </c:pt>
                <c:pt idx="1668">
                  <c:v>42691</c:v>
                </c:pt>
                <c:pt idx="1669">
                  <c:v>42692</c:v>
                </c:pt>
                <c:pt idx="1670">
                  <c:v>42695</c:v>
                </c:pt>
                <c:pt idx="1671">
                  <c:v>42696</c:v>
                </c:pt>
                <c:pt idx="1672">
                  <c:v>42697</c:v>
                </c:pt>
                <c:pt idx="1673">
                  <c:v>42698</c:v>
                </c:pt>
                <c:pt idx="1674">
                  <c:v>42699</c:v>
                </c:pt>
                <c:pt idx="1675">
                  <c:v>42702</c:v>
                </c:pt>
                <c:pt idx="1676">
                  <c:v>42703</c:v>
                </c:pt>
                <c:pt idx="1677">
                  <c:v>42704</c:v>
                </c:pt>
                <c:pt idx="1678">
                  <c:v>42705</c:v>
                </c:pt>
                <c:pt idx="1679">
                  <c:v>42706</c:v>
                </c:pt>
                <c:pt idx="1680">
                  <c:v>42709</c:v>
                </c:pt>
                <c:pt idx="1681">
                  <c:v>42710</c:v>
                </c:pt>
                <c:pt idx="1682">
                  <c:v>42711</c:v>
                </c:pt>
                <c:pt idx="1683">
                  <c:v>42712</c:v>
                </c:pt>
                <c:pt idx="1684">
                  <c:v>42713</c:v>
                </c:pt>
                <c:pt idx="1685">
                  <c:v>42716</c:v>
                </c:pt>
                <c:pt idx="1686">
                  <c:v>42717</c:v>
                </c:pt>
                <c:pt idx="1687">
                  <c:v>42718</c:v>
                </c:pt>
                <c:pt idx="1688">
                  <c:v>42719</c:v>
                </c:pt>
                <c:pt idx="1689">
                  <c:v>42720</c:v>
                </c:pt>
                <c:pt idx="1690">
                  <c:v>42723</c:v>
                </c:pt>
                <c:pt idx="1691">
                  <c:v>42724</c:v>
                </c:pt>
                <c:pt idx="1692">
                  <c:v>42725</c:v>
                </c:pt>
                <c:pt idx="1693">
                  <c:v>42726</c:v>
                </c:pt>
                <c:pt idx="1694">
                  <c:v>42727</c:v>
                </c:pt>
                <c:pt idx="1695">
                  <c:v>42730</c:v>
                </c:pt>
                <c:pt idx="1696">
                  <c:v>42731</c:v>
                </c:pt>
                <c:pt idx="1697">
                  <c:v>42732</c:v>
                </c:pt>
                <c:pt idx="1698">
                  <c:v>42733</c:v>
                </c:pt>
                <c:pt idx="1699">
                  <c:v>42737</c:v>
                </c:pt>
                <c:pt idx="1700">
                  <c:v>42738</c:v>
                </c:pt>
                <c:pt idx="1701">
                  <c:v>42739</c:v>
                </c:pt>
                <c:pt idx="1702">
                  <c:v>42740</c:v>
                </c:pt>
                <c:pt idx="1703">
                  <c:v>42741</c:v>
                </c:pt>
                <c:pt idx="1704">
                  <c:v>42744</c:v>
                </c:pt>
                <c:pt idx="1705">
                  <c:v>42745</c:v>
                </c:pt>
                <c:pt idx="1706">
                  <c:v>42746</c:v>
                </c:pt>
                <c:pt idx="1707">
                  <c:v>42747</c:v>
                </c:pt>
                <c:pt idx="1708">
                  <c:v>42748</c:v>
                </c:pt>
                <c:pt idx="1709">
                  <c:v>42751</c:v>
                </c:pt>
                <c:pt idx="1710">
                  <c:v>42752</c:v>
                </c:pt>
                <c:pt idx="1711">
                  <c:v>42753</c:v>
                </c:pt>
                <c:pt idx="1712">
                  <c:v>42754</c:v>
                </c:pt>
                <c:pt idx="1713">
                  <c:v>42755</c:v>
                </c:pt>
                <c:pt idx="1714">
                  <c:v>42758</c:v>
                </c:pt>
                <c:pt idx="1715">
                  <c:v>42759</c:v>
                </c:pt>
                <c:pt idx="1716">
                  <c:v>42760</c:v>
                </c:pt>
                <c:pt idx="1717">
                  <c:v>42761</c:v>
                </c:pt>
                <c:pt idx="1718">
                  <c:v>42766</c:v>
                </c:pt>
                <c:pt idx="1719">
                  <c:v>42767</c:v>
                </c:pt>
                <c:pt idx="1720">
                  <c:v>42768</c:v>
                </c:pt>
                <c:pt idx="1721">
                  <c:v>42769</c:v>
                </c:pt>
                <c:pt idx="1722">
                  <c:v>42772</c:v>
                </c:pt>
                <c:pt idx="1723">
                  <c:v>42773</c:v>
                </c:pt>
                <c:pt idx="1724">
                  <c:v>42774</c:v>
                </c:pt>
                <c:pt idx="1725">
                  <c:v>42775</c:v>
                </c:pt>
                <c:pt idx="1726">
                  <c:v>42776</c:v>
                </c:pt>
                <c:pt idx="1727">
                  <c:v>42779</c:v>
                </c:pt>
                <c:pt idx="1728">
                  <c:v>42780</c:v>
                </c:pt>
                <c:pt idx="1729">
                  <c:v>42781</c:v>
                </c:pt>
                <c:pt idx="1730">
                  <c:v>42782</c:v>
                </c:pt>
                <c:pt idx="1731">
                  <c:v>42783</c:v>
                </c:pt>
                <c:pt idx="1732">
                  <c:v>42786</c:v>
                </c:pt>
                <c:pt idx="1733">
                  <c:v>42787</c:v>
                </c:pt>
                <c:pt idx="1734">
                  <c:v>42788</c:v>
                </c:pt>
                <c:pt idx="1735">
                  <c:v>42789</c:v>
                </c:pt>
                <c:pt idx="1736">
                  <c:v>42790</c:v>
                </c:pt>
                <c:pt idx="1737">
                  <c:v>42793</c:v>
                </c:pt>
                <c:pt idx="1738">
                  <c:v>42794</c:v>
                </c:pt>
                <c:pt idx="1739">
                  <c:v>42796</c:v>
                </c:pt>
                <c:pt idx="1740">
                  <c:v>42797</c:v>
                </c:pt>
                <c:pt idx="1741">
                  <c:v>42800</c:v>
                </c:pt>
                <c:pt idx="1742">
                  <c:v>42801</c:v>
                </c:pt>
                <c:pt idx="1743">
                  <c:v>42802</c:v>
                </c:pt>
                <c:pt idx="1744">
                  <c:v>42803</c:v>
                </c:pt>
                <c:pt idx="1745">
                  <c:v>42804</c:v>
                </c:pt>
                <c:pt idx="1746">
                  <c:v>42807</c:v>
                </c:pt>
                <c:pt idx="1747">
                  <c:v>42808</c:v>
                </c:pt>
                <c:pt idx="1748">
                  <c:v>42809</c:v>
                </c:pt>
                <c:pt idx="1749">
                  <c:v>42810</c:v>
                </c:pt>
                <c:pt idx="1750">
                  <c:v>42811</c:v>
                </c:pt>
                <c:pt idx="1751">
                  <c:v>42814</c:v>
                </c:pt>
                <c:pt idx="1752">
                  <c:v>42815</c:v>
                </c:pt>
                <c:pt idx="1753">
                  <c:v>42816</c:v>
                </c:pt>
                <c:pt idx="1754">
                  <c:v>42817</c:v>
                </c:pt>
                <c:pt idx="1755">
                  <c:v>42818</c:v>
                </c:pt>
                <c:pt idx="1756">
                  <c:v>42821</c:v>
                </c:pt>
                <c:pt idx="1757">
                  <c:v>42822</c:v>
                </c:pt>
                <c:pt idx="1758">
                  <c:v>42823</c:v>
                </c:pt>
                <c:pt idx="1759">
                  <c:v>42824</c:v>
                </c:pt>
                <c:pt idx="1760">
                  <c:v>42825</c:v>
                </c:pt>
                <c:pt idx="1761">
                  <c:v>42828</c:v>
                </c:pt>
                <c:pt idx="1762">
                  <c:v>42829</c:v>
                </c:pt>
                <c:pt idx="1763">
                  <c:v>42830</c:v>
                </c:pt>
                <c:pt idx="1764">
                  <c:v>42831</c:v>
                </c:pt>
                <c:pt idx="1765">
                  <c:v>42832</c:v>
                </c:pt>
                <c:pt idx="1766">
                  <c:v>42835</c:v>
                </c:pt>
                <c:pt idx="1767">
                  <c:v>42836</c:v>
                </c:pt>
                <c:pt idx="1768">
                  <c:v>42837</c:v>
                </c:pt>
                <c:pt idx="1769">
                  <c:v>42838</c:v>
                </c:pt>
                <c:pt idx="1770">
                  <c:v>42839</c:v>
                </c:pt>
                <c:pt idx="1771">
                  <c:v>42842</c:v>
                </c:pt>
                <c:pt idx="1772">
                  <c:v>42843</c:v>
                </c:pt>
                <c:pt idx="1773">
                  <c:v>42844</c:v>
                </c:pt>
                <c:pt idx="1774">
                  <c:v>42845</c:v>
                </c:pt>
                <c:pt idx="1775">
                  <c:v>42846</c:v>
                </c:pt>
                <c:pt idx="1776">
                  <c:v>42849</c:v>
                </c:pt>
                <c:pt idx="1777">
                  <c:v>42850</c:v>
                </c:pt>
                <c:pt idx="1778">
                  <c:v>42851</c:v>
                </c:pt>
                <c:pt idx="1779">
                  <c:v>42852</c:v>
                </c:pt>
                <c:pt idx="1780">
                  <c:v>42853</c:v>
                </c:pt>
                <c:pt idx="1781">
                  <c:v>42857</c:v>
                </c:pt>
                <c:pt idx="1782">
                  <c:v>42859</c:v>
                </c:pt>
                <c:pt idx="1783">
                  <c:v>42863</c:v>
                </c:pt>
                <c:pt idx="1784">
                  <c:v>42865</c:v>
                </c:pt>
                <c:pt idx="1785">
                  <c:v>42866</c:v>
                </c:pt>
                <c:pt idx="1786">
                  <c:v>42867</c:v>
                </c:pt>
                <c:pt idx="1787">
                  <c:v>42870</c:v>
                </c:pt>
                <c:pt idx="1788">
                  <c:v>42871</c:v>
                </c:pt>
                <c:pt idx="1789">
                  <c:v>42872</c:v>
                </c:pt>
                <c:pt idx="1790">
                  <c:v>42873</c:v>
                </c:pt>
                <c:pt idx="1791">
                  <c:v>42874</c:v>
                </c:pt>
                <c:pt idx="1792">
                  <c:v>42877</c:v>
                </c:pt>
                <c:pt idx="1793">
                  <c:v>42878</c:v>
                </c:pt>
                <c:pt idx="1794">
                  <c:v>42879</c:v>
                </c:pt>
                <c:pt idx="1795">
                  <c:v>42880</c:v>
                </c:pt>
                <c:pt idx="1796">
                  <c:v>42881</c:v>
                </c:pt>
                <c:pt idx="1797">
                  <c:v>42884</c:v>
                </c:pt>
                <c:pt idx="1798">
                  <c:v>42885</c:v>
                </c:pt>
                <c:pt idx="1799">
                  <c:v>42886</c:v>
                </c:pt>
                <c:pt idx="1800">
                  <c:v>42887</c:v>
                </c:pt>
                <c:pt idx="1801">
                  <c:v>42888</c:v>
                </c:pt>
                <c:pt idx="1802">
                  <c:v>42891</c:v>
                </c:pt>
                <c:pt idx="1803">
                  <c:v>42893</c:v>
                </c:pt>
                <c:pt idx="1804">
                  <c:v>42894</c:v>
                </c:pt>
                <c:pt idx="1805">
                  <c:v>42895</c:v>
                </c:pt>
                <c:pt idx="1806">
                  <c:v>42898</c:v>
                </c:pt>
                <c:pt idx="1807">
                  <c:v>42899</c:v>
                </c:pt>
                <c:pt idx="1808">
                  <c:v>42900</c:v>
                </c:pt>
                <c:pt idx="1809">
                  <c:v>42901</c:v>
                </c:pt>
                <c:pt idx="1810">
                  <c:v>42902</c:v>
                </c:pt>
                <c:pt idx="1811">
                  <c:v>42905</c:v>
                </c:pt>
                <c:pt idx="1812">
                  <c:v>42906</c:v>
                </c:pt>
                <c:pt idx="1813">
                  <c:v>42907</c:v>
                </c:pt>
                <c:pt idx="1814">
                  <c:v>42908</c:v>
                </c:pt>
                <c:pt idx="1815">
                  <c:v>42909</c:v>
                </c:pt>
                <c:pt idx="1816">
                  <c:v>42912</c:v>
                </c:pt>
                <c:pt idx="1817">
                  <c:v>42913</c:v>
                </c:pt>
                <c:pt idx="1818">
                  <c:v>42914</c:v>
                </c:pt>
                <c:pt idx="1819">
                  <c:v>42915</c:v>
                </c:pt>
                <c:pt idx="1820">
                  <c:v>42916</c:v>
                </c:pt>
                <c:pt idx="1821">
                  <c:v>42919</c:v>
                </c:pt>
                <c:pt idx="1822">
                  <c:v>42920</c:v>
                </c:pt>
                <c:pt idx="1823">
                  <c:v>42921</c:v>
                </c:pt>
                <c:pt idx="1824">
                  <c:v>42922</c:v>
                </c:pt>
                <c:pt idx="1825">
                  <c:v>42923</c:v>
                </c:pt>
                <c:pt idx="1826">
                  <c:v>42926</c:v>
                </c:pt>
                <c:pt idx="1827">
                  <c:v>42927</c:v>
                </c:pt>
                <c:pt idx="1828">
                  <c:v>42928</c:v>
                </c:pt>
                <c:pt idx="1829">
                  <c:v>42929</c:v>
                </c:pt>
                <c:pt idx="1830">
                  <c:v>42930</c:v>
                </c:pt>
                <c:pt idx="1831">
                  <c:v>42933</c:v>
                </c:pt>
                <c:pt idx="1832">
                  <c:v>42934</c:v>
                </c:pt>
                <c:pt idx="1833">
                  <c:v>42935</c:v>
                </c:pt>
                <c:pt idx="1834">
                  <c:v>42936</c:v>
                </c:pt>
                <c:pt idx="1835">
                  <c:v>42937</c:v>
                </c:pt>
                <c:pt idx="1836">
                  <c:v>42940</c:v>
                </c:pt>
                <c:pt idx="1837">
                  <c:v>42941</c:v>
                </c:pt>
                <c:pt idx="1838">
                  <c:v>42942</c:v>
                </c:pt>
                <c:pt idx="1839">
                  <c:v>42943</c:v>
                </c:pt>
                <c:pt idx="1840">
                  <c:v>42944</c:v>
                </c:pt>
                <c:pt idx="1841">
                  <c:v>42947</c:v>
                </c:pt>
                <c:pt idx="1842">
                  <c:v>42948</c:v>
                </c:pt>
                <c:pt idx="1843">
                  <c:v>42949</c:v>
                </c:pt>
                <c:pt idx="1844">
                  <c:v>42950</c:v>
                </c:pt>
                <c:pt idx="1845">
                  <c:v>42951</c:v>
                </c:pt>
                <c:pt idx="1846">
                  <c:v>42954</c:v>
                </c:pt>
                <c:pt idx="1847">
                  <c:v>42955</c:v>
                </c:pt>
                <c:pt idx="1848">
                  <c:v>42956</c:v>
                </c:pt>
                <c:pt idx="1849">
                  <c:v>42957</c:v>
                </c:pt>
                <c:pt idx="1850">
                  <c:v>42958</c:v>
                </c:pt>
                <c:pt idx="1851">
                  <c:v>42961</c:v>
                </c:pt>
                <c:pt idx="1852">
                  <c:v>42963</c:v>
                </c:pt>
                <c:pt idx="1853">
                  <c:v>42964</c:v>
                </c:pt>
                <c:pt idx="1854">
                  <c:v>42965</c:v>
                </c:pt>
                <c:pt idx="1855">
                  <c:v>42968</c:v>
                </c:pt>
                <c:pt idx="1856">
                  <c:v>42969</c:v>
                </c:pt>
                <c:pt idx="1857">
                  <c:v>42970</c:v>
                </c:pt>
                <c:pt idx="1858">
                  <c:v>42971</c:v>
                </c:pt>
                <c:pt idx="1859">
                  <c:v>42972</c:v>
                </c:pt>
                <c:pt idx="1860">
                  <c:v>42975</c:v>
                </c:pt>
                <c:pt idx="1861">
                  <c:v>42976</c:v>
                </c:pt>
                <c:pt idx="1862">
                  <c:v>42977</c:v>
                </c:pt>
                <c:pt idx="1863">
                  <c:v>42978</c:v>
                </c:pt>
                <c:pt idx="1864">
                  <c:v>42979</c:v>
                </c:pt>
                <c:pt idx="1865">
                  <c:v>42982</c:v>
                </c:pt>
                <c:pt idx="1866">
                  <c:v>42983</c:v>
                </c:pt>
                <c:pt idx="1867">
                  <c:v>42984</c:v>
                </c:pt>
                <c:pt idx="1868">
                  <c:v>42985</c:v>
                </c:pt>
                <c:pt idx="1869">
                  <c:v>42986</c:v>
                </c:pt>
                <c:pt idx="1870">
                  <c:v>42989</c:v>
                </c:pt>
                <c:pt idx="1871">
                  <c:v>42990</c:v>
                </c:pt>
                <c:pt idx="1872">
                  <c:v>42991</c:v>
                </c:pt>
                <c:pt idx="1873">
                  <c:v>42992</c:v>
                </c:pt>
                <c:pt idx="1874">
                  <c:v>42993</c:v>
                </c:pt>
                <c:pt idx="1875">
                  <c:v>42996</c:v>
                </c:pt>
                <c:pt idx="1876">
                  <c:v>42997</c:v>
                </c:pt>
                <c:pt idx="1877">
                  <c:v>42998</c:v>
                </c:pt>
                <c:pt idx="1878">
                  <c:v>42999</c:v>
                </c:pt>
                <c:pt idx="1879">
                  <c:v>43000</c:v>
                </c:pt>
                <c:pt idx="1880">
                  <c:v>43003</c:v>
                </c:pt>
                <c:pt idx="1881">
                  <c:v>43004</c:v>
                </c:pt>
                <c:pt idx="1882">
                  <c:v>43005</c:v>
                </c:pt>
                <c:pt idx="1883">
                  <c:v>43006</c:v>
                </c:pt>
                <c:pt idx="1884">
                  <c:v>43007</c:v>
                </c:pt>
                <c:pt idx="1885">
                  <c:v>43018</c:v>
                </c:pt>
                <c:pt idx="1886">
                  <c:v>43019</c:v>
                </c:pt>
                <c:pt idx="1887">
                  <c:v>43020</c:v>
                </c:pt>
                <c:pt idx="1888">
                  <c:v>43021</c:v>
                </c:pt>
                <c:pt idx="1889">
                  <c:v>43024</c:v>
                </c:pt>
                <c:pt idx="1890">
                  <c:v>43025</c:v>
                </c:pt>
                <c:pt idx="1891">
                  <c:v>43026</c:v>
                </c:pt>
                <c:pt idx="1892">
                  <c:v>43027</c:v>
                </c:pt>
                <c:pt idx="1893">
                  <c:v>43028</c:v>
                </c:pt>
                <c:pt idx="1894">
                  <c:v>43031</c:v>
                </c:pt>
                <c:pt idx="1895">
                  <c:v>43032</c:v>
                </c:pt>
                <c:pt idx="1896">
                  <c:v>43033</c:v>
                </c:pt>
                <c:pt idx="1897">
                  <c:v>43034</c:v>
                </c:pt>
                <c:pt idx="1898">
                  <c:v>43035</c:v>
                </c:pt>
                <c:pt idx="1899">
                  <c:v>43038</c:v>
                </c:pt>
                <c:pt idx="1900">
                  <c:v>43039</c:v>
                </c:pt>
                <c:pt idx="1901">
                  <c:v>43040</c:v>
                </c:pt>
                <c:pt idx="1902">
                  <c:v>43041</c:v>
                </c:pt>
                <c:pt idx="1903">
                  <c:v>43042</c:v>
                </c:pt>
                <c:pt idx="1904">
                  <c:v>43045</c:v>
                </c:pt>
                <c:pt idx="1905">
                  <c:v>43046</c:v>
                </c:pt>
                <c:pt idx="1906">
                  <c:v>43047</c:v>
                </c:pt>
                <c:pt idx="1907">
                  <c:v>43048</c:v>
                </c:pt>
                <c:pt idx="1908">
                  <c:v>43049</c:v>
                </c:pt>
                <c:pt idx="1909">
                  <c:v>43052</c:v>
                </c:pt>
                <c:pt idx="1910">
                  <c:v>43053</c:v>
                </c:pt>
                <c:pt idx="1911">
                  <c:v>43054</c:v>
                </c:pt>
                <c:pt idx="1912">
                  <c:v>43055</c:v>
                </c:pt>
                <c:pt idx="1913">
                  <c:v>43056</c:v>
                </c:pt>
                <c:pt idx="1914">
                  <c:v>43059</c:v>
                </c:pt>
                <c:pt idx="1915">
                  <c:v>43060</c:v>
                </c:pt>
                <c:pt idx="1916">
                  <c:v>43061</c:v>
                </c:pt>
                <c:pt idx="1917">
                  <c:v>43062</c:v>
                </c:pt>
                <c:pt idx="1918">
                  <c:v>43063</c:v>
                </c:pt>
                <c:pt idx="1919">
                  <c:v>43066</c:v>
                </c:pt>
                <c:pt idx="1920">
                  <c:v>43067</c:v>
                </c:pt>
                <c:pt idx="1921">
                  <c:v>43068</c:v>
                </c:pt>
                <c:pt idx="1922">
                  <c:v>43069</c:v>
                </c:pt>
                <c:pt idx="1923">
                  <c:v>43070</c:v>
                </c:pt>
                <c:pt idx="1924">
                  <c:v>43073</c:v>
                </c:pt>
                <c:pt idx="1925">
                  <c:v>43074</c:v>
                </c:pt>
                <c:pt idx="1926">
                  <c:v>43075</c:v>
                </c:pt>
                <c:pt idx="1927">
                  <c:v>43076</c:v>
                </c:pt>
                <c:pt idx="1928">
                  <c:v>43077</c:v>
                </c:pt>
                <c:pt idx="1929">
                  <c:v>43080</c:v>
                </c:pt>
                <c:pt idx="1930">
                  <c:v>43081</c:v>
                </c:pt>
                <c:pt idx="1931">
                  <c:v>43082</c:v>
                </c:pt>
                <c:pt idx="1932">
                  <c:v>43083</c:v>
                </c:pt>
                <c:pt idx="1933">
                  <c:v>43084</c:v>
                </c:pt>
                <c:pt idx="1934">
                  <c:v>43087</c:v>
                </c:pt>
                <c:pt idx="1935">
                  <c:v>43088</c:v>
                </c:pt>
                <c:pt idx="1936">
                  <c:v>43089</c:v>
                </c:pt>
                <c:pt idx="1937">
                  <c:v>43090</c:v>
                </c:pt>
                <c:pt idx="1938">
                  <c:v>43091</c:v>
                </c:pt>
                <c:pt idx="1939">
                  <c:v>43095</c:v>
                </c:pt>
                <c:pt idx="1940">
                  <c:v>43096</c:v>
                </c:pt>
                <c:pt idx="1941">
                  <c:v>43097</c:v>
                </c:pt>
                <c:pt idx="1942">
                  <c:v>43102</c:v>
                </c:pt>
                <c:pt idx="1943">
                  <c:v>43103</c:v>
                </c:pt>
                <c:pt idx="1944">
                  <c:v>43104</c:v>
                </c:pt>
                <c:pt idx="1945">
                  <c:v>43105</c:v>
                </c:pt>
                <c:pt idx="1946">
                  <c:v>43108</c:v>
                </c:pt>
                <c:pt idx="1947">
                  <c:v>43109</c:v>
                </c:pt>
                <c:pt idx="1948">
                  <c:v>43110</c:v>
                </c:pt>
                <c:pt idx="1949">
                  <c:v>43111</c:v>
                </c:pt>
                <c:pt idx="1950">
                  <c:v>43112</c:v>
                </c:pt>
                <c:pt idx="1951">
                  <c:v>43115</c:v>
                </c:pt>
                <c:pt idx="1952">
                  <c:v>43116</c:v>
                </c:pt>
                <c:pt idx="1953">
                  <c:v>43117</c:v>
                </c:pt>
                <c:pt idx="1954">
                  <c:v>43118</c:v>
                </c:pt>
                <c:pt idx="1955">
                  <c:v>43119</c:v>
                </c:pt>
                <c:pt idx="1956">
                  <c:v>43122</c:v>
                </c:pt>
                <c:pt idx="1957">
                  <c:v>43123</c:v>
                </c:pt>
                <c:pt idx="1958">
                  <c:v>43124</c:v>
                </c:pt>
                <c:pt idx="1959">
                  <c:v>43125</c:v>
                </c:pt>
                <c:pt idx="1960">
                  <c:v>43126</c:v>
                </c:pt>
                <c:pt idx="1961">
                  <c:v>43129</c:v>
                </c:pt>
                <c:pt idx="1962">
                  <c:v>43130</c:v>
                </c:pt>
                <c:pt idx="1963">
                  <c:v>43131</c:v>
                </c:pt>
                <c:pt idx="1964">
                  <c:v>43132</c:v>
                </c:pt>
                <c:pt idx="1965">
                  <c:v>43133</c:v>
                </c:pt>
                <c:pt idx="1966">
                  <c:v>43136</c:v>
                </c:pt>
                <c:pt idx="1967">
                  <c:v>43137</c:v>
                </c:pt>
                <c:pt idx="1968">
                  <c:v>43138</c:v>
                </c:pt>
                <c:pt idx="1969">
                  <c:v>43139</c:v>
                </c:pt>
                <c:pt idx="1970">
                  <c:v>43140</c:v>
                </c:pt>
                <c:pt idx="1971">
                  <c:v>43143</c:v>
                </c:pt>
                <c:pt idx="1972">
                  <c:v>43144</c:v>
                </c:pt>
                <c:pt idx="1973">
                  <c:v>43145</c:v>
                </c:pt>
                <c:pt idx="1974">
                  <c:v>43150</c:v>
                </c:pt>
                <c:pt idx="1975">
                  <c:v>43151</c:v>
                </c:pt>
                <c:pt idx="1976">
                  <c:v>43152</c:v>
                </c:pt>
                <c:pt idx="1977">
                  <c:v>43153</c:v>
                </c:pt>
                <c:pt idx="1978">
                  <c:v>43154</c:v>
                </c:pt>
                <c:pt idx="1979">
                  <c:v>43157</c:v>
                </c:pt>
                <c:pt idx="1980">
                  <c:v>43158</c:v>
                </c:pt>
                <c:pt idx="1981">
                  <c:v>43159</c:v>
                </c:pt>
                <c:pt idx="1982">
                  <c:v>43161</c:v>
                </c:pt>
                <c:pt idx="1983">
                  <c:v>43164</c:v>
                </c:pt>
                <c:pt idx="1984">
                  <c:v>43165</c:v>
                </c:pt>
                <c:pt idx="1985">
                  <c:v>43166</c:v>
                </c:pt>
                <c:pt idx="1986">
                  <c:v>43167</c:v>
                </c:pt>
                <c:pt idx="1987">
                  <c:v>43168</c:v>
                </c:pt>
                <c:pt idx="1988">
                  <c:v>43171</c:v>
                </c:pt>
                <c:pt idx="1989">
                  <c:v>43172</c:v>
                </c:pt>
                <c:pt idx="1990">
                  <c:v>43173</c:v>
                </c:pt>
                <c:pt idx="1991">
                  <c:v>43174</c:v>
                </c:pt>
                <c:pt idx="1992">
                  <c:v>43175</c:v>
                </c:pt>
                <c:pt idx="1993">
                  <c:v>43178</c:v>
                </c:pt>
                <c:pt idx="1994">
                  <c:v>43179</c:v>
                </c:pt>
                <c:pt idx="1995">
                  <c:v>43180</c:v>
                </c:pt>
                <c:pt idx="1996">
                  <c:v>43181</c:v>
                </c:pt>
                <c:pt idx="1997">
                  <c:v>43182</c:v>
                </c:pt>
                <c:pt idx="1998">
                  <c:v>43185</c:v>
                </c:pt>
                <c:pt idx="1999">
                  <c:v>43186</c:v>
                </c:pt>
                <c:pt idx="2000">
                  <c:v>43187</c:v>
                </c:pt>
                <c:pt idx="2001">
                  <c:v>43188</c:v>
                </c:pt>
                <c:pt idx="2002">
                  <c:v>43189</c:v>
                </c:pt>
                <c:pt idx="2003">
                  <c:v>43192</c:v>
                </c:pt>
                <c:pt idx="2004">
                  <c:v>43193</c:v>
                </c:pt>
                <c:pt idx="2005">
                  <c:v>43194</c:v>
                </c:pt>
                <c:pt idx="2006">
                  <c:v>43195</c:v>
                </c:pt>
                <c:pt idx="2007">
                  <c:v>43196</c:v>
                </c:pt>
                <c:pt idx="2008">
                  <c:v>43199</c:v>
                </c:pt>
                <c:pt idx="2009">
                  <c:v>43200</c:v>
                </c:pt>
                <c:pt idx="2010">
                  <c:v>43201</c:v>
                </c:pt>
                <c:pt idx="2011">
                  <c:v>43202</c:v>
                </c:pt>
                <c:pt idx="2012">
                  <c:v>43203</c:v>
                </c:pt>
                <c:pt idx="2013">
                  <c:v>43206</c:v>
                </c:pt>
                <c:pt idx="2014">
                  <c:v>43207</c:v>
                </c:pt>
                <c:pt idx="2015">
                  <c:v>43208</c:v>
                </c:pt>
                <c:pt idx="2016">
                  <c:v>43209</c:v>
                </c:pt>
                <c:pt idx="2017">
                  <c:v>43210</c:v>
                </c:pt>
                <c:pt idx="2018">
                  <c:v>43213</c:v>
                </c:pt>
                <c:pt idx="2019">
                  <c:v>43214</c:v>
                </c:pt>
                <c:pt idx="2020">
                  <c:v>43215</c:v>
                </c:pt>
                <c:pt idx="2021">
                  <c:v>43216</c:v>
                </c:pt>
                <c:pt idx="2022">
                  <c:v>43217</c:v>
                </c:pt>
                <c:pt idx="2023">
                  <c:v>43220</c:v>
                </c:pt>
                <c:pt idx="2024">
                  <c:v>43222</c:v>
                </c:pt>
                <c:pt idx="2025">
                  <c:v>43223</c:v>
                </c:pt>
                <c:pt idx="2026">
                  <c:v>43224</c:v>
                </c:pt>
                <c:pt idx="2027">
                  <c:v>43228</c:v>
                </c:pt>
                <c:pt idx="2028">
                  <c:v>43229</c:v>
                </c:pt>
                <c:pt idx="2029">
                  <c:v>43230</c:v>
                </c:pt>
                <c:pt idx="2030">
                  <c:v>43231</c:v>
                </c:pt>
                <c:pt idx="2031">
                  <c:v>43234</c:v>
                </c:pt>
                <c:pt idx="2032">
                  <c:v>43235</c:v>
                </c:pt>
                <c:pt idx="2033">
                  <c:v>43236</c:v>
                </c:pt>
                <c:pt idx="2034">
                  <c:v>43237</c:v>
                </c:pt>
                <c:pt idx="2035">
                  <c:v>43238</c:v>
                </c:pt>
                <c:pt idx="2036">
                  <c:v>43241</c:v>
                </c:pt>
                <c:pt idx="2037">
                  <c:v>43243</c:v>
                </c:pt>
                <c:pt idx="2038">
                  <c:v>43244</c:v>
                </c:pt>
                <c:pt idx="2039">
                  <c:v>43245</c:v>
                </c:pt>
                <c:pt idx="2040">
                  <c:v>43248</c:v>
                </c:pt>
                <c:pt idx="2041">
                  <c:v>43249</c:v>
                </c:pt>
                <c:pt idx="2042">
                  <c:v>43250</c:v>
                </c:pt>
                <c:pt idx="2043">
                  <c:v>43251</c:v>
                </c:pt>
                <c:pt idx="2044">
                  <c:v>43252</c:v>
                </c:pt>
                <c:pt idx="2045">
                  <c:v>43255</c:v>
                </c:pt>
                <c:pt idx="2046">
                  <c:v>43256</c:v>
                </c:pt>
                <c:pt idx="2047">
                  <c:v>43258</c:v>
                </c:pt>
                <c:pt idx="2048">
                  <c:v>43259</c:v>
                </c:pt>
                <c:pt idx="2049">
                  <c:v>43262</c:v>
                </c:pt>
                <c:pt idx="2050">
                  <c:v>43263</c:v>
                </c:pt>
                <c:pt idx="2051">
                  <c:v>43265</c:v>
                </c:pt>
                <c:pt idx="2052">
                  <c:v>43266</c:v>
                </c:pt>
                <c:pt idx="2053">
                  <c:v>43269</c:v>
                </c:pt>
                <c:pt idx="2054">
                  <c:v>43270</c:v>
                </c:pt>
                <c:pt idx="2055">
                  <c:v>43271</c:v>
                </c:pt>
                <c:pt idx="2056">
                  <c:v>43272</c:v>
                </c:pt>
                <c:pt idx="2057">
                  <c:v>43273</c:v>
                </c:pt>
                <c:pt idx="2058">
                  <c:v>43276</c:v>
                </c:pt>
                <c:pt idx="2059">
                  <c:v>43277</c:v>
                </c:pt>
                <c:pt idx="2060">
                  <c:v>43278</c:v>
                </c:pt>
                <c:pt idx="2061">
                  <c:v>43279</c:v>
                </c:pt>
                <c:pt idx="2062">
                  <c:v>43280</c:v>
                </c:pt>
                <c:pt idx="2063">
                  <c:v>43283</c:v>
                </c:pt>
                <c:pt idx="2064">
                  <c:v>43284</c:v>
                </c:pt>
                <c:pt idx="2065">
                  <c:v>43285</c:v>
                </c:pt>
                <c:pt idx="2066">
                  <c:v>43286</c:v>
                </c:pt>
                <c:pt idx="2067">
                  <c:v>43287</c:v>
                </c:pt>
                <c:pt idx="2068">
                  <c:v>43290</c:v>
                </c:pt>
                <c:pt idx="2069">
                  <c:v>43291</c:v>
                </c:pt>
                <c:pt idx="2070">
                  <c:v>43292</c:v>
                </c:pt>
                <c:pt idx="2071">
                  <c:v>43293</c:v>
                </c:pt>
                <c:pt idx="2072">
                  <c:v>43294</c:v>
                </c:pt>
                <c:pt idx="2073">
                  <c:v>43297</c:v>
                </c:pt>
                <c:pt idx="2074">
                  <c:v>43298</c:v>
                </c:pt>
                <c:pt idx="2075">
                  <c:v>43299</c:v>
                </c:pt>
                <c:pt idx="2076">
                  <c:v>43300</c:v>
                </c:pt>
                <c:pt idx="2077">
                  <c:v>43301</c:v>
                </c:pt>
                <c:pt idx="2078">
                  <c:v>43304</c:v>
                </c:pt>
                <c:pt idx="2079">
                  <c:v>43305</c:v>
                </c:pt>
                <c:pt idx="2080">
                  <c:v>43306</c:v>
                </c:pt>
                <c:pt idx="2081">
                  <c:v>43307</c:v>
                </c:pt>
                <c:pt idx="2082">
                  <c:v>43308</c:v>
                </c:pt>
                <c:pt idx="2083">
                  <c:v>43311</c:v>
                </c:pt>
                <c:pt idx="2084">
                  <c:v>43312</c:v>
                </c:pt>
                <c:pt idx="2085">
                  <c:v>43313</c:v>
                </c:pt>
                <c:pt idx="2086">
                  <c:v>43314</c:v>
                </c:pt>
                <c:pt idx="2087">
                  <c:v>43315</c:v>
                </c:pt>
                <c:pt idx="2088">
                  <c:v>43318</c:v>
                </c:pt>
                <c:pt idx="2089">
                  <c:v>43319</c:v>
                </c:pt>
                <c:pt idx="2090">
                  <c:v>43320</c:v>
                </c:pt>
                <c:pt idx="2091">
                  <c:v>43321</c:v>
                </c:pt>
                <c:pt idx="2092">
                  <c:v>43322</c:v>
                </c:pt>
                <c:pt idx="2093">
                  <c:v>43325</c:v>
                </c:pt>
                <c:pt idx="2094">
                  <c:v>43326</c:v>
                </c:pt>
                <c:pt idx="2095">
                  <c:v>43328</c:v>
                </c:pt>
                <c:pt idx="2096">
                  <c:v>43329</c:v>
                </c:pt>
                <c:pt idx="2097">
                  <c:v>43332</c:v>
                </c:pt>
                <c:pt idx="2098">
                  <c:v>43333</c:v>
                </c:pt>
                <c:pt idx="2099">
                  <c:v>43334</c:v>
                </c:pt>
                <c:pt idx="2100">
                  <c:v>43335</c:v>
                </c:pt>
                <c:pt idx="2101">
                  <c:v>43336</c:v>
                </c:pt>
                <c:pt idx="2102">
                  <c:v>43339</c:v>
                </c:pt>
                <c:pt idx="2103">
                  <c:v>43340</c:v>
                </c:pt>
                <c:pt idx="2104">
                  <c:v>43341</c:v>
                </c:pt>
                <c:pt idx="2105">
                  <c:v>43342</c:v>
                </c:pt>
                <c:pt idx="2106">
                  <c:v>43343</c:v>
                </c:pt>
                <c:pt idx="2107">
                  <c:v>43346</c:v>
                </c:pt>
                <c:pt idx="2108">
                  <c:v>43347</c:v>
                </c:pt>
                <c:pt idx="2109">
                  <c:v>43348</c:v>
                </c:pt>
                <c:pt idx="2110">
                  <c:v>43349</c:v>
                </c:pt>
                <c:pt idx="2111">
                  <c:v>43350</c:v>
                </c:pt>
                <c:pt idx="2112">
                  <c:v>43353</c:v>
                </c:pt>
                <c:pt idx="2113">
                  <c:v>43354</c:v>
                </c:pt>
                <c:pt idx="2114">
                  <c:v>43355</c:v>
                </c:pt>
                <c:pt idx="2115">
                  <c:v>43356</c:v>
                </c:pt>
                <c:pt idx="2116">
                  <c:v>43357</c:v>
                </c:pt>
                <c:pt idx="2117">
                  <c:v>43360</c:v>
                </c:pt>
                <c:pt idx="2118">
                  <c:v>43361</c:v>
                </c:pt>
                <c:pt idx="2119">
                  <c:v>43362</c:v>
                </c:pt>
                <c:pt idx="2120">
                  <c:v>43363</c:v>
                </c:pt>
                <c:pt idx="2121">
                  <c:v>43364</c:v>
                </c:pt>
                <c:pt idx="2122">
                  <c:v>43370</c:v>
                </c:pt>
                <c:pt idx="2123">
                  <c:v>43371</c:v>
                </c:pt>
                <c:pt idx="2124">
                  <c:v>43374</c:v>
                </c:pt>
                <c:pt idx="2125">
                  <c:v>43375</c:v>
                </c:pt>
                <c:pt idx="2126">
                  <c:v>43377</c:v>
                </c:pt>
                <c:pt idx="2127">
                  <c:v>43378</c:v>
                </c:pt>
                <c:pt idx="2128">
                  <c:v>43381</c:v>
                </c:pt>
                <c:pt idx="2129">
                  <c:v>43383</c:v>
                </c:pt>
                <c:pt idx="2130">
                  <c:v>43384</c:v>
                </c:pt>
                <c:pt idx="2131">
                  <c:v>43385</c:v>
                </c:pt>
                <c:pt idx="2132">
                  <c:v>43388</c:v>
                </c:pt>
                <c:pt idx="2133">
                  <c:v>43389</c:v>
                </c:pt>
                <c:pt idx="2134">
                  <c:v>43390</c:v>
                </c:pt>
                <c:pt idx="2135">
                  <c:v>43391</c:v>
                </c:pt>
                <c:pt idx="2136">
                  <c:v>43392</c:v>
                </c:pt>
                <c:pt idx="2137">
                  <c:v>43395</c:v>
                </c:pt>
                <c:pt idx="2138">
                  <c:v>43396</c:v>
                </c:pt>
                <c:pt idx="2139">
                  <c:v>43397</c:v>
                </c:pt>
                <c:pt idx="2140">
                  <c:v>43398</c:v>
                </c:pt>
                <c:pt idx="2141">
                  <c:v>43399</c:v>
                </c:pt>
                <c:pt idx="2142">
                  <c:v>43402</c:v>
                </c:pt>
                <c:pt idx="2143">
                  <c:v>43403</c:v>
                </c:pt>
                <c:pt idx="2144">
                  <c:v>43404</c:v>
                </c:pt>
                <c:pt idx="2145">
                  <c:v>43405</c:v>
                </c:pt>
                <c:pt idx="2146">
                  <c:v>43406</c:v>
                </c:pt>
                <c:pt idx="2147">
                  <c:v>43409</c:v>
                </c:pt>
                <c:pt idx="2148">
                  <c:v>43410</c:v>
                </c:pt>
                <c:pt idx="2149">
                  <c:v>43411</c:v>
                </c:pt>
                <c:pt idx="2150">
                  <c:v>43412</c:v>
                </c:pt>
                <c:pt idx="2151">
                  <c:v>43413</c:v>
                </c:pt>
                <c:pt idx="2152">
                  <c:v>43416</c:v>
                </c:pt>
                <c:pt idx="2153">
                  <c:v>43417</c:v>
                </c:pt>
                <c:pt idx="2154">
                  <c:v>43418</c:v>
                </c:pt>
                <c:pt idx="2155">
                  <c:v>43419</c:v>
                </c:pt>
                <c:pt idx="2156">
                  <c:v>43420</c:v>
                </c:pt>
                <c:pt idx="2157">
                  <c:v>43423</c:v>
                </c:pt>
                <c:pt idx="2158">
                  <c:v>43424</c:v>
                </c:pt>
                <c:pt idx="2159">
                  <c:v>43425</c:v>
                </c:pt>
                <c:pt idx="2160">
                  <c:v>43426</c:v>
                </c:pt>
                <c:pt idx="2161">
                  <c:v>43427</c:v>
                </c:pt>
                <c:pt idx="2162">
                  <c:v>43430</c:v>
                </c:pt>
                <c:pt idx="2163">
                  <c:v>43431</c:v>
                </c:pt>
                <c:pt idx="2164">
                  <c:v>43432</c:v>
                </c:pt>
                <c:pt idx="2165">
                  <c:v>43433</c:v>
                </c:pt>
                <c:pt idx="2166">
                  <c:v>43434</c:v>
                </c:pt>
                <c:pt idx="2167">
                  <c:v>43437</c:v>
                </c:pt>
                <c:pt idx="2168">
                  <c:v>43438</c:v>
                </c:pt>
                <c:pt idx="2169">
                  <c:v>43439</c:v>
                </c:pt>
                <c:pt idx="2170">
                  <c:v>43440</c:v>
                </c:pt>
                <c:pt idx="2171">
                  <c:v>43441</c:v>
                </c:pt>
                <c:pt idx="2172">
                  <c:v>43444</c:v>
                </c:pt>
                <c:pt idx="2173">
                  <c:v>43445</c:v>
                </c:pt>
                <c:pt idx="2174">
                  <c:v>43446</c:v>
                </c:pt>
                <c:pt idx="2175">
                  <c:v>43447</c:v>
                </c:pt>
                <c:pt idx="2176">
                  <c:v>43448</c:v>
                </c:pt>
                <c:pt idx="2177">
                  <c:v>43451</c:v>
                </c:pt>
                <c:pt idx="2178">
                  <c:v>43452</c:v>
                </c:pt>
                <c:pt idx="2179">
                  <c:v>43453</c:v>
                </c:pt>
                <c:pt idx="2180">
                  <c:v>43454</c:v>
                </c:pt>
                <c:pt idx="2181">
                  <c:v>43455</c:v>
                </c:pt>
                <c:pt idx="2182">
                  <c:v>43458</c:v>
                </c:pt>
                <c:pt idx="2183">
                  <c:v>43460</c:v>
                </c:pt>
                <c:pt idx="2184">
                  <c:v>43461</c:v>
                </c:pt>
                <c:pt idx="2185">
                  <c:v>43462</c:v>
                </c:pt>
                <c:pt idx="2186">
                  <c:v>43467</c:v>
                </c:pt>
                <c:pt idx="2187">
                  <c:v>43468</c:v>
                </c:pt>
                <c:pt idx="2188">
                  <c:v>43469</c:v>
                </c:pt>
                <c:pt idx="2189">
                  <c:v>43472</c:v>
                </c:pt>
                <c:pt idx="2190">
                  <c:v>43473</c:v>
                </c:pt>
                <c:pt idx="2191">
                  <c:v>43474</c:v>
                </c:pt>
                <c:pt idx="2192">
                  <c:v>43475</c:v>
                </c:pt>
                <c:pt idx="2193">
                  <c:v>43476</c:v>
                </c:pt>
                <c:pt idx="2194">
                  <c:v>43479</c:v>
                </c:pt>
                <c:pt idx="2195">
                  <c:v>43480</c:v>
                </c:pt>
                <c:pt idx="2196">
                  <c:v>43481</c:v>
                </c:pt>
                <c:pt idx="2197">
                  <c:v>43482</c:v>
                </c:pt>
                <c:pt idx="2198">
                  <c:v>43483</c:v>
                </c:pt>
                <c:pt idx="2199">
                  <c:v>43486</c:v>
                </c:pt>
                <c:pt idx="2200">
                  <c:v>43487</c:v>
                </c:pt>
                <c:pt idx="2201">
                  <c:v>43488</c:v>
                </c:pt>
                <c:pt idx="2202">
                  <c:v>43489</c:v>
                </c:pt>
                <c:pt idx="2203">
                  <c:v>43490</c:v>
                </c:pt>
                <c:pt idx="2204">
                  <c:v>43493</c:v>
                </c:pt>
                <c:pt idx="2205">
                  <c:v>43494</c:v>
                </c:pt>
                <c:pt idx="2206">
                  <c:v>43495</c:v>
                </c:pt>
                <c:pt idx="2207">
                  <c:v>43496</c:v>
                </c:pt>
                <c:pt idx="2208">
                  <c:v>43497</c:v>
                </c:pt>
                <c:pt idx="2209">
                  <c:v>43503</c:v>
                </c:pt>
                <c:pt idx="2210">
                  <c:v>43504</c:v>
                </c:pt>
                <c:pt idx="2211">
                  <c:v>43507</c:v>
                </c:pt>
                <c:pt idx="2212">
                  <c:v>43508</c:v>
                </c:pt>
                <c:pt idx="2213">
                  <c:v>43509</c:v>
                </c:pt>
                <c:pt idx="2214">
                  <c:v>43510</c:v>
                </c:pt>
                <c:pt idx="2215">
                  <c:v>43511</c:v>
                </c:pt>
                <c:pt idx="2216">
                  <c:v>43514</c:v>
                </c:pt>
                <c:pt idx="2217">
                  <c:v>43515</c:v>
                </c:pt>
                <c:pt idx="2218">
                  <c:v>43516</c:v>
                </c:pt>
                <c:pt idx="2219">
                  <c:v>43517</c:v>
                </c:pt>
                <c:pt idx="2220">
                  <c:v>43518</c:v>
                </c:pt>
                <c:pt idx="2221">
                  <c:v>43521</c:v>
                </c:pt>
                <c:pt idx="2222">
                  <c:v>43522</c:v>
                </c:pt>
                <c:pt idx="2223">
                  <c:v>43523</c:v>
                </c:pt>
                <c:pt idx="2224">
                  <c:v>43524</c:v>
                </c:pt>
                <c:pt idx="2225">
                  <c:v>43528</c:v>
                </c:pt>
                <c:pt idx="2226">
                  <c:v>43529</c:v>
                </c:pt>
                <c:pt idx="2227">
                  <c:v>43530</c:v>
                </c:pt>
                <c:pt idx="2228">
                  <c:v>43531</c:v>
                </c:pt>
                <c:pt idx="2229">
                  <c:v>43532</c:v>
                </c:pt>
                <c:pt idx="2230">
                  <c:v>43535</c:v>
                </c:pt>
                <c:pt idx="2231">
                  <c:v>43536</c:v>
                </c:pt>
                <c:pt idx="2232">
                  <c:v>43537</c:v>
                </c:pt>
                <c:pt idx="2233">
                  <c:v>43538</c:v>
                </c:pt>
                <c:pt idx="2234">
                  <c:v>43539</c:v>
                </c:pt>
                <c:pt idx="2235">
                  <c:v>43542</c:v>
                </c:pt>
                <c:pt idx="2236">
                  <c:v>43543</c:v>
                </c:pt>
                <c:pt idx="2237">
                  <c:v>43544</c:v>
                </c:pt>
                <c:pt idx="2238">
                  <c:v>43545</c:v>
                </c:pt>
                <c:pt idx="2239">
                  <c:v>43546</c:v>
                </c:pt>
                <c:pt idx="2240">
                  <c:v>43549</c:v>
                </c:pt>
                <c:pt idx="2241">
                  <c:v>43550</c:v>
                </c:pt>
                <c:pt idx="2242">
                  <c:v>43551</c:v>
                </c:pt>
                <c:pt idx="2243">
                  <c:v>43552</c:v>
                </c:pt>
                <c:pt idx="2244">
                  <c:v>43553</c:v>
                </c:pt>
                <c:pt idx="2245">
                  <c:v>43556</c:v>
                </c:pt>
                <c:pt idx="2246">
                  <c:v>43557</c:v>
                </c:pt>
                <c:pt idx="2247">
                  <c:v>43558</c:v>
                </c:pt>
                <c:pt idx="2248">
                  <c:v>43559</c:v>
                </c:pt>
                <c:pt idx="2249">
                  <c:v>43560</c:v>
                </c:pt>
                <c:pt idx="2250">
                  <c:v>43563</c:v>
                </c:pt>
                <c:pt idx="2251">
                  <c:v>43564</c:v>
                </c:pt>
                <c:pt idx="2252">
                  <c:v>43565</c:v>
                </c:pt>
                <c:pt idx="2253">
                  <c:v>43566</c:v>
                </c:pt>
                <c:pt idx="2254">
                  <c:v>43567</c:v>
                </c:pt>
                <c:pt idx="2255">
                  <c:v>43570</c:v>
                </c:pt>
                <c:pt idx="2256">
                  <c:v>43571</c:v>
                </c:pt>
                <c:pt idx="2257">
                  <c:v>43572</c:v>
                </c:pt>
                <c:pt idx="2258">
                  <c:v>43573</c:v>
                </c:pt>
                <c:pt idx="2259">
                  <c:v>43574</c:v>
                </c:pt>
                <c:pt idx="2260">
                  <c:v>43577</c:v>
                </c:pt>
                <c:pt idx="2261">
                  <c:v>43578</c:v>
                </c:pt>
                <c:pt idx="2262">
                  <c:v>43579</c:v>
                </c:pt>
                <c:pt idx="2263">
                  <c:v>43580</c:v>
                </c:pt>
                <c:pt idx="2264">
                  <c:v>43581</c:v>
                </c:pt>
                <c:pt idx="2265">
                  <c:v>43584</c:v>
                </c:pt>
                <c:pt idx="2266">
                  <c:v>43585</c:v>
                </c:pt>
                <c:pt idx="2267">
                  <c:v>43587</c:v>
                </c:pt>
                <c:pt idx="2268">
                  <c:v>43588</c:v>
                </c:pt>
                <c:pt idx="2269">
                  <c:v>43592</c:v>
                </c:pt>
                <c:pt idx="2270">
                  <c:v>43593</c:v>
                </c:pt>
                <c:pt idx="2271">
                  <c:v>43594</c:v>
                </c:pt>
                <c:pt idx="2272">
                  <c:v>43595</c:v>
                </c:pt>
                <c:pt idx="2273">
                  <c:v>43598</c:v>
                </c:pt>
                <c:pt idx="2274">
                  <c:v>43599</c:v>
                </c:pt>
                <c:pt idx="2275">
                  <c:v>43600</c:v>
                </c:pt>
                <c:pt idx="2276">
                  <c:v>43601</c:v>
                </c:pt>
                <c:pt idx="2277">
                  <c:v>43602</c:v>
                </c:pt>
                <c:pt idx="2278">
                  <c:v>43605</c:v>
                </c:pt>
                <c:pt idx="2279">
                  <c:v>43606</c:v>
                </c:pt>
                <c:pt idx="2280">
                  <c:v>43607</c:v>
                </c:pt>
                <c:pt idx="2281">
                  <c:v>43608</c:v>
                </c:pt>
                <c:pt idx="2282">
                  <c:v>43609</c:v>
                </c:pt>
                <c:pt idx="2283">
                  <c:v>43612</c:v>
                </c:pt>
                <c:pt idx="2284">
                  <c:v>43613</c:v>
                </c:pt>
                <c:pt idx="2285">
                  <c:v>43614</c:v>
                </c:pt>
                <c:pt idx="2286">
                  <c:v>43615</c:v>
                </c:pt>
                <c:pt idx="2287">
                  <c:v>43616</c:v>
                </c:pt>
                <c:pt idx="2288">
                  <c:v>43619</c:v>
                </c:pt>
                <c:pt idx="2289">
                  <c:v>43620</c:v>
                </c:pt>
                <c:pt idx="2290">
                  <c:v>43621</c:v>
                </c:pt>
                <c:pt idx="2291">
                  <c:v>43623</c:v>
                </c:pt>
                <c:pt idx="2292">
                  <c:v>43626</c:v>
                </c:pt>
                <c:pt idx="2293">
                  <c:v>43627</c:v>
                </c:pt>
                <c:pt idx="2294">
                  <c:v>43628</c:v>
                </c:pt>
                <c:pt idx="2295">
                  <c:v>43629</c:v>
                </c:pt>
                <c:pt idx="2296">
                  <c:v>43630</c:v>
                </c:pt>
                <c:pt idx="2297">
                  <c:v>43633</c:v>
                </c:pt>
                <c:pt idx="2298">
                  <c:v>43634</c:v>
                </c:pt>
                <c:pt idx="2299">
                  <c:v>43635</c:v>
                </c:pt>
                <c:pt idx="2300">
                  <c:v>43636</c:v>
                </c:pt>
                <c:pt idx="2301">
                  <c:v>43637</c:v>
                </c:pt>
                <c:pt idx="2302">
                  <c:v>43640</c:v>
                </c:pt>
                <c:pt idx="2303">
                  <c:v>43641</c:v>
                </c:pt>
                <c:pt idx="2304">
                  <c:v>43642</c:v>
                </c:pt>
                <c:pt idx="2305">
                  <c:v>43643</c:v>
                </c:pt>
                <c:pt idx="2306">
                  <c:v>43644</c:v>
                </c:pt>
                <c:pt idx="2307">
                  <c:v>43647</c:v>
                </c:pt>
                <c:pt idx="2308">
                  <c:v>43648</c:v>
                </c:pt>
                <c:pt idx="2309">
                  <c:v>43649</c:v>
                </c:pt>
                <c:pt idx="2310">
                  <c:v>43650</c:v>
                </c:pt>
                <c:pt idx="2311">
                  <c:v>43651</c:v>
                </c:pt>
                <c:pt idx="2312">
                  <c:v>43654</c:v>
                </c:pt>
                <c:pt idx="2313">
                  <c:v>43655</c:v>
                </c:pt>
                <c:pt idx="2314">
                  <c:v>43656</c:v>
                </c:pt>
                <c:pt idx="2315">
                  <c:v>43657</c:v>
                </c:pt>
                <c:pt idx="2316">
                  <c:v>43658</c:v>
                </c:pt>
                <c:pt idx="2317">
                  <c:v>43661</c:v>
                </c:pt>
                <c:pt idx="2318">
                  <c:v>43662</c:v>
                </c:pt>
                <c:pt idx="2319">
                  <c:v>43663</c:v>
                </c:pt>
                <c:pt idx="2320">
                  <c:v>43664</c:v>
                </c:pt>
                <c:pt idx="2321">
                  <c:v>43665</c:v>
                </c:pt>
                <c:pt idx="2322">
                  <c:v>43668</c:v>
                </c:pt>
                <c:pt idx="2323">
                  <c:v>43669</c:v>
                </c:pt>
                <c:pt idx="2324">
                  <c:v>43670</c:v>
                </c:pt>
                <c:pt idx="2325">
                  <c:v>43671</c:v>
                </c:pt>
                <c:pt idx="2326">
                  <c:v>43672</c:v>
                </c:pt>
                <c:pt idx="2327">
                  <c:v>43675</c:v>
                </c:pt>
                <c:pt idx="2328">
                  <c:v>43676</c:v>
                </c:pt>
                <c:pt idx="2329">
                  <c:v>43677</c:v>
                </c:pt>
                <c:pt idx="2330">
                  <c:v>43678</c:v>
                </c:pt>
                <c:pt idx="2331">
                  <c:v>43679</c:v>
                </c:pt>
                <c:pt idx="2332">
                  <c:v>43682</c:v>
                </c:pt>
                <c:pt idx="2333">
                  <c:v>43683</c:v>
                </c:pt>
                <c:pt idx="2334">
                  <c:v>43684</c:v>
                </c:pt>
                <c:pt idx="2335">
                  <c:v>43685</c:v>
                </c:pt>
                <c:pt idx="2336">
                  <c:v>43686</c:v>
                </c:pt>
                <c:pt idx="2337">
                  <c:v>43689</c:v>
                </c:pt>
                <c:pt idx="2338">
                  <c:v>43690</c:v>
                </c:pt>
                <c:pt idx="2339">
                  <c:v>43691</c:v>
                </c:pt>
                <c:pt idx="2340">
                  <c:v>43693</c:v>
                </c:pt>
                <c:pt idx="2341">
                  <c:v>43696</c:v>
                </c:pt>
                <c:pt idx="2342">
                  <c:v>43697</c:v>
                </c:pt>
                <c:pt idx="2343">
                  <c:v>43698</c:v>
                </c:pt>
                <c:pt idx="2344">
                  <c:v>43699</c:v>
                </c:pt>
                <c:pt idx="2345">
                  <c:v>43700</c:v>
                </c:pt>
                <c:pt idx="2346">
                  <c:v>43703</c:v>
                </c:pt>
                <c:pt idx="2347">
                  <c:v>43704</c:v>
                </c:pt>
                <c:pt idx="2348">
                  <c:v>43705</c:v>
                </c:pt>
                <c:pt idx="2349">
                  <c:v>43706</c:v>
                </c:pt>
                <c:pt idx="2350">
                  <c:v>43707</c:v>
                </c:pt>
                <c:pt idx="2351">
                  <c:v>43710</c:v>
                </c:pt>
                <c:pt idx="2352">
                  <c:v>43711</c:v>
                </c:pt>
                <c:pt idx="2353">
                  <c:v>43712</c:v>
                </c:pt>
                <c:pt idx="2354">
                  <c:v>43713</c:v>
                </c:pt>
                <c:pt idx="2355">
                  <c:v>43714</c:v>
                </c:pt>
                <c:pt idx="2356">
                  <c:v>43717</c:v>
                </c:pt>
                <c:pt idx="2357">
                  <c:v>43718</c:v>
                </c:pt>
                <c:pt idx="2358">
                  <c:v>43719</c:v>
                </c:pt>
                <c:pt idx="2359">
                  <c:v>43724</c:v>
                </c:pt>
                <c:pt idx="2360">
                  <c:v>43725</c:v>
                </c:pt>
                <c:pt idx="2361">
                  <c:v>43726</c:v>
                </c:pt>
                <c:pt idx="2362">
                  <c:v>43727</c:v>
                </c:pt>
                <c:pt idx="2363">
                  <c:v>43728</c:v>
                </c:pt>
                <c:pt idx="2364">
                  <c:v>43731</c:v>
                </c:pt>
                <c:pt idx="2365">
                  <c:v>43732</c:v>
                </c:pt>
                <c:pt idx="2366">
                  <c:v>43733</c:v>
                </c:pt>
                <c:pt idx="2367">
                  <c:v>43734</c:v>
                </c:pt>
                <c:pt idx="2368">
                  <c:v>43735</c:v>
                </c:pt>
                <c:pt idx="2369">
                  <c:v>43738</c:v>
                </c:pt>
                <c:pt idx="2370">
                  <c:v>43739</c:v>
                </c:pt>
                <c:pt idx="2371">
                  <c:v>43740</c:v>
                </c:pt>
                <c:pt idx="2372">
                  <c:v>43742</c:v>
                </c:pt>
                <c:pt idx="2373">
                  <c:v>43745</c:v>
                </c:pt>
                <c:pt idx="2374">
                  <c:v>43746</c:v>
                </c:pt>
                <c:pt idx="2375">
                  <c:v>43748</c:v>
                </c:pt>
                <c:pt idx="2376">
                  <c:v>43749</c:v>
                </c:pt>
                <c:pt idx="2377">
                  <c:v>43752</c:v>
                </c:pt>
                <c:pt idx="2378">
                  <c:v>43753</c:v>
                </c:pt>
                <c:pt idx="2379">
                  <c:v>43754</c:v>
                </c:pt>
                <c:pt idx="2380">
                  <c:v>43755</c:v>
                </c:pt>
                <c:pt idx="2381">
                  <c:v>43756</c:v>
                </c:pt>
                <c:pt idx="2382">
                  <c:v>43759</c:v>
                </c:pt>
                <c:pt idx="2383">
                  <c:v>43760</c:v>
                </c:pt>
                <c:pt idx="2384">
                  <c:v>43761</c:v>
                </c:pt>
                <c:pt idx="2385">
                  <c:v>43762</c:v>
                </c:pt>
                <c:pt idx="2386">
                  <c:v>43763</c:v>
                </c:pt>
                <c:pt idx="2387">
                  <c:v>43766</c:v>
                </c:pt>
                <c:pt idx="2388">
                  <c:v>43767</c:v>
                </c:pt>
                <c:pt idx="2389">
                  <c:v>43768</c:v>
                </c:pt>
                <c:pt idx="2390">
                  <c:v>43769</c:v>
                </c:pt>
                <c:pt idx="2391">
                  <c:v>43770</c:v>
                </c:pt>
                <c:pt idx="2392">
                  <c:v>43773</c:v>
                </c:pt>
                <c:pt idx="2393">
                  <c:v>43774</c:v>
                </c:pt>
                <c:pt idx="2394">
                  <c:v>43775</c:v>
                </c:pt>
                <c:pt idx="2395">
                  <c:v>43776</c:v>
                </c:pt>
                <c:pt idx="2396">
                  <c:v>43777</c:v>
                </c:pt>
                <c:pt idx="2397">
                  <c:v>43780</c:v>
                </c:pt>
                <c:pt idx="2398">
                  <c:v>43781</c:v>
                </c:pt>
                <c:pt idx="2399">
                  <c:v>43782</c:v>
                </c:pt>
                <c:pt idx="2400">
                  <c:v>43783</c:v>
                </c:pt>
                <c:pt idx="2401">
                  <c:v>43784</c:v>
                </c:pt>
                <c:pt idx="2402">
                  <c:v>43787</c:v>
                </c:pt>
                <c:pt idx="2403">
                  <c:v>43788</c:v>
                </c:pt>
                <c:pt idx="2404">
                  <c:v>43789</c:v>
                </c:pt>
                <c:pt idx="2405">
                  <c:v>43790</c:v>
                </c:pt>
                <c:pt idx="2406">
                  <c:v>43791</c:v>
                </c:pt>
                <c:pt idx="2407">
                  <c:v>43794</c:v>
                </c:pt>
                <c:pt idx="2408">
                  <c:v>43795</c:v>
                </c:pt>
                <c:pt idx="2409">
                  <c:v>43796</c:v>
                </c:pt>
                <c:pt idx="2410">
                  <c:v>43797</c:v>
                </c:pt>
                <c:pt idx="2411">
                  <c:v>43798</c:v>
                </c:pt>
                <c:pt idx="2412">
                  <c:v>43801</c:v>
                </c:pt>
                <c:pt idx="2413">
                  <c:v>43802</c:v>
                </c:pt>
                <c:pt idx="2414">
                  <c:v>43803</c:v>
                </c:pt>
                <c:pt idx="2415">
                  <c:v>43804</c:v>
                </c:pt>
                <c:pt idx="2416">
                  <c:v>43805</c:v>
                </c:pt>
                <c:pt idx="2417">
                  <c:v>43808</c:v>
                </c:pt>
                <c:pt idx="2418">
                  <c:v>43809</c:v>
                </c:pt>
                <c:pt idx="2419">
                  <c:v>43810</c:v>
                </c:pt>
                <c:pt idx="2420">
                  <c:v>43811</c:v>
                </c:pt>
                <c:pt idx="2421">
                  <c:v>43812</c:v>
                </c:pt>
                <c:pt idx="2422">
                  <c:v>43815</c:v>
                </c:pt>
                <c:pt idx="2423">
                  <c:v>43816</c:v>
                </c:pt>
                <c:pt idx="2424">
                  <c:v>43817</c:v>
                </c:pt>
                <c:pt idx="2425">
                  <c:v>43818</c:v>
                </c:pt>
                <c:pt idx="2426">
                  <c:v>43819</c:v>
                </c:pt>
                <c:pt idx="2427">
                  <c:v>43822</c:v>
                </c:pt>
                <c:pt idx="2428">
                  <c:v>43823</c:v>
                </c:pt>
                <c:pt idx="2429">
                  <c:v>43825</c:v>
                </c:pt>
                <c:pt idx="2430">
                  <c:v>43826</c:v>
                </c:pt>
                <c:pt idx="2431">
                  <c:v>43829</c:v>
                </c:pt>
                <c:pt idx="2432">
                  <c:v>43832</c:v>
                </c:pt>
                <c:pt idx="2433">
                  <c:v>43833</c:v>
                </c:pt>
                <c:pt idx="2434">
                  <c:v>43836</c:v>
                </c:pt>
                <c:pt idx="2435">
                  <c:v>43837</c:v>
                </c:pt>
                <c:pt idx="2436">
                  <c:v>43838</c:v>
                </c:pt>
                <c:pt idx="2437">
                  <c:v>43839</c:v>
                </c:pt>
                <c:pt idx="2438">
                  <c:v>43840</c:v>
                </c:pt>
                <c:pt idx="2439">
                  <c:v>43843</c:v>
                </c:pt>
                <c:pt idx="2440">
                  <c:v>43844</c:v>
                </c:pt>
                <c:pt idx="2441">
                  <c:v>43845</c:v>
                </c:pt>
                <c:pt idx="2442">
                  <c:v>43846</c:v>
                </c:pt>
                <c:pt idx="2443">
                  <c:v>43847</c:v>
                </c:pt>
                <c:pt idx="2444">
                  <c:v>43850</c:v>
                </c:pt>
                <c:pt idx="2445">
                  <c:v>43851</c:v>
                </c:pt>
                <c:pt idx="2446">
                  <c:v>43852</c:v>
                </c:pt>
                <c:pt idx="2447">
                  <c:v>43853</c:v>
                </c:pt>
                <c:pt idx="2448">
                  <c:v>43858</c:v>
                </c:pt>
                <c:pt idx="2449">
                  <c:v>43859</c:v>
                </c:pt>
                <c:pt idx="2450">
                  <c:v>43860</c:v>
                </c:pt>
                <c:pt idx="2451">
                  <c:v>43861</c:v>
                </c:pt>
                <c:pt idx="2452">
                  <c:v>43864</c:v>
                </c:pt>
                <c:pt idx="2453">
                  <c:v>43865</c:v>
                </c:pt>
                <c:pt idx="2454">
                  <c:v>43866</c:v>
                </c:pt>
                <c:pt idx="2455">
                  <c:v>43867</c:v>
                </c:pt>
                <c:pt idx="2456">
                  <c:v>43868</c:v>
                </c:pt>
                <c:pt idx="2457">
                  <c:v>43871</c:v>
                </c:pt>
                <c:pt idx="2458">
                  <c:v>43872</c:v>
                </c:pt>
                <c:pt idx="2459">
                  <c:v>43873</c:v>
                </c:pt>
                <c:pt idx="2460">
                  <c:v>43874</c:v>
                </c:pt>
                <c:pt idx="2461">
                  <c:v>43875</c:v>
                </c:pt>
                <c:pt idx="2462">
                  <c:v>43878</c:v>
                </c:pt>
                <c:pt idx="2463">
                  <c:v>43879</c:v>
                </c:pt>
                <c:pt idx="2464">
                  <c:v>43880</c:v>
                </c:pt>
                <c:pt idx="2465">
                  <c:v>43881</c:v>
                </c:pt>
                <c:pt idx="2466">
                  <c:v>43882</c:v>
                </c:pt>
                <c:pt idx="2467">
                  <c:v>43885</c:v>
                </c:pt>
                <c:pt idx="2468">
                  <c:v>43886</c:v>
                </c:pt>
                <c:pt idx="2469">
                  <c:v>43887</c:v>
                </c:pt>
                <c:pt idx="2470">
                  <c:v>43888</c:v>
                </c:pt>
                <c:pt idx="2471">
                  <c:v>43889</c:v>
                </c:pt>
                <c:pt idx="2472">
                  <c:v>43892</c:v>
                </c:pt>
                <c:pt idx="2473">
                  <c:v>43893</c:v>
                </c:pt>
                <c:pt idx="2474">
                  <c:v>43894</c:v>
                </c:pt>
                <c:pt idx="2475">
                  <c:v>43895</c:v>
                </c:pt>
                <c:pt idx="2476">
                  <c:v>43896</c:v>
                </c:pt>
                <c:pt idx="2477">
                  <c:v>43899</c:v>
                </c:pt>
                <c:pt idx="2478">
                  <c:v>43900</c:v>
                </c:pt>
                <c:pt idx="2479">
                  <c:v>43901</c:v>
                </c:pt>
                <c:pt idx="2480">
                  <c:v>43902</c:v>
                </c:pt>
                <c:pt idx="2481">
                  <c:v>43903</c:v>
                </c:pt>
                <c:pt idx="2482">
                  <c:v>43906</c:v>
                </c:pt>
                <c:pt idx="2483">
                  <c:v>43907</c:v>
                </c:pt>
                <c:pt idx="2484">
                  <c:v>43908</c:v>
                </c:pt>
                <c:pt idx="2485">
                  <c:v>43909</c:v>
                </c:pt>
                <c:pt idx="2486">
                  <c:v>43910</c:v>
                </c:pt>
                <c:pt idx="2487">
                  <c:v>43913</c:v>
                </c:pt>
                <c:pt idx="2488">
                  <c:v>43914</c:v>
                </c:pt>
                <c:pt idx="2489">
                  <c:v>43915</c:v>
                </c:pt>
                <c:pt idx="2490">
                  <c:v>43916</c:v>
                </c:pt>
                <c:pt idx="2491">
                  <c:v>43917</c:v>
                </c:pt>
                <c:pt idx="2492">
                  <c:v>43920</c:v>
                </c:pt>
                <c:pt idx="2493">
                  <c:v>43921</c:v>
                </c:pt>
                <c:pt idx="2494">
                  <c:v>43922</c:v>
                </c:pt>
                <c:pt idx="2495">
                  <c:v>43923</c:v>
                </c:pt>
                <c:pt idx="2496">
                  <c:v>43924</c:v>
                </c:pt>
                <c:pt idx="2497">
                  <c:v>43927</c:v>
                </c:pt>
                <c:pt idx="2498">
                  <c:v>43928</c:v>
                </c:pt>
                <c:pt idx="2499">
                  <c:v>43929</c:v>
                </c:pt>
                <c:pt idx="2500">
                  <c:v>43930</c:v>
                </c:pt>
                <c:pt idx="2501">
                  <c:v>43931</c:v>
                </c:pt>
                <c:pt idx="2502">
                  <c:v>43934</c:v>
                </c:pt>
              </c:numCache>
            </c:numRef>
          </c:cat>
          <c:val>
            <c:numRef>
              <c:f>Sheet2!$BM$18:$BM$2520</c:f>
              <c:numCache>
                <c:formatCode>#,##0</c:formatCode>
                <c:ptCount val="2503"/>
                <c:pt idx="0">
                  <c:v>10165</c:v>
                </c:pt>
                <c:pt idx="1">
                  <c:v>10165</c:v>
                </c:pt>
                <c:pt idx="2">
                  <c:v>9935</c:v>
                </c:pt>
                <c:pt idx="3">
                  <c:v>9605</c:v>
                </c:pt>
                <c:pt idx="4">
                  <c:v>9675</c:v>
                </c:pt>
                <c:pt idx="5">
                  <c:v>9970</c:v>
                </c:pt>
                <c:pt idx="6">
                  <c:v>10000</c:v>
                </c:pt>
                <c:pt idx="7">
                  <c:v>9980</c:v>
                </c:pt>
                <c:pt idx="8">
                  <c:v>10245</c:v>
                </c:pt>
                <c:pt idx="9">
                  <c:v>10605</c:v>
                </c:pt>
                <c:pt idx="10">
                  <c:v>10555</c:v>
                </c:pt>
                <c:pt idx="11">
                  <c:v>10540</c:v>
                </c:pt>
                <c:pt idx="12">
                  <c:v>10475</c:v>
                </c:pt>
                <c:pt idx="13">
                  <c:v>10525</c:v>
                </c:pt>
                <c:pt idx="14">
                  <c:v>10315</c:v>
                </c:pt>
                <c:pt idx="15">
                  <c:v>10340</c:v>
                </c:pt>
                <c:pt idx="16">
                  <c:v>10780</c:v>
                </c:pt>
                <c:pt idx="17">
                  <c:v>10675</c:v>
                </c:pt>
                <c:pt idx="18">
                  <c:v>10825</c:v>
                </c:pt>
                <c:pt idx="19">
                  <c:v>10580</c:v>
                </c:pt>
                <c:pt idx="20">
                  <c:v>10765</c:v>
                </c:pt>
                <c:pt idx="21">
                  <c:v>10765</c:v>
                </c:pt>
                <c:pt idx="22">
                  <c:v>10835</c:v>
                </c:pt>
                <c:pt idx="23">
                  <c:v>10900</c:v>
                </c:pt>
                <c:pt idx="24">
                  <c:v>10850</c:v>
                </c:pt>
                <c:pt idx="25">
                  <c:v>10980</c:v>
                </c:pt>
                <c:pt idx="26">
                  <c:v>10885</c:v>
                </c:pt>
                <c:pt idx="27">
                  <c:v>11245</c:v>
                </c:pt>
                <c:pt idx="28">
                  <c:v>11370</c:v>
                </c:pt>
                <c:pt idx="29">
                  <c:v>11485</c:v>
                </c:pt>
                <c:pt idx="30">
                  <c:v>11480</c:v>
                </c:pt>
                <c:pt idx="31">
                  <c:v>11455</c:v>
                </c:pt>
                <c:pt idx="32">
                  <c:v>11495</c:v>
                </c:pt>
                <c:pt idx="33">
                  <c:v>11400</c:v>
                </c:pt>
                <c:pt idx="34">
                  <c:v>11210</c:v>
                </c:pt>
                <c:pt idx="35">
                  <c:v>11175</c:v>
                </c:pt>
                <c:pt idx="36">
                  <c:v>11510</c:v>
                </c:pt>
                <c:pt idx="37">
                  <c:v>11575</c:v>
                </c:pt>
                <c:pt idx="38">
                  <c:v>11410</c:v>
                </c:pt>
                <c:pt idx="39">
                  <c:v>11020</c:v>
                </c:pt>
                <c:pt idx="40">
                  <c:v>11165</c:v>
                </c:pt>
                <c:pt idx="41">
                  <c:v>11550</c:v>
                </c:pt>
                <c:pt idx="42">
                  <c:v>11410</c:v>
                </c:pt>
                <c:pt idx="43">
                  <c:v>11385</c:v>
                </c:pt>
                <c:pt idx="44">
                  <c:v>11630</c:v>
                </c:pt>
                <c:pt idx="45">
                  <c:v>11605</c:v>
                </c:pt>
                <c:pt idx="46">
                  <c:v>11300</c:v>
                </c:pt>
                <c:pt idx="47">
                  <c:v>11295</c:v>
                </c:pt>
                <c:pt idx="48">
                  <c:v>11455</c:v>
                </c:pt>
                <c:pt idx="49">
                  <c:v>11140</c:v>
                </c:pt>
                <c:pt idx="50">
                  <c:v>11115</c:v>
                </c:pt>
                <c:pt idx="51">
                  <c:v>10620</c:v>
                </c:pt>
                <c:pt idx="52">
                  <c:v>10135</c:v>
                </c:pt>
                <c:pt idx="53">
                  <c:v>10500</c:v>
                </c:pt>
                <c:pt idx="54">
                  <c:v>10355</c:v>
                </c:pt>
                <c:pt idx="55">
                  <c:v>10310</c:v>
                </c:pt>
                <c:pt idx="56">
                  <c:v>10695</c:v>
                </c:pt>
                <c:pt idx="57">
                  <c:v>10685</c:v>
                </c:pt>
                <c:pt idx="58">
                  <c:v>10160</c:v>
                </c:pt>
                <c:pt idx="59">
                  <c:v>10095</c:v>
                </c:pt>
                <c:pt idx="60">
                  <c:v>9845</c:v>
                </c:pt>
                <c:pt idx="61">
                  <c:v>9565</c:v>
                </c:pt>
                <c:pt idx="62">
                  <c:v>9635</c:v>
                </c:pt>
                <c:pt idx="63">
                  <c:v>9120</c:v>
                </c:pt>
                <c:pt idx="64">
                  <c:v>9250</c:v>
                </c:pt>
                <c:pt idx="65">
                  <c:v>9570</c:v>
                </c:pt>
                <c:pt idx="66">
                  <c:v>9800</c:v>
                </c:pt>
                <c:pt idx="67">
                  <c:v>9950</c:v>
                </c:pt>
                <c:pt idx="68">
                  <c:v>9890</c:v>
                </c:pt>
                <c:pt idx="69">
                  <c:v>10340</c:v>
                </c:pt>
                <c:pt idx="70">
                  <c:v>10360</c:v>
                </c:pt>
                <c:pt idx="71">
                  <c:v>10005</c:v>
                </c:pt>
                <c:pt idx="72">
                  <c:v>10205</c:v>
                </c:pt>
                <c:pt idx="73">
                  <c:v>10090</c:v>
                </c:pt>
                <c:pt idx="74">
                  <c:v>10200</c:v>
                </c:pt>
                <c:pt idx="75">
                  <c:v>10500</c:v>
                </c:pt>
                <c:pt idx="76">
                  <c:v>10720</c:v>
                </c:pt>
                <c:pt idx="77">
                  <c:v>10740</c:v>
                </c:pt>
                <c:pt idx="78">
                  <c:v>10900</c:v>
                </c:pt>
                <c:pt idx="79">
                  <c:v>10905</c:v>
                </c:pt>
                <c:pt idx="80">
                  <c:v>10930</c:v>
                </c:pt>
                <c:pt idx="81">
                  <c:v>11295</c:v>
                </c:pt>
                <c:pt idx="82">
                  <c:v>11180</c:v>
                </c:pt>
                <c:pt idx="83">
                  <c:v>11075</c:v>
                </c:pt>
                <c:pt idx="84">
                  <c:v>11225</c:v>
                </c:pt>
                <c:pt idx="85">
                  <c:v>11060</c:v>
                </c:pt>
                <c:pt idx="86">
                  <c:v>11115</c:v>
                </c:pt>
                <c:pt idx="87">
                  <c:v>10810</c:v>
                </c:pt>
                <c:pt idx="88">
                  <c:v>10590</c:v>
                </c:pt>
                <c:pt idx="89">
                  <c:v>10380</c:v>
                </c:pt>
                <c:pt idx="90">
                  <c:v>10240</c:v>
                </c:pt>
                <c:pt idx="91">
                  <c:v>10300</c:v>
                </c:pt>
                <c:pt idx="92">
                  <c:v>10375</c:v>
                </c:pt>
                <c:pt idx="93">
                  <c:v>10260</c:v>
                </c:pt>
                <c:pt idx="94">
                  <c:v>10630</c:v>
                </c:pt>
                <c:pt idx="95">
                  <c:v>10965</c:v>
                </c:pt>
                <c:pt idx="96">
                  <c:v>11050</c:v>
                </c:pt>
                <c:pt idx="97">
                  <c:v>11155</c:v>
                </c:pt>
                <c:pt idx="98">
                  <c:v>11480</c:v>
                </c:pt>
                <c:pt idx="99">
                  <c:v>11380</c:v>
                </c:pt>
                <c:pt idx="100">
                  <c:v>11180</c:v>
                </c:pt>
                <c:pt idx="101">
                  <c:v>11000</c:v>
                </c:pt>
                <c:pt idx="102">
                  <c:v>11055</c:v>
                </c:pt>
                <c:pt idx="103">
                  <c:v>11280</c:v>
                </c:pt>
                <c:pt idx="104">
                  <c:v>11110</c:v>
                </c:pt>
                <c:pt idx="105">
                  <c:v>11400</c:v>
                </c:pt>
                <c:pt idx="106">
                  <c:v>11560</c:v>
                </c:pt>
                <c:pt idx="107">
                  <c:v>11555</c:v>
                </c:pt>
                <c:pt idx="108">
                  <c:v>11680</c:v>
                </c:pt>
                <c:pt idx="109">
                  <c:v>11610</c:v>
                </c:pt>
                <c:pt idx="110">
                  <c:v>11410</c:v>
                </c:pt>
                <c:pt idx="111">
                  <c:v>11740</c:v>
                </c:pt>
                <c:pt idx="112">
                  <c:v>11840</c:v>
                </c:pt>
                <c:pt idx="113">
                  <c:v>11775</c:v>
                </c:pt>
                <c:pt idx="114">
                  <c:v>11760</c:v>
                </c:pt>
                <c:pt idx="115">
                  <c:v>11725</c:v>
                </c:pt>
                <c:pt idx="116">
                  <c:v>11795</c:v>
                </c:pt>
                <c:pt idx="117">
                  <c:v>11670</c:v>
                </c:pt>
                <c:pt idx="118">
                  <c:v>11280</c:v>
                </c:pt>
                <c:pt idx="119">
                  <c:v>10870</c:v>
                </c:pt>
                <c:pt idx="120">
                  <c:v>11105</c:v>
                </c:pt>
                <c:pt idx="121">
                  <c:v>11055</c:v>
                </c:pt>
                <c:pt idx="122">
                  <c:v>11255</c:v>
                </c:pt>
                <c:pt idx="123">
                  <c:v>11325</c:v>
                </c:pt>
                <c:pt idx="124">
                  <c:v>11650</c:v>
                </c:pt>
                <c:pt idx="125">
                  <c:v>11540</c:v>
                </c:pt>
                <c:pt idx="126">
                  <c:v>11500</c:v>
                </c:pt>
                <c:pt idx="127">
                  <c:v>11350</c:v>
                </c:pt>
                <c:pt idx="128">
                  <c:v>11020</c:v>
                </c:pt>
                <c:pt idx="129">
                  <c:v>10960</c:v>
                </c:pt>
                <c:pt idx="130">
                  <c:v>10930</c:v>
                </c:pt>
                <c:pt idx="131">
                  <c:v>11370</c:v>
                </c:pt>
                <c:pt idx="132">
                  <c:v>11040</c:v>
                </c:pt>
                <c:pt idx="133">
                  <c:v>11365</c:v>
                </c:pt>
                <c:pt idx="134">
                  <c:v>11520</c:v>
                </c:pt>
                <c:pt idx="135">
                  <c:v>11530</c:v>
                </c:pt>
                <c:pt idx="136">
                  <c:v>11705</c:v>
                </c:pt>
                <c:pt idx="137">
                  <c:v>11625</c:v>
                </c:pt>
                <c:pt idx="138">
                  <c:v>11485</c:v>
                </c:pt>
                <c:pt idx="139">
                  <c:v>11570</c:v>
                </c:pt>
                <c:pt idx="140">
                  <c:v>11820</c:v>
                </c:pt>
                <c:pt idx="141">
                  <c:v>12045</c:v>
                </c:pt>
                <c:pt idx="142">
                  <c:v>12030</c:v>
                </c:pt>
                <c:pt idx="143">
                  <c:v>12100</c:v>
                </c:pt>
                <c:pt idx="144">
                  <c:v>11945</c:v>
                </c:pt>
                <c:pt idx="145">
                  <c:v>12160</c:v>
                </c:pt>
                <c:pt idx="146">
                  <c:v>12160</c:v>
                </c:pt>
                <c:pt idx="147">
                  <c:v>12280</c:v>
                </c:pt>
                <c:pt idx="148">
                  <c:v>12475</c:v>
                </c:pt>
                <c:pt idx="149">
                  <c:v>12455</c:v>
                </c:pt>
                <c:pt idx="150">
                  <c:v>12615</c:v>
                </c:pt>
                <c:pt idx="151">
                  <c:v>12630</c:v>
                </c:pt>
                <c:pt idx="152">
                  <c:v>12765</c:v>
                </c:pt>
                <c:pt idx="153">
                  <c:v>12740</c:v>
                </c:pt>
                <c:pt idx="154">
                  <c:v>12790</c:v>
                </c:pt>
                <c:pt idx="155">
                  <c:v>13150</c:v>
                </c:pt>
                <c:pt idx="156">
                  <c:v>13080</c:v>
                </c:pt>
                <c:pt idx="157">
                  <c:v>13005</c:v>
                </c:pt>
                <c:pt idx="158">
                  <c:v>12900</c:v>
                </c:pt>
                <c:pt idx="159">
                  <c:v>12575</c:v>
                </c:pt>
                <c:pt idx="160">
                  <c:v>12675</c:v>
                </c:pt>
                <c:pt idx="161">
                  <c:v>13005</c:v>
                </c:pt>
                <c:pt idx="162">
                  <c:v>13055</c:v>
                </c:pt>
                <c:pt idx="163">
                  <c:v>12595</c:v>
                </c:pt>
                <c:pt idx="164">
                  <c:v>12365</c:v>
                </c:pt>
                <c:pt idx="165">
                  <c:v>12505</c:v>
                </c:pt>
                <c:pt idx="166">
                  <c:v>12590</c:v>
                </c:pt>
                <c:pt idx="167">
                  <c:v>12895</c:v>
                </c:pt>
                <c:pt idx="168">
                  <c:v>13165</c:v>
                </c:pt>
                <c:pt idx="169">
                  <c:v>13190</c:v>
                </c:pt>
                <c:pt idx="170">
                  <c:v>12955</c:v>
                </c:pt>
                <c:pt idx="171">
                  <c:v>12975</c:v>
                </c:pt>
                <c:pt idx="172">
                  <c:v>12595</c:v>
                </c:pt>
                <c:pt idx="173">
                  <c:v>13085</c:v>
                </c:pt>
                <c:pt idx="174">
                  <c:v>13100</c:v>
                </c:pt>
                <c:pt idx="175">
                  <c:v>13360</c:v>
                </c:pt>
                <c:pt idx="176">
                  <c:v>13460</c:v>
                </c:pt>
                <c:pt idx="177">
                  <c:v>13465</c:v>
                </c:pt>
                <c:pt idx="178">
                  <c:v>13550</c:v>
                </c:pt>
                <c:pt idx="179">
                  <c:v>13595</c:v>
                </c:pt>
                <c:pt idx="180">
                  <c:v>13930</c:v>
                </c:pt>
                <c:pt idx="181">
                  <c:v>13870</c:v>
                </c:pt>
                <c:pt idx="182">
                  <c:v>13225</c:v>
                </c:pt>
                <c:pt idx="183">
                  <c:v>13265</c:v>
                </c:pt>
                <c:pt idx="184">
                  <c:v>13070</c:v>
                </c:pt>
                <c:pt idx="185">
                  <c:v>13045</c:v>
                </c:pt>
                <c:pt idx="186">
                  <c:v>13470</c:v>
                </c:pt>
                <c:pt idx="187">
                  <c:v>13620</c:v>
                </c:pt>
                <c:pt idx="188">
                  <c:v>13755</c:v>
                </c:pt>
                <c:pt idx="189">
                  <c:v>13505</c:v>
                </c:pt>
                <c:pt idx="190">
                  <c:v>13540</c:v>
                </c:pt>
                <c:pt idx="191">
                  <c:v>13560</c:v>
                </c:pt>
                <c:pt idx="192">
                  <c:v>13250</c:v>
                </c:pt>
                <c:pt idx="193">
                  <c:v>13170</c:v>
                </c:pt>
                <c:pt idx="194">
                  <c:v>13340</c:v>
                </c:pt>
                <c:pt idx="195">
                  <c:v>13575</c:v>
                </c:pt>
                <c:pt idx="196">
                  <c:v>13865</c:v>
                </c:pt>
                <c:pt idx="197">
                  <c:v>14075</c:v>
                </c:pt>
                <c:pt idx="198">
                  <c:v>14085</c:v>
                </c:pt>
                <c:pt idx="199">
                  <c:v>14210</c:v>
                </c:pt>
                <c:pt idx="200">
                  <c:v>14080</c:v>
                </c:pt>
                <c:pt idx="201">
                  <c:v>14520</c:v>
                </c:pt>
                <c:pt idx="202">
                  <c:v>14565</c:v>
                </c:pt>
                <c:pt idx="203">
                  <c:v>14790</c:v>
                </c:pt>
                <c:pt idx="204">
                  <c:v>14890</c:v>
                </c:pt>
                <c:pt idx="205">
                  <c:v>14935</c:v>
                </c:pt>
                <c:pt idx="206">
                  <c:v>14885</c:v>
                </c:pt>
                <c:pt idx="207">
                  <c:v>15170</c:v>
                </c:pt>
                <c:pt idx="208">
                  <c:v>15160</c:v>
                </c:pt>
                <c:pt idx="209">
                  <c:v>15465</c:v>
                </c:pt>
                <c:pt idx="210">
                  <c:v>15495</c:v>
                </c:pt>
                <c:pt idx="211">
                  <c:v>15450</c:v>
                </c:pt>
                <c:pt idx="212">
                  <c:v>15360</c:v>
                </c:pt>
                <c:pt idx="213">
                  <c:v>15290</c:v>
                </c:pt>
                <c:pt idx="214">
                  <c:v>15520</c:v>
                </c:pt>
                <c:pt idx="215">
                  <c:v>15815</c:v>
                </c:pt>
                <c:pt idx="216">
                  <c:v>15965</c:v>
                </c:pt>
                <c:pt idx="217">
                  <c:v>16190</c:v>
                </c:pt>
                <c:pt idx="218">
                  <c:v>16405</c:v>
                </c:pt>
                <c:pt idx="219">
                  <c:v>16425</c:v>
                </c:pt>
                <c:pt idx="220">
                  <c:v>16295</c:v>
                </c:pt>
                <c:pt idx="221">
                  <c:v>16440</c:v>
                </c:pt>
                <c:pt idx="222">
                  <c:v>16240</c:v>
                </c:pt>
                <c:pt idx="223">
                  <c:v>16325</c:v>
                </c:pt>
                <c:pt idx="224">
                  <c:v>16435</c:v>
                </c:pt>
                <c:pt idx="225">
                  <c:v>16510</c:v>
                </c:pt>
                <c:pt idx="226">
                  <c:v>16655</c:v>
                </c:pt>
                <c:pt idx="227">
                  <c:v>16560</c:v>
                </c:pt>
                <c:pt idx="228">
                  <c:v>16485</c:v>
                </c:pt>
                <c:pt idx="229">
                  <c:v>16790</c:v>
                </c:pt>
                <c:pt idx="230">
                  <c:v>16620</c:v>
                </c:pt>
                <c:pt idx="231">
                  <c:v>16030</c:v>
                </c:pt>
                <c:pt idx="232">
                  <c:v>16170</c:v>
                </c:pt>
                <c:pt idx="233">
                  <c:v>16325</c:v>
                </c:pt>
                <c:pt idx="234">
                  <c:v>16700</c:v>
                </c:pt>
                <c:pt idx="235">
                  <c:v>16745</c:v>
                </c:pt>
                <c:pt idx="236">
                  <c:v>16650</c:v>
                </c:pt>
                <c:pt idx="237">
                  <c:v>16150</c:v>
                </c:pt>
                <c:pt idx="238">
                  <c:v>16150</c:v>
                </c:pt>
                <c:pt idx="239">
                  <c:v>16245</c:v>
                </c:pt>
                <c:pt idx="240">
                  <c:v>16030</c:v>
                </c:pt>
                <c:pt idx="241">
                  <c:v>15640</c:v>
                </c:pt>
                <c:pt idx="242">
                  <c:v>15180</c:v>
                </c:pt>
                <c:pt idx="243">
                  <c:v>14695</c:v>
                </c:pt>
                <c:pt idx="244">
                  <c:v>15150</c:v>
                </c:pt>
                <c:pt idx="245">
                  <c:v>15120</c:v>
                </c:pt>
                <c:pt idx="246">
                  <c:v>14875</c:v>
                </c:pt>
                <c:pt idx="247">
                  <c:v>14640</c:v>
                </c:pt>
                <c:pt idx="248">
                  <c:v>15145</c:v>
                </c:pt>
                <c:pt idx="249">
                  <c:v>14965</c:v>
                </c:pt>
                <c:pt idx="250">
                  <c:v>14475</c:v>
                </c:pt>
                <c:pt idx="251">
                  <c:v>14480</c:v>
                </c:pt>
                <c:pt idx="252">
                  <c:v>14275</c:v>
                </c:pt>
                <c:pt idx="253">
                  <c:v>14425</c:v>
                </c:pt>
                <c:pt idx="254">
                  <c:v>14150</c:v>
                </c:pt>
                <c:pt idx="255">
                  <c:v>13940</c:v>
                </c:pt>
                <c:pt idx="256">
                  <c:v>14505</c:v>
                </c:pt>
                <c:pt idx="257">
                  <c:v>15090</c:v>
                </c:pt>
                <c:pt idx="258">
                  <c:v>14600</c:v>
                </c:pt>
                <c:pt idx="259">
                  <c:v>14855</c:v>
                </c:pt>
                <c:pt idx="260">
                  <c:v>14855</c:v>
                </c:pt>
                <c:pt idx="261">
                  <c:v>14585</c:v>
                </c:pt>
                <c:pt idx="262">
                  <c:v>14150</c:v>
                </c:pt>
                <c:pt idx="263">
                  <c:v>14530</c:v>
                </c:pt>
                <c:pt idx="264">
                  <c:v>13900</c:v>
                </c:pt>
                <c:pt idx="265">
                  <c:v>14360</c:v>
                </c:pt>
                <c:pt idx="266">
                  <c:v>14430</c:v>
                </c:pt>
                <c:pt idx="267">
                  <c:v>14695</c:v>
                </c:pt>
                <c:pt idx="268">
                  <c:v>14930</c:v>
                </c:pt>
                <c:pt idx="269">
                  <c:v>15065</c:v>
                </c:pt>
                <c:pt idx="270">
                  <c:v>15045</c:v>
                </c:pt>
                <c:pt idx="271">
                  <c:v>15455</c:v>
                </c:pt>
                <c:pt idx="272">
                  <c:v>15790</c:v>
                </c:pt>
                <c:pt idx="273">
                  <c:v>15815</c:v>
                </c:pt>
                <c:pt idx="274">
                  <c:v>16050</c:v>
                </c:pt>
                <c:pt idx="275">
                  <c:v>16420</c:v>
                </c:pt>
                <c:pt idx="276">
                  <c:v>16580</c:v>
                </c:pt>
                <c:pt idx="277">
                  <c:v>16810</c:v>
                </c:pt>
                <c:pt idx="278">
                  <c:v>16770</c:v>
                </c:pt>
                <c:pt idx="279">
                  <c:v>16990</c:v>
                </c:pt>
                <c:pt idx="280">
                  <c:v>16890</c:v>
                </c:pt>
                <c:pt idx="281">
                  <c:v>16795</c:v>
                </c:pt>
                <c:pt idx="282">
                  <c:v>16835</c:v>
                </c:pt>
                <c:pt idx="283">
                  <c:v>16755</c:v>
                </c:pt>
                <c:pt idx="284">
                  <c:v>16235</c:v>
                </c:pt>
                <c:pt idx="285">
                  <c:v>16730</c:v>
                </c:pt>
                <c:pt idx="286">
                  <c:v>17000</c:v>
                </c:pt>
                <c:pt idx="287">
                  <c:v>17010</c:v>
                </c:pt>
                <c:pt idx="288">
                  <c:v>16925</c:v>
                </c:pt>
                <c:pt idx="289">
                  <c:v>16685</c:v>
                </c:pt>
                <c:pt idx="290">
                  <c:v>17485</c:v>
                </c:pt>
                <c:pt idx="291">
                  <c:v>18100</c:v>
                </c:pt>
                <c:pt idx="292">
                  <c:v>18045</c:v>
                </c:pt>
                <c:pt idx="293">
                  <c:v>18220</c:v>
                </c:pt>
                <c:pt idx="294">
                  <c:v>18095</c:v>
                </c:pt>
                <c:pt idx="295">
                  <c:v>18140</c:v>
                </c:pt>
                <c:pt idx="296">
                  <c:v>18105</c:v>
                </c:pt>
                <c:pt idx="297">
                  <c:v>17890</c:v>
                </c:pt>
                <c:pt idx="298">
                  <c:v>18575</c:v>
                </c:pt>
                <c:pt idx="299">
                  <c:v>18055</c:v>
                </c:pt>
                <c:pt idx="300">
                  <c:v>17670</c:v>
                </c:pt>
                <c:pt idx="301">
                  <c:v>17095</c:v>
                </c:pt>
                <c:pt idx="302">
                  <c:v>16890</c:v>
                </c:pt>
                <c:pt idx="303">
                  <c:v>17275</c:v>
                </c:pt>
                <c:pt idx="304">
                  <c:v>16650</c:v>
                </c:pt>
                <c:pt idx="305">
                  <c:v>16520</c:v>
                </c:pt>
                <c:pt idx="306">
                  <c:v>16240</c:v>
                </c:pt>
                <c:pt idx="307">
                  <c:v>16230</c:v>
                </c:pt>
                <c:pt idx="308">
                  <c:v>16795</c:v>
                </c:pt>
                <c:pt idx="309">
                  <c:v>16130</c:v>
                </c:pt>
                <c:pt idx="310">
                  <c:v>16385</c:v>
                </c:pt>
                <c:pt idx="311">
                  <c:v>15585</c:v>
                </c:pt>
                <c:pt idx="312">
                  <c:v>15595</c:v>
                </c:pt>
                <c:pt idx="313">
                  <c:v>15245</c:v>
                </c:pt>
                <c:pt idx="314">
                  <c:v>16135</c:v>
                </c:pt>
                <c:pt idx="315">
                  <c:v>16200</c:v>
                </c:pt>
                <c:pt idx="316">
                  <c:v>16090</c:v>
                </c:pt>
                <c:pt idx="317">
                  <c:v>16915</c:v>
                </c:pt>
                <c:pt idx="318">
                  <c:v>16910</c:v>
                </c:pt>
                <c:pt idx="319">
                  <c:v>16395</c:v>
                </c:pt>
                <c:pt idx="320">
                  <c:v>16420</c:v>
                </c:pt>
                <c:pt idx="321">
                  <c:v>16250</c:v>
                </c:pt>
                <c:pt idx="322">
                  <c:v>15885</c:v>
                </c:pt>
                <c:pt idx="323">
                  <c:v>15720</c:v>
                </c:pt>
                <c:pt idx="324">
                  <c:v>15275</c:v>
                </c:pt>
                <c:pt idx="325">
                  <c:v>15345</c:v>
                </c:pt>
                <c:pt idx="326">
                  <c:v>15800</c:v>
                </c:pt>
                <c:pt idx="327">
                  <c:v>15900</c:v>
                </c:pt>
                <c:pt idx="328">
                  <c:v>15210</c:v>
                </c:pt>
                <c:pt idx="329">
                  <c:v>14950</c:v>
                </c:pt>
                <c:pt idx="330">
                  <c:v>14740</c:v>
                </c:pt>
                <c:pt idx="331">
                  <c:v>15200</c:v>
                </c:pt>
                <c:pt idx="332">
                  <c:v>15455</c:v>
                </c:pt>
                <c:pt idx="333">
                  <c:v>15255</c:v>
                </c:pt>
                <c:pt idx="334">
                  <c:v>15820</c:v>
                </c:pt>
                <c:pt idx="335">
                  <c:v>15440</c:v>
                </c:pt>
                <c:pt idx="336">
                  <c:v>15380</c:v>
                </c:pt>
                <c:pt idx="337">
                  <c:v>15885</c:v>
                </c:pt>
                <c:pt idx="338">
                  <c:v>15915</c:v>
                </c:pt>
                <c:pt idx="339">
                  <c:v>16325</c:v>
                </c:pt>
                <c:pt idx="340">
                  <c:v>16720</c:v>
                </c:pt>
                <c:pt idx="341">
                  <c:v>17000</c:v>
                </c:pt>
                <c:pt idx="342">
                  <c:v>17100</c:v>
                </c:pt>
                <c:pt idx="343">
                  <c:v>17240</c:v>
                </c:pt>
                <c:pt idx="344">
                  <c:v>17205</c:v>
                </c:pt>
                <c:pt idx="345">
                  <c:v>16795</c:v>
                </c:pt>
                <c:pt idx="346">
                  <c:v>16035</c:v>
                </c:pt>
                <c:pt idx="347">
                  <c:v>16245</c:v>
                </c:pt>
                <c:pt idx="348">
                  <c:v>16160</c:v>
                </c:pt>
                <c:pt idx="349">
                  <c:v>16385</c:v>
                </c:pt>
                <c:pt idx="350">
                  <c:v>16025</c:v>
                </c:pt>
                <c:pt idx="351">
                  <c:v>16045</c:v>
                </c:pt>
                <c:pt idx="352">
                  <c:v>16530</c:v>
                </c:pt>
                <c:pt idx="353">
                  <c:v>16370</c:v>
                </c:pt>
                <c:pt idx="354">
                  <c:v>16750</c:v>
                </c:pt>
                <c:pt idx="355">
                  <c:v>16410</c:v>
                </c:pt>
                <c:pt idx="356">
                  <c:v>16680</c:v>
                </c:pt>
                <c:pt idx="357">
                  <c:v>16775</c:v>
                </c:pt>
                <c:pt idx="358">
                  <c:v>16415</c:v>
                </c:pt>
                <c:pt idx="359">
                  <c:v>16075</c:v>
                </c:pt>
                <c:pt idx="360">
                  <c:v>16680</c:v>
                </c:pt>
                <c:pt idx="361">
                  <c:v>15855</c:v>
                </c:pt>
                <c:pt idx="362">
                  <c:v>14940</c:v>
                </c:pt>
                <c:pt idx="363">
                  <c:v>14240</c:v>
                </c:pt>
                <c:pt idx="364">
                  <c:v>13200</c:v>
                </c:pt>
                <c:pt idx="365">
                  <c:v>12220</c:v>
                </c:pt>
                <c:pt idx="366">
                  <c:v>11400</c:v>
                </c:pt>
                <c:pt idx="367">
                  <c:v>11220</c:v>
                </c:pt>
                <c:pt idx="368">
                  <c:v>11275</c:v>
                </c:pt>
                <c:pt idx="369">
                  <c:v>10945</c:v>
                </c:pt>
                <c:pt idx="370">
                  <c:v>12040</c:v>
                </c:pt>
                <c:pt idx="371">
                  <c:v>12175</c:v>
                </c:pt>
                <c:pt idx="372">
                  <c:v>11635</c:v>
                </c:pt>
                <c:pt idx="373">
                  <c:v>10230</c:v>
                </c:pt>
                <c:pt idx="374">
                  <c:v>9930</c:v>
                </c:pt>
                <c:pt idx="375">
                  <c:v>10655</c:v>
                </c:pt>
                <c:pt idx="376">
                  <c:v>10360</c:v>
                </c:pt>
                <c:pt idx="377">
                  <c:v>10490</c:v>
                </c:pt>
                <c:pt idx="378">
                  <c:v>10700</c:v>
                </c:pt>
                <c:pt idx="379">
                  <c:v>11305</c:v>
                </c:pt>
                <c:pt idx="380">
                  <c:v>11505</c:v>
                </c:pt>
                <c:pt idx="381">
                  <c:v>11940</c:v>
                </c:pt>
                <c:pt idx="382">
                  <c:v>11950</c:v>
                </c:pt>
                <c:pt idx="383">
                  <c:v>11695</c:v>
                </c:pt>
                <c:pt idx="384">
                  <c:v>10745</c:v>
                </c:pt>
                <c:pt idx="385">
                  <c:v>10490</c:v>
                </c:pt>
                <c:pt idx="386">
                  <c:v>11385</c:v>
                </c:pt>
                <c:pt idx="387">
                  <c:v>11430</c:v>
                </c:pt>
                <c:pt idx="388">
                  <c:v>11020</c:v>
                </c:pt>
                <c:pt idx="389">
                  <c:v>10300</c:v>
                </c:pt>
                <c:pt idx="390">
                  <c:v>10610</c:v>
                </c:pt>
                <c:pt idx="391">
                  <c:v>11475</c:v>
                </c:pt>
                <c:pt idx="392">
                  <c:v>11200</c:v>
                </c:pt>
                <c:pt idx="393">
                  <c:v>11460</c:v>
                </c:pt>
                <c:pt idx="394">
                  <c:v>11640</c:v>
                </c:pt>
                <c:pt idx="395">
                  <c:v>10850</c:v>
                </c:pt>
                <c:pt idx="396">
                  <c:v>9705</c:v>
                </c:pt>
                <c:pt idx="397">
                  <c:v>9260</c:v>
                </c:pt>
                <c:pt idx="398">
                  <c:v>10210</c:v>
                </c:pt>
                <c:pt idx="399">
                  <c:v>9995</c:v>
                </c:pt>
                <c:pt idx="400">
                  <c:v>10550</c:v>
                </c:pt>
                <c:pt idx="401">
                  <c:v>10495</c:v>
                </c:pt>
                <c:pt idx="402">
                  <c:v>9800</c:v>
                </c:pt>
                <c:pt idx="403">
                  <c:v>9480</c:v>
                </c:pt>
                <c:pt idx="404">
                  <c:v>9985</c:v>
                </c:pt>
                <c:pt idx="405">
                  <c:v>10535</c:v>
                </c:pt>
                <c:pt idx="406">
                  <c:v>10595</c:v>
                </c:pt>
                <c:pt idx="407">
                  <c:v>10950</c:v>
                </c:pt>
                <c:pt idx="408">
                  <c:v>11125</c:v>
                </c:pt>
                <c:pt idx="409">
                  <c:v>11285</c:v>
                </c:pt>
                <c:pt idx="410">
                  <c:v>11380</c:v>
                </c:pt>
                <c:pt idx="411">
                  <c:v>11730</c:v>
                </c:pt>
                <c:pt idx="412">
                  <c:v>11350</c:v>
                </c:pt>
                <c:pt idx="413">
                  <c:v>11610</c:v>
                </c:pt>
                <c:pt idx="414">
                  <c:v>11015</c:v>
                </c:pt>
                <c:pt idx="415">
                  <c:v>11365</c:v>
                </c:pt>
                <c:pt idx="416">
                  <c:v>12170</c:v>
                </c:pt>
                <c:pt idx="417">
                  <c:v>12065</c:v>
                </c:pt>
                <c:pt idx="418">
                  <c:v>12125</c:v>
                </c:pt>
                <c:pt idx="419">
                  <c:v>12530</c:v>
                </c:pt>
                <c:pt idx="420">
                  <c:v>12635</c:v>
                </c:pt>
                <c:pt idx="421">
                  <c:v>12380</c:v>
                </c:pt>
                <c:pt idx="422">
                  <c:v>12375</c:v>
                </c:pt>
                <c:pt idx="423">
                  <c:v>12180</c:v>
                </c:pt>
                <c:pt idx="424">
                  <c:v>11760</c:v>
                </c:pt>
                <c:pt idx="425">
                  <c:v>12575</c:v>
                </c:pt>
                <c:pt idx="426">
                  <c:v>12385</c:v>
                </c:pt>
                <c:pt idx="427">
                  <c:v>12170</c:v>
                </c:pt>
                <c:pt idx="428">
                  <c:v>12300</c:v>
                </c:pt>
                <c:pt idx="429">
                  <c:v>11150</c:v>
                </c:pt>
                <c:pt idx="430">
                  <c:v>11575</c:v>
                </c:pt>
                <c:pt idx="431">
                  <c:v>12075</c:v>
                </c:pt>
                <c:pt idx="432">
                  <c:v>11890</c:v>
                </c:pt>
                <c:pt idx="433">
                  <c:v>11465</c:v>
                </c:pt>
                <c:pt idx="434">
                  <c:v>11760</c:v>
                </c:pt>
                <c:pt idx="435">
                  <c:v>11210</c:v>
                </c:pt>
                <c:pt idx="436">
                  <c:v>10965</c:v>
                </c:pt>
                <c:pt idx="437">
                  <c:v>11070</c:v>
                </c:pt>
                <c:pt idx="438">
                  <c:v>10530</c:v>
                </c:pt>
                <c:pt idx="439">
                  <c:v>10635</c:v>
                </c:pt>
                <c:pt idx="440">
                  <c:v>10420</c:v>
                </c:pt>
                <c:pt idx="441">
                  <c:v>10975</c:v>
                </c:pt>
                <c:pt idx="442">
                  <c:v>11510</c:v>
                </c:pt>
                <c:pt idx="443">
                  <c:v>11390</c:v>
                </c:pt>
                <c:pt idx="444">
                  <c:v>12360</c:v>
                </c:pt>
                <c:pt idx="445">
                  <c:v>12340</c:v>
                </c:pt>
                <c:pt idx="446">
                  <c:v>12430</c:v>
                </c:pt>
                <c:pt idx="447">
                  <c:v>12170</c:v>
                </c:pt>
                <c:pt idx="448">
                  <c:v>12360</c:v>
                </c:pt>
                <c:pt idx="449">
                  <c:v>12280</c:v>
                </c:pt>
                <c:pt idx="450">
                  <c:v>11665</c:v>
                </c:pt>
                <c:pt idx="451">
                  <c:v>12010</c:v>
                </c:pt>
                <c:pt idx="452">
                  <c:v>11545</c:v>
                </c:pt>
                <c:pt idx="453">
                  <c:v>11465</c:v>
                </c:pt>
                <c:pt idx="454">
                  <c:v>10900</c:v>
                </c:pt>
                <c:pt idx="455">
                  <c:v>11150</c:v>
                </c:pt>
                <c:pt idx="456">
                  <c:v>10435</c:v>
                </c:pt>
                <c:pt idx="457">
                  <c:v>10605</c:v>
                </c:pt>
                <c:pt idx="458">
                  <c:v>11265</c:v>
                </c:pt>
                <c:pt idx="459">
                  <c:v>11270</c:v>
                </c:pt>
                <c:pt idx="460">
                  <c:v>11550</c:v>
                </c:pt>
                <c:pt idx="461">
                  <c:v>11400</c:v>
                </c:pt>
                <c:pt idx="462">
                  <c:v>11160</c:v>
                </c:pt>
                <c:pt idx="463">
                  <c:v>11180</c:v>
                </c:pt>
                <c:pt idx="464">
                  <c:v>11170</c:v>
                </c:pt>
                <c:pt idx="465">
                  <c:v>11220</c:v>
                </c:pt>
                <c:pt idx="466">
                  <c:v>11915</c:v>
                </c:pt>
                <c:pt idx="467">
                  <c:v>11780</c:v>
                </c:pt>
                <c:pt idx="468">
                  <c:v>11755</c:v>
                </c:pt>
                <c:pt idx="469">
                  <c:v>11405</c:v>
                </c:pt>
                <c:pt idx="470">
                  <c:v>11145</c:v>
                </c:pt>
                <c:pt idx="471">
                  <c:v>11545</c:v>
                </c:pt>
                <c:pt idx="472">
                  <c:v>11425</c:v>
                </c:pt>
                <c:pt idx="473">
                  <c:v>11625</c:v>
                </c:pt>
                <c:pt idx="474">
                  <c:v>11855</c:v>
                </c:pt>
                <c:pt idx="475">
                  <c:v>11625</c:v>
                </c:pt>
                <c:pt idx="476">
                  <c:v>12085</c:v>
                </c:pt>
                <c:pt idx="477">
                  <c:v>12055</c:v>
                </c:pt>
                <c:pt idx="478">
                  <c:v>12445</c:v>
                </c:pt>
                <c:pt idx="479">
                  <c:v>12945</c:v>
                </c:pt>
                <c:pt idx="480">
                  <c:v>13050</c:v>
                </c:pt>
                <c:pt idx="481">
                  <c:v>13085</c:v>
                </c:pt>
                <c:pt idx="482">
                  <c:v>13120</c:v>
                </c:pt>
                <c:pt idx="483">
                  <c:v>12825</c:v>
                </c:pt>
                <c:pt idx="484">
                  <c:v>12945</c:v>
                </c:pt>
                <c:pt idx="485">
                  <c:v>12980</c:v>
                </c:pt>
                <c:pt idx="486">
                  <c:v>13310</c:v>
                </c:pt>
                <c:pt idx="487">
                  <c:v>13140</c:v>
                </c:pt>
                <c:pt idx="488">
                  <c:v>13180</c:v>
                </c:pt>
                <c:pt idx="489">
                  <c:v>13235</c:v>
                </c:pt>
                <c:pt idx="490">
                  <c:v>13555</c:v>
                </c:pt>
                <c:pt idx="491">
                  <c:v>13630</c:v>
                </c:pt>
                <c:pt idx="492">
                  <c:v>13340</c:v>
                </c:pt>
                <c:pt idx="493">
                  <c:v>13520</c:v>
                </c:pt>
                <c:pt idx="494">
                  <c:v>13440</c:v>
                </c:pt>
                <c:pt idx="495">
                  <c:v>13805</c:v>
                </c:pt>
                <c:pt idx="496">
                  <c:v>13415</c:v>
                </c:pt>
                <c:pt idx="497">
                  <c:v>13810</c:v>
                </c:pt>
                <c:pt idx="498">
                  <c:v>13875</c:v>
                </c:pt>
                <c:pt idx="499">
                  <c:v>13865</c:v>
                </c:pt>
                <c:pt idx="500">
                  <c:v>13870</c:v>
                </c:pt>
                <c:pt idx="501">
                  <c:v>13600</c:v>
                </c:pt>
                <c:pt idx="502">
                  <c:v>13725</c:v>
                </c:pt>
                <c:pt idx="503">
                  <c:v>13335</c:v>
                </c:pt>
                <c:pt idx="504">
                  <c:v>13580</c:v>
                </c:pt>
                <c:pt idx="505">
                  <c:v>13855</c:v>
                </c:pt>
                <c:pt idx="506">
                  <c:v>13905</c:v>
                </c:pt>
                <c:pt idx="507">
                  <c:v>13635</c:v>
                </c:pt>
                <c:pt idx="508">
                  <c:v>13425</c:v>
                </c:pt>
                <c:pt idx="509">
                  <c:v>13200</c:v>
                </c:pt>
                <c:pt idx="510">
                  <c:v>13480</c:v>
                </c:pt>
                <c:pt idx="511">
                  <c:v>13705</c:v>
                </c:pt>
                <c:pt idx="512">
                  <c:v>13525</c:v>
                </c:pt>
                <c:pt idx="513">
                  <c:v>13890</c:v>
                </c:pt>
                <c:pt idx="514">
                  <c:v>14170</c:v>
                </c:pt>
                <c:pt idx="515">
                  <c:v>14170</c:v>
                </c:pt>
                <c:pt idx="516">
                  <c:v>14060</c:v>
                </c:pt>
                <c:pt idx="517">
                  <c:v>14200</c:v>
                </c:pt>
                <c:pt idx="518">
                  <c:v>14105</c:v>
                </c:pt>
                <c:pt idx="519">
                  <c:v>13935</c:v>
                </c:pt>
                <c:pt idx="520">
                  <c:v>13975</c:v>
                </c:pt>
                <c:pt idx="521">
                  <c:v>13920</c:v>
                </c:pt>
                <c:pt idx="522">
                  <c:v>13875</c:v>
                </c:pt>
                <c:pt idx="523">
                  <c:v>14180</c:v>
                </c:pt>
                <c:pt idx="524">
                  <c:v>14080</c:v>
                </c:pt>
                <c:pt idx="525">
                  <c:v>13815</c:v>
                </c:pt>
                <c:pt idx="526">
                  <c:v>13740</c:v>
                </c:pt>
                <c:pt idx="527">
                  <c:v>13985</c:v>
                </c:pt>
                <c:pt idx="528">
                  <c:v>14360</c:v>
                </c:pt>
                <c:pt idx="529">
                  <c:v>14055</c:v>
                </c:pt>
                <c:pt idx="530">
                  <c:v>14115</c:v>
                </c:pt>
                <c:pt idx="531">
                  <c:v>14085</c:v>
                </c:pt>
                <c:pt idx="532">
                  <c:v>13680</c:v>
                </c:pt>
                <c:pt idx="533">
                  <c:v>13660</c:v>
                </c:pt>
                <c:pt idx="534">
                  <c:v>13490</c:v>
                </c:pt>
                <c:pt idx="535">
                  <c:v>13770</c:v>
                </c:pt>
                <c:pt idx="536">
                  <c:v>13520</c:v>
                </c:pt>
                <c:pt idx="537">
                  <c:v>13430</c:v>
                </c:pt>
                <c:pt idx="538">
                  <c:v>13695</c:v>
                </c:pt>
                <c:pt idx="539">
                  <c:v>13645</c:v>
                </c:pt>
                <c:pt idx="540">
                  <c:v>13270</c:v>
                </c:pt>
                <c:pt idx="541">
                  <c:v>13245</c:v>
                </c:pt>
                <c:pt idx="542">
                  <c:v>13110</c:v>
                </c:pt>
                <c:pt idx="543">
                  <c:v>13130</c:v>
                </c:pt>
                <c:pt idx="544">
                  <c:v>13180</c:v>
                </c:pt>
                <c:pt idx="545">
                  <c:v>13340</c:v>
                </c:pt>
                <c:pt idx="546">
                  <c:v>13450</c:v>
                </c:pt>
                <c:pt idx="547">
                  <c:v>13670</c:v>
                </c:pt>
                <c:pt idx="548">
                  <c:v>13635</c:v>
                </c:pt>
                <c:pt idx="549">
                  <c:v>13445</c:v>
                </c:pt>
                <c:pt idx="550">
                  <c:v>12955</c:v>
                </c:pt>
                <c:pt idx="551">
                  <c:v>13145</c:v>
                </c:pt>
                <c:pt idx="552">
                  <c:v>12920</c:v>
                </c:pt>
                <c:pt idx="553">
                  <c:v>12820</c:v>
                </c:pt>
                <c:pt idx="554">
                  <c:v>12385</c:v>
                </c:pt>
                <c:pt idx="555">
                  <c:v>12415</c:v>
                </c:pt>
                <c:pt idx="556">
                  <c:v>12260</c:v>
                </c:pt>
                <c:pt idx="557">
                  <c:v>11460</c:v>
                </c:pt>
                <c:pt idx="558">
                  <c:v>11460</c:v>
                </c:pt>
                <c:pt idx="559">
                  <c:v>10660</c:v>
                </c:pt>
                <c:pt idx="560">
                  <c:v>10915</c:v>
                </c:pt>
                <c:pt idx="561">
                  <c:v>11265</c:v>
                </c:pt>
                <c:pt idx="562">
                  <c:v>11000</c:v>
                </c:pt>
                <c:pt idx="563">
                  <c:v>11070</c:v>
                </c:pt>
                <c:pt idx="564">
                  <c:v>11160</c:v>
                </c:pt>
                <c:pt idx="565">
                  <c:v>11505</c:v>
                </c:pt>
                <c:pt idx="566">
                  <c:v>11390</c:v>
                </c:pt>
                <c:pt idx="567">
                  <c:v>11335</c:v>
                </c:pt>
                <c:pt idx="568">
                  <c:v>11270</c:v>
                </c:pt>
                <c:pt idx="569">
                  <c:v>10705</c:v>
                </c:pt>
                <c:pt idx="570">
                  <c:v>10955</c:v>
                </c:pt>
                <c:pt idx="571">
                  <c:v>11505</c:v>
                </c:pt>
                <c:pt idx="572">
                  <c:v>11340</c:v>
                </c:pt>
                <c:pt idx="573">
                  <c:v>11755</c:v>
                </c:pt>
                <c:pt idx="574">
                  <c:v>11570</c:v>
                </c:pt>
                <c:pt idx="575">
                  <c:v>11655</c:v>
                </c:pt>
                <c:pt idx="576">
                  <c:v>11700</c:v>
                </c:pt>
                <c:pt idx="577">
                  <c:v>11605</c:v>
                </c:pt>
                <c:pt idx="578">
                  <c:v>12050</c:v>
                </c:pt>
                <c:pt idx="579">
                  <c:v>12030</c:v>
                </c:pt>
                <c:pt idx="580">
                  <c:v>12175</c:v>
                </c:pt>
                <c:pt idx="581">
                  <c:v>11975</c:v>
                </c:pt>
                <c:pt idx="582">
                  <c:v>11305</c:v>
                </c:pt>
                <c:pt idx="583">
                  <c:v>10990</c:v>
                </c:pt>
                <c:pt idx="584">
                  <c:v>10890</c:v>
                </c:pt>
                <c:pt idx="585">
                  <c:v>10900</c:v>
                </c:pt>
                <c:pt idx="586">
                  <c:v>10910</c:v>
                </c:pt>
                <c:pt idx="587">
                  <c:v>11360</c:v>
                </c:pt>
                <c:pt idx="588">
                  <c:v>11325</c:v>
                </c:pt>
                <c:pt idx="589">
                  <c:v>11525</c:v>
                </c:pt>
                <c:pt idx="590">
                  <c:v>11610</c:v>
                </c:pt>
                <c:pt idx="591">
                  <c:v>11580</c:v>
                </c:pt>
                <c:pt idx="592">
                  <c:v>11330</c:v>
                </c:pt>
                <c:pt idx="593">
                  <c:v>11055</c:v>
                </c:pt>
                <c:pt idx="594">
                  <c:v>10980</c:v>
                </c:pt>
                <c:pt idx="595">
                  <c:v>10925</c:v>
                </c:pt>
                <c:pt idx="596">
                  <c:v>10540</c:v>
                </c:pt>
                <c:pt idx="597">
                  <c:v>10770</c:v>
                </c:pt>
                <c:pt idx="598">
                  <c:v>10810</c:v>
                </c:pt>
                <c:pt idx="599">
                  <c:v>10895</c:v>
                </c:pt>
                <c:pt idx="600">
                  <c:v>10555</c:v>
                </c:pt>
                <c:pt idx="601">
                  <c:v>10930</c:v>
                </c:pt>
                <c:pt idx="602">
                  <c:v>10900</c:v>
                </c:pt>
                <c:pt idx="603">
                  <c:v>10485</c:v>
                </c:pt>
                <c:pt idx="604">
                  <c:v>10560</c:v>
                </c:pt>
                <c:pt idx="605">
                  <c:v>10295</c:v>
                </c:pt>
                <c:pt idx="606">
                  <c:v>10435</c:v>
                </c:pt>
                <c:pt idx="607">
                  <c:v>11050</c:v>
                </c:pt>
                <c:pt idx="608">
                  <c:v>11250</c:v>
                </c:pt>
                <c:pt idx="609">
                  <c:v>11755</c:v>
                </c:pt>
                <c:pt idx="610">
                  <c:v>11775</c:v>
                </c:pt>
                <c:pt idx="611">
                  <c:v>11605</c:v>
                </c:pt>
                <c:pt idx="612">
                  <c:v>11280</c:v>
                </c:pt>
                <c:pt idx="613">
                  <c:v>11790</c:v>
                </c:pt>
                <c:pt idx="614">
                  <c:v>11825</c:v>
                </c:pt>
                <c:pt idx="615">
                  <c:v>12045</c:v>
                </c:pt>
                <c:pt idx="616">
                  <c:v>12570</c:v>
                </c:pt>
                <c:pt idx="617">
                  <c:v>12590</c:v>
                </c:pt>
                <c:pt idx="618">
                  <c:v>12425</c:v>
                </c:pt>
                <c:pt idx="619">
                  <c:v>12730</c:v>
                </c:pt>
                <c:pt idx="620">
                  <c:v>12740</c:v>
                </c:pt>
                <c:pt idx="621">
                  <c:v>12570</c:v>
                </c:pt>
                <c:pt idx="622">
                  <c:v>12545</c:v>
                </c:pt>
                <c:pt idx="623">
                  <c:v>12500</c:v>
                </c:pt>
                <c:pt idx="624">
                  <c:v>12330</c:v>
                </c:pt>
                <c:pt idx="625">
                  <c:v>12460</c:v>
                </c:pt>
                <c:pt idx="626">
                  <c:v>12120</c:v>
                </c:pt>
                <c:pt idx="627">
                  <c:v>12050</c:v>
                </c:pt>
                <c:pt idx="628">
                  <c:v>11990</c:v>
                </c:pt>
                <c:pt idx="629">
                  <c:v>12115</c:v>
                </c:pt>
                <c:pt idx="630">
                  <c:v>11770</c:v>
                </c:pt>
                <c:pt idx="631">
                  <c:v>11725</c:v>
                </c:pt>
                <c:pt idx="632">
                  <c:v>11795</c:v>
                </c:pt>
                <c:pt idx="633">
                  <c:v>11725</c:v>
                </c:pt>
                <c:pt idx="634">
                  <c:v>11270</c:v>
                </c:pt>
                <c:pt idx="635">
                  <c:v>11365</c:v>
                </c:pt>
                <c:pt idx="636">
                  <c:v>12030</c:v>
                </c:pt>
                <c:pt idx="637">
                  <c:v>11975</c:v>
                </c:pt>
                <c:pt idx="638">
                  <c:v>11875</c:v>
                </c:pt>
                <c:pt idx="639">
                  <c:v>12315</c:v>
                </c:pt>
                <c:pt idx="640">
                  <c:v>12265</c:v>
                </c:pt>
                <c:pt idx="641">
                  <c:v>13115</c:v>
                </c:pt>
                <c:pt idx="642">
                  <c:v>12980</c:v>
                </c:pt>
                <c:pt idx="643">
                  <c:v>13015</c:v>
                </c:pt>
                <c:pt idx="644">
                  <c:v>13050</c:v>
                </c:pt>
                <c:pt idx="645">
                  <c:v>12820</c:v>
                </c:pt>
                <c:pt idx="646">
                  <c:v>12940</c:v>
                </c:pt>
                <c:pt idx="647">
                  <c:v>12910</c:v>
                </c:pt>
                <c:pt idx="648">
                  <c:v>12815</c:v>
                </c:pt>
                <c:pt idx="649">
                  <c:v>12605</c:v>
                </c:pt>
                <c:pt idx="650">
                  <c:v>12805</c:v>
                </c:pt>
                <c:pt idx="651">
                  <c:v>12800</c:v>
                </c:pt>
                <c:pt idx="652">
                  <c:v>12810</c:v>
                </c:pt>
                <c:pt idx="653">
                  <c:v>12770</c:v>
                </c:pt>
                <c:pt idx="654">
                  <c:v>12785</c:v>
                </c:pt>
                <c:pt idx="655">
                  <c:v>12580</c:v>
                </c:pt>
                <c:pt idx="656">
                  <c:v>12610</c:v>
                </c:pt>
                <c:pt idx="657">
                  <c:v>12110</c:v>
                </c:pt>
                <c:pt idx="658">
                  <c:v>11915</c:v>
                </c:pt>
                <c:pt idx="659">
                  <c:v>11835</c:v>
                </c:pt>
                <c:pt idx="660">
                  <c:v>11750</c:v>
                </c:pt>
                <c:pt idx="661">
                  <c:v>11980</c:v>
                </c:pt>
                <c:pt idx="662">
                  <c:v>12140</c:v>
                </c:pt>
                <c:pt idx="663">
                  <c:v>12300</c:v>
                </c:pt>
                <c:pt idx="664">
                  <c:v>12060</c:v>
                </c:pt>
                <c:pt idx="665">
                  <c:v>11975</c:v>
                </c:pt>
                <c:pt idx="666">
                  <c:v>11765</c:v>
                </c:pt>
                <c:pt idx="667">
                  <c:v>11580</c:v>
                </c:pt>
                <c:pt idx="668">
                  <c:v>11735</c:v>
                </c:pt>
                <c:pt idx="669">
                  <c:v>11320</c:v>
                </c:pt>
                <c:pt idx="670">
                  <c:v>11365</c:v>
                </c:pt>
                <c:pt idx="671">
                  <c:v>11430</c:v>
                </c:pt>
                <c:pt idx="672">
                  <c:v>11580</c:v>
                </c:pt>
                <c:pt idx="673">
                  <c:v>11345</c:v>
                </c:pt>
                <c:pt idx="674">
                  <c:v>11645</c:v>
                </c:pt>
                <c:pt idx="675">
                  <c:v>11510</c:v>
                </c:pt>
                <c:pt idx="676">
                  <c:v>11770</c:v>
                </c:pt>
                <c:pt idx="677">
                  <c:v>11880</c:v>
                </c:pt>
                <c:pt idx="678">
                  <c:v>11520</c:v>
                </c:pt>
                <c:pt idx="679">
                  <c:v>11380</c:v>
                </c:pt>
                <c:pt idx="680">
                  <c:v>11365</c:v>
                </c:pt>
                <c:pt idx="681">
                  <c:v>11220</c:v>
                </c:pt>
                <c:pt idx="682">
                  <c:v>11325</c:v>
                </c:pt>
                <c:pt idx="683">
                  <c:v>11030</c:v>
                </c:pt>
                <c:pt idx="684">
                  <c:v>10910</c:v>
                </c:pt>
                <c:pt idx="685">
                  <c:v>11160</c:v>
                </c:pt>
                <c:pt idx="686">
                  <c:v>11305</c:v>
                </c:pt>
                <c:pt idx="687">
                  <c:v>11235</c:v>
                </c:pt>
                <c:pt idx="688">
                  <c:v>11475</c:v>
                </c:pt>
                <c:pt idx="689">
                  <c:v>11640</c:v>
                </c:pt>
                <c:pt idx="690">
                  <c:v>11585</c:v>
                </c:pt>
                <c:pt idx="691">
                  <c:v>11855</c:v>
                </c:pt>
                <c:pt idx="692">
                  <c:v>11680</c:v>
                </c:pt>
                <c:pt idx="693">
                  <c:v>11955</c:v>
                </c:pt>
                <c:pt idx="694">
                  <c:v>11975</c:v>
                </c:pt>
                <c:pt idx="695">
                  <c:v>12000</c:v>
                </c:pt>
                <c:pt idx="696">
                  <c:v>11940</c:v>
                </c:pt>
                <c:pt idx="697">
                  <c:v>12110</c:v>
                </c:pt>
                <c:pt idx="698">
                  <c:v>12165</c:v>
                </c:pt>
                <c:pt idx="699">
                  <c:v>12310</c:v>
                </c:pt>
                <c:pt idx="700">
                  <c:v>12315</c:v>
                </c:pt>
                <c:pt idx="701">
                  <c:v>12405</c:v>
                </c:pt>
                <c:pt idx="702">
                  <c:v>12565</c:v>
                </c:pt>
                <c:pt idx="703">
                  <c:v>12855</c:v>
                </c:pt>
                <c:pt idx="704">
                  <c:v>12890</c:v>
                </c:pt>
                <c:pt idx="705">
                  <c:v>12710</c:v>
                </c:pt>
                <c:pt idx="706">
                  <c:v>12845</c:v>
                </c:pt>
                <c:pt idx="707">
                  <c:v>12840</c:v>
                </c:pt>
                <c:pt idx="708">
                  <c:v>12620</c:v>
                </c:pt>
                <c:pt idx="709">
                  <c:v>12685</c:v>
                </c:pt>
                <c:pt idx="710">
                  <c:v>12700</c:v>
                </c:pt>
                <c:pt idx="711">
                  <c:v>12855</c:v>
                </c:pt>
                <c:pt idx="712">
                  <c:v>12970</c:v>
                </c:pt>
                <c:pt idx="713">
                  <c:v>13495</c:v>
                </c:pt>
                <c:pt idx="714">
                  <c:v>13400</c:v>
                </c:pt>
                <c:pt idx="715">
                  <c:v>13195</c:v>
                </c:pt>
                <c:pt idx="716">
                  <c:v>13220</c:v>
                </c:pt>
                <c:pt idx="717">
                  <c:v>12960</c:v>
                </c:pt>
                <c:pt idx="718">
                  <c:v>12850</c:v>
                </c:pt>
                <c:pt idx="719">
                  <c:v>13080</c:v>
                </c:pt>
                <c:pt idx="720">
                  <c:v>12910</c:v>
                </c:pt>
                <c:pt idx="721">
                  <c:v>13050</c:v>
                </c:pt>
                <c:pt idx="722">
                  <c:v>12765</c:v>
                </c:pt>
                <c:pt idx="723">
                  <c:v>12570</c:v>
                </c:pt>
                <c:pt idx="724">
                  <c:v>12595</c:v>
                </c:pt>
                <c:pt idx="725">
                  <c:v>12690</c:v>
                </c:pt>
                <c:pt idx="726">
                  <c:v>12735</c:v>
                </c:pt>
                <c:pt idx="727">
                  <c:v>12880</c:v>
                </c:pt>
                <c:pt idx="728">
                  <c:v>12630</c:v>
                </c:pt>
                <c:pt idx="729">
                  <c:v>12415</c:v>
                </c:pt>
                <c:pt idx="730">
                  <c:v>12140</c:v>
                </c:pt>
                <c:pt idx="731">
                  <c:v>12075</c:v>
                </c:pt>
                <c:pt idx="732">
                  <c:v>12290</c:v>
                </c:pt>
                <c:pt idx="733">
                  <c:v>12370</c:v>
                </c:pt>
                <c:pt idx="734">
                  <c:v>12315</c:v>
                </c:pt>
                <c:pt idx="735">
                  <c:v>12285</c:v>
                </c:pt>
                <c:pt idx="736">
                  <c:v>12210</c:v>
                </c:pt>
                <c:pt idx="737">
                  <c:v>12015</c:v>
                </c:pt>
                <c:pt idx="738">
                  <c:v>11985</c:v>
                </c:pt>
                <c:pt idx="739">
                  <c:v>11975</c:v>
                </c:pt>
                <c:pt idx="740">
                  <c:v>12240</c:v>
                </c:pt>
                <c:pt idx="741">
                  <c:v>12190</c:v>
                </c:pt>
                <c:pt idx="742">
                  <c:v>12650</c:v>
                </c:pt>
                <c:pt idx="743">
                  <c:v>12710</c:v>
                </c:pt>
                <c:pt idx="744">
                  <c:v>12700</c:v>
                </c:pt>
                <c:pt idx="745">
                  <c:v>12670</c:v>
                </c:pt>
                <c:pt idx="746">
                  <c:v>12750</c:v>
                </c:pt>
                <c:pt idx="747">
                  <c:v>13295</c:v>
                </c:pt>
                <c:pt idx="748">
                  <c:v>13180</c:v>
                </c:pt>
                <c:pt idx="749">
                  <c:v>13225</c:v>
                </c:pt>
                <c:pt idx="750">
                  <c:v>13135</c:v>
                </c:pt>
                <c:pt idx="751">
                  <c:v>12995</c:v>
                </c:pt>
                <c:pt idx="752">
                  <c:v>13010</c:v>
                </c:pt>
                <c:pt idx="753">
                  <c:v>13290</c:v>
                </c:pt>
                <c:pt idx="754">
                  <c:v>13055</c:v>
                </c:pt>
                <c:pt idx="755">
                  <c:v>13155</c:v>
                </c:pt>
                <c:pt idx="756">
                  <c:v>13135</c:v>
                </c:pt>
                <c:pt idx="757">
                  <c:v>12900</c:v>
                </c:pt>
                <c:pt idx="758">
                  <c:v>12885</c:v>
                </c:pt>
                <c:pt idx="759">
                  <c:v>12850</c:v>
                </c:pt>
                <c:pt idx="760">
                  <c:v>12655</c:v>
                </c:pt>
                <c:pt idx="761">
                  <c:v>12740</c:v>
                </c:pt>
                <c:pt idx="762">
                  <c:v>12740</c:v>
                </c:pt>
                <c:pt idx="763">
                  <c:v>12535</c:v>
                </c:pt>
                <c:pt idx="764">
                  <c:v>12315</c:v>
                </c:pt>
                <c:pt idx="765">
                  <c:v>12395</c:v>
                </c:pt>
                <c:pt idx="766">
                  <c:v>12160</c:v>
                </c:pt>
                <c:pt idx="767">
                  <c:v>12010</c:v>
                </c:pt>
                <c:pt idx="768">
                  <c:v>11955</c:v>
                </c:pt>
                <c:pt idx="769">
                  <c:v>12370</c:v>
                </c:pt>
                <c:pt idx="770">
                  <c:v>12415</c:v>
                </c:pt>
                <c:pt idx="771">
                  <c:v>12620</c:v>
                </c:pt>
                <c:pt idx="772">
                  <c:v>12610</c:v>
                </c:pt>
                <c:pt idx="773">
                  <c:v>12740</c:v>
                </c:pt>
                <c:pt idx="774">
                  <c:v>12660</c:v>
                </c:pt>
                <c:pt idx="775">
                  <c:v>12440</c:v>
                </c:pt>
                <c:pt idx="776">
                  <c:v>12375</c:v>
                </c:pt>
                <c:pt idx="777">
                  <c:v>12045</c:v>
                </c:pt>
                <c:pt idx="778">
                  <c:v>11690</c:v>
                </c:pt>
                <c:pt idx="779">
                  <c:v>11680</c:v>
                </c:pt>
                <c:pt idx="780">
                  <c:v>11665</c:v>
                </c:pt>
                <c:pt idx="781">
                  <c:v>11815</c:v>
                </c:pt>
                <c:pt idx="782">
                  <c:v>12010</c:v>
                </c:pt>
                <c:pt idx="783">
                  <c:v>11565</c:v>
                </c:pt>
                <c:pt idx="784">
                  <c:v>11605</c:v>
                </c:pt>
                <c:pt idx="785">
                  <c:v>11540</c:v>
                </c:pt>
                <c:pt idx="786">
                  <c:v>11530</c:v>
                </c:pt>
                <c:pt idx="787">
                  <c:v>11235</c:v>
                </c:pt>
                <c:pt idx="788">
                  <c:v>11295</c:v>
                </c:pt>
                <c:pt idx="789">
                  <c:v>11505</c:v>
                </c:pt>
                <c:pt idx="790">
                  <c:v>11400</c:v>
                </c:pt>
                <c:pt idx="791">
                  <c:v>11600</c:v>
                </c:pt>
                <c:pt idx="792">
                  <c:v>11730</c:v>
                </c:pt>
                <c:pt idx="793">
                  <c:v>11695</c:v>
                </c:pt>
                <c:pt idx="794">
                  <c:v>11620</c:v>
                </c:pt>
                <c:pt idx="795">
                  <c:v>11935</c:v>
                </c:pt>
                <c:pt idx="796">
                  <c:v>11810</c:v>
                </c:pt>
                <c:pt idx="797">
                  <c:v>11900</c:v>
                </c:pt>
                <c:pt idx="798">
                  <c:v>11840</c:v>
                </c:pt>
                <c:pt idx="799">
                  <c:v>11765</c:v>
                </c:pt>
                <c:pt idx="800">
                  <c:v>11745</c:v>
                </c:pt>
                <c:pt idx="801">
                  <c:v>12110</c:v>
                </c:pt>
                <c:pt idx="802">
                  <c:v>11590</c:v>
                </c:pt>
                <c:pt idx="803">
                  <c:v>11655</c:v>
                </c:pt>
                <c:pt idx="804">
                  <c:v>11925</c:v>
                </c:pt>
                <c:pt idx="805">
                  <c:v>11935</c:v>
                </c:pt>
                <c:pt idx="806">
                  <c:v>12155</c:v>
                </c:pt>
                <c:pt idx="807">
                  <c:v>12145</c:v>
                </c:pt>
                <c:pt idx="808">
                  <c:v>12120</c:v>
                </c:pt>
                <c:pt idx="809">
                  <c:v>12290</c:v>
                </c:pt>
                <c:pt idx="810">
                  <c:v>11950</c:v>
                </c:pt>
                <c:pt idx="811">
                  <c:v>11985</c:v>
                </c:pt>
                <c:pt idx="812">
                  <c:v>12095</c:v>
                </c:pt>
                <c:pt idx="813">
                  <c:v>12180</c:v>
                </c:pt>
                <c:pt idx="814">
                  <c:v>12385</c:v>
                </c:pt>
                <c:pt idx="815">
                  <c:v>12360</c:v>
                </c:pt>
                <c:pt idx="816">
                  <c:v>12415</c:v>
                </c:pt>
                <c:pt idx="817">
                  <c:v>12325</c:v>
                </c:pt>
                <c:pt idx="818">
                  <c:v>12265</c:v>
                </c:pt>
                <c:pt idx="819">
                  <c:v>11950</c:v>
                </c:pt>
                <c:pt idx="820">
                  <c:v>11500</c:v>
                </c:pt>
                <c:pt idx="821">
                  <c:v>11550</c:v>
                </c:pt>
                <c:pt idx="822">
                  <c:v>11385</c:v>
                </c:pt>
                <c:pt idx="823">
                  <c:v>11175</c:v>
                </c:pt>
                <c:pt idx="824">
                  <c:v>10900</c:v>
                </c:pt>
                <c:pt idx="825">
                  <c:v>10845</c:v>
                </c:pt>
                <c:pt idx="826">
                  <c:v>10835</c:v>
                </c:pt>
                <c:pt idx="827">
                  <c:v>10980</c:v>
                </c:pt>
                <c:pt idx="828">
                  <c:v>10900</c:v>
                </c:pt>
                <c:pt idx="829">
                  <c:v>10400</c:v>
                </c:pt>
                <c:pt idx="830">
                  <c:v>10060</c:v>
                </c:pt>
                <c:pt idx="831">
                  <c:v>9840</c:v>
                </c:pt>
                <c:pt idx="832">
                  <c:v>9700</c:v>
                </c:pt>
                <c:pt idx="833">
                  <c:v>9655</c:v>
                </c:pt>
                <c:pt idx="834">
                  <c:v>10225</c:v>
                </c:pt>
                <c:pt idx="835">
                  <c:v>10485</c:v>
                </c:pt>
                <c:pt idx="836">
                  <c:v>10475</c:v>
                </c:pt>
                <c:pt idx="837">
                  <c:v>10470</c:v>
                </c:pt>
                <c:pt idx="838">
                  <c:v>10080</c:v>
                </c:pt>
                <c:pt idx="839">
                  <c:v>10225</c:v>
                </c:pt>
                <c:pt idx="840">
                  <c:v>10135</c:v>
                </c:pt>
                <c:pt idx="841">
                  <c:v>9950</c:v>
                </c:pt>
                <c:pt idx="842">
                  <c:v>10125</c:v>
                </c:pt>
                <c:pt idx="843">
                  <c:v>9970</c:v>
                </c:pt>
                <c:pt idx="844">
                  <c:v>10650</c:v>
                </c:pt>
                <c:pt idx="845">
                  <c:v>10520</c:v>
                </c:pt>
                <c:pt idx="846">
                  <c:v>10590</c:v>
                </c:pt>
                <c:pt idx="847">
                  <c:v>10500</c:v>
                </c:pt>
                <c:pt idx="848">
                  <c:v>10710</c:v>
                </c:pt>
                <c:pt idx="849">
                  <c:v>10540</c:v>
                </c:pt>
                <c:pt idx="850">
                  <c:v>10510</c:v>
                </c:pt>
                <c:pt idx="851">
                  <c:v>10580</c:v>
                </c:pt>
                <c:pt idx="852">
                  <c:v>10875</c:v>
                </c:pt>
                <c:pt idx="853">
                  <c:v>10960</c:v>
                </c:pt>
                <c:pt idx="854">
                  <c:v>10950</c:v>
                </c:pt>
                <c:pt idx="855">
                  <c:v>10990</c:v>
                </c:pt>
                <c:pt idx="856">
                  <c:v>10905</c:v>
                </c:pt>
                <c:pt idx="857">
                  <c:v>11075</c:v>
                </c:pt>
                <c:pt idx="858">
                  <c:v>11020</c:v>
                </c:pt>
                <c:pt idx="859">
                  <c:v>11050</c:v>
                </c:pt>
                <c:pt idx="860">
                  <c:v>11145</c:v>
                </c:pt>
                <c:pt idx="861">
                  <c:v>11040</c:v>
                </c:pt>
                <c:pt idx="862">
                  <c:v>10825</c:v>
                </c:pt>
                <c:pt idx="863">
                  <c:v>10520</c:v>
                </c:pt>
                <c:pt idx="864">
                  <c:v>10555</c:v>
                </c:pt>
                <c:pt idx="865">
                  <c:v>10560</c:v>
                </c:pt>
                <c:pt idx="866">
                  <c:v>10595</c:v>
                </c:pt>
                <c:pt idx="867">
                  <c:v>10920</c:v>
                </c:pt>
                <c:pt idx="868">
                  <c:v>11060</c:v>
                </c:pt>
                <c:pt idx="869">
                  <c:v>11015</c:v>
                </c:pt>
                <c:pt idx="870">
                  <c:v>11005</c:v>
                </c:pt>
                <c:pt idx="871">
                  <c:v>10690</c:v>
                </c:pt>
                <c:pt idx="872">
                  <c:v>10435</c:v>
                </c:pt>
                <c:pt idx="873">
                  <c:v>10235</c:v>
                </c:pt>
                <c:pt idx="874">
                  <c:v>10495</c:v>
                </c:pt>
                <c:pt idx="875">
                  <c:v>10710</c:v>
                </c:pt>
                <c:pt idx="876">
                  <c:v>10685</c:v>
                </c:pt>
                <c:pt idx="877">
                  <c:v>10740</c:v>
                </c:pt>
                <c:pt idx="878">
                  <c:v>11065</c:v>
                </c:pt>
                <c:pt idx="879">
                  <c:v>11230</c:v>
                </c:pt>
                <c:pt idx="880">
                  <c:v>11240</c:v>
                </c:pt>
                <c:pt idx="881">
                  <c:v>11325</c:v>
                </c:pt>
                <c:pt idx="882">
                  <c:v>11330</c:v>
                </c:pt>
                <c:pt idx="883">
                  <c:v>11560</c:v>
                </c:pt>
                <c:pt idx="884">
                  <c:v>11620</c:v>
                </c:pt>
                <c:pt idx="885">
                  <c:v>11820</c:v>
                </c:pt>
                <c:pt idx="886">
                  <c:v>12080</c:v>
                </c:pt>
                <c:pt idx="887">
                  <c:v>12175</c:v>
                </c:pt>
                <c:pt idx="888">
                  <c:v>12185</c:v>
                </c:pt>
                <c:pt idx="889">
                  <c:v>12065</c:v>
                </c:pt>
                <c:pt idx="890">
                  <c:v>12340</c:v>
                </c:pt>
                <c:pt idx="891">
                  <c:v>12220</c:v>
                </c:pt>
                <c:pt idx="892">
                  <c:v>12260</c:v>
                </c:pt>
                <c:pt idx="893">
                  <c:v>12240</c:v>
                </c:pt>
                <c:pt idx="894">
                  <c:v>12085</c:v>
                </c:pt>
                <c:pt idx="895">
                  <c:v>12295</c:v>
                </c:pt>
                <c:pt idx="896">
                  <c:v>12320</c:v>
                </c:pt>
                <c:pt idx="897">
                  <c:v>12115</c:v>
                </c:pt>
                <c:pt idx="898">
                  <c:v>12160</c:v>
                </c:pt>
                <c:pt idx="899">
                  <c:v>12160</c:v>
                </c:pt>
                <c:pt idx="900">
                  <c:v>12145</c:v>
                </c:pt>
                <c:pt idx="901">
                  <c:v>12115</c:v>
                </c:pt>
                <c:pt idx="902">
                  <c:v>12245</c:v>
                </c:pt>
                <c:pt idx="903">
                  <c:v>12190</c:v>
                </c:pt>
                <c:pt idx="904">
                  <c:v>12625</c:v>
                </c:pt>
                <c:pt idx="905">
                  <c:v>12590</c:v>
                </c:pt>
                <c:pt idx="906">
                  <c:v>12780</c:v>
                </c:pt>
                <c:pt idx="907">
                  <c:v>12820</c:v>
                </c:pt>
                <c:pt idx="908">
                  <c:v>12920</c:v>
                </c:pt>
                <c:pt idx="909">
                  <c:v>13040</c:v>
                </c:pt>
                <c:pt idx="910">
                  <c:v>13035</c:v>
                </c:pt>
                <c:pt idx="911">
                  <c:v>13050</c:v>
                </c:pt>
                <c:pt idx="912">
                  <c:v>12725</c:v>
                </c:pt>
                <c:pt idx="913">
                  <c:v>12820</c:v>
                </c:pt>
                <c:pt idx="914">
                  <c:v>12615</c:v>
                </c:pt>
                <c:pt idx="915">
                  <c:v>12855</c:v>
                </c:pt>
                <c:pt idx="916">
                  <c:v>12950</c:v>
                </c:pt>
                <c:pt idx="917">
                  <c:v>13030</c:v>
                </c:pt>
                <c:pt idx="918">
                  <c:v>12645</c:v>
                </c:pt>
                <c:pt idx="919">
                  <c:v>12715</c:v>
                </c:pt>
                <c:pt idx="920">
                  <c:v>12500</c:v>
                </c:pt>
                <c:pt idx="921">
                  <c:v>12370</c:v>
                </c:pt>
                <c:pt idx="922">
                  <c:v>12375</c:v>
                </c:pt>
                <c:pt idx="923">
                  <c:v>12185</c:v>
                </c:pt>
                <c:pt idx="924">
                  <c:v>12000</c:v>
                </c:pt>
                <c:pt idx="925">
                  <c:v>11985</c:v>
                </c:pt>
                <c:pt idx="926">
                  <c:v>12180</c:v>
                </c:pt>
                <c:pt idx="927">
                  <c:v>11710</c:v>
                </c:pt>
                <c:pt idx="928">
                  <c:v>11825</c:v>
                </c:pt>
                <c:pt idx="929">
                  <c:v>12290</c:v>
                </c:pt>
                <c:pt idx="930">
                  <c:v>12345</c:v>
                </c:pt>
                <c:pt idx="931">
                  <c:v>12640</c:v>
                </c:pt>
                <c:pt idx="932">
                  <c:v>12445</c:v>
                </c:pt>
                <c:pt idx="933">
                  <c:v>12045</c:v>
                </c:pt>
                <c:pt idx="934">
                  <c:v>12240</c:v>
                </c:pt>
                <c:pt idx="935">
                  <c:v>12435</c:v>
                </c:pt>
                <c:pt idx="936">
                  <c:v>12495</c:v>
                </c:pt>
                <c:pt idx="937">
                  <c:v>12565</c:v>
                </c:pt>
                <c:pt idx="938">
                  <c:v>12800</c:v>
                </c:pt>
                <c:pt idx="939">
                  <c:v>12775</c:v>
                </c:pt>
                <c:pt idx="940">
                  <c:v>12605</c:v>
                </c:pt>
                <c:pt idx="941">
                  <c:v>12320</c:v>
                </c:pt>
                <c:pt idx="942">
                  <c:v>12020</c:v>
                </c:pt>
                <c:pt idx="943">
                  <c:v>11945</c:v>
                </c:pt>
                <c:pt idx="944">
                  <c:v>11955</c:v>
                </c:pt>
                <c:pt idx="945">
                  <c:v>12190</c:v>
                </c:pt>
                <c:pt idx="946">
                  <c:v>12100</c:v>
                </c:pt>
                <c:pt idx="947">
                  <c:v>11850</c:v>
                </c:pt>
                <c:pt idx="948">
                  <c:v>11765</c:v>
                </c:pt>
                <c:pt idx="949">
                  <c:v>11635</c:v>
                </c:pt>
                <c:pt idx="950">
                  <c:v>11655</c:v>
                </c:pt>
                <c:pt idx="951">
                  <c:v>11770</c:v>
                </c:pt>
                <c:pt idx="952">
                  <c:v>11930</c:v>
                </c:pt>
                <c:pt idx="953">
                  <c:v>11865</c:v>
                </c:pt>
                <c:pt idx="954">
                  <c:v>11950</c:v>
                </c:pt>
                <c:pt idx="955">
                  <c:v>12145</c:v>
                </c:pt>
                <c:pt idx="956">
                  <c:v>12215</c:v>
                </c:pt>
                <c:pt idx="957">
                  <c:v>12160</c:v>
                </c:pt>
                <c:pt idx="958">
                  <c:v>12365</c:v>
                </c:pt>
                <c:pt idx="959">
                  <c:v>12425</c:v>
                </c:pt>
                <c:pt idx="960">
                  <c:v>11780</c:v>
                </c:pt>
                <c:pt idx="961">
                  <c:v>11520</c:v>
                </c:pt>
                <c:pt idx="962">
                  <c:v>11585</c:v>
                </c:pt>
                <c:pt idx="963">
                  <c:v>11655</c:v>
                </c:pt>
                <c:pt idx="964">
                  <c:v>11640</c:v>
                </c:pt>
                <c:pt idx="965">
                  <c:v>11515</c:v>
                </c:pt>
                <c:pt idx="966">
                  <c:v>11335</c:v>
                </c:pt>
                <c:pt idx="967">
                  <c:v>11475</c:v>
                </c:pt>
                <c:pt idx="968">
                  <c:v>11440</c:v>
                </c:pt>
                <c:pt idx="969">
                  <c:v>11505</c:v>
                </c:pt>
                <c:pt idx="970">
                  <c:v>11605</c:v>
                </c:pt>
                <c:pt idx="971">
                  <c:v>11410</c:v>
                </c:pt>
                <c:pt idx="972">
                  <c:v>11545</c:v>
                </c:pt>
                <c:pt idx="973">
                  <c:v>11710</c:v>
                </c:pt>
                <c:pt idx="974">
                  <c:v>11690</c:v>
                </c:pt>
                <c:pt idx="975">
                  <c:v>11430</c:v>
                </c:pt>
                <c:pt idx="976">
                  <c:v>11330</c:v>
                </c:pt>
                <c:pt idx="977">
                  <c:v>11055</c:v>
                </c:pt>
                <c:pt idx="978">
                  <c:v>11130</c:v>
                </c:pt>
                <c:pt idx="979">
                  <c:v>11355</c:v>
                </c:pt>
                <c:pt idx="980">
                  <c:v>11065</c:v>
                </c:pt>
                <c:pt idx="981">
                  <c:v>10655</c:v>
                </c:pt>
                <c:pt idx="982">
                  <c:v>10740</c:v>
                </c:pt>
                <c:pt idx="983">
                  <c:v>10910</c:v>
                </c:pt>
                <c:pt idx="984">
                  <c:v>11070</c:v>
                </c:pt>
                <c:pt idx="985">
                  <c:v>11075</c:v>
                </c:pt>
                <c:pt idx="986">
                  <c:v>11200</c:v>
                </c:pt>
                <c:pt idx="987">
                  <c:v>11260</c:v>
                </c:pt>
                <c:pt idx="988">
                  <c:v>11070</c:v>
                </c:pt>
                <c:pt idx="989">
                  <c:v>11330</c:v>
                </c:pt>
                <c:pt idx="990">
                  <c:v>11360</c:v>
                </c:pt>
                <c:pt idx="991">
                  <c:v>11365</c:v>
                </c:pt>
                <c:pt idx="992">
                  <c:v>11240</c:v>
                </c:pt>
                <c:pt idx="993">
                  <c:v>11115</c:v>
                </c:pt>
                <c:pt idx="994">
                  <c:v>11465</c:v>
                </c:pt>
                <c:pt idx="995">
                  <c:v>11385</c:v>
                </c:pt>
                <c:pt idx="996">
                  <c:v>11580</c:v>
                </c:pt>
                <c:pt idx="997">
                  <c:v>11655</c:v>
                </c:pt>
                <c:pt idx="998">
                  <c:v>11700</c:v>
                </c:pt>
                <c:pt idx="999">
                  <c:v>11695</c:v>
                </c:pt>
                <c:pt idx="1000">
                  <c:v>11520</c:v>
                </c:pt>
                <c:pt idx="1001">
                  <c:v>11460</c:v>
                </c:pt>
                <c:pt idx="1002">
                  <c:v>11695</c:v>
                </c:pt>
                <c:pt idx="1003">
                  <c:v>11690</c:v>
                </c:pt>
                <c:pt idx="1004">
                  <c:v>11655</c:v>
                </c:pt>
                <c:pt idx="1005">
                  <c:v>11355</c:v>
                </c:pt>
                <c:pt idx="1006">
                  <c:v>11435</c:v>
                </c:pt>
                <c:pt idx="1007">
                  <c:v>11100</c:v>
                </c:pt>
                <c:pt idx="1008">
                  <c:v>11155</c:v>
                </c:pt>
                <c:pt idx="1009">
                  <c:v>10915</c:v>
                </c:pt>
                <c:pt idx="1010">
                  <c:v>11005</c:v>
                </c:pt>
                <c:pt idx="1011">
                  <c:v>11140</c:v>
                </c:pt>
                <c:pt idx="1012">
                  <c:v>11155</c:v>
                </c:pt>
                <c:pt idx="1013">
                  <c:v>10875</c:v>
                </c:pt>
                <c:pt idx="1014">
                  <c:v>11050</c:v>
                </c:pt>
                <c:pt idx="1015">
                  <c:v>11155</c:v>
                </c:pt>
                <c:pt idx="1016">
                  <c:v>11120</c:v>
                </c:pt>
                <c:pt idx="1017">
                  <c:v>11440</c:v>
                </c:pt>
                <c:pt idx="1018">
                  <c:v>11565</c:v>
                </c:pt>
                <c:pt idx="1019">
                  <c:v>11565</c:v>
                </c:pt>
                <c:pt idx="1020">
                  <c:v>11605</c:v>
                </c:pt>
                <c:pt idx="1021">
                  <c:v>11705</c:v>
                </c:pt>
                <c:pt idx="1022">
                  <c:v>11780</c:v>
                </c:pt>
                <c:pt idx="1023">
                  <c:v>11765</c:v>
                </c:pt>
                <c:pt idx="1024">
                  <c:v>11860</c:v>
                </c:pt>
                <c:pt idx="1025">
                  <c:v>11800</c:v>
                </c:pt>
                <c:pt idx="1026">
                  <c:v>11930</c:v>
                </c:pt>
                <c:pt idx="1027">
                  <c:v>11965</c:v>
                </c:pt>
                <c:pt idx="1028">
                  <c:v>12010</c:v>
                </c:pt>
                <c:pt idx="1029">
                  <c:v>11830</c:v>
                </c:pt>
                <c:pt idx="1030">
                  <c:v>11900</c:v>
                </c:pt>
                <c:pt idx="1031">
                  <c:v>11760</c:v>
                </c:pt>
                <c:pt idx="1032">
                  <c:v>11860</c:v>
                </c:pt>
                <c:pt idx="1033">
                  <c:v>11820</c:v>
                </c:pt>
                <c:pt idx="1034">
                  <c:v>12005</c:v>
                </c:pt>
                <c:pt idx="1035">
                  <c:v>11960</c:v>
                </c:pt>
                <c:pt idx="1036">
                  <c:v>11960</c:v>
                </c:pt>
                <c:pt idx="1037">
                  <c:v>11925</c:v>
                </c:pt>
                <c:pt idx="1038">
                  <c:v>11915</c:v>
                </c:pt>
                <c:pt idx="1039">
                  <c:v>11590</c:v>
                </c:pt>
                <c:pt idx="1040">
                  <c:v>11570</c:v>
                </c:pt>
                <c:pt idx="1041">
                  <c:v>11455</c:v>
                </c:pt>
                <c:pt idx="1042">
                  <c:v>11345</c:v>
                </c:pt>
                <c:pt idx="1043">
                  <c:v>11355</c:v>
                </c:pt>
                <c:pt idx="1044">
                  <c:v>11110</c:v>
                </c:pt>
                <c:pt idx="1045">
                  <c:v>11220</c:v>
                </c:pt>
                <c:pt idx="1046">
                  <c:v>11245</c:v>
                </c:pt>
                <c:pt idx="1047">
                  <c:v>11380</c:v>
                </c:pt>
                <c:pt idx="1048">
                  <c:v>11690</c:v>
                </c:pt>
                <c:pt idx="1049">
                  <c:v>12000</c:v>
                </c:pt>
                <c:pt idx="1050">
                  <c:v>11995</c:v>
                </c:pt>
                <c:pt idx="1051">
                  <c:v>11995</c:v>
                </c:pt>
                <c:pt idx="1052">
                  <c:v>12030</c:v>
                </c:pt>
                <c:pt idx="1053">
                  <c:v>12005</c:v>
                </c:pt>
                <c:pt idx="1054">
                  <c:v>12020</c:v>
                </c:pt>
                <c:pt idx="1055">
                  <c:v>12145</c:v>
                </c:pt>
                <c:pt idx="1056">
                  <c:v>12100</c:v>
                </c:pt>
                <c:pt idx="1057">
                  <c:v>12050</c:v>
                </c:pt>
                <c:pt idx="1058">
                  <c:v>11810</c:v>
                </c:pt>
                <c:pt idx="1059">
                  <c:v>12060</c:v>
                </c:pt>
                <c:pt idx="1060">
                  <c:v>12030</c:v>
                </c:pt>
                <c:pt idx="1061">
                  <c:v>11840</c:v>
                </c:pt>
                <c:pt idx="1062">
                  <c:v>11880</c:v>
                </c:pt>
                <c:pt idx="1063">
                  <c:v>11910</c:v>
                </c:pt>
                <c:pt idx="1064">
                  <c:v>11780</c:v>
                </c:pt>
                <c:pt idx="1065">
                  <c:v>11780</c:v>
                </c:pt>
                <c:pt idx="1066">
                  <c:v>12010</c:v>
                </c:pt>
                <c:pt idx="1067">
                  <c:v>11980</c:v>
                </c:pt>
                <c:pt idx="1068">
                  <c:v>11915</c:v>
                </c:pt>
                <c:pt idx="1069">
                  <c:v>11590</c:v>
                </c:pt>
                <c:pt idx="1070">
                  <c:v>11725</c:v>
                </c:pt>
                <c:pt idx="1071">
                  <c:v>11760</c:v>
                </c:pt>
                <c:pt idx="1072">
                  <c:v>11630</c:v>
                </c:pt>
                <c:pt idx="1073">
                  <c:v>11685</c:v>
                </c:pt>
                <c:pt idx="1074">
                  <c:v>11435</c:v>
                </c:pt>
                <c:pt idx="1075">
                  <c:v>11480</c:v>
                </c:pt>
                <c:pt idx="1076">
                  <c:v>11720</c:v>
                </c:pt>
                <c:pt idx="1077">
                  <c:v>11565</c:v>
                </c:pt>
                <c:pt idx="1078">
                  <c:v>11730</c:v>
                </c:pt>
                <c:pt idx="1079">
                  <c:v>11670</c:v>
                </c:pt>
                <c:pt idx="1080">
                  <c:v>11725</c:v>
                </c:pt>
                <c:pt idx="1081">
                  <c:v>11710</c:v>
                </c:pt>
                <c:pt idx="1082">
                  <c:v>11885</c:v>
                </c:pt>
                <c:pt idx="1083">
                  <c:v>11855</c:v>
                </c:pt>
                <c:pt idx="1084">
                  <c:v>11815</c:v>
                </c:pt>
                <c:pt idx="1085">
                  <c:v>11700</c:v>
                </c:pt>
                <c:pt idx="1086">
                  <c:v>11685</c:v>
                </c:pt>
                <c:pt idx="1087">
                  <c:v>11570</c:v>
                </c:pt>
                <c:pt idx="1088">
                  <c:v>11625</c:v>
                </c:pt>
                <c:pt idx="1089">
                  <c:v>11415</c:v>
                </c:pt>
                <c:pt idx="1090">
                  <c:v>11515</c:v>
                </c:pt>
                <c:pt idx="1091">
                  <c:v>11750</c:v>
                </c:pt>
                <c:pt idx="1092">
                  <c:v>11780</c:v>
                </c:pt>
                <c:pt idx="1093">
                  <c:v>11855</c:v>
                </c:pt>
                <c:pt idx="1094">
                  <c:v>11820</c:v>
                </c:pt>
                <c:pt idx="1095">
                  <c:v>11830</c:v>
                </c:pt>
                <c:pt idx="1096">
                  <c:v>11975</c:v>
                </c:pt>
                <c:pt idx="1097">
                  <c:v>11965</c:v>
                </c:pt>
                <c:pt idx="1098">
                  <c:v>11970</c:v>
                </c:pt>
                <c:pt idx="1099">
                  <c:v>12035</c:v>
                </c:pt>
                <c:pt idx="1100">
                  <c:v>12235</c:v>
                </c:pt>
                <c:pt idx="1101">
                  <c:v>12480</c:v>
                </c:pt>
                <c:pt idx="1102">
                  <c:v>12770</c:v>
                </c:pt>
                <c:pt idx="1103">
                  <c:v>12635</c:v>
                </c:pt>
                <c:pt idx="1104">
                  <c:v>12540</c:v>
                </c:pt>
                <c:pt idx="1105">
                  <c:v>12555</c:v>
                </c:pt>
                <c:pt idx="1106">
                  <c:v>12370</c:v>
                </c:pt>
                <c:pt idx="1107">
                  <c:v>12295</c:v>
                </c:pt>
                <c:pt idx="1108">
                  <c:v>12190</c:v>
                </c:pt>
                <c:pt idx="1109">
                  <c:v>11885</c:v>
                </c:pt>
                <c:pt idx="1110">
                  <c:v>12020</c:v>
                </c:pt>
                <c:pt idx="1111">
                  <c:v>12035</c:v>
                </c:pt>
                <c:pt idx="1112">
                  <c:v>12150</c:v>
                </c:pt>
                <c:pt idx="1113">
                  <c:v>12225</c:v>
                </c:pt>
                <c:pt idx="1114">
                  <c:v>12095</c:v>
                </c:pt>
                <c:pt idx="1115">
                  <c:v>12290</c:v>
                </c:pt>
                <c:pt idx="1116">
                  <c:v>12250</c:v>
                </c:pt>
                <c:pt idx="1117">
                  <c:v>11870</c:v>
                </c:pt>
                <c:pt idx="1118">
                  <c:v>12030</c:v>
                </c:pt>
                <c:pt idx="1119">
                  <c:v>12085</c:v>
                </c:pt>
                <c:pt idx="1120">
                  <c:v>12180</c:v>
                </c:pt>
                <c:pt idx="1121">
                  <c:v>12195</c:v>
                </c:pt>
                <c:pt idx="1122">
                  <c:v>12215</c:v>
                </c:pt>
                <c:pt idx="1123">
                  <c:v>12100</c:v>
                </c:pt>
                <c:pt idx="1124">
                  <c:v>12090</c:v>
                </c:pt>
                <c:pt idx="1125">
                  <c:v>11870</c:v>
                </c:pt>
                <c:pt idx="1126">
                  <c:v>11815</c:v>
                </c:pt>
                <c:pt idx="1127">
                  <c:v>11890</c:v>
                </c:pt>
                <c:pt idx="1128">
                  <c:v>11830</c:v>
                </c:pt>
                <c:pt idx="1129">
                  <c:v>11705</c:v>
                </c:pt>
                <c:pt idx="1130">
                  <c:v>11755</c:v>
                </c:pt>
                <c:pt idx="1131">
                  <c:v>11665</c:v>
                </c:pt>
                <c:pt idx="1132">
                  <c:v>11740</c:v>
                </c:pt>
                <c:pt idx="1133">
                  <c:v>11960</c:v>
                </c:pt>
                <c:pt idx="1134">
                  <c:v>11820</c:v>
                </c:pt>
                <c:pt idx="1135">
                  <c:v>11895</c:v>
                </c:pt>
                <c:pt idx="1136">
                  <c:v>11615</c:v>
                </c:pt>
                <c:pt idx="1137">
                  <c:v>11550</c:v>
                </c:pt>
                <c:pt idx="1138">
                  <c:v>11525</c:v>
                </c:pt>
                <c:pt idx="1139">
                  <c:v>11515</c:v>
                </c:pt>
                <c:pt idx="1140">
                  <c:v>11440</c:v>
                </c:pt>
                <c:pt idx="1141">
                  <c:v>11395</c:v>
                </c:pt>
                <c:pt idx="1142">
                  <c:v>11275</c:v>
                </c:pt>
                <c:pt idx="1143">
                  <c:v>10995</c:v>
                </c:pt>
                <c:pt idx="1144">
                  <c:v>10735</c:v>
                </c:pt>
                <c:pt idx="1145">
                  <c:v>10680</c:v>
                </c:pt>
                <c:pt idx="1146">
                  <c:v>10705</c:v>
                </c:pt>
                <c:pt idx="1147">
                  <c:v>10645</c:v>
                </c:pt>
                <c:pt idx="1148">
                  <c:v>10315</c:v>
                </c:pt>
                <c:pt idx="1149">
                  <c:v>10245</c:v>
                </c:pt>
                <c:pt idx="1150">
                  <c:v>10250</c:v>
                </c:pt>
                <c:pt idx="1151">
                  <c:v>10200</c:v>
                </c:pt>
                <c:pt idx="1152">
                  <c:v>10110</c:v>
                </c:pt>
                <c:pt idx="1153">
                  <c:v>9895</c:v>
                </c:pt>
                <c:pt idx="1154">
                  <c:v>10140</c:v>
                </c:pt>
                <c:pt idx="1155">
                  <c:v>9990</c:v>
                </c:pt>
                <c:pt idx="1156">
                  <c:v>10140</c:v>
                </c:pt>
                <c:pt idx="1157">
                  <c:v>10180</c:v>
                </c:pt>
                <c:pt idx="1158">
                  <c:v>10085</c:v>
                </c:pt>
                <c:pt idx="1159">
                  <c:v>10185</c:v>
                </c:pt>
                <c:pt idx="1160">
                  <c:v>10165</c:v>
                </c:pt>
                <c:pt idx="1161">
                  <c:v>10555</c:v>
                </c:pt>
                <c:pt idx="1162">
                  <c:v>10535</c:v>
                </c:pt>
                <c:pt idx="1163">
                  <c:v>10660</c:v>
                </c:pt>
                <c:pt idx="1164">
                  <c:v>10555</c:v>
                </c:pt>
                <c:pt idx="1165">
                  <c:v>10395</c:v>
                </c:pt>
                <c:pt idx="1166">
                  <c:v>10350</c:v>
                </c:pt>
                <c:pt idx="1167">
                  <c:v>10460</c:v>
                </c:pt>
                <c:pt idx="1168">
                  <c:v>10475</c:v>
                </c:pt>
                <c:pt idx="1169">
                  <c:v>10690</c:v>
                </c:pt>
                <c:pt idx="1170">
                  <c:v>10670</c:v>
                </c:pt>
                <c:pt idx="1171">
                  <c:v>10750</c:v>
                </c:pt>
                <c:pt idx="1172">
                  <c:v>10690</c:v>
                </c:pt>
                <c:pt idx="1173">
                  <c:v>10485</c:v>
                </c:pt>
                <c:pt idx="1174">
                  <c:v>10545</c:v>
                </c:pt>
                <c:pt idx="1175">
                  <c:v>10720</c:v>
                </c:pt>
                <c:pt idx="1176">
                  <c:v>10675</c:v>
                </c:pt>
                <c:pt idx="1177">
                  <c:v>10595</c:v>
                </c:pt>
                <c:pt idx="1178">
                  <c:v>10660</c:v>
                </c:pt>
                <c:pt idx="1179">
                  <c:v>10875</c:v>
                </c:pt>
                <c:pt idx="1180">
                  <c:v>10865</c:v>
                </c:pt>
                <c:pt idx="1181">
                  <c:v>10820</c:v>
                </c:pt>
                <c:pt idx="1182">
                  <c:v>10950</c:v>
                </c:pt>
                <c:pt idx="1183">
                  <c:v>10930</c:v>
                </c:pt>
                <c:pt idx="1184">
                  <c:v>10745</c:v>
                </c:pt>
                <c:pt idx="1185">
                  <c:v>10725</c:v>
                </c:pt>
                <c:pt idx="1186">
                  <c:v>10775</c:v>
                </c:pt>
                <c:pt idx="1187">
                  <c:v>11020</c:v>
                </c:pt>
                <c:pt idx="1188">
                  <c:v>11010</c:v>
                </c:pt>
                <c:pt idx="1189">
                  <c:v>10970</c:v>
                </c:pt>
                <c:pt idx="1190">
                  <c:v>10905</c:v>
                </c:pt>
                <c:pt idx="1191">
                  <c:v>10585</c:v>
                </c:pt>
                <c:pt idx="1192">
                  <c:v>10300</c:v>
                </c:pt>
                <c:pt idx="1193">
                  <c:v>10335</c:v>
                </c:pt>
                <c:pt idx="1194">
                  <c:v>10360</c:v>
                </c:pt>
                <c:pt idx="1195">
                  <c:v>10200</c:v>
                </c:pt>
                <c:pt idx="1196">
                  <c:v>10135</c:v>
                </c:pt>
                <c:pt idx="1197">
                  <c:v>10110</c:v>
                </c:pt>
                <c:pt idx="1198">
                  <c:v>10415</c:v>
                </c:pt>
                <c:pt idx="1199">
                  <c:v>10565</c:v>
                </c:pt>
                <c:pt idx="1200">
                  <c:v>10550</c:v>
                </c:pt>
                <c:pt idx="1201">
                  <c:v>10615</c:v>
                </c:pt>
                <c:pt idx="1202">
                  <c:v>10620</c:v>
                </c:pt>
                <c:pt idx="1203">
                  <c:v>10555</c:v>
                </c:pt>
                <c:pt idx="1204">
                  <c:v>10290</c:v>
                </c:pt>
                <c:pt idx="1205">
                  <c:v>10390</c:v>
                </c:pt>
                <c:pt idx="1206">
                  <c:v>10355</c:v>
                </c:pt>
                <c:pt idx="1207">
                  <c:v>9980</c:v>
                </c:pt>
                <c:pt idx="1208">
                  <c:v>10000</c:v>
                </c:pt>
                <c:pt idx="1209">
                  <c:v>10265</c:v>
                </c:pt>
                <c:pt idx="1210">
                  <c:v>10495</c:v>
                </c:pt>
                <c:pt idx="1211">
                  <c:v>10445</c:v>
                </c:pt>
                <c:pt idx="1212">
                  <c:v>10540</c:v>
                </c:pt>
                <c:pt idx="1213">
                  <c:v>10450</c:v>
                </c:pt>
                <c:pt idx="1214">
                  <c:v>10510</c:v>
                </c:pt>
                <c:pt idx="1215">
                  <c:v>10210</c:v>
                </c:pt>
                <c:pt idx="1216">
                  <c:v>10420</c:v>
                </c:pt>
                <c:pt idx="1217">
                  <c:v>10595</c:v>
                </c:pt>
                <c:pt idx="1218">
                  <c:v>10650</c:v>
                </c:pt>
                <c:pt idx="1219">
                  <c:v>10700</c:v>
                </c:pt>
                <c:pt idx="1220">
                  <c:v>10830</c:v>
                </c:pt>
                <c:pt idx="1221">
                  <c:v>10825</c:v>
                </c:pt>
                <c:pt idx="1222">
                  <c:v>10985</c:v>
                </c:pt>
                <c:pt idx="1223">
                  <c:v>11000</c:v>
                </c:pt>
                <c:pt idx="1224">
                  <c:v>10900</c:v>
                </c:pt>
                <c:pt idx="1225">
                  <c:v>10860</c:v>
                </c:pt>
                <c:pt idx="1226">
                  <c:v>10835</c:v>
                </c:pt>
                <c:pt idx="1227">
                  <c:v>10820</c:v>
                </c:pt>
                <c:pt idx="1228">
                  <c:v>10965</c:v>
                </c:pt>
                <c:pt idx="1229">
                  <c:v>10745</c:v>
                </c:pt>
                <c:pt idx="1230">
                  <c:v>10785</c:v>
                </c:pt>
                <c:pt idx="1231">
                  <c:v>10745</c:v>
                </c:pt>
                <c:pt idx="1232">
                  <c:v>10650</c:v>
                </c:pt>
                <c:pt idx="1233">
                  <c:v>10685</c:v>
                </c:pt>
                <c:pt idx="1234">
                  <c:v>10590</c:v>
                </c:pt>
                <c:pt idx="1235">
                  <c:v>10765</c:v>
                </c:pt>
                <c:pt idx="1236">
                  <c:v>10800</c:v>
                </c:pt>
                <c:pt idx="1237">
                  <c:v>10840</c:v>
                </c:pt>
                <c:pt idx="1238">
                  <c:v>10895</c:v>
                </c:pt>
                <c:pt idx="1239">
                  <c:v>10915</c:v>
                </c:pt>
                <c:pt idx="1240">
                  <c:v>11010</c:v>
                </c:pt>
                <c:pt idx="1241">
                  <c:v>11010</c:v>
                </c:pt>
                <c:pt idx="1242">
                  <c:v>10915</c:v>
                </c:pt>
                <c:pt idx="1243">
                  <c:v>11045</c:v>
                </c:pt>
                <c:pt idx="1244">
                  <c:v>11130</c:v>
                </c:pt>
                <c:pt idx="1245">
                  <c:v>11110</c:v>
                </c:pt>
                <c:pt idx="1246">
                  <c:v>11145</c:v>
                </c:pt>
                <c:pt idx="1247">
                  <c:v>11255</c:v>
                </c:pt>
                <c:pt idx="1248">
                  <c:v>11025</c:v>
                </c:pt>
                <c:pt idx="1249">
                  <c:v>10940</c:v>
                </c:pt>
                <c:pt idx="1250">
                  <c:v>10935</c:v>
                </c:pt>
                <c:pt idx="1251">
                  <c:v>10900</c:v>
                </c:pt>
                <c:pt idx="1252">
                  <c:v>10995</c:v>
                </c:pt>
                <c:pt idx="1253">
                  <c:v>11015</c:v>
                </c:pt>
                <c:pt idx="1254">
                  <c:v>11475</c:v>
                </c:pt>
                <c:pt idx="1255">
                  <c:v>11490</c:v>
                </c:pt>
                <c:pt idx="1256">
                  <c:v>11560</c:v>
                </c:pt>
                <c:pt idx="1257">
                  <c:v>11500</c:v>
                </c:pt>
                <c:pt idx="1258">
                  <c:v>11510</c:v>
                </c:pt>
                <c:pt idx="1259">
                  <c:v>11535</c:v>
                </c:pt>
                <c:pt idx="1260">
                  <c:v>11550</c:v>
                </c:pt>
                <c:pt idx="1261">
                  <c:v>11325</c:v>
                </c:pt>
                <c:pt idx="1262">
                  <c:v>11265</c:v>
                </c:pt>
                <c:pt idx="1263">
                  <c:v>11320</c:v>
                </c:pt>
                <c:pt idx="1264">
                  <c:v>11320</c:v>
                </c:pt>
                <c:pt idx="1265">
                  <c:v>11155</c:v>
                </c:pt>
                <c:pt idx="1266">
                  <c:v>11180</c:v>
                </c:pt>
                <c:pt idx="1267">
                  <c:v>11345</c:v>
                </c:pt>
                <c:pt idx="1268">
                  <c:v>11340</c:v>
                </c:pt>
                <c:pt idx="1269">
                  <c:v>11290</c:v>
                </c:pt>
                <c:pt idx="1270">
                  <c:v>11460</c:v>
                </c:pt>
                <c:pt idx="1271">
                  <c:v>11435</c:v>
                </c:pt>
                <c:pt idx="1272">
                  <c:v>11730</c:v>
                </c:pt>
                <c:pt idx="1273">
                  <c:v>11885</c:v>
                </c:pt>
                <c:pt idx="1274">
                  <c:v>12010</c:v>
                </c:pt>
                <c:pt idx="1275">
                  <c:v>12095</c:v>
                </c:pt>
                <c:pt idx="1276">
                  <c:v>12275</c:v>
                </c:pt>
                <c:pt idx="1277">
                  <c:v>12285</c:v>
                </c:pt>
                <c:pt idx="1278">
                  <c:v>12260</c:v>
                </c:pt>
                <c:pt idx="1279">
                  <c:v>12245</c:v>
                </c:pt>
                <c:pt idx="1280">
                  <c:v>12340</c:v>
                </c:pt>
                <c:pt idx="1281">
                  <c:v>12710</c:v>
                </c:pt>
                <c:pt idx="1282">
                  <c:v>12550</c:v>
                </c:pt>
                <c:pt idx="1283">
                  <c:v>12490</c:v>
                </c:pt>
                <c:pt idx="1284">
                  <c:v>12390</c:v>
                </c:pt>
                <c:pt idx="1285">
                  <c:v>12290</c:v>
                </c:pt>
                <c:pt idx="1286">
                  <c:v>12175</c:v>
                </c:pt>
                <c:pt idx="1287">
                  <c:v>12270</c:v>
                </c:pt>
                <c:pt idx="1288">
                  <c:v>11905</c:v>
                </c:pt>
                <c:pt idx="1289">
                  <c:v>11775</c:v>
                </c:pt>
                <c:pt idx="1290">
                  <c:v>11690</c:v>
                </c:pt>
                <c:pt idx="1291">
                  <c:v>11720</c:v>
                </c:pt>
                <c:pt idx="1292">
                  <c:v>11700</c:v>
                </c:pt>
                <c:pt idx="1293">
                  <c:v>11850</c:v>
                </c:pt>
                <c:pt idx="1294">
                  <c:v>11880</c:v>
                </c:pt>
                <c:pt idx="1295">
                  <c:v>11645</c:v>
                </c:pt>
                <c:pt idx="1296">
                  <c:v>11705</c:v>
                </c:pt>
                <c:pt idx="1297">
                  <c:v>11800</c:v>
                </c:pt>
                <c:pt idx="1298">
                  <c:v>12020</c:v>
                </c:pt>
                <c:pt idx="1299">
                  <c:v>11740</c:v>
                </c:pt>
                <c:pt idx="1300">
                  <c:v>12045</c:v>
                </c:pt>
                <c:pt idx="1301">
                  <c:v>11995</c:v>
                </c:pt>
                <c:pt idx="1302">
                  <c:v>11500</c:v>
                </c:pt>
                <c:pt idx="1303">
                  <c:v>11500</c:v>
                </c:pt>
                <c:pt idx="1304">
                  <c:v>11590</c:v>
                </c:pt>
                <c:pt idx="1305">
                  <c:v>11415</c:v>
                </c:pt>
                <c:pt idx="1306">
                  <c:v>11190</c:v>
                </c:pt>
                <c:pt idx="1307">
                  <c:v>10980</c:v>
                </c:pt>
                <c:pt idx="1308">
                  <c:v>11070</c:v>
                </c:pt>
                <c:pt idx="1309">
                  <c:v>11030</c:v>
                </c:pt>
                <c:pt idx="1310">
                  <c:v>10990</c:v>
                </c:pt>
                <c:pt idx="1311">
                  <c:v>10950</c:v>
                </c:pt>
                <c:pt idx="1312">
                  <c:v>10825</c:v>
                </c:pt>
                <c:pt idx="1313">
                  <c:v>10885</c:v>
                </c:pt>
                <c:pt idx="1314">
                  <c:v>10720</c:v>
                </c:pt>
                <c:pt idx="1315">
                  <c:v>10670</c:v>
                </c:pt>
                <c:pt idx="1316">
                  <c:v>10445</c:v>
                </c:pt>
                <c:pt idx="1317">
                  <c:v>10480</c:v>
                </c:pt>
                <c:pt idx="1318">
                  <c:v>10550</c:v>
                </c:pt>
                <c:pt idx="1319">
                  <c:v>10615</c:v>
                </c:pt>
                <c:pt idx="1320">
                  <c:v>10720</c:v>
                </c:pt>
                <c:pt idx="1321">
                  <c:v>10990</c:v>
                </c:pt>
                <c:pt idx="1322">
                  <c:v>10990</c:v>
                </c:pt>
                <c:pt idx="1323">
                  <c:v>10980</c:v>
                </c:pt>
                <c:pt idx="1324">
                  <c:v>10980</c:v>
                </c:pt>
                <c:pt idx="1325">
                  <c:v>10680</c:v>
                </c:pt>
                <c:pt idx="1326">
                  <c:v>10750</c:v>
                </c:pt>
                <c:pt idx="1327">
                  <c:v>11025</c:v>
                </c:pt>
                <c:pt idx="1328">
                  <c:v>11050</c:v>
                </c:pt>
                <c:pt idx="1329">
                  <c:v>10995</c:v>
                </c:pt>
                <c:pt idx="1330">
                  <c:v>10440</c:v>
                </c:pt>
                <c:pt idx="1331">
                  <c:v>10485</c:v>
                </c:pt>
                <c:pt idx="1332">
                  <c:v>10200</c:v>
                </c:pt>
                <c:pt idx="1333">
                  <c:v>10330</c:v>
                </c:pt>
                <c:pt idx="1334">
                  <c:v>10360</c:v>
                </c:pt>
                <c:pt idx="1335">
                  <c:v>10560</c:v>
                </c:pt>
                <c:pt idx="1336">
                  <c:v>10465</c:v>
                </c:pt>
                <c:pt idx="1337">
                  <c:v>10540</c:v>
                </c:pt>
                <c:pt idx="1338">
                  <c:v>10675</c:v>
                </c:pt>
                <c:pt idx="1339">
                  <c:v>10565</c:v>
                </c:pt>
                <c:pt idx="1340">
                  <c:v>10510</c:v>
                </c:pt>
                <c:pt idx="1341">
                  <c:v>10565</c:v>
                </c:pt>
                <c:pt idx="1342">
                  <c:v>10355</c:v>
                </c:pt>
                <c:pt idx="1343">
                  <c:v>10350</c:v>
                </c:pt>
                <c:pt idx="1344">
                  <c:v>10120</c:v>
                </c:pt>
                <c:pt idx="1345">
                  <c:v>10175</c:v>
                </c:pt>
                <c:pt idx="1346">
                  <c:v>10195</c:v>
                </c:pt>
                <c:pt idx="1347">
                  <c:v>10270</c:v>
                </c:pt>
                <c:pt idx="1348">
                  <c:v>10095</c:v>
                </c:pt>
                <c:pt idx="1349">
                  <c:v>10025</c:v>
                </c:pt>
                <c:pt idx="1350">
                  <c:v>9915</c:v>
                </c:pt>
                <c:pt idx="1351">
                  <c:v>10010</c:v>
                </c:pt>
                <c:pt idx="1352">
                  <c:v>10030</c:v>
                </c:pt>
                <c:pt idx="1353">
                  <c:v>9795</c:v>
                </c:pt>
                <c:pt idx="1354">
                  <c:v>9745</c:v>
                </c:pt>
                <c:pt idx="1355">
                  <c:v>9700</c:v>
                </c:pt>
                <c:pt idx="1356">
                  <c:v>9625</c:v>
                </c:pt>
                <c:pt idx="1357">
                  <c:v>9495</c:v>
                </c:pt>
                <c:pt idx="1358">
                  <c:v>9580</c:v>
                </c:pt>
                <c:pt idx="1359">
                  <c:v>9420</c:v>
                </c:pt>
                <c:pt idx="1360">
                  <c:v>9390</c:v>
                </c:pt>
                <c:pt idx="1361">
                  <c:v>9250</c:v>
                </c:pt>
                <c:pt idx="1362">
                  <c:v>9050</c:v>
                </c:pt>
                <c:pt idx="1363">
                  <c:v>8765</c:v>
                </c:pt>
                <c:pt idx="1364">
                  <c:v>8330</c:v>
                </c:pt>
                <c:pt idx="1365">
                  <c:v>8400</c:v>
                </c:pt>
                <c:pt idx="1366">
                  <c:v>8715</c:v>
                </c:pt>
                <c:pt idx="1367">
                  <c:v>8790</c:v>
                </c:pt>
                <c:pt idx="1368">
                  <c:v>9035</c:v>
                </c:pt>
                <c:pt idx="1369">
                  <c:v>9050</c:v>
                </c:pt>
                <c:pt idx="1370">
                  <c:v>8835</c:v>
                </c:pt>
                <c:pt idx="1371">
                  <c:v>8870</c:v>
                </c:pt>
                <c:pt idx="1372">
                  <c:v>8905</c:v>
                </c:pt>
                <c:pt idx="1373">
                  <c:v>8750</c:v>
                </c:pt>
                <c:pt idx="1374">
                  <c:v>8705</c:v>
                </c:pt>
                <c:pt idx="1375">
                  <c:v>8750</c:v>
                </c:pt>
                <c:pt idx="1376">
                  <c:v>9275</c:v>
                </c:pt>
                <c:pt idx="1377">
                  <c:v>9260</c:v>
                </c:pt>
                <c:pt idx="1378">
                  <c:v>9165</c:v>
                </c:pt>
                <c:pt idx="1379">
                  <c:v>9080</c:v>
                </c:pt>
                <c:pt idx="1380">
                  <c:v>9120</c:v>
                </c:pt>
                <c:pt idx="1381">
                  <c:v>9545</c:v>
                </c:pt>
                <c:pt idx="1382">
                  <c:v>9625</c:v>
                </c:pt>
                <c:pt idx="1383">
                  <c:v>9730</c:v>
                </c:pt>
                <c:pt idx="1384">
                  <c:v>9420</c:v>
                </c:pt>
                <c:pt idx="1385">
                  <c:v>9530</c:v>
                </c:pt>
                <c:pt idx="1386">
                  <c:v>9255</c:v>
                </c:pt>
                <c:pt idx="1387">
                  <c:v>9240</c:v>
                </c:pt>
                <c:pt idx="1388">
                  <c:v>9225</c:v>
                </c:pt>
                <c:pt idx="1389">
                  <c:v>9365</c:v>
                </c:pt>
                <c:pt idx="1390">
                  <c:v>9560</c:v>
                </c:pt>
                <c:pt idx="1391">
                  <c:v>9435</c:v>
                </c:pt>
                <c:pt idx="1392">
                  <c:v>9470</c:v>
                </c:pt>
                <c:pt idx="1393">
                  <c:v>9645</c:v>
                </c:pt>
                <c:pt idx="1394">
                  <c:v>9910</c:v>
                </c:pt>
                <c:pt idx="1395">
                  <c:v>10060</c:v>
                </c:pt>
                <c:pt idx="1396">
                  <c:v>10185</c:v>
                </c:pt>
                <c:pt idx="1397">
                  <c:v>10150</c:v>
                </c:pt>
                <c:pt idx="1398">
                  <c:v>10090</c:v>
                </c:pt>
                <c:pt idx="1399">
                  <c:v>10330</c:v>
                </c:pt>
                <c:pt idx="1400">
                  <c:v>10265</c:v>
                </c:pt>
                <c:pt idx="1401">
                  <c:v>10275</c:v>
                </c:pt>
                <c:pt idx="1402">
                  <c:v>10345</c:v>
                </c:pt>
                <c:pt idx="1403">
                  <c:v>10415</c:v>
                </c:pt>
                <c:pt idx="1404">
                  <c:v>10285</c:v>
                </c:pt>
                <c:pt idx="1405">
                  <c:v>10445</c:v>
                </c:pt>
                <c:pt idx="1406">
                  <c:v>10500</c:v>
                </c:pt>
                <c:pt idx="1407">
                  <c:v>10480</c:v>
                </c:pt>
                <c:pt idx="1408">
                  <c:v>10480</c:v>
                </c:pt>
                <c:pt idx="1409">
                  <c:v>10425</c:v>
                </c:pt>
                <c:pt idx="1410">
                  <c:v>10490</c:v>
                </c:pt>
                <c:pt idx="1411">
                  <c:v>10485</c:v>
                </c:pt>
                <c:pt idx="1412">
                  <c:v>10680</c:v>
                </c:pt>
                <c:pt idx="1413">
                  <c:v>10655</c:v>
                </c:pt>
                <c:pt idx="1414">
                  <c:v>10650</c:v>
                </c:pt>
                <c:pt idx="1415">
                  <c:v>10505</c:v>
                </c:pt>
                <c:pt idx="1416">
                  <c:v>10425</c:v>
                </c:pt>
                <c:pt idx="1417">
                  <c:v>10115</c:v>
                </c:pt>
                <c:pt idx="1418">
                  <c:v>10095</c:v>
                </c:pt>
                <c:pt idx="1419">
                  <c:v>10115</c:v>
                </c:pt>
                <c:pt idx="1420">
                  <c:v>9850</c:v>
                </c:pt>
                <c:pt idx="1421">
                  <c:v>9600</c:v>
                </c:pt>
                <c:pt idx="1422">
                  <c:v>9775</c:v>
                </c:pt>
                <c:pt idx="1423">
                  <c:v>9725</c:v>
                </c:pt>
                <c:pt idx="1424">
                  <c:v>9995</c:v>
                </c:pt>
                <c:pt idx="1425">
                  <c:v>10020</c:v>
                </c:pt>
                <c:pt idx="1426">
                  <c:v>10150</c:v>
                </c:pt>
                <c:pt idx="1427">
                  <c:v>10230</c:v>
                </c:pt>
                <c:pt idx="1428">
                  <c:v>10210</c:v>
                </c:pt>
                <c:pt idx="1429">
                  <c:v>10455</c:v>
                </c:pt>
                <c:pt idx="1430">
                  <c:v>10410</c:v>
                </c:pt>
                <c:pt idx="1431">
                  <c:v>10015</c:v>
                </c:pt>
                <c:pt idx="1432">
                  <c:v>10310</c:v>
                </c:pt>
                <c:pt idx="1433">
                  <c:v>10170</c:v>
                </c:pt>
                <c:pt idx="1434">
                  <c:v>9990</c:v>
                </c:pt>
                <c:pt idx="1435">
                  <c:v>9785</c:v>
                </c:pt>
                <c:pt idx="1436">
                  <c:v>9705</c:v>
                </c:pt>
                <c:pt idx="1437">
                  <c:v>9610</c:v>
                </c:pt>
                <c:pt idx="1438">
                  <c:v>9610</c:v>
                </c:pt>
                <c:pt idx="1439">
                  <c:v>9700</c:v>
                </c:pt>
                <c:pt idx="1440">
                  <c:v>9660</c:v>
                </c:pt>
                <c:pt idx="1441">
                  <c:v>9500</c:v>
                </c:pt>
                <c:pt idx="1442">
                  <c:v>9560</c:v>
                </c:pt>
                <c:pt idx="1443">
                  <c:v>9930</c:v>
                </c:pt>
                <c:pt idx="1444">
                  <c:v>9915</c:v>
                </c:pt>
                <c:pt idx="1445">
                  <c:v>9885</c:v>
                </c:pt>
                <c:pt idx="1446">
                  <c:v>9955</c:v>
                </c:pt>
                <c:pt idx="1447">
                  <c:v>9995</c:v>
                </c:pt>
                <c:pt idx="1448">
                  <c:v>10160</c:v>
                </c:pt>
                <c:pt idx="1449">
                  <c:v>10070</c:v>
                </c:pt>
                <c:pt idx="1450">
                  <c:v>9790</c:v>
                </c:pt>
                <c:pt idx="1451">
                  <c:v>9940</c:v>
                </c:pt>
                <c:pt idx="1452">
                  <c:v>9870</c:v>
                </c:pt>
                <c:pt idx="1453">
                  <c:v>9490</c:v>
                </c:pt>
                <c:pt idx="1454">
                  <c:v>9525</c:v>
                </c:pt>
                <c:pt idx="1455">
                  <c:v>9400</c:v>
                </c:pt>
                <c:pt idx="1456">
                  <c:v>9225</c:v>
                </c:pt>
                <c:pt idx="1457">
                  <c:v>9370</c:v>
                </c:pt>
                <c:pt idx="1458">
                  <c:v>9150</c:v>
                </c:pt>
                <c:pt idx="1459">
                  <c:v>9100</c:v>
                </c:pt>
                <c:pt idx="1460">
                  <c:v>9360</c:v>
                </c:pt>
                <c:pt idx="1461">
                  <c:v>9160</c:v>
                </c:pt>
                <c:pt idx="1462">
                  <c:v>8970</c:v>
                </c:pt>
                <c:pt idx="1463">
                  <c:v>8955</c:v>
                </c:pt>
                <c:pt idx="1464">
                  <c:v>9040</c:v>
                </c:pt>
                <c:pt idx="1465">
                  <c:v>8620</c:v>
                </c:pt>
                <c:pt idx="1466">
                  <c:v>8600</c:v>
                </c:pt>
                <c:pt idx="1467">
                  <c:v>8950</c:v>
                </c:pt>
                <c:pt idx="1468">
                  <c:v>9070</c:v>
                </c:pt>
                <c:pt idx="1469">
                  <c:v>8825</c:v>
                </c:pt>
                <c:pt idx="1470">
                  <c:v>9075</c:v>
                </c:pt>
                <c:pt idx="1471">
                  <c:v>9110</c:v>
                </c:pt>
                <c:pt idx="1472">
                  <c:v>9140</c:v>
                </c:pt>
                <c:pt idx="1473">
                  <c:v>9260</c:v>
                </c:pt>
                <c:pt idx="1474">
                  <c:v>9140</c:v>
                </c:pt>
                <c:pt idx="1475">
                  <c:v>8925</c:v>
                </c:pt>
                <c:pt idx="1476">
                  <c:v>9260</c:v>
                </c:pt>
                <c:pt idx="1477">
                  <c:v>9300</c:v>
                </c:pt>
                <c:pt idx="1478">
                  <c:v>8795</c:v>
                </c:pt>
                <c:pt idx="1479">
                  <c:v>8655</c:v>
                </c:pt>
                <c:pt idx="1480">
                  <c:v>8890</c:v>
                </c:pt>
                <c:pt idx="1481">
                  <c:v>9145</c:v>
                </c:pt>
                <c:pt idx="1482">
                  <c:v>9165</c:v>
                </c:pt>
                <c:pt idx="1483">
                  <c:v>9325</c:v>
                </c:pt>
                <c:pt idx="1484">
                  <c:v>9365</c:v>
                </c:pt>
                <c:pt idx="1485">
                  <c:v>9400</c:v>
                </c:pt>
                <c:pt idx="1486">
                  <c:v>9400</c:v>
                </c:pt>
                <c:pt idx="1487">
                  <c:v>9380</c:v>
                </c:pt>
                <c:pt idx="1488">
                  <c:v>9405</c:v>
                </c:pt>
                <c:pt idx="1489">
                  <c:v>9435</c:v>
                </c:pt>
                <c:pt idx="1490">
                  <c:v>9395</c:v>
                </c:pt>
                <c:pt idx="1491">
                  <c:v>9690</c:v>
                </c:pt>
                <c:pt idx="1492">
                  <c:v>9750</c:v>
                </c:pt>
                <c:pt idx="1493">
                  <c:v>9760</c:v>
                </c:pt>
                <c:pt idx="1494">
                  <c:v>9795</c:v>
                </c:pt>
                <c:pt idx="1495">
                  <c:v>9645</c:v>
                </c:pt>
                <c:pt idx="1496">
                  <c:v>9725</c:v>
                </c:pt>
                <c:pt idx="1497">
                  <c:v>9920</c:v>
                </c:pt>
                <c:pt idx="1498">
                  <c:v>9950</c:v>
                </c:pt>
                <c:pt idx="1499">
                  <c:v>9940</c:v>
                </c:pt>
                <c:pt idx="1500">
                  <c:v>9925</c:v>
                </c:pt>
                <c:pt idx="1501">
                  <c:v>9985</c:v>
                </c:pt>
                <c:pt idx="1502">
                  <c:v>10070</c:v>
                </c:pt>
                <c:pt idx="1503">
                  <c:v>10090</c:v>
                </c:pt>
                <c:pt idx="1504">
                  <c:v>10080</c:v>
                </c:pt>
                <c:pt idx="1505">
                  <c:v>10160</c:v>
                </c:pt>
                <c:pt idx="1506">
                  <c:v>10145</c:v>
                </c:pt>
                <c:pt idx="1507">
                  <c:v>10090</c:v>
                </c:pt>
                <c:pt idx="1508">
                  <c:v>10075</c:v>
                </c:pt>
                <c:pt idx="1509">
                  <c:v>10105</c:v>
                </c:pt>
                <c:pt idx="1510">
                  <c:v>10185</c:v>
                </c:pt>
                <c:pt idx="1511">
                  <c:v>10285</c:v>
                </c:pt>
                <c:pt idx="1512">
                  <c:v>10190</c:v>
                </c:pt>
                <c:pt idx="1513">
                  <c:v>9910</c:v>
                </c:pt>
                <c:pt idx="1514">
                  <c:v>9950</c:v>
                </c:pt>
                <c:pt idx="1515">
                  <c:v>9775</c:v>
                </c:pt>
                <c:pt idx="1516">
                  <c:v>9880</c:v>
                </c:pt>
                <c:pt idx="1517">
                  <c:v>9885</c:v>
                </c:pt>
                <c:pt idx="1518">
                  <c:v>9855</c:v>
                </c:pt>
                <c:pt idx="1519">
                  <c:v>9870</c:v>
                </c:pt>
                <c:pt idx="1520">
                  <c:v>10010</c:v>
                </c:pt>
                <c:pt idx="1521">
                  <c:v>10415</c:v>
                </c:pt>
                <c:pt idx="1522">
                  <c:v>10410</c:v>
                </c:pt>
                <c:pt idx="1523">
                  <c:v>10345</c:v>
                </c:pt>
                <c:pt idx="1524">
                  <c:v>10370</c:v>
                </c:pt>
                <c:pt idx="1525">
                  <c:v>10300</c:v>
                </c:pt>
                <c:pt idx="1526">
                  <c:v>10470</c:v>
                </c:pt>
                <c:pt idx="1527">
                  <c:v>10380</c:v>
                </c:pt>
                <c:pt idx="1528">
                  <c:v>10340</c:v>
                </c:pt>
                <c:pt idx="1529">
                  <c:v>10430</c:v>
                </c:pt>
                <c:pt idx="1530">
                  <c:v>10415</c:v>
                </c:pt>
                <c:pt idx="1531">
                  <c:v>10200</c:v>
                </c:pt>
                <c:pt idx="1532">
                  <c:v>10115</c:v>
                </c:pt>
                <c:pt idx="1533">
                  <c:v>9970</c:v>
                </c:pt>
                <c:pt idx="1534">
                  <c:v>10030</c:v>
                </c:pt>
                <c:pt idx="1535">
                  <c:v>9905</c:v>
                </c:pt>
                <c:pt idx="1536">
                  <c:v>9880</c:v>
                </c:pt>
                <c:pt idx="1537">
                  <c:v>9970</c:v>
                </c:pt>
                <c:pt idx="1538">
                  <c:v>9935</c:v>
                </c:pt>
                <c:pt idx="1539">
                  <c:v>9900</c:v>
                </c:pt>
                <c:pt idx="1540">
                  <c:v>9725</c:v>
                </c:pt>
                <c:pt idx="1541">
                  <c:v>9765</c:v>
                </c:pt>
                <c:pt idx="1542">
                  <c:v>9765</c:v>
                </c:pt>
                <c:pt idx="1543">
                  <c:v>9640</c:v>
                </c:pt>
                <c:pt idx="1544">
                  <c:v>9595</c:v>
                </c:pt>
                <c:pt idx="1545">
                  <c:v>9605</c:v>
                </c:pt>
                <c:pt idx="1546">
                  <c:v>9660</c:v>
                </c:pt>
                <c:pt idx="1547">
                  <c:v>9510</c:v>
                </c:pt>
                <c:pt idx="1548">
                  <c:v>9785</c:v>
                </c:pt>
                <c:pt idx="1549">
                  <c:v>9755</c:v>
                </c:pt>
                <c:pt idx="1550">
                  <c:v>9840</c:v>
                </c:pt>
                <c:pt idx="1551">
                  <c:v>9805</c:v>
                </c:pt>
                <c:pt idx="1552">
                  <c:v>9925</c:v>
                </c:pt>
                <c:pt idx="1553">
                  <c:v>9950</c:v>
                </c:pt>
                <c:pt idx="1554">
                  <c:v>10000</c:v>
                </c:pt>
                <c:pt idx="1555">
                  <c:v>10025</c:v>
                </c:pt>
                <c:pt idx="1556">
                  <c:v>10295</c:v>
                </c:pt>
                <c:pt idx="1557">
                  <c:v>10480</c:v>
                </c:pt>
                <c:pt idx="1558">
                  <c:v>10455</c:v>
                </c:pt>
                <c:pt idx="1559">
                  <c:v>10390</c:v>
                </c:pt>
                <c:pt idx="1560">
                  <c:v>9995</c:v>
                </c:pt>
                <c:pt idx="1561">
                  <c:v>9920</c:v>
                </c:pt>
                <c:pt idx="1562">
                  <c:v>9890</c:v>
                </c:pt>
                <c:pt idx="1563">
                  <c:v>9740</c:v>
                </c:pt>
                <c:pt idx="1564">
                  <c:v>9785</c:v>
                </c:pt>
                <c:pt idx="1565">
                  <c:v>10035</c:v>
                </c:pt>
                <c:pt idx="1566">
                  <c:v>10035</c:v>
                </c:pt>
                <c:pt idx="1567">
                  <c:v>10160</c:v>
                </c:pt>
                <c:pt idx="1568">
                  <c:v>10155</c:v>
                </c:pt>
                <c:pt idx="1569">
                  <c:v>9505</c:v>
                </c:pt>
                <c:pt idx="1570">
                  <c:v>9570</c:v>
                </c:pt>
                <c:pt idx="1571">
                  <c:v>9605</c:v>
                </c:pt>
                <c:pt idx="1572">
                  <c:v>9825</c:v>
                </c:pt>
                <c:pt idx="1573">
                  <c:v>9915</c:v>
                </c:pt>
                <c:pt idx="1574">
                  <c:v>10130</c:v>
                </c:pt>
                <c:pt idx="1575">
                  <c:v>10200</c:v>
                </c:pt>
                <c:pt idx="1576">
                  <c:v>10165</c:v>
                </c:pt>
                <c:pt idx="1577">
                  <c:v>9760</c:v>
                </c:pt>
                <c:pt idx="1578">
                  <c:v>9975</c:v>
                </c:pt>
                <c:pt idx="1579">
                  <c:v>9880</c:v>
                </c:pt>
                <c:pt idx="1580">
                  <c:v>10180</c:v>
                </c:pt>
                <c:pt idx="1581">
                  <c:v>10170</c:v>
                </c:pt>
                <c:pt idx="1582">
                  <c:v>10305</c:v>
                </c:pt>
                <c:pt idx="1583">
                  <c:v>10350</c:v>
                </c:pt>
                <c:pt idx="1584">
                  <c:v>10440</c:v>
                </c:pt>
                <c:pt idx="1585">
                  <c:v>10490</c:v>
                </c:pt>
                <c:pt idx="1586">
                  <c:v>10445</c:v>
                </c:pt>
                <c:pt idx="1587">
                  <c:v>10415</c:v>
                </c:pt>
                <c:pt idx="1588">
                  <c:v>10435</c:v>
                </c:pt>
                <c:pt idx="1589">
                  <c:v>10425</c:v>
                </c:pt>
                <c:pt idx="1590">
                  <c:v>10440</c:v>
                </c:pt>
                <c:pt idx="1591">
                  <c:v>10615</c:v>
                </c:pt>
                <c:pt idx="1592">
                  <c:v>10615</c:v>
                </c:pt>
                <c:pt idx="1593">
                  <c:v>10545</c:v>
                </c:pt>
                <c:pt idx="1594">
                  <c:v>10550</c:v>
                </c:pt>
                <c:pt idx="1595">
                  <c:v>10710</c:v>
                </c:pt>
                <c:pt idx="1596">
                  <c:v>10550</c:v>
                </c:pt>
                <c:pt idx="1597">
                  <c:v>10300</c:v>
                </c:pt>
                <c:pt idx="1598">
                  <c:v>10330</c:v>
                </c:pt>
                <c:pt idx="1599">
                  <c:v>10565</c:v>
                </c:pt>
                <c:pt idx="1600">
                  <c:v>10700</c:v>
                </c:pt>
                <c:pt idx="1601">
                  <c:v>10870</c:v>
                </c:pt>
                <c:pt idx="1602">
                  <c:v>10805</c:v>
                </c:pt>
                <c:pt idx="1603">
                  <c:v>10835</c:v>
                </c:pt>
                <c:pt idx="1604">
                  <c:v>10900</c:v>
                </c:pt>
                <c:pt idx="1605">
                  <c:v>10900</c:v>
                </c:pt>
                <c:pt idx="1606">
                  <c:v>10870</c:v>
                </c:pt>
                <c:pt idx="1607">
                  <c:v>11030</c:v>
                </c:pt>
                <c:pt idx="1608">
                  <c:v>11070</c:v>
                </c:pt>
                <c:pt idx="1609">
                  <c:v>10955</c:v>
                </c:pt>
                <c:pt idx="1610">
                  <c:v>11070</c:v>
                </c:pt>
                <c:pt idx="1611">
                  <c:v>10970</c:v>
                </c:pt>
                <c:pt idx="1612">
                  <c:v>10975</c:v>
                </c:pt>
                <c:pt idx="1613">
                  <c:v>10915</c:v>
                </c:pt>
                <c:pt idx="1614">
                  <c:v>10905</c:v>
                </c:pt>
                <c:pt idx="1615">
                  <c:v>10995</c:v>
                </c:pt>
                <c:pt idx="1616">
                  <c:v>10920</c:v>
                </c:pt>
                <c:pt idx="1617">
                  <c:v>10855</c:v>
                </c:pt>
                <c:pt idx="1618">
                  <c:v>10905</c:v>
                </c:pt>
                <c:pt idx="1619">
                  <c:v>11170</c:v>
                </c:pt>
                <c:pt idx="1620">
                  <c:v>11250</c:v>
                </c:pt>
                <c:pt idx="1621">
                  <c:v>11200</c:v>
                </c:pt>
                <c:pt idx="1622">
                  <c:v>11205</c:v>
                </c:pt>
                <c:pt idx="1623">
                  <c:v>10950</c:v>
                </c:pt>
                <c:pt idx="1624">
                  <c:v>10400</c:v>
                </c:pt>
                <c:pt idx="1625">
                  <c:v>10480</c:v>
                </c:pt>
                <c:pt idx="1626">
                  <c:v>10685</c:v>
                </c:pt>
                <c:pt idx="1627">
                  <c:v>10710</c:v>
                </c:pt>
                <c:pt idx="1628">
                  <c:v>10845</c:v>
                </c:pt>
                <c:pt idx="1629">
                  <c:v>11015</c:v>
                </c:pt>
                <c:pt idx="1630">
                  <c:v>11010</c:v>
                </c:pt>
                <c:pt idx="1631">
                  <c:v>10950</c:v>
                </c:pt>
                <c:pt idx="1632">
                  <c:v>11105</c:v>
                </c:pt>
                <c:pt idx="1633">
                  <c:v>11035</c:v>
                </c:pt>
                <c:pt idx="1634">
                  <c:v>11195</c:v>
                </c:pt>
                <c:pt idx="1635">
                  <c:v>10940</c:v>
                </c:pt>
                <c:pt idx="1636">
                  <c:v>11070</c:v>
                </c:pt>
                <c:pt idx="1637">
                  <c:v>11080</c:v>
                </c:pt>
                <c:pt idx="1638">
                  <c:v>11225</c:v>
                </c:pt>
                <c:pt idx="1639">
                  <c:v>11140</c:v>
                </c:pt>
                <c:pt idx="1640">
                  <c:v>11195</c:v>
                </c:pt>
                <c:pt idx="1641">
                  <c:v>10860</c:v>
                </c:pt>
                <c:pt idx="1642">
                  <c:v>10860</c:v>
                </c:pt>
                <c:pt idx="1643">
                  <c:v>10655</c:v>
                </c:pt>
                <c:pt idx="1644">
                  <c:v>10760</c:v>
                </c:pt>
                <c:pt idx="1645">
                  <c:v>10795</c:v>
                </c:pt>
                <c:pt idx="1646">
                  <c:v>10950</c:v>
                </c:pt>
                <c:pt idx="1647">
                  <c:v>10960</c:v>
                </c:pt>
                <c:pt idx="1648">
                  <c:v>10985</c:v>
                </c:pt>
                <c:pt idx="1649">
                  <c:v>10890</c:v>
                </c:pt>
                <c:pt idx="1650">
                  <c:v>11045</c:v>
                </c:pt>
                <c:pt idx="1651">
                  <c:v>11005</c:v>
                </c:pt>
                <c:pt idx="1652">
                  <c:v>10740</c:v>
                </c:pt>
                <c:pt idx="1653">
                  <c:v>10850</c:v>
                </c:pt>
                <c:pt idx="1654">
                  <c:v>10840</c:v>
                </c:pt>
                <c:pt idx="1655">
                  <c:v>10795</c:v>
                </c:pt>
                <c:pt idx="1656">
                  <c:v>10800</c:v>
                </c:pt>
                <c:pt idx="1657">
                  <c:v>10535</c:v>
                </c:pt>
                <c:pt idx="1658">
                  <c:v>10580</c:v>
                </c:pt>
                <c:pt idx="1659">
                  <c:v>10520</c:v>
                </c:pt>
                <c:pt idx="1660">
                  <c:v>10710</c:v>
                </c:pt>
                <c:pt idx="1661">
                  <c:v>10745</c:v>
                </c:pt>
                <c:pt idx="1662">
                  <c:v>10295</c:v>
                </c:pt>
                <c:pt idx="1663">
                  <c:v>10700</c:v>
                </c:pt>
                <c:pt idx="1664">
                  <c:v>10495</c:v>
                </c:pt>
                <c:pt idx="1665">
                  <c:v>10340</c:v>
                </c:pt>
                <c:pt idx="1666">
                  <c:v>10255</c:v>
                </c:pt>
                <c:pt idx="1667">
                  <c:v>10335</c:v>
                </c:pt>
                <c:pt idx="1668">
                  <c:v>10310</c:v>
                </c:pt>
                <c:pt idx="1669">
                  <c:v>10320</c:v>
                </c:pt>
                <c:pt idx="1670">
                  <c:v>10255</c:v>
                </c:pt>
                <c:pt idx="1671">
                  <c:v>10495</c:v>
                </c:pt>
                <c:pt idx="1672">
                  <c:v>10565</c:v>
                </c:pt>
                <c:pt idx="1673">
                  <c:v>10460</c:v>
                </c:pt>
                <c:pt idx="1674">
                  <c:v>10470</c:v>
                </c:pt>
                <c:pt idx="1675">
                  <c:v>10535</c:v>
                </c:pt>
                <c:pt idx="1676">
                  <c:v>10535</c:v>
                </c:pt>
                <c:pt idx="1677">
                  <c:v>10640</c:v>
                </c:pt>
                <c:pt idx="1678">
                  <c:v>10650</c:v>
                </c:pt>
                <c:pt idx="1679">
                  <c:v>10510</c:v>
                </c:pt>
                <c:pt idx="1680">
                  <c:v>10480</c:v>
                </c:pt>
                <c:pt idx="1681">
                  <c:v>10715</c:v>
                </c:pt>
                <c:pt idx="1682">
                  <c:v>10775</c:v>
                </c:pt>
                <c:pt idx="1683">
                  <c:v>11115</c:v>
                </c:pt>
                <c:pt idx="1684">
                  <c:v>11145</c:v>
                </c:pt>
                <c:pt idx="1685">
                  <c:v>11125</c:v>
                </c:pt>
                <c:pt idx="1686">
                  <c:v>11175</c:v>
                </c:pt>
                <c:pt idx="1687">
                  <c:v>11195</c:v>
                </c:pt>
                <c:pt idx="1688">
                  <c:v>11200</c:v>
                </c:pt>
                <c:pt idx="1689">
                  <c:v>11240</c:v>
                </c:pt>
                <c:pt idx="1690">
                  <c:v>11245</c:v>
                </c:pt>
                <c:pt idx="1691">
                  <c:v>11300</c:v>
                </c:pt>
                <c:pt idx="1692">
                  <c:v>11265</c:v>
                </c:pt>
                <c:pt idx="1693">
                  <c:v>11255</c:v>
                </c:pt>
                <c:pt idx="1694">
                  <c:v>11225</c:v>
                </c:pt>
                <c:pt idx="1695">
                  <c:v>11240</c:v>
                </c:pt>
                <c:pt idx="1696">
                  <c:v>11260</c:v>
                </c:pt>
                <c:pt idx="1697">
                  <c:v>11355</c:v>
                </c:pt>
                <c:pt idx="1698">
                  <c:v>11365</c:v>
                </c:pt>
                <c:pt idx="1699">
                  <c:v>11440</c:v>
                </c:pt>
                <c:pt idx="1700">
                  <c:v>11625</c:v>
                </c:pt>
                <c:pt idx="1701">
                  <c:v>11645</c:v>
                </c:pt>
                <c:pt idx="1702">
                  <c:v>11580</c:v>
                </c:pt>
                <c:pt idx="1703">
                  <c:v>11675</c:v>
                </c:pt>
                <c:pt idx="1704">
                  <c:v>11735</c:v>
                </c:pt>
                <c:pt idx="1705">
                  <c:v>11705</c:v>
                </c:pt>
                <c:pt idx="1706">
                  <c:v>12135</c:v>
                </c:pt>
                <c:pt idx="1707">
                  <c:v>12190</c:v>
                </c:pt>
                <c:pt idx="1708">
                  <c:v>12130</c:v>
                </c:pt>
                <c:pt idx="1709">
                  <c:v>11985</c:v>
                </c:pt>
                <c:pt idx="1710">
                  <c:v>12070</c:v>
                </c:pt>
                <c:pt idx="1711">
                  <c:v>12060</c:v>
                </c:pt>
                <c:pt idx="1712">
                  <c:v>12085</c:v>
                </c:pt>
                <c:pt idx="1713">
                  <c:v>12030</c:v>
                </c:pt>
                <c:pt idx="1714">
                  <c:v>12010</c:v>
                </c:pt>
                <c:pt idx="1715">
                  <c:v>12035</c:v>
                </c:pt>
                <c:pt idx="1716">
                  <c:v>12115</c:v>
                </c:pt>
                <c:pt idx="1717">
                  <c:v>12320</c:v>
                </c:pt>
                <c:pt idx="1718">
                  <c:v>12170</c:v>
                </c:pt>
                <c:pt idx="1719">
                  <c:v>12255</c:v>
                </c:pt>
                <c:pt idx="1720">
                  <c:v>12140</c:v>
                </c:pt>
                <c:pt idx="1721">
                  <c:v>12175</c:v>
                </c:pt>
                <c:pt idx="1722">
                  <c:v>12230</c:v>
                </c:pt>
                <c:pt idx="1723">
                  <c:v>12180</c:v>
                </c:pt>
                <c:pt idx="1724">
                  <c:v>12075</c:v>
                </c:pt>
                <c:pt idx="1725">
                  <c:v>12100</c:v>
                </c:pt>
                <c:pt idx="1726">
                  <c:v>12155</c:v>
                </c:pt>
                <c:pt idx="1727">
                  <c:v>12155</c:v>
                </c:pt>
                <c:pt idx="1728">
                  <c:v>12100</c:v>
                </c:pt>
                <c:pt idx="1729">
                  <c:v>12165</c:v>
                </c:pt>
                <c:pt idx="1730">
                  <c:v>12160</c:v>
                </c:pt>
                <c:pt idx="1731">
                  <c:v>12160</c:v>
                </c:pt>
                <c:pt idx="1732">
                  <c:v>12235</c:v>
                </c:pt>
                <c:pt idx="1733">
                  <c:v>12455</c:v>
                </c:pt>
                <c:pt idx="1734">
                  <c:v>12505</c:v>
                </c:pt>
                <c:pt idx="1735">
                  <c:v>12510</c:v>
                </c:pt>
                <c:pt idx="1736">
                  <c:v>12315</c:v>
                </c:pt>
                <c:pt idx="1737">
                  <c:v>12225</c:v>
                </c:pt>
                <c:pt idx="1738">
                  <c:v>12255</c:v>
                </c:pt>
                <c:pt idx="1739">
                  <c:v>12475</c:v>
                </c:pt>
                <c:pt idx="1740">
                  <c:v>12235</c:v>
                </c:pt>
                <c:pt idx="1741">
                  <c:v>12270</c:v>
                </c:pt>
                <c:pt idx="1742">
                  <c:v>12400</c:v>
                </c:pt>
                <c:pt idx="1743">
                  <c:v>12440</c:v>
                </c:pt>
                <c:pt idx="1744">
                  <c:v>12385</c:v>
                </c:pt>
                <c:pt idx="1745">
                  <c:v>12435</c:v>
                </c:pt>
                <c:pt idx="1746">
                  <c:v>12700</c:v>
                </c:pt>
                <c:pt idx="1747">
                  <c:v>12920</c:v>
                </c:pt>
                <c:pt idx="1748">
                  <c:v>12950</c:v>
                </c:pt>
                <c:pt idx="1749">
                  <c:v>13135</c:v>
                </c:pt>
                <c:pt idx="1750">
                  <c:v>13265</c:v>
                </c:pt>
                <c:pt idx="1751">
                  <c:v>13230</c:v>
                </c:pt>
                <c:pt idx="1752">
                  <c:v>13475</c:v>
                </c:pt>
                <c:pt idx="1753">
                  <c:v>13370</c:v>
                </c:pt>
                <c:pt idx="1754">
                  <c:v>13410</c:v>
                </c:pt>
                <c:pt idx="1755">
                  <c:v>13365</c:v>
                </c:pt>
                <c:pt idx="1756">
                  <c:v>13195</c:v>
                </c:pt>
                <c:pt idx="1757">
                  <c:v>13265</c:v>
                </c:pt>
                <c:pt idx="1758">
                  <c:v>13330</c:v>
                </c:pt>
                <c:pt idx="1759">
                  <c:v>13310</c:v>
                </c:pt>
                <c:pt idx="1760">
                  <c:v>13265</c:v>
                </c:pt>
                <c:pt idx="1761">
                  <c:v>13325</c:v>
                </c:pt>
                <c:pt idx="1762">
                  <c:v>13255</c:v>
                </c:pt>
                <c:pt idx="1763">
                  <c:v>13210</c:v>
                </c:pt>
                <c:pt idx="1764">
                  <c:v>13095</c:v>
                </c:pt>
                <c:pt idx="1765">
                  <c:v>13065</c:v>
                </c:pt>
                <c:pt idx="1766">
                  <c:v>12905</c:v>
                </c:pt>
                <c:pt idx="1767">
                  <c:v>12790</c:v>
                </c:pt>
                <c:pt idx="1768">
                  <c:v>12805</c:v>
                </c:pt>
                <c:pt idx="1769">
                  <c:v>13055</c:v>
                </c:pt>
                <c:pt idx="1770">
                  <c:v>12930</c:v>
                </c:pt>
                <c:pt idx="1771">
                  <c:v>13000</c:v>
                </c:pt>
                <c:pt idx="1772">
                  <c:v>12995</c:v>
                </c:pt>
                <c:pt idx="1773">
                  <c:v>12870</c:v>
                </c:pt>
                <c:pt idx="1774">
                  <c:v>12955</c:v>
                </c:pt>
                <c:pt idx="1775">
                  <c:v>13195</c:v>
                </c:pt>
                <c:pt idx="1776">
                  <c:v>13320</c:v>
                </c:pt>
                <c:pt idx="1777">
                  <c:v>13600</c:v>
                </c:pt>
                <c:pt idx="1778">
                  <c:v>13750</c:v>
                </c:pt>
                <c:pt idx="1779">
                  <c:v>13815</c:v>
                </c:pt>
                <c:pt idx="1780">
                  <c:v>13825</c:v>
                </c:pt>
                <c:pt idx="1781">
                  <c:v>14055</c:v>
                </c:pt>
                <c:pt idx="1782">
                  <c:v>14335</c:v>
                </c:pt>
                <c:pt idx="1783">
                  <c:v>15070</c:v>
                </c:pt>
                <c:pt idx="1784">
                  <c:v>14765</c:v>
                </c:pt>
                <c:pt idx="1785">
                  <c:v>15080</c:v>
                </c:pt>
                <c:pt idx="1786">
                  <c:v>14940</c:v>
                </c:pt>
                <c:pt idx="1787">
                  <c:v>15030</c:v>
                </c:pt>
                <c:pt idx="1788">
                  <c:v>15070</c:v>
                </c:pt>
                <c:pt idx="1789">
                  <c:v>15040</c:v>
                </c:pt>
                <c:pt idx="1790">
                  <c:v>14975</c:v>
                </c:pt>
                <c:pt idx="1791">
                  <c:v>14920</c:v>
                </c:pt>
                <c:pt idx="1792">
                  <c:v>15135</c:v>
                </c:pt>
                <c:pt idx="1793">
                  <c:v>15225</c:v>
                </c:pt>
                <c:pt idx="1794">
                  <c:v>15275</c:v>
                </c:pt>
                <c:pt idx="1795">
                  <c:v>15635</c:v>
                </c:pt>
                <c:pt idx="1796">
                  <c:v>15820</c:v>
                </c:pt>
                <c:pt idx="1797">
                  <c:v>15780</c:v>
                </c:pt>
                <c:pt idx="1798">
                  <c:v>15575</c:v>
                </c:pt>
                <c:pt idx="1799">
                  <c:v>15585</c:v>
                </c:pt>
                <c:pt idx="1800">
                  <c:v>15495</c:v>
                </c:pt>
                <c:pt idx="1801">
                  <c:v>15875</c:v>
                </c:pt>
                <c:pt idx="1802">
                  <c:v>15820</c:v>
                </c:pt>
                <c:pt idx="1803">
                  <c:v>15640</c:v>
                </c:pt>
                <c:pt idx="1804">
                  <c:v>15775</c:v>
                </c:pt>
                <c:pt idx="1805">
                  <c:v>16010</c:v>
                </c:pt>
                <c:pt idx="1806">
                  <c:v>15685</c:v>
                </c:pt>
                <c:pt idx="1807">
                  <c:v>15895</c:v>
                </c:pt>
                <c:pt idx="1808">
                  <c:v>15870</c:v>
                </c:pt>
                <c:pt idx="1809">
                  <c:v>15735</c:v>
                </c:pt>
                <c:pt idx="1810">
                  <c:v>15755</c:v>
                </c:pt>
                <c:pt idx="1811">
                  <c:v>15925</c:v>
                </c:pt>
                <c:pt idx="1812">
                  <c:v>15990</c:v>
                </c:pt>
                <c:pt idx="1813">
                  <c:v>15795</c:v>
                </c:pt>
                <c:pt idx="1814">
                  <c:v>16000</c:v>
                </c:pt>
                <c:pt idx="1815">
                  <c:v>16080</c:v>
                </c:pt>
                <c:pt idx="1816">
                  <c:v>16250</c:v>
                </c:pt>
                <c:pt idx="1817">
                  <c:v>16245</c:v>
                </c:pt>
                <c:pt idx="1818">
                  <c:v>16160</c:v>
                </c:pt>
                <c:pt idx="1819">
                  <c:v>16360</c:v>
                </c:pt>
                <c:pt idx="1820">
                  <c:v>16275</c:v>
                </c:pt>
                <c:pt idx="1821">
                  <c:v>16325</c:v>
                </c:pt>
                <c:pt idx="1822">
                  <c:v>16160</c:v>
                </c:pt>
                <c:pt idx="1823">
                  <c:v>16280</c:v>
                </c:pt>
                <c:pt idx="1824">
                  <c:v>16270</c:v>
                </c:pt>
                <c:pt idx="1825">
                  <c:v>16155</c:v>
                </c:pt>
                <c:pt idx="1826">
                  <c:v>16245</c:v>
                </c:pt>
                <c:pt idx="1827">
                  <c:v>16440</c:v>
                </c:pt>
                <c:pt idx="1828">
                  <c:v>16420</c:v>
                </c:pt>
                <c:pt idx="1829">
                  <c:v>16780</c:v>
                </c:pt>
                <c:pt idx="1830">
                  <c:v>16810</c:v>
                </c:pt>
                <c:pt idx="1831">
                  <c:v>16960</c:v>
                </c:pt>
                <c:pt idx="1832">
                  <c:v>16970</c:v>
                </c:pt>
                <c:pt idx="1833">
                  <c:v>16995</c:v>
                </c:pt>
                <c:pt idx="1834">
                  <c:v>17170</c:v>
                </c:pt>
                <c:pt idx="1835">
                  <c:v>17295</c:v>
                </c:pt>
                <c:pt idx="1836">
                  <c:v>17320</c:v>
                </c:pt>
                <c:pt idx="1837">
                  <c:v>17215</c:v>
                </c:pt>
                <c:pt idx="1838">
                  <c:v>17080</c:v>
                </c:pt>
                <c:pt idx="1839">
                  <c:v>17175</c:v>
                </c:pt>
                <c:pt idx="1840">
                  <c:v>16515</c:v>
                </c:pt>
                <c:pt idx="1841">
                  <c:v>16525</c:v>
                </c:pt>
                <c:pt idx="1842">
                  <c:v>16800</c:v>
                </c:pt>
                <c:pt idx="1843">
                  <c:v>16870</c:v>
                </c:pt>
                <c:pt idx="1844">
                  <c:v>16295</c:v>
                </c:pt>
                <c:pt idx="1845">
                  <c:v>16445</c:v>
                </c:pt>
                <c:pt idx="1846">
                  <c:v>16465</c:v>
                </c:pt>
                <c:pt idx="1847">
                  <c:v>16405</c:v>
                </c:pt>
                <c:pt idx="1848">
                  <c:v>16020</c:v>
                </c:pt>
                <c:pt idx="1849">
                  <c:v>15855</c:v>
                </c:pt>
                <c:pt idx="1850">
                  <c:v>15285</c:v>
                </c:pt>
                <c:pt idx="1851">
                  <c:v>15545</c:v>
                </c:pt>
                <c:pt idx="1852">
                  <c:v>15720</c:v>
                </c:pt>
                <c:pt idx="1853">
                  <c:v>15910</c:v>
                </c:pt>
                <c:pt idx="1854">
                  <c:v>15865</c:v>
                </c:pt>
                <c:pt idx="1855">
                  <c:v>15810</c:v>
                </c:pt>
                <c:pt idx="1856">
                  <c:v>15955</c:v>
                </c:pt>
                <c:pt idx="1857">
                  <c:v>15960</c:v>
                </c:pt>
                <c:pt idx="1858">
                  <c:v>16100</c:v>
                </c:pt>
                <c:pt idx="1859">
                  <c:v>16135</c:v>
                </c:pt>
                <c:pt idx="1860">
                  <c:v>15955</c:v>
                </c:pt>
                <c:pt idx="1861">
                  <c:v>15860</c:v>
                </c:pt>
                <c:pt idx="1862">
                  <c:v>15970</c:v>
                </c:pt>
                <c:pt idx="1863">
                  <c:v>15785</c:v>
                </c:pt>
                <c:pt idx="1864">
                  <c:v>15755</c:v>
                </c:pt>
                <c:pt idx="1865">
                  <c:v>15425</c:v>
                </c:pt>
                <c:pt idx="1866">
                  <c:v>15390</c:v>
                </c:pt>
                <c:pt idx="1867">
                  <c:v>15320</c:v>
                </c:pt>
                <c:pt idx="1868">
                  <c:v>15705</c:v>
                </c:pt>
                <c:pt idx="1869">
                  <c:v>15725</c:v>
                </c:pt>
                <c:pt idx="1870">
                  <c:v>16000</c:v>
                </c:pt>
                <c:pt idx="1871">
                  <c:v>16015</c:v>
                </c:pt>
                <c:pt idx="1872">
                  <c:v>16005</c:v>
                </c:pt>
                <c:pt idx="1873">
                  <c:v>16155</c:v>
                </c:pt>
                <c:pt idx="1874">
                  <c:v>16300</c:v>
                </c:pt>
                <c:pt idx="1875">
                  <c:v>16820</c:v>
                </c:pt>
                <c:pt idx="1876">
                  <c:v>16795</c:v>
                </c:pt>
                <c:pt idx="1877">
                  <c:v>16790</c:v>
                </c:pt>
                <c:pt idx="1878">
                  <c:v>16795</c:v>
                </c:pt>
                <c:pt idx="1879">
                  <c:v>16585</c:v>
                </c:pt>
                <c:pt idx="1880">
                  <c:v>16575</c:v>
                </c:pt>
                <c:pt idx="1881">
                  <c:v>16405</c:v>
                </c:pt>
                <c:pt idx="1882">
                  <c:v>16340</c:v>
                </c:pt>
                <c:pt idx="1883">
                  <c:v>16375</c:v>
                </c:pt>
                <c:pt idx="1884">
                  <c:v>16605</c:v>
                </c:pt>
                <c:pt idx="1885">
                  <c:v>17205</c:v>
                </c:pt>
                <c:pt idx="1886">
                  <c:v>17520</c:v>
                </c:pt>
                <c:pt idx="1887">
                  <c:v>17750</c:v>
                </c:pt>
                <c:pt idx="1888">
                  <c:v>17715</c:v>
                </c:pt>
                <c:pt idx="1889">
                  <c:v>17805</c:v>
                </c:pt>
                <c:pt idx="1890">
                  <c:v>17860</c:v>
                </c:pt>
                <c:pt idx="1891">
                  <c:v>17830</c:v>
                </c:pt>
                <c:pt idx="1892">
                  <c:v>17685</c:v>
                </c:pt>
                <c:pt idx="1893">
                  <c:v>17865</c:v>
                </c:pt>
                <c:pt idx="1894">
                  <c:v>17955</c:v>
                </c:pt>
                <c:pt idx="1895">
                  <c:v>17940</c:v>
                </c:pt>
                <c:pt idx="1896">
                  <c:v>17930</c:v>
                </c:pt>
                <c:pt idx="1897">
                  <c:v>17700</c:v>
                </c:pt>
                <c:pt idx="1898">
                  <c:v>17925</c:v>
                </c:pt>
                <c:pt idx="1899">
                  <c:v>18015</c:v>
                </c:pt>
                <c:pt idx="1900">
                  <c:v>18405</c:v>
                </c:pt>
                <c:pt idx="1901">
                  <c:v>18965</c:v>
                </c:pt>
                <c:pt idx="1902">
                  <c:v>18860</c:v>
                </c:pt>
                <c:pt idx="1903">
                  <c:v>18960</c:v>
                </c:pt>
                <c:pt idx="1904">
                  <c:v>18790</c:v>
                </c:pt>
                <c:pt idx="1905">
                  <c:v>18745</c:v>
                </c:pt>
                <c:pt idx="1906">
                  <c:v>18875</c:v>
                </c:pt>
                <c:pt idx="1907">
                  <c:v>18780</c:v>
                </c:pt>
                <c:pt idx="1908">
                  <c:v>18635</c:v>
                </c:pt>
                <c:pt idx="1909">
                  <c:v>18480</c:v>
                </c:pt>
                <c:pt idx="1910">
                  <c:v>18425</c:v>
                </c:pt>
                <c:pt idx="1911">
                  <c:v>18255</c:v>
                </c:pt>
                <c:pt idx="1912">
                  <c:v>18470</c:v>
                </c:pt>
                <c:pt idx="1913">
                  <c:v>18460</c:v>
                </c:pt>
                <c:pt idx="1914">
                  <c:v>18280</c:v>
                </c:pt>
                <c:pt idx="1915">
                  <c:v>18385</c:v>
                </c:pt>
                <c:pt idx="1916">
                  <c:v>18560</c:v>
                </c:pt>
                <c:pt idx="1917">
                  <c:v>18485</c:v>
                </c:pt>
                <c:pt idx="1918">
                  <c:v>18550</c:v>
                </c:pt>
                <c:pt idx="1919">
                  <c:v>17920</c:v>
                </c:pt>
                <c:pt idx="1920">
                  <c:v>18035</c:v>
                </c:pt>
                <c:pt idx="1921">
                  <c:v>18035</c:v>
                </c:pt>
                <c:pt idx="1922">
                  <c:v>17395</c:v>
                </c:pt>
                <c:pt idx="1923">
                  <c:v>17425</c:v>
                </c:pt>
                <c:pt idx="1924">
                  <c:v>17750</c:v>
                </c:pt>
                <c:pt idx="1925">
                  <c:v>17875</c:v>
                </c:pt>
                <c:pt idx="1926">
                  <c:v>17370</c:v>
                </c:pt>
                <c:pt idx="1927">
                  <c:v>17265</c:v>
                </c:pt>
                <c:pt idx="1928">
                  <c:v>17335</c:v>
                </c:pt>
                <c:pt idx="1929">
                  <c:v>17380</c:v>
                </c:pt>
                <c:pt idx="1930">
                  <c:v>17250</c:v>
                </c:pt>
                <c:pt idx="1931">
                  <c:v>17500</c:v>
                </c:pt>
                <c:pt idx="1932">
                  <c:v>17610</c:v>
                </c:pt>
                <c:pt idx="1933">
                  <c:v>17520</c:v>
                </c:pt>
                <c:pt idx="1934">
                  <c:v>17585</c:v>
                </c:pt>
                <c:pt idx="1935">
                  <c:v>17585</c:v>
                </c:pt>
                <c:pt idx="1936">
                  <c:v>17520</c:v>
                </c:pt>
                <c:pt idx="1937">
                  <c:v>16840</c:v>
                </c:pt>
                <c:pt idx="1938">
                  <c:v>16985</c:v>
                </c:pt>
                <c:pt idx="1939">
                  <c:v>16850</c:v>
                </c:pt>
                <c:pt idx="1940">
                  <c:v>17200</c:v>
                </c:pt>
                <c:pt idx="1941">
                  <c:v>17650</c:v>
                </c:pt>
                <c:pt idx="1942">
                  <c:v>17800</c:v>
                </c:pt>
                <c:pt idx="1943">
                  <c:v>17925</c:v>
                </c:pt>
                <c:pt idx="1944">
                  <c:v>17665</c:v>
                </c:pt>
                <c:pt idx="1945">
                  <c:v>18110</c:v>
                </c:pt>
                <c:pt idx="1946">
                  <c:v>18360</c:v>
                </c:pt>
                <c:pt idx="1947">
                  <c:v>18255</c:v>
                </c:pt>
                <c:pt idx="1948">
                  <c:v>17990</c:v>
                </c:pt>
                <c:pt idx="1949">
                  <c:v>17815</c:v>
                </c:pt>
                <c:pt idx="1950">
                  <c:v>17890</c:v>
                </c:pt>
                <c:pt idx="1951">
                  <c:v>17955</c:v>
                </c:pt>
                <c:pt idx="1952">
                  <c:v>18250</c:v>
                </c:pt>
                <c:pt idx="1953">
                  <c:v>18145</c:v>
                </c:pt>
                <c:pt idx="1954">
                  <c:v>18140</c:v>
                </c:pt>
                <c:pt idx="1955">
                  <c:v>18175</c:v>
                </c:pt>
                <c:pt idx="1956">
                  <c:v>17805</c:v>
                </c:pt>
                <c:pt idx="1957">
                  <c:v>18295</c:v>
                </c:pt>
                <c:pt idx="1958">
                  <c:v>18355</c:v>
                </c:pt>
                <c:pt idx="1959">
                  <c:v>18690</c:v>
                </c:pt>
                <c:pt idx="1960">
                  <c:v>18805</c:v>
                </c:pt>
                <c:pt idx="1961">
                  <c:v>19095</c:v>
                </c:pt>
                <c:pt idx="1962">
                  <c:v>18605</c:v>
                </c:pt>
                <c:pt idx="1963">
                  <c:v>18680</c:v>
                </c:pt>
                <c:pt idx="1964">
                  <c:v>18610</c:v>
                </c:pt>
                <c:pt idx="1965">
                  <c:v>17905</c:v>
                </c:pt>
                <c:pt idx="1966">
                  <c:v>17495</c:v>
                </c:pt>
                <c:pt idx="1967">
                  <c:v>16945</c:v>
                </c:pt>
                <c:pt idx="1968">
                  <c:v>16120</c:v>
                </c:pt>
                <c:pt idx="1969">
                  <c:v>16370</c:v>
                </c:pt>
                <c:pt idx="1970">
                  <c:v>15540</c:v>
                </c:pt>
                <c:pt idx="1971">
                  <c:v>15870</c:v>
                </c:pt>
                <c:pt idx="1972">
                  <c:v>16120</c:v>
                </c:pt>
                <c:pt idx="1973">
                  <c:v>16505</c:v>
                </c:pt>
                <c:pt idx="1974">
                  <c:v>16700</c:v>
                </c:pt>
                <c:pt idx="1975">
                  <c:v>16270</c:v>
                </c:pt>
                <c:pt idx="1976">
                  <c:v>16475</c:v>
                </c:pt>
                <c:pt idx="1977">
                  <c:v>16265</c:v>
                </c:pt>
                <c:pt idx="1978">
                  <c:v>16740</c:v>
                </c:pt>
                <c:pt idx="1979">
                  <c:v>16785</c:v>
                </c:pt>
                <c:pt idx="1980">
                  <c:v>16710</c:v>
                </c:pt>
                <c:pt idx="1981">
                  <c:v>16290</c:v>
                </c:pt>
                <c:pt idx="1982">
                  <c:v>15855</c:v>
                </c:pt>
                <c:pt idx="1983">
                  <c:v>15425</c:v>
                </c:pt>
                <c:pt idx="1984">
                  <c:v>16045</c:v>
                </c:pt>
                <c:pt idx="1985">
                  <c:v>16070</c:v>
                </c:pt>
                <c:pt idx="1986">
                  <c:v>16390</c:v>
                </c:pt>
                <c:pt idx="1987">
                  <c:v>16765</c:v>
                </c:pt>
                <c:pt idx="1988">
                  <c:v>17080</c:v>
                </c:pt>
                <c:pt idx="1989">
                  <c:v>17255</c:v>
                </c:pt>
                <c:pt idx="1990">
                  <c:v>17215</c:v>
                </c:pt>
                <c:pt idx="1991">
                  <c:v>17335</c:v>
                </c:pt>
                <c:pt idx="1992">
                  <c:v>17255</c:v>
                </c:pt>
                <c:pt idx="1993">
                  <c:v>17015</c:v>
                </c:pt>
                <c:pt idx="1994">
                  <c:v>17165</c:v>
                </c:pt>
                <c:pt idx="1995">
                  <c:v>17190</c:v>
                </c:pt>
                <c:pt idx="1996">
                  <c:v>17335</c:v>
                </c:pt>
                <c:pt idx="1997">
                  <c:v>16150</c:v>
                </c:pt>
                <c:pt idx="1998">
                  <c:v>16425</c:v>
                </c:pt>
                <c:pt idx="1999">
                  <c:v>16585</c:v>
                </c:pt>
                <c:pt idx="2000">
                  <c:v>16140</c:v>
                </c:pt>
                <c:pt idx="2001">
                  <c:v>16430</c:v>
                </c:pt>
                <c:pt idx="2002">
                  <c:v>16500</c:v>
                </c:pt>
                <c:pt idx="2003">
                  <c:v>16435</c:v>
                </c:pt>
                <c:pt idx="2004">
                  <c:v>16330</c:v>
                </c:pt>
                <c:pt idx="2005">
                  <c:v>15825</c:v>
                </c:pt>
                <c:pt idx="2006">
                  <c:v>16300</c:v>
                </c:pt>
                <c:pt idx="2007">
                  <c:v>16130</c:v>
                </c:pt>
                <c:pt idx="2008">
                  <c:v>16335</c:v>
                </c:pt>
                <c:pt idx="2009">
                  <c:v>16375</c:v>
                </c:pt>
                <c:pt idx="2010">
                  <c:v>16265</c:v>
                </c:pt>
                <c:pt idx="2011">
                  <c:v>16275</c:v>
                </c:pt>
                <c:pt idx="2012">
                  <c:v>16455</c:v>
                </c:pt>
                <c:pt idx="2013">
                  <c:v>16475</c:v>
                </c:pt>
                <c:pt idx="2014">
                  <c:v>16445</c:v>
                </c:pt>
                <c:pt idx="2015">
                  <c:v>16800</c:v>
                </c:pt>
                <c:pt idx="2016">
                  <c:v>16985</c:v>
                </c:pt>
                <c:pt idx="2017">
                  <c:v>16750</c:v>
                </c:pt>
                <c:pt idx="2018">
                  <c:v>16730</c:v>
                </c:pt>
                <c:pt idx="2019">
                  <c:v>16570</c:v>
                </c:pt>
                <c:pt idx="2020">
                  <c:v>16335</c:v>
                </c:pt>
                <c:pt idx="2021">
                  <c:v>16760</c:v>
                </c:pt>
                <c:pt idx="2022">
                  <c:v>17055</c:v>
                </c:pt>
                <c:pt idx="2023">
                  <c:v>17200</c:v>
                </c:pt>
                <c:pt idx="2024">
                  <c:v>16985</c:v>
                </c:pt>
                <c:pt idx="2025">
                  <c:v>16895</c:v>
                </c:pt>
                <c:pt idx="2026">
                  <c:v>16640</c:v>
                </c:pt>
                <c:pt idx="2027">
                  <c:v>16490</c:v>
                </c:pt>
                <c:pt idx="2028">
                  <c:v>16405</c:v>
                </c:pt>
                <c:pt idx="2029">
                  <c:v>16595</c:v>
                </c:pt>
                <c:pt idx="2030">
                  <c:v>16790</c:v>
                </c:pt>
                <c:pt idx="2031">
                  <c:v>16705</c:v>
                </c:pt>
                <c:pt idx="2032">
                  <c:v>16430</c:v>
                </c:pt>
                <c:pt idx="2033">
                  <c:v>16535</c:v>
                </c:pt>
                <c:pt idx="2034">
                  <c:v>16380</c:v>
                </c:pt>
                <c:pt idx="2035">
                  <c:v>16490</c:v>
                </c:pt>
                <c:pt idx="2036">
                  <c:v>16555</c:v>
                </c:pt>
                <c:pt idx="2037">
                  <c:v>16760</c:v>
                </c:pt>
                <c:pt idx="2038">
                  <c:v>16650</c:v>
                </c:pt>
                <c:pt idx="2039">
                  <c:v>16715</c:v>
                </c:pt>
                <c:pt idx="2040">
                  <c:v>16855</c:v>
                </c:pt>
                <c:pt idx="2041">
                  <c:v>16535</c:v>
                </c:pt>
                <c:pt idx="2042">
                  <c:v>15825</c:v>
                </c:pt>
                <c:pt idx="2043">
                  <c:v>15955</c:v>
                </c:pt>
                <c:pt idx="2044">
                  <c:v>16125</c:v>
                </c:pt>
                <c:pt idx="2045">
                  <c:v>16320</c:v>
                </c:pt>
                <c:pt idx="2046">
                  <c:v>16395</c:v>
                </c:pt>
                <c:pt idx="2047">
                  <c:v>16660</c:v>
                </c:pt>
                <c:pt idx="2048">
                  <c:v>16335</c:v>
                </c:pt>
                <c:pt idx="2049">
                  <c:v>16600</c:v>
                </c:pt>
                <c:pt idx="2050">
                  <c:v>16565</c:v>
                </c:pt>
                <c:pt idx="2051">
                  <c:v>16020</c:v>
                </c:pt>
                <c:pt idx="2052">
                  <c:v>15800</c:v>
                </c:pt>
                <c:pt idx="2053">
                  <c:v>15420</c:v>
                </c:pt>
                <c:pt idx="2054">
                  <c:v>15020</c:v>
                </c:pt>
                <c:pt idx="2055">
                  <c:v>15270</c:v>
                </c:pt>
                <c:pt idx="2056">
                  <c:v>14955</c:v>
                </c:pt>
                <c:pt idx="2057">
                  <c:v>15180</c:v>
                </c:pt>
                <c:pt idx="2058">
                  <c:v>15200</c:v>
                </c:pt>
                <c:pt idx="2059">
                  <c:v>15160</c:v>
                </c:pt>
                <c:pt idx="2060">
                  <c:v>15050</c:v>
                </c:pt>
                <c:pt idx="2061">
                  <c:v>14750</c:v>
                </c:pt>
                <c:pt idx="2062">
                  <c:v>14815</c:v>
                </c:pt>
                <c:pt idx="2063">
                  <c:v>14175</c:v>
                </c:pt>
                <c:pt idx="2064">
                  <c:v>14215</c:v>
                </c:pt>
                <c:pt idx="2065">
                  <c:v>14130</c:v>
                </c:pt>
                <c:pt idx="2066">
                  <c:v>14050</c:v>
                </c:pt>
                <c:pt idx="2067">
                  <c:v>14240</c:v>
                </c:pt>
                <c:pt idx="2068">
                  <c:v>14455</c:v>
                </c:pt>
                <c:pt idx="2069">
                  <c:v>14510</c:v>
                </c:pt>
                <c:pt idx="2070">
                  <c:v>14340</c:v>
                </c:pt>
                <c:pt idx="2071">
                  <c:v>14435</c:v>
                </c:pt>
                <c:pt idx="2072">
                  <c:v>14725</c:v>
                </c:pt>
                <c:pt idx="2073">
                  <c:v>14630</c:v>
                </c:pt>
                <c:pt idx="2074">
                  <c:v>14595</c:v>
                </c:pt>
                <c:pt idx="2075">
                  <c:v>14520</c:v>
                </c:pt>
                <c:pt idx="2076">
                  <c:v>14470</c:v>
                </c:pt>
                <c:pt idx="2077">
                  <c:v>14595</c:v>
                </c:pt>
                <c:pt idx="2078">
                  <c:v>14365</c:v>
                </c:pt>
                <c:pt idx="2079">
                  <c:v>14450</c:v>
                </c:pt>
                <c:pt idx="2080">
                  <c:v>14390</c:v>
                </c:pt>
                <c:pt idx="2081">
                  <c:v>14560</c:v>
                </c:pt>
                <c:pt idx="2082">
                  <c:v>14650</c:v>
                </c:pt>
                <c:pt idx="2083">
                  <c:v>14590</c:v>
                </c:pt>
                <c:pt idx="2084">
                  <c:v>14635</c:v>
                </c:pt>
                <c:pt idx="2085">
                  <c:v>14740</c:v>
                </c:pt>
                <c:pt idx="2086">
                  <c:v>14225</c:v>
                </c:pt>
                <c:pt idx="2087">
                  <c:v>14420</c:v>
                </c:pt>
                <c:pt idx="2088">
                  <c:v>14395</c:v>
                </c:pt>
                <c:pt idx="2089">
                  <c:v>14585</c:v>
                </c:pt>
                <c:pt idx="2090">
                  <c:v>14575</c:v>
                </c:pt>
                <c:pt idx="2091">
                  <c:v>14570</c:v>
                </c:pt>
                <c:pt idx="2092">
                  <c:v>14245</c:v>
                </c:pt>
                <c:pt idx="2093">
                  <c:v>13880</c:v>
                </c:pt>
                <c:pt idx="2094">
                  <c:v>14005</c:v>
                </c:pt>
                <c:pt idx="2095">
                  <c:v>13720</c:v>
                </c:pt>
                <c:pt idx="2096">
                  <c:v>13715</c:v>
                </c:pt>
                <c:pt idx="2097">
                  <c:v>13740</c:v>
                </c:pt>
                <c:pt idx="2098">
                  <c:v>14035</c:v>
                </c:pt>
                <c:pt idx="2099">
                  <c:v>14140</c:v>
                </c:pt>
                <c:pt idx="2100">
                  <c:v>14245</c:v>
                </c:pt>
                <c:pt idx="2101">
                  <c:v>14370</c:v>
                </c:pt>
                <c:pt idx="2102">
                  <c:v>14515</c:v>
                </c:pt>
                <c:pt idx="2103">
                  <c:v>14535</c:v>
                </c:pt>
                <c:pt idx="2104">
                  <c:v>14605</c:v>
                </c:pt>
                <c:pt idx="2105">
                  <c:v>14630</c:v>
                </c:pt>
                <c:pt idx="2106">
                  <c:v>14735</c:v>
                </c:pt>
                <c:pt idx="2107">
                  <c:v>14555</c:v>
                </c:pt>
                <c:pt idx="2108">
                  <c:v>14700</c:v>
                </c:pt>
                <c:pt idx="2109">
                  <c:v>14310</c:v>
                </c:pt>
                <c:pt idx="2110">
                  <c:v>14255</c:v>
                </c:pt>
                <c:pt idx="2111">
                  <c:v>14105</c:v>
                </c:pt>
                <c:pt idx="2112">
                  <c:v>14155</c:v>
                </c:pt>
                <c:pt idx="2113">
                  <c:v>14080</c:v>
                </c:pt>
                <c:pt idx="2114">
                  <c:v>14040</c:v>
                </c:pt>
                <c:pt idx="2115">
                  <c:v>14085</c:v>
                </c:pt>
                <c:pt idx="2116">
                  <c:v>14535</c:v>
                </c:pt>
                <c:pt idx="2117">
                  <c:v>14295</c:v>
                </c:pt>
                <c:pt idx="2118">
                  <c:v>14430</c:v>
                </c:pt>
                <c:pt idx="2119">
                  <c:v>14440</c:v>
                </c:pt>
                <c:pt idx="2120">
                  <c:v>14700</c:v>
                </c:pt>
                <c:pt idx="2121">
                  <c:v>14830</c:v>
                </c:pt>
                <c:pt idx="2122">
                  <c:v>15055</c:v>
                </c:pt>
                <c:pt idx="2123">
                  <c:v>14885</c:v>
                </c:pt>
                <c:pt idx="2124">
                  <c:v>14845</c:v>
                </c:pt>
                <c:pt idx="2125">
                  <c:v>14480</c:v>
                </c:pt>
                <c:pt idx="2126">
                  <c:v>14015</c:v>
                </c:pt>
                <c:pt idx="2127">
                  <c:v>13980</c:v>
                </c:pt>
                <c:pt idx="2128">
                  <c:v>13860</c:v>
                </c:pt>
                <c:pt idx="2129">
                  <c:v>13670</c:v>
                </c:pt>
                <c:pt idx="2130">
                  <c:v>12550</c:v>
                </c:pt>
                <c:pt idx="2131">
                  <c:v>12810</c:v>
                </c:pt>
                <c:pt idx="2132">
                  <c:v>12605</c:v>
                </c:pt>
                <c:pt idx="2133">
                  <c:v>12555</c:v>
                </c:pt>
                <c:pt idx="2134">
                  <c:v>12870</c:v>
                </c:pt>
                <c:pt idx="2135">
                  <c:v>12630</c:v>
                </c:pt>
                <c:pt idx="2136">
                  <c:v>12730</c:v>
                </c:pt>
                <c:pt idx="2137">
                  <c:v>12795</c:v>
                </c:pt>
                <c:pt idx="2138">
                  <c:v>12185</c:v>
                </c:pt>
                <c:pt idx="2139">
                  <c:v>12070</c:v>
                </c:pt>
                <c:pt idx="2140">
                  <c:v>11700</c:v>
                </c:pt>
                <c:pt idx="2141">
                  <c:v>11320</c:v>
                </c:pt>
                <c:pt idx="2142">
                  <c:v>11110</c:v>
                </c:pt>
                <c:pt idx="2143">
                  <c:v>11310</c:v>
                </c:pt>
                <c:pt idx="2144">
                  <c:v>11365</c:v>
                </c:pt>
                <c:pt idx="2145">
                  <c:v>11295</c:v>
                </c:pt>
                <c:pt idx="2146">
                  <c:v>12115</c:v>
                </c:pt>
                <c:pt idx="2147">
                  <c:v>11880</c:v>
                </c:pt>
                <c:pt idx="2148">
                  <c:v>12020</c:v>
                </c:pt>
                <c:pt idx="2149">
                  <c:v>11920</c:v>
                </c:pt>
                <c:pt idx="2150">
                  <c:v>12125</c:v>
                </c:pt>
                <c:pt idx="2151">
                  <c:v>11975</c:v>
                </c:pt>
                <c:pt idx="2152">
                  <c:v>12040</c:v>
                </c:pt>
                <c:pt idx="2153">
                  <c:v>11855</c:v>
                </c:pt>
                <c:pt idx="2154">
                  <c:v>11785</c:v>
                </c:pt>
                <c:pt idx="2155">
                  <c:v>12025</c:v>
                </c:pt>
                <c:pt idx="2156">
                  <c:v>12005</c:v>
                </c:pt>
                <c:pt idx="2157">
                  <c:v>12090</c:v>
                </c:pt>
                <c:pt idx="2158">
                  <c:v>11850</c:v>
                </c:pt>
                <c:pt idx="2159">
                  <c:v>11750</c:v>
                </c:pt>
                <c:pt idx="2160">
                  <c:v>11710</c:v>
                </c:pt>
                <c:pt idx="2161">
                  <c:v>11550</c:v>
                </c:pt>
                <c:pt idx="2162">
                  <c:v>11880</c:v>
                </c:pt>
                <c:pt idx="2163">
                  <c:v>12060</c:v>
                </c:pt>
                <c:pt idx="2164">
                  <c:v>12190</c:v>
                </c:pt>
                <c:pt idx="2165">
                  <c:v>12245</c:v>
                </c:pt>
                <c:pt idx="2166">
                  <c:v>12020</c:v>
                </c:pt>
                <c:pt idx="2167">
                  <c:v>12435</c:v>
                </c:pt>
                <c:pt idx="2168">
                  <c:v>12150</c:v>
                </c:pt>
                <c:pt idx="2169">
                  <c:v>12000</c:v>
                </c:pt>
                <c:pt idx="2170">
                  <c:v>11645</c:v>
                </c:pt>
                <c:pt idx="2171">
                  <c:v>11740</c:v>
                </c:pt>
                <c:pt idx="2172">
                  <c:v>11485</c:v>
                </c:pt>
                <c:pt idx="2173">
                  <c:v>11430</c:v>
                </c:pt>
                <c:pt idx="2174">
                  <c:v>11750</c:v>
                </c:pt>
                <c:pt idx="2175">
                  <c:v>11875</c:v>
                </c:pt>
                <c:pt idx="2176">
                  <c:v>11475</c:v>
                </c:pt>
                <c:pt idx="2177">
                  <c:v>11555</c:v>
                </c:pt>
                <c:pt idx="2178">
                  <c:v>11465</c:v>
                </c:pt>
                <c:pt idx="2179">
                  <c:v>11625</c:v>
                </c:pt>
                <c:pt idx="2180">
                  <c:v>11375</c:v>
                </c:pt>
                <c:pt idx="2181">
                  <c:v>11370</c:v>
                </c:pt>
                <c:pt idx="2182">
                  <c:v>11360</c:v>
                </c:pt>
                <c:pt idx="2183">
                  <c:v>11030</c:v>
                </c:pt>
                <c:pt idx="2184">
                  <c:v>11340</c:v>
                </c:pt>
                <c:pt idx="2185">
                  <c:v>11445</c:v>
                </c:pt>
                <c:pt idx="2186">
                  <c:v>11160</c:v>
                </c:pt>
                <c:pt idx="2187">
                  <c:v>10935</c:v>
                </c:pt>
                <c:pt idx="2188">
                  <c:v>11115</c:v>
                </c:pt>
                <c:pt idx="2189">
                  <c:v>11445</c:v>
                </c:pt>
                <c:pt idx="2190">
                  <c:v>11270</c:v>
                </c:pt>
                <c:pt idx="2191">
                  <c:v>11735</c:v>
                </c:pt>
                <c:pt idx="2192">
                  <c:v>11740</c:v>
                </c:pt>
                <c:pt idx="2193">
                  <c:v>11910</c:v>
                </c:pt>
                <c:pt idx="2194">
                  <c:v>11685</c:v>
                </c:pt>
                <c:pt idx="2195">
                  <c:v>12150</c:v>
                </c:pt>
                <c:pt idx="2196">
                  <c:v>12255</c:v>
                </c:pt>
                <c:pt idx="2197">
                  <c:v>12310</c:v>
                </c:pt>
                <c:pt idx="2198">
                  <c:v>12505</c:v>
                </c:pt>
                <c:pt idx="2199">
                  <c:v>12515</c:v>
                </c:pt>
                <c:pt idx="2200">
                  <c:v>12380</c:v>
                </c:pt>
                <c:pt idx="2201">
                  <c:v>12515</c:v>
                </c:pt>
                <c:pt idx="2202">
                  <c:v>12720</c:v>
                </c:pt>
                <c:pt idx="2203">
                  <c:v>13210</c:v>
                </c:pt>
                <c:pt idx="2204">
                  <c:v>13195</c:v>
                </c:pt>
                <c:pt idx="2205">
                  <c:v>13320</c:v>
                </c:pt>
                <c:pt idx="2206">
                  <c:v>13660</c:v>
                </c:pt>
                <c:pt idx="2207">
                  <c:v>13625</c:v>
                </c:pt>
                <c:pt idx="2208">
                  <c:v>13565</c:v>
                </c:pt>
                <c:pt idx="2209">
                  <c:v>13570</c:v>
                </c:pt>
                <c:pt idx="2210">
                  <c:v>13195</c:v>
                </c:pt>
                <c:pt idx="2211">
                  <c:v>13210</c:v>
                </c:pt>
                <c:pt idx="2212">
                  <c:v>13390</c:v>
                </c:pt>
                <c:pt idx="2213">
                  <c:v>13505</c:v>
                </c:pt>
                <c:pt idx="2214">
                  <c:v>13750</c:v>
                </c:pt>
                <c:pt idx="2215">
                  <c:v>13400</c:v>
                </c:pt>
                <c:pt idx="2216">
                  <c:v>13605</c:v>
                </c:pt>
                <c:pt idx="2217">
                  <c:v>13475</c:v>
                </c:pt>
                <c:pt idx="2218">
                  <c:v>13795</c:v>
                </c:pt>
                <c:pt idx="2219">
                  <c:v>13790</c:v>
                </c:pt>
                <c:pt idx="2220">
                  <c:v>13810</c:v>
                </c:pt>
                <c:pt idx="2221">
                  <c:v>13860</c:v>
                </c:pt>
                <c:pt idx="2222">
                  <c:v>13755</c:v>
                </c:pt>
                <c:pt idx="2223">
                  <c:v>13860</c:v>
                </c:pt>
                <c:pt idx="2224">
                  <c:v>13390</c:v>
                </c:pt>
                <c:pt idx="2225">
                  <c:v>13260</c:v>
                </c:pt>
                <c:pt idx="2226">
                  <c:v>13050</c:v>
                </c:pt>
                <c:pt idx="2227">
                  <c:v>12980</c:v>
                </c:pt>
                <c:pt idx="2228">
                  <c:v>12895</c:v>
                </c:pt>
                <c:pt idx="2229">
                  <c:v>12550</c:v>
                </c:pt>
                <c:pt idx="2230">
                  <c:v>12550</c:v>
                </c:pt>
                <c:pt idx="2231">
                  <c:v>12815</c:v>
                </c:pt>
                <c:pt idx="2232">
                  <c:v>12615</c:v>
                </c:pt>
                <c:pt idx="2233">
                  <c:v>12700</c:v>
                </c:pt>
                <c:pt idx="2234">
                  <c:v>12975</c:v>
                </c:pt>
                <c:pt idx="2235">
                  <c:v>12995</c:v>
                </c:pt>
                <c:pt idx="2236">
                  <c:v>12985</c:v>
                </c:pt>
                <c:pt idx="2237">
                  <c:v>13010</c:v>
                </c:pt>
                <c:pt idx="2238">
                  <c:v>13180</c:v>
                </c:pt>
                <c:pt idx="2239">
                  <c:v>13245</c:v>
                </c:pt>
                <c:pt idx="2240">
                  <c:v>12710</c:v>
                </c:pt>
                <c:pt idx="2241">
                  <c:v>12725</c:v>
                </c:pt>
                <c:pt idx="2242">
                  <c:v>12735</c:v>
                </c:pt>
                <c:pt idx="2243">
                  <c:v>12565</c:v>
                </c:pt>
                <c:pt idx="2244">
                  <c:v>12680</c:v>
                </c:pt>
                <c:pt idx="2245">
                  <c:v>13060</c:v>
                </c:pt>
                <c:pt idx="2246">
                  <c:v>13160</c:v>
                </c:pt>
                <c:pt idx="2247">
                  <c:v>13555</c:v>
                </c:pt>
                <c:pt idx="2248">
                  <c:v>13595</c:v>
                </c:pt>
                <c:pt idx="2249">
                  <c:v>13650</c:v>
                </c:pt>
                <c:pt idx="2250">
                  <c:v>13580</c:v>
                </c:pt>
                <c:pt idx="2251">
                  <c:v>13635</c:v>
                </c:pt>
                <c:pt idx="2252">
                  <c:v>13760</c:v>
                </c:pt>
                <c:pt idx="2253">
                  <c:v>13705</c:v>
                </c:pt>
                <c:pt idx="2254">
                  <c:v>13765</c:v>
                </c:pt>
                <c:pt idx="2255">
                  <c:v>13885</c:v>
                </c:pt>
                <c:pt idx="2256">
                  <c:v>14005</c:v>
                </c:pt>
                <c:pt idx="2257">
                  <c:v>13980</c:v>
                </c:pt>
                <c:pt idx="2258">
                  <c:v>13530</c:v>
                </c:pt>
                <c:pt idx="2259">
                  <c:v>13535</c:v>
                </c:pt>
                <c:pt idx="2260">
                  <c:v>13520</c:v>
                </c:pt>
                <c:pt idx="2261">
                  <c:v>13580</c:v>
                </c:pt>
                <c:pt idx="2262">
                  <c:v>13285</c:v>
                </c:pt>
                <c:pt idx="2263">
                  <c:v>13240</c:v>
                </c:pt>
                <c:pt idx="2264">
                  <c:v>13075</c:v>
                </c:pt>
                <c:pt idx="2265">
                  <c:v>13595</c:v>
                </c:pt>
                <c:pt idx="2266">
                  <c:v>13415</c:v>
                </c:pt>
                <c:pt idx="2267">
                  <c:v>13530</c:v>
                </c:pt>
                <c:pt idx="2268">
                  <c:v>13295</c:v>
                </c:pt>
                <c:pt idx="2269">
                  <c:v>13070</c:v>
                </c:pt>
                <c:pt idx="2270">
                  <c:v>12950</c:v>
                </c:pt>
                <c:pt idx="2271">
                  <c:v>12210</c:v>
                </c:pt>
                <c:pt idx="2272">
                  <c:v>12225</c:v>
                </c:pt>
                <c:pt idx="2273">
                  <c:v>11930</c:v>
                </c:pt>
                <c:pt idx="2274">
                  <c:v>11900</c:v>
                </c:pt>
                <c:pt idx="2275">
                  <c:v>12000</c:v>
                </c:pt>
                <c:pt idx="2276">
                  <c:v>11675</c:v>
                </c:pt>
                <c:pt idx="2277">
                  <c:v>11515</c:v>
                </c:pt>
                <c:pt idx="2278">
                  <c:v>11565</c:v>
                </c:pt>
                <c:pt idx="2279">
                  <c:v>11690</c:v>
                </c:pt>
                <c:pt idx="2280">
                  <c:v>11720</c:v>
                </c:pt>
                <c:pt idx="2281">
                  <c:v>11685</c:v>
                </c:pt>
                <c:pt idx="2282">
                  <c:v>11525</c:v>
                </c:pt>
                <c:pt idx="2283">
                  <c:v>11540</c:v>
                </c:pt>
                <c:pt idx="2284">
                  <c:v>11575</c:v>
                </c:pt>
                <c:pt idx="2285">
                  <c:v>11240</c:v>
                </c:pt>
                <c:pt idx="2286">
                  <c:v>11455</c:v>
                </c:pt>
                <c:pt idx="2287">
                  <c:v>11405</c:v>
                </c:pt>
                <c:pt idx="2288">
                  <c:v>11800</c:v>
                </c:pt>
                <c:pt idx="2289">
                  <c:v>11755</c:v>
                </c:pt>
                <c:pt idx="2290">
                  <c:v>11775</c:v>
                </c:pt>
                <c:pt idx="2291">
                  <c:v>11790</c:v>
                </c:pt>
                <c:pt idx="2292">
                  <c:v>12125</c:v>
                </c:pt>
                <c:pt idx="2293">
                  <c:v>12255</c:v>
                </c:pt>
                <c:pt idx="2294">
                  <c:v>12170</c:v>
                </c:pt>
                <c:pt idx="2295">
                  <c:v>11985</c:v>
                </c:pt>
                <c:pt idx="2296">
                  <c:v>11975</c:v>
                </c:pt>
                <c:pt idx="2297">
                  <c:v>11985</c:v>
                </c:pt>
                <c:pt idx="2298">
                  <c:v>12095</c:v>
                </c:pt>
                <c:pt idx="2299">
                  <c:v>12420</c:v>
                </c:pt>
                <c:pt idx="2300">
                  <c:v>12500</c:v>
                </c:pt>
                <c:pt idx="2301">
                  <c:v>12430</c:v>
                </c:pt>
                <c:pt idx="2302">
                  <c:v>12460</c:v>
                </c:pt>
                <c:pt idx="2303">
                  <c:v>12430</c:v>
                </c:pt>
                <c:pt idx="2304">
                  <c:v>12455</c:v>
                </c:pt>
                <c:pt idx="2305">
                  <c:v>12750</c:v>
                </c:pt>
                <c:pt idx="2306">
                  <c:v>12695</c:v>
                </c:pt>
                <c:pt idx="2307">
                  <c:v>12710</c:v>
                </c:pt>
                <c:pt idx="2308">
                  <c:v>12550</c:v>
                </c:pt>
                <c:pt idx="2309">
                  <c:v>12220</c:v>
                </c:pt>
                <c:pt idx="2310">
                  <c:v>12420</c:v>
                </c:pt>
                <c:pt idx="2311">
                  <c:v>12405</c:v>
                </c:pt>
                <c:pt idx="2312">
                  <c:v>11875</c:v>
                </c:pt>
                <c:pt idx="2313">
                  <c:v>11815</c:v>
                </c:pt>
                <c:pt idx="2314">
                  <c:v>11920</c:v>
                </c:pt>
                <c:pt idx="2315">
                  <c:v>12215</c:v>
                </c:pt>
                <c:pt idx="2316">
                  <c:v>12260</c:v>
                </c:pt>
                <c:pt idx="2317">
                  <c:v>12235</c:v>
                </c:pt>
                <c:pt idx="2318">
                  <c:v>12360</c:v>
                </c:pt>
                <c:pt idx="2319">
                  <c:v>12110</c:v>
                </c:pt>
                <c:pt idx="2320">
                  <c:v>12055</c:v>
                </c:pt>
                <c:pt idx="2321">
                  <c:v>12410</c:v>
                </c:pt>
                <c:pt idx="2322">
                  <c:v>12395</c:v>
                </c:pt>
                <c:pt idx="2323">
                  <c:v>12520</c:v>
                </c:pt>
                <c:pt idx="2324">
                  <c:v>12275</c:v>
                </c:pt>
                <c:pt idx="2325">
                  <c:v>12235</c:v>
                </c:pt>
                <c:pt idx="2326">
                  <c:v>12170</c:v>
                </c:pt>
                <c:pt idx="2327">
                  <c:v>11810</c:v>
                </c:pt>
                <c:pt idx="2328">
                  <c:v>11890</c:v>
                </c:pt>
                <c:pt idx="2329">
                  <c:v>11675</c:v>
                </c:pt>
                <c:pt idx="2330">
                  <c:v>11615</c:v>
                </c:pt>
                <c:pt idx="2331">
                  <c:v>11375</c:v>
                </c:pt>
                <c:pt idx="2332">
                  <c:v>10885</c:v>
                </c:pt>
                <c:pt idx="2333">
                  <c:v>10580</c:v>
                </c:pt>
                <c:pt idx="2334">
                  <c:v>10440</c:v>
                </c:pt>
                <c:pt idx="2335">
                  <c:v>10540</c:v>
                </c:pt>
                <c:pt idx="2336">
                  <c:v>10690</c:v>
                </c:pt>
                <c:pt idx="2337">
                  <c:v>10710</c:v>
                </c:pt>
                <c:pt idx="2338">
                  <c:v>10495</c:v>
                </c:pt>
                <c:pt idx="2339">
                  <c:v>10650</c:v>
                </c:pt>
                <c:pt idx="2340">
                  <c:v>10555</c:v>
                </c:pt>
                <c:pt idx="2341">
                  <c:v>10705</c:v>
                </c:pt>
                <c:pt idx="2342">
                  <c:v>10920</c:v>
                </c:pt>
                <c:pt idx="2343">
                  <c:v>10955</c:v>
                </c:pt>
                <c:pt idx="2344">
                  <c:v>10780</c:v>
                </c:pt>
                <c:pt idx="2345">
                  <c:v>10765</c:v>
                </c:pt>
                <c:pt idx="2346">
                  <c:v>10455</c:v>
                </c:pt>
                <c:pt idx="2347">
                  <c:v>10510</c:v>
                </c:pt>
                <c:pt idx="2348">
                  <c:v>10705</c:v>
                </c:pt>
                <c:pt idx="2349">
                  <c:v>10595</c:v>
                </c:pt>
                <c:pt idx="2350">
                  <c:v>10970</c:v>
                </c:pt>
                <c:pt idx="2351">
                  <c:v>10980</c:v>
                </c:pt>
                <c:pt idx="2352">
                  <c:v>10905</c:v>
                </c:pt>
                <c:pt idx="2353">
                  <c:v>11210</c:v>
                </c:pt>
                <c:pt idx="2354">
                  <c:v>11420</c:v>
                </c:pt>
                <c:pt idx="2355">
                  <c:v>11520</c:v>
                </c:pt>
                <c:pt idx="2356">
                  <c:v>11685</c:v>
                </c:pt>
                <c:pt idx="2357">
                  <c:v>11805</c:v>
                </c:pt>
                <c:pt idx="2358">
                  <c:v>11970</c:v>
                </c:pt>
                <c:pt idx="2359">
                  <c:v>12055</c:v>
                </c:pt>
                <c:pt idx="2360">
                  <c:v>12060</c:v>
                </c:pt>
                <c:pt idx="2361">
                  <c:v>12195</c:v>
                </c:pt>
                <c:pt idx="2362">
                  <c:v>12350</c:v>
                </c:pt>
                <c:pt idx="2363">
                  <c:v>12470</c:v>
                </c:pt>
                <c:pt idx="2364">
                  <c:v>12485</c:v>
                </c:pt>
                <c:pt idx="2365">
                  <c:v>12645</c:v>
                </c:pt>
                <c:pt idx="2366">
                  <c:v>12295</c:v>
                </c:pt>
                <c:pt idx="2367">
                  <c:v>12330</c:v>
                </c:pt>
                <c:pt idx="2368">
                  <c:v>12080</c:v>
                </c:pt>
                <c:pt idx="2369">
                  <c:v>12255</c:v>
                </c:pt>
                <c:pt idx="2370">
                  <c:v>12350</c:v>
                </c:pt>
                <c:pt idx="2371">
                  <c:v>11815</c:v>
                </c:pt>
                <c:pt idx="2372">
                  <c:v>11720</c:v>
                </c:pt>
                <c:pt idx="2373">
                  <c:v>11755</c:v>
                </c:pt>
                <c:pt idx="2374">
                  <c:v>12070</c:v>
                </c:pt>
                <c:pt idx="2375">
                  <c:v>11900</c:v>
                </c:pt>
                <c:pt idx="2376">
                  <c:v>12065</c:v>
                </c:pt>
                <c:pt idx="2377">
                  <c:v>12320</c:v>
                </c:pt>
                <c:pt idx="2378">
                  <c:v>12340</c:v>
                </c:pt>
                <c:pt idx="2379">
                  <c:v>12485</c:v>
                </c:pt>
                <c:pt idx="2380">
                  <c:v>12400</c:v>
                </c:pt>
                <c:pt idx="2381">
                  <c:v>12160</c:v>
                </c:pt>
                <c:pt idx="2382">
                  <c:v>12285</c:v>
                </c:pt>
                <c:pt idx="2383">
                  <c:v>12625</c:v>
                </c:pt>
                <c:pt idx="2384">
                  <c:v>12470</c:v>
                </c:pt>
                <c:pt idx="2385">
                  <c:v>12540</c:v>
                </c:pt>
                <c:pt idx="2386">
                  <c:v>12555</c:v>
                </c:pt>
                <c:pt idx="2387">
                  <c:v>12635</c:v>
                </c:pt>
                <c:pt idx="2388">
                  <c:v>12590</c:v>
                </c:pt>
                <c:pt idx="2389">
                  <c:v>12390</c:v>
                </c:pt>
                <c:pt idx="2390">
                  <c:v>12470</c:v>
                </c:pt>
                <c:pt idx="2391">
                  <c:v>12665</c:v>
                </c:pt>
                <c:pt idx="2392">
                  <c:v>13050</c:v>
                </c:pt>
                <c:pt idx="2393">
                  <c:v>13210</c:v>
                </c:pt>
                <c:pt idx="2394">
                  <c:v>13225</c:v>
                </c:pt>
                <c:pt idx="2395">
                  <c:v>13195</c:v>
                </c:pt>
                <c:pt idx="2396">
                  <c:v>13100</c:v>
                </c:pt>
                <c:pt idx="2397">
                  <c:v>12880</c:v>
                </c:pt>
                <c:pt idx="2398">
                  <c:v>13140</c:v>
                </c:pt>
                <c:pt idx="2399">
                  <c:v>12910</c:v>
                </c:pt>
                <c:pt idx="2400">
                  <c:v>13100</c:v>
                </c:pt>
                <c:pt idx="2401">
                  <c:v>13480</c:v>
                </c:pt>
                <c:pt idx="2402">
                  <c:v>13455</c:v>
                </c:pt>
                <c:pt idx="2403">
                  <c:v>13340</c:v>
                </c:pt>
                <c:pt idx="2404">
                  <c:v>13015</c:v>
                </c:pt>
                <c:pt idx="2405">
                  <c:v>12610</c:v>
                </c:pt>
                <c:pt idx="2406">
                  <c:v>12740</c:v>
                </c:pt>
                <c:pt idx="2407">
                  <c:v>13015</c:v>
                </c:pt>
                <c:pt idx="2408">
                  <c:v>13025</c:v>
                </c:pt>
                <c:pt idx="2409">
                  <c:v>13040</c:v>
                </c:pt>
                <c:pt idx="2410">
                  <c:v>12925</c:v>
                </c:pt>
                <c:pt idx="2411">
                  <c:v>12470</c:v>
                </c:pt>
                <c:pt idx="2412">
                  <c:v>12575</c:v>
                </c:pt>
                <c:pt idx="2413">
                  <c:v>12440</c:v>
                </c:pt>
                <c:pt idx="2414">
                  <c:v>12255</c:v>
                </c:pt>
                <c:pt idx="2415">
                  <c:v>12220</c:v>
                </c:pt>
                <c:pt idx="2416">
                  <c:v>12480</c:v>
                </c:pt>
                <c:pt idx="2417">
                  <c:v>12605</c:v>
                </c:pt>
                <c:pt idx="2418">
                  <c:v>12730</c:v>
                </c:pt>
                <c:pt idx="2419">
                  <c:v>12830</c:v>
                </c:pt>
                <c:pt idx="2420">
                  <c:v>13265</c:v>
                </c:pt>
                <c:pt idx="2421">
                  <c:v>13720</c:v>
                </c:pt>
                <c:pt idx="2422">
                  <c:v>13690</c:v>
                </c:pt>
                <c:pt idx="2423">
                  <c:v>14065</c:v>
                </c:pt>
                <c:pt idx="2424">
                  <c:v>14050</c:v>
                </c:pt>
                <c:pt idx="2425">
                  <c:v>14080</c:v>
                </c:pt>
                <c:pt idx="2426">
                  <c:v>14145</c:v>
                </c:pt>
                <c:pt idx="2427">
                  <c:v>14125</c:v>
                </c:pt>
                <c:pt idx="2428">
                  <c:v>13930</c:v>
                </c:pt>
                <c:pt idx="2429">
                  <c:v>14045</c:v>
                </c:pt>
                <c:pt idx="2430">
                  <c:v>14485</c:v>
                </c:pt>
                <c:pt idx="2431">
                  <c:v>14425</c:v>
                </c:pt>
                <c:pt idx="2432">
                  <c:v>14060</c:v>
                </c:pt>
                <c:pt idx="2433">
                  <c:v>14070</c:v>
                </c:pt>
                <c:pt idx="2434">
                  <c:v>13840</c:v>
                </c:pt>
                <c:pt idx="2435">
                  <c:v>14115</c:v>
                </c:pt>
                <c:pt idx="2436">
                  <c:v>13955</c:v>
                </c:pt>
                <c:pt idx="2437">
                  <c:v>14395</c:v>
                </c:pt>
                <c:pt idx="2438">
                  <c:v>14650</c:v>
                </c:pt>
                <c:pt idx="2439">
                  <c:v>14970</c:v>
                </c:pt>
                <c:pt idx="2440">
                  <c:v>15100</c:v>
                </c:pt>
                <c:pt idx="2441">
                  <c:v>14910</c:v>
                </c:pt>
                <c:pt idx="2442">
                  <c:v>15250</c:v>
                </c:pt>
                <c:pt idx="2443">
                  <c:v>15305</c:v>
                </c:pt>
                <c:pt idx="2444">
                  <c:v>15535</c:v>
                </c:pt>
                <c:pt idx="2445">
                  <c:v>15160</c:v>
                </c:pt>
                <c:pt idx="2446">
                  <c:v>15570</c:v>
                </c:pt>
                <c:pt idx="2447">
                  <c:v>15190</c:v>
                </c:pt>
                <c:pt idx="2448">
                  <c:v>14315</c:v>
                </c:pt>
                <c:pt idx="2449">
                  <c:v>14355</c:v>
                </c:pt>
                <c:pt idx="2450">
                  <c:v>13800</c:v>
                </c:pt>
                <c:pt idx="2451">
                  <c:v>13500</c:v>
                </c:pt>
                <c:pt idx="2452">
                  <c:v>13505</c:v>
                </c:pt>
                <c:pt idx="2453">
                  <c:v>13995</c:v>
                </c:pt>
                <c:pt idx="2454">
                  <c:v>14115</c:v>
                </c:pt>
                <c:pt idx="2455">
                  <c:v>14960</c:v>
                </c:pt>
                <c:pt idx="2456">
                  <c:v>14690</c:v>
                </c:pt>
                <c:pt idx="2457">
                  <c:v>14520</c:v>
                </c:pt>
                <c:pt idx="2458">
                  <c:v>14815</c:v>
                </c:pt>
                <c:pt idx="2459">
                  <c:v>15075</c:v>
                </c:pt>
                <c:pt idx="2460">
                  <c:v>14980</c:v>
                </c:pt>
                <c:pt idx="2461">
                  <c:v>15165</c:v>
                </c:pt>
                <c:pt idx="2462">
                  <c:v>15165</c:v>
                </c:pt>
                <c:pt idx="2463">
                  <c:v>14660</c:v>
                </c:pt>
                <c:pt idx="2464">
                  <c:v>14715</c:v>
                </c:pt>
                <c:pt idx="2465">
                  <c:v>14570</c:v>
                </c:pt>
                <c:pt idx="2466">
                  <c:v>14115</c:v>
                </c:pt>
                <c:pt idx="2467">
                  <c:v>13090</c:v>
                </c:pt>
                <c:pt idx="2468">
                  <c:v>13350</c:v>
                </c:pt>
                <c:pt idx="2469">
                  <c:v>12990</c:v>
                </c:pt>
                <c:pt idx="2470">
                  <c:v>12680</c:v>
                </c:pt>
                <c:pt idx="2471">
                  <c:v>11890</c:v>
                </c:pt>
                <c:pt idx="2472">
                  <c:v>12100</c:v>
                </c:pt>
                <c:pt idx="2473">
                  <c:v>12170</c:v>
                </c:pt>
                <c:pt idx="2474">
                  <c:v>12735</c:v>
                </c:pt>
                <c:pt idx="2475">
                  <c:v>12960</c:v>
                </c:pt>
                <c:pt idx="2476">
                  <c:v>12440</c:v>
                </c:pt>
                <c:pt idx="2477">
                  <c:v>11505</c:v>
                </c:pt>
                <c:pt idx="2478">
                  <c:v>11570</c:v>
                </c:pt>
                <c:pt idx="2479">
                  <c:v>10870</c:v>
                </c:pt>
                <c:pt idx="2480">
                  <c:v>9985</c:v>
                </c:pt>
                <c:pt idx="2481">
                  <c:v>9535</c:v>
                </c:pt>
                <c:pt idx="2482">
                  <c:v>8800</c:v>
                </c:pt>
                <c:pt idx="2483">
                  <c:v>8485</c:v>
                </c:pt>
                <c:pt idx="2484">
                  <c:v>7535</c:v>
                </c:pt>
                <c:pt idx="2485">
                  <c:v>6450</c:v>
                </c:pt>
                <c:pt idx="2486">
                  <c:v>7350</c:v>
                </c:pt>
                <c:pt idx="2487">
                  <c:v>6490</c:v>
                </c:pt>
                <c:pt idx="2488">
                  <c:v>7670</c:v>
                </c:pt>
                <c:pt idx="2489">
                  <c:v>8410</c:v>
                </c:pt>
                <c:pt idx="2490">
                  <c:v>8115</c:v>
                </c:pt>
                <c:pt idx="2491">
                  <c:v>8490</c:v>
                </c:pt>
                <c:pt idx="2492">
                  <c:v>8450</c:v>
                </c:pt>
                <c:pt idx="2493">
                  <c:v>8720</c:v>
                </c:pt>
                <c:pt idx="2494">
                  <c:v>7945</c:v>
                </c:pt>
                <c:pt idx="2495">
                  <c:v>8400</c:v>
                </c:pt>
                <c:pt idx="2496">
                  <c:v>8380</c:v>
                </c:pt>
                <c:pt idx="2497">
                  <c:v>9070</c:v>
                </c:pt>
                <c:pt idx="2498">
                  <c:v>9395</c:v>
                </c:pt>
                <c:pt idx="2499">
                  <c:v>9120</c:v>
                </c:pt>
                <c:pt idx="2500">
                  <c:v>9390</c:v>
                </c:pt>
                <c:pt idx="2501">
                  <c:v>9530</c:v>
                </c:pt>
                <c:pt idx="2502">
                  <c:v>9200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34E-4C05-AF83-0B701440EE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44133456"/>
        <c:axId val="544134288"/>
      </c:lineChart>
      <c:lineChart>
        <c:grouping val="standard"/>
        <c:varyColors val="0"/>
        <c:ser>
          <c:idx val="1"/>
          <c:order val="0"/>
          <c:tx>
            <c:v>KOSPI200</c:v>
          </c:tx>
          <c:spPr>
            <a:ln w="28575" cap="rnd">
              <a:solidFill>
                <a:srgbClr val="FF6600"/>
              </a:solidFill>
              <a:round/>
            </a:ln>
            <a:effectLst/>
          </c:spPr>
          <c:marker>
            <c:symbol val="none"/>
          </c:marker>
          <c:cat>
            <c:numRef>
              <c:f>Sheet2!$BL$18:$BL$2520</c:f>
              <c:numCache>
                <c:formatCode>yyyy\-mm\-dd</c:formatCode>
                <c:ptCount val="2503"/>
                <c:pt idx="0">
                  <c:v>40231</c:v>
                </c:pt>
                <c:pt idx="1">
                  <c:v>40232</c:v>
                </c:pt>
                <c:pt idx="2">
                  <c:v>40233</c:v>
                </c:pt>
                <c:pt idx="3">
                  <c:v>40234</c:v>
                </c:pt>
                <c:pt idx="4">
                  <c:v>40235</c:v>
                </c:pt>
                <c:pt idx="5">
                  <c:v>40239</c:v>
                </c:pt>
                <c:pt idx="6">
                  <c:v>40240</c:v>
                </c:pt>
                <c:pt idx="7">
                  <c:v>40241</c:v>
                </c:pt>
                <c:pt idx="8">
                  <c:v>40242</c:v>
                </c:pt>
                <c:pt idx="9">
                  <c:v>40245</c:v>
                </c:pt>
                <c:pt idx="10">
                  <c:v>40246</c:v>
                </c:pt>
                <c:pt idx="11">
                  <c:v>40247</c:v>
                </c:pt>
                <c:pt idx="12">
                  <c:v>40248</c:v>
                </c:pt>
                <c:pt idx="13">
                  <c:v>40249</c:v>
                </c:pt>
                <c:pt idx="14">
                  <c:v>40252</c:v>
                </c:pt>
                <c:pt idx="15">
                  <c:v>40253</c:v>
                </c:pt>
                <c:pt idx="16">
                  <c:v>40254</c:v>
                </c:pt>
                <c:pt idx="17">
                  <c:v>40255</c:v>
                </c:pt>
                <c:pt idx="18">
                  <c:v>40256</c:v>
                </c:pt>
                <c:pt idx="19">
                  <c:v>40259</c:v>
                </c:pt>
                <c:pt idx="20">
                  <c:v>40260</c:v>
                </c:pt>
                <c:pt idx="21">
                  <c:v>40261</c:v>
                </c:pt>
                <c:pt idx="22">
                  <c:v>40262</c:v>
                </c:pt>
                <c:pt idx="23">
                  <c:v>40263</c:v>
                </c:pt>
                <c:pt idx="24">
                  <c:v>40266</c:v>
                </c:pt>
                <c:pt idx="25">
                  <c:v>40267</c:v>
                </c:pt>
                <c:pt idx="26">
                  <c:v>40268</c:v>
                </c:pt>
                <c:pt idx="27">
                  <c:v>40269</c:v>
                </c:pt>
                <c:pt idx="28">
                  <c:v>40270</c:v>
                </c:pt>
                <c:pt idx="29">
                  <c:v>40273</c:v>
                </c:pt>
                <c:pt idx="30">
                  <c:v>40274</c:v>
                </c:pt>
                <c:pt idx="31">
                  <c:v>40275</c:v>
                </c:pt>
                <c:pt idx="32">
                  <c:v>40276</c:v>
                </c:pt>
                <c:pt idx="33">
                  <c:v>40277</c:v>
                </c:pt>
                <c:pt idx="34">
                  <c:v>40280</c:v>
                </c:pt>
                <c:pt idx="35">
                  <c:v>40281</c:v>
                </c:pt>
                <c:pt idx="36">
                  <c:v>40282</c:v>
                </c:pt>
                <c:pt idx="37">
                  <c:v>40283</c:v>
                </c:pt>
                <c:pt idx="38">
                  <c:v>40284</c:v>
                </c:pt>
                <c:pt idx="39">
                  <c:v>40287</c:v>
                </c:pt>
                <c:pt idx="40">
                  <c:v>40288</c:v>
                </c:pt>
                <c:pt idx="41">
                  <c:v>40289</c:v>
                </c:pt>
                <c:pt idx="42">
                  <c:v>40290</c:v>
                </c:pt>
                <c:pt idx="43">
                  <c:v>40291</c:v>
                </c:pt>
                <c:pt idx="44">
                  <c:v>40294</c:v>
                </c:pt>
                <c:pt idx="45">
                  <c:v>40295</c:v>
                </c:pt>
                <c:pt idx="46">
                  <c:v>40296</c:v>
                </c:pt>
                <c:pt idx="47">
                  <c:v>40297</c:v>
                </c:pt>
                <c:pt idx="48">
                  <c:v>40298</c:v>
                </c:pt>
                <c:pt idx="49">
                  <c:v>40301</c:v>
                </c:pt>
                <c:pt idx="50">
                  <c:v>40302</c:v>
                </c:pt>
                <c:pt idx="51">
                  <c:v>40304</c:v>
                </c:pt>
                <c:pt idx="52">
                  <c:v>40305</c:v>
                </c:pt>
                <c:pt idx="53">
                  <c:v>40308</c:v>
                </c:pt>
                <c:pt idx="54">
                  <c:v>40309</c:v>
                </c:pt>
                <c:pt idx="55">
                  <c:v>40310</c:v>
                </c:pt>
                <c:pt idx="56">
                  <c:v>40311</c:v>
                </c:pt>
                <c:pt idx="57">
                  <c:v>40312</c:v>
                </c:pt>
                <c:pt idx="58">
                  <c:v>40315</c:v>
                </c:pt>
                <c:pt idx="59">
                  <c:v>40316</c:v>
                </c:pt>
                <c:pt idx="60">
                  <c:v>40317</c:v>
                </c:pt>
                <c:pt idx="61">
                  <c:v>40318</c:v>
                </c:pt>
                <c:pt idx="62">
                  <c:v>40322</c:v>
                </c:pt>
                <c:pt idx="63">
                  <c:v>40323</c:v>
                </c:pt>
                <c:pt idx="64">
                  <c:v>40324</c:v>
                </c:pt>
                <c:pt idx="65">
                  <c:v>40325</c:v>
                </c:pt>
                <c:pt idx="66">
                  <c:v>40326</c:v>
                </c:pt>
                <c:pt idx="67">
                  <c:v>40329</c:v>
                </c:pt>
                <c:pt idx="68">
                  <c:v>40330</c:v>
                </c:pt>
                <c:pt idx="69">
                  <c:v>40332</c:v>
                </c:pt>
                <c:pt idx="70">
                  <c:v>40333</c:v>
                </c:pt>
                <c:pt idx="71">
                  <c:v>40336</c:v>
                </c:pt>
                <c:pt idx="72">
                  <c:v>40337</c:v>
                </c:pt>
                <c:pt idx="73">
                  <c:v>40338</c:v>
                </c:pt>
                <c:pt idx="74">
                  <c:v>40339</c:v>
                </c:pt>
                <c:pt idx="75">
                  <c:v>40340</c:v>
                </c:pt>
                <c:pt idx="76">
                  <c:v>40343</c:v>
                </c:pt>
                <c:pt idx="77">
                  <c:v>40344</c:v>
                </c:pt>
                <c:pt idx="78">
                  <c:v>40345</c:v>
                </c:pt>
                <c:pt idx="79">
                  <c:v>40346</c:v>
                </c:pt>
                <c:pt idx="80">
                  <c:v>40347</c:v>
                </c:pt>
                <c:pt idx="81">
                  <c:v>40350</c:v>
                </c:pt>
                <c:pt idx="82">
                  <c:v>40351</c:v>
                </c:pt>
                <c:pt idx="83">
                  <c:v>40352</c:v>
                </c:pt>
                <c:pt idx="84">
                  <c:v>40353</c:v>
                </c:pt>
                <c:pt idx="85">
                  <c:v>40354</c:v>
                </c:pt>
                <c:pt idx="86">
                  <c:v>40357</c:v>
                </c:pt>
                <c:pt idx="87">
                  <c:v>40358</c:v>
                </c:pt>
                <c:pt idx="88">
                  <c:v>40359</c:v>
                </c:pt>
                <c:pt idx="89">
                  <c:v>40360</c:v>
                </c:pt>
                <c:pt idx="90">
                  <c:v>40361</c:v>
                </c:pt>
                <c:pt idx="91">
                  <c:v>40364</c:v>
                </c:pt>
                <c:pt idx="92">
                  <c:v>40365</c:v>
                </c:pt>
                <c:pt idx="93">
                  <c:v>40366</c:v>
                </c:pt>
                <c:pt idx="94">
                  <c:v>40367</c:v>
                </c:pt>
                <c:pt idx="95">
                  <c:v>40368</c:v>
                </c:pt>
                <c:pt idx="96">
                  <c:v>40371</c:v>
                </c:pt>
                <c:pt idx="97">
                  <c:v>40372</c:v>
                </c:pt>
                <c:pt idx="98">
                  <c:v>40373</c:v>
                </c:pt>
                <c:pt idx="99">
                  <c:v>40374</c:v>
                </c:pt>
                <c:pt idx="100">
                  <c:v>40375</c:v>
                </c:pt>
                <c:pt idx="101">
                  <c:v>40378</c:v>
                </c:pt>
                <c:pt idx="102">
                  <c:v>40379</c:v>
                </c:pt>
                <c:pt idx="103">
                  <c:v>40380</c:v>
                </c:pt>
                <c:pt idx="104">
                  <c:v>40381</c:v>
                </c:pt>
                <c:pt idx="105">
                  <c:v>40382</c:v>
                </c:pt>
                <c:pt idx="106">
                  <c:v>40385</c:v>
                </c:pt>
                <c:pt idx="107">
                  <c:v>40386</c:v>
                </c:pt>
                <c:pt idx="108">
                  <c:v>40387</c:v>
                </c:pt>
                <c:pt idx="109">
                  <c:v>40388</c:v>
                </c:pt>
                <c:pt idx="110">
                  <c:v>40389</c:v>
                </c:pt>
                <c:pt idx="111">
                  <c:v>40392</c:v>
                </c:pt>
                <c:pt idx="112">
                  <c:v>40393</c:v>
                </c:pt>
                <c:pt idx="113">
                  <c:v>40394</c:v>
                </c:pt>
                <c:pt idx="114">
                  <c:v>40395</c:v>
                </c:pt>
                <c:pt idx="115">
                  <c:v>40396</c:v>
                </c:pt>
                <c:pt idx="116">
                  <c:v>40399</c:v>
                </c:pt>
                <c:pt idx="117">
                  <c:v>40400</c:v>
                </c:pt>
                <c:pt idx="118">
                  <c:v>40401</c:v>
                </c:pt>
                <c:pt idx="119">
                  <c:v>40402</c:v>
                </c:pt>
                <c:pt idx="120">
                  <c:v>40403</c:v>
                </c:pt>
                <c:pt idx="121">
                  <c:v>40406</c:v>
                </c:pt>
                <c:pt idx="122">
                  <c:v>40407</c:v>
                </c:pt>
                <c:pt idx="123">
                  <c:v>40408</c:v>
                </c:pt>
                <c:pt idx="124">
                  <c:v>40409</c:v>
                </c:pt>
                <c:pt idx="125">
                  <c:v>40410</c:v>
                </c:pt>
                <c:pt idx="126">
                  <c:v>40413</c:v>
                </c:pt>
                <c:pt idx="127">
                  <c:v>40414</c:v>
                </c:pt>
                <c:pt idx="128">
                  <c:v>40415</c:v>
                </c:pt>
                <c:pt idx="129">
                  <c:v>40416</c:v>
                </c:pt>
                <c:pt idx="130">
                  <c:v>40417</c:v>
                </c:pt>
                <c:pt idx="131">
                  <c:v>40420</c:v>
                </c:pt>
                <c:pt idx="132">
                  <c:v>40421</c:v>
                </c:pt>
                <c:pt idx="133">
                  <c:v>40422</c:v>
                </c:pt>
                <c:pt idx="134">
                  <c:v>40423</c:v>
                </c:pt>
                <c:pt idx="135">
                  <c:v>40424</c:v>
                </c:pt>
                <c:pt idx="136">
                  <c:v>40427</c:v>
                </c:pt>
                <c:pt idx="137">
                  <c:v>40428</c:v>
                </c:pt>
                <c:pt idx="138">
                  <c:v>40429</c:v>
                </c:pt>
                <c:pt idx="139">
                  <c:v>40430</c:v>
                </c:pt>
                <c:pt idx="140">
                  <c:v>40431</c:v>
                </c:pt>
                <c:pt idx="141">
                  <c:v>40434</c:v>
                </c:pt>
                <c:pt idx="142">
                  <c:v>40435</c:v>
                </c:pt>
                <c:pt idx="143">
                  <c:v>40436</c:v>
                </c:pt>
                <c:pt idx="144">
                  <c:v>40437</c:v>
                </c:pt>
                <c:pt idx="145">
                  <c:v>40438</c:v>
                </c:pt>
                <c:pt idx="146">
                  <c:v>40441</c:v>
                </c:pt>
                <c:pt idx="147">
                  <c:v>40445</c:v>
                </c:pt>
                <c:pt idx="148">
                  <c:v>40448</c:v>
                </c:pt>
                <c:pt idx="149">
                  <c:v>40449</c:v>
                </c:pt>
                <c:pt idx="150">
                  <c:v>40450</c:v>
                </c:pt>
                <c:pt idx="151">
                  <c:v>40451</c:v>
                </c:pt>
                <c:pt idx="152">
                  <c:v>40452</c:v>
                </c:pt>
                <c:pt idx="153">
                  <c:v>40455</c:v>
                </c:pt>
                <c:pt idx="154">
                  <c:v>40456</c:v>
                </c:pt>
                <c:pt idx="155">
                  <c:v>40457</c:v>
                </c:pt>
                <c:pt idx="156">
                  <c:v>40458</c:v>
                </c:pt>
                <c:pt idx="157">
                  <c:v>40459</c:v>
                </c:pt>
                <c:pt idx="158">
                  <c:v>40462</c:v>
                </c:pt>
                <c:pt idx="159">
                  <c:v>40463</c:v>
                </c:pt>
                <c:pt idx="160">
                  <c:v>40464</c:v>
                </c:pt>
                <c:pt idx="161">
                  <c:v>40465</c:v>
                </c:pt>
                <c:pt idx="162">
                  <c:v>40466</c:v>
                </c:pt>
                <c:pt idx="163">
                  <c:v>40469</c:v>
                </c:pt>
                <c:pt idx="164">
                  <c:v>40470</c:v>
                </c:pt>
                <c:pt idx="165">
                  <c:v>40471</c:v>
                </c:pt>
                <c:pt idx="166">
                  <c:v>40472</c:v>
                </c:pt>
                <c:pt idx="167">
                  <c:v>40473</c:v>
                </c:pt>
                <c:pt idx="168">
                  <c:v>40476</c:v>
                </c:pt>
                <c:pt idx="169">
                  <c:v>40477</c:v>
                </c:pt>
                <c:pt idx="170">
                  <c:v>40478</c:v>
                </c:pt>
                <c:pt idx="171">
                  <c:v>40479</c:v>
                </c:pt>
                <c:pt idx="172">
                  <c:v>40480</c:v>
                </c:pt>
                <c:pt idx="173">
                  <c:v>40483</c:v>
                </c:pt>
                <c:pt idx="174">
                  <c:v>40484</c:v>
                </c:pt>
                <c:pt idx="175">
                  <c:v>40485</c:v>
                </c:pt>
                <c:pt idx="176">
                  <c:v>40486</c:v>
                </c:pt>
                <c:pt idx="177">
                  <c:v>40487</c:v>
                </c:pt>
                <c:pt idx="178">
                  <c:v>40490</c:v>
                </c:pt>
                <c:pt idx="179">
                  <c:v>40491</c:v>
                </c:pt>
                <c:pt idx="180">
                  <c:v>40492</c:v>
                </c:pt>
                <c:pt idx="181">
                  <c:v>40493</c:v>
                </c:pt>
                <c:pt idx="182">
                  <c:v>40494</c:v>
                </c:pt>
                <c:pt idx="183">
                  <c:v>40497</c:v>
                </c:pt>
                <c:pt idx="184">
                  <c:v>40498</c:v>
                </c:pt>
                <c:pt idx="185">
                  <c:v>40499</c:v>
                </c:pt>
                <c:pt idx="186">
                  <c:v>40500</c:v>
                </c:pt>
                <c:pt idx="187">
                  <c:v>40501</c:v>
                </c:pt>
                <c:pt idx="188">
                  <c:v>40504</c:v>
                </c:pt>
                <c:pt idx="189">
                  <c:v>40505</c:v>
                </c:pt>
                <c:pt idx="190">
                  <c:v>40506</c:v>
                </c:pt>
                <c:pt idx="191">
                  <c:v>40507</c:v>
                </c:pt>
                <c:pt idx="192">
                  <c:v>40508</c:v>
                </c:pt>
                <c:pt idx="193">
                  <c:v>40511</c:v>
                </c:pt>
                <c:pt idx="194">
                  <c:v>40512</c:v>
                </c:pt>
                <c:pt idx="195">
                  <c:v>40513</c:v>
                </c:pt>
                <c:pt idx="196">
                  <c:v>40514</c:v>
                </c:pt>
                <c:pt idx="197">
                  <c:v>40515</c:v>
                </c:pt>
                <c:pt idx="198">
                  <c:v>40518</c:v>
                </c:pt>
                <c:pt idx="199">
                  <c:v>40519</c:v>
                </c:pt>
                <c:pt idx="200">
                  <c:v>40520</c:v>
                </c:pt>
                <c:pt idx="201">
                  <c:v>40521</c:v>
                </c:pt>
                <c:pt idx="202">
                  <c:v>40522</c:v>
                </c:pt>
                <c:pt idx="203">
                  <c:v>40525</c:v>
                </c:pt>
                <c:pt idx="204">
                  <c:v>40526</c:v>
                </c:pt>
                <c:pt idx="205">
                  <c:v>40527</c:v>
                </c:pt>
                <c:pt idx="206">
                  <c:v>40528</c:v>
                </c:pt>
                <c:pt idx="207">
                  <c:v>40529</c:v>
                </c:pt>
                <c:pt idx="208">
                  <c:v>40532</c:v>
                </c:pt>
                <c:pt idx="209">
                  <c:v>40533</c:v>
                </c:pt>
                <c:pt idx="210">
                  <c:v>40534</c:v>
                </c:pt>
                <c:pt idx="211">
                  <c:v>40535</c:v>
                </c:pt>
                <c:pt idx="212">
                  <c:v>40536</c:v>
                </c:pt>
                <c:pt idx="213">
                  <c:v>40539</c:v>
                </c:pt>
                <c:pt idx="214">
                  <c:v>40540</c:v>
                </c:pt>
                <c:pt idx="215">
                  <c:v>40541</c:v>
                </c:pt>
                <c:pt idx="216">
                  <c:v>40542</c:v>
                </c:pt>
                <c:pt idx="217">
                  <c:v>40546</c:v>
                </c:pt>
                <c:pt idx="218">
                  <c:v>40547</c:v>
                </c:pt>
                <c:pt idx="219">
                  <c:v>40548</c:v>
                </c:pt>
                <c:pt idx="220">
                  <c:v>40549</c:v>
                </c:pt>
                <c:pt idx="221">
                  <c:v>40550</c:v>
                </c:pt>
                <c:pt idx="222">
                  <c:v>40553</c:v>
                </c:pt>
                <c:pt idx="223">
                  <c:v>40554</c:v>
                </c:pt>
                <c:pt idx="224">
                  <c:v>40555</c:v>
                </c:pt>
                <c:pt idx="225">
                  <c:v>40556</c:v>
                </c:pt>
                <c:pt idx="226">
                  <c:v>40557</c:v>
                </c:pt>
                <c:pt idx="227">
                  <c:v>40560</c:v>
                </c:pt>
                <c:pt idx="228">
                  <c:v>40561</c:v>
                </c:pt>
                <c:pt idx="229">
                  <c:v>40562</c:v>
                </c:pt>
                <c:pt idx="230">
                  <c:v>40563</c:v>
                </c:pt>
                <c:pt idx="231">
                  <c:v>40564</c:v>
                </c:pt>
                <c:pt idx="232">
                  <c:v>40567</c:v>
                </c:pt>
                <c:pt idx="233">
                  <c:v>40568</c:v>
                </c:pt>
                <c:pt idx="234">
                  <c:v>40569</c:v>
                </c:pt>
                <c:pt idx="235">
                  <c:v>40570</c:v>
                </c:pt>
                <c:pt idx="236">
                  <c:v>40571</c:v>
                </c:pt>
                <c:pt idx="237">
                  <c:v>40574</c:v>
                </c:pt>
                <c:pt idx="238">
                  <c:v>40575</c:v>
                </c:pt>
                <c:pt idx="239">
                  <c:v>40581</c:v>
                </c:pt>
                <c:pt idx="240">
                  <c:v>40582</c:v>
                </c:pt>
                <c:pt idx="241">
                  <c:v>40583</c:v>
                </c:pt>
                <c:pt idx="242">
                  <c:v>40584</c:v>
                </c:pt>
                <c:pt idx="243">
                  <c:v>40585</c:v>
                </c:pt>
                <c:pt idx="244">
                  <c:v>40588</c:v>
                </c:pt>
                <c:pt idx="245">
                  <c:v>40589</c:v>
                </c:pt>
                <c:pt idx="246">
                  <c:v>40590</c:v>
                </c:pt>
                <c:pt idx="247">
                  <c:v>40591</c:v>
                </c:pt>
                <c:pt idx="248">
                  <c:v>40592</c:v>
                </c:pt>
                <c:pt idx="249">
                  <c:v>40595</c:v>
                </c:pt>
                <c:pt idx="250">
                  <c:v>40596</c:v>
                </c:pt>
                <c:pt idx="251">
                  <c:v>40597</c:v>
                </c:pt>
                <c:pt idx="252">
                  <c:v>40598</c:v>
                </c:pt>
                <c:pt idx="253">
                  <c:v>40599</c:v>
                </c:pt>
                <c:pt idx="254">
                  <c:v>40602</c:v>
                </c:pt>
                <c:pt idx="255">
                  <c:v>40604</c:v>
                </c:pt>
                <c:pt idx="256">
                  <c:v>40605</c:v>
                </c:pt>
                <c:pt idx="257">
                  <c:v>40606</c:v>
                </c:pt>
                <c:pt idx="258">
                  <c:v>40609</c:v>
                </c:pt>
                <c:pt idx="259">
                  <c:v>40610</c:v>
                </c:pt>
                <c:pt idx="260">
                  <c:v>40611</c:v>
                </c:pt>
                <c:pt idx="261">
                  <c:v>40612</c:v>
                </c:pt>
                <c:pt idx="262">
                  <c:v>40613</c:v>
                </c:pt>
                <c:pt idx="263">
                  <c:v>40616</c:v>
                </c:pt>
                <c:pt idx="264">
                  <c:v>40617</c:v>
                </c:pt>
                <c:pt idx="265">
                  <c:v>40618</c:v>
                </c:pt>
                <c:pt idx="266">
                  <c:v>40619</c:v>
                </c:pt>
                <c:pt idx="267">
                  <c:v>40620</c:v>
                </c:pt>
                <c:pt idx="268">
                  <c:v>40623</c:v>
                </c:pt>
                <c:pt idx="269">
                  <c:v>40624</c:v>
                </c:pt>
                <c:pt idx="270">
                  <c:v>40625</c:v>
                </c:pt>
                <c:pt idx="271">
                  <c:v>40626</c:v>
                </c:pt>
                <c:pt idx="272">
                  <c:v>40627</c:v>
                </c:pt>
                <c:pt idx="273">
                  <c:v>40630</c:v>
                </c:pt>
                <c:pt idx="274">
                  <c:v>40631</c:v>
                </c:pt>
                <c:pt idx="275">
                  <c:v>40632</c:v>
                </c:pt>
                <c:pt idx="276">
                  <c:v>40633</c:v>
                </c:pt>
                <c:pt idx="277">
                  <c:v>40634</c:v>
                </c:pt>
                <c:pt idx="278">
                  <c:v>40637</c:v>
                </c:pt>
                <c:pt idx="279">
                  <c:v>40638</c:v>
                </c:pt>
                <c:pt idx="280">
                  <c:v>40639</c:v>
                </c:pt>
                <c:pt idx="281">
                  <c:v>40640</c:v>
                </c:pt>
                <c:pt idx="282">
                  <c:v>40641</c:v>
                </c:pt>
                <c:pt idx="283">
                  <c:v>40644</c:v>
                </c:pt>
                <c:pt idx="284">
                  <c:v>40645</c:v>
                </c:pt>
                <c:pt idx="285">
                  <c:v>40646</c:v>
                </c:pt>
                <c:pt idx="286">
                  <c:v>40647</c:v>
                </c:pt>
                <c:pt idx="287">
                  <c:v>40648</c:v>
                </c:pt>
                <c:pt idx="288">
                  <c:v>40651</c:v>
                </c:pt>
                <c:pt idx="289">
                  <c:v>40652</c:v>
                </c:pt>
                <c:pt idx="290">
                  <c:v>40653</c:v>
                </c:pt>
                <c:pt idx="291">
                  <c:v>40654</c:v>
                </c:pt>
                <c:pt idx="292">
                  <c:v>40655</c:v>
                </c:pt>
                <c:pt idx="293">
                  <c:v>40658</c:v>
                </c:pt>
                <c:pt idx="294">
                  <c:v>40659</c:v>
                </c:pt>
                <c:pt idx="295">
                  <c:v>40660</c:v>
                </c:pt>
                <c:pt idx="296">
                  <c:v>40661</c:v>
                </c:pt>
                <c:pt idx="297">
                  <c:v>40662</c:v>
                </c:pt>
                <c:pt idx="298">
                  <c:v>40665</c:v>
                </c:pt>
                <c:pt idx="299">
                  <c:v>40666</c:v>
                </c:pt>
                <c:pt idx="300">
                  <c:v>40667</c:v>
                </c:pt>
                <c:pt idx="301">
                  <c:v>40669</c:v>
                </c:pt>
                <c:pt idx="302">
                  <c:v>40672</c:v>
                </c:pt>
                <c:pt idx="303">
                  <c:v>40674</c:v>
                </c:pt>
                <c:pt idx="304">
                  <c:v>40675</c:v>
                </c:pt>
                <c:pt idx="305">
                  <c:v>40676</c:v>
                </c:pt>
                <c:pt idx="306">
                  <c:v>40679</c:v>
                </c:pt>
                <c:pt idx="307">
                  <c:v>40680</c:v>
                </c:pt>
                <c:pt idx="308">
                  <c:v>40681</c:v>
                </c:pt>
                <c:pt idx="309">
                  <c:v>40682</c:v>
                </c:pt>
                <c:pt idx="310">
                  <c:v>40683</c:v>
                </c:pt>
                <c:pt idx="311">
                  <c:v>40686</c:v>
                </c:pt>
                <c:pt idx="312">
                  <c:v>40687</c:v>
                </c:pt>
                <c:pt idx="313">
                  <c:v>40688</c:v>
                </c:pt>
                <c:pt idx="314">
                  <c:v>40689</c:v>
                </c:pt>
                <c:pt idx="315">
                  <c:v>40690</c:v>
                </c:pt>
                <c:pt idx="316">
                  <c:v>40693</c:v>
                </c:pt>
                <c:pt idx="317">
                  <c:v>40694</c:v>
                </c:pt>
                <c:pt idx="318">
                  <c:v>40695</c:v>
                </c:pt>
                <c:pt idx="319">
                  <c:v>40696</c:v>
                </c:pt>
                <c:pt idx="320">
                  <c:v>40697</c:v>
                </c:pt>
                <c:pt idx="321">
                  <c:v>40701</c:v>
                </c:pt>
                <c:pt idx="322">
                  <c:v>40702</c:v>
                </c:pt>
                <c:pt idx="323">
                  <c:v>40703</c:v>
                </c:pt>
                <c:pt idx="324">
                  <c:v>40704</c:v>
                </c:pt>
                <c:pt idx="325">
                  <c:v>40707</c:v>
                </c:pt>
                <c:pt idx="326">
                  <c:v>40708</c:v>
                </c:pt>
                <c:pt idx="327">
                  <c:v>40709</c:v>
                </c:pt>
                <c:pt idx="328">
                  <c:v>40710</c:v>
                </c:pt>
                <c:pt idx="329">
                  <c:v>40711</c:v>
                </c:pt>
                <c:pt idx="330">
                  <c:v>40714</c:v>
                </c:pt>
                <c:pt idx="331">
                  <c:v>40715</c:v>
                </c:pt>
                <c:pt idx="332">
                  <c:v>40716</c:v>
                </c:pt>
                <c:pt idx="333">
                  <c:v>40717</c:v>
                </c:pt>
                <c:pt idx="334">
                  <c:v>40718</c:v>
                </c:pt>
                <c:pt idx="335">
                  <c:v>40721</c:v>
                </c:pt>
                <c:pt idx="336">
                  <c:v>40722</c:v>
                </c:pt>
                <c:pt idx="337">
                  <c:v>40723</c:v>
                </c:pt>
                <c:pt idx="338">
                  <c:v>40724</c:v>
                </c:pt>
                <c:pt idx="339">
                  <c:v>40725</c:v>
                </c:pt>
                <c:pt idx="340">
                  <c:v>40728</c:v>
                </c:pt>
                <c:pt idx="341">
                  <c:v>40729</c:v>
                </c:pt>
                <c:pt idx="342">
                  <c:v>40730</c:v>
                </c:pt>
                <c:pt idx="343">
                  <c:v>40731</c:v>
                </c:pt>
                <c:pt idx="344">
                  <c:v>40732</c:v>
                </c:pt>
                <c:pt idx="345">
                  <c:v>40735</c:v>
                </c:pt>
                <c:pt idx="346">
                  <c:v>40736</c:v>
                </c:pt>
                <c:pt idx="347">
                  <c:v>40737</c:v>
                </c:pt>
                <c:pt idx="348">
                  <c:v>40738</c:v>
                </c:pt>
                <c:pt idx="349">
                  <c:v>40739</c:v>
                </c:pt>
                <c:pt idx="350">
                  <c:v>40742</c:v>
                </c:pt>
                <c:pt idx="351">
                  <c:v>40743</c:v>
                </c:pt>
                <c:pt idx="352">
                  <c:v>40744</c:v>
                </c:pt>
                <c:pt idx="353">
                  <c:v>40745</c:v>
                </c:pt>
                <c:pt idx="354">
                  <c:v>40746</c:v>
                </c:pt>
                <c:pt idx="355">
                  <c:v>40749</c:v>
                </c:pt>
                <c:pt idx="356">
                  <c:v>40750</c:v>
                </c:pt>
                <c:pt idx="357">
                  <c:v>40751</c:v>
                </c:pt>
                <c:pt idx="358">
                  <c:v>40752</c:v>
                </c:pt>
                <c:pt idx="359">
                  <c:v>40753</c:v>
                </c:pt>
                <c:pt idx="360">
                  <c:v>40756</c:v>
                </c:pt>
                <c:pt idx="361">
                  <c:v>40757</c:v>
                </c:pt>
                <c:pt idx="362">
                  <c:v>40758</c:v>
                </c:pt>
                <c:pt idx="363">
                  <c:v>40759</c:v>
                </c:pt>
                <c:pt idx="364">
                  <c:v>40760</c:v>
                </c:pt>
                <c:pt idx="365">
                  <c:v>40763</c:v>
                </c:pt>
                <c:pt idx="366">
                  <c:v>40764</c:v>
                </c:pt>
                <c:pt idx="367">
                  <c:v>40765</c:v>
                </c:pt>
                <c:pt idx="368">
                  <c:v>40766</c:v>
                </c:pt>
                <c:pt idx="369">
                  <c:v>40767</c:v>
                </c:pt>
                <c:pt idx="370">
                  <c:v>40771</c:v>
                </c:pt>
                <c:pt idx="371">
                  <c:v>40772</c:v>
                </c:pt>
                <c:pt idx="372">
                  <c:v>40773</c:v>
                </c:pt>
                <c:pt idx="373">
                  <c:v>40774</c:v>
                </c:pt>
                <c:pt idx="374">
                  <c:v>40777</c:v>
                </c:pt>
                <c:pt idx="375">
                  <c:v>40778</c:v>
                </c:pt>
                <c:pt idx="376">
                  <c:v>40779</c:v>
                </c:pt>
                <c:pt idx="377">
                  <c:v>40780</c:v>
                </c:pt>
                <c:pt idx="378">
                  <c:v>40781</c:v>
                </c:pt>
                <c:pt idx="379">
                  <c:v>40784</c:v>
                </c:pt>
                <c:pt idx="380">
                  <c:v>40785</c:v>
                </c:pt>
                <c:pt idx="381">
                  <c:v>40786</c:v>
                </c:pt>
                <c:pt idx="382">
                  <c:v>40787</c:v>
                </c:pt>
                <c:pt idx="383">
                  <c:v>40788</c:v>
                </c:pt>
                <c:pt idx="384">
                  <c:v>40791</c:v>
                </c:pt>
                <c:pt idx="385">
                  <c:v>40792</c:v>
                </c:pt>
                <c:pt idx="386">
                  <c:v>40793</c:v>
                </c:pt>
                <c:pt idx="387">
                  <c:v>40794</c:v>
                </c:pt>
                <c:pt idx="388">
                  <c:v>40795</c:v>
                </c:pt>
                <c:pt idx="389">
                  <c:v>40800</c:v>
                </c:pt>
                <c:pt idx="390">
                  <c:v>40801</c:v>
                </c:pt>
                <c:pt idx="391">
                  <c:v>40802</c:v>
                </c:pt>
                <c:pt idx="392">
                  <c:v>40805</c:v>
                </c:pt>
                <c:pt idx="393">
                  <c:v>40806</c:v>
                </c:pt>
                <c:pt idx="394">
                  <c:v>40807</c:v>
                </c:pt>
                <c:pt idx="395">
                  <c:v>40808</c:v>
                </c:pt>
                <c:pt idx="396">
                  <c:v>40809</c:v>
                </c:pt>
                <c:pt idx="397">
                  <c:v>40812</c:v>
                </c:pt>
                <c:pt idx="398">
                  <c:v>40813</c:v>
                </c:pt>
                <c:pt idx="399">
                  <c:v>40814</c:v>
                </c:pt>
                <c:pt idx="400">
                  <c:v>40815</c:v>
                </c:pt>
                <c:pt idx="401">
                  <c:v>40816</c:v>
                </c:pt>
                <c:pt idx="402">
                  <c:v>40820</c:v>
                </c:pt>
                <c:pt idx="403">
                  <c:v>40821</c:v>
                </c:pt>
                <c:pt idx="404">
                  <c:v>40822</c:v>
                </c:pt>
                <c:pt idx="405">
                  <c:v>40823</c:v>
                </c:pt>
                <c:pt idx="406">
                  <c:v>40826</c:v>
                </c:pt>
                <c:pt idx="407">
                  <c:v>40827</c:v>
                </c:pt>
                <c:pt idx="408">
                  <c:v>40828</c:v>
                </c:pt>
                <c:pt idx="409">
                  <c:v>40829</c:v>
                </c:pt>
                <c:pt idx="410">
                  <c:v>40830</c:v>
                </c:pt>
                <c:pt idx="411">
                  <c:v>40833</c:v>
                </c:pt>
                <c:pt idx="412">
                  <c:v>40834</c:v>
                </c:pt>
                <c:pt idx="413">
                  <c:v>40835</c:v>
                </c:pt>
                <c:pt idx="414">
                  <c:v>40836</c:v>
                </c:pt>
                <c:pt idx="415">
                  <c:v>40837</c:v>
                </c:pt>
                <c:pt idx="416">
                  <c:v>40840</c:v>
                </c:pt>
                <c:pt idx="417">
                  <c:v>40841</c:v>
                </c:pt>
                <c:pt idx="418">
                  <c:v>40842</c:v>
                </c:pt>
                <c:pt idx="419">
                  <c:v>40843</c:v>
                </c:pt>
                <c:pt idx="420">
                  <c:v>40844</c:v>
                </c:pt>
                <c:pt idx="421">
                  <c:v>40847</c:v>
                </c:pt>
                <c:pt idx="422">
                  <c:v>40848</c:v>
                </c:pt>
                <c:pt idx="423">
                  <c:v>40849</c:v>
                </c:pt>
                <c:pt idx="424">
                  <c:v>40850</c:v>
                </c:pt>
                <c:pt idx="425">
                  <c:v>40851</c:v>
                </c:pt>
                <c:pt idx="426">
                  <c:v>40854</c:v>
                </c:pt>
                <c:pt idx="427">
                  <c:v>40855</c:v>
                </c:pt>
                <c:pt idx="428">
                  <c:v>40856</c:v>
                </c:pt>
                <c:pt idx="429">
                  <c:v>40857</c:v>
                </c:pt>
                <c:pt idx="430">
                  <c:v>40858</c:v>
                </c:pt>
                <c:pt idx="431">
                  <c:v>40861</c:v>
                </c:pt>
                <c:pt idx="432">
                  <c:v>40862</c:v>
                </c:pt>
                <c:pt idx="433">
                  <c:v>40863</c:v>
                </c:pt>
                <c:pt idx="434">
                  <c:v>40864</c:v>
                </c:pt>
                <c:pt idx="435">
                  <c:v>40865</c:v>
                </c:pt>
                <c:pt idx="436">
                  <c:v>40868</c:v>
                </c:pt>
                <c:pt idx="437">
                  <c:v>40869</c:v>
                </c:pt>
                <c:pt idx="438">
                  <c:v>40870</c:v>
                </c:pt>
                <c:pt idx="439">
                  <c:v>40871</c:v>
                </c:pt>
                <c:pt idx="440">
                  <c:v>40872</c:v>
                </c:pt>
                <c:pt idx="441">
                  <c:v>40875</c:v>
                </c:pt>
                <c:pt idx="442">
                  <c:v>40876</c:v>
                </c:pt>
                <c:pt idx="443">
                  <c:v>40877</c:v>
                </c:pt>
                <c:pt idx="444">
                  <c:v>40878</c:v>
                </c:pt>
                <c:pt idx="445">
                  <c:v>40879</c:v>
                </c:pt>
                <c:pt idx="446">
                  <c:v>40882</c:v>
                </c:pt>
                <c:pt idx="447">
                  <c:v>40883</c:v>
                </c:pt>
                <c:pt idx="448">
                  <c:v>40884</c:v>
                </c:pt>
                <c:pt idx="449">
                  <c:v>40885</c:v>
                </c:pt>
                <c:pt idx="450">
                  <c:v>40886</c:v>
                </c:pt>
                <c:pt idx="451">
                  <c:v>40889</c:v>
                </c:pt>
                <c:pt idx="452">
                  <c:v>40890</c:v>
                </c:pt>
                <c:pt idx="453">
                  <c:v>40891</c:v>
                </c:pt>
                <c:pt idx="454">
                  <c:v>40892</c:v>
                </c:pt>
                <c:pt idx="455">
                  <c:v>40893</c:v>
                </c:pt>
                <c:pt idx="456">
                  <c:v>40896</c:v>
                </c:pt>
                <c:pt idx="457">
                  <c:v>40897</c:v>
                </c:pt>
                <c:pt idx="458">
                  <c:v>40898</c:v>
                </c:pt>
                <c:pt idx="459">
                  <c:v>40899</c:v>
                </c:pt>
                <c:pt idx="460">
                  <c:v>40900</c:v>
                </c:pt>
                <c:pt idx="461">
                  <c:v>40903</c:v>
                </c:pt>
                <c:pt idx="462">
                  <c:v>40904</c:v>
                </c:pt>
                <c:pt idx="463">
                  <c:v>40905</c:v>
                </c:pt>
                <c:pt idx="464">
                  <c:v>40906</c:v>
                </c:pt>
                <c:pt idx="465">
                  <c:v>40910</c:v>
                </c:pt>
                <c:pt idx="466">
                  <c:v>40911</c:v>
                </c:pt>
                <c:pt idx="467">
                  <c:v>40912</c:v>
                </c:pt>
                <c:pt idx="468">
                  <c:v>40913</c:v>
                </c:pt>
                <c:pt idx="469">
                  <c:v>40914</c:v>
                </c:pt>
                <c:pt idx="470">
                  <c:v>40917</c:v>
                </c:pt>
                <c:pt idx="471">
                  <c:v>40918</c:v>
                </c:pt>
                <c:pt idx="472">
                  <c:v>40919</c:v>
                </c:pt>
                <c:pt idx="473">
                  <c:v>40920</c:v>
                </c:pt>
                <c:pt idx="474">
                  <c:v>40921</c:v>
                </c:pt>
                <c:pt idx="475">
                  <c:v>40924</c:v>
                </c:pt>
                <c:pt idx="476">
                  <c:v>40925</c:v>
                </c:pt>
                <c:pt idx="477">
                  <c:v>40926</c:v>
                </c:pt>
                <c:pt idx="478">
                  <c:v>40927</c:v>
                </c:pt>
                <c:pt idx="479">
                  <c:v>40928</c:v>
                </c:pt>
                <c:pt idx="480">
                  <c:v>40933</c:v>
                </c:pt>
                <c:pt idx="481">
                  <c:v>40934</c:v>
                </c:pt>
                <c:pt idx="482">
                  <c:v>40935</c:v>
                </c:pt>
                <c:pt idx="483">
                  <c:v>40938</c:v>
                </c:pt>
                <c:pt idx="484">
                  <c:v>40939</c:v>
                </c:pt>
                <c:pt idx="485">
                  <c:v>40940</c:v>
                </c:pt>
                <c:pt idx="486">
                  <c:v>40941</c:v>
                </c:pt>
                <c:pt idx="487">
                  <c:v>40942</c:v>
                </c:pt>
                <c:pt idx="488">
                  <c:v>40945</c:v>
                </c:pt>
                <c:pt idx="489">
                  <c:v>40946</c:v>
                </c:pt>
                <c:pt idx="490">
                  <c:v>40947</c:v>
                </c:pt>
                <c:pt idx="491">
                  <c:v>40948</c:v>
                </c:pt>
                <c:pt idx="492">
                  <c:v>40949</c:v>
                </c:pt>
                <c:pt idx="493">
                  <c:v>40952</c:v>
                </c:pt>
                <c:pt idx="494">
                  <c:v>40953</c:v>
                </c:pt>
                <c:pt idx="495">
                  <c:v>40954</c:v>
                </c:pt>
                <c:pt idx="496">
                  <c:v>40955</c:v>
                </c:pt>
                <c:pt idx="497">
                  <c:v>40956</c:v>
                </c:pt>
                <c:pt idx="498">
                  <c:v>40959</c:v>
                </c:pt>
                <c:pt idx="499">
                  <c:v>40960</c:v>
                </c:pt>
                <c:pt idx="500">
                  <c:v>40961</c:v>
                </c:pt>
                <c:pt idx="501">
                  <c:v>40962</c:v>
                </c:pt>
                <c:pt idx="502">
                  <c:v>40963</c:v>
                </c:pt>
                <c:pt idx="503">
                  <c:v>40966</c:v>
                </c:pt>
                <c:pt idx="504">
                  <c:v>40967</c:v>
                </c:pt>
                <c:pt idx="505">
                  <c:v>40968</c:v>
                </c:pt>
                <c:pt idx="506">
                  <c:v>40970</c:v>
                </c:pt>
                <c:pt idx="507">
                  <c:v>40973</c:v>
                </c:pt>
                <c:pt idx="508">
                  <c:v>40974</c:v>
                </c:pt>
                <c:pt idx="509">
                  <c:v>40975</c:v>
                </c:pt>
                <c:pt idx="510">
                  <c:v>40976</c:v>
                </c:pt>
                <c:pt idx="511">
                  <c:v>40977</c:v>
                </c:pt>
                <c:pt idx="512">
                  <c:v>40980</c:v>
                </c:pt>
                <c:pt idx="513">
                  <c:v>40981</c:v>
                </c:pt>
                <c:pt idx="514">
                  <c:v>40982</c:v>
                </c:pt>
                <c:pt idx="515">
                  <c:v>40983</c:v>
                </c:pt>
                <c:pt idx="516">
                  <c:v>40984</c:v>
                </c:pt>
                <c:pt idx="517">
                  <c:v>40987</c:v>
                </c:pt>
                <c:pt idx="518">
                  <c:v>40988</c:v>
                </c:pt>
                <c:pt idx="519">
                  <c:v>40989</c:v>
                </c:pt>
                <c:pt idx="520">
                  <c:v>40990</c:v>
                </c:pt>
                <c:pt idx="521">
                  <c:v>40991</c:v>
                </c:pt>
                <c:pt idx="522">
                  <c:v>40994</c:v>
                </c:pt>
                <c:pt idx="523">
                  <c:v>40995</c:v>
                </c:pt>
                <c:pt idx="524">
                  <c:v>40996</c:v>
                </c:pt>
                <c:pt idx="525">
                  <c:v>40997</c:v>
                </c:pt>
                <c:pt idx="526">
                  <c:v>40998</c:v>
                </c:pt>
                <c:pt idx="527">
                  <c:v>41001</c:v>
                </c:pt>
                <c:pt idx="528">
                  <c:v>41002</c:v>
                </c:pt>
                <c:pt idx="529">
                  <c:v>41003</c:v>
                </c:pt>
                <c:pt idx="530">
                  <c:v>41004</c:v>
                </c:pt>
                <c:pt idx="531">
                  <c:v>41005</c:v>
                </c:pt>
                <c:pt idx="532">
                  <c:v>41008</c:v>
                </c:pt>
                <c:pt idx="533">
                  <c:v>41009</c:v>
                </c:pt>
                <c:pt idx="534">
                  <c:v>41011</c:v>
                </c:pt>
                <c:pt idx="535">
                  <c:v>41012</c:v>
                </c:pt>
                <c:pt idx="536">
                  <c:v>41015</c:v>
                </c:pt>
                <c:pt idx="537">
                  <c:v>41016</c:v>
                </c:pt>
                <c:pt idx="538">
                  <c:v>41017</c:v>
                </c:pt>
                <c:pt idx="539">
                  <c:v>41018</c:v>
                </c:pt>
                <c:pt idx="540">
                  <c:v>41019</c:v>
                </c:pt>
                <c:pt idx="541">
                  <c:v>41022</c:v>
                </c:pt>
                <c:pt idx="542">
                  <c:v>41023</c:v>
                </c:pt>
                <c:pt idx="543">
                  <c:v>41024</c:v>
                </c:pt>
                <c:pt idx="544">
                  <c:v>41025</c:v>
                </c:pt>
                <c:pt idx="545">
                  <c:v>41026</c:v>
                </c:pt>
                <c:pt idx="546">
                  <c:v>41029</c:v>
                </c:pt>
                <c:pt idx="547">
                  <c:v>41031</c:v>
                </c:pt>
                <c:pt idx="548">
                  <c:v>41032</c:v>
                </c:pt>
                <c:pt idx="549">
                  <c:v>41033</c:v>
                </c:pt>
                <c:pt idx="550">
                  <c:v>41036</c:v>
                </c:pt>
                <c:pt idx="551">
                  <c:v>41037</c:v>
                </c:pt>
                <c:pt idx="552">
                  <c:v>41038</c:v>
                </c:pt>
                <c:pt idx="553">
                  <c:v>41039</c:v>
                </c:pt>
                <c:pt idx="554">
                  <c:v>41040</c:v>
                </c:pt>
                <c:pt idx="555">
                  <c:v>41043</c:v>
                </c:pt>
                <c:pt idx="556">
                  <c:v>41044</c:v>
                </c:pt>
                <c:pt idx="557">
                  <c:v>41045</c:v>
                </c:pt>
                <c:pt idx="558">
                  <c:v>41046</c:v>
                </c:pt>
                <c:pt idx="559">
                  <c:v>41047</c:v>
                </c:pt>
                <c:pt idx="560">
                  <c:v>41050</c:v>
                </c:pt>
                <c:pt idx="561">
                  <c:v>41051</c:v>
                </c:pt>
                <c:pt idx="562">
                  <c:v>41052</c:v>
                </c:pt>
                <c:pt idx="563">
                  <c:v>41053</c:v>
                </c:pt>
                <c:pt idx="564">
                  <c:v>41054</c:v>
                </c:pt>
                <c:pt idx="565">
                  <c:v>41058</c:v>
                </c:pt>
                <c:pt idx="566">
                  <c:v>41059</c:v>
                </c:pt>
                <c:pt idx="567">
                  <c:v>41060</c:v>
                </c:pt>
                <c:pt idx="568">
                  <c:v>41061</c:v>
                </c:pt>
                <c:pt idx="569">
                  <c:v>41064</c:v>
                </c:pt>
                <c:pt idx="570">
                  <c:v>41065</c:v>
                </c:pt>
                <c:pt idx="571">
                  <c:v>41067</c:v>
                </c:pt>
                <c:pt idx="572">
                  <c:v>41068</c:v>
                </c:pt>
                <c:pt idx="573">
                  <c:v>41071</c:v>
                </c:pt>
                <c:pt idx="574">
                  <c:v>41072</c:v>
                </c:pt>
                <c:pt idx="575">
                  <c:v>41073</c:v>
                </c:pt>
                <c:pt idx="576">
                  <c:v>41074</c:v>
                </c:pt>
                <c:pt idx="577">
                  <c:v>41075</c:v>
                </c:pt>
                <c:pt idx="578">
                  <c:v>41078</c:v>
                </c:pt>
                <c:pt idx="579">
                  <c:v>41079</c:v>
                </c:pt>
                <c:pt idx="580">
                  <c:v>41080</c:v>
                </c:pt>
                <c:pt idx="581">
                  <c:v>41081</c:v>
                </c:pt>
                <c:pt idx="582">
                  <c:v>41082</c:v>
                </c:pt>
                <c:pt idx="583">
                  <c:v>41085</c:v>
                </c:pt>
                <c:pt idx="584">
                  <c:v>41086</c:v>
                </c:pt>
                <c:pt idx="585">
                  <c:v>41087</c:v>
                </c:pt>
                <c:pt idx="586">
                  <c:v>41088</c:v>
                </c:pt>
                <c:pt idx="587">
                  <c:v>41089</c:v>
                </c:pt>
                <c:pt idx="588">
                  <c:v>41092</c:v>
                </c:pt>
                <c:pt idx="589">
                  <c:v>41093</c:v>
                </c:pt>
                <c:pt idx="590">
                  <c:v>41094</c:v>
                </c:pt>
                <c:pt idx="591">
                  <c:v>41095</c:v>
                </c:pt>
                <c:pt idx="592">
                  <c:v>41096</c:v>
                </c:pt>
                <c:pt idx="593">
                  <c:v>41099</c:v>
                </c:pt>
                <c:pt idx="594">
                  <c:v>41100</c:v>
                </c:pt>
                <c:pt idx="595">
                  <c:v>41101</c:v>
                </c:pt>
                <c:pt idx="596">
                  <c:v>41102</c:v>
                </c:pt>
                <c:pt idx="597">
                  <c:v>41103</c:v>
                </c:pt>
                <c:pt idx="598">
                  <c:v>41106</c:v>
                </c:pt>
                <c:pt idx="599">
                  <c:v>41107</c:v>
                </c:pt>
                <c:pt idx="600">
                  <c:v>41108</c:v>
                </c:pt>
                <c:pt idx="601">
                  <c:v>41109</c:v>
                </c:pt>
                <c:pt idx="602">
                  <c:v>41110</c:v>
                </c:pt>
                <c:pt idx="603">
                  <c:v>41113</c:v>
                </c:pt>
                <c:pt idx="604">
                  <c:v>41114</c:v>
                </c:pt>
                <c:pt idx="605">
                  <c:v>41115</c:v>
                </c:pt>
                <c:pt idx="606">
                  <c:v>41116</c:v>
                </c:pt>
                <c:pt idx="607">
                  <c:v>41117</c:v>
                </c:pt>
                <c:pt idx="608">
                  <c:v>41120</c:v>
                </c:pt>
                <c:pt idx="609">
                  <c:v>41121</c:v>
                </c:pt>
                <c:pt idx="610">
                  <c:v>41122</c:v>
                </c:pt>
                <c:pt idx="611">
                  <c:v>41123</c:v>
                </c:pt>
                <c:pt idx="612">
                  <c:v>41124</c:v>
                </c:pt>
                <c:pt idx="613">
                  <c:v>41127</c:v>
                </c:pt>
                <c:pt idx="614">
                  <c:v>41128</c:v>
                </c:pt>
                <c:pt idx="615">
                  <c:v>41129</c:v>
                </c:pt>
                <c:pt idx="616">
                  <c:v>41130</c:v>
                </c:pt>
                <c:pt idx="617">
                  <c:v>41131</c:v>
                </c:pt>
                <c:pt idx="618">
                  <c:v>41134</c:v>
                </c:pt>
                <c:pt idx="619">
                  <c:v>41135</c:v>
                </c:pt>
                <c:pt idx="620">
                  <c:v>41137</c:v>
                </c:pt>
                <c:pt idx="621">
                  <c:v>41138</c:v>
                </c:pt>
                <c:pt idx="622">
                  <c:v>41141</c:v>
                </c:pt>
                <c:pt idx="623">
                  <c:v>41142</c:v>
                </c:pt>
                <c:pt idx="624">
                  <c:v>41143</c:v>
                </c:pt>
                <c:pt idx="625">
                  <c:v>41144</c:v>
                </c:pt>
                <c:pt idx="626">
                  <c:v>41145</c:v>
                </c:pt>
                <c:pt idx="627">
                  <c:v>41148</c:v>
                </c:pt>
                <c:pt idx="628">
                  <c:v>41149</c:v>
                </c:pt>
                <c:pt idx="629">
                  <c:v>41150</c:v>
                </c:pt>
                <c:pt idx="630">
                  <c:v>41151</c:v>
                </c:pt>
                <c:pt idx="631">
                  <c:v>41152</c:v>
                </c:pt>
                <c:pt idx="632">
                  <c:v>41155</c:v>
                </c:pt>
                <c:pt idx="633">
                  <c:v>41156</c:v>
                </c:pt>
                <c:pt idx="634">
                  <c:v>41157</c:v>
                </c:pt>
                <c:pt idx="635">
                  <c:v>41158</c:v>
                </c:pt>
                <c:pt idx="636">
                  <c:v>41159</c:v>
                </c:pt>
                <c:pt idx="637">
                  <c:v>41162</c:v>
                </c:pt>
                <c:pt idx="638">
                  <c:v>41163</c:v>
                </c:pt>
                <c:pt idx="639">
                  <c:v>41164</c:v>
                </c:pt>
                <c:pt idx="640">
                  <c:v>41165</c:v>
                </c:pt>
                <c:pt idx="641">
                  <c:v>41166</c:v>
                </c:pt>
                <c:pt idx="642">
                  <c:v>41169</c:v>
                </c:pt>
                <c:pt idx="643">
                  <c:v>41170</c:v>
                </c:pt>
                <c:pt idx="644">
                  <c:v>41171</c:v>
                </c:pt>
                <c:pt idx="645">
                  <c:v>41172</c:v>
                </c:pt>
                <c:pt idx="646">
                  <c:v>41173</c:v>
                </c:pt>
                <c:pt idx="647">
                  <c:v>41176</c:v>
                </c:pt>
                <c:pt idx="648">
                  <c:v>41177</c:v>
                </c:pt>
                <c:pt idx="649">
                  <c:v>41178</c:v>
                </c:pt>
                <c:pt idx="650">
                  <c:v>41179</c:v>
                </c:pt>
                <c:pt idx="651">
                  <c:v>41180</c:v>
                </c:pt>
                <c:pt idx="652">
                  <c:v>41184</c:v>
                </c:pt>
                <c:pt idx="653">
                  <c:v>41186</c:v>
                </c:pt>
                <c:pt idx="654">
                  <c:v>41187</c:v>
                </c:pt>
                <c:pt idx="655">
                  <c:v>41190</c:v>
                </c:pt>
                <c:pt idx="656">
                  <c:v>41191</c:v>
                </c:pt>
                <c:pt idx="657">
                  <c:v>41192</c:v>
                </c:pt>
                <c:pt idx="658">
                  <c:v>41193</c:v>
                </c:pt>
                <c:pt idx="659">
                  <c:v>41194</c:v>
                </c:pt>
                <c:pt idx="660">
                  <c:v>41197</c:v>
                </c:pt>
                <c:pt idx="661">
                  <c:v>41198</c:v>
                </c:pt>
                <c:pt idx="662">
                  <c:v>41199</c:v>
                </c:pt>
                <c:pt idx="663">
                  <c:v>41200</c:v>
                </c:pt>
                <c:pt idx="664">
                  <c:v>41201</c:v>
                </c:pt>
                <c:pt idx="665">
                  <c:v>41204</c:v>
                </c:pt>
                <c:pt idx="666">
                  <c:v>41205</c:v>
                </c:pt>
                <c:pt idx="667">
                  <c:v>41206</c:v>
                </c:pt>
                <c:pt idx="668">
                  <c:v>41207</c:v>
                </c:pt>
                <c:pt idx="669">
                  <c:v>41208</c:v>
                </c:pt>
                <c:pt idx="670">
                  <c:v>41211</c:v>
                </c:pt>
                <c:pt idx="671">
                  <c:v>41212</c:v>
                </c:pt>
                <c:pt idx="672">
                  <c:v>41213</c:v>
                </c:pt>
                <c:pt idx="673">
                  <c:v>41214</c:v>
                </c:pt>
                <c:pt idx="674">
                  <c:v>41215</c:v>
                </c:pt>
                <c:pt idx="675">
                  <c:v>41218</c:v>
                </c:pt>
                <c:pt idx="676">
                  <c:v>41219</c:v>
                </c:pt>
                <c:pt idx="677">
                  <c:v>41220</c:v>
                </c:pt>
                <c:pt idx="678">
                  <c:v>41221</c:v>
                </c:pt>
                <c:pt idx="679">
                  <c:v>41222</c:v>
                </c:pt>
                <c:pt idx="680">
                  <c:v>41225</c:v>
                </c:pt>
                <c:pt idx="681">
                  <c:v>41226</c:v>
                </c:pt>
                <c:pt idx="682">
                  <c:v>41227</c:v>
                </c:pt>
                <c:pt idx="683">
                  <c:v>41228</c:v>
                </c:pt>
                <c:pt idx="684">
                  <c:v>41229</c:v>
                </c:pt>
                <c:pt idx="685">
                  <c:v>41232</c:v>
                </c:pt>
                <c:pt idx="686">
                  <c:v>41233</c:v>
                </c:pt>
                <c:pt idx="687">
                  <c:v>41234</c:v>
                </c:pt>
                <c:pt idx="688">
                  <c:v>41235</c:v>
                </c:pt>
                <c:pt idx="689">
                  <c:v>41236</c:v>
                </c:pt>
                <c:pt idx="690">
                  <c:v>41239</c:v>
                </c:pt>
                <c:pt idx="691">
                  <c:v>41240</c:v>
                </c:pt>
                <c:pt idx="692">
                  <c:v>41241</c:v>
                </c:pt>
                <c:pt idx="693">
                  <c:v>41242</c:v>
                </c:pt>
                <c:pt idx="694">
                  <c:v>41243</c:v>
                </c:pt>
                <c:pt idx="695">
                  <c:v>41246</c:v>
                </c:pt>
                <c:pt idx="696">
                  <c:v>41247</c:v>
                </c:pt>
                <c:pt idx="697">
                  <c:v>41248</c:v>
                </c:pt>
                <c:pt idx="698">
                  <c:v>41249</c:v>
                </c:pt>
                <c:pt idx="699">
                  <c:v>41250</c:v>
                </c:pt>
                <c:pt idx="700">
                  <c:v>41253</c:v>
                </c:pt>
                <c:pt idx="701">
                  <c:v>41254</c:v>
                </c:pt>
                <c:pt idx="702">
                  <c:v>41255</c:v>
                </c:pt>
                <c:pt idx="703">
                  <c:v>41256</c:v>
                </c:pt>
                <c:pt idx="704">
                  <c:v>41257</c:v>
                </c:pt>
                <c:pt idx="705">
                  <c:v>41260</c:v>
                </c:pt>
                <c:pt idx="706">
                  <c:v>41261</c:v>
                </c:pt>
                <c:pt idx="707">
                  <c:v>41263</c:v>
                </c:pt>
                <c:pt idx="708">
                  <c:v>41264</c:v>
                </c:pt>
                <c:pt idx="709">
                  <c:v>41267</c:v>
                </c:pt>
                <c:pt idx="710">
                  <c:v>41269</c:v>
                </c:pt>
                <c:pt idx="711">
                  <c:v>41270</c:v>
                </c:pt>
                <c:pt idx="712">
                  <c:v>41271</c:v>
                </c:pt>
                <c:pt idx="713">
                  <c:v>41276</c:v>
                </c:pt>
                <c:pt idx="714">
                  <c:v>41277</c:v>
                </c:pt>
                <c:pt idx="715">
                  <c:v>41278</c:v>
                </c:pt>
                <c:pt idx="716">
                  <c:v>41281</c:v>
                </c:pt>
                <c:pt idx="717">
                  <c:v>41282</c:v>
                </c:pt>
                <c:pt idx="718">
                  <c:v>41283</c:v>
                </c:pt>
                <c:pt idx="719">
                  <c:v>41284</c:v>
                </c:pt>
                <c:pt idx="720">
                  <c:v>41285</c:v>
                </c:pt>
                <c:pt idx="721">
                  <c:v>41288</c:v>
                </c:pt>
                <c:pt idx="722">
                  <c:v>41289</c:v>
                </c:pt>
                <c:pt idx="723">
                  <c:v>41290</c:v>
                </c:pt>
                <c:pt idx="724">
                  <c:v>41291</c:v>
                </c:pt>
                <c:pt idx="725">
                  <c:v>41292</c:v>
                </c:pt>
                <c:pt idx="726">
                  <c:v>41295</c:v>
                </c:pt>
                <c:pt idx="727">
                  <c:v>41296</c:v>
                </c:pt>
                <c:pt idx="728">
                  <c:v>41297</c:v>
                </c:pt>
                <c:pt idx="729">
                  <c:v>41298</c:v>
                </c:pt>
                <c:pt idx="730">
                  <c:v>41299</c:v>
                </c:pt>
                <c:pt idx="731">
                  <c:v>41302</c:v>
                </c:pt>
                <c:pt idx="732">
                  <c:v>41303</c:v>
                </c:pt>
                <c:pt idx="733">
                  <c:v>41304</c:v>
                </c:pt>
                <c:pt idx="734">
                  <c:v>41305</c:v>
                </c:pt>
                <c:pt idx="735">
                  <c:v>41306</c:v>
                </c:pt>
                <c:pt idx="736">
                  <c:v>41309</c:v>
                </c:pt>
                <c:pt idx="737">
                  <c:v>41310</c:v>
                </c:pt>
                <c:pt idx="738">
                  <c:v>41311</c:v>
                </c:pt>
                <c:pt idx="739">
                  <c:v>41312</c:v>
                </c:pt>
                <c:pt idx="740">
                  <c:v>41313</c:v>
                </c:pt>
                <c:pt idx="741">
                  <c:v>41317</c:v>
                </c:pt>
                <c:pt idx="742">
                  <c:v>41318</c:v>
                </c:pt>
                <c:pt idx="743">
                  <c:v>41319</c:v>
                </c:pt>
                <c:pt idx="744">
                  <c:v>41320</c:v>
                </c:pt>
                <c:pt idx="745">
                  <c:v>41323</c:v>
                </c:pt>
                <c:pt idx="746">
                  <c:v>41324</c:v>
                </c:pt>
                <c:pt idx="747">
                  <c:v>41325</c:v>
                </c:pt>
                <c:pt idx="748">
                  <c:v>41326</c:v>
                </c:pt>
                <c:pt idx="749">
                  <c:v>41327</c:v>
                </c:pt>
                <c:pt idx="750">
                  <c:v>41330</c:v>
                </c:pt>
                <c:pt idx="751">
                  <c:v>41331</c:v>
                </c:pt>
                <c:pt idx="752">
                  <c:v>41332</c:v>
                </c:pt>
                <c:pt idx="753">
                  <c:v>41333</c:v>
                </c:pt>
                <c:pt idx="754">
                  <c:v>41337</c:v>
                </c:pt>
                <c:pt idx="755">
                  <c:v>41338</c:v>
                </c:pt>
                <c:pt idx="756">
                  <c:v>41339</c:v>
                </c:pt>
                <c:pt idx="757">
                  <c:v>41340</c:v>
                </c:pt>
                <c:pt idx="758">
                  <c:v>41341</c:v>
                </c:pt>
                <c:pt idx="759">
                  <c:v>41344</c:v>
                </c:pt>
                <c:pt idx="760">
                  <c:v>41345</c:v>
                </c:pt>
                <c:pt idx="761">
                  <c:v>41346</c:v>
                </c:pt>
                <c:pt idx="762">
                  <c:v>41347</c:v>
                </c:pt>
                <c:pt idx="763">
                  <c:v>41348</c:v>
                </c:pt>
                <c:pt idx="764">
                  <c:v>41351</c:v>
                </c:pt>
                <c:pt idx="765">
                  <c:v>41352</c:v>
                </c:pt>
                <c:pt idx="766">
                  <c:v>41353</c:v>
                </c:pt>
                <c:pt idx="767">
                  <c:v>41354</c:v>
                </c:pt>
                <c:pt idx="768">
                  <c:v>41355</c:v>
                </c:pt>
                <c:pt idx="769">
                  <c:v>41358</c:v>
                </c:pt>
                <c:pt idx="770">
                  <c:v>41359</c:v>
                </c:pt>
                <c:pt idx="771">
                  <c:v>41360</c:v>
                </c:pt>
                <c:pt idx="772">
                  <c:v>41361</c:v>
                </c:pt>
                <c:pt idx="773">
                  <c:v>41362</c:v>
                </c:pt>
                <c:pt idx="774">
                  <c:v>41365</c:v>
                </c:pt>
                <c:pt idx="775">
                  <c:v>41366</c:v>
                </c:pt>
                <c:pt idx="776">
                  <c:v>41367</c:v>
                </c:pt>
                <c:pt idx="777">
                  <c:v>41368</c:v>
                </c:pt>
                <c:pt idx="778">
                  <c:v>41369</c:v>
                </c:pt>
                <c:pt idx="779">
                  <c:v>41372</c:v>
                </c:pt>
                <c:pt idx="780">
                  <c:v>41373</c:v>
                </c:pt>
                <c:pt idx="781">
                  <c:v>41374</c:v>
                </c:pt>
                <c:pt idx="782">
                  <c:v>41375</c:v>
                </c:pt>
                <c:pt idx="783">
                  <c:v>41376</c:v>
                </c:pt>
                <c:pt idx="784">
                  <c:v>41379</c:v>
                </c:pt>
                <c:pt idx="785">
                  <c:v>41380</c:v>
                </c:pt>
                <c:pt idx="786">
                  <c:v>41381</c:v>
                </c:pt>
                <c:pt idx="787">
                  <c:v>41382</c:v>
                </c:pt>
                <c:pt idx="788">
                  <c:v>41383</c:v>
                </c:pt>
                <c:pt idx="789">
                  <c:v>41386</c:v>
                </c:pt>
                <c:pt idx="790">
                  <c:v>41387</c:v>
                </c:pt>
                <c:pt idx="791">
                  <c:v>41388</c:v>
                </c:pt>
                <c:pt idx="792">
                  <c:v>41389</c:v>
                </c:pt>
                <c:pt idx="793">
                  <c:v>41390</c:v>
                </c:pt>
                <c:pt idx="794">
                  <c:v>41393</c:v>
                </c:pt>
                <c:pt idx="795">
                  <c:v>41394</c:v>
                </c:pt>
                <c:pt idx="796">
                  <c:v>41396</c:v>
                </c:pt>
                <c:pt idx="797">
                  <c:v>41397</c:v>
                </c:pt>
                <c:pt idx="798">
                  <c:v>41400</c:v>
                </c:pt>
                <c:pt idx="799">
                  <c:v>41401</c:v>
                </c:pt>
                <c:pt idx="800">
                  <c:v>41402</c:v>
                </c:pt>
                <c:pt idx="801">
                  <c:v>41403</c:v>
                </c:pt>
                <c:pt idx="802">
                  <c:v>41404</c:v>
                </c:pt>
                <c:pt idx="803">
                  <c:v>41407</c:v>
                </c:pt>
                <c:pt idx="804">
                  <c:v>41408</c:v>
                </c:pt>
                <c:pt idx="805">
                  <c:v>41409</c:v>
                </c:pt>
                <c:pt idx="806">
                  <c:v>41410</c:v>
                </c:pt>
                <c:pt idx="807">
                  <c:v>41414</c:v>
                </c:pt>
                <c:pt idx="808">
                  <c:v>41415</c:v>
                </c:pt>
                <c:pt idx="809">
                  <c:v>41416</c:v>
                </c:pt>
                <c:pt idx="810">
                  <c:v>41417</c:v>
                </c:pt>
                <c:pt idx="811">
                  <c:v>41418</c:v>
                </c:pt>
                <c:pt idx="812">
                  <c:v>41421</c:v>
                </c:pt>
                <c:pt idx="813">
                  <c:v>41422</c:v>
                </c:pt>
                <c:pt idx="814">
                  <c:v>41423</c:v>
                </c:pt>
                <c:pt idx="815">
                  <c:v>41424</c:v>
                </c:pt>
                <c:pt idx="816">
                  <c:v>41425</c:v>
                </c:pt>
                <c:pt idx="817">
                  <c:v>41428</c:v>
                </c:pt>
                <c:pt idx="818">
                  <c:v>41429</c:v>
                </c:pt>
                <c:pt idx="819">
                  <c:v>41430</c:v>
                </c:pt>
                <c:pt idx="820">
                  <c:v>41432</c:v>
                </c:pt>
                <c:pt idx="821">
                  <c:v>41435</c:v>
                </c:pt>
                <c:pt idx="822">
                  <c:v>41436</c:v>
                </c:pt>
                <c:pt idx="823">
                  <c:v>41437</c:v>
                </c:pt>
                <c:pt idx="824">
                  <c:v>41438</c:v>
                </c:pt>
                <c:pt idx="825">
                  <c:v>41439</c:v>
                </c:pt>
                <c:pt idx="826">
                  <c:v>41442</c:v>
                </c:pt>
                <c:pt idx="827">
                  <c:v>41443</c:v>
                </c:pt>
                <c:pt idx="828">
                  <c:v>41444</c:v>
                </c:pt>
                <c:pt idx="829">
                  <c:v>41445</c:v>
                </c:pt>
                <c:pt idx="830">
                  <c:v>41446</c:v>
                </c:pt>
                <c:pt idx="831">
                  <c:v>41449</c:v>
                </c:pt>
                <c:pt idx="832">
                  <c:v>41450</c:v>
                </c:pt>
                <c:pt idx="833">
                  <c:v>41451</c:v>
                </c:pt>
                <c:pt idx="834">
                  <c:v>41452</c:v>
                </c:pt>
                <c:pt idx="835">
                  <c:v>41453</c:v>
                </c:pt>
                <c:pt idx="836">
                  <c:v>41456</c:v>
                </c:pt>
                <c:pt idx="837">
                  <c:v>41457</c:v>
                </c:pt>
                <c:pt idx="838">
                  <c:v>41458</c:v>
                </c:pt>
                <c:pt idx="839">
                  <c:v>41459</c:v>
                </c:pt>
                <c:pt idx="840">
                  <c:v>41460</c:v>
                </c:pt>
                <c:pt idx="841">
                  <c:v>41463</c:v>
                </c:pt>
                <c:pt idx="842">
                  <c:v>41464</c:v>
                </c:pt>
                <c:pt idx="843">
                  <c:v>41465</c:v>
                </c:pt>
                <c:pt idx="844">
                  <c:v>41466</c:v>
                </c:pt>
                <c:pt idx="845">
                  <c:v>41467</c:v>
                </c:pt>
                <c:pt idx="846">
                  <c:v>41470</c:v>
                </c:pt>
                <c:pt idx="847">
                  <c:v>41471</c:v>
                </c:pt>
                <c:pt idx="848">
                  <c:v>41472</c:v>
                </c:pt>
                <c:pt idx="849">
                  <c:v>41473</c:v>
                </c:pt>
                <c:pt idx="850">
                  <c:v>41474</c:v>
                </c:pt>
                <c:pt idx="851">
                  <c:v>41477</c:v>
                </c:pt>
                <c:pt idx="852">
                  <c:v>41478</c:v>
                </c:pt>
                <c:pt idx="853">
                  <c:v>41479</c:v>
                </c:pt>
                <c:pt idx="854">
                  <c:v>41480</c:v>
                </c:pt>
                <c:pt idx="855">
                  <c:v>41481</c:v>
                </c:pt>
                <c:pt idx="856">
                  <c:v>41484</c:v>
                </c:pt>
                <c:pt idx="857">
                  <c:v>41485</c:v>
                </c:pt>
                <c:pt idx="858">
                  <c:v>41486</c:v>
                </c:pt>
                <c:pt idx="859">
                  <c:v>41487</c:v>
                </c:pt>
                <c:pt idx="860">
                  <c:v>41488</c:v>
                </c:pt>
                <c:pt idx="861">
                  <c:v>41491</c:v>
                </c:pt>
                <c:pt idx="862">
                  <c:v>41492</c:v>
                </c:pt>
                <c:pt idx="863">
                  <c:v>41493</c:v>
                </c:pt>
                <c:pt idx="864">
                  <c:v>41494</c:v>
                </c:pt>
                <c:pt idx="865">
                  <c:v>41495</c:v>
                </c:pt>
                <c:pt idx="866">
                  <c:v>41498</c:v>
                </c:pt>
                <c:pt idx="867">
                  <c:v>41499</c:v>
                </c:pt>
                <c:pt idx="868">
                  <c:v>41500</c:v>
                </c:pt>
                <c:pt idx="869">
                  <c:v>41502</c:v>
                </c:pt>
                <c:pt idx="870">
                  <c:v>41505</c:v>
                </c:pt>
                <c:pt idx="871">
                  <c:v>41506</c:v>
                </c:pt>
                <c:pt idx="872">
                  <c:v>41507</c:v>
                </c:pt>
                <c:pt idx="873">
                  <c:v>41508</c:v>
                </c:pt>
                <c:pt idx="874">
                  <c:v>41509</c:v>
                </c:pt>
                <c:pt idx="875">
                  <c:v>41512</c:v>
                </c:pt>
                <c:pt idx="876">
                  <c:v>41513</c:v>
                </c:pt>
                <c:pt idx="877">
                  <c:v>41514</c:v>
                </c:pt>
                <c:pt idx="878">
                  <c:v>41515</c:v>
                </c:pt>
                <c:pt idx="879">
                  <c:v>41516</c:v>
                </c:pt>
                <c:pt idx="880">
                  <c:v>41519</c:v>
                </c:pt>
                <c:pt idx="881">
                  <c:v>41520</c:v>
                </c:pt>
                <c:pt idx="882">
                  <c:v>41521</c:v>
                </c:pt>
                <c:pt idx="883">
                  <c:v>41522</c:v>
                </c:pt>
                <c:pt idx="884">
                  <c:v>41523</c:v>
                </c:pt>
                <c:pt idx="885">
                  <c:v>41526</c:v>
                </c:pt>
                <c:pt idx="886">
                  <c:v>41527</c:v>
                </c:pt>
                <c:pt idx="887">
                  <c:v>41528</c:v>
                </c:pt>
                <c:pt idx="888">
                  <c:v>41529</c:v>
                </c:pt>
                <c:pt idx="889">
                  <c:v>41530</c:v>
                </c:pt>
                <c:pt idx="890">
                  <c:v>41533</c:v>
                </c:pt>
                <c:pt idx="891">
                  <c:v>41534</c:v>
                </c:pt>
                <c:pt idx="892">
                  <c:v>41540</c:v>
                </c:pt>
                <c:pt idx="893">
                  <c:v>41541</c:v>
                </c:pt>
                <c:pt idx="894">
                  <c:v>41542</c:v>
                </c:pt>
                <c:pt idx="895">
                  <c:v>41543</c:v>
                </c:pt>
                <c:pt idx="896">
                  <c:v>41544</c:v>
                </c:pt>
                <c:pt idx="897">
                  <c:v>41547</c:v>
                </c:pt>
                <c:pt idx="898">
                  <c:v>41548</c:v>
                </c:pt>
                <c:pt idx="899">
                  <c:v>41549</c:v>
                </c:pt>
                <c:pt idx="900">
                  <c:v>41551</c:v>
                </c:pt>
                <c:pt idx="901">
                  <c:v>41554</c:v>
                </c:pt>
                <c:pt idx="902">
                  <c:v>41555</c:v>
                </c:pt>
                <c:pt idx="903">
                  <c:v>41557</c:v>
                </c:pt>
                <c:pt idx="904">
                  <c:v>41558</c:v>
                </c:pt>
                <c:pt idx="905">
                  <c:v>41561</c:v>
                </c:pt>
                <c:pt idx="906">
                  <c:v>41562</c:v>
                </c:pt>
                <c:pt idx="907">
                  <c:v>41563</c:v>
                </c:pt>
                <c:pt idx="908">
                  <c:v>41564</c:v>
                </c:pt>
                <c:pt idx="909">
                  <c:v>41565</c:v>
                </c:pt>
                <c:pt idx="910">
                  <c:v>41568</c:v>
                </c:pt>
                <c:pt idx="911">
                  <c:v>41569</c:v>
                </c:pt>
                <c:pt idx="912">
                  <c:v>41570</c:v>
                </c:pt>
                <c:pt idx="913">
                  <c:v>41571</c:v>
                </c:pt>
                <c:pt idx="914">
                  <c:v>41572</c:v>
                </c:pt>
                <c:pt idx="915">
                  <c:v>41575</c:v>
                </c:pt>
                <c:pt idx="916">
                  <c:v>41576</c:v>
                </c:pt>
                <c:pt idx="917">
                  <c:v>41577</c:v>
                </c:pt>
                <c:pt idx="918">
                  <c:v>41578</c:v>
                </c:pt>
                <c:pt idx="919">
                  <c:v>41579</c:v>
                </c:pt>
                <c:pt idx="920">
                  <c:v>41582</c:v>
                </c:pt>
                <c:pt idx="921">
                  <c:v>41583</c:v>
                </c:pt>
                <c:pt idx="922">
                  <c:v>41584</c:v>
                </c:pt>
                <c:pt idx="923">
                  <c:v>41585</c:v>
                </c:pt>
                <c:pt idx="924">
                  <c:v>41586</c:v>
                </c:pt>
                <c:pt idx="925">
                  <c:v>41589</c:v>
                </c:pt>
                <c:pt idx="926">
                  <c:v>41590</c:v>
                </c:pt>
                <c:pt idx="927">
                  <c:v>41591</c:v>
                </c:pt>
                <c:pt idx="928">
                  <c:v>41592</c:v>
                </c:pt>
                <c:pt idx="929">
                  <c:v>41593</c:v>
                </c:pt>
                <c:pt idx="930">
                  <c:v>41596</c:v>
                </c:pt>
                <c:pt idx="931">
                  <c:v>41597</c:v>
                </c:pt>
                <c:pt idx="932">
                  <c:v>41598</c:v>
                </c:pt>
                <c:pt idx="933">
                  <c:v>41599</c:v>
                </c:pt>
                <c:pt idx="934">
                  <c:v>41600</c:v>
                </c:pt>
                <c:pt idx="935">
                  <c:v>41603</c:v>
                </c:pt>
                <c:pt idx="936">
                  <c:v>41604</c:v>
                </c:pt>
                <c:pt idx="937">
                  <c:v>41605</c:v>
                </c:pt>
                <c:pt idx="938">
                  <c:v>41606</c:v>
                </c:pt>
                <c:pt idx="939">
                  <c:v>41607</c:v>
                </c:pt>
                <c:pt idx="940">
                  <c:v>41610</c:v>
                </c:pt>
                <c:pt idx="941">
                  <c:v>41611</c:v>
                </c:pt>
                <c:pt idx="942">
                  <c:v>41612</c:v>
                </c:pt>
                <c:pt idx="943">
                  <c:v>41613</c:v>
                </c:pt>
                <c:pt idx="944">
                  <c:v>41614</c:v>
                </c:pt>
                <c:pt idx="945">
                  <c:v>41617</c:v>
                </c:pt>
                <c:pt idx="946">
                  <c:v>41618</c:v>
                </c:pt>
                <c:pt idx="947">
                  <c:v>41619</c:v>
                </c:pt>
                <c:pt idx="948">
                  <c:v>41620</c:v>
                </c:pt>
                <c:pt idx="949">
                  <c:v>41621</c:v>
                </c:pt>
                <c:pt idx="950">
                  <c:v>41624</c:v>
                </c:pt>
                <c:pt idx="951">
                  <c:v>41625</c:v>
                </c:pt>
                <c:pt idx="952">
                  <c:v>41626</c:v>
                </c:pt>
                <c:pt idx="953">
                  <c:v>41627</c:v>
                </c:pt>
                <c:pt idx="954">
                  <c:v>41628</c:v>
                </c:pt>
                <c:pt idx="955">
                  <c:v>41631</c:v>
                </c:pt>
                <c:pt idx="956">
                  <c:v>41632</c:v>
                </c:pt>
                <c:pt idx="957">
                  <c:v>41634</c:v>
                </c:pt>
                <c:pt idx="958">
                  <c:v>41635</c:v>
                </c:pt>
                <c:pt idx="959">
                  <c:v>41638</c:v>
                </c:pt>
                <c:pt idx="960">
                  <c:v>41641</c:v>
                </c:pt>
                <c:pt idx="961">
                  <c:v>41642</c:v>
                </c:pt>
                <c:pt idx="962">
                  <c:v>41645</c:v>
                </c:pt>
                <c:pt idx="963">
                  <c:v>41646</c:v>
                </c:pt>
                <c:pt idx="964">
                  <c:v>41647</c:v>
                </c:pt>
                <c:pt idx="965">
                  <c:v>41648</c:v>
                </c:pt>
                <c:pt idx="966">
                  <c:v>41649</c:v>
                </c:pt>
                <c:pt idx="967">
                  <c:v>41652</c:v>
                </c:pt>
                <c:pt idx="968">
                  <c:v>41653</c:v>
                </c:pt>
                <c:pt idx="969">
                  <c:v>41654</c:v>
                </c:pt>
                <c:pt idx="970">
                  <c:v>41655</c:v>
                </c:pt>
                <c:pt idx="971">
                  <c:v>41656</c:v>
                </c:pt>
                <c:pt idx="972">
                  <c:v>41659</c:v>
                </c:pt>
                <c:pt idx="973">
                  <c:v>41660</c:v>
                </c:pt>
                <c:pt idx="974">
                  <c:v>41661</c:v>
                </c:pt>
                <c:pt idx="975">
                  <c:v>41662</c:v>
                </c:pt>
                <c:pt idx="976">
                  <c:v>41663</c:v>
                </c:pt>
                <c:pt idx="977">
                  <c:v>41666</c:v>
                </c:pt>
                <c:pt idx="978">
                  <c:v>41667</c:v>
                </c:pt>
                <c:pt idx="979">
                  <c:v>41668</c:v>
                </c:pt>
                <c:pt idx="980">
                  <c:v>41673</c:v>
                </c:pt>
                <c:pt idx="981">
                  <c:v>41674</c:v>
                </c:pt>
                <c:pt idx="982">
                  <c:v>41675</c:v>
                </c:pt>
                <c:pt idx="983">
                  <c:v>41676</c:v>
                </c:pt>
                <c:pt idx="984">
                  <c:v>41677</c:v>
                </c:pt>
                <c:pt idx="985">
                  <c:v>41680</c:v>
                </c:pt>
                <c:pt idx="986">
                  <c:v>41681</c:v>
                </c:pt>
                <c:pt idx="987">
                  <c:v>41682</c:v>
                </c:pt>
                <c:pt idx="988">
                  <c:v>41683</c:v>
                </c:pt>
                <c:pt idx="989">
                  <c:v>41684</c:v>
                </c:pt>
                <c:pt idx="990">
                  <c:v>41687</c:v>
                </c:pt>
                <c:pt idx="991">
                  <c:v>41688</c:v>
                </c:pt>
                <c:pt idx="992">
                  <c:v>41689</c:v>
                </c:pt>
                <c:pt idx="993">
                  <c:v>41690</c:v>
                </c:pt>
                <c:pt idx="994">
                  <c:v>41691</c:v>
                </c:pt>
                <c:pt idx="995">
                  <c:v>41694</c:v>
                </c:pt>
                <c:pt idx="996">
                  <c:v>41695</c:v>
                </c:pt>
                <c:pt idx="997">
                  <c:v>41696</c:v>
                </c:pt>
                <c:pt idx="998">
                  <c:v>41697</c:v>
                </c:pt>
                <c:pt idx="999">
                  <c:v>41698</c:v>
                </c:pt>
                <c:pt idx="1000">
                  <c:v>41701</c:v>
                </c:pt>
                <c:pt idx="1001">
                  <c:v>41702</c:v>
                </c:pt>
                <c:pt idx="1002">
                  <c:v>41703</c:v>
                </c:pt>
                <c:pt idx="1003">
                  <c:v>41704</c:v>
                </c:pt>
                <c:pt idx="1004">
                  <c:v>41705</c:v>
                </c:pt>
                <c:pt idx="1005">
                  <c:v>41708</c:v>
                </c:pt>
                <c:pt idx="1006">
                  <c:v>41709</c:v>
                </c:pt>
                <c:pt idx="1007">
                  <c:v>41710</c:v>
                </c:pt>
                <c:pt idx="1008">
                  <c:v>41711</c:v>
                </c:pt>
                <c:pt idx="1009">
                  <c:v>41712</c:v>
                </c:pt>
                <c:pt idx="1010">
                  <c:v>41715</c:v>
                </c:pt>
                <c:pt idx="1011">
                  <c:v>41716</c:v>
                </c:pt>
                <c:pt idx="1012">
                  <c:v>41717</c:v>
                </c:pt>
                <c:pt idx="1013">
                  <c:v>41718</c:v>
                </c:pt>
                <c:pt idx="1014">
                  <c:v>41719</c:v>
                </c:pt>
                <c:pt idx="1015">
                  <c:v>41722</c:v>
                </c:pt>
                <c:pt idx="1016">
                  <c:v>41723</c:v>
                </c:pt>
                <c:pt idx="1017">
                  <c:v>41724</c:v>
                </c:pt>
                <c:pt idx="1018">
                  <c:v>41725</c:v>
                </c:pt>
                <c:pt idx="1019">
                  <c:v>41726</c:v>
                </c:pt>
                <c:pt idx="1020">
                  <c:v>41729</c:v>
                </c:pt>
                <c:pt idx="1021">
                  <c:v>41730</c:v>
                </c:pt>
                <c:pt idx="1022">
                  <c:v>41731</c:v>
                </c:pt>
                <c:pt idx="1023">
                  <c:v>41732</c:v>
                </c:pt>
                <c:pt idx="1024">
                  <c:v>41733</c:v>
                </c:pt>
                <c:pt idx="1025">
                  <c:v>41736</c:v>
                </c:pt>
                <c:pt idx="1026">
                  <c:v>41737</c:v>
                </c:pt>
                <c:pt idx="1027">
                  <c:v>41738</c:v>
                </c:pt>
                <c:pt idx="1028">
                  <c:v>41739</c:v>
                </c:pt>
                <c:pt idx="1029">
                  <c:v>41740</c:v>
                </c:pt>
                <c:pt idx="1030">
                  <c:v>41743</c:v>
                </c:pt>
                <c:pt idx="1031">
                  <c:v>41744</c:v>
                </c:pt>
                <c:pt idx="1032">
                  <c:v>41745</c:v>
                </c:pt>
                <c:pt idx="1033">
                  <c:v>41746</c:v>
                </c:pt>
                <c:pt idx="1034">
                  <c:v>41747</c:v>
                </c:pt>
                <c:pt idx="1035">
                  <c:v>41750</c:v>
                </c:pt>
                <c:pt idx="1036">
                  <c:v>41751</c:v>
                </c:pt>
                <c:pt idx="1037">
                  <c:v>41752</c:v>
                </c:pt>
                <c:pt idx="1038">
                  <c:v>41753</c:v>
                </c:pt>
                <c:pt idx="1039">
                  <c:v>41754</c:v>
                </c:pt>
                <c:pt idx="1040">
                  <c:v>41757</c:v>
                </c:pt>
                <c:pt idx="1041">
                  <c:v>41758</c:v>
                </c:pt>
                <c:pt idx="1042">
                  <c:v>41759</c:v>
                </c:pt>
                <c:pt idx="1043">
                  <c:v>41761</c:v>
                </c:pt>
                <c:pt idx="1044">
                  <c:v>41766</c:v>
                </c:pt>
                <c:pt idx="1045">
                  <c:v>41767</c:v>
                </c:pt>
                <c:pt idx="1046">
                  <c:v>41768</c:v>
                </c:pt>
                <c:pt idx="1047">
                  <c:v>41771</c:v>
                </c:pt>
                <c:pt idx="1048">
                  <c:v>41772</c:v>
                </c:pt>
                <c:pt idx="1049">
                  <c:v>41773</c:v>
                </c:pt>
                <c:pt idx="1050">
                  <c:v>41774</c:v>
                </c:pt>
                <c:pt idx="1051">
                  <c:v>41775</c:v>
                </c:pt>
                <c:pt idx="1052">
                  <c:v>41778</c:v>
                </c:pt>
                <c:pt idx="1053">
                  <c:v>41779</c:v>
                </c:pt>
                <c:pt idx="1054">
                  <c:v>41780</c:v>
                </c:pt>
                <c:pt idx="1055">
                  <c:v>41781</c:v>
                </c:pt>
                <c:pt idx="1056">
                  <c:v>41782</c:v>
                </c:pt>
                <c:pt idx="1057">
                  <c:v>41785</c:v>
                </c:pt>
                <c:pt idx="1058">
                  <c:v>41786</c:v>
                </c:pt>
                <c:pt idx="1059">
                  <c:v>41787</c:v>
                </c:pt>
                <c:pt idx="1060">
                  <c:v>41788</c:v>
                </c:pt>
                <c:pt idx="1061">
                  <c:v>41789</c:v>
                </c:pt>
                <c:pt idx="1062">
                  <c:v>41792</c:v>
                </c:pt>
                <c:pt idx="1063">
                  <c:v>41793</c:v>
                </c:pt>
                <c:pt idx="1064">
                  <c:v>41795</c:v>
                </c:pt>
                <c:pt idx="1065">
                  <c:v>41799</c:v>
                </c:pt>
                <c:pt idx="1066">
                  <c:v>41800</c:v>
                </c:pt>
                <c:pt idx="1067">
                  <c:v>41801</c:v>
                </c:pt>
                <c:pt idx="1068">
                  <c:v>41802</c:v>
                </c:pt>
                <c:pt idx="1069">
                  <c:v>41803</c:v>
                </c:pt>
                <c:pt idx="1070">
                  <c:v>41806</c:v>
                </c:pt>
                <c:pt idx="1071">
                  <c:v>41807</c:v>
                </c:pt>
                <c:pt idx="1072">
                  <c:v>41808</c:v>
                </c:pt>
                <c:pt idx="1073">
                  <c:v>41809</c:v>
                </c:pt>
                <c:pt idx="1074">
                  <c:v>41810</c:v>
                </c:pt>
                <c:pt idx="1075">
                  <c:v>41813</c:v>
                </c:pt>
                <c:pt idx="1076">
                  <c:v>41814</c:v>
                </c:pt>
                <c:pt idx="1077">
                  <c:v>41815</c:v>
                </c:pt>
                <c:pt idx="1078">
                  <c:v>41816</c:v>
                </c:pt>
                <c:pt idx="1079">
                  <c:v>41817</c:v>
                </c:pt>
                <c:pt idx="1080">
                  <c:v>41820</c:v>
                </c:pt>
                <c:pt idx="1081">
                  <c:v>41821</c:v>
                </c:pt>
                <c:pt idx="1082">
                  <c:v>41822</c:v>
                </c:pt>
                <c:pt idx="1083">
                  <c:v>41823</c:v>
                </c:pt>
                <c:pt idx="1084">
                  <c:v>41824</c:v>
                </c:pt>
                <c:pt idx="1085">
                  <c:v>41827</c:v>
                </c:pt>
                <c:pt idx="1086">
                  <c:v>41828</c:v>
                </c:pt>
                <c:pt idx="1087">
                  <c:v>41829</c:v>
                </c:pt>
                <c:pt idx="1088">
                  <c:v>41830</c:v>
                </c:pt>
                <c:pt idx="1089">
                  <c:v>41831</c:v>
                </c:pt>
                <c:pt idx="1090">
                  <c:v>41834</c:v>
                </c:pt>
                <c:pt idx="1091">
                  <c:v>41835</c:v>
                </c:pt>
                <c:pt idx="1092">
                  <c:v>41836</c:v>
                </c:pt>
                <c:pt idx="1093">
                  <c:v>41837</c:v>
                </c:pt>
                <c:pt idx="1094">
                  <c:v>41838</c:v>
                </c:pt>
                <c:pt idx="1095">
                  <c:v>41841</c:v>
                </c:pt>
                <c:pt idx="1096">
                  <c:v>41842</c:v>
                </c:pt>
                <c:pt idx="1097">
                  <c:v>41843</c:v>
                </c:pt>
                <c:pt idx="1098">
                  <c:v>41844</c:v>
                </c:pt>
                <c:pt idx="1099">
                  <c:v>41845</c:v>
                </c:pt>
                <c:pt idx="1100">
                  <c:v>41848</c:v>
                </c:pt>
                <c:pt idx="1101">
                  <c:v>41849</c:v>
                </c:pt>
                <c:pt idx="1102">
                  <c:v>41850</c:v>
                </c:pt>
                <c:pt idx="1103">
                  <c:v>41851</c:v>
                </c:pt>
                <c:pt idx="1104">
                  <c:v>41852</c:v>
                </c:pt>
                <c:pt idx="1105">
                  <c:v>41855</c:v>
                </c:pt>
                <c:pt idx="1106">
                  <c:v>41856</c:v>
                </c:pt>
                <c:pt idx="1107">
                  <c:v>41857</c:v>
                </c:pt>
                <c:pt idx="1108">
                  <c:v>41858</c:v>
                </c:pt>
                <c:pt idx="1109">
                  <c:v>41859</c:v>
                </c:pt>
                <c:pt idx="1110">
                  <c:v>41862</c:v>
                </c:pt>
                <c:pt idx="1111">
                  <c:v>41863</c:v>
                </c:pt>
                <c:pt idx="1112">
                  <c:v>41864</c:v>
                </c:pt>
                <c:pt idx="1113">
                  <c:v>41865</c:v>
                </c:pt>
                <c:pt idx="1114">
                  <c:v>41869</c:v>
                </c:pt>
                <c:pt idx="1115">
                  <c:v>41870</c:v>
                </c:pt>
                <c:pt idx="1116">
                  <c:v>41871</c:v>
                </c:pt>
                <c:pt idx="1117">
                  <c:v>41872</c:v>
                </c:pt>
                <c:pt idx="1118">
                  <c:v>41873</c:v>
                </c:pt>
                <c:pt idx="1119">
                  <c:v>41876</c:v>
                </c:pt>
                <c:pt idx="1120">
                  <c:v>41877</c:v>
                </c:pt>
                <c:pt idx="1121">
                  <c:v>41878</c:v>
                </c:pt>
                <c:pt idx="1122">
                  <c:v>41879</c:v>
                </c:pt>
                <c:pt idx="1123">
                  <c:v>41880</c:v>
                </c:pt>
                <c:pt idx="1124">
                  <c:v>41883</c:v>
                </c:pt>
                <c:pt idx="1125">
                  <c:v>41884</c:v>
                </c:pt>
                <c:pt idx="1126">
                  <c:v>41885</c:v>
                </c:pt>
                <c:pt idx="1127">
                  <c:v>41886</c:v>
                </c:pt>
                <c:pt idx="1128">
                  <c:v>41887</c:v>
                </c:pt>
                <c:pt idx="1129">
                  <c:v>41893</c:v>
                </c:pt>
                <c:pt idx="1130">
                  <c:v>41894</c:v>
                </c:pt>
                <c:pt idx="1131">
                  <c:v>41897</c:v>
                </c:pt>
                <c:pt idx="1132">
                  <c:v>41898</c:v>
                </c:pt>
                <c:pt idx="1133">
                  <c:v>41899</c:v>
                </c:pt>
                <c:pt idx="1134">
                  <c:v>41900</c:v>
                </c:pt>
                <c:pt idx="1135">
                  <c:v>41901</c:v>
                </c:pt>
                <c:pt idx="1136">
                  <c:v>41904</c:v>
                </c:pt>
                <c:pt idx="1137">
                  <c:v>41905</c:v>
                </c:pt>
                <c:pt idx="1138">
                  <c:v>41906</c:v>
                </c:pt>
                <c:pt idx="1139">
                  <c:v>41907</c:v>
                </c:pt>
                <c:pt idx="1140">
                  <c:v>41908</c:v>
                </c:pt>
                <c:pt idx="1141">
                  <c:v>41911</c:v>
                </c:pt>
                <c:pt idx="1142">
                  <c:v>41912</c:v>
                </c:pt>
                <c:pt idx="1143">
                  <c:v>41913</c:v>
                </c:pt>
                <c:pt idx="1144">
                  <c:v>41914</c:v>
                </c:pt>
                <c:pt idx="1145">
                  <c:v>41918</c:v>
                </c:pt>
                <c:pt idx="1146">
                  <c:v>41919</c:v>
                </c:pt>
                <c:pt idx="1147">
                  <c:v>41920</c:v>
                </c:pt>
                <c:pt idx="1148">
                  <c:v>41922</c:v>
                </c:pt>
                <c:pt idx="1149">
                  <c:v>41925</c:v>
                </c:pt>
                <c:pt idx="1150">
                  <c:v>41926</c:v>
                </c:pt>
                <c:pt idx="1151">
                  <c:v>41927</c:v>
                </c:pt>
                <c:pt idx="1152">
                  <c:v>41928</c:v>
                </c:pt>
                <c:pt idx="1153">
                  <c:v>41929</c:v>
                </c:pt>
                <c:pt idx="1154">
                  <c:v>41932</c:v>
                </c:pt>
                <c:pt idx="1155">
                  <c:v>41933</c:v>
                </c:pt>
                <c:pt idx="1156">
                  <c:v>41934</c:v>
                </c:pt>
                <c:pt idx="1157">
                  <c:v>41935</c:v>
                </c:pt>
                <c:pt idx="1158">
                  <c:v>41936</c:v>
                </c:pt>
                <c:pt idx="1159">
                  <c:v>41939</c:v>
                </c:pt>
                <c:pt idx="1160">
                  <c:v>41940</c:v>
                </c:pt>
                <c:pt idx="1161">
                  <c:v>41941</c:v>
                </c:pt>
                <c:pt idx="1162">
                  <c:v>41942</c:v>
                </c:pt>
                <c:pt idx="1163">
                  <c:v>41943</c:v>
                </c:pt>
                <c:pt idx="1164">
                  <c:v>41946</c:v>
                </c:pt>
                <c:pt idx="1165">
                  <c:v>41947</c:v>
                </c:pt>
                <c:pt idx="1166">
                  <c:v>41948</c:v>
                </c:pt>
                <c:pt idx="1167">
                  <c:v>41949</c:v>
                </c:pt>
                <c:pt idx="1168">
                  <c:v>41950</c:v>
                </c:pt>
                <c:pt idx="1169">
                  <c:v>41953</c:v>
                </c:pt>
                <c:pt idx="1170">
                  <c:v>41954</c:v>
                </c:pt>
                <c:pt idx="1171">
                  <c:v>41955</c:v>
                </c:pt>
                <c:pt idx="1172">
                  <c:v>41956</c:v>
                </c:pt>
                <c:pt idx="1173">
                  <c:v>41957</c:v>
                </c:pt>
                <c:pt idx="1174">
                  <c:v>41960</c:v>
                </c:pt>
                <c:pt idx="1175">
                  <c:v>41961</c:v>
                </c:pt>
                <c:pt idx="1176">
                  <c:v>41962</c:v>
                </c:pt>
                <c:pt idx="1177">
                  <c:v>41963</c:v>
                </c:pt>
                <c:pt idx="1178">
                  <c:v>41964</c:v>
                </c:pt>
                <c:pt idx="1179">
                  <c:v>41967</c:v>
                </c:pt>
                <c:pt idx="1180">
                  <c:v>41968</c:v>
                </c:pt>
                <c:pt idx="1181">
                  <c:v>41969</c:v>
                </c:pt>
                <c:pt idx="1182">
                  <c:v>41970</c:v>
                </c:pt>
                <c:pt idx="1183">
                  <c:v>41971</c:v>
                </c:pt>
                <c:pt idx="1184">
                  <c:v>41974</c:v>
                </c:pt>
                <c:pt idx="1185">
                  <c:v>41975</c:v>
                </c:pt>
                <c:pt idx="1186">
                  <c:v>41976</c:v>
                </c:pt>
                <c:pt idx="1187">
                  <c:v>41977</c:v>
                </c:pt>
                <c:pt idx="1188">
                  <c:v>41978</c:v>
                </c:pt>
                <c:pt idx="1189">
                  <c:v>41981</c:v>
                </c:pt>
                <c:pt idx="1190">
                  <c:v>41982</c:v>
                </c:pt>
                <c:pt idx="1191">
                  <c:v>41983</c:v>
                </c:pt>
                <c:pt idx="1192">
                  <c:v>41984</c:v>
                </c:pt>
                <c:pt idx="1193">
                  <c:v>41985</c:v>
                </c:pt>
                <c:pt idx="1194">
                  <c:v>41988</c:v>
                </c:pt>
                <c:pt idx="1195">
                  <c:v>41989</c:v>
                </c:pt>
                <c:pt idx="1196">
                  <c:v>41990</c:v>
                </c:pt>
                <c:pt idx="1197">
                  <c:v>41991</c:v>
                </c:pt>
                <c:pt idx="1198">
                  <c:v>41992</c:v>
                </c:pt>
                <c:pt idx="1199">
                  <c:v>41995</c:v>
                </c:pt>
                <c:pt idx="1200">
                  <c:v>41996</c:v>
                </c:pt>
                <c:pt idx="1201">
                  <c:v>41997</c:v>
                </c:pt>
                <c:pt idx="1202">
                  <c:v>41999</c:v>
                </c:pt>
                <c:pt idx="1203">
                  <c:v>42002</c:v>
                </c:pt>
                <c:pt idx="1204">
                  <c:v>42003</c:v>
                </c:pt>
                <c:pt idx="1205">
                  <c:v>42006</c:v>
                </c:pt>
                <c:pt idx="1206">
                  <c:v>42009</c:v>
                </c:pt>
                <c:pt idx="1207">
                  <c:v>42010</c:v>
                </c:pt>
                <c:pt idx="1208">
                  <c:v>42011</c:v>
                </c:pt>
                <c:pt idx="1209">
                  <c:v>42012</c:v>
                </c:pt>
                <c:pt idx="1210">
                  <c:v>42013</c:v>
                </c:pt>
                <c:pt idx="1211">
                  <c:v>42016</c:v>
                </c:pt>
                <c:pt idx="1212">
                  <c:v>42017</c:v>
                </c:pt>
                <c:pt idx="1213">
                  <c:v>42018</c:v>
                </c:pt>
                <c:pt idx="1214">
                  <c:v>42019</c:v>
                </c:pt>
                <c:pt idx="1215">
                  <c:v>42020</c:v>
                </c:pt>
                <c:pt idx="1216">
                  <c:v>42023</c:v>
                </c:pt>
                <c:pt idx="1217">
                  <c:v>42024</c:v>
                </c:pt>
                <c:pt idx="1218">
                  <c:v>42025</c:v>
                </c:pt>
                <c:pt idx="1219">
                  <c:v>42026</c:v>
                </c:pt>
                <c:pt idx="1220">
                  <c:v>42027</c:v>
                </c:pt>
                <c:pt idx="1221">
                  <c:v>42030</c:v>
                </c:pt>
                <c:pt idx="1222">
                  <c:v>42031</c:v>
                </c:pt>
                <c:pt idx="1223">
                  <c:v>42032</c:v>
                </c:pt>
                <c:pt idx="1224">
                  <c:v>42033</c:v>
                </c:pt>
                <c:pt idx="1225">
                  <c:v>42034</c:v>
                </c:pt>
                <c:pt idx="1226">
                  <c:v>42037</c:v>
                </c:pt>
                <c:pt idx="1227">
                  <c:v>42038</c:v>
                </c:pt>
                <c:pt idx="1228">
                  <c:v>42039</c:v>
                </c:pt>
                <c:pt idx="1229">
                  <c:v>42040</c:v>
                </c:pt>
                <c:pt idx="1230">
                  <c:v>42041</c:v>
                </c:pt>
                <c:pt idx="1231">
                  <c:v>42044</c:v>
                </c:pt>
                <c:pt idx="1232">
                  <c:v>42045</c:v>
                </c:pt>
                <c:pt idx="1233">
                  <c:v>42046</c:v>
                </c:pt>
                <c:pt idx="1234">
                  <c:v>42047</c:v>
                </c:pt>
                <c:pt idx="1235">
                  <c:v>42048</c:v>
                </c:pt>
                <c:pt idx="1236">
                  <c:v>42051</c:v>
                </c:pt>
                <c:pt idx="1237">
                  <c:v>42052</c:v>
                </c:pt>
                <c:pt idx="1238">
                  <c:v>42058</c:v>
                </c:pt>
                <c:pt idx="1239">
                  <c:v>42059</c:v>
                </c:pt>
                <c:pt idx="1240">
                  <c:v>42060</c:v>
                </c:pt>
                <c:pt idx="1241">
                  <c:v>42061</c:v>
                </c:pt>
                <c:pt idx="1242">
                  <c:v>42062</c:v>
                </c:pt>
                <c:pt idx="1243">
                  <c:v>42065</c:v>
                </c:pt>
                <c:pt idx="1244">
                  <c:v>42066</c:v>
                </c:pt>
                <c:pt idx="1245">
                  <c:v>42067</c:v>
                </c:pt>
                <c:pt idx="1246">
                  <c:v>42068</c:v>
                </c:pt>
                <c:pt idx="1247">
                  <c:v>42069</c:v>
                </c:pt>
                <c:pt idx="1248">
                  <c:v>42072</c:v>
                </c:pt>
                <c:pt idx="1249">
                  <c:v>42073</c:v>
                </c:pt>
                <c:pt idx="1250">
                  <c:v>42074</c:v>
                </c:pt>
                <c:pt idx="1251">
                  <c:v>42075</c:v>
                </c:pt>
                <c:pt idx="1252">
                  <c:v>42076</c:v>
                </c:pt>
                <c:pt idx="1253">
                  <c:v>42079</c:v>
                </c:pt>
                <c:pt idx="1254">
                  <c:v>42080</c:v>
                </c:pt>
                <c:pt idx="1255">
                  <c:v>42081</c:v>
                </c:pt>
                <c:pt idx="1256">
                  <c:v>42082</c:v>
                </c:pt>
                <c:pt idx="1257">
                  <c:v>42083</c:v>
                </c:pt>
                <c:pt idx="1258">
                  <c:v>42086</c:v>
                </c:pt>
                <c:pt idx="1259">
                  <c:v>42087</c:v>
                </c:pt>
                <c:pt idx="1260">
                  <c:v>42088</c:v>
                </c:pt>
                <c:pt idx="1261">
                  <c:v>42089</c:v>
                </c:pt>
                <c:pt idx="1262">
                  <c:v>42090</c:v>
                </c:pt>
                <c:pt idx="1263">
                  <c:v>42093</c:v>
                </c:pt>
                <c:pt idx="1264">
                  <c:v>42094</c:v>
                </c:pt>
                <c:pt idx="1265">
                  <c:v>42095</c:v>
                </c:pt>
                <c:pt idx="1266">
                  <c:v>42096</c:v>
                </c:pt>
                <c:pt idx="1267">
                  <c:v>42097</c:v>
                </c:pt>
                <c:pt idx="1268">
                  <c:v>42100</c:v>
                </c:pt>
                <c:pt idx="1269">
                  <c:v>42101</c:v>
                </c:pt>
                <c:pt idx="1270">
                  <c:v>42102</c:v>
                </c:pt>
                <c:pt idx="1271">
                  <c:v>42103</c:v>
                </c:pt>
                <c:pt idx="1272">
                  <c:v>42104</c:v>
                </c:pt>
                <c:pt idx="1273">
                  <c:v>42107</c:v>
                </c:pt>
                <c:pt idx="1274">
                  <c:v>42108</c:v>
                </c:pt>
                <c:pt idx="1275">
                  <c:v>42109</c:v>
                </c:pt>
                <c:pt idx="1276">
                  <c:v>42110</c:v>
                </c:pt>
                <c:pt idx="1277">
                  <c:v>42111</c:v>
                </c:pt>
                <c:pt idx="1278">
                  <c:v>42114</c:v>
                </c:pt>
                <c:pt idx="1279">
                  <c:v>42115</c:v>
                </c:pt>
                <c:pt idx="1280">
                  <c:v>42116</c:v>
                </c:pt>
                <c:pt idx="1281">
                  <c:v>42117</c:v>
                </c:pt>
                <c:pt idx="1282">
                  <c:v>42118</c:v>
                </c:pt>
                <c:pt idx="1283">
                  <c:v>42121</c:v>
                </c:pt>
                <c:pt idx="1284">
                  <c:v>42122</c:v>
                </c:pt>
                <c:pt idx="1285">
                  <c:v>42123</c:v>
                </c:pt>
                <c:pt idx="1286">
                  <c:v>42124</c:v>
                </c:pt>
                <c:pt idx="1287">
                  <c:v>42128</c:v>
                </c:pt>
                <c:pt idx="1288">
                  <c:v>42130</c:v>
                </c:pt>
                <c:pt idx="1289">
                  <c:v>42131</c:v>
                </c:pt>
                <c:pt idx="1290">
                  <c:v>42132</c:v>
                </c:pt>
                <c:pt idx="1291">
                  <c:v>42135</c:v>
                </c:pt>
                <c:pt idx="1292">
                  <c:v>42136</c:v>
                </c:pt>
                <c:pt idx="1293">
                  <c:v>42137</c:v>
                </c:pt>
                <c:pt idx="1294">
                  <c:v>42138</c:v>
                </c:pt>
                <c:pt idx="1295">
                  <c:v>42139</c:v>
                </c:pt>
                <c:pt idx="1296">
                  <c:v>42142</c:v>
                </c:pt>
                <c:pt idx="1297">
                  <c:v>42143</c:v>
                </c:pt>
                <c:pt idx="1298">
                  <c:v>42144</c:v>
                </c:pt>
                <c:pt idx="1299">
                  <c:v>42145</c:v>
                </c:pt>
                <c:pt idx="1300">
                  <c:v>42146</c:v>
                </c:pt>
                <c:pt idx="1301">
                  <c:v>42150</c:v>
                </c:pt>
                <c:pt idx="1302">
                  <c:v>42151</c:v>
                </c:pt>
                <c:pt idx="1303">
                  <c:v>42152</c:v>
                </c:pt>
                <c:pt idx="1304">
                  <c:v>42153</c:v>
                </c:pt>
                <c:pt idx="1305">
                  <c:v>42156</c:v>
                </c:pt>
                <c:pt idx="1306">
                  <c:v>42157</c:v>
                </c:pt>
                <c:pt idx="1307">
                  <c:v>42158</c:v>
                </c:pt>
                <c:pt idx="1308">
                  <c:v>42159</c:v>
                </c:pt>
                <c:pt idx="1309">
                  <c:v>42160</c:v>
                </c:pt>
                <c:pt idx="1310">
                  <c:v>42163</c:v>
                </c:pt>
                <c:pt idx="1311">
                  <c:v>42164</c:v>
                </c:pt>
                <c:pt idx="1312">
                  <c:v>42165</c:v>
                </c:pt>
                <c:pt idx="1313">
                  <c:v>42166</c:v>
                </c:pt>
                <c:pt idx="1314">
                  <c:v>42167</c:v>
                </c:pt>
                <c:pt idx="1315">
                  <c:v>42170</c:v>
                </c:pt>
                <c:pt idx="1316">
                  <c:v>42171</c:v>
                </c:pt>
                <c:pt idx="1317">
                  <c:v>42172</c:v>
                </c:pt>
                <c:pt idx="1318">
                  <c:v>42173</c:v>
                </c:pt>
                <c:pt idx="1319">
                  <c:v>42174</c:v>
                </c:pt>
                <c:pt idx="1320">
                  <c:v>42177</c:v>
                </c:pt>
                <c:pt idx="1321">
                  <c:v>42178</c:v>
                </c:pt>
                <c:pt idx="1322">
                  <c:v>42179</c:v>
                </c:pt>
                <c:pt idx="1323">
                  <c:v>42180</c:v>
                </c:pt>
                <c:pt idx="1324">
                  <c:v>42181</c:v>
                </c:pt>
                <c:pt idx="1325">
                  <c:v>42184</c:v>
                </c:pt>
                <c:pt idx="1326">
                  <c:v>42185</c:v>
                </c:pt>
                <c:pt idx="1327">
                  <c:v>42186</c:v>
                </c:pt>
                <c:pt idx="1328">
                  <c:v>42187</c:v>
                </c:pt>
                <c:pt idx="1329">
                  <c:v>42188</c:v>
                </c:pt>
                <c:pt idx="1330">
                  <c:v>42191</c:v>
                </c:pt>
                <c:pt idx="1331">
                  <c:v>42192</c:v>
                </c:pt>
                <c:pt idx="1332">
                  <c:v>42193</c:v>
                </c:pt>
                <c:pt idx="1333">
                  <c:v>42194</c:v>
                </c:pt>
                <c:pt idx="1334">
                  <c:v>42195</c:v>
                </c:pt>
                <c:pt idx="1335">
                  <c:v>42198</c:v>
                </c:pt>
                <c:pt idx="1336">
                  <c:v>42199</c:v>
                </c:pt>
                <c:pt idx="1337">
                  <c:v>42200</c:v>
                </c:pt>
                <c:pt idx="1338">
                  <c:v>42201</c:v>
                </c:pt>
                <c:pt idx="1339">
                  <c:v>42202</c:v>
                </c:pt>
                <c:pt idx="1340">
                  <c:v>42205</c:v>
                </c:pt>
                <c:pt idx="1341">
                  <c:v>42206</c:v>
                </c:pt>
                <c:pt idx="1342">
                  <c:v>42207</c:v>
                </c:pt>
                <c:pt idx="1343">
                  <c:v>42208</c:v>
                </c:pt>
                <c:pt idx="1344">
                  <c:v>42209</c:v>
                </c:pt>
                <c:pt idx="1345">
                  <c:v>42212</c:v>
                </c:pt>
                <c:pt idx="1346">
                  <c:v>42213</c:v>
                </c:pt>
                <c:pt idx="1347">
                  <c:v>42214</c:v>
                </c:pt>
                <c:pt idx="1348">
                  <c:v>42215</c:v>
                </c:pt>
                <c:pt idx="1349">
                  <c:v>42216</c:v>
                </c:pt>
                <c:pt idx="1350">
                  <c:v>42219</c:v>
                </c:pt>
                <c:pt idx="1351">
                  <c:v>42220</c:v>
                </c:pt>
                <c:pt idx="1352">
                  <c:v>42221</c:v>
                </c:pt>
                <c:pt idx="1353">
                  <c:v>42222</c:v>
                </c:pt>
                <c:pt idx="1354">
                  <c:v>42223</c:v>
                </c:pt>
                <c:pt idx="1355">
                  <c:v>42226</c:v>
                </c:pt>
                <c:pt idx="1356">
                  <c:v>42227</c:v>
                </c:pt>
                <c:pt idx="1357">
                  <c:v>42228</c:v>
                </c:pt>
                <c:pt idx="1358">
                  <c:v>42229</c:v>
                </c:pt>
                <c:pt idx="1359">
                  <c:v>42233</c:v>
                </c:pt>
                <c:pt idx="1360">
                  <c:v>42234</c:v>
                </c:pt>
                <c:pt idx="1361">
                  <c:v>42235</c:v>
                </c:pt>
                <c:pt idx="1362">
                  <c:v>42236</c:v>
                </c:pt>
                <c:pt idx="1363">
                  <c:v>42237</c:v>
                </c:pt>
                <c:pt idx="1364">
                  <c:v>42240</c:v>
                </c:pt>
                <c:pt idx="1365">
                  <c:v>42241</c:v>
                </c:pt>
                <c:pt idx="1366">
                  <c:v>42242</c:v>
                </c:pt>
                <c:pt idx="1367">
                  <c:v>42243</c:v>
                </c:pt>
                <c:pt idx="1368">
                  <c:v>42244</c:v>
                </c:pt>
                <c:pt idx="1369">
                  <c:v>42247</c:v>
                </c:pt>
                <c:pt idx="1370">
                  <c:v>42248</c:v>
                </c:pt>
                <c:pt idx="1371">
                  <c:v>42249</c:v>
                </c:pt>
                <c:pt idx="1372">
                  <c:v>42250</c:v>
                </c:pt>
                <c:pt idx="1373">
                  <c:v>42251</c:v>
                </c:pt>
                <c:pt idx="1374">
                  <c:v>42254</c:v>
                </c:pt>
                <c:pt idx="1375">
                  <c:v>42255</c:v>
                </c:pt>
                <c:pt idx="1376">
                  <c:v>42256</c:v>
                </c:pt>
                <c:pt idx="1377">
                  <c:v>42257</c:v>
                </c:pt>
                <c:pt idx="1378">
                  <c:v>42258</c:v>
                </c:pt>
                <c:pt idx="1379">
                  <c:v>42261</c:v>
                </c:pt>
                <c:pt idx="1380">
                  <c:v>42262</c:v>
                </c:pt>
                <c:pt idx="1381">
                  <c:v>42263</c:v>
                </c:pt>
                <c:pt idx="1382">
                  <c:v>42264</c:v>
                </c:pt>
                <c:pt idx="1383">
                  <c:v>42265</c:v>
                </c:pt>
                <c:pt idx="1384">
                  <c:v>42268</c:v>
                </c:pt>
                <c:pt idx="1385">
                  <c:v>42269</c:v>
                </c:pt>
                <c:pt idx="1386">
                  <c:v>42270</c:v>
                </c:pt>
                <c:pt idx="1387">
                  <c:v>42271</c:v>
                </c:pt>
                <c:pt idx="1388">
                  <c:v>42272</c:v>
                </c:pt>
                <c:pt idx="1389">
                  <c:v>42277</c:v>
                </c:pt>
                <c:pt idx="1390">
                  <c:v>42278</c:v>
                </c:pt>
                <c:pt idx="1391">
                  <c:v>42279</c:v>
                </c:pt>
                <c:pt idx="1392">
                  <c:v>42282</c:v>
                </c:pt>
                <c:pt idx="1393">
                  <c:v>42283</c:v>
                </c:pt>
                <c:pt idx="1394">
                  <c:v>42284</c:v>
                </c:pt>
                <c:pt idx="1395">
                  <c:v>42285</c:v>
                </c:pt>
                <c:pt idx="1396">
                  <c:v>42289</c:v>
                </c:pt>
                <c:pt idx="1397">
                  <c:v>42290</c:v>
                </c:pt>
                <c:pt idx="1398">
                  <c:v>42291</c:v>
                </c:pt>
                <c:pt idx="1399">
                  <c:v>42292</c:v>
                </c:pt>
                <c:pt idx="1400">
                  <c:v>42293</c:v>
                </c:pt>
                <c:pt idx="1401">
                  <c:v>42296</c:v>
                </c:pt>
                <c:pt idx="1402">
                  <c:v>42297</c:v>
                </c:pt>
                <c:pt idx="1403">
                  <c:v>42298</c:v>
                </c:pt>
                <c:pt idx="1404">
                  <c:v>42299</c:v>
                </c:pt>
                <c:pt idx="1405">
                  <c:v>42300</c:v>
                </c:pt>
                <c:pt idx="1406">
                  <c:v>42303</c:v>
                </c:pt>
                <c:pt idx="1407">
                  <c:v>42304</c:v>
                </c:pt>
                <c:pt idx="1408">
                  <c:v>42305</c:v>
                </c:pt>
                <c:pt idx="1409">
                  <c:v>42306</c:v>
                </c:pt>
                <c:pt idx="1410">
                  <c:v>42307</c:v>
                </c:pt>
                <c:pt idx="1411">
                  <c:v>42310</c:v>
                </c:pt>
                <c:pt idx="1412">
                  <c:v>42311</c:v>
                </c:pt>
                <c:pt idx="1413">
                  <c:v>42312</c:v>
                </c:pt>
                <c:pt idx="1414">
                  <c:v>42313</c:v>
                </c:pt>
                <c:pt idx="1415">
                  <c:v>42314</c:v>
                </c:pt>
                <c:pt idx="1416">
                  <c:v>42317</c:v>
                </c:pt>
                <c:pt idx="1417">
                  <c:v>42318</c:v>
                </c:pt>
                <c:pt idx="1418">
                  <c:v>42319</c:v>
                </c:pt>
                <c:pt idx="1419">
                  <c:v>42320</c:v>
                </c:pt>
                <c:pt idx="1420">
                  <c:v>42321</c:v>
                </c:pt>
                <c:pt idx="1421">
                  <c:v>42324</c:v>
                </c:pt>
                <c:pt idx="1422">
                  <c:v>42325</c:v>
                </c:pt>
                <c:pt idx="1423">
                  <c:v>42326</c:v>
                </c:pt>
                <c:pt idx="1424">
                  <c:v>42327</c:v>
                </c:pt>
                <c:pt idx="1425">
                  <c:v>42328</c:v>
                </c:pt>
                <c:pt idx="1426">
                  <c:v>42331</c:v>
                </c:pt>
                <c:pt idx="1427">
                  <c:v>42332</c:v>
                </c:pt>
                <c:pt idx="1428">
                  <c:v>42333</c:v>
                </c:pt>
                <c:pt idx="1429">
                  <c:v>42334</c:v>
                </c:pt>
                <c:pt idx="1430">
                  <c:v>42335</c:v>
                </c:pt>
                <c:pt idx="1431">
                  <c:v>42338</c:v>
                </c:pt>
                <c:pt idx="1432">
                  <c:v>42339</c:v>
                </c:pt>
                <c:pt idx="1433">
                  <c:v>42340</c:v>
                </c:pt>
                <c:pt idx="1434">
                  <c:v>42341</c:v>
                </c:pt>
                <c:pt idx="1435">
                  <c:v>42342</c:v>
                </c:pt>
                <c:pt idx="1436">
                  <c:v>42345</c:v>
                </c:pt>
                <c:pt idx="1437">
                  <c:v>42346</c:v>
                </c:pt>
                <c:pt idx="1438">
                  <c:v>42347</c:v>
                </c:pt>
                <c:pt idx="1439">
                  <c:v>42348</c:v>
                </c:pt>
                <c:pt idx="1440">
                  <c:v>42349</c:v>
                </c:pt>
                <c:pt idx="1441">
                  <c:v>42352</c:v>
                </c:pt>
                <c:pt idx="1442">
                  <c:v>42353</c:v>
                </c:pt>
                <c:pt idx="1443">
                  <c:v>42354</c:v>
                </c:pt>
                <c:pt idx="1444">
                  <c:v>42355</c:v>
                </c:pt>
                <c:pt idx="1445">
                  <c:v>42356</c:v>
                </c:pt>
                <c:pt idx="1446">
                  <c:v>42359</c:v>
                </c:pt>
                <c:pt idx="1447">
                  <c:v>42360</c:v>
                </c:pt>
                <c:pt idx="1448">
                  <c:v>42361</c:v>
                </c:pt>
                <c:pt idx="1449">
                  <c:v>42362</c:v>
                </c:pt>
                <c:pt idx="1450">
                  <c:v>42366</c:v>
                </c:pt>
                <c:pt idx="1451">
                  <c:v>42367</c:v>
                </c:pt>
                <c:pt idx="1452">
                  <c:v>42368</c:v>
                </c:pt>
                <c:pt idx="1453">
                  <c:v>42373</c:v>
                </c:pt>
                <c:pt idx="1454">
                  <c:v>42374</c:v>
                </c:pt>
                <c:pt idx="1455">
                  <c:v>42375</c:v>
                </c:pt>
                <c:pt idx="1456">
                  <c:v>42376</c:v>
                </c:pt>
                <c:pt idx="1457">
                  <c:v>42377</c:v>
                </c:pt>
                <c:pt idx="1458">
                  <c:v>42380</c:v>
                </c:pt>
                <c:pt idx="1459">
                  <c:v>42381</c:v>
                </c:pt>
                <c:pt idx="1460">
                  <c:v>42382</c:v>
                </c:pt>
                <c:pt idx="1461">
                  <c:v>42383</c:v>
                </c:pt>
                <c:pt idx="1462">
                  <c:v>42384</c:v>
                </c:pt>
                <c:pt idx="1463">
                  <c:v>42387</c:v>
                </c:pt>
                <c:pt idx="1464">
                  <c:v>42388</c:v>
                </c:pt>
                <c:pt idx="1465">
                  <c:v>42389</c:v>
                </c:pt>
                <c:pt idx="1466">
                  <c:v>42390</c:v>
                </c:pt>
                <c:pt idx="1467">
                  <c:v>42391</c:v>
                </c:pt>
                <c:pt idx="1468">
                  <c:v>42394</c:v>
                </c:pt>
                <c:pt idx="1469">
                  <c:v>42395</c:v>
                </c:pt>
                <c:pt idx="1470">
                  <c:v>42396</c:v>
                </c:pt>
                <c:pt idx="1471">
                  <c:v>42397</c:v>
                </c:pt>
                <c:pt idx="1472">
                  <c:v>42398</c:v>
                </c:pt>
                <c:pt idx="1473">
                  <c:v>42401</c:v>
                </c:pt>
                <c:pt idx="1474">
                  <c:v>42402</c:v>
                </c:pt>
                <c:pt idx="1475">
                  <c:v>42403</c:v>
                </c:pt>
                <c:pt idx="1476">
                  <c:v>42404</c:v>
                </c:pt>
                <c:pt idx="1477">
                  <c:v>42405</c:v>
                </c:pt>
                <c:pt idx="1478">
                  <c:v>42411</c:v>
                </c:pt>
                <c:pt idx="1479">
                  <c:v>42412</c:v>
                </c:pt>
                <c:pt idx="1480">
                  <c:v>42415</c:v>
                </c:pt>
                <c:pt idx="1481">
                  <c:v>42416</c:v>
                </c:pt>
                <c:pt idx="1482">
                  <c:v>42417</c:v>
                </c:pt>
                <c:pt idx="1483">
                  <c:v>42418</c:v>
                </c:pt>
                <c:pt idx="1484">
                  <c:v>42419</c:v>
                </c:pt>
                <c:pt idx="1485">
                  <c:v>42422</c:v>
                </c:pt>
                <c:pt idx="1486">
                  <c:v>42423</c:v>
                </c:pt>
                <c:pt idx="1487">
                  <c:v>42424</c:v>
                </c:pt>
                <c:pt idx="1488">
                  <c:v>42425</c:v>
                </c:pt>
                <c:pt idx="1489">
                  <c:v>42426</c:v>
                </c:pt>
                <c:pt idx="1490">
                  <c:v>42429</c:v>
                </c:pt>
                <c:pt idx="1491">
                  <c:v>42431</c:v>
                </c:pt>
                <c:pt idx="1492">
                  <c:v>42432</c:v>
                </c:pt>
                <c:pt idx="1493">
                  <c:v>42433</c:v>
                </c:pt>
                <c:pt idx="1494">
                  <c:v>42436</c:v>
                </c:pt>
                <c:pt idx="1495">
                  <c:v>42437</c:v>
                </c:pt>
                <c:pt idx="1496">
                  <c:v>42438</c:v>
                </c:pt>
                <c:pt idx="1497">
                  <c:v>42439</c:v>
                </c:pt>
                <c:pt idx="1498">
                  <c:v>42440</c:v>
                </c:pt>
                <c:pt idx="1499">
                  <c:v>42443</c:v>
                </c:pt>
                <c:pt idx="1500">
                  <c:v>42444</c:v>
                </c:pt>
                <c:pt idx="1501">
                  <c:v>42445</c:v>
                </c:pt>
                <c:pt idx="1502">
                  <c:v>42446</c:v>
                </c:pt>
                <c:pt idx="1503">
                  <c:v>42447</c:v>
                </c:pt>
                <c:pt idx="1504">
                  <c:v>42450</c:v>
                </c:pt>
                <c:pt idx="1505">
                  <c:v>42451</c:v>
                </c:pt>
                <c:pt idx="1506">
                  <c:v>42452</c:v>
                </c:pt>
                <c:pt idx="1507">
                  <c:v>42453</c:v>
                </c:pt>
                <c:pt idx="1508">
                  <c:v>42454</c:v>
                </c:pt>
                <c:pt idx="1509">
                  <c:v>42457</c:v>
                </c:pt>
                <c:pt idx="1510">
                  <c:v>42458</c:v>
                </c:pt>
                <c:pt idx="1511">
                  <c:v>42459</c:v>
                </c:pt>
                <c:pt idx="1512">
                  <c:v>42460</c:v>
                </c:pt>
                <c:pt idx="1513">
                  <c:v>42461</c:v>
                </c:pt>
                <c:pt idx="1514">
                  <c:v>42464</c:v>
                </c:pt>
                <c:pt idx="1515">
                  <c:v>42465</c:v>
                </c:pt>
                <c:pt idx="1516">
                  <c:v>42466</c:v>
                </c:pt>
                <c:pt idx="1517">
                  <c:v>42467</c:v>
                </c:pt>
                <c:pt idx="1518">
                  <c:v>42468</c:v>
                </c:pt>
                <c:pt idx="1519">
                  <c:v>42471</c:v>
                </c:pt>
                <c:pt idx="1520">
                  <c:v>42472</c:v>
                </c:pt>
                <c:pt idx="1521">
                  <c:v>42474</c:v>
                </c:pt>
                <c:pt idx="1522">
                  <c:v>42475</c:v>
                </c:pt>
                <c:pt idx="1523">
                  <c:v>42478</c:v>
                </c:pt>
                <c:pt idx="1524">
                  <c:v>42479</c:v>
                </c:pt>
                <c:pt idx="1525">
                  <c:v>42480</c:v>
                </c:pt>
                <c:pt idx="1526">
                  <c:v>42481</c:v>
                </c:pt>
                <c:pt idx="1527">
                  <c:v>42482</c:v>
                </c:pt>
                <c:pt idx="1528">
                  <c:v>42485</c:v>
                </c:pt>
                <c:pt idx="1529">
                  <c:v>42486</c:v>
                </c:pt>
                <c:pt idx="1530">
                  <c:v>42487</c:v>
                </c:pt>
                <c:pt idx="1531">
                  <c:v>42488</c:v>
                </c:pt>
                <c:pt idx="1532">
                  <c:v>42489</c:v>
                </c:pt>
                <c:pt idx="1533">
                  <c:v>42492</c:v>
                </c:pt>
                <c:pt idx="1534">
                  <c:v>42493</c:v>
                </c:pt>
                <c:pt idx="1535">
                  <c:v>42494</c:v>
                </c:pt>
                <c:pt idx="1536">
                  <c:v>42499</c:v>
                </c:pt>
                <c:pt idx="1537">
                  <c:v>42500</c:v>
                </c:pt>
                <c:pt idx="1538">
                  <c:v>42501</c:v>
                </c:pt>
                <c:pt idx="1539">
                  <c:v>42502</c:v>
                </c:pt>
                <c:pt idx="1540">
                  <c:v>42503</c:v>
                </c:pt>
                <c:pt idx="1541">
                  <c:v>42506</c:v>
                </c:pt>
                <c:pt idx="1542">
                  <c:v>42507</c:v>
                </c:pt>
                <c:pt idx="1543">
                  <c:v>42508</c:v>
                </c:pt>
                <c:pt idx="1544">
                  <c:v>42509</c:v>
                </c:pt>
                <c:pt idx="1545">
                  <c:v>42510</c:v>
                </c:pt>
                <c:pt idx="1546">
                  <c:v>42513</c:v>
                </c:pt>
                <c:pt idx="1547">
                  <c:v>42514</c:v>
                </c:pt>
                <c:pt idx="1548">
                  <c:v>42515</c:v>
                </c:pt>
                <c:pt idx="1549">
                  <c:v>42516</c:v>
                </c:pt>
                <c:pt idx="1550">
                  <c:v>42517</c:v>
                </c:pt>
                <c:pt idx="1551">
                  <c:v>42520</c:v>
                </c:pt>
                <c:pt idx="1552">
                  <c:v>42521</c:v>
                </c:pt>
                <c:pt idx="1553">
                  <c:v>42522</c:v>
                </c:pt>
                <c:pt idx="1554">
                  <c:v>42523</c:v>
                </c:pt>
                <c:pt idx="1555">
                  <c:v>42524</c:v>
                </c:pt>
                <c:pt idx="1556">
                  <c:v>42528</c:v>
                </c:pt>
                <c:pt idx="1557">
                  <c:v>42529</c:v>
                </c:pt>
                <c:pt idx="1558">
                  <c:v>42530</c:v>
                </c:pt>
                <c:pt idx="1559">
                  <c:v>42531</c:v>
                </c:pt>
                <c:pt idx="1560">
                  <c:v>42534</c:v>
                </c:pt>
                <c:pt idx="1561">
                  <c:v>42535</c:v>
                </c:pt>
                <c:pt idx="1562">
                  <c:v>42536</c:v>
                </c:pt>
                <c:pt idx="1563">
                  <c:v>42537</c:v>
                </c:pt>
                <c:pt idx="1564">
                  <c:v>42538</c:v>
                </c:pt>
                <c:pt idx="1565">
                  <c:v>42541</c:v>
                </c:pt>
                <c:pt idx="1566">
                  <c:v>42542</c:v>
                </c:pt>
                <c:pt idx="1567">
                  <c:v>42543</c:v>
                </c:pt>
                <c:pt idx="1568">
                  <c:v>42544</c:v>
                </c:pt>
                <c:pt idx="1569">
                  <c:v>42545</c:v>
                </c:pt>
                <c:pt idx="1570">
                  <c:v>42548</c:v>
                </c:pt>
                <c:pt idx="1571">
                  <c:v>42549</c:v>
                </c:pt>
                <c:pt idx="1572">
                  <c:v>42550</c:v>
                </c:pt>
                <c:pt idx="1573">
                  <c:v>42551</c:v>
                </c:pt>
                <c:pt idx="1574">
                  <c:v>42552</c:v>
                </c:pt>
                <c:pt idx="1575">
                  <c:v>42555</c:v>
                </c:pt>
                <c:pt idx="1576">
                  <c:v>42556</c:v>
                </c:pt>
                <c:pt idx="1577">
                  <c:v>42557</c:v>
                </c:pt>
                <c:pt idx="1578">
                  <c:v>42558</c:v>
                </c:pt>
                <c:pt idx="1579">
                  <c:v>42559</c:v>
                </c:pt>
                <c:pt idx="1580">
                  <c:v>42562</c:v>
                </c:pt>
                <c:pt idx="1581">
                  <c:v>42563</c:v>
                </c:pt>
                <c:pt idx="1582">
                  <c:v>42564</c:v>
                </c:pt>
                <c:pt idx="1583">
                  <c:v>42565</c:v>
                </c:pt>
                <c:pt idx="1584">
                  <c:v>42566</c:v>
                </c:pt>
                <c:pt idx="1585">
                  <c:v>42569</c:v>
                </c:pt>
                <c:pt idx="1586">
                  <c:v>42570</c:v>
                </c:pt>
                <c:pt idx="1587">
                  <c:v>42571</c:v>
                </c:pt>
                <c:pt idx="1588">
                  <c:v>42572</c:v>
                </c:pt>
                <c:pt idx="1589">
                  <c:v>42573</c:v>
                </c:pt>
                <c:pt idx="1590">
                  <c:v>42576</c:v>
                </c:pt>
                <c:pt idx="1591">
                  <c:v>42577</c:v>
                </c:pt>
                <c:pt idx="1592">
                  <c:v>42578</c:v>
                </c:pt>
                <c:pt idx="1593">
                  <c:v>42579</c:v>
                </c:pt>
                <c:pt idx="1594">
                  <c:v>42580</c:v>
                </c:pt>
                <c:pt idx="1595">
                  <c:v>42583</c:v>
                </c:pt>
                <c:pt idx="1596">
                  <c:v>42584</c:v>
                </c:pt>
                <c:pt idx="1597">
                  <c:v>42585</c:v>
                </c:pt>
                <c:pt idx="1598">
                  <c:v>42586</c:v>
                </c:pt>
                <c:pt idx="1599">
                  <c:v>42587</c:v>
                </c:pt>
                <c:pt idx="1600">
                  <c:v>42590</c:v>
                </c:pt>
                <c:pt idx="1601">
                  <c:v>42591</c:v>
                </c:pt>
                <c:pt idx="1602">
                  <c:v>42592</c:v>
                </c:pt>
                <c:pt idx="1603">
                  <c:v>42593</c:v>
                </c:pt>
                <c:pt idx="1604">
                  <c:v>42594</c:v>
                </c:pt>
                <c:pt idx="1605">
                  <c:v>42598</c:v>
                </c:pt>
                <c:pt idx="1606">
                  <c:v>42599</c:v>
                </c:pt>
                <c:pt idx="1607">
                  <c:v>42600</c:v>
                </c:pt>
                <c:pt idx="1608">
                  <c:v>42601</c:v>
                </c:pt>
                <c:pt idx="1609">
                  <c:v>42604</c:v>
                </c:pt>
                <c:pt idx="1610">
                  <c:v>42605</c:v>
                </c:pt>
                <c:pt idx="1611">
                  <c:v>42606</c:v>
                </c:pt>
                <c:pt idx="1612">
                  <c:v>42607</c:v>
                </c:pt>
                <c:pt idx="1613">
                  <c:v>42608</c:v>
                </c:pt>
                <c:pt idx="1614">
                  <c:v>42611</c:v>
                </c:pt>
                <c:pt idx="1615">
                  <c:v>42612</c:v>
                </c:pt>
                <c:pt idx="1616">
                  <c:v>42613</c:v>
                </c:pt>
                <c:pt idx="1617">
                  <c:v>42614</c:v>
                </c:pt>
                <c:pt idx="1618">
                  <c:v>42615</c:v>
                </c:pt>
                <c:pt idx="1619">
                  <c:v>42618</c:v>
                </c:pt>
                <c:pt idx="1620">
                  <c:v>42619</c:v>
                </c:pt>
                <c:pt idx="1621">
                  <c:v>42620</c:v>
                </c:pt>
                <c:pt idx="1622">
                  <c:v>42621</c:v>
                </c:pt>
                <c:pt idx="1623">
                  <c:v>42622</c:v>
                </c:pt>
                <c:pt idx="1624">
                  <c:v>42625</c:v>
                </c:pt>
                <c:pt idx="1625">
                  <c:v>42626</c:v>
                </c:pt>
                <c:pt idx="1626">
                  <c:v>42632</c:v>
                </c:pt>
                <c:pt idx="1627">
                  <c:v>42633</c:v>
                </c:pt>
                <c:pt idx="1628">
                  <c:v>42634</c:v>
                </c:pt>
                <c:pt idx="1629">
                  <c:v>42635</c:v>
                </c:pt>
                <c:pt idx="1630">
                  <c:v>42636</c:v>
                </c:pt>
                <c:pt idx="1631">
                  <c:v>42639</c:v>
                </c:pt>
                <c:pt idx="1632">
                  <c:v>42640</c:v>
                </c:pt>
                <c:pt idx="1633">
                  <c:v>42641</c:v>
                </c:pt>
                <c:pt idx="1634">
                  <c:v>42642</c:v>
                </c:pt>
                <c:pt idx="1635">
                  <c:v>42643</c:v>
                </c:pt>
                <c:pt idx="1636">
                  <c:v>42647</c:v>
                </c:pt>
                <c:pt idx="1637">
                  <c:v>42648</c:v>
                </c:pt>
                <c:pt idx="1638">
                  <c:v>42649</c:v>
                </c:pt>
                <c:pt idx="1639">
                  <c:v>42650</c:v>
                </c:pt>
                <c:pt idx="1640">
                  <c:v>42653</c:v>
                </c:pt>
                <c:pt idx="1641">
                  <c:v>42654</c:v>
                </c:pt>
                <c:pt idx="1642">
                  <c:v>42655</c:v>
                </c:pt>
                <c:pt idx="1643">
                  <c:v>42656</c:v>
                </c:pt>
                <c:pt idx="1644">
                  <c:v>42657</c:v>
                </c:pt>
                <c:pt idx="1645">
                  <c:v>42660</c:v>
                </c:pt>
                <c:pt idx="1646">
                  <c:v>42661</c:v>
                </c:pt>
                <c:pt idx="1647">
                  <c:v>42662</c:v>
                </c:pt>
                <c:pt idx="1648">
                  <c:v>42663</c:v>
                </c:pt>
                <c:pt idx="1649">
                  <c:v>42664</c:v>
                </c:pt>
                <c:pt idx="1650">
                  <c:v>42667</c:v>
                </c:pt>
                <c:pt idx="1651">
                  <c:v>42668</c:v>
                </c:pt>
                <c:pt idx="1652">
                  <c:v>42669</c:v>
                </c:pt>
                <c:pt idx="1653">
                  <c:v>42670</c:v>
                </c:pt>
                <c:pt idx="1654">
                  <c:v>42671</c:v>
                </c:pt>
                <c:pt idx="1655">
                  <c:v>42674</c:v>
                </c:pt>
                <c:pt idx="1656">
                  <c:v>42675</c:v>
                </c:pt>
                <c:pt idx="1657">
                  <c:v>42676</c:v>
                </c:pt>
                <c:pt idx="1658">
                  <c:v>42677</c:v>
                </c:pt>
                <c:pt idx="1659">
                  <c:v>42678</c:v>
                </c:pt>
                <c:pt idx="1660">
                  <c:v>42681</c:v>
                </c:pt>
                <c:pt idx="1661">
                  <c:v>42682</c:v>
                </c:pt>
                <c:pt idx="1662">
                  <c:v>42683</c:v>
                </c:pt>
                <c:pt idx="1663">
                  <c:v>42684</c:v>
                </c:pt>
                <c:pt idx="1664">
                  <c:v>42685</c:v>
                </c:pt>
                <c:pt idx="1665">
                  <c:v>42688</c:v>
                </c:pt>
                <c:pt idx="1666">
                  <c:v>42689</c:v>
                </c:pt>
                <c:pt idx="1667">
                  <c:v>42690</c:v>
                </c:pt>
                <c:pt idx="1668">
                  <c:v>42691</c:v>
                </c:pt>
                <c:pt idx="1669">
                  <c:v>42692</c:v>
                </c:pt>
                <c:pt idx="1670">
                  <c:v>42695</c:v>
                </c:pt>
                <c:pt idx="1671">
                  <c:v>42696</c:v>
                </c:pt>
                <c:pt idx="1672">
                  <c:v>42697</c:v>
                </c:pt>
                <c:pt idx="1673">
                  <c:v>42698</c:v>
                </c:pt>
                <c:pt idx="1674">
                  <c:v>42699</c:v>
                </c:pt>
                <c:pt idx="1675">
                  <c:v>42702</c:v>
                </c:pt>
                <c:pt idx="1676">
                  <c:v>42703</c:v>
                </c:pt>
                <c:pt idx="1677">
                  <c:v>42704</c:v>
                </c:pt>
                <c:pt idx="1678">
                  <c:v>42705</c:v>
                </c:pt>
                <c:pt idx="1679">
                  <c:v>42706</c:v>
                </c:pt>
                <c:pt idx="1680">
                  <c:v>42709</c:v>
                </c:pt>
                <c:pt idx="1681">
                  <c:v>42710</c:v>
                </c:pt>
                <c:pt idx="1682">
                  <c:v>42711</c:v>
                </c:pt>
                <c:pt idx="1683">
                  <c:v>42712</c:v>
                </c:pt>
                <c:pt idx="1684">
                  <c:v>42713</c:v>
                </c:pt>
                <c:pt idx="1685">
                  <c:v>42716</c:v>
                </c:pt>
                <c:pt idx="1686">
                  <c:v>42717</c:v>
                </c:pt>
                <c:pt idx="1687">
                  <c:v>42718</c:v>
                </c:pt>
                <c:pt idx="1688">
                  <c:v>42719</c:v>
                </c:pt>
                <c:pt idx="1689">
                  <c:v>42720</c:v>
                </c:pt>
                <c:pt idx="1690">
                  <c:v>42723</c:v>
                </c:pt>
                <c:pt idx="1691">
                  <c:v>42724</c:v>
                </c:pt>
                <c:pt idx="1692">
                  <c:v>42725</c:v>
                </c:pt>
                <c:pt idx="1693">
                  <c:v>42726</c:v>
                </c:pt>
                <c:pt idx="1694">
                  <c:v>42727</c:v>
                </c:pt>
                <c:pt idx="1695">
                  <c:v>42730</c:v>
                </c:pt>
                <c:pt idx="1696">
                  <c:v>42731</c:v>
                </c:pt>
                <c:pt idx="1697">
                  <c:v>42732</c:v>
                </c:pt>
                <c:pt idx="1698">
                  <c:v>42733</c:v>
                </c:pt>
                <c:pt idx="1699">
                  <c:v>42737</c:v>
                </c:pt>
                <c:pt idx="1700">
                  <c:v>42738</c:v>
                </c:pt>
                <c:pt idx="1701">
                  <c:v>42739</c:v>
                </c:pt>
                <c:pt idx="1702">
                  <c:v>42740</c:v>
                </c:pt>
                <c:pt idx="1703">
                  <c:v>42741</c:v>
                </c:pt>
                <c:pt idx="1704">
                  <c:v>42744</c:v>
                </c:pt>
                <c:pt idx="1705">
                  <c:v>42745</c:v>
                </c:pt>
                <c:pt idx="1706">
                  <c:v>42746</c:v>
                </c:pt>
                <c:pt idx="1707">
                  <c:v>42747</c:v>
                </c:pt>
                <c:pt idx="1708">
                  <c:v>42748</c:v>
                </c:pt>
                <c:pt idx="1709">
                  <c:v>42751</c:v>
                </c:pt>
                <c:pt idx="1710">
                  <c:v>42752</c:v>
                </c:pt>
                <c:pt idx="1711">
                  <c:v>42753</c:v>
                </c:pt>
                <c:pt idx="1712">
                  <c:v>42754</c:v>
                </c:pt>
                <c:pt idx="1713">
                  <c:v>42755</c:v>
                </c:pt>
                <c:pt idx="1714">
                  <c:v>42758</c:v>
                </c:pt>
                <c:pt idx="1715">
                  <c:v>42759</c:v>
                </c:pt>
                <c:pt idx="1716">
                  <c:v>42760</c:v>
                </c:pt>
                <c:pt idx="1717">
                  <c:v>42761</c:v>
                </c:pt>
                <c:pt idx="1718">
                  <c:v>42766</c:v>
                </c:pt>
                <c:pt idx="1719">
                  <c:v>42767</c:v>
                </c:pt>
                <c:pt idx="1720">
                  <c:v>42768</c:v>
                </c:pt>
                <c:pt idx="1721">
                  <c:v>42769</c:v>
                </c:pt>
                <c:pt idx="1722">
                  <c:v>42772</c:v>
                </c:pt>
                <c:pt idx="1723">
                  <c:v>42773</c:v>
                </c:pt>
                <c:pt idx="1724">
                  <c:v>42774</c:v>
                </c:pt>
                <c:pt idx="1725">
                  <c:v>42775</c:v>
                </c:pt>
                <c:pt idx="1726">
                  <c:v>42776</c:v>
                </c:pt>
                <c:pt idx="1727">
                  <c:v>42779</c:v>
                </c:pt>
                <c:pt idx="1728">
                  <c:v>42780</c:v>
                </c:pt>
                <c:pt idx="1729">
                  <c:v>42781</c:v>
                </c:pt>
                <c:pt idx="1730">
                  <c:v>42782</c:v>
                </c:pt>
                <c:pt idx="1731">
                  <c:v>42783</c:v>
                </c:pt>
                <c:pt idx="1732">
                  <c:v>42786</c:v>
                </c:pt>
                <c:pt idx="1733">
                  <c:v>42787</c:v>
                </c:pt>
                <c:pt idx="1734">
                  <c:v>42788</c:v>
                </c:pt>
                <c:pt idx="1735">
                  <c:v>42789</c:v>
                </c:pt>
                <c:pt idx="1736">
                  <c:v>42790</c:v>
                </c:pt>
                <c:pt idx="1737">
                  <c:v>42793</c:v>
                </c:pt>
                <c:pt idx="1738">
                  <c:v>42794</c:v>
                </c:pt>
                <c:pt idx="1739">
                  <c:v>42796</c:v>
                </c:pt>
                <c:pt idx="1740">
                  <c:v>42797</c:v>
                </c:pt>
                <c:pt idx="1741">
                  <c:v>42800</c:v>
                </c:pt>
                <c:pt idx="1742">
                  <c:v>42801</c:v>
                </c:pt>
                <c:pt idx="1743">
                  <c:v>42802</c:v>
                </c:pt>
                <c:pt idx="1744">
                  <c:v>42803</c:v>
                </c:pt>
                <c:pt idx="1745">
                  <c:v>42804</c:v>
                </c:pt>
                <c:pt idx="1746">
                  <c:v>42807</c:v>
                </c:pt>
                <c:pt idx="1747">
                  <c:v>42808</c:v>
                </c:pt>
                <c:pt idx="1748">
                  <c:v>42809</c:v>
                </c:pt>
                <c:pt idx="1749">
                  <c:v>42810</c:v>
                </c:pt>
                <c:pt idx="1750">
                  <c:v>42811</c:v>
                </c:pt>
                <c:pt idx="1751">
                  <c:v>42814</c:v>
                </c:pt>
                <c:pt idx="1752">
                  <c:v>42815</c:v>
                </c:pt>
                <c:pt idx="1753">
                  <c:v>42816</c:v>
                </c:pt>
                <c:pt idx="1754">
                  <c:v>42817</c:v>
                </c:pt>
                <c:pt idx="1755">
                  <c:v>42818</c:v>
                </c:pt>
                <c:pt idx="1756">
                  <c:v>42821</c:v>
                </c:pt>
                <c:pt idx="1757">
                  <c:v>42822</c:v>
                </c:pt>
                <c:pt idx="1758">
                  <c:v>42823</c:v>
                </c:pt>
                <c:pt idx="1759">
                  <c:v>42824</c:v>
                </c:pt>
                <c:pt idx="1760">
                  <c:v>42825</c:v>
                </c:pt>
                <c:pt idx="1761">
                  <c:v>42828</c:v>
                </c:pt>
                <c:pt idx="1762">
                  <c:v>42829</c:v>
                </c:pt>
                <c:pt idx="1763">
                  <c:v>42830</c:v>
                </c:pt>
                <c:pt idx="1764">
                  <c:v>42831</c:v>
                </c:pt>
                <c:pt idx="1765">
                  <c:v>42832</c:v>
                </c:pt>
                <c:pt idx="1766">
                  <c:v>42835</c:v>
                </c:pt>
                <c:pt idx="1767">
                  <c:v>42836</c:v>
                </c:pt>
                <c:pt idx="1768">
                  <c:v>42837</c:v>
                </c:pt>
                <c:pt idx="1769">
                  <c:v>42838</c:v>
                </c:pt>
                <c:pt idx="1770">
                  <c:v>42839</c:v>
                </c:pt>
                <c:pt idx="1771">
                  <c:v>42842</c:v>
                </c:pt>
                <c:pt idx="1772">
                  <c:v>42843</c:v>
                </c:pt>
                <c:pt idx="1773">
                  <c:v>42844</c:v>
                </c:pt>
                <c:pt idx="1774">
                  <c:v>42845</c:v>
                </c:pt>
                <c:pt idx="1775">
                  <c:v>42846</c:v>
                </c:pt>
                <c:pt idx="1776">
                  <c:v>42849</c:v>
                </c:pt>
                <c:pt idx="1777">
                  <c:v>42850</c:v>
                </c:pt>
                <c:pt idx="1778">
                  <c:v>42851</c:v>
                </c:pt>
                <c:pt idx="1779">
                  <c:v>42852</c:v>
                </c:pt>
                <c:pt idx="1780">
                  <c:v>42853</c:v>
                </c:pt>
                <c:pt idx="1781">
                  <c:v>42857</c:v>
                </c:pt>
                <c:pt idx="1782">
                  <c:v>42859</c:v>
                </c:pt>
                <c:pt idx="1783">
                  <c:v>42863</c:v>
                </c:pt>
                <c:pt idx="1784">
                  <c:v>42865</c:v>
                </c:pt>
                <c:pt idx="1785">
                  <c:v>42866</c:v>
                </c:pt>
                <c:pt idx="1786">
                  <c:v>42867</c:v>
                </c:pt>
                <c:pt idx="1787">
                  <c:v>42870</c:v>
                </c:pt>
                <c:pt idx="1788">
                  <c:v>42871</c:v>
                </c:pt>
                <c:pt idx="1789">
                  <c:v>42872</c:v>
                </c:pt>
                <c:pt idx="1790">
                  <c:v>42873</c:v>
                </c:pt>
                <c:pt idx="1791">
                  <c:v>42874</c:v>
                </c:pt>
                <c:pt idx="1792">
                  <c:v>42877</c:v>
                </c:pt>
                <c:pt idx="1793">
                  <c:v>42878</c:v>
                </c:pt>
                <c:pt idx="1794">
                  <c:v>42879</c:v>
                </c:pt>
                <c:pt idx="1795">
                  <c:v>42880</c:v>
                </c:pt>
                <c:pt idx="1796">
                  <c:v>42881</c:v>
                </c:pt>
                <c:pt idx="1797">
                  <c:v>42884</c:v>
                </c:pt>
                <c:pt idx="1798">
                  <c:v>42885</c:v>
                </c:pt>
                <c:pt idx="1799">
                  <c:v>42886</c:v>
                </c:pt>
                <c:pt idx="1800">
                  <c:v>42887</c:v>
                </c:pt>
                <c:pt idx="1801">
                  <c:v>42888</c:v>
                </c:pt>
                <c:pt idx="1802">
                  <c:v>42891</c:v>
                </c:pt>
                <c:pt idx="1803">
                  <c:v>42893</c:v>
                </c:pt>
                <c:pt idx="1804">
                  <c:v>42894</c:v>
                </c:pt>
                <c:pt idx="1805">
                  <c:v>42895</c:v>
                </c:pt>
                <c:pt idx="1806">
                  <c:v>42898</c:v>
                </c:pt>
                <c:pt idx="1807">
                  <c:v>42899</c:v>
                </c:pt>
                <c:pt idx="1808">
                  <c:v>42900</c:v>
                </c:pt>
                <c:pt idx="1809">
                  <c:v>42901</c:v>
                </c:pt>
                <c:pt idx="1810">
                  <c:v>42902</c:v>
                </c:pt>
                <c:pt idx="1811">
                  <c:v>42905</c:v>
                </c:pt>
                <c:pt idx="1812">
                  <c:v>42906</c:v>
                </c:pt>
                <c:pt idx="1813">
                  <c:v>42907</c:v>
                </c:pt>
                <c:pt idx="1814">
                  <c:v>42908</c:v>
                </c:pt>
                <c:pt idx="1815">
                  <c:v>42909</c:v>
                </c:pt>
                <c:pt idx="1816">
                  <c:v>42912</c:v>
                </c:pt>
                <c:pt idx="1817">
                  <c:v>42913</c:v>
                </c:pt>
                <c:pt idx="1818">
                  <c:v>42914</c:v>
                </c:pt>
                <c:pt idx="1819">
                  <c:v>42915</c:v>
                </c:pt>
                <c:pt idx="1820">
                  <c:v>42916</c:v>
                </c:pt>
                <c:pt idx="1821">
                  <c:v>42919</c:v>
                </c:pt>
                <c:pt idx="1822">
                  <c:v>42920</c:v>
                </c:pt>
                <c:pt idx="1823">
                  <c:v>42921</c:v>
                </c:pt>
                <c:pt idx="1824">
                  <c:v>42922</c:v>
                </c:pt>
                <c:pt idx="1825">
                  <c:v>42923</c:v>
                </c:pt>
                <c:pt idx="1826">
                  <c:v>42926</c:v>
                </c:pt>
                <c:pt idx="1827">
                  <c:v>42927</c:v>
                </c:pt>
                <c:pt idx="1828">
                  <c:v>42928</c:v>
                </c:pt>
                <c:pt idx="1829">
                  <c:v>42929</c:v>
                </c:pt>
                <c:pt idx="1830">
                  <c:v>42930</c:v>
                </c:pt>
                <c:pt idx="1831">
                  <c:v>42933</c:v>
                </c:pt>
                <c:pt idx="1832">
                  <c:v>42934</c:v>
                </c:pt>
                <c:pt idx="1833">
                  <c:v>42935</c:v>
                </c:pt>
                <c:pt idx="1834">
                  <c:v>42936</c:v>
                </c:pt>
                <c:pt idx="1835">
                  <c:v>42937</c:v>
                </c:pt>
                <c:pt idx="1836">
                  <c:v>42940</c:v>
                </c:pt>
                <c:pt idx="1837">
                  <c:v>42941</c:v>
                </c:pt>
                <c:pt idx="1838">
                  <c:v>42942</c:v>
                </c:pt>
                <c:pt idx="1839">
                  <c:v>42943</c:v>
                </c:pt>
                <c:pt idx="1840">
                  <c:v>42944</c:v>
                </c:pt>
                <c:pt idx="1841">
                  <c:v>42947</c:v>
                </c:pt>
                <c:pt idx="1842">
                  <c:v>42948</c:v>
                </c:pt>
                <c:pt idx="1843">
                  <c:v>42949</c:v>
                </c:pt>
                <c:pt idx="1844">
                  <c:v>42950</c:v>
                </c:pt>
                <c:pt idx="1845">
                  <c:v>42951</c:v>
                </c:pt>
                <c:pt idx="1846">
                  <c:v>42954</c:v>
                </c:pt>
                <c:pt idx="1847">
                  <c:v>42955</c:v>
                </c:pt>
                <c:pt idx="1848">
                  <c:v>42956</c:v>
                </c:pt>
                <c:pt idx="1849">
                  <c:v>42957</c:v>
                </c:pt>
                <c:pt idx="1850">
                  <c:v>42958</c:v>
                </c:pt>
                <c:pt idx="1851">
                  <c:v>42961</c:v>
                </c:pt>
                <c:pt idx="1852">
                  <c:v>42963</c:v>
                </c:pt>
                <c:pt idx="1853">
                  <c:v>42964</c:v>
                </c:pt>
                <c:pt idx="1854">
                  <c:v>42965</c:v>
                </c:pt>
                <c:pt idx="1855">
                  <c:v>42968</c:v>
                </c:pt>
                <c:pt idx="1856">
                  <c:v>42969</c:v>
                </c:pt>
                <c:pt idx="1857">
                  <c:v>42970</c:v>
                </c:pt>
                <c:pt idx="1858">
                  <c:v>42971</c:v>
                </c:pt>
                <c:pt idx="1859">
                  <c:v>42972</c:v>
                </c:pt>
                <c:pt idx="1860">
                  <c:v>42975</c:v>
                </c:pt>
                <c:pt idx="1861">
                  <c:v>42976</c:v>
                </c:pt>
                <c:pt idx="1862">
                  <c:v>42977</c:v>
                </c:pt>
                <c:pt idx="1863">
                  <c:v>42978</c:v>
                </c:pt>
                <c:pt idx="1864">
                  <c:v>42979</c:v>
                </c:pt>
                <c:pt idx="1865">
                  <c:v>42982</c:v>
                </c:pt>
                <c:pt idx="1866">
                  <c:v>42983</c:v>
                </c:pt>
                <c:pt idx="1867">
                  <c:v>42984</c:v>
                </c:pt>
                <c:pt idx="1868">
                  <c:v>42985</c:v>
                </c:pt>
                <c:pt idx="1869">
                  <c:v>42986</c:v>
                </c:pt>
                <c:pt idx="1870">
                  <c:v>42989</c:v>
                </c:pt>
                <c:pt idx="1871">
                  <c:v>42990</c:v>
                </c:pt>
                <c:pt idx="1872">
                  <c:v>42991</c:v>
                </c:pt>
                <c:pt idx="1873">
                  <c:v>42992</c:v>
                </c:pt>
                <c:pt idx="1874">
                  <c:v>42993</c:v>
                </c:pt>
                <c:pt idx="1875">
                  <c:v>42996</c:v>
                </c:pt>
                <c:pt idx="1876">
                  <c:v>42997</c:v>
                </c:pt>
                <c:pt idx="1877">
                  <c:v>42998</c:v>
                </c:pt>
                <c:pt idx="1878">
                  <c:v>42999</c:v>
                </c:pt>
                <c:pt idx="1879">
                  <c:v>43000</c:v>
                </c:pt>
                <c:pt idx="1880">
                  <c:v>43003</c:v>
                </c:pt>
                <c:pt idx="1881">
                  <c:v>43004</c:v>
                </c:pt>
                <c:pt idx="1882">
                  <c:v>43005</c:v>
                </c:pt>
                <c:pt idx="1883">
                  <c:v>43006</c:v>
                </c:pt>
                <c:pt idx="1884">
                  <c:v>43007</c:v>
                </c:pt>
                <c:pt idx="1885">
                  <c:v>43018</c:v>
                </c:pt>
                <c:pt idx="1886">
                  <c:v>43019</c:v>
                </c:pt>
                <c:pt idx="1887">
                  <c:v>43020</c:v>
                </c:pt>
                <c:pt idx="1888">
                  <c:v>43021</c:v>
                </c:pt>
                <c:pt idx="1889">
                  <c:v>43024</c:v>
                </c:pt>
                <c:pt idx="1890">
                  <c:v>43025</c:v>
                </c:pt>
                <c:pt idx="1891">
                  <c:v>43026</c:v>
                </c:pt>
                <c:pt idx="1892">
                  <c:v>43027</c:v>
                </c:pt>
                <c:pt idx="1893">
                  <c:v>43028</c:v>
                </c:pt>
                <c:pt idx="1894">
                  <c:v>43031</c:v>
                </c:pt>
                <c:pt idx="1895">
                  <c:v>43032</c:v>
                </c:pt>
                <c:pt idx="1896">
                  <c:v>43033</c:v>
                </c:pt>
                <c:pt idx="1897">
                  <c:v>43034</c:v>
                </c:pt>
                <c:pt idx="1898">
                  <c:v>43035</c:v>
                </c:pt>
                <c:pt idx="1899">
                  <c:v>43038</c:v>
                </c:pt>
                <c:pt idx="1900">
                  <c:v>43039</c:v>
                </c:pt>
                <c:pt idx="1901">
                  <c:v>43040</c:v>
                </c:pt>
                <c:pt idx="1902">
                  <c:v>43041</c:v>
                </c:pt>
                <c:pt idx="1903">
                  <c:v>43042</c:v>
                </c:pt>
                <c:pt idx="1904">
                  <c:v>43045</c:v>
                </c:pt>
                <c:pt idx="1905">
                  <c:v>43046</c:v>
                </c:pt>
                <c:pt idx="1906">
                  <c:v>43047</c:v>
                </c:pt>
                <c:pt idx="1907">
                  <c:v>43048</c:v>
                </c:pt>
                <c:pt idx="1908">
                  <c:v>43049</c:v>
                </c:pt>
                <c:pt idx="1909">
                  <c:v>43052</c:v>
                </c:pt>
                <c:pt idx="1910">
                  <c:v>43053</c:v>
                </c:pt>
                <c:pt idx="1911">
                  <c:v>43054</c:v>
                </c:pt>
                <c:pt idx="1912">
                  <c:v>43055</c:v>
                </c:pt>
                <c:pt idx="1913">
                  <c:v>43056</c:v>
                </c:pt>
                <c:pt idx="1914">
                  <c:v>43059</c:v>
                </c:pt>
                <c:pt idx="1915">
                  <c:v>43060</c:v>
                </c:pt>
                <c:pt idx="1916">
                  <c:v>43061</c:v>
                </c:pt>
                <c:pt idx="1917">
                  <c:v>43062</c:v>
                </c:pt>
                <c:pt idx="1918">
                  <c:v>43063</c:v>
                </c:pt>
                <c:pt idx="1919">
                  <c:v>43066</c:v>
                </c:pt>
                <c:pt idx="1920">
                  <c:v>43067</c:v>
                </c:pt>
                <c:pt idx="1921">
                  <c:v>43068</c:v>
                </c:pt>
                <c:pt idx="1922">
                  <c:v>43069</c:v>
                </c:pt>
                <c:pt idx="1923">
                  <c:v>43070</c:v>
                </c:pt>
                <c:pt idx="1924">
                  <c:v>43073</c:v>
                </c:pt>
                <c:pt idx="1925">
                  <c:v>43074</c:v>
                </c:pt>
                <c:pt idx="1926">
                  <c:v>43075</c:v>
                </c:pt>
                <c:pt idx="1927">
                  <c:v>43076</c:v>
                </c:pt>
                <c:pt idx="1928">
                  <c:v>43077</c:v>
                </c:pt>
                <c:pt idx="1929">
                  <c:v>43080</c:v>
                </c:pt>
                <c:pt idx="1930">
                  <c:v>43081</c:v>
                </c:pt>
                <c:pt idx="1931">
                  <c:v>43082</c:v>
                </c:pt>
                <c:pt idx="1932">
                  <c:v>43083</c:v>
                </c:pt>
                <c:pt idx="1933">
                  <c:v>43084</c:v>
                </c:pt>
                <c:pt idx="1934">
                  <c:v>43087</c:v>
                </c:pt>
                <c:pt idx="1935">
                  <c:v>43088</c:v>
                </c:pt>
                <c:pt idx="1936">
                  <c:v>43089</c:v>
                </c:pt>
                <c:pt idx="1937">
                  <c:v>43090</c:v>
                </c:pt>
                <c:pt idx="1938">
                  <c:v>43091</c:v>
                </c:pt>
                <c:pt idx="1939">
                  <c:v>43095</c:v>
                </c:pt>
                <c:pt idx="1940">
                  <c:v>43096</c:v>
                </c:pt>
                <c:pt idx="1941">
                  <c:v>43097</c:v>
                </c:pt>
                <c:pt idx="1942">
                  <c:v>43102</c:v>
                </c:pt>
                <c:pt idx="1943">
                  <c:v>43103</c:v>
                </c:pt>
                <c:pt idx="1944">
                  <c:v>43104</c:v>
                </c:pt>
                <c:pt idx="1945">
                  <c:v>43105</c:v>
                </c:pt>
                <c:pt idx="1946">
                  <c:v>43108</c:v>
                </c:pt>
                <c:pt idx="1947">
                  <c:v>43109</c:v>
                </c:pt>
                <c:pt idx="1948">
                  <c:v>43110</c:v>
                </c:pt>
                <c:pt idx="1949">
                  <c:v>43111</c:v>
                </c:pt>
                <c:pt idx="1950">
                  <c:v>43112</c:v>
                </c:pt>
                <c:pt idx="1951">
                  <c:v>43115</c:v>
                </c:pt>
                <c:pt idx="1952">
                  <c:v>43116</c:v>
                </c:pt>
                <c:pt idx="1953">
                  <c:v>43117</c:v>
                </c:pt>
                <c:pt idx="1954">
                  <c:v>43118</c:v>
                </c:pt>
                <c:pt idx="1955">
                  <c:v>43119</c:v>
                </c:pt>
                <c:pt idx="1956">
                  <c:v>43122</c:v>
                </c:pt>
                <c:pt idx="1957">
                  <c:v>43123</c:v>
                </c:pt>
                <c:pt idx="1958">
                  <c:v>43124</c:v>
                </c:pt>
                <c:pt idx="1959">
                  <c:v>43125</c:v>
                </c:pt>
                <c:pt idx="1960">
                  <c:v>43126</c:v>
                </c:pt>
                <c:pt idx="1961">
                  <c:v>43129</c:v>
                </c:pt>
                <c:pt idx="1962">
                  <c:v>43130</c:v>
                </c:pt>
                <c:pt idx="1963">
                  <c:v>43131</c:v>
                </c:pt>
                <c:pt idx="1964">
                  <c:v>43132</c:v>
                </c:pt>
                <c:pt idx="1965">
                  <c:v>43133</c:v>
                </c:pt>
                <c:pt idx="1966">
                  <c:v>43136</c:v>
                </c:pt>
                <c:pt idx="1967">
                  <c:v>43137</c:v>
                </c:pt>
                <c:pt idx="1968">
                  <c:v>43138</c:v>
                </c:pt>
                <c:pt idx="1969">
                  <c:v>43139</c:v>
                </c:pt>
                <c:pt idx="1970">
                  <c:v>43140</c:v>
                </c:pt>
                <c:pt idx="1971">
                  <c:v>43143</c:v>
                </c:pt>
                <c:pt idx="1972">
                  <c:v>43144</c:v>
                </c:pt>
                <c:pt idx="1973">
                  <c:v>43145</c:v>
                </c:pt>
                <c:pt idx="1974">
                  <c:v>43150</c:v>
                </c:pt>
                <c:pt idx="1975">
                  <c:v>43151</c:v>
                </c:pt>
                <c:pt idx="1976">
                  <c:v>43152</c:v>
                </c:pt>
                <c:pt idx="1977">
                  <c:v>43153</c:v>
                </c:pt>
                <c:pt idx="1978">
                  <c:v>43154</c:v>
                </c:pt>
                <c:pt idx="1979">
                  <c:v>43157</c:v>
                </c:pt>
                <c:pt idx="1980">
                  <c:v>43158</c:v>
                </c:pt>
                <c:pt idx="1981">
                  <c:v>43159</c:v>
                </c:pt>
                <c:pt idx="1982">
                  <c:v>43161</c:v>
                </c:pt>
                <c:pt idx="1983">
                  <c:v>43164</c:v>
                </c:pt>
                <c:pt idx="1984">
                  <c:v>43165</c:v>
                </c:pt>
                <c:pt idx="1985">
                  <c:v>43166</c:v>
                </c:pt>
                <c:pt idx="1986">
                  <c:v>43167</c:v>
                </c:pt>
                <c:pt idx="1987">
                  <c:v>43168</c:v>
                </c:pt>
                <c:pt idx="1988">
                  <c:v>43171</c:v>
                </c:pt>
                <c:pt idx="1989">
                  <c:v>43172</c:v>
                </c:pt>
                <c:pt idx="1990">
                  <c:v>43173</c:v>
                </c:pt>
                <c:pt idx="1991">
                  <c:v>43174</c:v>
                </c:pt>
                <c:pt idx="1992">
                  <c:v>43175</c:v>
                </c:pt>
                <c:pt idx="1993">
                  <c:v>43178</c:v>
                </c:pt>
                <c:pt idx="1994">
                  <c:v>43179</c:v>
                </c:pt>
                <c:pt idx="1995">
                  <c:v>43180</c:v>
                </c:pt>
                <c:pt idx="1996">
                  <c:v>43181</c:v>
                </c:pt>
                <c:pt idx="1997">
                  <c:v>43182</c:v>
                </c:pt>
                <c:pt idx="1998">
                  <c:v>43185</c:v>
                </c:pt>
                <c:pt idx="1999">
                  <c:v>43186</c:v>
                </c:pt>
                <c:pt idx="2000">
                  <c:v>43187</c:v>
                </c:pt>
                <c:pt idx="2001">
                  <c:v>43188</c:v>
                </c:pt>
                <c:pt idx="2002">
                  <c:v>43189</c:v>
                </c:pt>
                <c:pt idx="2003">
                  <c:v>43192</c:v>
                </c:pt>
                <c:pt idx="2004">
                  <c:v>43193</c:v>
                </c:pt>
                <c:pt idx="2005">
                  <c:v>43194</c:v>
                </c:pt>
                <c:pt idx="2006">
                  <c:v>43195</c:v>
                </c:pt>
                <c:pt idx="2007">
                  <c:v>43196</c:v>
                </c:pt>
                <c:pt idx="2008">
                  <c:v>43199</c:v>
                </c:pt>
                <c:pt idx="2009">
                  <c:v>43200</c:v>
                </c:pt>
                <c:pt idx="2010">
                  <c:v>43201</c:v>
                </c:pt>
                <c:pt idx="2011">
                  <c:v>43202</c:v>
                </c:pt>
                <c:pt idx="2012">
                  <c:v>43203</c:v>
                </c:pt>
                <c:pt idx="2013">
                  <c:v>43206</c:v>
                </c:pt>
                <c:pt idx="2014">
                  <c:v>43207</c:v>
                </c:pt>
                <c:pt idx="2015">
                  <c:v>43208</c:v>
                </c:pt>
                <c:pt idx="2016">
                  <c:v>43209</c:v>
                </c:pt>
                <c:pt idx="2017">
                  <c:v>43210</c:v>
                </c:pt>
                <c:pt idx="2018">
                  <c:v>43213</c:v>
                </c:pt>
                <c:pt idx="2019">
                  <c:v>43214</c:v>
                </c:pt>
                <c:pt idx="2020">
                  <c:v>43215</c:v>
                </c:pt>
                <c:pt idx="2021">
                  <c:v>43216</c:v>
                </c:pt>
                <c:pt idx="2022">
                  <c:v>43217</c:v>
                </c:pt>
                <c:pt idx="2023">
                  <c:v>43220</c:v>
                </c:pt>
                <c:pt idx="2024">
                  <c:v>43222</c:v>
                </c:pt>
                <c:pt idx="2025">
                  <c:v>43223</c:v>
                </c:pt>
                <c:pt idx="2026">
                  <c:v>43224</c:v>
                </c:pt>
                <c:pt idx="2027">
                  <c:v>43228</c:v>
                </c:pt>
                <c:pt idx="2028">
                  <c:v>43229</c:v>
                </c:pt>
                <c:pt idx="2029">
                  <c:v>43230</c:v>
                </c:pt>
                <c:pt idx="2030">
                  <c:v>43231</c:v>
                </c:pt>
                <c:pt idx="2031">
                  <c:v>43234</c:v>
                </c:pt>
                <c:pt idx="2032">
                  <c:v>43235</c:v>
                </c:pt>
                <c:pt idx="2033">
                  <c:v>43236</c:v>
                </c:pt>
                <c:pt idx="2034">
                  <c:v>43237</c:v>
                </c:pt>
                <c:pt idx="2035">
                  <c:v>43238</c:v>
                </c:pt>
                <c:pt idx="2036">
                  <c:v>43241</c:v>
                </c:pt>
                <c:pt idx="2037">
                  <c:v>43243</c:v>
                </c:pt>
                <c:pt idx="2038">
                  <c:v>43244</c:v>
                </c:pt>
                <c:pt idx="2039">
                  <c:v>43245</c:v>
                </c:pt>
                <c:pt idx="2040">
                  <c:v>43248</c:v>
                </c:pt>
                <c:pt idx="2041">
                  <c:v>43249</c:v>
                </c:pt>
                <c:pt idx="2042">
                  <c:v>43250</c:v>
                </c:pt>
                <c:pt idx="2043">
                  <c:v>43251</c:v>
                </c:pt>
                <c:pt idx="2044">
                  <c:v>43252</c:v>
                </c:pt>
                <c:pt idx="2045">
                  <c:v>43255</c:v>
                </c:pt>
                <c:pt idx="2046">
                  <c:v>43256</c:v>
                </c:pt>
                <c:pt idx="2047">
                  <c:v>43258</c:v>
                </c:pt>
                <c:pt idx="2048">
                  <c:v>43259</c:v>
                </c:pt>
                <c:pt idx="2049">
                  <c:v>43262</c:v>
                </c:pt>
                <c:pt idx="2050">
                  <c:v>43263</c:v>
                </c:pt>
                <c:pt idx="2051">
                  <c:v>43265</c:v>
                </c:pt>
                <c:pt idx="2052">
                  <c:v>43266</c:v>
                </c:pt>
                <c:pt idx="2053">
                  <c:v>43269</c:v>
                </c:pt>
                <c:pt idx="2054">
                  <c:v>43270</c:v>
                </c:pt>
                <c:pt idx="2055">
                  <c:v>43271</c:v>
                </c:pt>
                <c:pt idx="2056">
                  <c:v>43272</c:v>
                </c:pt>
                <c:pt idx="2057">
                  <c:v>43273</c:v>
                </c:pt>
                <c:pt idx="2058">
                  <c:v>43276</c:v>
                </c:pt>
                <c:pt idx="2059">
                  <c:v>43277</c:v>
                </c:pt>
                <c:pt idx="2060">
                  <c:v>43278</c:v>
                </c:pt>
                <c:pt idx="2061">
                  <c:v>43279</c:v>
                </c:pt>
                <c:pt idx="2062">
                  <c:v>43280</c:v>
                </c:pt>
                <c:pt idx="2063">
                  <c:v>43283</c:v>
                </c:pt>
                <c:pt idx="2064">
                  <c:v>43284</c:v>
                </c:pt>
                <c:pt idx="2065">
                  <c:v>43285</c:v>
                </c:pt>
                <c:pt idx="2066">
                  <c:v>43286</c:v>
                </c:pt>
                <c:pt idx="2067">
                  <c:v>43287</c:v>
                </c:pt>
                <c:pt idx="2068">
                  <c:v>43290</c:v>
                </c:pt>
                <c:pt idx="2069">
                  <c:v>43291</c:v>
                </c:pt>
                <c:pt idx="2070">
                  <c:v>43292</c:v>
                </c:pt>
                <c:pt idx="2071">
                  <c:v>43293</c:v>
                </c:pt>
                <c:pt idx="2072">
                  <c:v>43294</c:v>
                </c:pt>
                <c:pt idx="2073">
                  <c:v>43297</c:v>
                </c:pt>
                <c:pt idx="2074">
                  <c:v>43298</c:v>
                </c:pt>
                <c:pt idx="2075">
                  <c:v>43299</c:v>
                </c:pt>
                <c:pt idx="2076">
                  <c:v>43300</c:v>
                </c:pt>
                <c:pt idx="2077">
                  <c:v>43301</c:v>
                </c:pt>
                <c:pt idx="2078">
                  <c:v>43304</c:v>
                </c:pt>
                <c:pt idx="2079">
                  <c:v>43305</c:v>
                </c:pt>
                <c:pt idx="2080">
                  <c:v>43306</c:v>
                </c:pt>
                <c:pt idx="2081">
                  <c:v>43307</c:v>
                </c:pt>
                <c:pt idx="2082">
                  <c:v>43308</c:v>
                </c:pt>
                <c:pt idx="2083">
                  <c:v>43311</c:v>
                </c:pt>
                <c:pt idx="2084">
                  <c:v>43312</c:v>
                </c:pt>
                <c:pt idx="2085">
                  <c:v>43313</c:v>
                </c:pt>
                <c:pt idx="2086">
                  <c:v>43314</c:v>
                </c:pt>
                <c:pt idx="2087">
                  <c:v>43315</c:v>
                </c:pt>
                <c:pt idx="2088">
                  <c:v>43318</c:v>
                </c:pt>
                <c:pt idx="2089">
                  <c:v>43319</c:v>
                </c:pt>
                <c:pt idx="2090">
                  <c:v>43320</c:v>
                </c:pt>
                <c:pt idx="2091">
                  <c:v>43321</c:v>
                </c:pt>
                <c:pt idx="2092">
                  <c:v>43322</c:v>
                </c:pt>
                <c:pt idx="2093">
                  <c:v>43325</c:v>
                </c:pt>
                <c:pt idx="2094">
                  <c:v>43326</c:v>
                </c:pt>
                <c:pt idx="2095">
                  <c:v>43328</c:v>
                </c:pt>
                <c:pt idx="2096">
                  <c:v>43329</c:v>
                </c:pt>
                <c:pt idx="2097">
                  <c:v>43332</c:v>
                </c:pt>
                <c:pt idx="2098">
                  <c:v>43333</c:v>
                </c:pt>
                <c:pt idx="2099">
                  <c:v>43334</c:v>
                </c:pt>
                <c:pt idx="2100">
                  <c:v>43335</c:v>
                </c:pt>
                <c:pt idx="2101">
                  <c:v>43336</c:v>
                </c:pt>
                <c:pt idx="2102">
                  <c:v>43339</c:v>
                </c:pt>
                <c:pt idx="2103">
                  <c:v>43340</c:v>
                </c:pt>
                <c:pt idx="2104">
                  <c:v>43341</c:v>
                </c:pt>
                <c:pt idx="2105">
                  <c:v>43342</c:v>
                </c:pt>
                <c:pt idx="2106">
                  <c:v>43343</c:v>
                </c:pt>
                <c:pt idx="2107">
                  <c:v>43346</c:v>
                </c:pt>
                <c:pt idx="2108">
                  <c:v>43347</c:v>
                </c:pt>
                <c:pt idx="2109">
                  <c:v>43348</c:v>
                </c:pt>
                <c:pt idx="2110">
                  <c:v>43349</c:v>
                </c:pt>
                <c:pt idx="2111">
                  <c:v>43350</c:v>
                </c:pt>
                <c:pt idx="2112">
                  <c:v>43353</c:v>
                </c:pt>
                <c:pt idx="2113">
                  <c:v>43354</c:v>
                </c:pt>
                <c:pt idx="2114">
                  <c:v>43355</c:v>
                </c:pt>
                <c:pt idx="2115">
                  <c:v>43356</c:v>
                </c:pt>
                <c:pt idx="2116">
                  <c:v>43357</c:v>
                </c:pt>
                <c:pt idx="2117">
                  <c:v>43360</c:v>
                </c:pt>
                <c:pt idx="2118">
                  <c:v>43361</c:v>
                </c:pt>
                <c:pt idx="2119">
                  <c:v>43362</c:v>
                </c:pt>
                <c:pt idx="2120">
                  <c:v>43363</c:v>
                </c:pt>
                <c:pt idx="2121">
                  <c:v>43364</c:v>
                </c:pt>
                <c:pt idx="2122">
                  <c:v>43370</c:v>
                </c:pt>
                <c:pt idx="2123">
                  <c:v>43371</c:v>
                </c:pt>
                <c:pt idx="2124">
                  <c:v>43374</c:v>
                </c:pt>
                <c:pt idx="2125">
                  <c:v>43375</c:v>
                </c:pt>
                <c:pt idx="2126">
                  <c:v>43377</c:v>
                </c:pt>
                <c:pt idx="2127">
                  <c:v>43378</c:v>
                </c:pt>
                <c:pt idx="2128">
                  <c:v>43381</c:v>
                </c:pt>
                <c:pt idx="2129">
                  <c:v>43383</c:v>
                </c:pt>
                <c:pt idx="2130">
                  <c:v>43384</c:v>
                </c:pt>
                <c:pt idx="2131">
                  <c:v>43385</c:v>
                </c:pt>
                <c:pt idx="2132">
                  <c:v>43388</c:v>
                </c:pt>
                <c:pt idx="2133">
                  <c:v>43389</c:v>
                </c:pt>
                <c:pt idx="2134">
                  <c:v>43390</c:v>
                </c:pt>
                <c:pt idx="2135">
                  <c:v>43391</c:v>
                </c:pt>
                <c:pt idx="2136">
                  <c:v>43392</c:v>
                </c:pt>
                <c:pt idx="2137">
                  <c:v>43395</c:v>
                </c:pt>
                <c:pt idx="2138">
                  <c:v>43396</c:v>
                </c:pt>
                <c:pt idx="2139">
                  <c:v>43397</c:v>
                </c:pt>
                <c:pt idx="2140">
                  <c:v>43398</c:v>
                </c:pt>
                <c:pt idx="2141">
                  <c:v>43399</c:v>
                </c:pt>
                <c:pt idx="2142">
                  <c:v>43402</c:v>
                </c:pt>
                <c:pt idx="2143">
                  <c:v>43403</c:v>
                </c:pt>
                <c:pt idx="2144">
                  <c:v>43404</c:v>
                </c:pt>
                <c:pt idx="2145">
                  <c:v>43405</c:v>
                </c:pt>
                <c:pt idx="2146">
                  <c:v>43406</c:v>
                </c:pt>
                <c:pt idx="2147">
                  <c:v>43409</c:v>
                </c:pt>
                <c:pt idx="2148">
                  <c:v>43410</c:v>
                </c:pt>
                <c:pt idx="2149">
                  <c:v>43411</c:v>
                </c:pt>
                <c:pt idx="2150">
                  <c:v>43412</c:v>
                </c:pt>
                <c:pt idx="2151">
                  <c:v>43413</c:v>
                </c:pt>
                <c:pt idx="2152">
                  <c:v>43416</c:v>
                </c:pt>
                <c:pt idx="2153">
                  <c:v>43417</c:v>
                </c:pt>
                <c:pt idx="2154">
                  <c:v>43418</c:v>
                </c:pt>
                <c:pt idx="2155">
                  <c:v>43419</c:v>
                </c:pt>
                <c:pt idx="2156">
                  <c:v>43420</c:v>
                </c:pt>
                <c:pt idx="2157">
                  <c:v>43423</c:v>
                </c:pt>
                <c:pt idx="2158">
                  <c:v>43424</c:v>
                </c:pt>
                <c:pt idx="2159">
                  <c:v>43425</c:v>
                </c:pt>
                <c:pt idx="2160">
                  <c:v>43426</c:v>
                </c:pt>
                <c:pt idx="2161">
                  <c:v>43427</c:v>
                </c:pt>
                <c:pt idx="2162">
                  <c:v>43430</c:v>
                </c:pt>
                <c:pt idx="2163">
                  <c:v>43431</c:v>
                </c:pt>
                <c:pt idx="2164">
                  <c:v>43432</c:v>
                </c:pt>
                <c:pt idx="2165">
                  <c:v>43433</c:v>
                </c:pt>
                <c:pt idx="2166">
                  <c:v>43434</c:v>
                </c:pt>
                <c:pt idx="2167">
                  <c:v>43437</c:v>
                </c:pt>
                <c:pt idx="2168">
                  <c:v>43438</c:v>
                </c:pt>
                <c:pt idx="2169">
                  <c:v>43439</c:v>
                </c:pt>
                <c:pt idx="2170">
                  <c:v>43440</c:v>
                </c:pt>
                <c:pt idx="2171">
                  <c:v>43441</c:v>
                </c:pt>
                <c:pt idx="2172">
                  <c:v>43444</c:v>
                </c:pt>
                <c:pt idx="2173">
                  <c:v>43445</c:v>
                </c:pt>
                <c:pt idx="2174">
                  <c:v>43446</c:v>
                </c:pt>
                <c:pt idx="2175">
                  <c:v>43447</c:v>
                </c:pt>
                <c:pt idx="2176">
                  <c:v>43448</c:v>
                </c:pt>
                <c:pt idx="2177">
                  <c:v>43451</c:v>
                </c:pt>
                <c:pt idx="2178">
                  <c:v>43452</c:v>
                </c:pt>
                <c:pt idx="2179">
                  <c:v>43453</c:v>
                </c:pt>
                <c:pt idx="2180">
                  <c:v>43454</c:v>
                </c:pt>
                <c:pt idx="2181">
                  <c:v>43455</c:v>
                </c:pt>
                <c:pt idx="2182">
                  <c:v>43458</c:v>
                </c:pt>
                <c:pt idx="2183">
                  <c:v>43460</c:v>
                </c:pt>
                <c:pt idx="2184">
                  <c:v>43461</c:v>
                </c:pt>
                <c:pt idx="2185">
                  <c:v>43462</c:v>
                </c:pt>
                <c:pt idx="2186">
                  <c:v>43467</c:v>
                </c:pt>
                <c:pt idx="2187">
                  <c:v>43468</c:v>
                </c:pt>
                <c:pt idx="2188">
                  <c:v>43469</c:v>
                </c:pt>
                <c:pt idx="2189">
                  <c:v>43472</c:v>
                </c:pt>
                <c:pt idx="2190">
                  <c:v>43473</c:v>
                </c:pt>
                <c:pt idx="2191">
                  <c:v>43474</c:v>
                </c:pt>
                <c:pt idx="2192">
                  <c:v>43475</c:v>
                </c:pt>
                <c:pt idx="2193">
                  <c:v>43476</c:v>
                </c:pt>
                <c:pt idx="2194">
                  <c:v>43479</c:v>
                </c:pt>
                <c:pt idx="2195">
                  <c:v>43480</c:v>
                </c:pt>
                <c:pt idx="2196">
                  <c:v>43481</c:v>
                </c:pt>
                <c:pt idx="2197">
                  <c:v>43482</c:v>
                </c:pt>
                <c:pt idx="2198">
                  <c:v>43483</c:v>
                </c:pt>
                <c:pt idx="2199">
                  <c:v>43486</c:v>
                </c:pt>
                <c:pt idx="2200">
                  <c:v>43487</c:v>
                </c:pt>
                <c:pt idx="2201">
                  <c:v>43488</c:v>
                </c:pt>
                <c:pt idx="2202">
                  <c:v>43489</c:v>
                </c:pt>
                <c:pt idx="2203">
                  <c:v>43490</c:v>
                </c:pt>
                <c:pt idx="2204">
                  <c:v>43493</c:v>
                </c:pt>
                <c:pt idx="2205">
                  <c:v>43494</c:v>
                </c:pt>
                <c:pt idx="2206">
                  <c:v>43495</c:v>
                </c:pt>
                <c:pt idx="2207">
                  <c:v>43496</c:v>
                </c:pt>
                <c:pt idx="2208">
                  <c:v>43497</c:v>
                </c:pt>
                <c:pt idx="2209">
                  <c:v>43503</c:v>
                </c:pt>
                <c:pt idx="2210">
                  <c:v>43504</c:v>
                </c:pt>
                <c:pt idx="2211">
                  <c:v>43507</c:v>
                </c:pt>
                <c:pt idx="2212">
                  <c:v>43508</c:v>
                </c:pt>
                <c:pt idx="2213">
                  <c:v>43509</c:v>
                </c:pt>
                <c:pt idx="2214">
                  <c:v>43510</c:v>
                </c:pt>
                <c:pt idx="2215">
                  <c:v>43511</c:v>
                </c:pt>
                <c:pt idx="2216">
                  <c:v>43514</c:v>
                </c:pt>
                <c:pt idx="2217">
                  <c:v>43515</c:v>
                </c:pt>
                <c:pt idx="2218">
                  <c:v>43516</c:v>
                </c:pt>
                <c:pt idx="2219">
                  <c:v>43517</c:v>
                </c:pt>
                <c:pt idx="2220">
                  <c:v>43518</c:v>
                </c:pt>
                <c:pt idx="2221">
                  <c:v>43521</c:v>
                </c:pt>
                <c:pt idx="2222">
                  <c:v>43522</c:v>
                </c:pt>
                <c:pt idx="2223">
                  <c:v>43523</c:v>
                </c:pt>
                <c:pt idx="2224">
                  <c:v>43524</c:v>
                </c:pt>
                <c:pt idx="2225">
                  <c:v>43528</c:v>
                </c:pt>
                <c:pt idx="2226">
                  <c:v>43529</c:v>
                </c:pt>
                <c:pt idx="2227">
                  <c:v>43530</c:v>
                </c:pt>
                <c:pt idx="2228">
                  <c:v>43531</c:v>
                </c:pt>
                <c:pt idx="2229">
                  <c:v>43532</c:v>
                </c:pt>
                <c:pt idx="2230">
                  <c:v>43535</c:v>
                </c:pt>
                <c:pt idx="2231">
                  <c:v>43536</c:v>
                </c:pt>
                <c:pt idx="2232">
                  <c:v>43537</c:v>
                </c:pt>
                <c:pt idx="2233">
                  <c:v>43538</c:v>
                </c:pt>
                <c:pt idx="2234">
                  <c:v>43539</c:v>
                </c:pt>
                <c:pt idx="2235">
                  <c:v>43542</c:v>
                </c:pt>
                <c:pt idx="2236">
                  <c:v>43543</c:v>
                </c:pt>
                <c:pt idx="2237">
                  <c:v>43544</c:v>
                </c:pt>
                <c:pt idx="2238">
                  <c:v>43545</c:v>
                </c:pt>
                <c:pt idx="2239">
                  <c:v>43546</c:v>
                </c:pt>
                <c:pt idx="2240">
                  <c:v>43549</c:v>
                </c:pt>
                <c:pt idx="2241">
                  <c:v>43550</c:v>
                </c:pt>
                <c:pt idx="2242">
                  <c:v>43551</c:v>
                </c:pt>
                <c:pt idx="2243">
                  <c:v>43552</c:v>
                </c:pt>
                <c:pt idx="2244">
                  <c:v>43553</c:v>
                </c:pt>
                <c:pt idx="2245">
                  <c:v>43556</c:v>
                </c:pt>
                <c:pt idx="2246">
                  <c:v>43557</c:v>
                </c:pt>
                <c:pt idx="2247">
                  <c:v>43558</c:v>
                </c:pt>
                <c:pt idx="2248">
                  <c:v>43559</c:v>
                </c:pt>
                <c:pt idx="2249">
                  <c:v>43560</c:v>
                </c:pt>
                <c:pt idx="2250">
                  <c:v>43563</c:v>
                </c:pt>
                <c:pt idx="2251">
                  <c:v>43564</c:v>
                </c:pt>
                <c:pt idx="2252">
                  <c:v>43565</c:v>
                </c:pt>
                <c:pt idx="2253">
                  <c:v>43566</c:v>
                </c:pt>
                <c:pt idx="2254">
                  <c:v>43567</c:v>
                </c:pt>
                <c:pt idx="2255">
                  <c:v>43570</c:v>
                </c:pt>
                <c:pt idx="2256">
                  <c:v>43571</c:v>
                </c:pt>
                <c:pt idx="2257">
                  <c:v>43572</c:v>
                </c:pt>
                <c:pt idx="2258">
                  <c:v>43573</c:v>
                </c:pt>
                <c:pt idx="2259">
                  <c:v>43574</c:v>
                </c:pt>
                <c:pt idx="2260">
                  <c:v>43577</c:v>
                </c:pt>
                <c:pt idx="2261">
                  <c:v>43578</c:v>
                </c:pt>
                <c:pt idx="2262">
                  <c:v>43579</c:v>
                </c:pt>
                <c:pt idx="2263">
                  <c:v>43580</c:v>
                </c:pt>
                <c:pt idx="2264">
                  <c:v>43581</c:v>
                </c:pt>
                <c:pt idx="2265">
                  <c:v>43584</c:v>
                </c:pt>
                <c:pt idx="2266">
                  <c:v>43585</c:v>
                </c:pt>
                <c:pt idx="2267">
                  <c:v>43587</c:v>
                </c:pt>
                <c:pt idx="2268">
                  <c:v>43588</c:v>
                </c:pt>
                <c:pt idx="2269">
                  <c:v>43592</c:v>
                </c:pt>
                <c:pt idx="2270">
                  <c:v>43593</c:v>
                </c:pt>
                <c:pt idx="2271">
                  <c:v>43594</c:v>
                </c:pt>
                <c:pt idx="2272">
                  <c:v>43595</c:v>
                </c:pt>
                <c:pt idx="2273">
                  <c:v>43598</c:v>
                </c:pt>
                <c:pt idx="2274">
                  <c:v>43599</c:v>
                </c:pt>
                <c:pt idx="2275">
                  <c:v>43600</c:v>
                </c:pt>
                <c:pt idx="2276">
                  <c:v>43601</c:v>
                </c:pt>
                <c:pt idx="2277">
                  <c:v>43602</c:v>
                </c:pt>
                <c:pt idx="2278">
                  <c:v>43605</c:v>
                </c:pt>
                <c:pt idx="2279">
                  <c:v>43606</c:v>
                </c:pt>
                <c:pt idx="2280">
                  <c:v>43607</c:v>
                </c:pt>
                <c:pt idx="2281">
                  <c:v>43608</c:v>
                </c:pt>
                <c:pt idx="2282">
                  <c:v>43609</c:v>
                </c:pt>
                <c:pt idx="2283">
                  <c:v>43612</c:v>
                </c:pt>
                <c:pt idx="2284">
                  <c:v>43613</c:v>
                </c:pt>
                <c:pt idx="2285">
                  <c:v>43614</c:v>
                </c:pt>
                <c:pt idx="2286">
                  <c:v>43615</c:v>
                </c:pt>
                <c:pt idx="2287">
                  <c:v>43616</c:v>
                </c:pt>
                <c:pt idx="2288">
                  <c:v>43619</c:v>
                </c:pt>
                <c:pt idx="2289">
                  <c:v>43620</c:v>
                </c:pt>
                <c:pt idx="2290">
                  <c:v>43621</c:v>
                </c:pt>
                <c:pt idx="2291">
                  <c:v>43623</c:v>
                </c:pt>
                <c:pt idx="2292">
                  <c:v>43626</c:v>
                </c:pt>
                <c:pt idx="2293">
                  <c:v>43627</c:v>
                </c:pt>
                <c:pt idx="2294">
                  <c:v>43628</c:v>
                </c:pt>
                <c:pt idx="2295">
                  <c:v>43629</c:v>
                </c:pt>
                <c:pt idx="2296">
                  <c:v>43630</c:v>
                </c:pt>
                <c:pt idx="2297">
                  <c:v>43633</c:v>
                </c:pt>
                <c:pt idx="2298">
                  <c:v>43634</c:v>
                </c:pt>
                <c:pt idx="2299">
                  <c:v>43635</c:v>
                </c:pt>
                <c:pt idx="2300">
                  <c:v>43636</c:v>
                </c:pt>
                <c:pt idx="2301">
                  <c:v>43637</c:v>
                </c:pt>
                <c:pt idx="2302">
                  <c:v>43640</c:v>
                </c:pt>
                <c:pt idx="2303">
                  <c:v>43641</c:v>
                </c:pt>
                <c:pt idx="2304">
                  <c:v>43642</c:v>
                </c:pt>
                <c:pt idx="2305">
                  <c:v>43643</c:v>
                </c:pt>
                <c:pt idx="2306">
                  <c:v>43644</c:v>
                </c:pt>
                <c:pt idx="2307">
                  <c:v>43647</c:v>
                </c:pt>
                <c:pt idx="2308">
                  <c:v>43648</c:v>
                </c:pt>
                <c:pt idx="2309">
                  <c:v>43649</c:v>
                </c:pt>
                <c:pt idx="2310">
                  <c:v>43650</c:v>
                </c:pt>
                <c:pt idx="2311">
                  <c:v>43651</c:v>
                </c:pt>
                <c:pt idx="2312">
                  <c:v>43654</c:v>
                </c:pt>
                <c:pt idx="2313">
                  <c:v>43655</c:v>
                </c:pt>
                <c:pt idx="2314">
                  <c:v>43656</c:v>
                </c:pt>
                <c:pt idx="2315">
                  <c:v>43657</c:v>
                </c:pt>
                <c:pt idx="2316">
                  <c:v>43658</c:v>
                </c:pt>
                <c:pt idx="2317">
                  <c:v>43661</c:v>
                </c:pt>
                <c:pt idx="2318">
                  <c:v>43662</c:v>
                </c:pt>
                <c:pt idx="2319">
                  <c:v>43663</c:v>
                </c:pt>
                <c:pt idx="2320">
                  <c:v>43664</c:v>
                </c:pt>
                <c:pt idx="2321">
                  <c:v>43665</c:v>
                </c:pt>
                <c:pt idx="2322">
                  <c:v>43668</c:v>
                </c:pt>
                <c:pt idx="2323">
                  <c:v>43669</c:v>
                </c:pt>
                <c:pt idx="2324">
                  <c:v>43670</c:v>
                </c:pt>
                <c:pt idx="2325">
                  <c:v>43671</c:v>
                </c:pt>
                <c:pt idx="2326">
                  <c:v>43672</c:v>
                </c:pt>
                <c:pt idx="2327">
                  <c:v>43675</c:v>
                </c:pt>
                <c:pt idx="2328">
                  <c:v>43676</c:v>
                </c:pt>
                <c:pt idx="2329">
                  <c:v>43677</c:v>
                </c:pt>
                <c:pt idx="2330">
                  <c:v>43678</c:v>
                </c:pt>
                <c:pt idx="2331">
                  <c:v>43679</c:v>
                </c:pt>
                <c:pt idx="2332">
                  <c:v>43682</c:v>
                </c:pt>
                <c:pt idx="2333">
                  <c:v>43683</c:v>
                </c:pt>
                <c:pt idx="2334">
                  <c:v>43684</c:v>
                </c:pt>
                <c:pt idx="2335">
                  <c:v>43685</c:v>
                </c:pt>
                <c:pt idx="2336">
                  <c:v>43686</c:v>
                </c:pt>
                <c:pt idx="2337">
                  <c:v>43689</c:v>
                </c:pt>
                <c:pt idx="2338">
                  <c:v>43690</c:v>
                </c:pt>
                <c:pt idx="2339">
                  <c:v>43691</c:v>
                </c:pt>
                <c:pt idx="2340">
                  <c:v>43693</c:v>
                </c:pt>
                <c:pt idx="2341">
                  <c:v>43696</c:v>
                </c:pt>
                <c:pt idx="2342">
                  <c:v>43697</c:v>
                </c:pt>
                <c:pt idx="2343">
                  <c:v>43698</c:v>
                </c:pt>
                <c:pt idx="2344">
                  <c:v>43699</c:v>
                </c:pt>
                <c:pt idx="2345">
                  <c:v>43700</c:v>
                </c:pt>
                <c:pt idx="2346">
                  <c:v>43703</c:v>
                </c:pt>
                <c:pt idx="2347">
                  <c:v>43704</c:v>
                </c:pt>
                <c:pt idx="2348">
                  <c:v>43705</c:v>
                </c:pt>
                <c:pt idx="2349">
                  <c:v>43706</c:v>
                </c:pt>
                <c:pt idx="2350">
                  <c:v>43707</c:v>
                </c:pt>
                <c:pt idx="2351">
                  <c:v>43710</c:v>
                </c:pt>
                <c:pt idx="2352">
                  <c:v>43711</c:v>
                </c:pt>
                <c:pt idx="2353">
                  <c:v>43712</c:v>
                </c:pt>
                <c:pt idx="2354">
                  <c:v>43713</c:v>
                </c:pt>
                <c:pt idx="2355">
                  <c:v>43714</c:v>
                </c:pt>
                <c:pt idx="2356">
                  <c:v>43717</c:v>
                </c:pt>
                <c:pt idx="2357">
                  <c:v>43718</c:v>
                </c:pt>
                <c:pt idx="2358">
                  <c:v>43719</c:v>
                </c:pt>
                <c:pt idx="2359">
                  <c:v>43724</c:v>
                </c:pt>
                <c:pt idx="2360">
                  <c:v>43725</c:v>
                </c:pt>
                <c:pt idx="2361">
                  <c:v>43726</c:v>
                </c:pt>
                <c:pt idx="2362">
                  <c:v>43727</c:v>
                </c:pt>
                <c:pt idx="2363">
                  <c:v>43728</c:v>
                </c:pt>
                <c:pt idx="2364">
                  <c:v>43731</c:v>
                </c:pt>
                <c:pt idx="2365">
                  <c:v>43732</c:v>
                </c:pt>
                <c:pt idx="2366">
                  <c:v>43733</c:v>
                </c:pt>
                <c:pt idx="2367">
                  <c:v>43734</c:v>
                </c:pt>
                <c:pt idx="2368">
                  <c:v>43735</c:v>
                </c:pt>
                <c:pt idx="2369">
                  <c:v>43738</c:v>
                </c:pt>
                <c:pt idx="2370">
                  <c:v>43739</c:v>
                </c:pt>
                <c:pt idx="2371">
                  <c:v>43740</c:v>
                </c:pt>
                <c:pt idx="2372">
                  <c:v>43742</c:v>
                </c:pt>
                <c:pt idx="2373">
                  <c:v>43745</c:v>
                </c:pt>
                <c:pt idx="2374">
                  <c:v>43746</c:v>
                </c:pt>
                <c:pt idx="2375">
                  <c:v>43748</c:v>
                </c:pt>
                <c:pt idx="2376">
                  <c:v>43749</c:v>
                </c:pt>
                <c:pt idx="2377">
                  <c:v>43752</c:v>
                </c:pt>
                <c:pt idx="2378">
                  <c:v>43753</c:v>
                </c:pt>
                <c:pt idx="2379">
                  <c:v>43754</c:v>
                </c:pt>
                <c:pt idx="2380">
                  <c:v>43755</c:v>
                </c:pt>
                <c:pt idx="2381">
                  <c:v>43756</c:v>
                </c:pt>
                <c:pt idx="2382">
                  <c:v>43759</c:v>
                </c:pt>
                <c:pt idx="2383">
                  <c:v>43760</c:v>
                </c:pt>
                <c:pt idx="2384">
                  <c:v>43761</c:v>
                </c:pt>
                <c:pt idx="2385">
                  <c:v>43762</c:v>
                </c:pt>
                <c:pt idx="2386">
                  <c:v>43763</c:v>
                </c:pt>
                <c:pt idx="2387">
                  <c:v>43766</c:v>
                </c:pt>
                <c:pt idx="2388">
                  <c:v>43767</c:v>
                </c:pt>
                <c:pt idx="2389">
                  <c:v>43768</c:v>
                </c:pt>
                <c:pt idx="2390">
                  <c:v>43769</c:v>
                </c:pt>
                <c:pt idx="2391">
                  <c:v>43770</c:v>
                </c:pt>
                <c:pt idx="2392">
                  <c:v>43773</c:v>
                </c:pt>
                <c:pt idx="2393">
                  <c:v>43774</c:v>
                </c:pt>
                <c:pt idx="2394">
                  <c:v>43775</c:v>
                </c:pt>
                <c:pt idx="2395">
                  <c:v>43776</c:v>
                </c:pt>
                <c:pt idx="2396">
                  <c:v>43777</c:v>
                </c:pt>
                <c:pt idx="2397">
                  <c:v>43780</c:v>
                </c:pt>
                <c:pt idx="2398">
                  <c:v>43781</c:v>
                </c:pt>
                <c:pt idx="2399">
                  <c:v>43782</c:v>
                </c:pt>
                <c:pt idx="2400">
                  <c:v>43783</c:v>
                </c:pt>
                <c:pt idx="2401">
                  <c:v>43784</c:v>
                </c:pt>
                <c:pt idx="2402">
                  <c:v>43787</c:v>
                </c:pt>
                <c:pt idx="2403">
                  <c:v>43788</c:v>
                </c:pt>
                <c:pt idx="2404">
                  <c:v>43789</c:v>
                </c:pt>
                <c:pt idx="2405">
                  <c:v>43790</c:v>
                </c:pt>
                <c:pt idx="2406">
                  <c:v>43791</c:v>
                </c:pt>
                <c:pt idx="2407">
                  <c:v>43794</c:v>
                </c:pt>
                <c:pt idx="2408">
                  <c:v>43795</c:v>
                </c:pt>
                <c:pt idx="2409">
                  <c:v>43796</c:v>
                </c:pt>
                <c:pt idx="2410">
                  <c:v>43797</c:v>
                </c:pt>
                <c:pt idx="2411">
                  <c:v>43798</c:v>
                </c:pt>
                <c:pt idx="2412">
                  <c:v>43801</c:v>
                </c:pt>
                <c:pt idx="2413">
                  <c:v>43802</c:v>
                </c:pt>
                <c:pt idx="2414">
                  <c:v>43803</c:v>
                </c:pt>
                <c:pt idx="2415">
                  <c:v>43804</c:v>
                </c:pt>
                <c:pt idx="2416">
                  <c:v>43805</c:v>
                </c:pt>
                <c:pt idx="2417">
                  <c:v>43808</c:v>
                </c:pt>
                <c:pt idx="2418">
                  <c:v>43809</c:v>
                </c:pt>
                <c:pt idx="2419">
                  <c:v>43810</c:v>
                </c:pt>
                <c:pt idx="2420">
                  <c:v>43811</c:v>
                </c:pt>
                <c:pt idx="2421">
                  <c:v>43812</c:v>
                </c:pt>
                <c:pt idx="2422">
                  <c:v>43815</c:v>
                </c:pt>
                <c:pt idx="2423">
                  <c:v>43816</c:v>
                </c:pt>
                <c:pt idx="2424">
                  <c:v>43817</c:v>
                </c:pt>
                <c:pt idx="2425">
                  <c:v>43818</c:v>
                </c:pt>
                <c:pt idx="2426">
                  <c:v>43819</c:v>
                </c:pt>
                <c:pt idx="2427">
                  <c:v>43822</c:v>
                </c:pt>
                <c:pt idx="2428">
                  <c:v>43823</c:v>
                </c:pt>
                <c:pt idx="2429">
                  <c:v>43825</c:v>
                </c:pt>
                <c:pt idx="2430">
                  <c:v>43826</c:v>
                </c:pt>
                <c:pt idx="2431">
                  <c:v>43829</c:v>
                </c:pt>
                <c:pt idx="2432">
                  <c:v>43832</c:v>
                </c:pt>
                <c:pt idx="2433">
                  <c:v>43833</c:v>
                </c:pt>
                <c:pt idx="2434">
                  <c:v>43836</c:v>
                </c:pt>
                <c:pt idx="2435">
                  <c:v>43837</c:v>
                </c:pt>
                <c:pt idx="2436">
                  <c:v>43838</c:v>
                </c:pt>
                <c:pt idx="2437">
                  <c:v>43839</c:v>
                </c:pt>
                <c:pt idx="2438">
                  <c:v>43840</c:v>
                </c:pt>
                <c:pt idx="2439">
                  <c:v>43843</c:v>
                </c:pt>
                <c:pt idx="2440">
                  <c:v>43844</c:v>
                </c:pt>
                <c:pt idx="2441">
                  <c:v>43845</c:v>
                </c:pt>
                <c:pt idx="2442">
                  <c:v>43846</c:v>
                </c:pt>
                <c:pt idx="2443">
                  <c:v>43847</c:v>
                </c:pt>
                <c:pt idx="2444">
                  <c:v>43850</c:v>
                </c:pt>
                <c:pt idx="2445">
                  <c:v>43851</c:v>
                </c:pt>
                <c:pt idx="2446">
                  <c:v>43852</c:v>
                </c:pt>
                <c:pt idx="2447">
                  <c:v>43853</c:v>
                </c:pt>
                <c:pt idx="2448">
                  <c:v>43858</c:v>
                </c:pt>
                <c:pt idx="2449">
                  <c:v>43859</c:v>
                </c:pt>
                <c:pt idx="2450">
                  <c:v>43860</c:v>
                </c:pt>
                <c:pt idx="2451">
                  <c:v>43861</c:v>
                </c:pt>
                <c:pt idx="2452">
                  <c:v>43864</c:v>
                </c:pt>
                <c:pt idx="2453">
                  <c:v>43865</c:v>
                </c:pt>
                <c:pt idx="2454">
                  <c:v>43866</c:v>
                </c:pt>
                <c:pt idx="2455">
                  <c:v>43867</c:v>
                </c:pt>
                <c:pt idx="2456">
                  <c:v>43868</c:v>
                </c:pt>
                <c:pt idx="2457">
                  <c:v>43871</c:v>
                </c:pt>
                <c:pt idx="2458">
                  <c:v>43872</c:v>
                </c:pt>
                <c:pt idx="2459">
                  <c:v>43873</c:v>
                </c:pt>
                <c:pt idx="2460">
                  <c:v>43874</c:v>
                </c:pt>
                <c:pt idx="2461">
                  <c:v>43875</c:v>
                </c:pt>
                <c:pt idx="2462">
                  <c:v>43878</c:v>
                </c:pt>
                <c:pt idx="2463">
                  <c:v>43879</c:v>
                </c:pt>
                <c:pt idx="2464">
                  <c:v>43880</c:v>
                </c:pt>
                <c:pt idx="2465">
                  <c:v>43881</c:v>
                </c:pt>
                <c:pt idx="2466">
                  <c:v>43882</c:v>
                </c:pt>
                <c:pt idx="2467">
                  <c:v>43885</c:v>
                </c:pt>
                <c:pt idx="2468">
                  <c:v>43886</c:v>
                </c:pt>
                <c:pt idx="2469">
                  <c:v>43887</c:v>
                </c:pt>
                <c:pt idx="2470">
                  <c:v>43888</c:v>
                </c:pt>
                <c:pt idx="2471">
                  <c:v>43889</c:v>
                </c:pt>
                <c:pt idx="2472">
                  <c:v>43892</c:v>
                </c:pt>
                <c:pt idx="2473">
                  <c:v>43893</c:v>
                </c:pt>
                <c:pt idx="2474">
                  <c:v>43894</c:v>
                </c:pt>
                <c:pt idx="2475">
                  <c:v>43895</c:v>
                </c:pt>
                <c:pt idx="2476">
                  <c:v>43896</c:v>
                </c:pt>
                <c:pt idx="2477">
                  <c:v>43899</c:v>
                </c:pt>
                <c:pt idx="2478">
                  <c:v>43900</c:v>
                </c:pt>
                <c:pt idx="2479">
                  <c:v>43901</c:v>
                </c:pt>
                <c:pt idx="2480">
                  <c:v>43902</c:v>
                </c:pt>
                <c:pt idx="2481">
                  <c:v>43903</c:v>
                </c:pt>
                <c:pt idx="2482">
                  <c:v>43906</c:v>
                </c:pt>
                <c:pt idx="2483">
                  <c:v>43907</c:v>
                </c:pt>
                <c:pt idx="2484">
                  <c:v>43908</c:v>
                </c:pt>
                <c:pt idx="2485">
                  <c:v>43909</c:v>
                </c:pt>
                <c:pt idx="2486">
                  <c:v>43910</c:v>
                </c:pt>
                <c:pt idx="2487">
                  <c:v>43913</c:v>
                </c:pt>
                <c:pt idx="2488">
                  <c:v>43914</c:v>
                </c:pt>
                <c:pt idx="2489">
                  <c:v>43915</c:v>
                </c:pt>
                <c:pt idx="2490">
                  <c:v>43916</c:v>
                </c:pt>
                <c:pt idx="2491">
                  <c:v>43917</c:v>
                </c:pt>
                <c:pt idx="2492">
                  <c:v>43920</c:v>
                </c:pt>
                <c:pt idx="2493">
                  <c:v>43921</c:v>
                </c:pt>
                <c:pt idx="2494">
                  <c:v>43922</c:v>
                </c:pt>
                <c:pt idx="2495">
                  <c:v>43923</c:v>
                </c:pt>
                <c:pt idx="2496">
                  <c:v>43924</c:v>
                </c:pt>
                <c:pt idx="2497">
                  <c:v>43927</c:v>
                </c:pt>
                <c:pt idx="2498">
                  <c:v>43928</c:v>
                </c:pt>
                <c:pt idx="2499">
                  <c:v>43929</c:v>
                </c:pt>
                <c:pt idx="2500">
                  <c:v>43930</c:v>
                </c:pt>
                <c:pt idx="2501">
                  <c:v>43931</c:v>
                </c:pt>
                <c:pt idx="2502">
                  <c:v>43934</c:v>
                </c:pt>
              </c:numCache>
            </c:numRef>
          </c:cat>
          <c:val>
            <c:numRef>
              <c:f>Sheet2!$BO$18:$BO$2520</c:f>
              <c:numCache>
                <c:formatCode>#,##0.00</c:formatCode>
                <c:ptCount val="2503"/>
                <c:pt idx="0">
                  <c:v>213.28</c:v>
                </c:pt>
                <c:pt idx="1">
                  <c:v>213.45</c:v>
                </c:pt>
                <c:pt idx="2">
                  <c:v>210.92</c:v>
                </c:pt>
                <c:pt idx="3">
                  <c:v>207.56</c:v>
                </c:pt>
                <c:pt idx="4">
                  <c:v>208.36</c:v>
                </c:pt>
                <c:pt idx="5">
                  <c:v>211.44</c:v>
                </c:pt>
                <c:pt idx="6">
                  <c:v>212.36</c:v>
                </c:pt>
                <c:pt idx="7">
                  <c:v>211.91</c:v>
                </c:pt>
                <c:pt idx="8">
                  <c:v>214.05</c:v>
                </c:pt>
                <c:pt idx="9">
                  <c:v>217.73</c:v>
                </c:pt>
                <c:pt idx="10">
                  <c:v>217.82</c:v>
                </c:pt>
                <c:pt idx="11">
                  <c:v>217.82</c:v>
                </c:pt>
                <c:pt idx="12">
                  <c:v>216.76</c:v>
                </c:pt>
                <c:pt idx="13">
                  <c:v>217.35</c:v>
                </c:pt>
                <c:pt idx="14">
                  <c:v>215.49</c:v>
                </c:pt>
                <c:pt idx="15">
                  <c:v>215.25</c:v>
                </c:pt>
                <c:pt idx="16">
                  <c:v>220.28</c:v>
                </c:pt>
                <c:pt idx="17">
                  <c:v>219.02</c:v>
                </c:pt>
                <c:pt idx="18">
                  <c:v>220.48</c:v>
                </c:pt>
                <c:pt idx="19">
                  <c:v>218.52</c:v>
                </c:pt>
                <c:pt idx="20">
                  <c:v>220.09</c:v>
                </c:pt>
                <c:pt idx="21">
                  <c:v>220.09</c:v>
                </c:pt>
                <c:pt idx="22">
                  <c:v>221.07</c:v>
                </c:pt>
                <c:pt idx="23">
                  <c:v>222.25</c:v>
                </c:pt>
                <c:pt idx="24">
                  <c:v>221.6</c:v>
                </c:pt>
                <c:pt idx="25">
                  <c:v>222.48</c:v>
                </c:pt>
                <c:pt idx="26">
                  <c:v>221.58</c:v>
                </c:pt>
                <c:pt idx="27">
                  <c:v>225.47</c:v>
                </c:pt>
                <c:pt idx="28">
                  <c:v>226.69</c:v>
                </c:pt>
                <c:pt idx="29">
                  <c:v>227.48</c:v>
                </c:pt>
                <c:pt idx="30">
                  <c:v>227.51</c:v>
                </c:pt>
                <c:pt idx="31">
                  <c:v>227.31</c:v>
                </c:pt>
                <c:pt idx="32">
                  <c:v>228.27</c:v>
                </c:pt>
                <c:pt idx="33">
                  <c:v>226.81</c:v>
                </c:pt>
                <c:pt idx="34">
                  <c:v>224.59</c:v>
                </c:pt>
                <c:pt idx="35">
                  <c:v>224.69</c:v>
                </c:pt>
                <c:pt idx="36">
                  <c:v>228.08</c:v>
                </c:pt>
                <c:pt idx="37">
                  <c:v>229.17</c:v>
                </c:pt>
                <c:pt idx="38">
                  <c:v>227.69</c:v>
                </c:pt>
                <c:pt idx="39">
                  <c:v>223.65</c:v>
                </c:pt>
                <c:pt idx="40">
                  <c:v>225.13</c:v>
                </c:pt>
                <c:pt idx="41">
                  <c:v>229.09</c:v>
                </c:pt>
                <c:pt idx="42">
                  <c:v>227.76</c:v>
                </c:pt>
                <c:pt idx="43">
                  <c:v>227.36</c:v>
                </c:pt>
                <c:pt idx="44">
                  <c:v>229.64</c:v>
                </c:pt>
                <c:pt idx="45">
                  <c:v>229.28</c:v>
                </c:pt>
                <c:pt idx="46">
                  <c:v>226.98</c:v>
                </c:pt>
                <c:pt idx="47">
                  <c:v>226.11</c:v>
                </c:pt>
                <c:pt idx="48">
                  <c:v>227.95</c:v>
                </c:pt>
                <c:pt idx="49">
                  <c:v>225.1</c:v>
                </c:pt>
                <c:pt idx="50">
                  <c:v>224.76</c:v>
                </c:pt>
                <c:pt idx="51">
                  <c:v>220.21</c:v>
                </c:pt>
                <c:pt idx="52">
                  <c:v>215.09</c:v>
                </c:pt>
                <c:pt idx="53">
                  <c:v>219.1</c:v>
                </c:pt>
                <c:pt idx="54">
                  <c:v>217.63</c:v>
                </c:pt>
                <c:pt idx="55">
                  <c:v>216.78</c:v>
                </c:pt>
                <c:pt idx="56">
                  <c:v>220.8</c:v>
                </c:pt>
                <c:pt idx="57">
                  <c:v>221.08</c:v>
                </c:pt>
                <c:pt idx="58">
                  <c:v>215.36</c:v>
                </c:pt>
                <c:pt idx="59">
                  <c:v>214.42</c:v>
                </c:pt>
                <c:pt idx="60">
                  <c:v>212.43</c:v>
                </c:pt>
                <c:pt idx="61">
                  <c:v>208.78</c:v>
                </c:pt>
                <c:pt idx="62">
                  <c:v>210.27</c:v>
                </c:pt>
                <c:pt idx="63">
                  <c:v>204.83</c:v>
                </c:pt>
                <c:pt idx="64">
                  <c:v>206.62</c:v>
                </c:pt>
                <c:pt idx="65">
                  <c:v>209.83</c:v>
                </c:pt>
                <c:pt idx="66">
                  <c:v>212.1</c:v>
                </c:pt>
                <c:pt idx="67">
                  <c:v>214.34</c:v>
                </c:pt>
                <c:pt idx="68">
                  <c:v>213.02</c:v>
                </c:pt>
                <c:pt idx="69">
                  <c:v>217.58</c:v>
                </c:pt>
                <c:pt idx="70">
                  <c:v>218.03</c:v>
                </c:pt>
                <c:pt idx="71">
                  <c:v>214.38</c:v>
                </c:pt>
                <c:pt idx="72">
                  <c:v>216.08</c:v>
                </c:pt>
                <c:pt idx="73">
                  <c:v>215.26</c:v>
                </c:pt>
                <c:pt idx="74">
                  <c:v>215.73</c:v>
                </c:pt>
                <c:pt idx="75">
                  <c:v>219.22</c:v>
                </c:pt>
                <c:pt idx="76">
                  <c:v>221.43</c:v>
                </c:pt>
                <c:pt idx="77">
                  <c:v>221.34</c:v>
                </c:pt>
                <c:pt idx="78">
                  <c:v>223.34</c:v>
                </c:pt>
                <c:pt idx="79">
                  <c:v>223.45</c:v>
                </c:pt>
                <c:pt idx="80">
                  <c:v>223.77</c:v>
                </c:pt>
                <c:pt idx="81">
                  <c:v>227.69</c:v>
                </c:pt>
                <c:pt idx="82">
                  <c:v>226.45</c:v>
                </c:pt>
                <c:pt idx="83">
                  <c:v>225.59</c:v>
                </c:pt>
                <c:pt idx="84">
                  <c:v>227.45</c:v>
                </c:pt>
                <c:pt idx="85">
                  <c:v>225.63</c:v>
                </c:pt>
                <c:pt idx="86">
                  <c:v>225.55</c:v>
                </c:pt>
                <c:pt idx="87">
                  <c:v>222.54</c:v>
                </c:pt>
                <c:pt idx="88">
                  <c:v>220.85</c:v>
                </c:pt>
                <c:pt idx="89">
                  <c:v>218.65</c:v>
                </c:pt>
                <c:pt idx="90">
                  <c:v>217.01</c:v>
                </c:pt>
                <c:pt idx="91">
                  <c:v>217.47</c:v>
                </c:pt>
                <c:pt idx="92">
                  <c:v>219.12</c:v>
                </c:pt>
                <c:pt idx="93">
                  <c:v>217.45</c:v>
                </c:pt>
                <c:pt idx="94">
                  <c:v>220.78</c:v>
                </c:pt>
                <c:pt idx="95">
                  <c:v>224.44</c:v>
                </c:pt>
                <c:pt idx="96">
                  <c:v>225.86</c:v>
                </c:pt>
                <c:pt idx="97">
                  <c:v>226.14</c:v>
                </c:pt>
                <c:pt idx="98">
                  <c:v>229.27</c:v>
                </c:pt>
                <c:pt idx="99">
                  <c:v>228.39</c:v>
                </c:pt>
                <c:pt idx="100">
                  <c:v>226.34</c:v>
                </c:pt>
                <c:pt idx="101">
                  <c:v>225.32</c:v>
                </c:pt>
                <c:pt idx="102">
                  <c:v>225.84</c:v>
                </c:pt>
                <c:pt idx="103">
                  <c:v>227.88</c:v>
                </c:pt>
                <c:pt idx="104">
                  <c:v>226.23</c:v>
                </c:pt>
                <c:pt idx="105">
                  <c:v>229.5</c:v>
                </c:pt>
                <c:pt idx="106">
                  <c:v>230.87</c:v>
                </c:pt>
                <c:pt idx="107">
                  <c:v>230.93</c:v>
                </c:pt>
                <c:pt idx="108">
                  <c:v>231.56</c:v>
                </c:pt>
                <c:pt idx="109">
                  <c:v>231.16</c:v>
                </c:pt>
                <c:pt idx="110">
                  <c:v>229.25</c:v>
                </c:pt>
                <c:pt idx="111">
                  <c:v>232.22</c:v>
                </c:pt>
                <c:pt idx="112">
                  <c:v>233.38</c:v>
                </c:pt>
                <c:pt idx="113">
                  <c:v>233.14</c:v>
                </c:pt>
                <c:pt idx="114">
                  <c:v>232.39</c:v>
                </c:pt>
                <c:pt idx="115">
                  <c:v>232.35</c:v>
                </c:pt>
                <c:pt idx="116">
                  <c:v>233.14</c:v>
                </c:pt>
                <c:pt idx="117">
                  <c:v>232.04</c:v>
                </c:pt>
                <c:pt idx="118">
                  <c:v>228.98</c:v>
                </c:pt>
                <c:pt idx="119">
                  <c:v>223.96</c:v>
                </c:pt>
                <c:pt idx="120">
                  <c:v>227.01</c:v>
                </c:pt>
                <c:pt idx="121">
                  <c:v>226.51</c:v>
                </c:pt>
                <c:pt idx="122">
                  <c:v>227.96</c:v>
                </c:pt>
                <c:pt idx="123">
                  <c:v>228.9</c:v>
                </c:pt>
                <c:pt idx="124">
                  <c:v>231.88</c:v>
                </c:pt>
                <c:pt idx="125">
                  <c:v>231.17</c:v>
                </c:pt>
                <c:pt idx="126">
                  <c:v>230.2</c:v>
                </c:pt>
                <c:pt idx="127">
                  <c:v>229.42</c:v>
                </c:pt>
                <c:pt idx="128">
                  <c:v>225.99</c:v>
                </c:pt>
                <c:pt idx="129">
                  <c:v>225.39</c:v>
                </c:pt>
                <c:pt idx="130">
                  <c:v>225.52</c:v>
                </c:pt>
                <c:pt idx="131">
                  <c:v>229.63</c:v>
                </c:pt>
                <c:pt idx="132">
                  <c:v>226.81</c:v>
                </c:pt>
                <c:pt idx="133">
                  <c:v>229.41</c:v>
                </c:pt>
                <c:pt idx="134">
                  <c:v>230.66</c:v>
                </c:pt>
                <c:pt idx="135">
                  <c:v>231.04</c:v>
                </c:pt>
                <c:pt idx="136">
                  <c:v>232.77</c:v>
                </c:pt>
                <c:pt idx="137">
                  <c:v>232.45</c:v>
                </c:pt>
                <c:pt idx="138">
                  <c:v>230.94</c:v>
                </c:pt>
                <c:pt idx="139">
                  <c:v>231.53</c:v>
                </c:pt>
                <c:pt idx="140">
                  <c:v>233.93</c:v>
                </c:pt>
                <c:pt idx="141">
                  <c:v>236.34</c:v>
                </c:pt>
                <c:pt idx="142">
                  <c:v>235.98</c:v>
                </c:pt>
                <c:pt idx="143">
                  <c:v>237.14</c:v>
                </c:pt>
                <c:pt idx="144">
                  <c:v>235.37</c:v>
                </c:pt>
                <c:pt idx="145">
                  <c:v>237.64</c:v>
                </c:pt>
                <c:pt idx="146">
                  <c:v>238.29</c:v>
                </c:pt>
                <c:pt idx="147">
                  <c:v>239.8</c:v>
                </c:pt>
                <c:pt idx="148">
                  <c:v>241.38</c:v>
                </c:pt>
                <c:pt idx="149">
                  <c:v>240.59</c:v>
                </c:pt>
                <c:pt idx="150">
                  <c:v>242.27</c:v>
                </c:pt>
                <c:pt idx="151">
                  <c:v>242.95</c:v>
                </c:pt>
                <c:pt idx="152">
                  <c:v>243.49</c:v>
                </c:pt>
                <c:pt idx="153">
                  <c:v>243.99</c:v>
                </c:pt>
                <c:pt idx="154">
                  <c:v>244.22</c:v>
                </c:pt>
                <c:pt idx="155">
                  <c:v>247.7</c:v>
                </c:pt>
                <c:pt idx="156">
                  <c:v>247.22</c:v>
                </c:pt>
                <c:pt idx="157">
                  <c:v>246.51</c:v>
                </c:pt>
                <c:pt idx="158">
                  <c:v>245.44</c:v>
                </c:pt>
                <c:pt idx="159">
                  <c:v>242.35</c:v>
                </c:pt>
                <c:pt idx="160">
                  <c:v>242.99</c:v>
                </c:pt>
                <c:pt idx="161">
                  <c:v>246.25</c:v>
                </c:pt>
                <c:pt idx="162">
                  <c:v>246.56</c:v>
                </c:pt>
                <c:pt idx="163">
                  <c:v>242.64</c:v>
                </c:pt>
                <c:pt idx="164">
                  <c:v>240.11</c:v>
                </c:pt>
                <c:pt idx="165">
                  <c:v>241.79</c:v>
                </c:pt>
                <c:pt idx="166">
                  <c:v>242.53</c:v>
                </c:pt>
                <c:pt idx="167">
                  <c:v>245.84</c:v>
                </c:pt>
                <c:pt idx="168">
                  <c:v>248.16</c:v>
                </c:pt>
                <c:pt idx="169">
                  <c:v>248.38</c:v>
                </c:pt>
                <c:pt idx="170">
                  <c:v>246.61</c:v>
                </c:pt>
                <c:pt idx="171">
                  <c:v>246.41</c:v>
                </c:pt>
                <c:pt idx="172">
                  <c:v>242.98</c:v>
                </c:pt>
                <c:pt idx="173">
                  <c:v>247.41</c:v>
                </c:pt>
                <c:pt idx="174">
                  <c:v>247.93</c:v>
                </c:pt>
                <c:pt idx="175">
                  <c:v>249.99</c:v>
                </c:pt>
                <c:pt idx="176">
                  <c:v>251.12</c:v>
                </c:pt>
                <c:pt idx="177">
                  <c:v>251.22</c:v>
                </c:pt>
                <c:pt idx="178">
                  <c:v>251.73</c:v>
                </c:pt>
                <c:pt idx="179">
                  <c:v>252.07</c:v>
                </c:pt>
                <c:pt idx="180">
                  <c:v>255.13</c:v>
                </c:pt>
                <c:pt idx="181">
                  <c:v>247.51</c:v>
                </c:pt>
                <c:pt idx="182">
                  <c:v>248.35</c:v>
                </c:pt>
                <c:pt idx="183">
                  <c:v>249.22</c:v>
                </c:pt>
                <c:pt idx="184">
                  <c:v>247.84</c:v>
                </c:pt>
                <c:pt idx="185">
                  <c:v>247.3</c:v>
                </c:pt>
                <c:pt idx="186">
                  <c:v>251.15</c:v>
                </c:pt>
                <c:pt idx="187">
                  <c:v>253.04</c:v>
                </c:pt>
                <c:pt idx="188">
                  <c:v>254</c:v>
                </c:pt>
                <c:pt idx="189">
                  <c:v>252.12</c:v>
                </c:pt>
                <c:pt idx="190">
                  <c:v>252.38</c:v>
                </c:pt>
                <c:pt idx="191">
                  <c:v>252.45</c:v>
                </c:pt>
                <c:pt idx="192">
                  <c:v>249.31</c:v>
                </c:pt>
                <c:pt idx="193">
                  <c:v>248.92</c:v>
                </c:pt>
                <c:pt idx="194">
                  <c:v>249.64</c:v>
                </c:pt>
                <c:pt idx="195">
                  <c:v>252.8</c:v>
                </c:pt>
                <c:pt idx="196">
                  <c:v>256.02</c:v>
                </c:pt>
                <c:pt idx="197">
                  <c:v>257.64999999999998</c:v>
                </c:pt>
                <c:pt idx="198">
                  <c:v>257.32</c:v>
                </c:pt>
                <c:pt idx="199">
                  <c:v>258.63</c:v>
                </c:pt>
                <c:pt idx="200">
                  <c:v>257.51</c:v>
                </c:pt>
                <c:pt idx="201">
                  <c:v>262.32</c:v>
                </c:pt>
                <c:pt idx="202">
                  <c:v>261.74</c:v>
                </c:pt>
                <c:pt idx="203">
                  <c:v>263.31</c:v>
                </c:pt>
                <c:pt idx="204">
                  <c:v>265.13</c:v>
                </c:pt>
                <c:pt idx="205">
                  <c:v>265.95</c:v>
                </c:pt>
                <c:pt idx="206">
                  <c:v>264.92</c:v>
                </c:pt>
                <c:pt idx="207">
                  <c:v>267.67</c:v>
                </c:pt>
                <c:pt idx="208">
                  <c:v>267.42</c:v>
                </c:pt>
                <c:pt idx="209">
                  <c:v>269.31</c:v>
                </c:pt>
                <c:pt idx="210">
                  <c:v>269.60000000000002</c:v>
                </c:pt>
                <c:pt idx="211">
                  <c:v>269.62</c:v>
                </c:pt>
                <c:pt idx="212">
                  <c:v>268.5</c:v>
                </c:pt>
                <c:pt idx="213">
                  <c:v>267.35000000000002</c:v>
                </c:pt>
                <c:pt idx="214">
                  <c:v>269.04000000000002</c:v>
                </c:pt>
                <c:pt idx="215">
                  <c:v>270.44</c:v>
                </c:pt>
                <c:pt idx="216">
                  <c:v>271.19</c:v>
                </c:pt>
                <c:pt idx="217">
                  <c:v>273.81</c:v>
                </c:pt>
                <c:pt idx="218">
                  <c:v>275.77999999999997</c:v>
                </c:pt>
                <c:pt idx="219">
                  <c:v>275.35000000000002</c:v>
                </c:pt>
                <c:pt idx="220">
                  <c:v>274.72000000000003</c:v>
                </c:pt>
                <c:pt idx="221">
                  <c:v>275.61</c:v>
                </c:pt>
                <c:pt idx="222">
                  <c:v>273.99</c:v>
                </c:pt>
                <c:pt idx="223">
                  <c:v>275.10000000000002</c:v>
                </c:pt>
                <c:pt idx="224">
                  <c:v>276.17</c:v>
                </c:pt>
                <c:pt idx="225">
                  <c:v>275.52</c:v>
                </c:pt>
                <c:pt idx="226">
                  <c:v>278.17</c:v>
                </c:pt>
                <c:pt idx="227">
                  <c:v>277.05</c:v>
                </c:pt>
                <c:pt idx="228">
                  <c:v>276.60000000000002</c:v>
                </c:pt>
                <c:pt idx="229">
                  <c:v>279.25</c:v>
                </c:pt>
                <c:pt idx="230">
                  <c:v>277.75</c:v>
                </c:pt>
                <c:pt idx="231">
                  <c:v>272.67</c:v>
                </c:pt>
                <c:pt idx="232">
                  <c:v>274.5</c:v>
                </c:pt>
                <c:pt idx="233">
                  <c:v>275.18</c:v>
                </c:pt>
                <c:pt idx="234">
                  <c:v>278.81</c:v>
                </c:pt>
                <c:pt idx="235">
                  <c:v>279.2</c:v>
                </c:pt>
                <c:pt idx="236">
                  <c:v>278.45</c:v>
                </c:pt>
                <c:pt idx="237">
                  <c:v>273.12</c:v>
                </c:pt>
                <c:pt idx="238">
                  <c:v>273.45</c:v>
                </c:pt>
                <c:pt idx="239">
                  <c:v>274.89999999999998</c:v>
                </c:pt>
                <c:pt idx="240">
                  <c:v>273.16000000000003</c:v>
                </c:pt>
                <c:pt idx="241">
                  <c:v>269.89999999999998</c:v>
                </c:pt>
                <c:pt idx="242">
                  <c:v>264.57</c:v>
                </c:pt>
                <c:pt idx="243">
                  <c:v>260.39999999999998</c:v>
                </c:pt>
                <c:pt idx="244">
                  <c:v>266.02</c:v>
                </c:pt>
                <c:pt idx="245">
                  <c:v>265.39999999999998</c:v>
                </c:pt>
                <c:pt idx="246">
                  <c:v>262.56</c:v>
                </c:pt>
                <c:pt idx="247">
                  <c:v>261.23</c:v>
                </c:pt>
                <c:pt idx="248">
                  <c:v>265.8</c:v>
                </c:pt>
                <c:pt idx="249">
                  <c:v>264.55</c:v>
                </c:pt>
                <c:pt idx="250">
                  <c:v>260.13</c:v>
                </c:pt>
                <c:pt idx="251">
                  <c:v>259.20999999999998</c:v>
                </c:pt>
                <c:pt idx="252">
                  <c:v>257.69</c:v>
                </c:pt>
                <c:pt idx="253">
                  <c:v>259.27999999999997</c:v>
                </c:pt>
                <c:pt idx="254">
                  <c:v>256.36</c:v>
                </c:pt>
                <c:pt idx="255">
                  <c:v>254.96</c:v>
                </c:pt>
                <c:pt idx="256">
                  <c:v>260.48</c:v>
                </c:pt>
                <c:pt idx="257">
                  <c:v>265.42</c:v>
                </c:pt>
                <c:pt idx="258">
                  <c:v>261.44</c:v>
                </c:pt>
                <c:pt idx="259">
                  <c:v>263.33</c:v>
                </c:pt>
                <c:pt idx="260">
                  <c:v>263.8</c:v>
                </c:pt>
                <c:pt idx="261">
                  <c:v>260.58999999999997</c:v>
                </c:pt>
                <c:pt idx="262">
                  <c:v>256.83</c:v>
                </c:pt>
                <c:pt idx="263">
                  <c:v>260.69</c:v>
                </c:pt>
                <c:pt idx="264">
                  <c:v>254.29</c:v>
                </c:pt>
                <c:pt idx="265">
                  <c:v>259.44</c:v>
                </c:pt>
                <c:pt idx="266">
                  <c:v>259.8</c:v>
                </c:pt>
                <c:pt idx="267">
                  <c:v>262.39</c:v>
                </c:pt>
                <c:pt idx="268">
                  <c:v>264.89</c:v>
                </c:pt>
                <c:pt idx="269">
                  <c:v>266.05</c:v>
                </c:pt>
                <c:pt idx="270">
                  <c:v>265.67</c:v>
                </c:pt>
                <c:pt idx="271">
                  <c:v>268.93</c:v>
                </c:pt>
                <c:pt idx="272">
                  <c:v>271.66000000000003</c:v>
                </c:pt>
                <c:pt idx="273">
                  <c:v>272.13</c:v>
                </c:pt>
                <c:pt idx="274">
                  <c:v>274.22000000000003</c:v>
                </c:pt>
                <c:pt idx="275">
                  <c:v>277.04000000000002</c:v>
                </c:pt>
                <c:pt idx="276">
                  <c:v>278.87</c:v>
                </c:pt>
                <c:pt idx="277">
                  <c:v>280.73</c:v>
                </c:pt>
                <c:pt idx="278">
                  <c:v>280.01</c:v>
                </c:pt>
                <c:pt idx="279">
                  <c:v>282.02999999999997</c:v>
                </c:pt>
                <c:pt idx="280">
                  <c:v>281.35000000000002</c:v>
                </c:pt>
                <c:pt idx="281">
                  <c:v>280.45</c:v>
                </c:pt>
                <c:pt idx="282">
                  <c:v>281.05</c:v>
                </c:pt>
                <c:pt idx="283">
                  <c:v>280.49</c:v>
                </c:pt>
                <c:pt idx="284">
                  <c:v>276.13</c:v>
                </c:pt>
                <c:pt idx="285">
                  <c:v>280.68</c:v>
                </c:pt>
                <c:pt idx="286">
                  <c:v>283.14999999999998</c:v>
                </c:pt>
                <c:pt idx="287">
                  <c:v>282.8</c:v>
                </c:pt>
                <c:pt idx="288">
                  <c:v>282.14</c:v>
                </c:pt>
                <c:pt idx="289">
                  <c:v>280.43</c:v>
                </c:pt>
                <c:pt idx="290">
                  <c:v>287.19</c:v>
                </c:pt>
                <c:pt idx="291">
                  <c:v>291.16000000000003</c:v>
                </c:pt>
                <c:pt idx="292">
                  <c:v>290.83999999999997</c:v>
                </c:pt>
                <c:pt idx="293">
                  <c:v>292.69</c:v>
                </c:pt>
                <c:pt idx="294">
                  <c:v>291.38</c:v>
                </c:pt>
                <c:pt idx="295">
                  <c:v>292.08</c:v>
                </c:pt>
                <c:pt idx="296">
                  <c:v>292.14999999999998</c:v>
                </c:pt>
                <c:pt idx="297">
                  <c:v>290.39</c:v>
                </c:pt>
                <c:pt idx="298">
                  <c:v>295.35000000000002</c:v>
                </c:pt>
                <c:pt idx="299">
                  <c:v>291.64999999999998</c:v>
                </c:pt>
                <c:pt idx="300">
                  <c:v>288.45999999999998</c:v>
                </c:pt>
                <c:pt idx="301">
                  <c:v>283.68</c:v>
                </c:pt>
                <c:pt idx="302">
                  <c:v>282.58999999999997</c:v>
                </c:pt>
                <c:pt idx="303">
                  <c:v>286.3</c:v>
                </c:pt>
                <c:pt idx="304">
                  <c:v>280.02</c:v>
                </c:pt>
                <c:pt idx="305">
                  <c:v>279.58999999999997</c:v>
                </c:pt>
                <c:pt idx="306">
                  <c:v>277.22000000000003</c:v>
                </c:pt>
                <c:pt idx="307">
                  <c:v>277.14999999999998</c:v>
                </c:pt>
                <c:pt idx="308">
                  <c:v>281.76</c:v>
                </c:pt>
                <c:pt idx="309">
                  <c:v>276.47000000000003</c:v>
                </c:pt>
                <c:pt idx="310">
                  <c:v>278.58999999999997</c:v>
                </c:pt>
                <c:pt idx="311">
                  <c:v>271.19</c:v>
                </c:pt>
                <c:pt idx="312">
                  <c:v>271.77999999999997</c:v>
                </c:pt>
                <c:pt idx="313">
                  <c:v>268.62</c:v>
                </c:pt>
                <c:pt idx="314">
                  <c:v>276.33</c:v>
                </c:pt>
                <c:pt idx="315">
                  <c:v>277.35000000000002</c:v>
                </c:pt>
                <c:pt idx="316">
                  <c:v>276.32</c:v>
                </c:pt>
                <c:pt idx="317">
                  <c:v>282.76</c:v>
                </c:pt>
                <c:pt idx="318">
                  <c:v>282.75</c:v>
                </c:pt>
                <c:pt idx="319">
                  <c:v>278.76</c:v>
                </c:pt>
                <c:pt idx="320">
                  <c:v>278.83999999999997</c:v>
                </c:pt>
                <c:pt idx="321">
                  <c:v>276.97000000000003</c:v>
                </c:pt>
                <c:pt idx="322">
                  <c:v>274.45999999999998</c:v>
                </c:pt>
                <c:pt idx="323">
                  <c:v>272.44</c:v>
                </c:pt>
                <c:pt idx="324">
                  <c:v>269.04000000000002</c:v>
                </c:pt>
                <c:pt idx="325">
                  <c:v>269.79000000000002</c:v>
                </c:pt>
                <c:pt idx="326">
                  <c:v>273.67</c:v>
                </c:pt>
                <c:pt idx="327">
                  <c:v>274.52999999999997</c:v>
                </c:pt>
                <c:pt idx="328">
                  <c:v>268.88</c:v>
                </c:pt>
                <c:pt idx="329">
                  <c:v>266.22000000000003</c:v>
                </c:pt>
                <c:pt idx="330">
                  <c:v>264.39</c:v>
                </c:pt>
                <c:pt idx="331">
                  <c:v>268.64999999999998</c:v>
                </c:pt>
                <c:pt idx="332">
                  <c:v>270.70999999999998</c:v>
                </c:pt>
                <c:pt idx="333">
                  <c:v>269.33999999999997</c:v>
                </c:pt>
                <c:pt idx="334">
                  <c:v>274.31</c:v>
                </c:pt>
                <c:pt idx="335">
                  <c:v>271.44</c:v>
                </c:pt>
                <c:pt idx="336">
                  <c:v>270.41000000000003</c:v>
                </c:pt>
                <c:pt idx="337">
                  <c:v>274.61</c:v>
                </c:pt>
                <c:pt idx="338">
                  <c:v>275.17</c:v>
                </c:pt>
                <c:pt idx="339">
                  <c:v>278.77</c:v>
                </c:pt>
                <c:pt idx="340">
                  <c:v>281.67</c:v>
                </c:pt>
                <c:pt idx="341">
                  <c:v>283.88</c:v>
                </c:pt>
                <c:pt idx="342">
                  <c:v>285.12</c:v>
                </c:pt>
                <c:pt idx="343">
                  <c:v>286.07</c:v>
                </c:pt>
                <c:pt idx="344">
                  <c:v>286.05</c:v>
                </c:pt>
                <c:pt idx="345">
                  <c:v>282.45999999999998</c:v>
                </c:pt>
                <c:pt idx="346">
                  <c:v>275.89999999999998</c:v>
                </c:pt>
                <c:pt idx="347">
                  <c:v>278.32</c:v>
                </c:pt>
                <c:pt idx="348">
                  <c:v>278.02999999999997</c:v>
                </c:pt>
                <c:pt idx="349">
                  <c:v>279.58999999999997</c:v>
                </c:pt>
                <c:pt idx="350">
                  <c:v>276.70999999999998</c:v>
                </c:pt>
                <c:pt idx="351">
                  <c:v>276.58</c:v>
                </c:pt>
                <c:pt idx="352">
                  <c:v>280.41000000000003</c:v>
                </c:pt>
                <c:pt idx="353">
                  <c:v>279.2</c:v>
                </c:pt>
                <c:pt idx="354">
                  <c:v>282.58999999999997</c:v>
                </c:pt>
                <c:pt idx="355">
                  <c:v>279.66000000000003</c:v>
                </c:pt>
                <c:pt idx="356">
                  <c:v>282.04000000000002</c:v>
                </c:pt>
                <c:pt idx="357">
                  <c:v>282.7</c:v>
                </c:pt>
                <c:pt idx="358">
                  <c:v>280.04000000000002</c:v>
                </c:pt>
                <c:pt idx="359">
                  <c:v>277.11</c:v>
                </c:pt>
                <c:pt idx="360">
                  <c:v>282.36</c:v>
                </c:pt>
                <c:pt idx="361">
                  <c:v>275.39999999999998</c:v>
                </c:pt>
                <c:pt idx="362">
                  <c:v>267.8</c:v>
                </c:pt>
                <c:pt idx="363">
                  <c:v>261.54000000000002</c:v>
                </c:pt>
                <c:pt idx="364">
                  <c:v>251.9</c:v>
                </c:pt>
                <c:pt idx="365">
                  <c:v>242.45</c:v>
                </c:pt>
                <c:pt idx="366">
                  <c:v>233.52</c:v>
                </c:pt>
                <c:pt idx="367">
                  <c:v>233.23</c:v>
                </c:pt>
                <c:pt idx="368">
                  <c:v>234.14</c:v>
                </c:pt>
                <c:pt idx="369">
                  <c:v>230.38</c:v>
                </c:pt>
                <c:pt idx="370">
                  <c:v>242.23</c:v>
                </c:pt>
                <c:pt idx="371">
                  <c:v>243.43</c:v>
                </c:pt>
                <c:pt idx="372">
                  <c:v>238.31</c:v>
                </c:pt>
                <c:pt idx="373">
                  <c:v>222.98</c:v>
                </c:pt>
                <c:pt idx="374">
                  <c:v>219.15</c:v>
                </c:pt>
                <c:pt idx="375">
                  <c:v>228.12</c:v>
                </c:pt>
                <c:pt idx="376">
                  <c:v>225.14</c:v>
                </c:pt>
                <c:pt idx="377">
                  <c:v>227.02</c:v>
                </c:pt>
                <c:pt idx="378">
                  <c:v>229</c:v>
                </c:pt>
                <c:pt idx="379">
                  <c:v>235.78</c:v>
                </c:pt>
                <c:pt idx="380">
                  <c:v>237.64</c:v>
                </c:pt>
                <c:pt idx="381">
                  <c:v>242.16</c:v>
                </c:pt>
                <c:pt idx="382">
                  <c:v>242.37</c:v>
                </c:pt>
                <c:pt idx="383">
                  <c:v>240.16</c:v>
                </c:pt>
                <c:pt idx="384">
                  <c:v>228.89</c:v>
                </c:pt>
                <c:pt idx="385">
                  <c:v>226.65</c:v>
                </c:pt>
                <c:pt idx="386">
                  <c:v>236.12</c:v>
                </c:pt>
                <c:pt idx="387">
                  <c:v>238.47</c:v>
                </c:pt>
                <c:pt idx="388">
                  <c:v>233.4</c:v>
                </c:pt>
                <c:pt idx="389">
                  <c:v>225.15</c:v>
                </c:pt>
                <c:pt idx="390">
                  <c:v>228.58</c:v>
                </c:pt>
                <c:pt idx="391">
                  <c:v>237.5</c:v>
                </c:pt>
                <c:pt idx="392">
                  <c:v>235.32</c:v>
                </c:pt>
                <c:pt idx="393">
                  <c:v>237.53</c:v>
                </c:pt>
                <c:pt idx="394">
                  <c:v>239.51</c:v>
                </c:pt>
                <c:pt idx="395">
                  <c:v>232.05</c:v>
                </c:pt>
                <c:pt idx="396">
                  <c:v>218.62</c:v>
                </c:pt>
                <c:pt idx="397">
                  <c:v>214.18</c:v>
                </c:pt>
                <c:pt idx="398">
                  <c:v>225.29</c:v>
                </c:pt>
                <c:pt idx="399">
                  <c:v>223.82</c:v>
                </c:pt>
                <c:pt idx="400">
                  <c:v>230.37</c:v>
                </c:pt>
                <c:pt idx="401">
                  <c:v>230.41</c:v>
                </c:pt>
                <c:pt idx="402">
                  <c:v>221.93</c:v>
                </c:pt>
                <c:pt idx="403">
                  <c:v>217.34</c:v>
                </c:pt>
                <c:pt idx="404">
                  <c:v>223.94</c:v>
                </c:pt>
                <c:pt idx="405">
                  <c:v>230.27</c:v>
                </c:pt>
                <c:pt idx="406">
                  <c:v>230.82</c:v>
                </c:pt>
                <c:pt idx="407">
                  <c:v>234.8</c:v>
                </c:pt>
                <c:pt idx="408">
                  <c:v>236.66</c:v>
                </c:pt>
                <c:pt idx="409">
                  <c:v>238.09</c:v>
                </c:pt>
                <c:pt idx="410">
                  <c:v>239.67</c:v>
                </c:pt>
                <c:pt idx="411">
                  <c:v>243.49</c:v>
                </c:pt>
                <c:pt idx="412">
                  <c:v>239.89</c:v>
                </c:pt>
                <c:pt idx="413">
                  <c:v>242.11</c:v>
                </c:pt>
                <c:pt idx="414">
                  <c:v>235.57</c:v>
                </c:pt>
                <c:pt idx="415">
                  <c:v>240.02</c:v>
                </c:pt>
                <c:pt idx="416">
                  <c:v>248.21</c:v>
                </c:pt>
                <c:pt idx="417">
                  <c:v>247.2</c:v>
                </c:pt>
                <c:pt idx="418">
                  <c:v>247.56</c:v>
                </c:pt>
                <c:pt idx="419">
                  <c:v>251.2</c:v>
                </c:pt>
                <c:pt idx="420">
                  <c:v>252.47</c:v>
                </c:pt>
                <c:pt idx="421">
                  <c:v>249.88</c:v>
                </c:pt>
                <c:pt idx="422">
                  <c:v>249.92</c:v>
                </c:pt>
                <c:pt idx="423">
                  <c:v>248.03</c:v>
                </c:pt>
                <c:pt idx="424">
                  <c:v>244.09</c:v>
                </c:pt>
                <c:pt idx="425">
                  <c:v>252.34</c:v>
                </c:pt>
                <c:pt idx="426">
                  <c:v>250.78</c:v>
                </c:pt>
                <c:pt idx="427">
                  <c:v>248.32</c:v>
                </c:pt>
                <c:pt idx="428">
                  <c:v>249.23</c:v>
                </c:pt>
                <c:pt idx="429">
                  <c:v>236.02</c:v>
                </c:pt>
                <c:pt idx="430">
                  <c:v>242.99</c:v>
                </c:pt>
                <c:pt idx="431">
                  <c:v>248.27</c:v>
                </c:pt>
                <c:pt idx="432">
                  <c:v>246.21</c:v>
                </c:pt>
                <c:pt idx="433">
                  <c:v>241.98</c:v>
                </c:pt>
                <c:pt idx="434">
                  <c:v>244.6</c:v>
                </c:pt>
                <c:pt idx="435">
                  <c:v>239.43</c:v>
                </c:pt>
                <c:pt idx="436">
                  <c:v>236.64</c:v>
                </c:pt>
                <c:pt idx="437">
                  <c:v>237.8</c:v>
                </c:pt>
                <c:pt idx="438">
                  <c:v>231.68</c:v>
                </c:pt>
                <c:pt idx="439">
                  <c:v>233.35</c:v>
                </c:pt>
                <c:pt idx="440">
                  <c:v>231.03</c:v>
                </c:pt>
                <c:pt idx="441">
                  <c:v>236.59</c:v>
                </c:pt>
                <c:pt idx="442">
                  <c:v>242.5</c:v>
                </c:pt>
                <c:pt idx="443">
                  <c:v>241.19</c:v>
                </c:pt>
                <c:pt idx="444">
                  <c:v>251.52</c:v>
                </c:pt>
                <c:pt idx="445">
                  <c:v>251.19</c:v>
                </c:pt>
                <c:pt idx="446">
                  <c:v>252.22</c:v>
                </c:pt>
                <c:pt idx="447">
                  <c:v>249.48</c:v>
                </c:pt>
                <c:pt idx="448">
                  <c:v>251.57</c:v>
                </c:pt>
                <c:pt idx="449">
                  <c:v>250.31</c:v>
                </c:pt>
                <c:pt idx="450">
                  <c:v>244.93</c:v>
                </c:pt>
                <c:pt idx="451">
                  <c:v>248.55</c:v>
                </c:pt>
                <c:pt idx="452">
                  <c:v>243.48</c:v>
                </c:pt>
                <c:pt idx="453">
                  <c:v>242.35</c:v>
                </c:pt>
                <c:pt idx="454">
                  <c:v>236.72</c:v>
                </c:pt>
                <c:pt idx="455">
                  <c:v>239.82</c:v>
                </c:pt>
                <c:pt idx="456">
                  <c:v>231.74</c:v>
                </c:pt>
                <c:pt idx="457">
                  <c:v>233.83</c:v>
                </c:pt>
                <c:pt idx="458">
                  <c:v>241.51</c:v>
                </c:pt>
                <c:pt idx="459">
                  <c:v>241.4</c:v>
                </c:pt>
                <c:pt idx="460">
                  <c:v>244.22</c:v>
                </c:pt>
                <c:pt idx="461">
                  <c:v>242.64</c:v>
                </c:pt>
                <c:pt idx="462">
                  <c:v>240.79</c:v>
                </c:pt>
                <c:pt idx="463">
                  <c:v>238.15</c:v>
                </c:pt>
                <c:pt idx="464">
                  <c:v>238.08</c:v>
                </c:pt>
                <c:pt idx="465">
                  <c:v>238.7</c:v>
                </c:pt>
                <c:pt idx="466">
                  <c:v>245.82</c:v>
                </c:pt>
                <c:pt idx="467">
                  <c:v>244.24</c:v>
                </c:pt>
                <c:pt idx="468">
                  <c:v>243.56</c:v>
                </c:pt>
                <c:pt idx="469">
                  <c:v>240.57</c:v>
                </c:pt>
                <c:pt idx="470">
                  <c:v>238.02</c:v>
                </c:pt>
                <c:pt idx="471">
                  <c:v>241.69</c:v>
                </c:pt>
                <c:pt idx="472">
                  <c:v>240.83</c:v>
                </c:pt>
                <c:pt idx="473">
                  <c:v>243.46</c:v>
                </c:pt>
                <c:pt idx="474">
                  <c:v>245.28</c:v>
                </c:pt>
                <c:pt idx="475">
                  <c:v>243.1</c:v>
                </c:pt>
                <c:pt idx="476">
                  <c:v>247.81</c:v>
                </c:pt>
                <c:pt idx="477">
                  <c:v>247.82</c:v>
                </c:pt>
                <c:pt idx="478">
                  <c:v>251.27</c:v>
                </c:pt>
                <c:pt idx="479">
                  <c:v>256.61</c:v>
                </c:pt>
                <c:pt idx="480">
                  <c:v>257.14</c:v>
                </c:pt>
                <c:pt idx="481">
                  <c:v>257.52</c:v>
                </c:pt>
                <c:pt idx="482">
                  <c:v>258.64999999999998</c:v>
                </c:pt>
                <c:pt idx="483">
                  <c:v>255.21</c:v>
                </c:pt>
                <c:pt idx="484">
                  <c:v>256.89999999999998</c:v>
                </c:pt>
                <c:pt idx="485">
                  <c:v>257.06</c:v>
                </c:pt>
                <c:pt idx="486">
                  <c:v>260.35000000000002</c:v>
                </c:pt>
                <c:pt idx="487">
                  <c:v>258.52999999999997</c:v>
                </c:pt>
                <c:pt idx="488">
                  <c:v>258.93</c:v>
                </c:pt>
                <c:pt idx="489">
                  <c:v>259.8</c:v>
                </c:pt>
                <c:pt idx="490">
                  <c:v>262.94</c:v>
                </c:pt>
                <c:pt idx="491">
                  <c:v>264.5</c:v>
                </c:pt>
                <c:pt idx="492">
                  <c:v>261.17</c:v>
                </c:pt>
                <c:pt idx="493">
                  <c:v>262.75</c:v>
                </c:pt>
                <c:pt idx="494">
                  <c:v>262.38</c:v>
                </c:pt>
                <c:pt idx="495">
                  <c:v>265.88</c:v>
                </c:pt>
                <c:pt idx="496">
                  <c:v>261.89</c:v>
                </c:pt>
                <c:pt idx="497">
                  <c:v>265.82</c:v>
                </c:pt>
                <c:pt idx="498">
                  <c:v>265.95</c:v>
                </c:pt>
                <c:pt idx="499">
                  <c:v>265.89</c:v>
                </c:pt>
                <c:pt idx="500">
                  <c:v>266.63</c:v>
                </c:pt>
                <c:pt idx="501">
                  <c:v>263.58</c:v>
                </c:pt>
                <c:pt idx="502">
                  <c:v>265.2</c:v>
                </c:pt>
                <c:pt idx="503">
                  <c:v>261.3</c:v>
                </c:pt>
                <c:pt idx="504">
                  <c:v>263.45</c:v>
                </c:pt>
                <c:pt idx="505">
                  <c:v>267.13</c:v>
                </c:pt>
                <c:pt idx="506">
                  <c:v>267.45</c:v>
                </c:pt>
                <c:pt idx="507">
                  <c:v>264.75</c:v>
                </c:pt>
                <c:pt idx="508">
                  <c:v>262.85000000000002</c:v>
                </c:pt>
                <c:pt idx="509">
                  <c:v>260.35000000000002</c:v>
                </c:pt>
                <c:pt idx="510">
                  <c:v>262.85000000000002</c:v>
                </c:pt>
                <c:pt idx="511">
                  <c:v>265.62</c:v>
                </c:pt>
                <c:pt idx="512">
                  <c:v>263.74</c:v>
                </c:pt>
                <c:pt idx="513">
                  <c:v>266.89999999999998</c:v>
                </c:pt>
                <c:pt idx="514">
                  <c:v>269.85000000000002</c:v>
                </c:pt>
                <c:pt idx="515">
                  <c:v>269.76</c:v>
                </c:pt>
                <c:pt idx="516">
                  <c:v>268.27</c:v>
                </c:pt>
                <c:pt idx="517">
                  <c:v>270.27</c:v>
                </c:pt>
                <c:pt idx="518">
                  <c:v>269.68</c:v>
                </c:pt>
                <c:pt idx="519">
                  <c:v>267.79000000000002</c:v>
                </c:pt>
                <c:pt idx="520">
                  <c:v>267.98</c:v>
                </c:pt>
                <c:pt idx="521">
                  <c:v>267.95</c:v>
                </c:pt>
                <c:pt idx="522">
                  <c:v>267.41000000000003</c:v>
                </c:pt>
                <c:pt idx="523">
                  <c:v>270.70999999999998</c:v>
                </c:pt>
                <c:pt idx="524">
                  <c:v>269.64</c:v>
                </c:pt>
                <c:pt idx="525">
                  <c:v>267.13</c:v>
                </c:pt>
                <c:pt idx="526">
                  <c:v>266.58</c:v>
                </c:pt>
                <c:pt idx="527">
                  <c:v>268.99</c:v>
                </c:pt>
                <c:pt idx="528">
                  <c:v>272.45999999999998</c:v>
                </c:pt>
                <c:pt idx="529">
                  <c:v>268.33</c:v>
                </c:pt>
                <c:pt idx="530">
                  <c:v>269.95999999999998</c:v>
                </c:pt>
                <c:pt idx="531">
                  <c:v>269.97000000000003</c:v>
                </c:pt>
                <c:pt idx="532">
                  <c:v>265.88</c:v>
                </c:pt>
                <c:pt idx="533">
                  <c:v>265.38</c:v>
                </c:pt>
                <c:pt idx="534">
                  <c:v>263.95</c:v>
                </c:pt>
                <c:pt idx="535">
                  <c:v>266.86</c:v>
                </c:pt>
                <c:pt idx="536">
                  <c:v>264.49</c:v>
                </c:pt>
                <c:pt idx="537">
                  <c:v>263.32</c:v>
                </c:pt>
                <c:pt idx="538">
                  <c:v>266.22000000000003</c:v>
                </c:pt>
                <c:pt idx="539">
                  <c:v>265.58</c:v>
                </c:pt>
                <c:pt idx="540">
                  <c:v>261.83999999999997</c:v>
                </c:pt>
                <c:pt idx="541">
                  <c:v>261.66000000000003</c:v>
                </c:pt>
                <c:pt idx="542">
                  <c:v>260.76</c:v>
                </c:pt>
                <c:pt idx="543">
                  <c:v>260.82</c:v>
                </c:pt>
                <c:pt idx="544">
                  <c:v>261.51</c:v>
                </c:pt>
                <c:pt idx="545">
                  <c:v>263.43</c:v>
                </c:pt>
                <c:pt idx="546">
                  <c:v>264.35000000000002</c:v>
                </c:pt>
                <c:pt idx="547">
                  <c:v>266.61</c:v>
                </c:pt>
                <c:pt idx="548">
                  <c:v>266.05</c:v>
                </c:pt>
                <c:pt idx="549">
                  <c:v>264.39999999999998</c:v>
                </c:pt>
                <c:pt idx="550">
                  <c:v>259.73</c:v>
                </c:pt>
                <c:pt idx="551">
                  <c:v>261.12</c:v>
                </c:pt>
                <c:pt idx="552">
                  <c:v>258.79000000000002</c:v>
                </c:pt>
                <c:pt idx="553">
                  <c:v>257.89</c:v>
                </c:pt>
                <c:pt idx="554">
                  <c:v>254</c:v>
                </c:pt>
                <c:pt idx="555">
                  <c:v>254.11</c:v>
                </c:pt>
                <c:pt idx="556">
                  <c:v>252.32</c:v>
                </c:pt>
                <c:pt idx="557">
                  <c:v>243.93</c:v>
                </c:pt>
                <c:pt idx="558">
                  <c:v>244.48</c:v>
                </c:pt>
                <c:pt idx="559">
                  <c:v>235.85</c:v>
                </c:pt>
                <c:pt idx="560">
                  <c:v>238.62</c:v>
                </c:pt>
                <c:pt idx="561">
                  <c:v>242.66</c:v>
                </c:pt>
                <c:pt idx="562">
                  <c:v>239.76</c:v>
                </c:pt>
                <c:pt idx="563">
                  <c:v>240.51</c:v>
                </c:pt>
                <c:pt idx="564">
                  <c:v>241.6</c:v>
                </c:pt>
                <c:pt idx="565">
                  <c:v>245.26</c:v>
                </c:pt>
                <c:pt idx="566">
                  <c:v>244.68</c:v>
                </c:pt>
                <c:pt idx="567">
                  <c:v>244.05</c:v>
                </c:pt>
                <c:pt idx="568">
                  <c:v>242.98</c:v>
                </c:pt>
                <c:pt idx="569">
                  <c:v>236.3</c:v>
                </c:pt>
                <c:pt idx="570">
                  <c:v>238.79</c:v>
                </c:pt>
                <c:pt idx="571">
                  <c:v>245.51</c:v>
                </c:pt>
                <c:pt idx="572">
                  <c:v>243.69</c:v>
                </c:pt>
                <c:pt idx="573">
                  <c:v>248.3</c:v>
                </c:pt>
                <c:pt idx="574">
                  <c:v>246.43</c:v>
                </c:pt>
                <c:pt idx="575">
                  <c:v>247.08</c:v>
                </c:pt>
                <c:pt idx="576">
                  <c:v>248.62</c:v>
                </c:pt>
                <c:pt idx="577">
                  <c:v>246.57</c:v>
                </c:pt>
                <c:pt idx="578">
                  <c:v>251.37</c:v>
                </c:pt>
                <c:pt idx="579">
                  <c:v>251.31</c:v>
                </c:pt>
                <c:pt idx="580">
                  <c:v>252.92</c:v>
                </c:pt>
                <c:pt idx="581">
                  <c:v>250.46</c:v>
                </c:pt>
                <c:pt idx="582">
                  <c:v>244.15</c:v>
                </c:pt>
                <c:pt idx="583">
                  <c:v>240.75</c:v>
                </c:pt>
                <c:pt idx="584">
                  <c:v>239.68</c:v>
                </c:pt>
                <c:pt idx="585">
                  <c:v>239.85</c:v>
                </c:pt>
                <c:pt idx="586">
                  <c:v>239.98</c:v>
                </c:pt>
                <c:pt idx="587">
                  <c:v>244.9</c:v>
                </c:pt>
                <c:pt idx="588">
                  <c:v>244.46</c:v>
                </c:pt>
                <c:pt idx="589">
                  <c:v>246.8</c:v>
                </c:pt>
                <c:pt idx="590">
                  <c:v>247.76</c:v>
                </c:pt>
                <c:pt idx="591">
                  <c:v>247.67</c:v>
                </c:pt>
                <c:pt idx="592">
                  <c:v>245.07</c:v>
                </c:pt>
                <c:pt idx="593">
                  <c:v>241.73</c:v>
                </c:pt>
                <c:pt idx="594">
                  <c:v>240.88</c:v>
                </c:pt>
                <c:pt idx="595">
                  <c:v>240.34</c:v>
                </c:pt>
                <c:pt idx="596">
                  <c:v>234.66</c:v>
                </c:pt>
                <c:pt idx="597">
                  <c:v>238.77</c:v>
                </c:pt>
                <c:pt idx="598">
                  <c:v>239.39</c:v>
                </c:pt>
                <c:pt idx="599">
                  <c:v>240.19</c:v>
                </c:pt>
                <c:pt idx="600">
                  <c:v>236.42</c:v>
                </c:pt>
                <c:pt idx="601">
                  <c:v>240.44</c:v>
                </c:pt>
                <c:pt idx="602">
                  <c:v>240.35</c:v>
                </c:pt>
                <c:pt idx="603">
                  <c:v>235.75</c:v>
                </c:pt>
                <c:pt idx="604">
                  <c:v>236.65</c:v>
                </c:pt>
                <c:pt idx="605">
                  <c:v>233.49</c:v>
                </c:pt>
                <c:pt idx="606">
                  <c:v>235.33</c:v>
                </c:pt>
                <c:pt idx="607">
                  <c:v>242.23</c:v>
                </c:pt>
                <c:pt idx="608">
                  <c:v>244.58</c:v>
                </c:pt>
                <c:pt idx="609">
                  <c:v>250.08</c:v>
                </c:pt>
                <c:pt idx="610">
                  <c:v>249.6</c:v>
                </c:pt>
                <c:pt idx="611">
                  <c:v>247.9</c:v>
                </c:pt>
                <c:pt idx="612">
                  <c:v>244.81</c:v>
                </c:pt>
                <c:pt idx="613">
                  <c:v>250.36</c:v>
                </c:pt>
                <c:pt idx="614">
                  <c:v>250.39</c:v>
                </c:pt>
                <c:pt idx="615">
                  <c:v>252.84</c:v>
                </c:pt>
                <c:pt idx="616">
                  <c:v>258.08</c:v>
                </c:pt>
                <c:pt idx="617">
                  <c:v>258.91000000000003</c:v>
                </c:pt>
                <c:pt idx="618">
                  <c:v>256.64999999999998</c:v>
                </c:pt>
                <c:pt idx="619">
                  <c:v>260.11</c:v>
                </c:pt>
                <c:pt idx="620">
                  <c:v>260.08</c:v>
                </c:pt>
                <c:pt idx="621">
                  <c:v>258.2</c:v>
                </c:pt>
                <c:pt idx="622">
                  <c:v>258.02999999999997</c:v>
                </c:pt>
                <c:pt idx="623">
                  <c:v>257.5</c:v>
                </c:pt>
                <c:pt idx="624">
                  <c:v>256.20999999999998</c:v>
                </c:pt>
                <c:pt idx="625">
                  <c:v>257.27999999999997</c:v>
                </c:pt>
                <c:pt idx="626">
                  <c:v>253.73</c:v>
                </c:pt>
                <c:pt idx="627">
                  <c:v>252.77</c:v>
                </c:pt>
                <c:pt idx="628">
                  <c:v>252.57</c:v>
                </c:pt>
                <c:pt idx="629">
                  <c:v>254.22</c:v>
                </c:pt>
                <c:pt idx="630">
                  <c:v>250.96</c:v>
                </c:pt>
                <c:pt idx="631">
                  <c:v>250.56</c:v>
                </c:pt>
                <c:pt idx="632">
                  <c:v>251.23</c:v>
                </c:pt>
                <c:pt idx="633">
                  <c:v>250.56</c:v>
                </c:pt>
                <c:pt idx="634">
                  <c:v>245.75</c:v>
                </c:pt>
                <c:pt idx="635">
                  <c:v>246.79</c:v>
                </c:pt>
                <c:pt idx="636">
                  <c:v>254.02</c:v>
                </c:pt>
                <c:pt idx="637">
                  <c:v>253.38</c:v>
                </c:pt>
                <c:pt idx="638">
                  <c:v>252.73</c:v>
                </c:pt>
                <c:pt idx="639">
                  <c:v>256.95</c:v>
                </c:pt>
                <c:pt idx="640">
                  <c:v>256.87</c:v>
                </c:pt>
                <c:pt idx="641">
                  <c:v>265.02</c:v>
                </c:pt>
                <c:pt idx="642">
                  <c:v>263.97000000000003</c:v>
                </c:pt>
                <c:pt idx="643">
                  <c:v>264.25</c:v>
                </c:pt>
                <c:pt idx="644">
                  <c:v>264.44</c:v>
                </c:pt>
                <c:pt idx="645">
                  <c:v>261.87</c:v>
                </c:pt>
                <c:pt idx="646">
                  <c:v>263.41000000000003</c:v>
                </c:pt>
                <c:pt idx="647">
                  <c:v>263.56</c:v>
                </c:pt>
                <c:pt idx="648">
                  <c:v>262.02999999999997</c:v>
                </c:pt>
                <c:pt idx="649">
                  <c:v>260.42</c:v>
                </c:pt>
                <c:pt idx="650">
                  <c:v>261.62</c:v>
                </c:pt>
                <c:pt idx="651">
                  <c:v>262.49</c:v>
                </c:pt>
                <c:pt idx="652">
                  <c:v>262.48</c:v>
                </c:pt>
                <c:pt idx="653">
                  <c:v>261.92</c:v>
                </c:pt>
                <c:pt idx="654">
                  <c:v>262.07</c:v>
                </c:pt>
                <c:pt idx="655">
                  <c:v>260.11</c:v>
                </c:pt>
                <c:pt idx="656">
                  <c:v>259.66000000000003</c:v>
                </c:pt>
                <c:pt idx="657">
                  <c:v>255.15</c:v>
                </c:pt>
                <c:pt idx="658">
                  <c:v>252.84</c:v>
                </c:pt>
                <c:pt idx="659">
                  <c:v>252.44</c:v>
                </c:pt>
                <c:pt idx="660">
                  <c:v>251.44</c:v>
                </c:pt>
                <c:pt idx="661">
                  <c:v>253.98</c:v>
                </c:pt>
                <c:pt idx="662">
                  <c:v>256.06</c:v>
                </c:pt>
                <c:pt idx="663">
                  <c:v>257.27</c:v>
                </c:pt>
                <c:pt idx="664">
                  <c:v>254.79</c:v>
                </c:pt>
                <c:pt idx="665">
                  <c:v>254.22</c:v>
                </c:pt>
                <c:pt idx="666">
                  <c:v>251.86</c:v>
                </c:pt>
                <c:pt idx="667">
                  <c:v>249.8</c:v>
                </c:pt>
                <c:pt idx="668">
                  <c:v>251.72</c:v>
                </c:pt>
                <c:pt idx="669">
                  <c:v>247.18</c:v>
                </c:pt>
                <c:pt idx="670">
                  <c:v>247.66</c:v>
                </c:pt>
                <c:pt idx="671">
                  <c:v>248.52</c:v>
                </c:pt>
                <c:pt idx="672">
                  <c:v>250.18</c:v>
                </c:pt>
                <c:pt idx="673">
                  <c:v>247.83</c:v>
                </c:pt>
                <c:pt idx="674">
                  <c:v>251.04</c:v>
                </c:pt>
                <c:pt idx="675">
                  <c:v>249.5</c:v>
                </c:pt>
                <c:pt idx="676">
                  <c:v>252.3</c:v>
                </c:pt>
                <c:pt idx="677">
                  <c:v>253.7</c:v>
                </c:pt>
                <c:pt idx="678">
                  <c:v>250.13</c:v>
                </c:pt>
                <c:pt idx="679">
                  <c:v>248.69</c:v>
                </c:pt>
                <c:pt idx="680">
                  <c:v>248.18</c:v>
                </c:pt>
                <c:pt idx="681">
                  <c:v>246.9</c:v>
                </c:pt>
                <c:pt idx="682">
                  <c:v>247.8</c:v>
                </c:pt>
                <c:pt idx="683">
                  <c:v>244.64</c:v>
                </c:pt>
                <c:pt idx="684">
                  <c:v>243.45</c:v>
                </c:pt>
                <c:pt idx="685">
                  <c:v>245.82</c:v>
                </c:pt>
                <c:pt idx="686">
                  <c:v>247.72</c:v>
                </c:pt>
                <c:pt idx="687">
                  <c:v>247.02</c:v>
                </c:pt>
                <c:pt idx="688">
                  <c:v>249.51</c:v>
                </c:pt>
                <c:pt idx="689">
                  <c:v>251.44</c:v>
                </c:pt>
                <c:pt idx="690">
                  <c:v>250.73</c:v>
                </c:pt>
                <c:pt idx="691">
                  <c:v>253.41</c:v>
                </c:pt>
                <c:pt idx="692">
                  <c:v>251.72</c:v>
                </c:pt>
                <c:pt idx="693">
                  <c:v>254.73</c:v>
                </c:pt>
                <c:pt idx="694">
                  <c:v>254.25</c:v>
                </c:pt>
                <c:pt idx="695">
                  <c:v>255.57</c:v>
                </c:pt>
                <c:pt idx="696">
                  <c:v>254.83</c:v>
                </c:pt>
                <c:pt idx="697">
                  <c:v>256.63</c:v>
                </c:pt>
                <c:pt idx="698">
                  <c:v>257.27</c:v>
                </c:pt>
                <c:pt idx="699">
                  <c:v>258.77999999999997</c:v>
                </c:pt>
                <c:pt idx="700">
                  <c:v>259.02999999999997</c:v>
                </c:pt>
                <c:pt idx="701">
                  <c:v>260.12</c:v>
                </c:pt>
                <c:pt idx="702">
                  <c:v>261.67</c:v>
                </c:pt>
                <c:pt idx="703">
                  <c:v>265.79000000000002</c:v>
                </c:pt>
                <c:pt idx="704">
                  <c:v>264.56</c:v>
                </c:pt>
                <c:pt idx="705">
                  <c:v>262.76</c:v>
                </c:pt>
                <c:pt idx="706">
                  <c:v>264.23</c:v>
                </c:pt>
                <c:pt idx="707">
                  <c:v>264.77999999999997</c:v>
                </c:pt>
                <c:pt idx="708">
                  <c:v>261.89</c:v>
                </c:pt>
                <c:pt idx="709">
                  <c:v>262.11</c:v>
                </c:pt>
                <c:pt idx="710">
                  <c:v>261.97000000000003</c:v>
                </c:pt>
                <c:pt idx="711">
                  <c:v>262.68</c:v>
                </c:pt>
                <c:pt idx="712">
                  <c:v>263.92</c:v>
                </c:pt>
                <c:pt idx="713">
                  <c:v>269.16000000000003</c:v>
                </c:pt>
                <c:pt idx="714">
                  <c:v>267.52</c:v>
                </c:pt>
                <c:pt idx="715">
                  <c:v>266.14</c:v>
                </c:pt>
                <c:pt idx="716">
                  <c:v>265.97000000000003</c:v>
                </c:pt>
                <c:pt idx="717">
                  <c:v>263.95</c:v>
                </c:pt>
                <c:pt idx="718">
                  <c:v>262.89999999999998</c:v>
                </c:pt>
                <c:pt idx="719">
                  <c:v>264.95</c:v>
                </c:pt>
                <c:pt idx="720">
                  <c:v>263.32</c:v>
                </c:pt>
                <c:pt idx="721">
                  <c:v>264.8</c:v>
                </c:pt>
                <c:pt idx="722">
                  <c:v>261.43</c:v>
                </c:pt>
                <c:pt idx="723">
                  <c:v>260.49</c:v>
                </c:pt>
                <c:pt idx="724">
                  <c:v>260.10000000000002</c:v>
                </c:pt>
                <c:pt idx="725">
                  <c:v>261.70999999999998</c:v>
                </c:pt>
                <c:pt idx="726">
                  <c:v>261.3</c:v>
                </c:pt>
                <c:pt idx="727">
                  <c:v>262.91000000000003</c:v>
                </c:pt>
                <c:pt idx="728">
                  <c:v>261.10000000000002</c:v>
                </c:pt>
                <c:pt idx="729">
                  <c:v>258.74</c:v>
                </c:pt>
                <c:pt idx="730">
                  <c:v>256.06</c:v>
                </c:pt>
                <c:pt idx="731">
                  <c:v>254.66</c:v>
                </c:pt>
                <c:pt idx="732">
                  <c:v>257.22000000000003</c:v>
                </c:pt>
                <c:pt idx="733">
                  <c:v>258.47000000000003</c:v>
                </c:pt>
                <c:pt idx="734">
                  <c:v>258.07</c:v>
                </c:pt>
                <c:pt idx="735">
                  <c:v>257.64</c:v>
                </c:pt>
                <c:pt idx="736">
                  <c:v>256.89</c:v>
                </c:pt>
                <c:pt idx="737">
                  <c:v>254.82</c:v>
                </c:pt>
                <c:pt idx="738">
                  <c:v>254.31</c:v>
                </c:pt>
                <c:pt idx="739">
                  <c:v>254</c:v>
                </c:pt>
                <c:pt idx="740">
                  <c:v>257.08999999999997</c:v>
                </c:pt>
                <c:pt idx="741">
                  <c:v>256.64999999999998</c:v>
                </c:pt>
                <c:pt idx="742">
                  <c:v>260.92</c:v>
                </c:pt>
                <c:pt idx="743">
                  <c:v>261.44</c:v>
                </c:pt>
                <c:pt idx="744">
                  <c:v>261.61</c:v>
                </c:pt>
                <c:pt idx="745">
                  <c:v>261.63</c:v>
                </c:pt>
                <c:pt idx="746">
                  <c:v>262.16000000000003</c:v>
                </c:pt>
                <c:pt idx="747">
                  <c:v>268.07</c:v>
                </c:pt>
                <c:pt idx="748">
                  <c:v>266.85000000000002</c:v>
                </c:pt>
                <c:pt idx="749">
                  <c:v>267.14999999999998</c:v>
                </c:pt>
                <c:pt idx="750">
                  <c:v>266.01</c:v>
                </c:pt>
                <c:pt idx="751">
                  <c:v>264.68</c:v>
                </c:pt>
                <c:pt idx="752">
                  <c:v>265.04000000000002</c:v>
                </c:pt>
                <c:pt idx="753">
                  <c:v>268.01</c:v>
                </c:pt>
                <c:pt idx="754">
                  <c:v>266.14</c:v>
                </c:pt>
                <c:pt idx="755">
                  <c:v>266.54000000000002</c:v>
                </c:pt>
                <c:pt idx="756">
                  <c:v>267.25</c:v>
                </c:pt>
                <c:pt idx="757">
                  <c:v>264.77999999999997</c:v>
                </c:pt>
                <c:pt idx="758">
                  <c:v>264.57</c:v>
                </c:pt>
                <c:pt idx="759">
                  <c:v>264.14999999999998</c:v>
                </c:pt>
                <c:pt idx="760">
                  <c:v>262.43</c:v>
                </c:pt>
                <c:pt idx="761">
                  <c:v>263.33</c:v>
                </c:pt>
                <c:pt idx="762">
                  <c:v>263.37</c:v>
                </c:pt>
                <c:pt idx="763">
                  <c:v>260.83999999999997</c:v>
                </c:pt>
                <c:pt idx="764">
                  <c:v>258.3</c:v>
                </c:pt>
                <c:pt idx="765">
                  <c:v>259.79000000000002</c:v>
                </c:pt>
                <c:pt idx="766">
                  <c:v>257.04000000000002</c:v>
                </c:pt>
                <c:pt idx="767">
                  <c:v>255.82</c:v>
                </c:pt>
                <c:pt idx="768">
                  <c:v>255.33</c:v>
                </c:pt>
                <c:pt idx="769">
                  <c:v>259.58</c:v>
                </c:pt>
                <c:pt idx="770">
                  <c:v>260.54000000000002</c:v>
                </c:pt>
                <c:pt idx="771">
                  <c:v>261.86</c:v>
                </c:pt>
                <c:pt idx="772">
                  <c:v>261.86</c:v>
                </c:pt>
                <c:pt idx="773">
                  <c:v>263.39</c:v>
                </c:pt>
                <c:pt idx="774">
                  <c:v>262.27</c:v>
                </c:pt>
                <c:pt idx="775">
                  <c:v>260.79000000000002</c:v>
                </c:pt>
                <c:pt idx="776">
                  <c:v>260.36</c:v>
                </c:pt>
                <c:pt idx="777">
                  <c:v>257.05</c:v>
                </c:pt>
                <c:pt idx="778">
                  <c:v>252.77</c:v>
                </c:pt>
                <c:pt idx="779">
                  <c:v>252.39</c:v>
                </c:pt>
                <c:pt idx="780">
                  <c:v>252.53</c:v>
                </c:pt>
                <c:pt idx="781">
                  <c:v>254.34</c:v>
                </c:pt>
                <c:pt idx="782">
                  <c:v>256.18</c:v>
                </c:pt>
                <c:pt idx="783">
                  <c:v>252</c:v>
                </c:pt>
                <c:pt idx="784">
                  <c:v>251.51</c:v>
                </c:pt>
                <c:pt idx="785">
                  <c:v>251.78</c:v>
                </c:pt>
                <c:pt idx="786">
                  <c:v>251.51</c:v>
                </c:pt>
                <c:pt idx="787">
                  <c:v>247.85</c:v>
                </c:pt>
                <c:pt idx="788">
                  <c:v>248.77</c:v>
                </c:pt>
                <c:pt idx="789">
                  <c:v>251.46</c:v>
                </c:pt>
                <c:pt idx="790">
                  <c:v>250.01</c:v>
                </c:pt>
                <c:pt idx="791">
                  <c:v>252</c:v>
                </c:pt>
                <c:pt idx="792">
                  <c:v>254.49</c:v>
                </c:pt>
                <c:pt idx="793">
                  <c:v>253.04</c:v>
                </c:pt>
                <c:pt idx="794">
                  <c:v>252.25</c:v>
                </c:pt>
                <c:pt idx="795">
                  <c:v>255.72</c:v>
                </c:pt>
                <c:pt idx="796">
                  <c:v>254.92</c:v>
                </c:pt>
                <c:pt idx="797">
                  <c:v>256.02</c:v>
                </c:pt>
                <c:pt idx="798">
                  <c:v>255.2</c:v>
                </c:pt>
                <c:pt idx="799">
                  <c:v>253.84</c:v>
                </c:pt>
                <c:pt idx="800">
                  <c:v>254.02</c:v>
                </c:pt>
                <c:pt idx="801">
                  <c:v>257.52999999999997</c:v>
                </c:pt>
                <c:pt idx="802">
                  <c:v>252.72</c:v>
                </c:pt>
                <c:pt idx="803">
                  <c:v>253.29</c:v>
                </c:pt>
                <c:pt idx="804">
                  <c:v>256.29000000000002</c:v>
                </c:pt>
                <c:pt idx="805">
                  <c:v>256.60000000000002</c:v>
                </c:pt>
                <c:pt idx="806">
                  <c:v>258.99</c:v>
                </c:pt>
                <c:pt idx="807">
                  <c:v>258.60000000000002</c:v>
                </c:pt>
                <c:pt idx="808">
                  <c:v>258.18</c:v>
                </c:pt>
                <c:pt idx="809">
                  <c:v>260.19</c:v>
                </c:pt>
                <c:pt idx="810">
                  <c:v>256.66000000000003</c:v>
                </c:pt>
                <c:pt idx="811">
                  <c:v>257.32</c:v>
                </c:pt>
                <c:pt idx="812">
                  <c:v>258.19</c:v>
                </c:pt>
                <c:pt idx="813">
                  <c:v>258.58999999999997</c:v>
                </c:pt>
                <c:pt idx="814">
                  <c:v>260.92</c:v>
                </c:pt>
                <c:pt idx="815">
                  <c:v>261.20999999999998</c:v>
                </c:pt>
                <c:pt idx="816">
                  <c:v>261.47000000000003</c:v>
                </c:pt>
                <c:pt idx="817">
                  <c:v>260.29000000000002</c:v>
                </c:pt>
                <c:pt idx="818">
                  <c:v>260.54000000000002</c:v>
                </c:pt>
                <c:pt idx="819">
                  <c:v>256.51</c:v>
                </c:pt>
                <c:pt idx="820">
                  <c:v>251.2</c:v>
                </c:pt>
                <c:pt idx="821">
                  <c:v>252.2</c:v>
                </c:pt>
                <c:pt idx="822">
                  <c:v>250.19</c:v>
                </c:pt>
                <c:pt idx="823">
                  <c:v>248.5</c:v>
                </c:pt>
                <c:pt idx="824">
                  <c:v>244.49</c:v>
                </c:pt>
                <c:pt idx="825">
                  <c:v>245.36</c:v>
                </c:pt>
                <c:pt idx="826">
                  <c:v>244.77</c:v>
                </c:pt>
                <c:pt idx="827">
                  <c:v>247.13</c:v>
                </c:pt>
                <c:pt idx="828">
                  <c:v>245.44</c:v>
                </c:pt>
                <c:pt idx="829">
                  <c:v>240.26</c:v>
                </c:pt>
                <c:pt idx="830">
                  <c:v>236.57</c:v>
                </c:pt>
                <c:pt idx="831">
                  <c:v>233.47</c:v>
                </c:pt>
                <c:pt idx="832">
                  <c:v>231.75</c:v>
                </c:pt>
                <c:pt idx="833">
                  <c:v>231.52</c:v>
                </c:pt>
                <c:pt idx="834">
                  <c:v>238.65</c:v>
                </c:pt>
                <c:pt idx="835">
                  <c:v>242.27</c:v>
                </c:pt>
                <c:pt idx="836">
                  <c:v>241.05</c:v>
                </c:pt>
                <c:pt idx="837">
                  <c:v>240.8</c:v>
                </c:pt>
                <c:pt idx="838">
                  <c:v>236.63</c:v>
                </c:pt>
                <c:pt idx="839">
                  <c:v>238.56</c:v>
                </c:pt>
                <c:pt idx="840">
                  <c:v>237.28</c:v>
                </c:pt>
                <c:pt idx="841">
                  <c:v>235.12</c:v>
                </c:pt>
                <c:pt idx="842">
                  <c:v>236.94</c:v>
                </c:pt>
                <c:pt idx="843">
                  <c:v>236.23</c:v>
                </c:pt>
                <c:pt idx="844">
                  <c:v>243.88</c:v>
                </c:pt>
                <c:pt idx="845">
                  <c:v>242.72</c:v>
                </c:pt>
                <c:pt idx="846">
                  <c:v>243.43</c:v>
                </c:pt>
                <c:pt idx="847">
                  <c:v>242.02</c:v>
                </c:pt>
                <c:pt idx="848">
                  <c:v>244.82</c:v>
                </c:pt>
                <c:pt idx="849">
                  <c:v>242.92</c:v>
                </c:pt>
                <c:pt idx="850">
                  <c:v>242.03</c:v>
                </c:pt>
                <c:pt idx="851">
                  <c:v>243.18</c:v>
                </c:pt>
                <c:pt idx="852">
                  <c:v>246.63</c:v>
                </c:pt>
                <c:pt idx="853">
                  <c:v>247.84</c:v>
                </c:pt>
                <c:pt idx="854">
                  <c:v>247.71</c:v>
                </c:pt>
                <c:pt idx="855">
                  <c:v>247.8</c:v>
                </c:pt>
                <c:pt idx="856">
                  <c:v>246.53</c:v>
                </c:pt>
                <c:pt idx="857">
                  <c:v>248.78</c:v>
                </c:pt>
                <c:pt idx="858">
                  <c:v>247.99</c:v>
                </c:pt>
                <c:pt idx="859">
                  <c:v>248.89</c:v>
                </c:pt>
                <c:pt idx="860">
                  <c:v>249.33</c:v>
                </c:pt>
                <c:pt idx="861">
                  <c:v>248.25</c:v>
                </c:pt>
                <c:pt idx="862">
                  <c:v>246.8</c:v>
                </c:pt>
                <c:pt idx="863">
                  <c:v>242.75</c:v>
                </c:pt>
                <c:pt idx="864">
                  <c:v>243.39</c:v>
                </c:pt>
                <c:pt idx="865">
                  <c:v>243.13</c:v>
                </c:pt>
                <c:pt idx="866">
                  <c:v>243.78</c:v>
                </c:pt>
                <c:pt idx="867">
                  <c:v>248.2</c:v>
                </c:pt>
                <c:pt idx="868">
                  <c:v>249.82</c:v>
                </c:pt>
                <c:pt idx="869">
                  <c:v>249.23</c:v>
                </c:pt>
                <c:pt idx="870">
                  <c:v>248.89</c:v>
                </c:pt>
                <c:pt idx="871">
                  <c:v>245.13</c:v>
                </c:pt>
                <c:pt idx="872">
                  <c:v>242.49</c:v>
                </c:pt>
                <c:pt idx="873">
                  <c:v>240.37</c:v>
                </c:pt>
                <c:pt idx="874">
                  <c:v>243.37</c:v>
                </c:pt>
                <c:pt idx="875">
                  <c:v>245.71</c:v>
                </c:pt>
                <c:pt idx="876">
                  <c:v>245.71</c:v>
                </c:pt>
                <c:pt idx="877">
                  <c:v>245.67</c:v>
                </c:pt>
                <c:pt idx="878">
                  <c:v>248.86</c:v>
                </c:pt>
                <c:pt idx="879">
                  <c:v>251.74</c:v>
                </c:pt>
                <c:pt idx="880">
                  <c:v>251.13</c:v>
                </c:pt>
                <c:pt idx="881">
                  <c:v>252.05</c:v>
                </c:pt>
                <c:pt idx="882">
                  <c:v>252.15</c:v>
                </c:pt>
                <c:pt idx="883">
                  <c:v>254.62</c:v>
                </c:pt>
                <c:pt idx="884">
                  <c:v>255.25</c:v>
                </c:pt>
                <c:pt idx="885">
                  <c:v>258.12</c:v>
                </c:pt>
                <c:pt idx="886">
                  <c:v>261.2</c:v>
                </c:pt>
                <c:pt idx="887">
                  <c:v>262.38</c:v>
                </c:pt>
                <c:pt idx="888">
                  <c:v>262.32</c:v>
                </c:pt>
                <c:pt idx="889">
                  <c:v>260.83</c:v>
                </c:pt>
                <c:pt idx="890">
                  <c:v>263.86</c:v>
                </c:pt>
                <c:pt idx="891">
                  <c:v>262.56</c:v>
                </c:pt>
                <c:pt idx="892">
                  <c:v>263.02</c:v>
                </c:pt>
                <c:pt idx="893">
                  <c:v>262.83</c:v>
                </c:pt>
                <c:pt idx="894">
                  <c:v>261.45</c:v>
                </c:pt>
                <c:pt idx="895">
                  <c:v>262.68</c:v>
                </c:pt>
                <c:pt idx="896">
                  <c:v>262.94</c:v>
                </c:pt>
                <c:pt idx="897">
                  <c:v>260.91000000000003</c:v>
                </c:pt>
                <c:pt idx="898">
                  <c:v>261.48</c:v>
                </c:pt>
                <c:pt idx="899">
                  <c:v>261.87</c:v>
                </c:pt>
                <c:pt idx="900">
                  <c:v>261.77999999999997</c:v>
                </c:pt>
                <c:pt idx="901">
                  <c:v>261.85000000000002</c:v>
                </c:pt>
                <c:pt idx="902">
                  <c:v>263.14</c:v>
                </c:pt>
                <c:pt idx="903">
                  <c:v>262.89999999999998</c:v>
                </c:pt>
                <c:pt idx="904">
                  <c:v>266.35000000000002</c:v>
                </c:pt>
                <c:pt idx="905">
                  <c:v>265.81</c:v>
                </c:pt>
                <c:pt idx="906">
                  <c:v>269.02</c:v>
                </c:pt>
                <c:pt idx="907">
                  <c:v>268.25</c:v>
                </c:pt>
                <c:pt idx="908">
                  <c:v>269.58999999999997</c:v>
                </c:pt>
                <c:pt idx="909">
                  <c:v>271.24</c:v>
                </c:pt>
                <c:pt idx="910">
                  <c:v>271.22000000000003</c:v>
                </c:pt>
                <c:pt idx="911">
                  <c:v>271.11</c:v>
                </c:pt>
                <c:pt idx="912">
                  <c:v>268.02999999999997</c:v>
                </c:pt>
                <c:pt idx="913">
                  <c:v>269.36</c:v>
                </c:pt>
                <c:pt idx="914">
                  <c:v>267.51</c:v>
                </c:pt>
                <c:pt idx="915">
                  <c:v>269.74</c:v>
                </c:pt>
                <c:pt idx="916">
                  <c:v>270.27999999999997</c:v>
                </c:pt>
                <c:pt idx="917">
                  <c:v>271.44</c:v>
                </c:pt>
                <c:pt idx="918">
                  <c:v>266.91000000000003</c:v>
                </c:pt>
                <c:pt idx="919">
                  <c:v>268.63</c:v>
                </c:pt>
                <c:pt idx="920">
                  <c:v>266.58999999999997</c:v>
                </c:pt>
                <c:pt idx="921">
                  <c:v>264.95999999999998</c:v>
                </c:pt>
                <c:pt idx="922">
                  <c:v>264.62</c:v>
                </c:pt>
                <c:pt idx="923">
                  <c:v>263.33999999999997</c:v>
                </c:pt>
                <c:pt idx="924">
                  <c:v>260.52999999999997</c:v>
                </c:pt>
                <c:pt idx="925">
                  <c:v>260.14999999999998</c:v>
                </c:pt>
                <c:pt idx="926">
                  <c:v>262.81</c:v>
                </c:pt>
                <c:pt idx="927">
                  <c:v>258.04000000000002</c:v>
                </c:pt>
                <c:pt idx="928">
                  <c:v>258.44</c:v>
                </c:pt>
                <c:pt idx="929">
                  <c:v>264.2</c:v>
                </c:pt>
                <c:pt idx="930">
                  <c:v>265.02999999999997</c:v>
                </c:pt>
                <c:pt idx="931">
                  <c:v>267.81</c:v>
                </c:pt>
                <c:pt idx="932">
                  <c:v>265.62</c:v>
                </c:pt>
                <c:pt idx="933">
                  <c:v>262.2</c:v>
                </c:pt>
                <c:pt idx="934">
                  <c:v>263.86</c:v>
                </c:pt>
                <c:pt idx="935">
                  <c:v>265.20999999999998</c:v>
                </c:pt>
                <c:pt idx="936">
                  <c:v>266.26</c:v>
                </c:pt>
                <c:pt idx="937">
                  <c:v>267.14999999999998</c:v>
                </c:pt>
                <c:pt idx="938">
                  <c:v>269.7</c:v>
                </c:pt>
                <c:pt idx="939">
                  <c:v>269.57</c:v>
                </c:pt>
                <c:pt idx="940">
                  <c:v>267.58</c:v>
                </c:pt>
                <c:pt idx="941">
                  <c:v>264.83999999999997</c:v>
                </c:pt>
                <c:pt idx="942">
                  <c:v>261.48</c:v>
                </c:pt>
                <c:pt idx="943">
                  <c:v>261.10000000000002</c:v>
                </c:pt>
                <c:pt idx="944">
                  <c:v>260.70999999999998</c:v>
                </c:pt>
                <c:pt idx="945">
                  <c:v>263.7</c:v>
                </c:pt>
                <c:pt idx="946">
                  <c:v>262.68</c:v>
                </c:pt>
                <c:pt idx="947">
                  <c:v>260.55</c:v>
                </c:pt>
                <c:pt idx="948">
                  <c:v>259.05</c:v>
                </c:pt>
                <c:pt idx="949">
                  <c:v>258.04000000000002</c:v>
                </c:pt>
                <c:pt idx="950">
                  <c:v>257.89999999999998</c:v>
                </c:pt>
                <c:pt idx="951">
                  <c:v>258.72000000000003</c:v>
                </c:pt>
                <c:pt idx="952">
                  <c:v>259.98</c:v>
                </c:pt>
                <c:pt idx="953">
                  <c:v>260.2</c:v>
                </c:pt>
                <c:pt idx="954">
                  <c:v>261.27</c:v>
                </c:pt>
                <c:pt idx="955">
                  <c:v>263.24</c:v>
                </c:pt>
                <c:pt idx="956">
                  <c:v>263.58</c:v>
                </c:pt>
                <c:pt idx="957">
                  <c:v>263.14999999999998</c:v>
                </c:pt>
                <c:pt idx="958">
                  <c:v>263.32</c:v>
                </c:pt>
                <c:pt idx="959">
                  <c:v>264.24</c:v>
                </c:pt>
                <c:pt idx="960">
                  <c:v>257.64</c:v>
                </c:pt>
                <c:pt idx="961">
                  <c:v>254.48</c:v>
                </c:pt>
                <c:pt idx="962">
                  <c:v>255.41</c:v>
                </c:pt>
                <c:pt idx="963">
                  <c:v>255.98</c:v>
                </c:pt>
                <c:pt idx="964">
                  <c:v>255.76</c:v>
                </c:pt>
                <c:pt idx="965">
                  <c:v>253.63</c:v>
                </c:pt>
                <c:pt idx="966">
                  <c:v>252.48</c:v>
                </c:pt>
                <c:pt idx="967">
                  <c:v>254.08</c:v>
                </c:pt>
                <c:pt idx="968">
                  <c:v>253.97</c:v>
                </c:pt>
                <c:pt idx="969">
                  <c:v>254.73</c:v>
                </c:pt>
                <c:pt idx="970">
                  <c:v>255.36</c:v>
                </c:pt>
                <c:pt idx="971">
                  <c:v>253.46</c:v>
                </c:pt>
                <c:pt idx="972">
                  <c:v>254.81</c:v>
                </c:pt>
                <c:pt idx="973">
                  <c:v>256.33999999999997</c:v>
                </c:pt>
                <c:pt idx="974">
                  <c:v>257.08</c:v>
                </c:pt>
                <c:pt idx="975">
                  <c:v>253.74</c:v>
                </c:pt>
                <c:pt idx="976">
                  <c:v>252.89</c:v>
                </c:pt>
                <c:pt idx="977">
                  <c:v>248.95</c:v>
                </c:pt>
                <c:pt idx="978">
                  <c:v>249.91</c:v>
                </c:pt>
                <c:pt idx="979">
                  <c:v>252.89</c:v>
                </c:pt>
                <c:pt idx="980">
                  <c:v>250.01</c:v>
                </c:pt>
                <c:pt idx="981">
                  <c:v>245.3</c:v>
                </c:pt>
                <c:pt idx="982">
                  <c:v>246.04</c:v>
                </c:pt>
                <c:pt idx="983">
                  <c:v>248.56</c:v>
                </c:pt>
                <c:pt idx="984">
                  <c:v>250.51</c:v>
                </c:pt>
                <c:pt idx="985">
                  <c:v>250.47</c:v>
                </c:pt>
                <c:pt idx="986">
                  <c:v>251.87</c:v>
                </c:pt>
                <c:pt idx="987">
                  <c:v>252.31</c:v>
                </c:pt>
                <c:pt idx="988">
                  <c:v>250.97</c:v>
                </c:pt>
                <c:pt idx="989">
                  <c:v>252.74</c:v>
                </c:pt>
                <c:pt idx="990">
                  <c:v>253.64</c:v>
                </c:pt>
                <c:pt idx="991">
                  <c:v>253.66</c:v>
                </c:pt>
                <c:pt idx="992">
                  <c:v>252.92</c:v>
                </c:pt>
                <c:pt idx="993">
                  <c:v>250.95</c:v>
                </c:pt>
                <c:pt idx="994">
                  <c:v>255.22</c:v>
                </c:pt>
                <c:pt idx="995">
                  <c:v>254.01</c:v>
                </c:pt>
                <c:pt idx="996">
                  <c:v>256.24</c:v>
                </c:pt>
                <c:pt idx="997">
                  <c:v>257.31</c:v>
                </c:pt>
                <c:pt idx="998">
                  <c:v>258.27999999999997</c:v>
                </c:pt>
                <c:pt idx="999">
                  <c:v>258.41000000000003</c:v>
                </c:pt>
                <c:pt idx="1000">
                  <c:v>256.29000000000002</c:v>
                </c:pt>
                <c:pt idx="1001">
                  <c:v>254.78</c:v>
                </c:pt>
                <c:pt idx="1002">
                  <c:v>257.3</c:v>
                </c:pt>
                <c:pt idx="1003">
                  <c:v>257.63</c:v>
                </c:pt>
                <c:pt idx="1004">
                  <c:v>257.35000000000002</c:v>
                </c:pt>
                <c:pt idx="1005">
                  <c:v>254.48</c:v>
                </c:pt>
                <c:pt idx="1006">
                  <c:v>255.49</c:v>
                </c:pt>
                <c:pt idx="1007">
                  <c:v>251.11</c:v>
                </c:pt>
                <c:pt idx="1008">
                  <c:v>251.09</c:v>
                </c:pt>
                <c:pt idx="1009">
                  <c:v>249.02</c:v>
                </c:pt>
                <c:pt idx="1010">
                  <c:v>250.15</c:v>
                </c:pt>
                <c:pt idx="1011">
                  <c:v>251.87</c:v>
                </c:pt>
                <c:pt idx="1012">
                  <c:v>251.32</c:v>
                </c:pt>
                <c:pt idx="1013">
                  <c:v>248.68</c:v>
                </c:pt>
                <c:pt idx="1014">
                  <c:v>250.68</c:v>
                </c:pt>
                <c:pt idx="1015">
                  <c:v>252.31</c:v>
                </c:pt>
                <c:pt idx="1016">
                  <c:v>251.56</c:v>
                </c:pt>
                <c:pt idx="1017">
                  <c:v>255.08</c:v>
                </c:pt>
                <c:pt idx="1018">
                  <c:v>257.26</c:v>
                </c:pt>
                <c:pt idx="1019">
                  <c:v>257.44</c:v>
                </c:pt>
                <c:pt idx="1020">
                  <c:v>258.11</c:v>
                </c:pt>
                <c:pt idx="1021">
                  <c:v>258.95</c:v>
                </c:pt>
                <c:pt idx="1022">
                  <c:v>259.7</c:v>
                </c:pt>
                <c:pt idx="1023">
                  <c:v>259.33999999999997</c:v>
                </c:pt>
                <c:pt idx="1024">
                  <c:v>259.47000000000003</c:v>
                </c:pt>
                <c:pt idx="1025">
                  <c:v>259.89</c:v>
                </c:pt>
                <c:pt idx="1026">
                  <c:v>260.47000000000003</c:v>
                </c:pt>
                <c:pt idx="1027">
                  <c:v>261.20999999999998</c:v>
                </c:pt>
                <c:pt idx="1028">
                  <c:v>262.41000000000003</c:v>
                </c:pt>
                <c:pt idx="1029">
                  <c:v>260.52999999999997</c:v>
                </c:pt>
                <c:pt idx="1030">
                  <c:v>260.51</c:v>
                </c:pt>
                <c:pt idx="1031">
                  <c:v>259.74</c:v>
                </c:pt>
                <c:pt idx="1032">
                  <c:v>259.83</c:v>
                </c:pt>
                <c:pt idx="1033">
                  <c:v>259.66000000000003</c:v>
                </c:pt>
                <c:pt idx="1034">
                  <c:v>261.52</c:v>
                </c:pt>
                <c:pt idx="1035">
                  <c:v>260.89999999999998</c:v>
                </c:pt>
                <c:pt idx="1036">
                  <c:v>261.55</c:v>
                </c:pt>
                <c:pt idx="1037">
                  <c:v>261.2</c:v>
                </c:pt>
                <c:pt idx="1038">
                  <c:v>261.08</c:v>
                </c:pt>
                <c:pt idx="1039">
                  <c:v>257.42</c:v>
                </c:pt>
                <c:pt idx="1040">
                  <c:v>256.8</c:v>
                </c:pt>
                <c:pt idx="1041">
                  <c:v>255.8</c:v>
                </c:pt>
                <c:pt idx="1042">
                  <c:v>255.33</c:v>
                </c:pt>
                <c:pt idx="1043">
                  <c:v>255.07</c:v>
                </c:pt>
                <c:pt idx="1044">
                  <c:v>252.35</c:v>
                </c:pt>
                <c:pt idx="1045">
                  <c:v>253.84</c:v>
                </c:pt>
                <c:pt idx="1046">
                  <c:v>254.31</c:v>
                </c:pt>
                <c:pt idx="1047">
                  <c:v>255.8</c:v>
                </c:pt>
                <c:pt idx="1048">
                  <c:v>258.39999999999998</c:v>
                </c:pt>
                <c:pt idx="1049">
                  <c:v>262.43</c:v>
                </c:pt>
                <c:pt idx="1050">
                  <c:v>262.39999999999998</c:v>
                </c:pt>
                <c:pt idx="1051">
                  <c:v>262.97000000000003</c:v>
                </c:pt>
                <c:pt idx="1052">
                  <c:v>263.42</c:v>
                </c:pt>
                <c:pt idx="1053">
                  <c:v>263.04000000000002</c:v>
                </c:pt>
                <c:pt idx="1054">
                  <c:v>262.39999999999998</c:v>
                </c:pt>
                <c:pt idx="1055">
                  <c:v>263.33</c:v>
                </c:pt>
                <c:pt idx="1056">
                  <c:v>263.42</c:v>
                </c:pt>
                <c:pt idx="1057">
                  <c:v>262.33</c:v>
                </c:pt>
                <c:pt idx="1058">
                  <c:v>260.36</c:v>
                </c:pt>
                <c:pt idx="1059">
                  <c:v>263.01</c:v>
                </c:pt>
                <c:pt idx="1060">
                  <c:v>262.57</c:v>
                </c:pt>
                <c:pt idx="1061">
                  <c:v>259.94</c:v>
                </c:pt>
                <c:pt idx="1062">
                  <c:v>261.39999999999998</c:v>
                </c:pt>
                <c:pt idx="1063">
                  <c:v>262.22000000000003</c:v>
                </c:pt>
                <c:pt idx="1064">
                  <c:v>260.56</c:v>
                </c:pt>
                <c:pt idx="1065">
                  <c:v>259.68</c:v>
                </c:pt>
                <c:pt idx="1066">
                  <c:v>262.64</c:v>
                </c:pt>
                <c:pt idx="1067">
                  <c:v>262.62</c:v>
                </c:pt>
                <c:pt idx="1068">
                  <c:v>262.01</c:v>
                </c:pt>
                <c:pt idx="1069">
                  <c:v>258.75</c:v>
                </c:pt>
                <c:pt idx="1070">
                  <c:v>259.43</c:v>
                </c:pt>
                <c:pt idx="1071">
                  <c:v>260.43</c:v>
                </c:pt>
                <c:pt idx="1072">
                  <c:v>258.7</c:v>
                </c:pt>
                <c:pt idx="1073">
                  <c:v>258.83</c:v>
                </c:pt>
                <c:pt idx="1074">
                  <c:v>255.31</c:v>
                </c:pt>
                <c:pt idx="1075">
                  <c:v>256.77</c:v>
                </c:pt>
                <c:pt idx="1076">
                  <c:v>259.75</c:v>
                </c:pt>
                <c:pt idx="1077">
                  <c:v>258.16000000000003</c:v>
                </c:pt>
                <c:pt idx="1078">
                  <c:v>260.02999999999997</c:v>
                </c:pt>
                <c:pt idx="1079">
                  <c:v>258.77999999999997</c:v>
                </c:pt>
                <c:pt idx="1080">
                  <c:v>260.56</c:v>
                </c:pt>
                <c:pt idx="1081">
                  <c:v>259.74</c:v>
                </c:pt>
                <c:pt idx="1082">
                  <c:v>262.04000000000002</c:v>
                </c:pt>
                <c:pt idx="1083">
                  <c:v>261.13</c:v>
                </c:pt>
                <c:pt idx="1084">
                  <c:v>260.63</c:v>
                </c:pt>
                <c:pt idx="1085">
                  <c:v>259.95</c:v>
                </c:pt>
                <c:pt idx="1086">
                  <c:v>259.93</c:v>
                </c:pt>
                <c:pt idx="1087">
                  <c:v>258.87</c:v>
                </c:pt>
                <c:pt idx="1088">
                  <c:v>259.17</c:v>
                </c:pt>
                <c:pt idx="1089">
                  <c:v>256.72000000000003</c:v>
                </c:pt>
                <c:pt idx="1090">
                  <c:v>257.27</c:v>
                </c:pt>
                <c:pt idx="1091">
                  <c:v>260.39999999999998</c:v>
                </c:pt>
                <c:pt idx="1092">
                  <c:v>260.82</c:v>
                </c:pt>
                <c:pt idx="1093">
                  <c:v>261.93</c:v>
                </c:pt>
                <c:pt idx="1094">
                  <c:v>261.66000000000003</c:v>
                </c:pt>
                <c:pt idx="1095">
                  <c:v>261.51</c:v>
                </c:pt>
                <c:pt idx="1096">
                  <c:v>262.86</c:v>
                </c:pt>
                <c:pt idx="1097">
                  <c:v>262.56</c:v>
                </c:pt>
                <c:pt idx="1098">
                  <c:v>262.72000000000003</c:v>
                </c:pt>
                <c:pt idx="1099">
                  <c:v>263.47000000000003</c:v>
                </c:pt>
                <c:pt idx="1100">
                  <c:v>265.52999999999997</c:v>
                </c:pt>
                <c:pt idx="1101">
                  <c:v>268.01</c:v>
                </c:pt>
                <c:pt idx="1102">
                  <c:v>271.17</c:v>
                </c:pt>
                <c:pt idx="1103">
                  <c:v>269.68</c:v>
                </c:pt>
                <c:pt idx="1104">
                  <c:v>268.56</c:v>
                </c:pt>
                <c:pt idx="1105">
                  <c:v>269.64999999999998</c:v>
                </c:pt>
                <c:pt idx="1106">
                  <c:v>267.63</c:v>
                </c:pt>
                <c:pt idx="1107">
                  <c:v>266.60000000000002</c:v>
                </c:pt>
                <c:pt idx="1108">
                  <c:v>265.64</c:v>
                </c:pt>
                <c:pt idx="1109">
                  <c:v>262.02</c:v>
                </c:pt>
                <c:pt idx="1110">
                  <c:v>263.32</c:v>
                </c:pt>
                <c:pt idx="1111">
                  <c:v>263.33999999999997</c:v>
                </c:pt>
                <c:pt idx="1112">
                  <c:v>265.91000000000003</c:v>
                </c:pt>
                <c:pt idx="1113">
                  <c:v>265.88</c:v>
                </c:pt>
                <c:pt idx="1114">
                  <c:v>264.24</c:v>
                </c:pt>
                <c:pt idx="1115">
                  <c:v>266.62</c:v>
                </c:pt>
                <c:pt idx="1116">
                  <c:v>266.79000000000002</c:v>
                </c:pt>
                <c:pt idx="1117">
                  <c:v>262.52999999999997</c:v>
                </c:pt>
                <c:pt idx="1118">
                  <c:v>264.26</c:v>
                </c:pt>
                <c:pt idx="1119">
                  <c:v>264.45999999999998</c:v>
                </c:pt>
                <c:pt idx="1120">
                  <c:v>265.14</c:v>
                </c:pt>
                <c:pt idx="1121">
                  <c:v>265.88</c:v>
                </c:pt>
                <c:pt idx="1122">
                  <c:v>266.19</c:v>
                </c:pt>
                <c:pt idx="1123">
                  <c:v>265.41000000000003</c:v>
                </c:pt>
                <c:pt idx="1124">
                  <c:v>265.27</c:v>
                </c:pt>
                <c:pt idx="1125">
                  <c:v>262.61</c:v>
                </c:pt>
                <c:pt idx="1126">
                  <c:v>262.27</c:v>
                </c:pt>
                <c:pt idx="1127">
                  <c:v>263.19</c:v>
                </c:pt>
                <c:pt idx="1128">
                  <c:v>262.08999999999997</c:v>
                </c:pt>
                <c:pt idx="1129">
                  <c:v>259.8</c:v>
                </c:pt>
                <c:pt idx="1130">
                  <c:v>261.39</c:v>
                </c:pt>
                <c:pt idx="1131">
                  <c:v>260.56</c:v>
                </c:pt>
                <c:pt idx="1132">
                  <c:v>261.45</c:v>
                </c:pt>
                <c:pt idx="1133">
                  <c:v>264.01</c:v>
                </c:pt>
                <c:pt idx="1134">
                  <c:v>261.72000000000003</c:v>
                </c:pt>
                <c:pt idx="1135">
                  <c:v>262.31</c:v>
                </c:pt>
                <c:pt idx="1136">
                  <c:v>260.14999999999998</c:v>
                </c:pt>
                <c:pt idx="1137">
                  <c:v>258.49</c:v>
                </c:pt>
                <c:pt idx="1138">
                  <c:v>258.88</c:v>
                </c:pt>
                <c:pt idx="1139">
                  <c:v>258.45999999999998</c:v>
                </c:pt>
                <c:pt idx="1140">
                  <c:v>258.33</c:v>
                </c:pt>
                <c:pt idx="1141">
                  <c:v>257.95</c:v>
                </c:pt>
                <c:pt idx="1142">
                  <c:v>256.77</c:v>
                </c:pt>
                <c:pt idx="1143">
                  <c:v>252.81</c:v>
                </c:pt>
                <c:pt idx="1144">
                  <c:v>250.06</c:v>
                </c:pt>
                <c:pt idx="1145">
                  <c:v>249.19</c:v>
                </c:pt>
                <c:pt idx="1146">
                  <c:v>249.93</c:v>
                </c:pt>
                <c:pt idx="1147">
                  <c:v>248.36</c:v>
                </c:pt>
                <c:pt idx="1148">
                  <c:v>245.06</c:v>
                </c:pt>
                <c:pt idx="1149">
                  <c:v>244.18</c:v>
                </c:pt>
                <c:pt idx="1150">
                  <c:v>244.47</c:v>
                </c:pt>
                <c:pt idx="1151">
                  <c:v>243.87</c:v>
                </c:pt>
                <c:pt idx="1152">
                  <c:v>242.79</c:v>
                </c:pt>
                <c:pt idx="1153">
                  <c:v>239.84</c:v>
                </c:pt>
                <c:pt idx="1154">
                  <c:v>243.9</c:v>
                </c:pt>
                <c:pt idx="1155">
                  <c:v>241.48</c:v>
                </c:pt>
                <c:pt idx="1156">
                  <c:v>244.12</c:v>
                </c:pt>
                <c:pt idx="1157">
                  <c:v>243.38</c:v>
                </c:pt>
                <c:pt idx="1158">
                  <c:v>242.91</c:v>
                </c:pt>
                <c:pt idx="1159">
                  <c:v>243.89</c:v>
                </c:pt>
                <c:pt idx="1160">
                  <c:v>243.3</c:v>
                </c:pt>
                <c:pt idx="1161">
                  <c:v>248.64</c:v>
                </c:pt>
                <c:pt idx="1162">
                  <c:v>248.84</c:v>
                </c:pt>
                <c:pt idx="1163">
                  <c:v>250.45</c:v>
                </c:pt>
                <c:pt idx="1164">
                  <c:v>248.69</c:v>
                </c:pt>
                <c:pt idx="1165">
                  <c:v>246.51</c:v>
                </c:pt>
                <c:pt idx="1166">
                  <c:v>245.86</c:v>
                </c:pt>
                <c:pt idx="1167">
                  <c:v>247.19</c:v>
                </c:pt>
                <c:pt idx="1168">
                  <c:v>247.39</c:v>
                </c:pt>
                <c:pt idx="1169">
                  <c:v>250.64</c:v>
                </c:pt>
                <c:pt idx="1170">
                  <c:v>250.45</c:v>
                </c:pt>
                <c:pt idx="1171">
                  <c:v>251.26</c:v>
                </c:pt>
                <c:pt idx="1172">
                  <c:v>250.11</c:v>
                </c:pt>
                <c:pt idx="1173">
                  <c:v>248.18</c:v>
                </c:pt>
                <c:pt idx="1174">
                  <c:v>248.3</c:v>
                </c:pt>
                <c:pt idx="1175">
                  <c:v>250.65</c:v>
                </c:pt>
                <c:pt idx="1176">
                  <c:v>250.33</c:v>
                </c:pt>
                <c:pt idx="1177">
                  <c:v>248.96</c:v>
                </c:pt>
                <c:pt idx="1178">
                  <c:v>249.9</c:v>
                </c:pt>
                <c:pt idx="1179">
                  <c:v>252.34</c:v>
                </c:pt>
                <c:pt idx="1180">
                  <c:v>251.72</c:v>
                </c:pt>
                <c:pt idx="1181">
                  <c:v>252</c:v>
                </c:pt>
                <c:pt idx="1182">
                  <c:v>253.3</c:v>
                </c:pt>
                <c:pt idx="1183">
                  <c:v>253.7</c:v>
                </c:pt>
                <c:pt idx="1184">
                  <c:v>251.59</c:v>
                </c:pt>
                <c:pt idx="1185">
                  <c:v>251.41</c:v>
                </c:pt>
                <c:pt idx="1186">
                  <c:v>251.65</c:v>
                </c:pt>
                <c:pt idx="1187">
                  <c:v>254.06</c:v>
                </c:pt>
                <c:pt idx="1188">
                  <c:v>254.24</c:v>
                </c:pt>
                <c:pt idx="1189">
                  <c:v>253.71</c:v>
                </c:pt>
                <c:pt idx="1190">
                  <c:v>253.21</c:v>
                </c:pt>
                <c:pt idx="1191">
                  <c:v>249.35</c:v>
                </c:pt>
                <c:pt idx="1192">
                  <c:v>245.54</c:v>
                </c:pt>
                <c:pt idx="1193">
                  <c:v>246.44</c:v>
                </c:pt>
                <c:pt idx="1194">
                  <c:v>246.27</c:v>
                </c:pt>
                <c:pt idx="1195">
                  <c:v>244.43</c:v>
                </c:pt>
                <c:pt idx="1196">
                  <c:v>243.72</c:v>
                </c:pt>
                <c:pt idx="1197">
                  <c:v>243.82</c:v>
                </c:pt>
                <c:pt idx="1198">
                  <c:v>247.96</c:v>
                </c:pt>
                <c:pt idx="1199">
                  <c:v>249.7</c:v>
                </c:pt>
                <c:pt idx="1200">
                  <c:v>249.06</c:v>
                </c:pt>
                <c:pt idx="1201">
                  <c:v>250.07</c:v>
                </c:pt>
                <c:pt idx="1202">
                  <c:v>250.05</c:v>
                </c:pt>
                <c:pt idx="1203">
                  <c:v>246.3</c:v>
                </c:pt>
                <c:pt idx="1204">
                  <c:v>244.05</c:v>
                </c:pt>
                <c:pt idx="1205">
                  <c:v>244.79</c:v>
                </c:pt>
                <c:pt idx="1206">
                  <c:v>244.26</c:v>
                </c:pt>
                <c:pt idx="1207">
                  <c:v>239.93</c:v>
                </c:pt>
                <c:pt idx="1208">
                  <c:v>240.53</c:v>
                </c:pt>
                <c:pt idx="1209">
                  <c:v>243.94</c:v>
                </c:pt>
                <c:pt idx="1210">
                  <c:v>246.05</c:v>
                </c:pt>
                <c:pt idx="1211">
                  <c:v>245.7</c:v>
                </c:pt>
                <c:pt idx="1212">
                  <c:v>246.29</c:v>
                </c:pt>
                <c:pt idx="1213">
                  <c:v>245.99</c:v>
                </c:pt>
                <c:pt idx="1214">
                  <c:v>245.76</c:v>
                </c:pt>
                <c:pt idx="1215">
                  <c:v>242.22</c:v>
                </c:pt>
                <c:pt idx="1216">
                  <c:v>244.78</c:v>
                </c:pt>
                <c:pt idx="1217">
                  <c:v>247.24</c:v>
                </c:pt>
                <c:pt idx="1218">
                  <c:v>248.59</c:v>
                </c:pt>
                <c:pt idx="1219">
                  <c:v>248.47</c:v>
                </c:pt>
                <c:pt idx="1220">
                  <c:v>250.32</c:v>
                </c:pt>
                <c:pt idx="1221">
                  <c:v>250.14</c:v>
                </c:pt>
                <c:pt idx="1222">
                  <c:v>252.2</c:v>
                </c:pt>
                <c:pt idx="1223">
                  <c:v>252.21</c:v>
                </c:pt>
                <c:pt idx="1224">
                  <c:v>250.46</c:v>
                </c:pt>
                <c:pt idx="1225">
                  <c:v>249.88</c:v>
                </c:pt>
                <c:pt idx="1226">
                  <c:v>250.61</c:v>
                </c:pt>
                <c:pt idx="1227">
                  <c:v>250.38</c:v>
                </c:pt>
                <c:pt idx="1228">
                  <c:v>251.6</c:v>
                </c:pt>
                <c:pt idx="1229">
                  <c:v>249.78</c:v>
                </c:pt>
                <c:pt idx="1230">
                  <c:v>250.16</c:v>
                </c:pt>
                <c:pt idx="1231">
                  <c:v>249.26</c:v>
                </c:pt>
                <c:pt idx="1232">
                  <c:v>247.66</c:v>
                </c:pt>
                <c:pt idx="1233">
                  <c:v>248.4</c:v>
                </c:pt>
                <c:pt idx="1234">
                  <c:v>247.71</c:v>
                </c:pt>
                <c:pt idx="1235">
                  <c:v>249.76</c:v>
                </c:pt>
                <c:pt idx="1236">
                  <c:v>249.81</c:v>
                </c:pt>
                <c:pt idx="1237">
                  <c:v>250.37</c:v>
                </c:pt>
                <c:pt idx="1238">
                  <c:v>250.8</c:v>
                </c:pt>
                <c:pt idx="1239">
                  <c:v>251.28</c:v>
                </c:pt>
                <c:pt idx="1240">
                  <c:v>252.96</c:v>
                </c:pt>
                <c:pt idx="1241">
                  <c:v>252.93</c:v>
                </c:pt>
                <c:pt idx="1242">
                  <c:v>251.46</c:v>
                </c:pt>
                <c:pt idx="1243">
                  <c:v>253.65</c:v>
                </c:pt>
                <c:pt idx="1244">
                  <c:v>254.5</c:v>
                </c:pt>
                <c:pt idx="1245">
                  <c:v>254.31</c:v>
                </c:pt>
                <c:pt idx="1246">
                  <c:v>254.16</c:v>
                </c:pt>
                <c:pt idx="1247">
                  <c:v>255.96</c:v>
                </c:pt>
                <c:pt idx="1248">
                  <c:v>252.77</c:v>
                </c:pt>
                <c:pt idx="1249">
                  <c:v>251.75</c:v>
                </c:pt>
                <c:pt idx="1250">
                  <c:v>252.16</c:v>
                </c:pt>
                <c:pt idx="1251">
                  <c:v>250.28</c:v>
                </c:pt>
                <c:pt idx="1252">
                  <c:v>252.18</c:v>
                </c:pt>
                <c:pt idx="1253">
                  <c:v>252.44</c:v>
                </c:pt>
                <c:pt idx="1254">
                  <c:v>258.18</c:v>
                </c:pt>
                <c:pt idx="1255">
                  <c:v>258.22000000000003</c:v>
                </c:pt>
                <c:pt idx="1256">
                  <c:v>258.99</c:v>
                </c:pt>
                <c:pt idx="1257">
                  <c:v>258.7</c:v>
                </c:pt>
                <c:pt idx="1258">
                  <c:v>258.95</c:v>
                </c:pt>
                <c:pt idx="1259">
                  <c:v>259.16000000000003</c:v>
                </c:pt>
                <c:pt idx="1260">
                  <c:v>258.94</c:v>
                </c:pt>
                <c:pt idx="1261">
                  <c:v>255.99</c:v>
                </c:pt>
                <c:pt idx="1262">
                  <c:v>255.54</c:v>
                </c:pt>
                <c:pt idx="1263">
                  <c:v>256.10000000000002</c:v>
                </c:pt>
                <c:pt idx="1264">
                  <c:v>257.27999999999997</c:v>
                </c:pt>
                <c:pt idx="1265">
                  <c:v>254.97</c:v>
                </c:pt>
                <c:pt idx="1266">
                  <c:v>254.99</c:v>
                </c:pt>
                <c:pt idx="1267">
                  <c:v>256.75</c:v>
                </c:pt>
                <c:pt idx="1268">
                  <c:v>256.93</c:v>
                </c:pt>
                <c:pt idx="1269">
                  <c:v>256.88</c:v>
                </c:pt>
                <c:pt idx="1270">
                  <c:v>258.51</c:v>
                </c:pt>
                <c:pt idx="1271">
                  <c:v>258.33</c:v>
                </c:pt>
                <c:pt idx="1272">
                  <c:v>261.95</c:v>
                </c:pt>
                <c:pt idx="1273">
                  <c:v>263.48</c:v>
                </c:pt>
                <c:pt idx="1274">
                  <c:v>265.57</c:v>
                </c:pt>
                <c:pt idx="1275">
                  <c:v>265.77</c:v>
                </c:pt>
                <c:pt idx="1276">
                  <c:v>268.45</c:v>
                </c:pt>
                <c:pt idx="1277">
                  <c:v>268.27999999999997</c:v>
                </c:pt>
                <c:pt idx="1278">
                  <c:v>268.55</c:v>
                </c:pt>
                <c:pt idx="1279">
                  <c:v>268.17</c:v>
                </c:pt>
                <c:pt idx="1280">
                  <c:v>268.64</c:v>
                </c:pt>
                <c:pt idx="1281">
                  <c:v>272.58999999999997</c:v>
                </c:pt>
                <c:pt idx="1282">
                  <c:v>271.05</c:v>
                </c:pt>
                <c:pt idx="1283">
                  <c:v>270.05</c:v>
                </c:pt>
                <c:pt idx="1284">
                  <c:v>268.55</c:v>
                </c:pt>
                <c:pt idx="1285">
                  <c:v>268.02999999999997</c:v>
                </c:pt>
                <c:pt idx="1286">
                  <c:v>266.42</c:v>
                </c:pt>
                <c:pt idx="1287">
                  <c:v>267.33</c:v>
                </c:pt>
                <c:pt idx="1288">
                  <c:v>264.02999999999997</c:v>
                </c:pt>
                <c:pt idx="1289">
                  <c:v>262.47000000000003</c:v>
                </c:pt>
                <c:pt idx="1290">
                  <c:v>260.81</c:v>
                </c:pt>
                <c:pt idx="1291">
                  <c:v>261.49</c:v>
                </c:pt>
                <c:pt idx="1292">
                  <c:v>261.42</c:v>
                </c:pt>
                <c:pt idx="1293">
                  <c:v>263.25</c:v>
                </c:pt>
                <c:pt idx="1294">
                  <c:v>263.69</c:v>
                </c:pt>
                <c:pt idx="1295">
                  <c:v>261.33</c:v>
                </c:pt>
                <c:pt idx="1296">
                  <c:v>261.97000000000003</c:v>
                </c:pt>
                <c:pt idx="1297">
                  <c:v>262.92</c:v>
                </c:pt>
                <c:pt idx="1298">
                  <c:v>265.36</c:v>
                </c:pt>
                <c:pt idx="1299">
                  <c:v>262.66000000000003</c:v>
                </c:pt>
                <c:pt idx="1300">
                  <c:v>266.02999999999997</c:v>
                </c:pt>
                <c:pt idx="1301">
                  <c:v>265.41000000000003</c:v>
                </c:pt>
                <c:pt idx="1302">
                  <c:v>260.16000000000003</c:v>
                </c:pt>
                <c:pt idx="1303">
                  <c:v>260.06</c:v>
                </c:pt>
                <c:pt idx="1304">
                  <c:v>260.39</c:v>
                </c:pt>
                <c:pt idx="1305">
                  <c:v>258.74</c:v>
                </c:pt>
                <c:pt idx="1306">
                  <c:v>256.29000000000002</c:v>
                </c:pt>
                <c:pt idx="1307">
                  <c:v>254.11</c:v>
                </c:pt>
                <c:pt idx="1308">
                  <c:v>255.47</c:v>
                </c:pt>
                <c:pt idx="1309">
                  <c:v>254.94</c:v>
                </c:pt>
                <c:pt idx="1310">
                  <c:v>254.21</c:v>
                </c:pt>
                <c:pt idx="1311">
                  <c:v>253.51</c:v>
                </c:pt>
                <c:pt idx="1312">
                  <c:v>252.11</c:v>
                </c:pt>
                <c:pt idx="1313">
                  <c:v>252.32</c:v>
                </c:pt>
                <c:pt idx="1314">
                  <c:v>251.66</c:v>
                </c:pt>
                <c:pt idx="1315">
                  <c:v>250.74</c:v>
                </c:pt>
                <c:pt idx="1316">
                  <c:v>248.49</c:v>
                </c:pt>
                <c:pt idx="1317">
                  <c:v>249.08</c:v>
                </c:pt>
                <c:pt idx="1318">
                  <c:v>249.67</c:v>
                </c:pt>
                <c:pt idx="1319">
                  <c:v>249.84</c:v>
                </c:pt>
                <c:pt idx="1320">
                  <c:v>250.99</c:v>
                </c:pt>
                <c:pt idx="1321">
                  <c:v>254.52</c:v>
                </c:pt>
                <c:pt idx="1322">
                  <c:v>254.94</c:v>
                </c:pt>
                <c:pt idx="1323">
                  <c:v>253.8</c:v>
                </c:pt>
                <c:pt idx="1324">
                  <c:v>254.48</c:v>
                </c:pt>
                <c:pt idx="1325">
                  <c:v>251.26</c:v>
                </c:pt>
                <c:pt idx="1326">
                  <c:v>252.27</c:v>
                </c:pt>
                <c:pt idx="1327">
                  <c:v>255.07</c:v>
                </c:pt>
                <c:pt idx="1328">
                  <c:v>255.5</c:v>
                </c:pt>
                <c:pt idx="1329">
                  <c:v>254.66</c:v>
                </c:pt>
                <c:pt idx="1330">
                  <c:v>248.3</c:v>
                </c:pt>
                <c:pt idx="1331">
                  <c:v>248.05</c:v>
                </c:pt>
                <c:pt idx="1332">
                  <c:v>244.94</c:v>
                </c:pt>
                <c:pt idx="1333">
                  <c:v>246.77</c:v>
                </c:pt>
                <c:pt idx="1334">
                  <c:v>246.83</c:v>
                </c:pt>
                <c:pt idx="1335">
                  <c:v>249.84</c:v>
                </c:pt>
                <c:pt idx="1336">
                  <c:v>248.64</c:v>
                </c:pt>
                <c:pt idx="1337">
                  <c:v>249.65</c:v>
                </c:pt>
                <c:pt idx="1338">
                  <c:v>251.47</c:v>
                </c:pt>
                <c:pt idx="1339">
                  <c:v>250.23</c:v>
                </c:pt>
                <c:pt idx="1340">
                  <c:v>248.91</c:v>
                </c:pt>
                <c:pt idx="1341">
                  <c:v>250.35</c:v>
                </c:pt>
                <c:pt idx="1342">
                  <c:v>247.88</c:v>
                </c:pt>
                <c:pt idx="1343">
                  <c:v>247.31</c:v>
                </c:pt>
                <c:pt idx="1344">
                  <c:v>244.91</c:v>
                </c:pt>
                <c:pt idx="1345">
                  <c:v>244.98</c:v>
                </c:pt>
                <c:pt idx="1346">
                  <c:v>245.21</c:v>
                </c:pt>
                <c:pt idx="1347">
                  <c:v>245.97</c:v>
                </c:pt>
                <c:pt idx="1348">
                  <c:v>243.61</c:v>
                </c:pt>
                <c:pt idx="1349">
                  <c:v>244.3</c:v>
                </c:pt>
                <c:pt idx="1350">
                  <c:v>241.48</c:v>
                </c:pt>
                <c:pt idx="1351">
                  <c:v>243.55</c:v>
                </c:pt>
                <c:pt idx="1352">
                  <c:v>243.12</c:v>
                </c:pt>
                <c:pt idx="1353">
                  <c:v>240.04</c:v>
                </c:pt>
                <c:pt idx="1354">
                  <c:v>239.79</c:v>
                </c:pt>
                <c:pt idx="1355">
                  <c:v>239.18</c:v>
                </c:pt>
                <c:pt idx="1356">
                  <c:v>237.91</c:v>
                </c:pt>
                <c:pt idx="1357">
                  <c:v>237.24</c:v>
                </c:pt>
                <c:pt idx="1358">
                  <c:v>237.32</c:v>
                </c:pt>
                <c:pt idx="1359">
                  <c:v>235.37</c:v>
                </c:pt>
                <c:pt idx="1360">
                  <c:v>235.2</c:v>
                </c:pt>
                <c:pt idx="1361">
                  <c:v>234.27</c:v>
                </c:pt>
                <c:pt idx="1362">
                  <c:v>231.59</c:v>
                </c:pt>
                <c:pt idx="1363">
                  <c:v>227.14</c:v>
                </c:pt>
                <c:pt idx="1364">
                  <c:v>221.53</c:v>
                </c:pt>
                <c:pt idx="1365">
                  <c:v>223.07</c:v>
                </c:pt>
                <c:pt idx="1366">
                  <c:v>227.71</c:v>
                </c:pt>
                <c:pt idx="1367">
                  <c:v>228.94</c:v>
                </c:pt>
                <c:pt idx="1368">
                  <c:v>232.35</c:v>
                </c:pt>
                <c:pt idx="1369">
                  <c:v>232.8</c:v>
                </c:pt>
                <c:pt idx="1370">
                  <c:v>229.55</c:v>
                </c:pt>
                <c:pt idx="1371">
                  <c:v>229.91</c:v>
                </c:pt>
                <c:pt idx="1372">
                  <c:v>230.4</c:v>
                </c:pt>
                <c:pt idx="1373">
                  <c:v>227.9</c:v>
                </c:pt>
                <c:pt idx="1374">
                  <c:v>227.31</c:v>
                </c:pt>
                <c:pt idx="1375">
                  <c:v>227.76</c:v>
                </c:pt>
                <c:pt idx="1376">
                  <c:v>234.4</c:v>
                </c:pt>
                <c:pt idx="1377">
                  <c:v>237.18</c:v>
                </c:pt>
                <c:pt idx="1378">
                  <c:v>233.74</c:v>
                </c:pt>
                <c:pt idx="1379">
                  <c:v>233.06</c:v>
                </c:pt>
                <c:pt idx="1380">
                  <c:v>233.59</c:v>
                </c:pt>
                <c:pt idx="1381">
                  <c:v>238.78</c:v>
                </c:pt>
                <c:pt idx="1382">
                  <c:v>239.29</c:v>
                </c:pt>
                <c:pt idx="1383">
                  <c:v>241.12</c:v>
                </c:pt>
                <c:pt idx="1384">
                  <c:v>236.72</c:v>
                </c:pt>
                <c:pt idx="1385">
                  <c:v>238.68</c:v>
                </c:pt>
                <c:pt idx="1386">
                  <c:v>234.26</c:v>
                </c:pt>
                <c:pt idx="1387">
                  <c:v>234.26</c:v>
                </c:pt>
                <c:pt idx="1388">
                  <c:v>233.79</c:v>
                </c:pt>
                <c:pt idx="1389">
                  <c:v>236.71</c:v>
                </c:pt>
                <c:pt idx="1390">
                  <c:v>238.62</c:v>
                </c:pt>
                <c:pt idx="1391">
                  <c:v>237.15</c:v>
                </c:pt>
                <c:pt idx="1392">
                  <c:v>237.98</c:v>
                </c:pt>
                <c:pt idx="1393">
                  <c:v>240.18</c:v>
                </c:pt>
                <c:pt idx="1394">
                  <c:v>243.52</c:v>
                </c:pt>
                <c:pt idx="1395">
                  <c:v>246.02</c:v>
                </c:pt>
                <c:pt idx="1396">
                  <c:v>246.49</c:v>
                </c:pt>
                <c:pt idx="1397">
                  <c:v>246.04</c:v>
                </c:pt>
                <c:pt idx="1398">
                  <c:v>244.94</c:v>
                </c:pt>
                <c:pt idx="1399">
                  <c:v>247.89</c:v>
                </c:pt>
                <c:pt idx="1400">
                  <c:v>247.37</c:v>
                </c:pt>
                <c:pt idx="1401">
                  <c:v>247.47</c:v>
                </c:pt>
                <c:pt idx="1402">
                  <c:v>248.53</c:v>
                </c:pt>
                <c:pt idx="1403">
                  <c:v>249.25</c:v>
                </c:pt>
                <c:pt idx="1404">
                  <c:v>247.22</c:v>
                </c:pt>
                <c:pt idx="1405">
                  <c:v>249.41</c:v>
                </c:pt>
                <c:pt idx="1406">
                  <c:v>250.36</c:v>
                </c:pt>
                <c:pt idx="1407">
                  <c:v>250.04</c:v>
                </c:pt>
                <c:pt idx="1408">
                  <c:v>249.79</c:v>
                </c:pt>
                <c:pt idx="1409">
                  <c:v>248.93</c:v>
                </c:pt>
                <c:pt idx="1410">
                  <c:v>249.41</c:v>
                </c:pt>
                <c:pt idx="1411">
                  <c:v>250.6</c:v>
                </c:pt>
                <c:pt idx="1412">
                  <c:v>252.12</c:v>
                </c:pt>
                <c:pt idx="1413">
                  <c:v>252.33</c:v>
                </c:pt>
                <c:pt idx="1414">
                  <c:v>251.79</c:v>
                </c:pt>
                <c:pt idx="1415">
                  <c:v>250.25</c:v>
                </c:pt>
                <c:pt idx="1416">
                  <c:v>249.21</c:v>
                </c:pt>
                <c:pt idx="1417">
                  <c:v>245.86</c:v>
                </c:pt>
                <c:pt idx="1418">
                  <c:v>245.86</c:v>
                </c:pt>
                <c:pt idx="1419">
                  <c:v>245.14</c:v>
                </c:pt>
                <c:pt idx="1420">
                  <c:v>242.71</c:v>
                </c:pt>
                <c:pt idx="1421">
                  <c:v>238.87</c:v>
                </c:pt>
                <c:pt idx="1422">
                  <c:v>241.26</c:v>
                </c:pt>
                <c:pt idx="1423">
                  <c:v>241.44</c:v>
                </c:pt>
                <c:pt idx="1424">
                  <c:v>244.79</c:v>
                </c:pt>
                <c:pt idx="1425">
                  <c:v>244.8</c:v>
                </c:pt>
                <c:pt idx="1426">
                  <c:v>245.92</c:v>
                </c:pt>
                <c:pt idx="1427">
                  <c:v>247.51</c:v>
                </c:pt>
                <c:pt idx="1428">
                  <c:v>246.58</c:v>
                </c:pt>
                <c:pt idx="1429">
                  <c:v>249.43</c:v>
                </c:pt>
                <c:pt idx="1430">
                  <c:v>249.07</c:v>
                </c:pt>
                <c:pt idx="1431">
                  <c:v>244.24</c:v>
                </c:pt>
                <c:pt idx="1432">
                  <c:v>248.7</c:v>
                </c:pt>
                <c:pt idx="1433">
                  <c:v>246.6</c:v>
                </c:pt>
                <c:pt idx="1434">
                  <c:v>244.68</c:v>
                </c:pt>
                <c:pt idx="1435">
                  <c:v>242.15</c:v>
                </c:pt>
                <c:pt idx="1436">
                  <c:v>240.68</c:v>
                </c:pt>
                <c:pt idx="1437">
                  <c:v>239.23</c:v>
                </c:pt>
                <c:pt idx="1438">
                  <c:v>239.4</c:v>
                </c:pt>
                <c:pt idx="1439">
                  <c:v>240.6</c:v>
                </c:pt>
                <c:pt idx="1440">
                  <c:v>240.35</c:v>
                </c:pt>
                <c:pt idx="1441">
                  <c:v>238.17</c:v>
                </c:pt>
                <c:pt idx="1442">
                  <c:v>238.8</c:v>
                </c:pt>
                <c:pt idx="1443">
                  <c:v>243.49</c:v>
                </c:pt>
                <c:pt idx="1444">
                  <c:v>244.17</c:v>
                </c:pt>
                <c:pt idx="1445">
                  <c:v>243</c:v>
                </c:pt>
                <c:pt idx="1446">
                  <c:v>243.76</c:v>
                </c:pt>
                <c:pt idx="1447">
                  <c:v>245.48</c:v>
                </c:pt>
                <c:pt idx="1448">
                  <c:v>246.53</c:v>
                </c:pt>
                <c:pt idx="1449">
                  <c:v>245.33</c:v>
                </c:pt>
                <c:pt idx="1450">
                  <c:v>241.79</c:v>
                </c:pt>
                <c:pt idx="1451">
                  <c:v>241.22</c:v>
                </c:pt>
                <c:pt idx="1452">
                  <c:v>240.38</c:v>
                </c:pt>
                <c:pt idx="1453">
                  <c:v>234.63</c:v>
                </c:pt>
                <c:pt idx="1454">
                  <c:v>236.13</c:v>
                </c:pt>
                <c:pt idx="1455">
                  <c:v>234.6</c:v>
                </c:pt>
                <c:pt idx="1456">
                  <c:v>231.93</c:v>
                </c:pt>
                <c:pt idx="1457">
                  <c:v>233.68</c:v>
                </c:pt>
                <c:pt idx="1458">
                  <c:v>230.83</c:v>
                </c:pt>
                <c:pt idx="1459">
                  <c:v>230.55</c:v>
                </c:pt>
                <c:pt idx="1460">
                  <c:v>233.52</c:v>
                </c:pt>
                <c:pt idx="1461">
                  <c:v>231.38</c:v>
                </c:pt>
                <c:pt idx="1462">
                  <c:v>228.78</c:v>
                </c:pt>
                <c:pt idx="1463">
                  <c:v>228.59</c:v>
                </c:pt>
                <c:pt idx="1464">
                  <c:v>230.08</c:v>
                </c:pt>
                <c:pt idx="1465">
                  <c:v>224.54</c:v>
                </c:pt>
                <c:pt idx="1466">
                  <c:v>223.81</c:v>
                </c:pt>
                <c:pt idx="1467">
                  <c:v>228.79</c:v>
                </c:pt>
                <c:pt idx="1468">
                  <c:v>230.21</c:v>
                </c:pt>
                <c:pt idx="1469">
                  <c:v>227.19</c:v>
                </c:pt>
                <c:pt idx="1470">
                  <c:v>230.96</c:v>
                </c:pt>
                <c:pt idx="1471">
                  <c:v>231.51</c:v>
                </c:pt>
                <c:pt idx="1472">
                  <c:v>232.1</c:v>
                </c:pt>
                <c:pt idx="1473">
                  <c:v>233.67</c:v>
                </c:pt>
                <c:pt idx="1474">
                  <c:v>231.1</c:v>
                </c:pt>
                <c:pt idx="1475">
                  <c:v>228.97</c:v>
                </c:pt>
                <c:pt idx="1476">
                  <c:v>232.91</c:v>
                </c:pt>
                <c:pt idx="1477">
                  <c:v>233.3</c:v>
                </c:pt>
                <c:pt idx="1478">
                  <c:v>226.7</c:v>
                </c:pt>
                <c:pt idx="1479">
                  <c:v>224.98</c:v>
                </c:pt>
                <c:pt idx="1480">
                  <c:v>228.4</c:v>
                </c:pt>
                <c:pt idx="1481">
                  <c:v>231.52</c:v>
                </c:pt>
                <c:pt idx="1482">
                  <c:v>231.94</c:v>
                </c:pt>
                <c:pt idx="1483">
                  <c:v>234.74</c:v>
                </c:pt>
                <c:pt idx="1484">
                  <c:v>235.27</c:v>
                </c:pt>
                <c:pt idx="1485">
                  <c:v>234.95</c:v>
                </c:pt>
                <c:pt idx="1486">
                  <c:v>235.03</c:v>
                </c:pt>
                <c:pt idx="1487">
                  <c:v>234.91</c:v>
                </c:pt>
                <c:pt idx="1488">
                  <c:v>235.37</c:v>
                </c:pt>
                <c:pt idx="1489">
                  <c:v>235.22</c:v>
                </c:pt>
                <c:pt idx="1490">
                  <c:v>234.63</c:v>
                </c:pt>
                <c:pt idx="1491">
                  <c:v>238.63</c:v>
                </c:pt>
                <c:pt idx="1492">
                  <c:v>240.09</c:v>
                </c:pt>
                <c:pt idx="1493">
                  <c:v>239.74</c:v>
                </c:pt>
                <c:pt idx="1494">
                  <c:v>240.21</c:v>
                </c:pt>
                <c:pt idx="1495">
                  <c:v>238.44</c:v>
                </c:pt>
                <c:pt idx="1496">
                  <c:v>239.13</c:v>
                </c:pt>
                <c:pt idx="1497">
                  <c:v>241.43</c:v>
                </c:pt>
                <c:pt idx="1498">
                  <c:v>241.97</c:v>
                </c:pt>
                <c:pt idx="1499">
                  <c:v>242.15</c:v>
                </c:pt>
                <c:pt idx="1500">
                  <c:v>241.83</c:v>
                </c:pt>
                <c:pt idx="1501">
                  <c:v>242.35</c:v>
                </c:pt>
                <c:pt idx="1502">
                  <c:v>244.09</c:v>
                </c:pt>
                <c:pt idx="1503">
                  <c:v>244.63</c:v>
                </c:pt>
                <c:pt idx="1504">
                  <c:v>244.28</c:v>
                </c:pt>
                <c:pt idx="1505">
                  <c:v>245.41</c:v>
                </c:pt>
                <c:pt idx="1506">
                  <c:v>245.23</c:v>
                </c:pt>
                <c:pt idx="1507">
                  <c:v>244.08</c:v>
                </c:pt>
                <c:pt idx="1508">
                  <c:v>243.79</c:v>
                </c:pt>
                <c:pt idx="1509">
                  <c:v>243.95</c:v>
                </c:pt>
                <c:pt idx="1510">
                  <c:v>245.53</c:v>
                </c:pt>
                <c:pt idx="1511">
                  <c:v>246.54</c:v>
                </c:pt>
                <c:pt idx="1512">
                  <c:v>245.86</c:v>
                </c:pt>
                <c:pt idx="1513">
                  <c:v>242.36</c:v>
                </c:pt>
                <c:pt idx="1514">
                  <c:v>243.05</c:v>
                </c:pt>
                <c:pt idx="1515">
                  <c:v>240.58</c:v>
                </c:pt>
                <c:pt idx="1516">
                  <c:v>241.99</c:v>
                </c:pt>
                <c:pt idx="1517">
                  <c:v>242.29</c:v>
                </c:pt>
                <c:pt idx="1518">
                  <c:v>241.77</c:v>
                </c:pt>
                <c:pt idx="1519">
                  <c:v>242.06</c:v>
                </c:pt>
                <c:pt idx="1520">
                  <c:v>243.71</c:v>
                </c:pt>
                <c:pt idx="1521">
                  <c:v>248.89</c:v>
                </c:pt>
                <c:pt idx="1522">
                  <c:v>248.53</c:v>
                </c:pt>
                <c:pt idx="1523">
                  <c:v>248</c:v>
                </c:pt>
                <c:pt idx="1524">
                  <c:v>247.88</c:v>
                </c:pt>
                <c:pt idx="1525">
                  <c:v>247.26</c:v>
                </c:pt>
                <c:pt idx="1526">
                  <c:v>249.39</c:v>
                </c:pt>
                <c:pt idx="1527">
                  <c:v>248.32</c:v>
                </c:pt>
                <c:pt idx="1528">
                  <c:v>248.13</c:v>
                </c:pt>
                <c:pt idx="1529">
                  <c:v>248.92</c:v>
                </c:pt>
                <c:pt idx="1530">
                  <c:v>248.69</c:v>
                </c:pt>
                <c:pt idx="1531">
                  <c:v>246.27</c:v>
                </c:pt>
                <c:pt idx="1532">
                  <c:v>245.2</c:v>
                </c:pt>
                <c:pt idx="1533">
                  <c:v>243.47</c:v>
                </c:pt>
                <c:pt idx="1534">
                  <c:v>244.29</c:v>
                </c:pt>
                <c:pt idx="1535">
                  <c:v>243.31</c:v>
                </c:pt>
                <c:pt idx="1536">
                  <c:v>242.23</c:v>
                </c:pt>
                <c:pt idx="1537">
                  <c:v>243.68</c:v>
                </c:pt>
                <c:pt idx="1538">
                  <c:v>243.07</c:v>
                </c:pt>
                <c:pt idx="1539">
                  <c:v>242.34</c:v>
                </c:pt>
                <c:pt idx="1540">
                  <c:v>240.6</c:v>
                </c:pt>
                <c:pt idx="1541">
                  <c:v>240.82</c:v>
                </c:pt>
                <c:pt idx="1542">
                  <c:v>241.03</c:v>
                </c:pt>
                <c:pt idx="1543">
                  <c:v>239.82</c:v>
                </c:pt>
                <c:pt idx="1544">
                  <c:v>239.04</c:v>
                </c:pt>
                <c:pt idx="1545">
                  <c:v>238.74</c:v>
                </c:pt>
                <c:pt idx="1546">
                  <c:v>239.85</c:v>
                </c:pt>
                <c:pt idx="1547">
                  <c:v>237.65</c:v>
                </c:pt>
                <c:pt idx="1548">
                  <c:v>240.91</c:v>
                </c:pt>
                <c:pt idx="1549">
                  <c:v>240.58</c:v>
                </c:pt>
                <c:pt idx="1550">
                  <c:v>241.85</c:v>
                </c:pt>
                <c:pt idx="1551">
                  <c:v>241.73</c:v>
                </c:pt>
                <c:pt idx="1552">
                  <c:v>243.63</c:v>
                </c:pt>
                <c:pt idx="1553">
                  <c:v>243.58</c:v>
                </c:pt>
                <c:pt idx="1554">
                  <c:v>244.18</c:v>
                </c:pt>
                <c:pt idx="1555">
                  <c:v>244.39</c:v>
                </c:pt>
                <c:pt idx="1556">
                  <c:v>247.85</c:v>
                </c:pt>
                <c:pt idx="1557">
                  <c:v>250.04</c:v>
                </c:pt>
                <c:pt idx="1558">
                  <c:v>250.19</c:v>
                </c:pt>
                <c:pt idx="1559">
                  <c:v>248.96</c:v>
                </c:pt>
                <c:pt idx="1560">
                  <c:v>244.05</c:v>
                </c:pt>
                <c:pt idx="1561">
                  <c:v>243.35</c:v>
                </c:pt>
                <c:pt idx="1562">
                  <c:v>243.3</c:v>
                </c:pt>
                <c:pt idx="1563">
                  <c:v>241.61</c:v>
                </c:pt>
                <c:pt idx="1564">
                  <c:v>241.63</c:v>
                </c:pt>
                <c:pt idx="1565">
                  <c:v>245.17</c:v>
                </c:pt>
                <c:pt idx="1566">
                  <c:v>245.34</c:v>
                </c:pt>
                <c:pt idx="1567">
                  <c:v>246.75</c:v>
                </c:pt>
                <c:pt idx="1568">
                  <c:v>246.31</c:v>
                </c:pt>
                <c:pt idx="1569">
                  <c:v>239.21</c:v>
                </c:pt>
                <c:pt idx="1570">
                  <c:v>239.28</c:v>
                </c:pt>
                <c:pt idx="1571">
                  <c:v>240.08</c:v>
                </c:pt>
                <c:pt idx="1572">
                  <c:v>242.32</c:v>
                </c:pt>
                <c:pt idx="1573">
                  <c:v>244.14</c:v>
                </c:pt>
                <c:pt idx="1574">
                  <c:v>246.52</c:v>
                </c:pt>
                <c:pt idx="1575">
                  <c:v>247.62</c:v>
                </c:pt>
                <c:pt idx="1576">
                  <c:v>246.91</c:v>
                </c:pt>
                <c:pt idx="1577">
                  <c:v>241.86</c:v>
                </c:pt>
                <c:pt idx="1578">
                  <c:v>244.6</c:v>
                </c:pt>
                <c:pt idx="1579">
                  <c:v>243.43</c:v>
                </c:pt>
                <c:pt idx="1580">
                  <c:v>246.99</c:v>
                </c:pt>
                <c:pt idx="1581">
                  <c:v>247.14</c:v>
                </c:pt>
                <c:pt idx="1582">
                  <c:v>249.25</c:v>
                </c:pt>
                <c:pt idx="1583">
                  <c:v>249.8</c:v>
                </c:pt>
                <c:pt idx="1584">
                  <c:v>251.02</c:v>
                </c:pt>
                <c:pt idx="1585">
                  <c:v>251.52</c:v>
                </c:pt>
                <c:pt idx="1586">
                  <c:v>250.97</c:v>
                </c:pt>
                <c:pt idx="1587">
                  <c:v>250.66</c:v>
                </c:pt>
                <c:pt idx="1588">
                  <c:v>250.44</c:v>
                </c:pt>
                <c:pt idx="1589">
                  <c:v>250.04</c:v>
                </c:pt>
                <c:pt idx="1590">
                  <c:v>250.65</c:v>
                </c:pt>
                <c:pt idx="1591">
                  <c:v>252.72</c:v>
                </c:pt>
                <c:pt idx="1592">
                  <c:v>252.73</c:v>
                </c:pt>
                <c:pt idx="1593">
                  <c:v>251.86</c:v>
                </c:pt>
                <c:pt idx="1594">
                  <c:v>251.48</c:v>
                </c:pt>
                <c:pt idx="1595">
                  <c:v>253.81</c:v>
                </c:pt>
                <c:pt idx="1596">
                  <c:v>251.93</c:v>
                </c:pt>
                <c:pt idx="1597">
                  <c:v>248.65</c:v>
                </c:pt>
                <c:pt idx="1598">
                  <c:v>249.24</c:v>
                </c:pt>
                <c:pt idx="1599">
                  <c:v>252.36</c:v>
                </c:pt>
                <c:pt idx="1600">
                  <c:v>254.11</c:v>
                </c:pt>
                <c:pt idx="1601">
                  <c:v>255.85</c:v>
                </c:pt>
                <c:pt idx="1602">
                  <c:v>255.43</c:v>
                </c:pt>
                <c:pt idx="1603">
                  <c:v>256.18</c:v>
                </c:pt>
                <c:pt idx="1604">
                  <c:v>256.17</c:v>
                </c:pt>
                <c:pt idx="1605">
                  <c:v>256.14999999999998</c:v>
                </c:pt>
                <c:pt idx="1606">
                  <c:v>256.04000000000002</c:v>
                </c:pt>
                <c:pt idx="1607">
                  <c:v>258.11</c:v>
                </c:pt>
                <c:pt idx="1608">
                  <c:v>258.69</c:v>
                </c:pt>
                <c:pt idx="1609">
                  <c:v>257.27</c:v>
                </c:pt>
                <c:pt idx="1610">
                  <c:v>258.42</c:v>
                </c:pt>
                <c:pt idx="1611">
                  <c:v>257.3</c:v>
                </c:pt>
                <c:pt idx="1612">
                  <c:v>257.26</c:v>
                </c:pt>
                <c:pt idx="1613">
                  <c:v>256.23</c:v>
                </c:pt>
                <c:pt idx="1614">
                  <c:v>256.49</c:v>
                </c:pt>
                <c:pt idx="1615">
                  <c:v>257.49</c:v>
                </c:pt>
                <c:pt idx="1616">
                  <c:v>256.87</c:v>
                </c:pt>
                <c:pt idx="1617">
                  <c:v>256.02999999999997</c:v>
                </c:pt>
                <c:pt idx="1618">
                  <c:v>256.5</c:v>
                </c:pt>
                <c:pt idx="1619">
                  <c:v>259.64</c:v>
                </c:pt>
                <c:pt idx="1620">
                  <c:v>260.93</c:v>
                </c:pt>
                <c:pt idx="1621">
                  <c:v>260.31</c:v>
                </c:pt>
                <c:pt idx="1622">
                  <c:v>260.86</c:v>
                </c:pt>
                <c:pt idx="1623">
                  <c:v>257.31</c:v>
                </c:pt>
                <c:pt idx="1624">
                  <c:v>250.53</c:v>
                </c:pt>
                <c:pt idx="1625">
                  <c:v>251.77</c:v>
                </c:pt>
                <c:pt idx="1626">
                  <c:v>253.93</c:v>
                </c:pt>
                <c:pt idx="1627">
                  <c:v>255.09</c:v>
                </c:pt>
                <c:pt idx="1628">
                  <c:v>256.52</c:v>
                </c:pt>
                <c:pt idx="1629">
                  <c:v>258.33999999999997</c:v>
                </c:pt>
                <c:pt idx="1630">
                  <c:v>258.37</c:v>
                </c:pt>
                <c:pt idx="1631">
                  <c:v>257.48</c:v>
                </c:pt>
                <c:pt idx="1632">
                  <c:v>259.57</c:v>
                </c:pt>
                <c:pt idx="1633">
                  <c:v>258.20999999999998</c:v>
                </c:pt>
                <c:pt idx="1634">
                  <c:v>260.35000000000002</c:v>
                </c:pt>
                <c:pt idx="1635">
                  <c:v>257.49</c:v>
                </c:pt>
                <c:pt idx="1636">
                  <c:v>259.18</c:v>
                </c:pt>
                <c:pt idx="1637">
                  <c:v>258.99</c:v>
                </c:pt>
                <c:pt idx="1638">
                  <c:v>261.13</c:v>
                </c:pt>
                <c:pt idx="1639">
                  <c:v>260.06</c:v>
                </c:pt>
                <c:pt idx="1640">
                  <c:v>260.31</c:v>
                </c:pt>
                <c:pt idx="1641">
                  <c:v>256.14999999999998</c:v>
                </c:pt>
                <c:pt idx="1642">
                  <c:v>256.2</c:v>
                </c:pt>
                <c:pt idx="1643">
                  <c:v>253.93</c:v>
                </c:pt>
                <c:pt idx="1644">
                  <c:v>255.09</c:v>
                </c:pt>
                <c:pt idx="1645">
                  <c:v>256.19</c:v>
                </c:pt>
                <c:pt idx="1646">
                  <c:v>257.98</c:v>
                </c:pt>
                <c:pt idx="1647">
                  <c:v>258.20999999999998</c:v>
                </c:pt>
                <c:pt idx="1648">
                  <c:v>258.41000000000003</c:v>
                </c:pt>
                <c:pt idx="1649">
                  <c:v>257.26</c:v>
                </c:pt>
                <c:pt idx="1650">
                  <c:v>259.48</c:v>
                </c:pt>
                <c:pt idx="1651">
                  <c:v>258.57</c:v>
                </c:pt>
                <c:pt idx="1652">
                  <c:v>255.52</c:v>
                </c:pt>
                <c:pt idx="1653">
                  <c:v>256.66000000000003</c:v>
                </c:pt>
                <c:pt idx="1654">
                  <c:v>256.52999999999997</c:v>
                </c:pt>
                <c:pt idx="1655">
                  <c:v>255.93</c:v>
                </c:pt>
                <c:pt idx="1656">
                  <c:v>255.99</c:v>
                </c:pt>
                <c:pt idx="1657">
                  <c:v>252.83</c:v>
                </c:pt>
                <c:pt idx="1658">
                  <c:v>252.9</c:v>
                </c:pt>
                <c:pt idx="1659">
                  <c:v>252.57</c:v>
                </c:pt>
                <c:pt idx="1660">
                  <c:v>254.6</c:v>
                </c:pt>
                <c:pt idx="1661">
                  <c:v>255.26</c:v>
                </c:pt>
                <c:pt idx="1662">
                  <c:v>249.67</c:v>
                </c:pt>
                <c:pt idx="1663">
                  <c:v>255.31</c:v>
                </c:pt>
                <c:pt idx="1664">
                  <c:v>251.99</c:v>
                </c:pt>
                <c:pt idx="1665">
                  <c:v>250.01</c:v>
                </c:pt>
                <c:pt idx="1666">
                  <c:v>249.2</c:v>
                </c:pt>
                <c:pt idx="1667">
                  <c:v>250.32</c:v>
                </c:pt>
                <c:pt idx="1668">
                  <c:v>250.46</c:v>
                </c:pt>
                <c:pt idx="1669">
                  <c:v>250.21</c:v>
                </c:pt>
                <c:pt idx="1670">
                  <c:v>249.51</c:v>
                </c:pt>
                <c:pt idx="1671">
                  <c:v>252.37</c:v>
                </c:pt>
                <c:pt idx="1672">
                  <c:v>253.66</c:v>
                </c:pt>
                <c:pt idx="1673">
                  <c:v>252.03</c:v>
                </c:pt>
                <c:pt idx="1674">
                  <c:v>252.26</c:v>
                </c:pt>
                <c:pt idx="1675">
                  <c:v>252.96</c:v>
                </c:pt>
                <c:pt idx="1676">
                  <c:v>252.91</c:v>
                </c:pt>
                <c:pt idx="1677">
                  <c:v>254.26</c:v>
                </c:pt>
                <c:pt idx="1678">
                  <c:v>254.48</c:v>
                </c:pt>
                <c:pt idx="1679">
                  <c:v>252.88</c:v>
                </c:pt>
                <c:pt idx="1680">
                  <c:v>252.14</c:v>
                </c:pt>
                <c:pt idx="1681">
                  <c:v>255.63</c:v>
                </c:pt>
                <c:pt idx="1682">
                  <c:v>256.33999999999997</c:v>
                </c:pt>
                <c:pt idx="1683">
                  <c:v>262</c:v>
                </c:pt>
                <c:pt idx="1684">
                  <c:v>260.91000000000003</c:v>
                </c:pt>
                <c:pt idx="1685">
                  <c:v>260.72000000000003</c:v>
                </c:pt>
                <c:pt idx="1686">
                  <c:v>261.63</c:v>
                </c:pt>
                <c:pt idx="1687">
                  <c:v>262</c:v>
                </c:pt>
                <c:pt idx="1688">
                  <c:v>261.45</c:v>
                </c:pt>
                <c:pt idx="1689">
                  <c:v>262.56</c:v>
                </c:pt>
                <c:pt idx="1690">
                  <c:v>261.93</c:v>
                </c:pt>
                <c:pt idx="1691">
                  <c:v>262.58999999999997</c:v>
                </c:pt>
                <c:pt idx="1692">
                  <c:v>262.10000000000002</c:v>
                </c:pt>
                <c:pt idx="1693">
                  <c:v>261.97000000000003</c:v>
                </c:pt>
                <c:pt idx="1694">
                  <c:v>261.61</c:v>
                </c:pt>
                <c:pt idx="1695">
                  <c:v>261.89999999999998</c:v>
                </c:pt>
                <c:pt idx="1696">
                  <c:v>262.49</c:v>
                </c:pt>
                <c:pt idx="1697">
                  <c:v>259.7</c:v>
                </c:pt>
                <c:pt idx="1698">
                  <c:v>260.01</c:v>
                </c:pt>
                <c:pt idx="1699">
                  <c:v>260.36</c:v>
                </c:pt>
                <c:pt idx="1700">
                  <c:v>262.97000000000003</c:v>
                </c:pt>
                <c:pt idx="1701">
                  <c:v>263.12</c:v>
                </c:pt>
                <c:pt idx="1702">
                  <c:v>261.98</c:v>
                </c:pt>
                <c:pt idx="1703">
                  <c:v>263.2</c:v>
                </c:pt>
                <c:pt idx="1704">
                  <c:v>263.74</c:v>
                </c:pt>
                <c:pt idx="1705">
                  <c:v>263.73</c:v>
                </c:pt>
                <c:pt idx="1706">
                  <c:v>268.14999999999998</c:v>
                </c:pt>
                <c:pt idx="1707">
                  <c:v>269.95</c:v>
                </c:pt>
                <c:pt idx="1708">
                  <c:v>267.91000000000003</c:v>
                </c:pt>
                <c:pt idx="1709">
                  <c:v>266.14999999999998</c:v>
                </c:pt>
                <c:pt idx="1710">
                  <c:v>267.37</c:v>
                </c:pt>
                <c:pt idx="1711">
                  <c:v>267.08</c:v>
                </c:pt>
                <c:pt idx="1712">
                  <c:v>267.7</c:v>
                </c:pt>
                <c:pt idx="1713">
                  <c:v>266.52</c:v>
                </c:pt>
                <c:pt idx="1714">
                  <c:v>267.12</c:v>
                </c:pt>
                <c:pt idx="1715">
                  <c:v>267.3</c:v>
                </c:pt>
                <c:pt idx="1716">
                  <c:v>268.14999999999998</c:v>
                </c:pt>
                <c:pt idx="1717">
                  <c:v>270.48</c:v>
                </c:pt>
                <c:pt idx="1718">
                  <c:v>268.08999999999997</c:v>
                </c:pt>
                <c:pt idx="1719">
                  <c:v>269.56</c:v>
                </c:pt>
                <c:pt idx="1720">
                  <c:v>268.49</c:v>
                </c:pt>
                <c:pt idx="1721">
                  <c:v>268.85000000000002</c:v>
                </c:pt>
                <c:pt idx="1722">
                  <c:v>269.49</c:v>
                </c:pt>
                <c:pt idx="1723">
                  <c:v>268.97000000000003</c:v>
                </c:pt>
                <c:pt idx="1724">
                  <c:v>267.72000000000003</c:v>
                </c:pt>
                <c:pt idx="1725">
                  <c:v>267.69</c:v>
                </c:pt>
                <c:pt idx="1726">
                  <c:v>268.66000000000003</c:v>
                </c:pt>
                <c:pt idx="1727">
                  <c:v>268.81</c:v>
                </c:pt>
                <c:pt idx="1728">
                  <c:v>267.89999999999998</c:v>
                </c:pt>
                <c:pt idx="1729">
                  <c:v>268.81</c:v>
                </c:pt>
                <c:pt idx="1730">
                  <c:v>268.93</c:v>
                </c:pt>
                <c:pt idx="1731">
                  <c:v>268.83999999999997</c:v>
                </c:pt>
                <c:pt idx="1732">
                  <c:v>269.73</c:v>
                </c:pt>
                <c:pt idx="1733">
                  <c:v>272.11</c:v>
                </c:pt>
                <c:pt idx="1734">
                  <c:v>272.85000000000002</c:v>
                </c:pt>
                <c:pt idx="1735">
                  <c:v>272.89</c:v>
                </c:pt>
                <c:pt idx="1736">
                  <c:v>270.38</c:v>
                </c:pt>
                <c:pt idx="1737">
                  <c:v>268.97000000000003</c:v>
                </c:pt>
                <c:pt idx="1738">
                  <c:v>270.06</c:v>
                </c:pt>
                <c:pt idx="1739">
                  <c:v>272.64999999999998</c:v>
                </c:pt>
                <c:pt idx="1740">
                  <c:v>269.77</c:v>
                </c:pt>
                <c:pt idx="1741">
                  <c:v>270.41000000000003</c:v>
                </c:pt>
                <c:pt idx="1742">
                  <c:v>271.87</c:v>
                </c:pt>
                <c:pt idx="1743">
                  <c:v>272.29000000000002</c:v>
                </c:pt>
                <c:pt idx="1744">
                  <c:v>271.62</c:v>
                </c:pt>
                <c:pt idx="1745">
                  <c:v>272.29000000000002</c:v>
                </c:pt>
                <c:pt idx="1746">
                  <c:v>275.41000000000003</c:v>
                </c:pt>
                <c:pt idx="1747">
                  <c:v>277.89</c:v>
                </c:pt>
                <c:pt idx="1748">
                  <c:v>277.89</c:v>
                </c:pt>
                <c:pt idx="1749">
                  <c:v>280.11</c:v>
                </c:pt>
                <c:pt idx="1750">
                  <c:v>281.86</c:v>
                </c:pt>
                <c:pt idx="1751">
                  <c:v>280.75</c:v>
                </c:pt>
                <c:pt idx="1752">
                  <c:v>283.83999999999997</c:v>
                </c:pt>
                <c:pt idx="1753">
                  <c:v>282.63</c:v>
                </c:pt>
                <c:pt idx="1754">
                  <c:v>282.81</c:v>
                </c:pt>
                <c:pt idx="1755">
                  <c:v>282.31</c:v>
                </c:pt>
                <c:pt idx="1756">
                  <c:v>280.36</c:v>
                </c:pt>
                <c:pt idx="1757">
                  <c:v>281.25</c:v>
                </c:pt>
                <c:pt idx="1758">
                  <c:v>281.86</c:v>
                </c:pt>
                <c:pt idx="1759">
                  <c:v>281.66000000000003</c:v>
                </c:pt>
                <c:pt idx="1760">
                  <c:v>280.64</c:v>
                </c:pt>
                <c:pt idx="1761">
                  <c:v>281.60000000000002</c:v>
                </c:pt>
                <c:pt idx="1762">
                  <c:v>280.92</c:v>
                </c:pt>
                <c:pt idx="1763">
                  <c:v>280.74</c:v>
                </c:pt>
                <c:pt idx="1764">
                  <c:v>279.47000000000003</c:v>
                </c:pt>
                <c:pt idx="1765">
                  <c:v>279.01</c:v>
                </c:pt>
                <c:pt idx="1766">
                  <c:v>277.20999999999998</c:v>
                </c:pt>
                <c:pt idx="1767">
                  <c:v>275.49</c:v>
                </c:pt>
                <c:pt idx="1768">
                  <c:v>276.20999999999998</c:v>
                </c:pt>
                <c:pt idx="1769">
                  <c:v>279.12</c:v>
                </c:pt>
                <c:pt idx="1770">
                  <c:v>277.31</c:v>
                </c:pt>
                <c:pt idx="1771">
                  <c:v>278.10000000000002</c:v>
                </c:pt>
                <c:pt idx="1772">
                  <c:v>278.23</c:v>
                </c:pt>
                <c:pt idx="1773">
                  <c:v>276.49</c:v>
                </c:pt>
                <c:pt idx="1774">
                  <c:v>277.76</c:v>
                </c:pt>
                <c:pt idx="1775">
                  <c:v>280.05</c:v>
                </c:pt>
                <c:pt idx="1776">
                  <c:v>281.95999999999998</c:v>
                </c:pt>
                <c:pt idx="1777">
                  <c:v>285.41000000000003</c:v>
                </c:pt>
                <c:pt idx="1778">
                  <c:v>286.77999999999997</c:v>
                </c:pt>
                <c:pt idx="1779">
                  <c:v>287.33999999999997</c:v>
                </c:pt>
                <c:pt idx="1780">
                  <c:v>287.20999999999998</c:v>
                </c:pt>
                <c:pt idx="1781">
                  <c:v>289.64999999999998</c:v>
                </c:pt>
                <c:pt idx="1782">
                  <c:v>292.47000000000003</c:v>
                </c:pt>
                <c:pt idx="1783">
                  <c:v>299.86</c:v>
                </c:pt>
                <c:pt idx="1784">
                  <c:v>296.19</c:v>
                </c:pt>
                <c:pt idx="1785">
                  <c:v>299.75</c:v>
                </c:pt>
                <c:pt idx="1786">
                  <c:v>298.25</c:v>
                </c:pt>
                <c:pt idx="1787">
                  <c:v>298.87</c:v>
                </c:pt>
                <c:pt idx="1788">
                  <c:v>299.67</c:v>
                </c:pt>
                <c:pt idx="1789">
                  <c:v>299.33999999999997</c:v>
                </c:pt>
                <c:pt idx="1790">
                  <c:v>298.47000000000003</c:v>
                </c:pt>
                <c:pt idx="1791">
                  <c:v>298.08</c:v>
                </c:pt>
                <c:pt idx="1792">
                  <c:v>300.63</c:v>
                </c:pt>
                <c:pt idx="1793">
                  <c:v>301.36</c:v>
                </c:pt>
                <c:pt idx="1794">
                  <c:v>301.70999999999998</c:v>
                </c:pt>
                <c:pt idx="1795">
                  <c:v>305.22000000000003</c:v>
                </c:pt>
                <c:pt idx="1796">
                  <c:v>306.95999999999998</c:v>
                </c:pt>
                <c:pt idx="1797">
                  <c:v>306.52</c:v>
                </c:pt>
                <c:pt idx="1798">
                  <c:v>304.58999999999997</c:v>
                </c:pt>
                <c:pt idx="1799">
                  <c:v>304.67</c:v>
                </c:pt>
                <c:pt idx="1800">
                  <c:v>304.02999999999997</c:v>
                </c:pt>
                <c:pt idx="1801">
                  <c:v>307.83</c:v>
                </c:pt>
                <c:pt idx="1802">
                  <c:v>307.33</c:v>
                </c:pt>
                <c:pt idx="1803">
                  <c:v>305.68</c:v>
                </c:pt>
                <c:pt idx="1804">
                  <c:v>306.25</c:v>
                </c:pt>
                <c:pt idx="1805">
                  <c:v>309.38</c:v>
                </c:pt>
                <c:pt idx="1806">
                  <c:v>306.24</c:v>
                </c:pt>
                <c:pt idx="1807">
                  <c:v>308.02</c:v>
                </c:pt>
                <c:pt idx="1808">
                  <c:v>307.95</c:v>
                </c:pt>
                <c:pt idx="1809">
                  <c:v>306.69</c:v>
                </c:pt>
                <c:pt idx="1810">
                  <c:v>306.79000000000002</c:v>
                </c:pt>
                <c:pt idx="1811">
                  <c:v>308.61</c:v>
                </c:pt>
                <c:pt idx="1812">
                  <c:v>309.31</c:v>
                </c:pt>
                <c:pt idx="1813">
                  <c:v>307.52</c:v>
                </c:pt>
                <c:pt idx="1814">
                  <c:v>309.47000000000003</c:v>
                </c:pt>
                <c:pt idx="1815">
                  <c:v>310.26</c:v>
                </c:pt>
                <c:pt idx="1816">
                  <c:v>311.89</c:v>
                </c:pt>
                <c:pt idx="1817">
                  <c:v>312.12</c:v>
                </c:pt>
                <c:pt idx="1818">
                  <c:v>310.83999999999997</c:v>
                </c:pt>
                <c:pt idx="1819">
                  <c:v>312.56</c:v>
                </c:pt>
                <c:pt idx="1820">
                  <c:v>311.76</c:v>
                </c:pt>
                <c:pt idx="1821">
                  <c:v>312.39</c:v>
                </c:pt>
                <c:pt idx="1822">
                  <c:v>310.45999999999998</c:v>
                </c:pt>
                <c:pt idx="1823">
                  <c:v>311.77</c:v>
                </c:pt>
                <c:pt idx="1824">
                  <c:v>311.88</c:v>
                </c:pt>
                <c:pt idx="1825">
                  <c:v>310.66000000000003</c:v>
                </c:pt>
                <c:pt idx="1826">
                  <c:v>311.45999999999998</c:v>
                </c:pt>
                <c:pt idx="1827">
                  <c:v>313.58999999999997</c:v>
                </c:pt>
                <c:pt idx="1828">
                  <c:v>313.58</c:v>
                </c:pt>
                <c:pt idx="1829">
                  <c:v>316.35000000000002</c:v>
                </c:pt>
                <c:pt idx="1830">
                  <c:v>317.35000000000002</c:v>
                </c:pt>
                <c:pt idx="1831">
                  <c:v>318.52</c:v>
                </c:pt>
                <c:pt idx="1832">
                  <c:v>318.64999999999998</c:v>
                </c:pt>
                <c:pt idx="1833">
                  <c:v>318.91000000000003</c:v>
                </c:pt>
                <c:pt idx="1834">
                  <c:v>320.61</c:v>
                </c:pt>
                <c:pt idx="1835">
                  <c:v>321.79000000000002</c:v>
                </c:pt>
                <c:pt idx="1836">
                  <c:v>322.01</c:v>
                </c:pt>
                <c:pt idx="1837">
                  <c:v>320.14999999999998</c:v>
                </c:pt>
                <c:pt idx="1838">
                  <c:v>319.45999999999998</c:v>
                </c:pt>
                <c:pt idx="1839">
                  <c:v>320.51</c:v>
                </c:pt>
                <c:pt idx="1840">
                  <c:v>314.13</c:v>
                </c:pt>
                <c:pt idx="1841">
                  <c:v>314.60000000000002</c:v>
                </c:pt>
                <c:pt idx="1842">
                  <c:v>317.04000000000002</c:v>
                </c:pt>
                <c:pt idx="1843">
                  <c:v>317.69</c:v>
                </c:pt>
                <c:pt idx="1844">
                  <c:v>312.29000000000002</c:v>
                </c:pt>
                <c:pt idx="1845">
                  <c:v>313.45999999999998</c:v>
                </c:pt>
                <c:pt idx="1846">
                  <c:v>313.95999999999998</c:v>
                </c:pt>
                <c:pt idx="1847">
                  <c:v>313.39999999999998</c:v>
                </c:pt>
                <c:pt idx="1848">
                  <c:v>309.52</c:v>
                </c:pt>
                <c:pt idx="1849">
                  <c:v>308.37</c:v>
                </c:pt>
                <c:pt idx="1850">
                  <c:v>302.72000000000003</c:v>
                </c:pt>
                <c:pt idx="1851">
                  <c:v>304.93</c:v>
                </c:pt>
                <c:pt idx="1852">
                  <c:v>307.16000000000003</c:v>
                </c:pt>
                <c:pt idx="1853">
                  <c:v>309.02</c:v>
                </c:pt>
                <c:pt idx="1854">
                  <c:v>308.39</c:v>
                </c:pt>
                <c:pt idx="1855">
                  <c:v>308.14</c:v>
                </c:pt>
                <c:pt idx="1856">
                  <c:v>309.33999999999997</c:v>
                </c:pt>
                <c:pt idx="1857">
                  <c:v>309.70999999999998</c:v>
                </c:pt>
                <c:pt idx="1858">
                  <c:v>310.73</c:v>
                </c:pt>
                <c:pt idx="1859">
                  <c:v>311.20999999999998</c:v>
                </c:pt>
                <c:pt idx="1860">
                  <c:v>309.52999999999997</c:v>
                </c:pt>
                <c:pt idx="1861">
                  <c:v>308.64</c:v>
                </c:pt>
                <c:pt idx="1862">
                  <c:v>309.64999999999998</c:v>
                </c:pt>
                <c:pt idx="1863">
                  <c:v>308.27999999999997</c:v>
                </c:pt>
                <c:pt idx="1864">
                  <c:v>307.77999999999997</c:v>
                </c:pt>
                <c:pt idx="1865">
                  <c:v>304.19</c:v>
                </c:pt>
                <c:pt idx="1866">
                  <c:v>304.06</c:v>
                </c:pt>
                <c:pt idx="1867">
                  <c:v>303.18</c:v>
                </c:pt>
                <c:pt idx="1868">
                  <c:v>306.97000000000003</c:v>
                </c:pt>
                <c:pt idx="1869">
                  <c:v>307.43</c:v>
                </c:pt>
                <c:pt idx="1870">
                  <c:v>309.83</c:v>
                </c:pt>
                <c:pt idx="1871">
                  <c:v>310.42</c:v>
                </c:pt>
                <c:pt idx="1872">
                  <c:v>310</c:v>
                </c:pt>
                <c:pt idx="1873">
                  <c:v>312.52</c:v>
                </c:pt>
                <c:pt idx="1874">
                  <c:v>313.69</c:v>
                </c:pt>
                <c:pt idx="1875">
                  <c:v>318.93</c:v>
                </c:pt>
                <c:pt idx="1876">
                  <c:v>318.51</c:v>
                </c:pt>
                <c:pt idx="1877">
                  <c:v>318.48</c:v>
                </c:pt>
                <c:pt idx="1878">
                  <c:v>318.25</c:v>
                </c:pt>
                <c:pt idx="1879">
                  <c:v>316.70999999999998</c:v>
                </c:pt>
                <c:pt idx="1880">
                  <c:v>316.39999999999998</c:v>
                </c:pt>
                <c:pt idx="1881">
                  <c:v>314.29000000000002</c:v>
                </c:pt>
                <c:pt idx="1882">
                  <c:v>313.82</c:v>
                </c:pt>
                <c:pt idx="1883">
                  <c:v>313.85000000000002</c:v>
                </c:pt>
                <c:pt idx="1884">
                  <c:v>316.27</c:v>
                </c:pt>
                <c:pt idx="1885">
                  <c:v>322.49</c:v>
                </c:pt>
                <c:pt idx="1886">
                  <c:v>326.12</c:v>
                </c:pt>
                <c:pt idx="1887">
                  <c:v>328.11</c:v>
                </c:pt>
                <c:pt idx="1888">
                  <c:v>327.35000000000002</c:v>
                </c:pt>
                <c:pt idx="1889">
                  <c:v>327.82</c:v>
                </c:pt>
                <c:pt idx="1890">
                  <c:v>328.51</c:v>
                </c:pt>
                <c:pt idx="1891">
                  <c:v>328.4</c:v>
                </c:pt>
                <c:pt idx="1892">
                  <c:v>326.47000000000003</c:v>
                </c:pt>
                <c:pt idx="1893">
                  <c:v>328.89</c:v>
                </c:pt>
                <c:pt idx="1894">
                  <c:v>329.45</c:v>
                </c:pt>
                <c:pt idx="1895">
                  <c:v>328.96</c:v>
                </c:pt>
                <c:pt idx="1896">
                  <c:v>329.31</c:v>
                </c:pt>
                <c:pt idx="1897">
                  <c:v>326.99</c:v>
                </c:pt>
                <c:pt idx="1898">
                  <c:v>329.23</c:v>
                </c:pt>
                <c:pt idx="1899">
                  <c:v>330.38</c:v>
                </c:pt>
                <c:pt idx="1900">
                  <c:v>333.57</c:v>
                </c:pt>
                <c:pt idx="1901">
                  <c:v>338.76</c:v>
                </c:pt>
                <c:pt idx="1902">
                  <c:v>337.53</c:v>
                </c:pt>
                <c:pt idx="1903">
                  <c:v>338.83</c:v>
                </c:pt>
                <c:pt idx="1904">
                  <c:v>337.4</c:v>
                </c:pt>
                <c:pt idx="1905">
                  <c:v>336.76</c:v>
                </c:pt>
                <c:pt idx="1906">
                  <c:v>337.8</c:v>
                </c:pt>
                <c:pt idx="1907">
                  <c:v>337.14</c:v>
                </c:pt>
                <c:pt idx="1908">
                  <c:v>335.96</c:v>
                </c:pt>
                <c:pt idx="1909">
                  <c:v>334.33</c:v>
                </c:pt>
                <c:pt idx="1910">
                  <c:v>333.62</c:v>
                </c:pt>
                <c:pt idx="1911">
                  <c:v>332.17</c:v>
                </c:pt>
                <c:pt idx="1912">
                  <c:v>334.36</c:v>
                </c:pt>
                <c:pt idx="1913">
                  <c:v>334.18</c:v>
                </c:pt>
                <c:pt idx="1914">
                  <c:v>332.92</c:v>
                </c:pt>
                <c:pt idx="1915">
                  <c:v>333.51</c:v>
                </c:pt>
                <c:pt idx="1916">
                  <c:v>335.49</c:v>
                </c:pt>
                <c:pt idx="1917">
                  <c:v>334.51</c:v>
                </c:pt>
                <c:pt idx="1918">
                  <c:v>335.44</c:v>
                </c:pt>
                <c:pt idx="1919">
                  <c:v>329.53</c:v>
                </c:pt>
                <c:pt idx="1920">
                  <c:v>330.99</c:v>
                </c:pt>
                <c:pt idx="1921">
                  <c:v>330.68</c:v>
                </c:pt>
                <c:pt idx="1922">
                  <c:v>325.25</c:v>
                </c:pt>
                <c:pt idx="1923">
                  <c:v>324.77999999999997</c:v>
                </c:pt>
                <c:pt idx="1924">
                  <c:v>328.77</c:v>
                </c:pt>
                <c:pt idx="1925">
                  <c:v>329.61</c:v>
                </c:pt>
                <c:pt idx="1926">
                  <c:v>324.52</c:v>
                </c:pt>
                <c:pt idx="1927">
                  <c:v>323.58999999999997</c:v>
                </c:pt>
                <c:pt idx="1928">
                  <c:v>324.68</c:v>
                </c:pt>
                <c:pt idx="1929">
                  <c:v>325.08999999999997</c:v>
                </c:pt>
                <c:pt idx="1930">
                  <c:v>324.07</c:v>
                </c:pt>
                <c:pt idx="1931">
                  <c:v>326.18</c:v>
                </c:pt>
                <c:pt idx="1932">
                  <c:v>324.74</c:v>
                </c:pt>
                <c:pt idx="1933">
                  <c:v>326.23</c:v>
                </c:pt>
                <c:pt idx="1934">
                  <c:v>326.60000000000002</c:v>
                </c:pt>
                <c:pt idx="1935">
                  <c:v>326.76</c:v>
                </c:pt>
                <c:pt idx="1936">
                  <c:v>325.79000000000002</c:v>
                </c:pt>
                <c:pt idx="1937">
                  <c:v>319.72000000000003</c:v>
                </c:pt>
                <c:pt idx="1938">
                  <c:v>321.20999999999998</c:v>
                </c:pt>
                <c:pt idx="1939">
                  <c:v>318.89</c:v>
                </c:pt>
                <c:pt idx="1940">
                  <c:v>320.25</c:v>
                </c:pt>
                <c:pt idx="1941">
                  <c:v>324.74</c:v>
                </c:pt>
                <c:pt idx="1942">
                  <c:v>326</c:v>
                </c:pt>
                <c:pt idx="1943">
                  <c:v>327.13</c:v>
                </c:pt>
                <c:pt idx="1944">
                  <c:v>324.58</c:v>
                </c:pt>
                <c:pt idx="1945">
                  <c:v>328.97</c:v>
                </c:pt>
                <c:pt idx="1946">
                  <c:v>331.28</c:v>
                </c:pt>
                <c:pt idx="1947">
                  <c:v>330.25</c:v>
                </c:pt>
                <c:pt idx="1948">
                  <c:v>327.61</c:v>
                </c:pt>
                <c:pt idx="1949">
                  <c:v>325.67</c:v>
                </c:pt>
                <c:pt idx="1950">
                  <c:v>326.72000000000003</c:v>
                </c:pt>
                <c:pt idx="1951">
                  <c:v>327.39</c:v>
                </c:pt>
                <c:pt idx="1952">
                  <c:v>330.02</c:v>
                </c:pt>
                <c:pt idx="1953">
                  <c:v>329.19</c:v>
                </c:pt>
                <c:pt idx="1954">
                  <c:v>329.13</c:v>
                </c:pt>
                <c:pt idx="1955">
                  <c:v>329.52</c:v>
                </c:pt>
                <c:pt idx="1956">
                  <c:v>326.27</c:v>
                </c:pt>
                <c:pt idx="1957">
                  <c:v>330.93</c:v>
                </c:pt>
                <c:pt idx="1958">
                  <c:v>330.91</c:v>
                </c:pt>
                <c:pt idx="1959">
                  <c:v>334.08</c:v>
                </c:pt>
                <c:pt idx="1960">
                  <c:v>335.38</c:v>
                </c:pt>
                <c:pt idx="1961">
                  <c:v>338.05</c:v>
                </c:pt>
                <c:pt idx="1962">
                  <c:v>333.4</c:v>
                </c:pt>
                <c:pt idx="1963">
                  <c:v>333.38</c:v>
                </c:pt>
                <c:pt idx="1964">
                  <c:v>333.36</c:v>
                </c:pt>
                <c:pt idx="1965">
                  <c:v>327.01</c:v>
                </c:pt>
                <c:pt idx="1966">
                  <c:v>323.29000000000002</c:v>
                </c:pt>
                <c:pt idx="1967">
                  <c:v>318.01</c:v>
                </c:pt>
                <c:pt idx="1968">
                  <c:v>310.48</c:v>
                </c:pt>
                <c:pt idx="1969">
                  <c:v>311.62</c:v>
                </c:pt>
                <c:pt idx="1970">
                  <c:v>304.83</c:v>
                </c:pt>
                <c:pt idx="1971">
                  <c:v>308.13</c:v>
                </c:pt>
                <c:pt idx="1972">
                  <c:v>310.87</c:v>
                </c:pt>
                <c:pt idx="1973">
                  <c:v>314.39999999999998</c:v>
                </c:pt>
                <c:pt idx="1974">
                  <c:v>316.61</c:v>
                </c:pt>
                <c:pt idx="1975">
                  <c:v>312.83</c:v>
                </c:pt>
                <c:pt idx="1976">
                  <c:v>314.47000000000003</c:v>
                </c:pt>
                <c:pt idx="1977">
                  <c:v>312.17</c:v>
                </c:pt>
                <c:pt idx="1978">
                  <c:v>316.81</c:v>
                </c:pt>
                <c:pt idx="1979">
                  <c:v>317.33999999999997</c:v>
                </c:pt>
                <c:pt idx="1980">
                  <c:v>316.83</c:v>
                </c:pt>
                <c:pt idx="1981">
                  <c:v>312.86</c:v>
                </c:pt>
                <c:pt idx="1982">
                  <c:v>308.35000000000002</c:v>
                </c:pt>
                <c:pt idx="1983">
                  <c:v>304.58</c:v>
                </c:pt>
                <c:pt idx="1984">
                  <c:v>310.45999999999998</c:v>
                </c:pt>
                <c:pt idx="1985">
                  <c:v>311.14</c:v>
                </c:pt>
                <c:pt idx="1986">
                  <c:v>314.77999999999997</c:v>
                </c:pt>
                <c:pt idx="1987">
                  <c:v>317.67</c:v>
                </c:pt>
                <c:pt idx="1988">
                  <c:v>320.7</c:v>
                </c:pt>
                <c:pt idx="1989">
                  <c:v>322.98</c:v>
                </c:pt>
                <c:pt idx="1990">
                  <c:v>321.99</c:v>
                </c:pt>
                <c:pt idx="1991">
                  <c:v>322.74</c:v>
                </c:pt>
                <c:pt idx="1992">
                  <c:v>322.88</c:v>
                </c:pt>
                <c:pt idx="1993">
                  <c:v>320.35000000000002</c:v>
                </c:pt>
                <c:pt idx="1994">
                  <c:v>321.79000000000002</c:v>
                </c:pt>
                <c:pt idx="1995">
                  <c:v>321.60000000000002</c:v>
                </c:pt>
                <c:pt idx="1996">
                  <c:v>323.32</c:v>
                </c:pt>
                <c:pt idx="1997">
                  <c:v>312.42</c:v>
                </c:pt>
                <c:pt idx="1998">
                  <c:v>314.89</c:v>
                </c:pt>
                <c:pt idx="1999">
                  <c:v>316.33999999999997</c:v>
                </c:pt>
                <c:pt idx="2000">
                  <c:v>311.81</c:v>
                </c:pt>
                <c:pt idx="2001">
                  <c:v>313.82</c:v>
                </c:pt>
                <c:pt idx="2002">
                  <c:v>314.61</c:v>
                </c:pt>
                <c:pt idx="2003">
                  <c:v>314</c:v>
                </c:pt>
                <c:pt idx="2004">
                  <c:v>313.38</c:v>
                </c:pt>
                <c:pt idx="2005">
                  <c:v>308.54000000000002</c:v>
                </c:pt>
                <c:pt idx="2006">
                  <c:v>313.04000000000002</c:v>
                </c:pt>
                <c:pt idx="2007">
                  <c:v>311.61</c:v>
                </c:pt>
                <c:pt idx="2008">
                  <c:v>313.45</c:v>
                </c:pt>
                <c:pt idx="2009">
                  <c:v>313.94</c:v>
                </c:pt>
                <c:pt idx="2010">
                  <c:v>312.94</c:v>
                </c:pt>
                <c:pt idx="2011">
                  <c:v>313.22000000000003</c:v>
                </c:pt>
                <c:pt idx="2012">
                  <c:v>314.86</c:v>
                </c:pt>
                <c:pt idx="2013">
                  <c:v>315.17</c:v>
                </c:pt>
                <c:pt idx="2014">
                  <c:v>314.64</c:v>
                </c:pt>
                <c:pt idx="2015">
                  <c:v>318.64</c:v>
                </c:pt>
                <c:pt idx="2016">
                  <c:v>320.12</c:v>
                </c:pt>
                <c:pt idx="2017">
                  <c:v>317.89</c:v>
                </c:pt>
                <c:pt idx="2018">
                  <c:v>317.89</c:v>
                </c:pt>
                <c:pt idx="2019">
                  <c:v>315.86</c:v>
                </c:pt>
                <c:pt idx="2020">
                  <c:v>313.99</c:v>
                </c:pt>
                <c:pt idx="2021">
                  <c:v>318.08</c:v>
                </c:pt>
                <c:pt idx="2022">
                  <c:v>320.8</c:v>
                </c:pt>
                <c:pt idx="2023">
                  <c:v>323.56</c:v>
                </c:pt>
                <c:pt idx="2024">
                  <c:v>322.52999999999997</c:v>
                </c:pt>
                <c:pt idx="2025">
                  <c:v>320.55</c:v>
                </c:pt>
                <c:pt idx="2026">
                  <c:v>316.75</c:v>
                </c:pt>
                <c:pt idx="2027">
                  <c:v>315.87</c:v>
                </c:pt>
                <c:pt idx="2028">
                  <c:v>314.42</c:v>
                </c:pt>
                <c:pt idx="2029">
                  <c:v>317.31</c:v>
                </c:pt>
                <c:pt idx="2030">
                  <c:v>318.51</c:v>
                </c:pt>
                <c:pt idx="2031">
                  <c:v>317.72000000000003</c:v>
                </c:pt>
                <c:pt idx="2032">
                  <c:v>314.94</c:v>
                </c:pt>
                <c:pt idx="2033">
                  <c:v>315.97000000000003</c:v>
                </c:pt>
                <c:pt idx="2034">
                  <c:v>314.29000000000002</c:v>
                </c:pt>
                <c:pt idx="2035">
                  <c:v>315.37</c:v>
                </c:pt>
                <c:pt idx="2036">
                  <c:v>316.25</c:v>
                </c:pt>
                <c:pt idx="2037">
                  <c:v>318.31</c:v>
                </c:pt>
                <c:pt idx="2038">
                  <c:v>317.48</c:v>
                </c:pt>
                <c:pt idx="2039">
                  <c:v>318.05</c:v>
                </c:pt>
                <c:pt idx="2040">
                  <c:v>318.99</c:v>
                </c:pt>
                <c:pt idx="2041">
                  <c:v>316.2</c:v>
                </c:pt>
                <c:pt idx="2042">
                  <c:v>309.26</c:v>
                </c:pt>
                <c:pt idx="2043">
                  <c:v>310.92</c:v>
                </c:pt>
                <c:pt idx="2044">
                  <c:v>313.22000000000003</c:v>
                </c:pt>
                <c:pt idx="2045">
                  <c:v>314.83999999999997</c:v>
                </c:pt>
                <c:pt idx="2046">
                  <c:v>315.76</c:v>
                </c:pt>
                <c:pt idx="2047">
                  <c:v>317.67</c:v>
                </c:pt>
                <c:pt idx="2048">
                  <c:v>314.97000000000003</c:v>
                </c:pt>
                <c:pt idx="2049">
                  <c:v>317.22000000000003</c:v>
                </c:pt>
                <c:pt idx="2050">
                  <c:v>316.83999999999997</c:v>
                </c:pt>
                <c:pt idx="2051">
                  <c:v>311.2</c:v>
                </c:pt>
                <c:pt idx="2052">
                  <c:v>308.73</c:v>
                </c:pt>
                <c:pt idx="2053">
                  <c:v>305.35000000000002</c:v>
                </c:pt>
                <c:pt idx="2054">
                  <c:v>301.35000000000002</c:v>
                </c:pt>
                <c:pt idx="2055">
                  <c:v>304.02</c:v>
                </c:pt>
                <c:pt idx="2056">
                  <c:v>301.02</c:v>
                </c:pt>
                <c:pt idx="2057">
                  <c:v>303.69</c:v>
                </c:pt>
                <c:pt idx="2058">
                  <c:v>303.37</c:v>
                </c:pt>
                <c:pt idx="2059">
                  <c:v>302.76</c:v>
                </c:pt>
                <c:pt idx="2060">
                  <c:v>302.25</c:v>
                </c:pt>
                <c:pt idx="2061">
                  <c:v>298.26</c:v>
                </c:pt>
                <c:pt idx="2062">
                  <c:v>299.66000000000003</c:v>
                </c:pt>
                <c:pt idx="2063">
                  <c:v>292.93</c:v>
                </c:pt>
                <c:pt idx="2064">
                  <c:v>293.35000000000002</c:v>
                </c:pt>
                <c:pt idx="2065">
                  <c:v>292.26</c:v>
                </c:pt>
                <c:pt idx="2066">
                  <c:v>291.63</c:v>
                </c:pt>
                <c:pt idx="2067">
                  <c:v>293.11</c:v>
                </c:pt>
                <c:pt idx="2068">
                  <c:v>295.2</c:v>
                </c:pt>
                <c:pt idx="2069">
                  <c:v>296.19</c:v>
                </c:pt>
                <c:pt idx="2070">
                  <c:v>294.43</c:v>
                </c:pt>
                <c:pt idx="2071">
                  <c:v>294.41000000000003</c:v>
                </c:pt>
                <c:pt idx="2072">
                  <c:v>298.64999999999998</c:v>
                </c:pt>
                <c:pt idx="2073">
                  <c:v>297.37</c:v>
                </c:pt>
                <c:pt idx="2074">
                  <c:v>296.88</c:v>
                </c:pt>
                <c:pt idx="2075">
                  <c:v>296.47000000000003</c:v>
                </c:pt>
                <c:pt idx="2076">
                  <c:v>295.89999999999998</c:v>
                </c:pt>
                <c:pt idx="2077">
                  <c:v>296.95</c:v>
                </c:pt>
                <c:pt idx="2078">
                  <c:v>294.56</c:v>
                </c:pt>
                <c:pt idx="2079">
                  <c:v>295.49</c:v>
                </c:pt>
                <c:pt idx="2080">
                  <c:v>294.85000000000002</c:v>
                </c:pt>
                <c:pt idx="2081">
                  <c:v>296.95</c:v>
                </c:pt>
                <c:pt idx="2082">
                  <c:v>297.77999999999997</c:v>
                </c:pt>
                <c:pt idx="2083">
                  <c:v>297.29000000000002</c:v>
                </c:pt>
                <c:pt idx="2084">
                  <c:v>297.45</c:v>
                </c:pt>
                <c:pt idx="2085">
                  <c:v>298.69</c:v>
                </c:pt>
                <c:pt idx="2086">
                  <c:v>293.55</c:v>
                </c:pt>
                <c:pt idx="2087">
                  <c:v>295.61</c:v>
                </c:pt>
                <c:pt idx="2088">
                  <c:v>295.24</c:v>
                </c:pt>
                <c:pt idx="2089">
                  <c:v>297.18</c:v>
                </c:pt>
                <c:pt idx="2090">
                  <c:v>297.19</c:v>
                </c:pt>
                <c:pt idx="2091">
                  <c:v>297.41000000000003</c:v>
                </c:pt>
                <c:pt idx="2092">
                  <c:v>293.64</c:v>
                </c:pt>
                <c:pt idx="2093">
                  <c:v>289.85000000000002</c:v>
                </c:pt>
                <c:pt idx="2094">
                  <c:v>291.08</c:v>
                </c:pt>
                <c:pt idx="2095">
                  <c:v>288.24</c:v>
                </c:pt>
                <c:pt idx="2096">
                  <c:v>288.57</c:v>
                </c:pt>
                <c:pt idx="2097">
                  <c:v>288.61</c:v>
                </c:pt>
                <c:pt idx="2098">
                  <c:v>291.93</c:v>
                </c:pt>
                <c:pt idx="2099">
                  <c:v>293</c:v>
                </c:pt>
                <c:pt idx="2100">
                  <c:v>294.29000000000002</c:v>
                </c:pt>
                <c:pt idx="2101">
                  <c:v>295.54000000000002</c:v>
                </c:pt>
                <c:pt idx="2102">
                  <c:v>296.83</c:v>
                </c:pt>
                <c:pt idx="2103">
                  <c:v>297.22000000000003</c:v>
                </c:pt>
                <c:pt idx="2104">
                  <c:v>298.05</c:v>
                </c:pt>
                <c:pt idx="2105">
                  <c:v>298.05</c:v>
                </c:pt>
                <c:pt idx="2106">
                  <c:v>300.07</c:v>
                </c:pt>
                <c:pt idx="2107">
                  <c:v>297.49</c:v>
                </c:pt>
                <c:pt idx="2108">
                  <c:v>298.8</c:v>
                </c:pt>
                <c:pt idx="2109">
                  <c:v>294.95999999999998</c:v>
                </c:pt>
                <c:pt idx="2110">
                  <c:v>294.27999999999997</c:v>
                </c:pt>
                <c:pt idx="2111">
                  <c:v>292.86</c:v>
                </c:pt>
                <c:pt idx="2112">
                  <c:v>293.7</c:v>
                </c:pt>
                <c:pt idx="2113">
                  <c:v>292.45999999999998</c:v>
                </c:pt>
                <c:pt idx="2114">
                  <c:v>292.35000000000002</c:v>
                </c:pt>
                <c:pt idx="2115">
                  <c:v>292.42</c:v>
                </c:pt>
                <c:pt idx="2116">
                  <c:v>297.29000000000002</c:v>
                </c:pt>
                <c:pt idx="2117">
                  <c:v>295.23</c:v>
                </c:pt>
                <c:pt idx="2118">
                  <c:v>296.10000000000002</c:v>
                </c:pt>
                <c:pt idx="2119">
                  <c:v>296.64</c:v>
                </c:pt>
                <c:pt idx="2120">
                  <c:v>299.04000000000002</c:v>
                </c:pt>
                <c:pt idx="2121">
                  <c:v>300.81</c:v>
                </c:pt>
                <c:pt idx="2122">
                  <c:v>302.58999999999997</c:v>
                </c:pt>
                <c:pt idx="2123">
                  <c:v>300.51</c:v>
                </c:pt>
                <c:pt idx="2124">
                  <c:v>300.17</c:v>
                </c:pt>
                <c:pt idx="2125">
                  <c:v>296.52999999999997</c:v>
                </c:pt>
                <c:pt idx="2126">
                  <c:v>291.77999999999997</c:v>
                </c:pt>
                <c:pt idx="2127">
                  <c:v>291.27999999999997</c:v>
                </c:pt>
                <c:pt idx="2128">
                  <c:v>289.91000000000003</c:v>
                </c:pt>
                <c:pt idx="2129">
                  <c:v>287.85000000000002</c:v>
                </c:pt>
                <c:pt idx="2130">
                  <c:v>275.14999999999998</c:v>
                </c:pt>
                <c:pt idx="2131">
                  <c:v>279.37</c:v>
                </c:pt>
                <c:pt idx="2132">
                  <c:v>277.19</c:v>
                </c:pt>
                <c:pt idx="2133">
                  <c:v>276.89999999999998</c:v>
                </c:pt>
                <c:pt idx="2134">
                  <c:v>280.05</c:v>
                </c:pt>
                <c:pt idx="2135">
                  <c:v>277.48</c:v>
                </c:pt>
                <c:pt idx="2136">
                  <c:v>278.63</c:v>
                </c:pt>
                <c:pt idx="2137">
                  <c:v>279.39999999999998</c:v>
                </c:pt>
                <c:pt idx="2138">
                  <c:v>272.54000000000002</c:v>
                </c:pt>
                <c:pt idx="2139">
                  <c:v>271.36</c:v>
                </c:pt>
                <c:pt idx="2140">
                  <c:v>266.72000000000003</c:v>
                </c:pt>
                <c:pt idx="2141">
                  <c:v>262.69</c:v>
                </c:pt>
                <c:pt idx="2142">
                  <c:v>260.19</c:v>
                </c:pt>
                <c:pt idx="2143">
                  <c:v>262.47000000000003</c:v>
                </c:pt>
                <c:pt idx="2144">
                  <c:v>264.01</c:v>
                </c:pt>
                <c:pt idx="2145">
                  <c:v>262.95</c:v>
                </c:pt>
                <c:pt idx="2146">
                  <c:v>272.56</c:v>
                </c:pt>
                <c:pt idx="2147">
                  <c:v>270.07</c:v>
                </c:pt>
                <c:pt idx="2148">
                  <c:v>271.57</c:v>
                </c:pt>
                <c:pt idx="2149">
                  <c:v>270.45</c:v>
                </c:pt>
                <c:pt idx="2150">
                  <c:v>272.11</c:v>
                </c:pt>
                <c:pt idx="2151">
                  <c:v>271.33</c:v>
                </c:pt>
                <c:pt idx="2152">
                  <c:v>271.57</c:v>
                </c:pt>
                <c:pt idx="2153">
                  <c:v>269.7</c:v>
                </c:pt>
                <c:pt idx="2154">
                  <c:v>268.88</c:v>
                </c:pt>
                <c:pt idx="2155">
                  <c:v>271.54000000000002</c:v>
                </c:pt>
                <c:pt idx="2156">
                  <c:v>271.64999999999998</c:v>
                </c:pt>
                <c:pt idx="2157">
                  <c:v>272.31</c:v>
                </c:pt>
                <c:pt idx="2158">
                  <c:v>269.58</c:v>
                </c:pt>
                <c:pt idx="2159">
                  <c:v>268.27</c:v>
                </c:pt>
                <c:pt idx="2160">
                  <c:v>267.76</c:v>
                </c:pt>
                <c:pt idx="2161">
                  <c:v>266.33</c:v>
                </c:pt>
                <c:pt idx="2162">
                  <c:v>269.79000000000002</c:v>
                </c:pt>
                <c:pt idx="2163">
                  <c:v>272.08</c:v>
                </c:pt>
                <c:pt idx="2164">
                  <c:v>273.45</c:v>
                </c:pt>
                <c:pt idx="2165">
                  <c:v>274.16000000000003</c:v>
                </c:pt>
                <c:pt idx="2166">
                  <c:v>271.35000000000002</c:v>
                </c:pt>
                <c:pt idx="2167">
                  <c:v>276.18</c:v>
                </c:pt>
                <c:pt idx="2168">
                  <c:v>273.29000000000002</c:v>
                </c:pt>
                <c:pt idx="2169">
                  <c:v>271.49</c:v>
                </c:pt>
                <c:pt idx="2170">
                  <c:v>267.18</c:v>
                </c:pt>
                <c:pt idx="2171">
                  <c:v>268.27999999999997</c:v>
                </c:pt>
                <c:pt idx="2172">
                  <c:v>265.35000000000002</c:v>
                </c:pt>
                <c:pt idx="2173">
                  <c:v>264.69</c:v>
                </c:pt>
                <c:pt idx="2174">
                  <c:v>268.47000000000003</c:v>
                </c:pt>
                <c:pt idx="2175">
                  <c:v>269.41000000000003</c:v>
                </c:pt>
                <c:pt idx="2176">
                  <c:v>265.55</c:v>
                </c:pt>
                <c:pt idx="2177">
                  <c:v>266.33</c:v>
                </c:pt>
                <c:pt idx="2178">
                  <c:v>265.18</c:v>
                </c:pt>
                <c:pt idx="2179">
                  <c:v>267.31</c:v>
                </c:pt>
                <c:pt idx="2180">
                  <c:v>264.81</c:v>
                </c:pt>
                <c:pt idx="2181">
                  <c:v>265.06</c:v>
                </c:pt>
                <c:pt idx="2182">
                  <c:v>264.45</c:v>
                </c:pt>
                <c:pt idx="2183">
                  <c:v>260.98</c:v>
                </c:pt>
                <c:pt idx="2184">
                  <c:v>260.57</c:v>
                </c:pt>
                <c:pt idx="2185">
                  <c:v>261.98</c:v>
                </c:pt>
                <c:pt idx="2186">
                  <c:v>258.23</c:v>
                </c:pt>
                <c:pt idx="2187">
                  <c:v>255.77</c:v>
                </c:pt>
                <c:pt idx="2188">
                  <c:v>257.89</c:v>
                </c:pt>
                <c:pt idx="2189">
                  <c:v>261.57</c:v>
                </c:pt>
                <c:pt idx="2190">
                  <c:v>259.64999999999998</c:v>
                </c:pt>
                <c:pt idx="2191">
                  <c:v>265.60000000000002</c:v>
                </c:pt>
                <c:pt idx="2192">
                  <c:v>265.55</c:v>
                </c:pt>
                <c:pt idx="2193">
                  <c:v>267.13</c:v>
                </c:pt>
                <c:pt idx="2194">
                  <c:v>264.99</c:v>
                </c:pt>
                <c:pt idx="2195">
                  <c:v>269.93</c:v>
                </c:pt>
                <c:pt idx="2196">
                  <c:v>271.23</c:v>
                </c:pt>
                <c:pt idx="2197">
                  <c:v>271.88</c:v>
                </c:pt>
                <c:pt idx="2198">
                  <c:v>273.88</c:v>
                </c:pt>
                <c:pt idx="2199">
                  <c:v>274</c:v>
                </c:pt>
                <c:pt idx="2200">
                  <c:v>272.70999999999998</c:v>
                </c:pt>
                <c:pt idx="2201">
                  <c:v>273.87</c:v>
                </c:pt>
                <c:pt idx="2202">
                  <c:v>276.61</c:v>
                </c:pt>
                <c:pt idx="2203">
                  <c:v>281.67</c:v>
                </c:pt>
                <c:pt idx="2204">
                  <c:v>281.64</c:v>
                </c:pt>
                <c:pt idx="2205">
                  <c:v>283</c:v>
                </c:pt>
                <c:pt idx="2206">
                  <c:v>286.62</c:v>
                </c:pt>
                <c:pt idx="2207">
                  <c:v>285.89</c:v>
                </c:pt>
                <c:pt idx="2208">
                  <c:v>285.79000000000002</c:v>
                </c:pt>
                <c:pt idx="2209">
                  <c:v>285.64999999999998</c:v>
                </c:pt>
                <c:pt idx="2210">
                  <c:v>281.49</c:v>
                </c:pt>
                <c:pt idx="2211">
                  <c:v>282.10000000000002</c:v>
                </c:pt>
                <c:pt idx="2212">
                  <c:v>283.69</c:v>
                </c:pt>
                <c:pt idx="2213">
                  <c:v>284.97000000000003</c:v>
                </c:pt>
                <c:pt idx="2214">
                  <c:v>288.68</c:v>
                </c:pt>
                <c:pt idx="2215">
                  <c:v>283.98</c:v>
                </c:pt>
                <c:pt idx="2216">
                  <c:v>285.89999999999998</c:v>
                </c:pt>
                <c:pt idx="2217">
                  <c:v>284.91000000000003</c:v>
                </c:pt>
                <c:pt idx="2218">
                  <c:v>288.39999999999998</c:v>
                </c:pt>
                <c:pt idx="2219">
                  <c:v>288.41000000000003</c:v>
                </c:pt>
                <c:pt idx="2220">
                  <c:v>288.74</c:v>
                </c:pt>
                <c:pt idx="2221">
                  <c:v>289</c:v>
                </c:pt>
                <c:pt idx="2222">
                  <c:v>287.89</c:v>
                </c:pt>
                <c:pt idx="2223">
                  <c:v>288.76</c:v>
                </c:pt>
                <c:pt idx="2224">
                  <c:v>283.8</c:v>
                </c:pt>
                <c:pt idx="2225">
                  <c:v>282.51</c:v>
                </c:pt>
                <c:pt idx="2226">
                  <c:v>280.45</c:v>
                </c:pt>
                <c:pt idx="2227">
                  <c:v>279.85000000000002</c:v>
                </c:pt>
                <c:pt idx="2228">
                  <c:v>278.87</c:v>
                </c:pt>
                <c:pt idx="2229">
                  <c:v>274.83999999999997</c:v>
                </c:pt>
                <c:pt idx="2230">
                  <c:v>275.06</c:v>
                </c:pt>
                <c:pt idx="2231">
                  <c:v>277.73</c:v>
                </c:pt>
                <c:pt idx="2232">
                  <c:v>276</c:v>
                </c:pt>
                <c:pt idx="2233">
                  <c:v>276.64</c:v>
                </c:pt>
                <c:pt idx="2234">
                  <c:v>279.87</c:v>
                </c:pt>
                <c:pt idx="2235">
                  <c:v>279.93</c:v>
                </c:pt>
                <c:pt idx="2236">
                  <c:v>279.82</c:v>
                </c:pt>
                <c:pt idx="2237">
                  <c:v>279.92</c:v>
                </c:pt>
                <c:pt idx="2238">
                  <c:v>282.38</c:v>
                </c:pt>
                <c:pt idx="2239">
                  <c:v>283.13</c:v>
                </c:pt>
                <c:pt idx="2240">
                  <c:v>277.45</c:v>
                </c:pt>
                <c:pt idx="2241">
                  <c:v>277.60000000000002</c:v>
                </c:pt>
                <c:pt idx="2242">
                  <c:v>277.27999999999997</c:v>
                </c:pt>
                <c:pt idx="2243">
                  <c:v>275.08</c:v>
                </c:pt>
                <c:pt idx="2244">
                  <c:v>276.48</c:v>
                </c:pt>
                <c:pt idx="2245">
                  <c:v>280.32</c:v>
                </c:pt>
                <c:pt idx="2246">
                  <c:v>281.72000000000003</c:v>
                </c:pt>
                <c:pt idx="2247">
                  <c:v>285.64999999999998</c:v>
                </c:pt>
                <c:pt idx="2248">
                  <c:v>286.14999999999998</c:v>
                </c:pt>
                <c:pt idx="2249">
                  <c:v>286.68</c:v>
                </c:pt>
                <c:pt idx="2250">
                  <c:v>286.38</c:v>
                </c:pt>
                <c:pt idx="2251">
                  <c:v>286.70999999999998</c:v>
                </c:pt>
                <c:pt idx="2252">
                  <c:v>287.92</c:v>
                </c:pt>
                <c:pt idx="2253">
                  <c:v>287.42</c:v>
                </c:pt>
                <c:pt idx="2254">
                  <c:v>288.37</c:v>
                </c:pt>
                <c:pt idx="2255">
                  <c:v>289.38</c:v>
                </c:pt>
                <c:pt idx="2256">
                  <c:v>290.62</c:v>
                </c:pt>
                <c:pt idx="2257">
                  <c:v>290.33</c:v>
                </c:pt>
                <c:pt idx="2258">
                  <c:v>285.82</c:v>
                </c:pt>
                <c:pt idx="2259">
                  <c:v>285.89</c:v>
                </c:pt>
                <c:pt idx="2260">
                  <c:v>285.87</c:v>
                </c:pt>
                <c:pt idx="2261">
                  <c:v>286.47000000000003</c:v>
                </c:pt>
                <c:pt idx="2262">
                  <c:v>283.7</c:v>
                </c:pt>
                <c:pt idx="2263">
                  <c:v>282.83</c:v>
                </c:pt>
                <c:pt idx="2264">
                  <c:v>281.33999999999997</c:v>
                </c:pt>
                <c:pt idx="2265">
                  <c:v>286.79000000000002</c:v>
                </c:pt>
                <c:pt idx="2266">
                  <c:v>284.92</c:v>
                </c:pt>
                <c:pt idx="2267">
                  <c:v>286.12</c:v>
                </c:pt>
                <c:pt idx="2268">
                  <c:v>283.67</c:v>
                </c:pt>
                <c:pt idx="2269">
                  <c:v>281.31</c:v>
                </c:pt>
                <c:pt idx="2270">
                  <c:v>280.14999999999998</c:v>
                </c:pt>
                <c:pt idx="2271">
                  <c:v>271</c:v>
                </c:pt>
                <c:pt idx="2272">
                  <c:v>272.06</c:v>
                </c:pt>
                <c:pt idx="2273">
                  <c:v>268.72000000000003</c:v>
                </c:pt>
                <c:pt idx="2274">
                  <c:v>268.57</c:v>
                </c:pt>
                <c:pt idx="2275">
                  <c:v>269.64</c:v>
                </c:pt>
                <c:pt idx="2276">
                  <c:v>265.99</c:v>
                </c:pt>
                <c:pt idx="2277">
                  <c:v>264.35000000000002</c:v>
                </c:pt>
                <c:pt idx="2278">
                  <c:v>264.95999999999998</c:v>
                </c:pt>
                <c:pt idx="2279">
                  <c:v>266.12</c:v>
                </c:pt>
                <c:pt idx="2280">
                  <c:v>266.64999999999998</c:v>
                </c:pt>
                <c:pt idx="2281">
                  <c:v>266.38</c:v>
                </c:pt>
                <c:pt idx="2282">
                  <c:v>264.42</c:v>
                </c:pt>
                <c:pt idx="2283">
                  <c:v>264.39999999999998</c:v>
                </c:pt>
                <c:pt idx="2284">
                  <c:v>264.7</c:v>
                </c:pt>
                <c:pt idx="2285">
                  <c:v>261.37</c:v>
                </c:pt>
                <c:pt idx="2286">
                  <c:v>263.93</c:v>
                </c:pt>
                <c:pt idx="2287">
                  <c:v>263.89</c:v>
                </c:pt>
                <c:pt idx="2288">
                  <c:v>268.16000000000003</c:v>
                </c:pt>
                <c:pt idx="2289">
                  <c:v>267.66000000000003</c:v>
                </c:pt>
                <c:pt idx="2290">
                  <c:v>267.99</c:v>
                </c:pt>
                <c:pt idx="2291">
                  <c:v>268.27</c:v>
                </c:pt>
                <c:pt idx="2292">
                  <c:v>272.10000000000002</c:v>
                </c:pt>
                <c:pt idx="2293">
                  <c:v>273.20999999999998</c:v>
                </c:pt>
                <c:pt idx="2294">
                  <c:v>272.74</c:v>
                </c:pt>
                <c:pt idx="2295">
                  <c:v>271.13</c:v>
                </c:pt>
                <c:pt idx="2296">
                  <c:v>270.48</c:v>
                </c:pt>
                <c:pt idx="2297">
                  <c:v>270.08999999999997</c:v>
                </c:pt>
                <c:pt idx="2298">
                  <c:v>271.36</c:v>
                </c:pt>
                <c:pt idx="2299">
                  <c:v>275.31</c:v>
                </c:pt>
                <c:pt idx="2300">
                  <c:v>276.01</c:v>
                </c:pt>
                <c:pt idx="2301">
                  <c:v>275.48</c:v>
                </c:pt>
                <c:pt idx="2302">
                  <c:v>275.58</c:v>
                </c:pt>
                <c:pt idx="2303">
                  <c:v>275.27999999999997</c:v>
                </c:pt>
                <c:pt idx="2304">
                  <c:v>275.52999999999997</c:v>
                </c:pt>
                <c:pt idx="2305">
                  <c:v>277.75</c:v>
                </c:pt>
                <c:pt idx="2306">
                  <c:v>277.5</c:v>
                </c:pt>
                <c:pt idx="2307">
                  <c:v>277.27</c:v>
                </c:pt>
                <c:pt idx="2308">
                  <c:v>275.97000000000003</c:v>
                </c:pt>
                <c:pt idx="2309">
                  <c:v>272.37</c:v>
                </c:pt>
                <c:pt idx="2310">
                  <c:v>274.54000000000002</c:v>
                </c:pt>
                <c:pt idx="2311">
                  <c:v>274.35000000000002</c:v>
                </c:pt>
                <c:pt idx="2312">
                  <c:v>268.55</c:v>
                </c:pt>
                <c:pt idx="2313">
                  <c:v>267.72000000000003</c:v>
                </c:pt>
                <c:pt idx="2314">
                  <c:v>268.75</c:v>
                </c:pt>
                <c:pt idx="2315">
                  <c:v>271.77999999999997</c:v>
                </c:pt>
                <c:pt idx="2316">
                  <c:v>272.68</c:v>
                </c:pt>
                <c:pt idx="2317">
                  <c:v>272.64</c:v>
                </c:pt>
                <c:pt idx="2318">
                  <c:v>274.05</c:v>
                </c:pt>
                <c:pt idx="2319">
                  <c:v>271.48</c:v>
                </c:pt>
                <c:pt idx="2320">
                  <c:v>270.67</c:v>
                </c:pt>
                <c:pt idx="2321">
                  <c:v>274.55</c:v>
                </c:pt>
                <c:pt idx="2322">
                  <c:v>274.55</c:v>
                </c:pt>
                <c:pt idx="2323">
                  <c:v>275.92</c:v>
                </c:pt>
                <c:pt idx="2324">
                  <c:v>273.22000000000003</c:v>
                </c:pt>
                <c:pt idx="2325">
                  <c:v>273.04000000000002</c:v>
                </c:pt>
                <c:pt idx="2326">
                  <c:v>272.25</c:v>
                </c:pt>
                <c:pt idx="2327">
                  <c:v>267.75</c:v>
                </c:pt>
                <c:pt idx="2328">
                  <c:v>268.95</c:v>
                </c:pt>
                <c:pt idx="2329">
                  <c:v>266.33999999999997</c:v>
                </c:pt>
                <c:pt idx="2330">
                  <c:v>265.73</c:v>
                </c:pt>
                <c:pt idx="2331">
                  <c:v>262.99</c:v>
                </c:pt>
                <c:pt idx="2332">
                  <c:v>257.19</c:v>
                </c:pt>
                <c:pt idx="2333">
                  <c:v>253.41</c:v>
                </c:pt>
                <c:pt idx="2334">
                  <c:v>252</c:v>
                </c:pt>
                <c:pt idx="2335">
                  <c:v>252.4</c:v>
                </c:pt>
                <c:pt idx="2336">
                  <c:v>254.85</c:v>
                </c:pt>
                <c:pt idx="2337">
                  <c:v>255.35</c:v>
                </c:pt>
                <c:pt idx="2338">
                  <c:v>252.83</c:v>
                </c:pt>
                <c:pt idx="2339">
                  <c:v>254.86</c:v>
                </c:pt>
                <c:pt idx="2340">
                  <c:v>253.9</c:v>
                </c:pt>
                <c:pt idx="2341">
                  <c:v>255.11</c:v>
                </c:pt>
                <c:pt idx="2342">
                  <c:v>258.05</c:v>
                </c:pt>
                <c:pt idx="2343">
                  <c:v>258.38</c:v>
                </c:pt>
                <c:pt idx="2344">
                  <c:v>256.27999999999997</c:v>
                </c:pt>
                <c:pt idx="2345">
                  <c:v>256.11</c:v>
                </c:pt>
                <c:pt idx="2346">
                  <c:v>252.19</c:v>
                </c:pt>
                <c:pt idx="2347">
                  <c:v>253.5</c:v>
                </c:pt>
                <c:pt idx="2348">
                  <c:v>255.53</c:v>
                </c:pt>
                <c:pt idx="2349">
                  <c:v>254.31</c:v>
                </c:pt>
                <c:pt idx="2350">
                  <c:v>259</c:v>
                </c:pt>
                <c:pt idx="2351">
                  <c:v>259.08</c:v>
                </c:pt>
                <c:pt idx="2352">
                  <c:v>258.25</c:v>
                </c:pt>
                <c:pt idx="2353">
                  <c:v>261.69</c:v>
                </c:pt>
                <c:pt idx="2354">
                  <c:v>264.44</c:v>
                </c:pt>
                <c:pt idx="2355">
                  <c:v>265.52999999999997</c:v>
                </c:pt>
                <c:pt idx="2356">
                  <c:v>267.39999999999998</c:v>
                </c:pt>
                <c:pt idx="2357">
                  <c:v>268.76</c:v>
                </c:pt>
                <c:pt idx="2358">
                  <c:v>270.83999999999997</c:v>
                </c:pt>
                <c:pt idx="2359">
                  <c:v>272.02</c:v>
                </c:pt>
                <c:pt idx="2360">
                  <c:v>271.68</c:v>
                </c:pt>
                <c:pt idx="2361">
                  <c:v>273.06</c:v>
                </c:pt>
                <c:pt idx="2362">
                  <c:v>274.92</c:v>
                </c:pt>
                <c:pt idx="2363">
                  <c:v>276.44</c:v>
                </c:pt>
                <c:pt idx="2364">
                  <c:v>276.64999999999998</c:v>
                </c:pt>
                <c:pt idx="2365">
                  <c:v>277.97000000000003</c:v>
                </c:pt>
                <c:pt idx="2366">
                  <c:v>274.42</c:v>
                </c:pt>
                <c:pt idx="2367">
                  <c:v>274.89</c:v>
                </c:pt>
                <c:pt idx="2368">
                  <c:v>271.33</c:v>
                </c:pt>
                <c:pt idx="2369">
                  <c:v>273.55</c:v>
                </c:pt>
                <c:pt idx="2370">
                  <c:v>274.42</c:v>
                </c:pt>
                <c:pt idx="2371">
                  <c:v>268.55</c:v>
                </c:pt>
                <c:pt idx="2372">
                  <c:v>267.39</c:v>
                </c:pt>
                <c:pt idx="2373">
                  <c:v>267.67</c:v>
                </c:pt>
                <c:pt idx="2374">
                  <c:v>271.36</c:v>
                </c:pt>
                <c:pt idx="2375">
                  <c:v>268.8</c:v>
                </c:pt>
                <c:pt idx="2376">
                  <c:v>271.3</c:v>
                </c:pt>
                <c:pt idx="2377">
                  <c:v>274.23</c:v>
                </c:pt>
                <c:pt idx="2378">
                  <c:v>274.33999999999997</c:v>
                </c:pt>
                <c:pt idx="2379">
                  <c:v>276.32</c:v>
                </c:pt>
                <c:pt idx="2380">
                  <c:v>275.57</c:v>
                </c:pt>
                <c:pt idx="2381">
                  <c:v>272.81</c:v>
                </c:pt>
                <c:pt idx="2382">
                  <c:v>273.79000000000002</c:v>
                </c:pt>
                <c:pt idx="2383">
                  <c:v>277.41000000000003</c:v>
                </c:pt>
                <c:pt idx="2384">
                  <c:v>276.23</c:v>
                </c:pt>
                <c:pt idx="2385">
                  <c:v>276.7</c:v>
                </c:pt>
                <c:pt idx="2386">
                  <c:v>277.07</c:v>
                </c:pt>
                <c:pt idx="2387">
                  <c:v>277.77999999999997</c:v>
                </c:pt>
                <c:pt idx="2388">
                  <c:v>277.55</c:v>
                </c:pt>
                <c:pt idx="2389">
                  <c:v>275.51</c:v>
                </c:pt>
                <c:pt idx="2390">
                  <c:v>275.82</c:v>
                </c:pt>
                <c:pt idx="2391">
                  <c:v>278.43</c:v>
                </c:pt>
                <c:pt idx="2392">
                  <c:v>282.54000000000002</c:v>
                </c:pt>
                <c:pt idx="2393">
                  <c:v>284.38</c:v>
                </c:pt>
                <c:pt idx="2394">
                  <c:v>284.52</c:v>
                </c:pt>
                <c:pt idx="2395">
                  <c:v>284.37</c:v>
                </c:pt>
                <c:pt idx="2396">
                  <c:v>283.13</c:v>
                </c:pt>
                <c:pt idx="2397">
                  <c:v>280.85000000000002</c:v>
                </c:pt>
                <c:pt idx="2398">
                  <c:v>283.64999999999998</c:v>
                </c:pt>
                <c:pt idx="2399">
                  <c:v>281.27999999999997</c:v>
                </c:pt>
                <c:pt idx="2400">
                  <c:v>283.93</c:v>
                </c:pt>
                <c:pt idx="2401">
                  <c:v>287.29000000000002</c:v>
                </c:pt>
                <c:pt idx="2402">
                  <c:v>287.18</c:v>
                </c:pt>
                <c:pt idx="2403">
                  <c:v>286.23</c:v>
                </c:pt>
                <c:pt idx="2404">
                  <c:v>282.20999999999998</c:v>
                </c:pt>
                <c:pt idx="2405">
                  <c:v>278.27999999999997</c:v>
                </c:pt>
                <c:pt idx="2406">
                  <c:v>279.43</c:v>
                </c:pt>
                <c:pt idx="2407">
                  <c:v>282.19</c:v>
                </c:pt>
                <c:pt idx="2408">
                  <c:v>281.83</c:v>
                </c:pt>
                <c:pt idx="2409">
                  <c:v>282.85000000000002</c:v>
                </c:pt>
                <c:pt idx="2410">
                  <c:v>281.23</c:v>
                </c:pt>
                <c:pt idx="2411">
                  <c:v>276.77999999999997</c:v>
                </c:pt>
                <c:pt idx="2412">
                  <c:v>277.44</c:v>
                </c:pt>
                <c:pt idx="2413">
                  <c:v>276.19</c:v>
                </c:pt>
                <c:pt idx="2414">
                  <c:v>274.14999999999998</c:v>
                </c:pt>
                <c:pt idx="2415">
                  <c:v>273.3</c:v>
                </c:pt>
                <c:pt idx="2416">
                  <c:v>276.56</c:v>
                </c:pt>
                <c:pt idx="2417">
                  <c:v>278.02999999999997</c:v>
                </c:pt>
                <c:pt idx="2418">
                  <c:v>279.31</c:v>
                </c:pt>
                <c:pt idx="2419">
                  <c:v>280.27999999999997</c:v>
                </c:pt>
                <c:pt idx="2420">
                  <c:v>285.11</c:v>
                </c:pt>
                <c:pt idx="2421">
                  <c:v>290.11</c:v>
                </c:pt>
                <c:pt idx="2422">
                  <c:v>289.76</c:v>
                </c:pt>
                <c:pt idx="2423">
                  <c:v>294.39999999999998</c:v>
                </c:pt>
                <c:pt idx="2424">
                  <c:v>294.22000000000003</c:v>
                </c:pt>
                <c:pt idx="2425">
                  <c:v>294.31</c:v>
                </c:pt>
                <c:pt idx="2426">
                  <c:v>295.31</c:v>
                </c:pt>
                <c:pt idx="2427">
                  <c:v>294.87</c:v>
                </c:pt>
                <c:pt idx="2428">
                  <c:v>292.89999999999998</c:v>
                </c:pt>
                <c:pt idx="2429">
                  <c:v>294.06</c:v>
                </c:pt>
                <c:pt idx="2430">
                  <c:v>295.2</c:v>
                </c:pt>
                <c:pt idx="2431">
                  <c:v>293.77</c:v>
                </c:pt>
                <c:pt idx="2432">
                  <c:v>290.35000000000002</c:v>
                </c:pt>
                <c:pt idx="2433">
                  <c:v>290.74</c:v>
                </c:pt>
                <c:pt idx="2434">
                  <c:v>288.43</c:v>
                </c:pt>
                <c:pt idx="2435">
                  <c:v>291.23</c:v>
                </c:pt>
                <c:pt idx="2436">
                  <c:v>289.42</c:v>
                </c:pt>
                <c:pt idx="2437">
                  <c:v>294.41000000000003</c:v>
                </c:pt>
                <c:pt idx="2438">
                  <c:v>297.06</c:v>
                </c:pt>
                <c:pt idx="2439">
                  <c:v>300.13</c:v>
                </c:pt>
                <c:pt idx="2440">
                  <c:v>301.52999999999997</c:v>
                </c:pt>
                <c:pt idx="2441">
                  <c:v>299.74</c:v>
                </c:pt>
                <c:pt idx="2442">
                  <c:v>302.77999999999997</c:v>
                </c:pt>
                <c:pt idx="2443">
                  <c:v>303.3</c:v>
                </c:pt>
                <c:pt idx="2444">
                  <c:v>305.58</c:v>
                </c:pt>
                <c:pt idx="2445">
                  <c:v>302.11</c:v>
                </c:pt>
                <c:pt idx="2446">
                  <c:v>306.08</c:v>
                </c:pt>
                <c:pt idx="2447">
                  <c:v>302.33</c:v>
                </c:pt>
                <c:pt idx="2448">
                  <c:v>292.77</c:v>
                </c:pt>
                <c:pt idx="2449">
                  <c:v>293.98</c:v>
                </c:pt>
                <c:pt idx="2450">
                  <c:v>288.37</c:v>
                </c:pt>
                <c:pt idx="2451">
                  <c:v>284.52999999999997</c:v>
                </c:pt>
                <c:pt idx="2452">
                  <c:v>285.05</c:v>
                </c:pt>
                <c:pt idx="2453">
                  <c:v>290.68</c:v>
                </c:pt>
                <c:pt idx="2454">
                  <c:v>292.02</c:v>
                </c:pt>
                <c:pt idx="2455">
                  <c:v>300.64999999999998</c:v>
                </c:pt>
                <c:pt idx="2456">
                  <c:v>298.20999999999998</c:v>
                </c:pt>
                <c:pt idx="2457">
                  <c:v>296.24</c:v>
                </c:pt>
                <c:pt idx="2458">
                  <c:v>299.27999999999997</c:v>
                </c:pt>
                <c:pt idx="2459">
                  <c:v>301.54000000000002</c:v>
                </c:pt>
                <c:pt idx="2460">
                  <c:v>300.93</c:v>
                </c:pt>
                <c:pt idx="2461">
                  <c:v>303.01</c:v>
                </c:pt>
                <c:pt idx="2462">
                  <c:v>302.76</c:v>
                </c:pt>
                <c:pt idx="2463">
                  <c:v>297.74</c:v>
                </c:pt>
                <c:pt idx="2464">
                  <c:v>298.33</c:v>
                </c:pt>
                <c:pt idx="2465">
                  <c:v>296.64999999999998</c:v>
                </c:pt>
                <c:pt idx="2466">
                  <c:v>292.42</c:v>
                </c:pt>
                <c:pt idx="2467">
                  <c:v>281.02</c:v>
                </c:pt>
                <c:pt idx="2468">
                  <c:v>284.24</c:v>
                </c:pt>
                <c:pt idx="2469">
                  <c:v>279.94</c:v>
                </c:pt>
                <c:pt idx="2470">
                  <c:v>277.08999999999997</c:v>
                </c:pt>
                <c:pt idx="2471">
                  <c:v>268.02</c:v>
                </c:pt>
                <c:pt idx="2472">
                  <c:v>270.37</c:v>
                </c:pt>
                <c:pt idx="2473">
                  <c:v>271.56</c:v>
                </c:pt>
                <c:pt idx="2474">
                  <c:v>278.13</c:v>
                </c:pt>
                <c:pt idx="2475">
                  <c:v>281.38</c:v>
                </c:pt>
                <c:pt idx="2476">
                  <c:v>275.10000000000002</c:v>
                </c:pt>
                <c:pt idx="2477">
                  <c:v>263.11</c:v>
                </c:pt>
                <c:pt idx="2478">
                  <c:v>264.67</c:v>
                </c:pt>
                <c:pt idx="2479">
                  <c:v>257.01</c:v>
                </c:pt>
                <c:pt idx="2480">
                  <c:v>247.62</c:v>
                </c:pt>
                <c:pt idx="2481">
                  <c:v>240.65</c:v>
                </c:pt>
                <c:pt idx="2482">
                  <c:v>232.97</c:v>
                </c:pt>
                <c:pt idx="2483">
                  <c:v>226.89</c:v>
                </c:pt>
                <c:pt idx="2484">
                  <c:v>215.83</c:v>
                </c:pt>
                <c:pt idx="2485">
                  <c:v>199.28</c:v>
                </c:pt>
                <c:pt idx="2486">
                  <c:v>213.67</c:v>
                </c:pt>
                <c:pt idx="2487">
                  <c:v>201.87</c:v>
                </c:pt>
                <c:pt idx="2488">
                  <c:v>220.34</c:v>
                </c:pt>
                <c:pt idx="2489">
                  <c:v>232.89</c:v>
                </c:pt>
                <c:pt idx="2490">
                  <c:v>229.34</c:v>
                </c:pt>
                <c:pt idx="2491">
                  <c:v>233.79</c:v>
                </c:pt>
                <c:pt idx="2492">
                  <c:v>232.45</c:v>
                </c:pt>
                <c:pt idx="2493">
                  <c:v>236.82</c:v>
                </c:pt>
                <c:pt idx="2494">
                  <c:v>226.35</c:v>
                </c:pt>
                <c:pt idx="2495">
                  <c:v>231.84</c:v>
                </c:pt>
                <c:pt idx="2496">
                  <c:v>231.7</c:v>
                </c:pt>
                <c:pt idx="2497">
                  <c:v>240.81</c:v>
                </c:pt>
                <c:pt idx="2498">
                  <c:v>244.87</c:v>
                </c:pt>
                <c:pt idx="2499">
                  <c:v>241.89</c:v>
                </c:pt>
                <c:pt idx="2500">
                  <c:v>245.61</c:v>
                </c:pt>
                <c:pt idx="2501">
                  <c:v>248</c:v>
                </c:pt>
                <c:pt idx="2502">
                  <c:v>243.4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34E-4C05-AF83-0B701440EE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51275568"/>
        <c:axId val="1551262672"/>
      </c:lineChart>
      <c:dateAx>
        <c:axId val="544133456"/>
        <c:scaling>
          <c:orientation val="minMax"/>
          <c:max val="42649"/>
          <c:min val="40949"/>
        </c:scaling>
        <c:delete val="0"/>
        <c:axPos val="b"/>
        <c:numFmt formatCode="yyyy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+mn-cs"/>
              </a:defRPr>
            </a:pPr>
            <a:endParaRPr lang="ko-KR"/>
          </a:p>
        </c:txPr>
        <c:crossAx val="544134288"/>
        <c:crosses val="autoZero"/>
        <c:auto val="1"/>
        <c:lblOffset val="100"/>
        <c:baseTimeUnit val="days"/>
        <c:majorUnit val="1"/>
        <c:majorTimeUnit val="years"/>
      </c:dateAx>
      <c:valAx>
        <c:axId val="544134288"/>
        <c:scaling>
          <c:orientation val="minMax"/>
          <c:max val="16000"/>
          <c:min val="8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oPub돋움체_Pro Light" panose="02020603020101020101" pitchFamily="18" charset="-127"/>
                    <a:ea typeface="KoPub돋움체_Pro Light" panose="02020603020101020101" pitchFamily="18" charset="-127"/>
                    <a:cs typeface="+mn-cs"/>
                  </a:defRPr>
                </a:pPr>
                <a:r>
                  <a:rPr lang="ko-KR"/>
                  <a:t>레버리지 </a:t>
                </a:r>
                <a:r>
                  <a:rPr lang="en-US"/>
                  <a:t>ETF </a:t>
                </a:r>
                <a:r>
                  <a:rPr lang="ko-KR"/>
                  <a:t>가격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_Pro Light" panose="02020603020101020101" pitchFamily="18" charset="-127"/>
                  <a:ea typeface="KoPub돋움체_Pro Light" panose="02020603020101020101" pitchFamily="18" charset="-127"/>
                  <a:cs typeface="+mn-cs"/>
                </a:defRPr>
              </a:pPr>
              <a:endParaRPr lang="ko-KR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+mn-cs"/>
              </a:defRPr>
            </a:pPr>
            <a:endParaRPr lang="ko-KR"/>
          </a:p>
        </c:txPr>
        <c:crossAx val="544133456"/>
        <c:crosses val="autoZero"/>
        <c:crossBetween val="between"/>
      </c:valAx>
      <c:valAx>
        <c:axId val="1551262672"/>
        <c:scaling>
          <c:orientation val="minMax"/>
          <c:max val="300"/>
          <c:min val="180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oPub돋움체_Pro Light" panose="02020603020101020101" pitchFamily="18" charset="-127"/>
                    <a:ea typeface="KoPub돋움체_Pro Light" panose="02020603020101020101" pitchFamily="18" charset="-127"/>
                    <a:cs typeface="+mn-cs"/>
                  </a:defRPr>
                </a:pPr>
                <a:r>
                  <a:rPr lang="ko-KR"/>
                  <a:t>기초지수</a:t>
                </a:r>
                <a:r>
                  <a:rPr lang="en-US"/>
                  <a:t>(KOSPI200) </a:t>
                </a:r>
                <a:r>
                  <a:rPr lang="ko-KR"/>
                  <a:t>가격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_Pro Light" panose="02020603020101020101" pitchFamily="18" charset="-127"/>
                  <a:ea typeface="KoPub돋움체_Pro Light" panose="02020603020101020101" pitchFamily="18" charset="-127"/>
                  <a:cs typeface="+mn-cs"/>
                </a:defRPr>
              </a:pPr>
              <a:endParaRPr lang="ko-KR"/>
            </a:p>
          </c:txPr>
        </c:title>
        <c:numFmt formatCode="#,##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+mn-cs"/>
              </a:defRPr>
            </a:pPr>
            <a:endParaRPr lang="ko-KR"/>
          </a:p>
        </c:txPr>
        <c:crossAx val="1551275568"/>
        <c:crosses val="max"/>
        <c:crossBetween val="between"/>
        <c:majorUnit val="20"/>
      </c:valAx>
      <c:dateAx>
        <c:axId val="1551275568"/>
        <c:scaling>
          <c:orientation val="minMax"/>
        </c:scaling>
        <c:delete val="1"/>
        <c:axPos val="b"/>
        <c:numFmt formatCode="yyyy\-mm\-dd" sourceLinked="1"/>
        <c:majorTickMark val="out"/>
        <c:minorTickMark val="none"/>
        <c:tickLblPos val="nextTo"/>
        <c:crossAx val="1551262672"/>
        <c:crosses val="autoZero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KoPub돋움체_Pro Light" panose="02020603020101020101" pitchFamily="18" charset="-127"/>
          <a:ea typeface="KoPub돋움체_Pro Light" panose="02020603020101020101" pitchFamily="18" charset="-127"/>
        </a:defRPr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Sheet2!$L$1313</c:f>
              <c:strCache>
                <c:ptCount val="1"/>
                <c:pt idx="0">
                  <c:v>S&amp;P500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Sheet2!$K$1314:$K$2558</c:f>
              <c:numCache>
                <c:formatCode>m/d/yyyy</c:formatCode>
                <c:ptCount val="1245"/>
                <c:pt idx="0">
                  <c:v>39448</c:v>
                </c:pt>
                <c:pt idx="1">
                  <c:v>39449</c:v>
                </c:pt>
                <c:pt idx="2">
                  <c:v>39450</c:v>
                </c:pt>
                <c:pt idx="3">
                  <c:v>39451</c:v>
                </c:pt>
                <c:pt idx="4">
                  <c:v>39454</c:v>
                </c:pt>
                <c:pt idx="5">
                  <c:v>39455</c:v>
                </c:pt>
                <c:pt idx="6">
                  <c:v>39456</c:v>
                </c:pt>
                <c:pt idx="7">
                  <c:v>39457</c:v>
                </c:pt>
                <c:pt idx="8">
                  <c:v>39458</c:v>
                </c:pt>
                <c:pt idx="9">
                  <c:v>39461</c:v>
                </c:pt>
                <c:pt idx="10">
                  <c:v>39462</c:v>
                </c:pt>
                <c:pt idx="11">
                  <c:v>39463</c:v>
                </c:pt>
                <c:pt idx="12">
                  <c:v>39464</c:v>
                </c:pt>
                <c:pt idx="13">
                  <c:v>39465</c:v>
                </c:pt>
                <c:pt idx="14">
                  <c:v>39468</c:v>
                </c:pt>
                <c:pt idx="15">
                  <c:v>39469</c:v>
                </c:pt>
                <c:pt idx="16">
                  <c:v>39470</c:v>
                </c:pt>
                <c:pt idx="17">
                  <c:v>39471</c:v>
                </c:pt>
                <c:pt idx="18">
                  <c:v>39472</c:v>
                </c:pt>
                <c:pt idx="19">
                  <c:v>39475</c:v>
                </c:pt>
                <c:pt idx="20">
                  <c:v>39476</c:v>
                </c:pt>
                <c:pt idx="21">
                  <c:v>39477</c:v>
                </c:pt>
                <c:pt idx="22">
                  <c:v>39478</c:v>
                </c:pt>
                <c:pt idx="23">
                  <c:v>39479</c:v>
                </c:pt>
                <c:pt idx="24">
                  <c:v>39482</c:v>
                </c:pt>
                <c:pt idx="25">
                  <c:v>39483</c:v>
                </c:pt>
                <c:pt idx="26">
                  <c:v>39484</c:v>
                </c:pt>
                <c:pt idx="27">
                  <c:v>39485</c:v>
                </c:pt>
                <c:pt idx="28">
                  <c:v>39486</c:v>
                </c:pt>
                <c:pt idx="29">
                  <c:v>39489</c:v>
                </c:pt>
                <c:pt idx="30">
                  <c:v>39490</c:v>
                </c:pt>
                <c:pt idx="31">
                  <c:v>39491</c:v>
                </c:pt>
                <c:pt idx="32">
                  <c:v>39492</c:v>
                </c:pt>
                <c:pt idx="33">
                  <c:v>39493</c:v>
                </c:pt>
                <c:pt idx="34">
                  <c:v>39496</c:v>
                </c:pt>
                <c:pt idx="35">
                  <c:v>39497</c:v>
                </c:pt>
                <c:pt idx="36">
                  <c:v>39498</c:v>
                </c:pt>
                <c:pt idx="37">
                  <c:v>39499</c:v>
                </c:pt>
                <c:pt idx="38">
                  <c:v>39500</c:v>
                </c:pt>
                <c:pt idx="39">
                  <c:v>39503</c:v>
                </c:pt>
                <c:pt idx="40">
                  <c:v>39504</c:v>
                </c:pt>
                <c:pt idx="41">
                  <c:v>39505</c:v>
                </c:pt>
                <c:pt idx="42">
                  <c:v>39506</c:v>
                </c:pt>
                <c:pt idx="43">
                  <c:v>39507</c:v>
                </c:pt>
                <c:pt idx="44">
                  <c:v>39510</c:v>
                </c:pt>
                <c:pt idx="45">
                  <c:v>39511</c:v>
                </c:pt>
                <c:pt idx="46">
                  <c:v>39512</c:v>
                </c:pt>
                <c:pt idx="47">
                  <c:v>39513</c:v>
                </c:pt>
                <c:pt idx="48">
                  <c:v>39514</c:v>
                </c:pt>
                <c:pt idx="49">
                  <c:v>39517</c:v>
                </c:pt>
                <c:pt idx="50">
                  <c:v>39518</c:v>
                </c:pt>
                <c:pt idx="51">
                  <c:v>39519</c:v>
                </c:pt>
                <c:pt idx="52">
                  <c:v>39520</c:v>
                </c:pt>
                <c:pt idx="53">
                  <c:v>39521</c:v>
                </c:pt>
                <c:pt idx="54">
                  <c:v>39524</c:v>
                </c:pt>
                <c:pt idx="55">
                  <c:v>39525</c:v>
                </c:pt>
                <c:pt idx="56">
                  <c:v>39526</c:v>
                </c:pt>
                <c:pt idx="57">
                  <c:v>39527</c:v>
                </c:pt>
                <c:pt idx="58">
                  <c:v>39528</c:v>
                </c:pt>
                <c:pt idx="59">
                  <c:v>39531</c:v>
                </c:pt>
                <c:pt idx="60">
                  <c:v>39532</c:v>
                </c:pt>
                <c:pt idx="61">
                  <c:v>39533</c:v>
                </c:pt>
                <c:pt idx="62">
                  <c:v>39534</c:v>
                </c:pt>
                <c:pt idx="63">
                  <c:v>39535</c:v>
                </c:pt>
                <c:pt idx="64">
                  <c:v>39538</c:v>
                </c:pt>
                <c:pt idx="65">
                  <c:v>39539</c:v>
                </c:pt>
                <c:pt idx="66">
                  <c:v>39540</c:v>
                </c:pt>
                <c:pt idx="67">
                  <c:v>39541</c:v>
                </c:pt>
                <c:pt idx="68">
                  <c:v>39542</c:v>
                </c:pt>
                <c:pt idx="69">
                  <c:v>39545</c:v>
                </c:pt>
                <c:pt idx="70">
                  <c:v>39546</c:v>
                </c:pt>
                <c:pt idx="71">
                  <c:v>39547</c:v>
                </c:pt>
                <c:pt idx="72">
                  <c:v>39548</c:v>
                </c:pt>
                <c:pt idx="73">
                  <c:v>39549</c:v>
                </c:pt>
                <c:pt idx="74">
                  <c:v>39552</c:v>
                </c:pt>
                <c:pt idx="75">
                  <c:v>39553</c:v>
                </c:pt>
                <c:pt idx="76">
                  <c:v>39554</c:v>
                </c:pt>
                <c:pt idx="77">
                  <c:v>39555</c:v>
                </c:pt>
                <c:pt idx="78">
                  <c:v>39556</c:v>
                </c:pt>
                <c:pt idx="79">
                  <c:v>39559</c:v>
                </c:pt>
                <c:pt idx="80">
                  <c:v>39560</c:v>
                </c:pt>
                <c:pt idx="81">
                  <c:v>39561</c:v>
                </c:pt>
                <c:pt idx="82">
                  <c:v>39562</c:v>
                </c:pt>
                <c:pt idx="83">
                  <c:v>39563</c:v>
                </c:pt>
                <c:pt idx="84">
                  <c:v>39566</c:v>
                </c:pt>
                <c:pt idx="85">
                  <c:v>39567</c:v>
                </c:pt>
                <c:pt idx="86">
                  <c:v>39568</c:v>
                </c:pt>
                <c:pt idx="87">
                  <c:v>39569</c:v>
                </c:pt>
                <c:pt idx="88">
                  <c:v>39570</c:v>
                </c:pt>
                <c:pt idx="89">
                  <c:v>39573</c:v>
                </c:pt>
                <c:pt idx="90">
                  <c:v>39574</c:v>
                </c:pt>
                <c:pt idx="91">
                  <c:v>39575</c:v>
                </c:pt>
                <c:pt idx="92">
                  <c:v>39576</c:v>
                </c:pt>
                <c:pt idx="93">
                  <c:v>39577</c:v>
                </c:pt>
                <c:pt idx="94">
                  <c:v>39580</c:v>
                </c:pt>
                <c:pt idx="95">
                  <c:v>39581</c:v>
                </c:pt>
                <c:pt idx="96">
                  <c:v>39582</c:v>
                </c:pt>
                <c:pt idx="97">
                  <c:v>39583</c:v>
                </c:pt>
                <c:pt idx="98">
                  <c:v>39584</c:v>
                </c:pt>
                <c:pt idx="99">
                  <c:v>39587</c:v>
                </c:pt>
                <c:pt idx="100">
                  <c:v>39588</c:v>
                </c:pt>
                <c:pt idx="101">
                  <c:v>39589</c:v>
                </c:pt>
                <c:pt idx="102">
                  <c:v>39590</c:v>
                </c:pt>
                <c:pt idx="103">
                  <c:v>39591</c:v>
                </c:pt>
                <c:pt idx="104">
                  <c:v>39594</c:v>
                </c:pt>
                <c:pt idx="105">
                  <c:v>39595</c:v>
                </c:pt>
                <c:pt idx="106">
                  <c:v>39596</c:v>
                </c:pt>
                <c:pt idx="107">
                  <c:v>39597</c:v>
                </c:pt>
                <c:pt idx="108">
                  <c:v>39598</c:v>
                </c:pt>
                <c:pt idx="109">
                  <c:v>39601</c:v>
                </c:pt>
                <c:pt idx="110">
                  <c:v>39602</c:v>
                </c:pt>
                <c:pt idx="111">
                  <c:v>39603</c:v>
                </c:pt>
                <c:pt idx="112">
                  <c:v>39604</c:v>
                </c:pt>
                <c:pt idx="113">
                  <c:v>39605</c:v>
                </c:pt>
                <c:pt idx="114">
                  <c:v>39608</c:v>
                </c:pt>
                <c:pt idx="115">
                  <c:v>39609</c:v>
                </c:pt>
                <c:pt idx="116">
                  <c:v>39610</c:v>
                </c:pt>
                <c:pt idx="117">
                  <c:v>39611</c:v>
                </c:pt>
                <c:pt idx="118">
                  <c:v>39612</c:v>
                </c:pt>
                <c:pt idx="119">
                  <c:v>39615</c:v>
                </c:pt>
                <c:pt idx="120">
                  <c:v>39616</c:v>
                </c:pt>
                <c:pt idx="121">
                  <c:v>39617</c:v>
                </c:pt>
                <c:pt idx="122">
                  <c:v>39618</c:v>
                </c:pt>
                <c:pt idx="123">
                  <c:v>39619</c:v>
                </c:pt>
                <c:pt idx="124">
                  <c:v>39622</c:v>
                </c:pt>
                <c:pt idx="125">
                  <c:v>39623</c:v>
                </c:pt>
                <c:pt idx="126">
                  <c:v>39624</c:v>
                </c:pt>
                <c:pt idx="127">
                  <c:v>39625</c:v>
                </c:pt>
                <c:pt idx="128">
                  <c:v>39626</c:v>
                </c:pt>
                <c:pt idx="129">
                  <c:v>39629</c:v>
                </c:pt>
                <c:pt idx="130">
                  <c:v>39630</c:v>
                </c:pt>
                <c:pt idx="131">
                  <c:v>39631</c:v>
                </c:pt>
                <c:pt idx="132">
                  <c:v>39632</c:v>
                </c:pt>
                <c:pt idx="133">
                  <c:v>39633</c:v>
                </c:pt>
                <c:pt idx="134">
                  <c:v>39636</c:v>
                </c:pt>
                <c:pt idx="135">
                  <c:v>39637</c:v>
                </c:pt>
                <c:pt idx="136">
                  <c:v>39638</c:v>
                </c:pt>
                <c:pt idx="137">
                  <c:v>39639</c:v>
                </c:pt>
                <c:pt idx="138">
                  <c:v>39640</c:v>
                </c:pt>
                <c:pt idx="139">
                  <c:v>39643</c:v>
                </c:pt>
                <c:pt idx="140">
                  <c:v>39644</c:v>
                </c:pt>
                <c:pt idx="141">
                  <c:v>39645</c:v>
                </c:pt>
                <c:pt idx="142">
                  <c:v>39646</c:v>
                </c:pt>
                <c:pt idx="143">
                  <c:v>39647</c:v>
                </c:pt>
                <c:pt idx="144">
                  <c:v>39650</c:v>
                </c:pt>
                <c:pt idx="145">
                  <c:v>39651</c:v>
                </c:pt>
                <c:pt idx="146">
                  <c:v>39652</c:v>
                </c:pt>
                <c:pt idx="147">
                  <c:v>39653</c:v>
                </c:pt>
                <c:pt idx="148">
                  <c:v>39654</c:v>
                </c:pt>
                <c:pt idx="149">
                  <c:v>39657</c:v>
                </c:pt>
                <c:pt idx="150">
                  <c:v>39658</c:v>
                </c:pt>
                <c:pt idx="151">
                  <c:v>39659</c:v>
                </c:pt>
                <c:pt idx="152">
                  <c:v>39660</c:v>
                </c:pt>
                <c:pt idx="153">
                  <c:v>39661</c:v>
                </c:pt>
                <c:pt idx="154">
                  <c:v>39664</c:v>
                </c:pt>
                <c:pt idx="155">
                  <c:v>39665</c:v>
                </c:pt>
                <c:pt idx="156">
                  <c:v>39666</c:v>
                </c:pt>
                <c:pt idx="157">
                  <c:v>39667</c:v>
                </c:pt>
                <c:pt idx="158">
                  <c:v>39668</c:v>
                </c:pt>
                <c:pt idx="159">
                  <c:v>39671</c:v>
                </c:pt>
                <c:pt idx="160">
                  <c:v>39672</c:v>
                </c:pt>
                <c:pt idx="161">
                  <c:v>39673</c:v>
                </c:pt>
                <c:pt idx="162">
                  <c:v>39674</c:v>
                </c:pt>
                <c:pt idx="163">
                  <c:v>39675</c:v>
                </c:pt>
                <c:pt idx="164">
                  <c:v>39678</c:v>
                </c:pt>
                <c:pt idx="165">
                  <c:v>39679</c:v>
                </c:pt>
                <c:pt idx="166">
                  <c:v>39680</c:v>
                </c:pt>
                <c:pt idx="167">
                  <c:v>39681</c:v>
                </c:pt>
                <c:pt idx="168">
                  <c:v>39682</c:v>
                </c:pt>
                <c:pt idx="169">
                  <c:v>39685</c:v>
                </c:pt>
                <c:pt idx="170">
                  <c:v>39686</c:v>
                </c:pt>
                <c:pt idx="171">
                  <c:v>39687</c:v>
                </c:pt>
                <c:pt idx="172">
                  <c:v>39688</c:v>
                </c:pt>
                <c:pt idx="173">
                  <c:v>39689</c:v>
                </c:pt>
                <c:pt idx="174">
                  <c:v>39692</c:v>
                </c:pt>
                <c:pt idx="175">
                  <c:v>39693</c:v>
                </c:pt>
                <c:pt idx="176">
                  <c:v>39694</c:v>
                </c:pt>
                <c:pt idx="177">
                  <c:v>39695</c:v>
                </c:pt>
                <c:pt idx="178">
                  <c:v>39696</c:v>
                </c:pt>
                <c:pt idx="179">
                  <c:v>39699</c:v>
                </c:pt>
                <c:pt idx="180">
                  <c:v>39700</c:v>
                </c:pt>
                <c:pt idx="181">
                  <c:v>39701</c:v>
                </c:pt>
                <c:pt idx="182">
                  <c:v>39702</c:v>
                </c:pt>
                <c:pt idx="183">
                  <c:v>39703</c:v>
                </c:pt>
                <c:pt idx="184">
                  <c:v>39706</c:v>
                </c:pt>
                <c:pt idx="185">
                  <c:v>39707</c:v>
                </c:pt>
                <c:pt idx="186">
                  <c:v>39708</c:v>
                </c:pt>
                <c:pt idx="187">
                  <c:v>39709</c:v>
                </c:pt>
                <c:pt idx="188">
                  <c:v>39710</c:v>
                </c:pt>
                <c:pt idx="189">
                  <c:v>39713</c:v>
                </c:pt>
                <c:pt idx="190">
                  <c:v>39714</c:v>
                </c:pt>
                <c:pt idx="191">
                  <c:v>39715</c:v>
                </c:pt>
                <c:pt idx="192">
                  <c:v>39716</c:v>
                </c:pt>
                <c:pt idx="193">
                  <c:v>39717</c:v>
                </c:pt>
                <c:pt idx="194">
                  <c:v>39720</c:v>
                </c:pt>
                <c:pt idx="195">
                  <c:v>39721</c:v>
                </c:pt>
                <c:pt idx="196">
                  <c:v>39722</c:v>
                </c:pt>
                <c:pt idx="197">
                  <c:v>39723</c:v>
                </c:pt>
                <c:pt idx="198">
                  <c:v>39724</c:v>
                </c:pt>
                <c:pt idx="199">
                  <c:v>39727</c:v>
                </c:pt>
                <c:pt idx="200">
                  <c:v>39728</c:v>
                </c:pt>
                <c:pt idx="201">
                  <c:v>39729</c:v>
                </c:pt>
                <c:pt idx="202">
                  <c:v>39730</c:v>
                </c:pt>
                <c:pt idx="203">
                  <c:v>39731</c:v>
                </c:pt>
                <c:pt idx="204">
                  <c:v>39734</c:v>
                </c:pt>
                <c:pt idx="205">
                  <c:v>39735</c:v>
                </c:pt>
                <c:pt idx="206">
                  <c:v>39736</c:v>
                </c:pt>
                <c:pt idx="207">
                  <c:v>39737</c:v>
                </c:pt>
                <c:pt idx="208">
                  <c:v>39738</c:v>
                </c:pt>
                <c:pt idx="209">
                  <c:v>39741</c:v>
                </c:pt>
                <c:pt idx="210">
                  <c:v>39742</c:v>
                </c:pt>
                <c:pt idx="211">
                  <c:v>39743</c:v>
                </c:pt>
                <c:pt idx="212">
                  <c:v>39744</c:v>
                </c:pt>
                <c:pt idx="213">
                  <c:v>39745</c:v>
                </c:pt>
                <c:pt idx="214">
                  <c:v>39748</c:v>
                </c:pt>
                <c:pt idx="215">
                  <c:v>39749</c:v>
                </c:pt>
                <c:pt idx="216">
                  <c:v>39750</c:v>
                </c:pt>
                <c:pt idx="217">
                  <c:v>39751</c:v>
                </c:pt>
                <c:pt idx="218">
                  <c:v>39752</c:v>
                </c:pt>
                <c:pt idx="219">
                  <c:v>39755</c:v>
                </c:pt>
                <c:pt idx="220">
                  <c:v>39756</c:v>
                </c:pt>
                <c:pt idx="221">
                  <c:v>39757</c:v>
                </c:pt>
                <c:pt idx="222">
                  <c:v>39758</c:v>
                </c:pt>
                <c:pt idx="223">
                  <c:v>39759</c:v>
                </c:pt>
                <c:pt idx="224">
                  <c:v>39762</c:v>
                </c:pt>
                <c:pt idx="225">
                  <c:v>39763</c:v>
                </c:pt>
                <c:pt idx="226">
                  <c:v>39764</c:v>
                </c:pt>
                <c:pt idx="227">
                  <c:v>39765</c:v>
                </c:pt>
                <c:pt idx="228">
                  <c:v>39766</c:v>
                </c:pt>
                <c:pt idx="229">
                  <c:v>39769</c:v>
                </c:pt>
                <c:pt idx="230">
                  <c:v>39770</c:v>
                </c:pt>
                <c:pt idx="231">
                  <c:v>39771</c:v>
                </c:pt>
                <c:pt idx="232">
                  <c:v>39772</c:v>
                </c:pt>
                <c:pt idx="233">
                  <c:v>39773</c:v>
                </c:pt>
                <c:pt idx="234">
                  <c:v>39776</c:v>
                </c:pt>
                <c:pt idx="235">
                  <c:v>39777</c:v>
                </c:pt>
                <c:pt idx="236">
                  <c:v>39778</c:v>
                </c:pt>
                <c:pt idx="237">
                  <c:v>39779</c:v>
                </c:pt>
                <c:pt idx="238">
                  <c:v>39780</c:v>
                </c:pt>
                <c:pt idx="239">
                  <c:v>39783</c:v>
                </c:pt>
                <c:pt idx="240">
                  <c:v>39784</c:v>
                </c:pt>
                <c:pt idx="241">
                  <c:v>39785</c:v>
                </c:pt>
                <c:pt idx="242">
                  <c:v>39786</c:v>
                </c:pt>
                <c:pt idx="243">
                  <c:v>39787</c:v>
                </c:pt>
                <c:pt idx="244">
                  <c:v>39790</c:v>
                </c:pt>
                <c:pt idx="245">
                  <c:v>39791</c:v>
                </c:pt>
                <c:pt idx="246">
                  <c:v>39792</c:v>
                </c:pt>
                <c:pt idx="247">
                  <c:v>39793</c:v>
                </c:pt>
                <c:pt idx="248">
                  <c:v>39794</c:v>
                </c:pt>
                <c:pt idx="249">
                  <c:v>39797</c:v>
                </c:pt>
                <c:pt idx="250">
                  <c:v>39798</c:v>
                </c:pt>
                <c:pt idx="251">
                  <c:v>39799</c:v>
                </c:pt>
                <c:pt idx="252">
                  <c:v>39800</c:v>
                </c:pt>
                <c:pt idx="253">
                  <c:v>39801</c:v>
                </c:pt>
                <c:pt idx="254">
                  <c:v>39804</c:v>
                </c:pt>
                <c:pt idx="255">
                  <c:v>39805</c:v>
                </c:pt>
                <c:pt idx="256">
                  <c:v>39806</c:v>
                </c:pt>
                <c:pt idx="257">
                  <c:v>39807</c:v>
                </c:pt>
                <c:pt idx="258">
                  <c:v>39808</c:v>
                </c:pt>
                <c:pt idx="259">
                  <c:v>39811</c:v>
                </c:pt>
                <c:pt idx="260">
                  <c:v>39812</c:v>
                </c:pt>
                <c:pt idx="261">
                  <c:v>39813</c:v>
                </c:pt>
                <c:pt idx="262">
                  <c:v>39814</c:v>
                </c:pt>
                <c:pt idx="263">
                  <c:v>39815</c:v>
                </c:pt>
                <c:pt idx="264">
                  <c:v>39818</c:v>
                </c:pt>
                <c:pt idx="265">
                  <c:v>39819</c:v>
                </c:pt>
                <c:pt idx="266">
                  <c:v>39820</c:v>
                </c:pt>
                <c:pt idx="267">
                  <c:v>39821</c:v>
                </c:pt>
                <c:pt idx="268">
                  <c:v>39822</c:v>
                </c:pt>
                <c:pt idx="269">
                  <c:v>39825</c:v>
                </c:pt>
                <c:pt idx="270">
                  <c:v>39826</c:v>
                </c:pt>
                <c:pt idx="271">
                  <c:v>39827</c:v>
                </c:pt>
                <c:pt idx="272">
                  <c:v>39828</c:v>
                </c:pt>
                <c:pt idx="273">
                  <c:v>39829</c:v>
                </c:pt>
                <c:pt idx="274">
                  <c:v>39832</c:v>
                </c:pt>
                <c:pt idx="275">
                  <c:v>39833</c:v>
                </c:pt>
                <c:pt idx="276">
                  <c:v>39834</c:v>
                </c:pt>
                <c:pt idx="277">
                  <c:v>39835</c:v>
                </c:pt>
                <c:pt idx="278">
                  <c:v>39836</c:v>
                </c:pt>
                <c:pt idx="279">
                  <c:v>39839</c:v>
                </c:pt>
                <c:pt idx="280">
                  <c:v>39840</c:v>
                </c:pt>
                <c:pt idx="281">
                  <c:v>39841</c:v>
                </c:pt>
                <c:pt idx="282">
                  <c:v>39842</c:v>
                </c:pt>
                <c:pt idx="283">
                  <c:v>39843</c:v>
                </c:pt>
                <c:pt idx="284">
                  <c:v>39846</c:v>
                </c:pt>
                <c:pt idx="285">
                  <c:v>39847</c:v>
                </c:pt>
                <c:pt idx="286">
                  <c:v>39848</c:v>
                </c:pt>
                <c:pt idx="287">
                  <c:v>39849</c:v>
                </c:pt>
                <c:pt idx="288">
                  <c:v>39850</c:v>
                </c:pt>
                <c:pt idx="289">
                  <c:v>39853</c:v>
                </c:pt>
                <c:pt idx="290">
                  <c:v>39854</c:v>
                </c:pt>
                <c:pt idx="291">
                  <c:v>39855</c:v>
                </c:pt>
                <c:pt idx="292">
                  <c:v>39856</c:v>
                </c:pt>
                <c:pt idx="293">
                  <c:v>39857</c:v>
                </c:pt>
                <c:pt idx="294">
                  <c:v>39860</c:v>
                </c:pt>
                <c:pt idx="295">
                  <c:v>39861</c:v>
                </c:pt>
                <c:pt idx="296">
                  <c:v>39862</c:v>
                </c:pt>
                <c:pt idx="297">
                  <c:v>39863</c:v>
                </c:pt>
                <c:pt idx="298">
                  <c:v>39864</c:v>
                </c:pt>
                <c:pt idx="299">
                  <c:v>39867</c:v>
                </c:pt>
                <c:pt idx="300">
                  <c:v>39868</c:v>
                </c:pt>
                <c:pt idx="301">
                  <c:v>39869</c:v>
                </c:pt>
                <c:pt idx="302">
                  <c:v>39870</c:v>
                </c:pt>
                <c:pt idx="303">
                  <c:v>39871</c:v>
                </c:pt>
                <c:pt idx="304">
                  <c:v>39874</c:v>
                </c:pt>
                <c:pt idx="305">
                  <c:v>39875</c:v>
                </c:pt>
                <c:pt idx="306">
                  <c:v>39876</c:v>
                </c:pt>
                <c:pt idx="307">
                  <c:v>39877</c:v>
                </c:pt>
                <c:pt idx="308">
                  <c:v>39878</c:v>
                </c:pt>
                <c:pt idx="309">
                  <c:v>39881</c:v>
                </c:pt>
                <c:pt idx="310">
                  <c:v>39882</c:v>
                </c:pt>
                <c:pt idx="311">
                  <c:v>39883</c:v>
                </c:pt>
                <c:pt idx="312">
                  <c:v>39884</c:v>
                </c:pt>
                <c:pt idx="313">
                  <c:v>39885</c:v>
                </c:pt>
                <c:pt idx="314">
                  <c:v>39888</c:v>
                </c:pt>
                <c:pt idx="315">
                  <c:v>39889</c:v>
                </c:pt>
                <c:pt idx="316">
                  <c:v>39890</c:v>
                </c:pt>
                <c:pt idx="317">
                  <c:v>39891</c:v>
                </c:pt>
                <c:pt idx="318">
                  <c:v>39892</c:v>
                </c:pt>
                <c:pt idx="319">
                  <c:v>39895</c:v>
                </c:pt>
                <c:pt idx="320">
                  <c:v>39896</c:v>
                </c:pt>
                <c:pt idx="321">
                  <c:v>39897</c:v>
                </c:pt>
                <c:pt idx="322">
                  <c:v>39898</c:v>
                </c:pt>
                <c:pt idx="323">
                  <c:v>39899</c:v>
                </c:pt>
                <c:pt idx="324">
                  <c:v>39902</c:v>
                </c:pt>
                <c:pt idx="325">
                  <c:v>39903</c:v>
                </c:pt>
                <c:pt idx="326">
                  <c:v>39904</c:v>
                </c:pt>
                <c:pt idx="327">
                  <c:v>39905</c:v>
                </c:pt>
                <c:pt idx="328">
                  <c:v>39906</c:v>
                </c:pt>
                <c:pt idx="329">
                  <c:v>39909</c:v>
                </c:pt>
                <c:pt idx="330">
                  <c:v>39910</c:v>
                </c:pt>
                <c:pt idx="331">
                  <c:v>39911</c:v>
                </c:pt>
                <c:pt idx="332">
                  <c:v>39912</c:v>
                </c:pt>
                <c:pt idx="333">
                  <c:v>39913</c:v>
                </c:pt>
                <c:pt idx="334">
                  <c:v>39916</c:v>
                </c:pt>
                <c:pt idx="335">
                  <c:v>39917</c:v>
                </c:pt>
                <c:pt idx="336">
                  <c:v>39918</c:v>
                </c:pt>
                <c:pt idx="337">
                  <c:v>39919</c:v>
                </c:pt>
                <c:pt idx="338">
                  <c:v>39920</c:v>
                </c:pt>
                <c:pt idx="339">
                  <c:v>39923</c:v>
                </c:pt>
                <c:pt idx="340">
                  <c:v>39924</c:v>
                </c:pt>
                <c:pt idx="341">
                  <c:v>39925</c:v>
                </c:pt>
                <c:pt idx="342">
                  <c:v>39926</c:v>
                </c:pt>
                <c:pt idx="343">
                  <c:v>39927</c:v>
                </c:pt>
                <c:pt idx="344">
                  <c:v>39930</c:v>
                </c:pt>
                <c:pt idx="345">
                  <c:v>39931</c:v>
                </c:pt>
                <c:pt idx="346">
                  <c:v>39932</c:v>
                </c:pt>
                <c:pt idx="347">
                  <c:v>39933</c:v>
                </c:pt>
                <c:pt idx="348">
                  <c:v>39934</c:v>
                </c:pt>
                <c:pt idx="349">
                  <c:v>39937</c:v>
                </c:pt>
                <c:pt idx="350">
                  <c:v>39938</c:v>
                </c:pt>
                <c:pt idx="351">
                  <c:v>39939</c:v>
                </c:pt>
                <c:pt idx="352">
                  <c:v>39940</c:v>
                </c:pt>
                <c:pt idx="353">
                  <c:v>39941</c:v>
                </c:pt>
                <c:pt idx="354">
                  <c:v>39944</c:v>
                </c:pt>
                <c:pt idx="355">
                  <c:v>39945</c:v>
                </c:pt>
                <c:pt idx="356">
                  <c:v>39946</c:v>
                </c:pt>
                <c:pt idx="357">
                  <c:v>39947</c:v>
                </c:pt>
                <c:pt idx="358">
                  <c:v>39948</c:v>
                </c:pt>
                <c:pt idx="359">
                  <c:v>39951</c:v>
                </c:pt>
                <c:pt idx="360">
                  <c:v>39952</c:v>
                </c:pt>
                <c:pt idx="361">
                  <c:v>39953</c:v>
                </c:pt>
                <c:pt idx="362">
                  <c:v>39954</c:v>
                </c:pt>
                <c:pt idx="363">
                  <c:v>39955</c:v>
                </c:pt>
                <c:pt idx="364">
                  <c:v>39958</c:v>
                </c:pt>
                <c:pt idx="365">
                  <c:v>39959</c:v>
                </c:pt>
                <c:pt idx="366">
                  <c:v>39960</c:v>
                </c:pt>
                <c:pt idx="367">
                  <c:v>39961</c:v>
                </c:pt>
                <c:pt idx="368">
                  <c:v>39962</c:v>
                </c:pt>
                <c:pt idx="369">
                  <c:v>39965</c:v>
                </c:pt>
                <c:pt idx="370">
                  <c:v>39966</c:v>
                </c:pt>
                <c:pt idx="371">
                  <c:v>39967</c:v>
                </c:pt>
                <c:pt idx="372">
                  <c:v>39968</c:v>
                </c:pt>
                <c:pt idx="373">
                  <c:v>39969</c:v>
                </c:pt>
                <c:pt idx="374">
                  <c:v>39972</c:v>
                </c:pt>
                <c:pt idx="375">
                  <c:v>39973</c:v>
                </c:pt>
                <c:pt idx="376">
                  <c:v>39974</c:v>
                </c:pt>
                <c:pt idx="377">
                  <c:v>39975</c:v>
                </c:pt>
                <c:pt idx="378">
                  <c:v>39976</c:v>
                </c:pt>
                <c:pt idx="379">
                  <c:v>39979</c:v>
                </c:pt>
                <c:pt idx="380">
                  <c:v>39980</c:v>
                </c:pt>
                <c:pt idx="381">
                  <c:v>39981</c:v>
                </c:pt>
                <c:pt idx="382">
                  <c:v>39982</c:v>
                </c:pt>
                <c:pt idx="383">
                  <c:v>39983</c:v>
                </c:pt>
                <c:pt idx="384">
                  <c:v>39986</c:v>
                </c:pt>
                <c:pt idx="385">
                  <c:v>39987</c:v>
                </c:pt>
                <c:pt idx="386">
                  <c:v>39988</c:v>
                </c:pt>
                <c:pt idx="387">
                  <c:v>39989</c:v>
                </c:pt>
                <c:pt idx="388">
                  <c:v>39990</c:v>
                </c:pt>
                <c:pt idx="389">
                  <c:v>39993</c:v>
                </c:pt>
                <c:pt idx="390">
                  <c:v>39994</c:v>
                </c:pt>
                <c:pt idx="391">
                  <c:v>39995</c:v>
                </c:pt>
                <c:pt idx="392">
                  <c:v>39996</c:v>
                </c:pt>
                <c:pt idx="393">
                  <c:v>39997</c:v>
                </c:pt>
                <c:pt idx="394">
                  <c:v>40000</c:v>
                </c:pt>
                <c:pt idx="395">
                  <c:v>40001</c:v>
                </c:pt>
                <c:pt idx="396">
                  <c:v>40002</c:v>
                </c:pt>
                <c:pt idx="397">
                  <c:v>40003</c:v>
                </c:pt>
                <c:pt idx="398">
                  <c:v>40004</c:v>
                </c:pt>
                <c:pt idx="399">
                  <c:v>40007</c:v>
                </c:pt>
                <c:pt idx="400">
                  <c:v>40008</c:v>
                </c:pt>
                <c:pt idx="401">
                  <c:v>40009</c:v>
                </c:pt>
                <c:pt idx="402">
                  <c:v>40010</c:v>
                </c:pt>
                <c:pt idx="403">
                  <c:v>40011</c:v>
                </c:pt>
                <c:pt idx="404">
                  <c:v>40014</c:v>
                </c:pt>
                <c:pt idx="405">
                  <c:v>40015</c:v>
                </c:pt>
                <c:pt idx="406">
                  <c:v>40016</c:v>
                </c:pt>
                <c:pt idx="407">
                  <c:v>40017</c:v>
                </c:pt>
                <c:pt idx="408">
                  <c:v>40018</c:v>
                </c:pt>
                <c:pt idx="409">
                  <c:v>40021</c:v>
                </c:pt>
                <c:pt idx="410">
                  <c:v>40022</c:v>
                </c:pt>
                <c:pt idx="411">
                  <c:v>40023</c:v>
                </c:pt>
                <c:pt idx="412">
                  <c:v>40024</c:v>
                </c:pt>
                <c:pt idx="413">
                  <c:v>40025</c:v>
                </c:pt>
                <c:pt idx="414">
                  <c:v>40028</c:v>
                </c:pt>
                <c:pt idx="415">
                  <c:v>40029</c:v>
                </c:pt>
                <c:pt idx="416">
                  <c:v>40030</c:v>
                </c:pt>
                <c:pt idx="417">
                  <c:v>40031</c:v>
                </c:pt>
                <c:pt idx="418">
                  <c:v>40032</c:v>
                </c:pt>
                <c:pt idx="419">
                  <c:v>40035</c:v>
                </c:pt>
                <c:pt idx="420">
                  <c:v>40036</c:v>
                </c:pt>
                <c:pt idx="421">
                  <c:v>40037</c:v>
                </c:pt>
                <c:pt idx="422">
                  <c:v>40038</c:v>
                </c:pt>
                <c:pt idx="423">
                  <c:v>40039</c:v>
                </c:pt>
                <c:pt idx="424">
                  <c:v>40042</c:v>
                </c:pt>
                <c:pt idx="425">
                  <c:v>40043</c:v>
                </c:pt>
                <c:pt idx="426">
                  <c:v>40044</c:v>
                </c:pt>
                <c:pt idx="427">
                  <c:v>40045</c:v>
                </c:pt>
                <c:pt idx="428">
                  <c:v>40046</c:v>
                </c:pt>
                <c:pt idx="429">
                  <c:v>40049</c:v>
                </c:pt>
                <c:pt idx="430">
                  <c:v>40050</c:v>
                </c:pt>
                <c:pt idx="431">
                  <c:v>40051</c:v>
                </c:pt>
                <c:pt idx="432">
                  <c:v>40052</c:v>
                </c:pt>
                <c:pt idx="433">
                  <c:v>40053</c:v>
                </c:pt>
                <c:pt idx="434">
                  <c:v>40056</c:v>
                </c:pt>
                <c:pt idx="435">
                  <c:v>40057</c:v>
                </c:pt>
                <c:pt idx="436">
                  <c:v>40058</c:v>
                </c:pt>
                <c:pt idx="437">
                  <c:v>40059</c:v>
                </c:pt>
                <c:pt idx="438">
                  <c:v>40060</c:v>
                </c:pt>
                <c:pt idx="439">
                  <c:v>40063</c:v>
                </c:pt>
                <c:pt idx="440">
                  <c:v>40064</c:v>
                </c:pt>
                <c:pt idx="441">
                  <c:v>40065</c:v>
                </c:pt>
                <c:pt idx="442">
                  <c:v>40066</c:v>
                </c:pt>
                <c:pt idx="443">
                  <c:v>40067</c:v>
                </c:pt>
                <c:pt idx="444">
                  <c:v>40070</c:v>
                </c:pt>
                <c:pt idx="445">
                  <c:v>40071</c:v>
                </c:pt>
                <c:pt idx="446">
                  <c:v>40072</c:v>
                </c:pt>
                <c:pt idx="447">
                  <c:v>40073</c:v>
                </c:pt>
                <c:pt idx="448">
                  <c:v>40074</c:v>
                </c:pt>
                <c:pt idx="449">
                  <c:v>40077</c:v>
                </c:pt>
                <c:pt idx="450">
                  <c:v>40078</c:v>
                </c:pt>
                <c:pt idx="451">
                  <c:v>40079</c:v>
                </c:pt>
                <c:pt idx="452">
                  <c:v>40080</c:v>
                </c:pt>
                <c:pt idx="453">
                  <c:v>40081</c:v>
                </c:pt>
                <c:pt idx="454">
                  <c:v>40084</c:v>
                </c:pt>
                <c:pt idx="455">
                  <c:v>40085</c:v>
                </c:pt>
                <c:pt idx="456">
                  <c:v>40086</c:v>
                </c:pt>
                <c:pt idx="457">
                  <c:v>40087</c:v>
                </c:pt>
                <c:pt idx="458">
                  <c:v>40088</c:v>
                </c:pt>
                <c:pt idx="459">
                  <c:v>40091</c:v>
                </c:pt>
                <c:pt idx="460">
                  <c:v>40092</c:v>
                </c:pt>
                <c:pt idx="461">
                  <c:v>40093</c:v>
                </c:pt>
                <c:pt idx="462">
                  <c:v>40094</c:v>
                </c:pt>
                <c:pt idx="463">
                  <c:v>40095</c:v>
                </c:pt>
                <c:pt idx="464">
                  <c:v>40098</c:v>
                </c:pt>
                <c:pt idx="465">
                  <c:v>40099</c:v>
                </c:pt>
                <c:pt idx="466">
                  <c:v>40100</c:v>
                </c:pt>
                <c:pt idx="467">
                  <c:v>40101</c:v>
                </c:pt>
                <c:pt idx="468">
                  <c:v>40102</c:v>
                </c:pt>
                <c:pt idx="469">
                  <c:v>40105</c:v>
                </c:pt>
                <c:pt idx="470">
                  <c:v>40106</c:v>
                </c:pt>
                <c:pt idx="471">
                  <c:v>40107</c:v>
                </c:pt>
                <c:pt idx="472">
                  <c:v>40108</c:v>
                </c:pt>
                <c:pt idx="473">
                  <c:v>40109</c:v>
                </c:pt>
                <c:pt idx="474">
                  <c:v>40112</c:v>
                </c:pt>
                <c:pt idx="475">
                  <c:v>40113</c:v>
                </c:pt>
                <c:pt idx="476">
                  <c:v>40114</c:v>
                </c:pt>
                <c:pt idx="477">
                  <c:v>40115</c:v>
                </c:pt>
                <c:pt idx="478">
                  <c:v>40116</c:v>
                </c:pt>
                <c:pt idx="479">
                  <c:v>40119</c:v>
                </c:pt>
                <c:pt idx="480">
                  <c:v>40120</c:v>
                </c:pt>
                <c:pt idx="481">
                  <c:v>40121</c:v>
                </c:pt>
                <c:pt idx="482">
                  <c:v>40122</c:v>
                </c:pt>
                <c:pt idx="483">
                  <c:v>40123</c:v>
                </c:pt>
                <c:pt idx="484">
                  <c:v>40126</c:v>
                </c:pt>
                <c:pt idx="485">
                  <c:v>40127</c:v>
                </c:pt>
                <c:pt idx="486">
                  <c:v>40128</c:v>
                </c:pt>
                <c:pt idx="487">
                  <c:v>40129</c:v>
                </c:pt>
                <c:pt idx="488">
                  <c:v>40130</c:v>
                </c:pt>
                <c:pt idx="489">
                  <c:v>40133</c:v>
                </c:pt>
                <c:pt idx="490">
                  <c:v>40134</c:v>
                </c:pt>
                <c:pt idx="491">
                  <c:v>40135</c:v>
                </c:pt>
                <c:pt idx="492">
                  <c:v>40136</c:v>
                </c:pt>
                <c:pt idx="493">
                  <c:v>40137</c:v>
                </c:pt>
                <c:pt idx="494">
                  <c:v>40140</c:v>
                </c:pt>
                <c:pt idx="495">
                  <c:v>40141</c:v>
                </c:pt>
                <c:pt idx="496">
                  <c:v>40142</c:v>
                </c:pt>
                <c:pt idx="497">
                  <c:v>40143</c:v>
                </c:pt>
                <c:pt idx="498">
                  <c:v>40144</c:v>
                </c:pt>
                <c:pt idx="499">
                  <c:v>40147</c:v>
                </c:pt>
                <c:pt idx="500">
                  <c:v>40148</c:v>
                </c:pt>
                <c:pt idx="501">
                  <c:v>40149</c:v>
                </c:pt>
                <c:pt idx="502">
                  <c:v>40150</c:v>
                </c:pt>
                <c:pt idx="503">
                  <c:v>40151</c:v>
                </c:pt>
                <c:pt idx="504">
                  <c:v>40154</c:v>
                </c:pt>
                <c:pt idx="505">
                  <c:v>40155</c:v>
                </c:pt>
                <c:pt idx="506">
                  <c:v>40156</c:v>
                </c:pt>
                <c:pt idx="507">
                  <c:v>40157</c:v>
                </c:pt>
                <c:pt idx="508">
                  <c:v>40158</c:v>
                </c:pt>
                <c:pt idx="509">
                  <c:v>40161</c:v>
                </c:pt>
                <c:pt idx="510">
                  <c:v>40162</c:v>
                </c:pt>
                <c:pt idx="511">
                  <c:v>40163</c:v>
                </c:pt>
                <c:pt idx="512">
                  <c:v>40164</c:v>
                </c:pt>
                <c:pt idx="513">
                  <c:v>40165</c:v>
                </c:pt>
                <c:pt idx="514">
                  <c:v>40168</c:v>
                </c:pt>
                <c:pt idx="515">
                  <c:v>40169</c:v>
                </c:pt>
                <c:pt idx="516">
                  <c:v>40170</c:v>
                </c:pt>
                <c:pt idx="517">
                  <c:v>40171</c:v>
                </c:pt>
                <c:pt idx="518">
                  <c:v>40172</c:v>
                </c:pt>
                <c:pt idx="519">
                  <c:v>40175</c:v>
                </c:pt>
                <c:pt idx="520">
                  <c:v>40176</c:v>
                </c:pt>
                <c:pt idx="521">
                  <c:v>40177</c:v>
                </c:pt>
                <c:pt idx="522">
                  <c:v>40178</c:v>
                </c:pt>
                <c:pt idx="523">
                  <c:v>40179</c:v>
                </c:pt>
                <c:pt idx="524">
                  <c:v>40182</c:v>
                </c:pt>
                <c:pt idx="525">
                  <c:v>40183</c:v>
                </c:pt>
                <c:pt idx="526">
                  <c:v>40184</c:v>
                </c:pt>
                <c:pt idx="527">
                  <c:v>40185</c:v>
                </c:pt>
                <c:pt idx="528">
                  <c:v>40186</c:v>
                </c:pt>
                <c:pt idx="529">
                  <c:v>40189</c:v>
                </c:pt>
                <c:pt idx="530">
                  <c:v>40190</c:v>
                </c:pt>
                <c:pt idx="531">
                  <c:v>40191</c:v>
                </c:pt>
                <c:pt idx="532">
                  <c:v>40192</c:v>
                </c:pt>
                <c:pt idx="533">
                  <c:v>40193</c:v>
                </c:pt>
                <c:pt idx="534">
                  <c:v>40196</c:v>
                </c:pt>
                <c:pt idx="535">
                  <c:v>40197</c:v>
                </c:pt>
                <c:pt idx="536">
                  <c:v>40198</c:v>
                </c:pt>
                <c:pt idx="537">
                  <c:v>40199</c:v>
                </c:pt>
                <c:pt idx="538">
                  <c:v>40200</c:v>
                </c:pt>
                <c:pt idx="539">
                  <c:v>40203</c:v>
                </c:pt>
                <c:pt idx="540">
                  <c:v>40204</c:v>
                </c:pt>
                <c:pt idx="541">
                  <c:v>40205</c:v>
                </c:pt>
                <c:pt idx="542">
                  <c:v>40206</c:v>
                </c:pt>
                <c:pt idx="543">
                  <c:v>40207</c:v>
                </c:pt>
                <c:pt idx="544">
                  <c:v>40210</c:v>
                </c:pt>
                <c:pt idx="545">
                  <c:v>40211</c:v>
                </c:pt>
                <c:pt idx="546">
                  <c:v>40212</c:v>
                </c:pt>
                <c:pt idx="547">
                  <c:v>40213</c:v>
                </c:pt>
                <c:pt idx="548">
                  <c:v>40214</c:v>
                </c:pt>
                <c:pt idx="549">
                  <c:v>40217</c:v>
                </c:pt>
                <c:pt idx="550">
                  <c:v>40218</c:v>
                </c:pt>
                <c:pt idx="551">
                  <c:v>40219</c:v>
                </c:pt>
                <c:pt idx="552">
                  <c:v>40220</c:v>
                </c:pt>
                <c:pt idx="553">
                  <c:v>40221</c:v>
                </c:pt>
                <c:pt idx="554">
                  <c:v>40224</c:v>
                </c:pt>
                <c:pt idx="555">
                  <c:v>40225</c:v>
                </c:pt>
                <c:pt idx="556">
                  <c:v>40226</c:v>
                </c:pt>
                <c:pt idx="557">
                  <c:v>40227</c:v>
                </c:pt>
                <c:pt idx="558">
                  <c:v>40228</c:v>
                </c:pt>
                <c:pt idx="559">
                  <c:v>40231</c:v>
                </c:pt>
                <c:pt idx="560">
                  <c:v>40232</c:v>
                </c:pt>
                <c:pt idx="561">
                  <c:v>40233</c:v>
                </c:pt>
                <c:pt idx="562">
                  <c:v>40234</c:v>
                </c:pt>
                <c:pt idx="563">
                  <c:v>40235</c:v>
                </c:pt>
                <c:pt idx="564">
                  <c:v>40238</c:v>
                </c:pt>
                <c:pt idx="565">
                  <c:v>40239</c:v>
                </c:pt>
                <c:pt idx="566">
                  <c:v>40240</c:v>
                </c:pt>
                <c:pt idx="567">
                  <c:v>40241</c:v>
                </c:pt>
                <c:pt idx="568">
                  <c:v>40242</c:v>
                </c:pt>
                <c:pt idx="569">
                  <c:v>40245</c:v>
                </c:pt>
                <c:pt idx="570">
                  <c:v>40246</c:v>
                </c:pt>
                <c:pt idx="571">
                  <c:v>40247</c:v>
                </c:pt>
                <c:pt idx="572">
                  <c:v>40248</c:v>
                </c:pt>
                <c:pt idx="573">
                  <c:v>40249</c:v>
                </c:pt>
                <c:pt idx="574">
                  <c:v>40252</c:v>
                </c:pt>
                <c:pt idx="575">
                  <c:v>40253</c:v>
                </c:pt>
                <c:pt idx="576">
                  <c:v>40254</c:v>
                </c:pt>
                <c:pt idx="577">
                  <c:v>40255</c:v>
                </c:pt>
                <c:pt idx="578">
                  <c:v>40256</c:v>
                </c:pt>
                <c:pt idx="579">
                  <c:v>40259</c:v>
                </c:pt>
                <c:pt idx="580">
                  <c:v>40260</c:v>
                </c:pt>
                <c:pt idx="581">
                  <c:v>40261</c:v>
                </c:pt>
                <c:pt idx="582">
                  <c:v>40262</c:v>
                </c:pt>
                <c:pt idx="583">
                  <c:v>40263</c:v>
                </c:pt>
                <c:pt idx="584">
                  <c:v>40266</c:v>
                </c:pt>
                <c:pt idx="585">
                  <c:v>40267</c:v>
                </c:pt>
                <c:pt idx="586">
                  <c:v>40268</c:v>
                </c:pt>
                <c:pt idx="587">
                  <c:v>40269</c:v>
                </c:pt>
                <c:pt idx="588">
                  <c:v>40270</c:v>
                </c:pt>
                <c:pt idx="589">
                  <c:v>40273</c:v>
                </c:pt>
                <c:pt idx="590">
                  <c:v>40274</c:v>
                </c:pt>
                <c:pt idx="591">
                  <c:v>40275</c:v>
                </c:pt>
                <c:pt idx="592">
                  <c:v>40276</c:v>
                </c:pt>
                <c:pt idx="593">
                  <c:v>40277</c:v>
                </c:pt>
                <c:pt idx="594">
                  <c:v>40280</c:v>
                </c:pt>
                <c:pt idx="595">
                  <c:v>40281</c:v>
                </c:pt>
                <c:pt idx="596">
                  <c:v>40282</c:v>
                </c:pt>
                <c:pt idx="597">
                  <c:v>40283</c:v>
                </c:pt>
                <c:pt idx="598">
                  <c:v>40284</c:v>
                </c:pt>
                <c:pt idx="599">
                  <c:v>40287</c:v>
                </c:pt>
                <c:pt idx="600">
                  <c:v>40288</c:v>
                </c:pt>
                <c:pt idx="601">
                  <c:v>40289</c:v>
                </c:pt>
                <c:pt idx="602">
                  <c:v>40290</c:v>
                </c:pt>
                <c:pt idx="603">
                  <c:v>40291</c:v>
                </c:pt>
                <c:pt idx="604">
                  <c:v>40294</c:v>
                </c:pt>
                <c:pt idx="605">
                  <c:v>40295</c:v>
                </c:pt>
                <c:pt idx="606">
                  <c:v>40296</c:v>
                </c:pt>
                <c:pt idx="607">
                  <c:v>40297</c:v>
                </c:pt>
                <c:pt idx="608">
                  <c:v>40298</c:v>
                </c:pt>
                <c:pt idx="609">
                  <c:v>40301</c:v>
                </c:pt>
                <c:pt idx="610">
                  <c:v>40302</c:v>
                </c:pt>
                <c:pt idx="611">
                  <c:v>40303</c:v>
                </c:pt>
                <c:pt idx="612">
                  <c:v>40304</c:v>
                </c:pt>
                <c:pt idx="613">
                  <c:v>40305</c:v>
                </c:pt>
                <c:pt idx="614">
                  <c:v>40308</c:v>
                </c:pt>
                <c:pt idx="615">
                  <c:v>40309</c:v>
                </c:pt>
                <c:pt idx="616">
                  <c:v>40310</c:v>
                </c:pt>
                <c:pt idx="617">
                  <c:v>40311</c:v>
                </c:pt>
                <c:pt idx="618">
                  <c:v>40312</c:v>
                </c:pt>
                <c:pt idx="619">
                  <c:v>40315</c:v>
                </c:pt>
                <c:pt idx="620">
                  <c:v>40316</c:v>
                </c:pt>
                <c:pt idx="621">
                  <c:v>40317</c:v>
                </c:pt>
                <c:pt idx="622">
                  <c:v>40318</c:v>
                </c:pt>
                <c:pt idx="623">
                  <c:v>40319</c:v>
                </c:pt>
                <c:pt idx="624">
                  <c:v>40322</c:v>
                </c:pt>
                <c:pt idx="625">
                  <c:v>40323</c:v>
                </c:pt>
                <c:pt idx="626">
                  <c:v>40324</c:v>
                </c:pt>
                <c:pt idx="627">
                  <c:v>40325</c:v>
                </c:pt>
                <c:pt idx="628">
                  <c:v>40326</c:v>
                </c:pt>
                <c:pt idx="629">
                  <c:v>40329</c:v>
                </c:pt>
                <c:pt idx="630">
                  <c:v>40330</c:v>
                </c:pt>
                <c:pt idx="631">
                  <c:v>40331</c:v>
                </c:pt>
                <c:pt idx="632">
                  <c:v>40332</c:v>
                </c:pt>
                <c:pt idx="633">
                  <c:v>40333</c:v>
                </c:pt>
                <c:pt idx="634">
                  <c:v>40336</c:v>
                </c:pt>
                <c:pt idx="635">
                  <c:v>40337</c:v>
                </c:pt>
                <c:pt idx="636">
                  <c:v>40338</c:v>
                </c:pt>
                <c:pt idx="637">
                  <c:v>40339</c:v>
                </c:pt>
                <c:pt idx="638">
                  <c:v>40340</c:v>
                </c:pt>
                <c:pt idx="639">
                  <c:v>40343</c:v>
                </c:pt>
                <c:pt idx="640">
                  <c:v>40344</c:v>
                </c:pt>
                <c:pt idx="641">
                  <c:v>40345</c:v>
                </c:pt>
                <c:pt idx="642">
                  <c:v>40346</c:v>
                </c:pt>
                <c:pt idx="643">
                  <c:v>40347</c:v>
                </c:pt>
                <c:pt idx="644">
                  <c:v>40350</c:v>
                </c:pt>
                <c:pt idx="645">
                  <c:v>40351</c:v>
                </c:pt>
                <c:pt idx="646">
                  <c:v>40352</c:v>
                </c:pt>
                <c:pt idx="647">
                  <c:v>40353</c:v>
                </c:pt>
                <c:pt idx="648">
                  <c:v>40354</c:v>
                </c:pt>
                <c:pt idx="649">
                  <c:v>40357</c:v>
                </c:pt>
                <c:pt idx="650">
                  <c:v>40358</c:v>
                </c:pt>
                <c:pt idx="651">
                  <c:v>40359</c:v>
                </c:pt>
                <c:pt idx="652">
                  <c:v>40360</c:v>
                </c:pt>
                <c:pt idx="653">
                  <c:v>40361</c:v>
                </c:pt>
                <c:pt idx="654">
                  <c:v>40364</c:v>
                </c:pt>
                <c:pt idx="655">
                  <c:v>40365</c:v>
                </c:pt>
                <c:pt idx="656">
                  <c:v>40366</c:v>
                </c:pt>
                <c:pt idx="657">
                  <c:v>40367</c:v>
                </c:pt>
                <c:pt idx="658">
                  <c:v>40368</c:v>
                </c:pt>
                <c:pt idx="659">
                  <c:v>40371</c:v>
                </c:pt>
                <c:pt idx="660">
                  <c:v>40372</c:v>
                </c:pt>
                <c:pt idx="661">
                  <c:v>40373</c:v>
                </c:pt>
                <c:pt idx="662">
                  <c:v>40374</c:v>
                </c:pt>
                <c:pt idx="663">
                  <c:v>40375</c:v>
                </c:pt>
                <c:pt idx="664">
                  <c:v>40378</c:v>
                </c:pt>
                <c:pt idx="665">
                  <c:v>40379</c:v>
                </c:pt>
                <c:pt idx="666">
                  <c:v>40380</c:v>
                </c:pt>
                <c:pt idx="667">
                  <c:v>40381</c:v>
                </c:pt>
                <c:pt idx="668">
                  <c:v>40382</c:v>
                </c:pt>
                <c:pt idx="669">
                  <c:v>40385</c:v>
                </c:pt>
                <c:pt idx="670">
                  <c:v>40386</c:v>
                </c:pt>
                <c:pt idx="671">
                  <c:v>40387</c:v>
                </c:pt>
                <c:pt idx="672">
                  <c:v>40388</c:v>
                </c:pt>
                <c:pt idx="673">
                  <c:v>40389</c:v>
                </c:pt>
                <c:pt idx="674">
                  <c:v>40392</c:v>
                </c:pt>
                <c:pt idx="675">
                  <c:v>40393</c:v>
                </c:pt>
                <c:pt idx="676">
                  <c:v>40394</c:v>
                </c:pt>
                <c:pt idx="677">
                  <c:v>40395</c:v>
                </c:pt>
                <c:pt idx="678">
                  <c:v>40396</c:v>
                </c:pt>
                <c:pt idx="679">
                  <c:v>40399</c:v>
                </c:pt>
                <c:pt idx="680">
                  <c:v>40400</c:v>
                </c:pt>
                <c:pt idx="681">
                  <c:v>40401</c:v>
                </c:pt>
                <c:pt idx="682">
                  <c:v>40402</c:v>
                </c:pt>
                <c:pt idx="683">
                  <c:v>40403</c:v>
                </c:pt>
                <c:pt idx="684">
                  <c:v>40406</c:v>
                </c:pt>
                <c:pt idx="685">
                  <c:v>40407</c:v>
                </c:pt>
                <c:pt idx="686">
                  <c:v>40408</c:v>
                </c:pt>
                <c:pt idx="687">
                  <c:v>40409</c:v>
                </c:pt>
                <c:pt idx="688">
                  <c:v>40410</c:v>
                </c:pt>
                <c:pt idx="689">
                  <c:v>40413</c:v>
                </c:pt>
                <c:pt idx="690">
                  <c:v>40414</c:v>
                </c:pt>
                <c:pt idx="691">
                  <c:v>40415</c:v>
                </c:pt>
                <c:pt idx="692">
                  <c:v>40416</c:v>
                </c:pt>
                <c:pt idx="693">
                  <c:v>40417</c:v>
                </c:pt>
                <c:pt idx="694">
                  <c:v>40420</c:v>
                </c:pt>
                <c:pt idx="695">
                  <c:v>40421</c:v>
                </c:pt>
                <c:pt idx="696">
                  <c:v>40422</c:v>
                </c:pt>
                <c:pt idx="697">
                  <c:v>40423</c:v>
                </c:pt>
                <c:pt idx="698">
                  <c:v>40424</c:v>
                </c:pt>
                <c:pt idx="699">
                  <c:v>40427</c:v>
                </c:pt>
                <c:pt idx="700">
                  <c:v>40428</c:v>
                </c:pt>
                <c:pt idx="701">
                  <c:v>40429</c:v>
                </c:pt>
                <c:pt idx="702">
                  <c:v>40430</c:v>
                </c:pt>
                <c:pt idx="703">
                  <c:v>40431</c:v>
                </c:pt>
                <c:pt idx="704">
                  <c:v>40434</c:v>
                </c:pt>
                <c:pt idx="705">
                  <c:v>40435</c:v>
                </c:pt>
                <c:pt idx="706">
                  <c:v>40436</c:v>
                </c:pt>
                <c:pt idx="707">
                  <c:v>40437</c:v>
                </c:pt>
                <c:pt idx="708">
                  <c:v>40438</c:v>
                </c:pt>
                <c:pt idx="709">
                  <c:v>40441</c:v>
                </c:pt>
                <c:pt idx="710">
                  <c:v>40442</c:v>
                </c:pt>
                <c:pt idx="711">
                  <c:v>40443</c:v>
                </c:pt>
                <c:pt idx="712">
                  <c:v>40444</c:v>
                </c:pt>
                <c:pt idx="713">
                  <c:v>40445</c:v>
                </c:pt>
                <c:pt idx="714">
                  <c:v>40448</c:v>
                </c:pt>
                <c:pt idx="715">
                  <c:v>40449</c:v>
                </c:pt>
                <c:pt idx="716">
                  <c:v>40450</c:v>
                </c:pt>
                <c:pt idx="717">
                  <c:v>40451</c:v>
                </c:pt>
                <c:pt idx="718">
                  <c:v>40452</c:v>
                </c:pt>
                <c:pt idx="719">
                  <c:v>40455</c:v>
                </c:pt>
                <c:pt idx="720">
                  <c:v>40456</c:v>
                </c:pt>
                <c:pt idx="721">
                  <c:v>40457</c:v>
                </c:pt>
                <c:pt idx="722">
                  <c:v>40458</c:v>
                </c:pt>
                <c:pt idx="723">
                  <c:v>40459</c:v>
                </c:pt>
                <c:pt idx="724">
                  <c:v>40462</c:v>
                </c:pt>
                <c:pt idx="725">
                  <c:v>40463</c:v>
                </c:pt>
                <c:pt idx="726">
                  <c:v>40464</c:v>
                </c:pt>
                <c:pt idx="727">
                  <c:v>40465</c:v>
                </c:pt>
                <c:pt idx="728">
                  <c:v>40466</c:v>
                </c:pt>
                <c:pt idx="729">
                  <c:v>40469</c:v>
                </c:pt>
                <c:pt idx="730">
                  <c:v>40470</c:v>
                </c:pt>
                <c:pt idx="731">
                  <c:v>40471</c:v>
                </c:pt>
                <c:pt idx="732">
                  <c:v>40472</c:v>
                </c:pt>
                <c:pt idx="733">
                  <c:v>40473</c:v>
                </c:pt>
                <c:pt idx="734">
                  <c:v>40476</c:v>
                </c:pt>
                <c:pt idx="735">
                  <c:v>40477</c:v>
                </c:pt>
                <c:pt idx="736">
                  <c:v>40478</c:v>
                </c:pt>
                <c:pt idx="737">
                  <c:v>40479</c:v>
                </c:pt>
                <c:pt idx="738">
                  <c:v>40480</c:v>
                </c:pt>
                <c:pt idx="739">
                  <c:v>40483</c:v>
                </c:pt>
                <c:pt idx="740">
                  <c:v>40484</c:v>
                </c:pt>
                <c:pt idx="741">
                  <c:v>40485</c:v>
                </c:pt>
                <c:pt idx="742">
                  <c:v>40486</c:v>
                </c:pt>
                <c:pt idx="743">
                  <c:v>40487</c:v>
                </c:pt>
                <c:pt idx="744">
                  <c:v>40490</c:v>
                </c:pt>
                <c:pt idx="745">
                  <c:v>40491</c:v>
                </c:pt>
                <c:pt idx="746">
                  <c:v>40492</c:v>
                </c:pt>
                <c:pt idx="747">
                  <c:v>40493</c:v>
                </c:pt>
                <c:pt idx="748">
                  <c:v>40494</c:v>
                </c:pt>
                <c:pt idx="749">
                  <c:v>40497</c:v>
                </c:pt>
                <c:pt idx="750">
                  <c:v>40498</c:v>
                </c:pt>
                <c:pt idx="751">
                  <c:v>40499</c:v>
                </c:pt>
                <c:pt idx="752">
                  <c:v>40500</c:v>
                </c:pt>
                <c:pt idx="753">
                  <c:v>40501</c:v>
                </c:pt>
                <c:pt idx="754">
                  <c:v>40504</c:v>
                </c:pt>
                <c:pt idx="755">
                  <c:v>40505</c:v>
                </c:pt>
                <c:pt idx="756">
                  <c:v>40506</c:v>
                </c:pt>
                <c:pt idx="757">
                  <c:v>40507</c:v>
                </c:pt>
                <c:pt idx="758">
                  <c:v>40508</c:v>
                </c:pt>
                <c:pt idx="759">
                  <c:v>40511</c:v>
                </c:pt>
                <c:pt idx="760">
                  <c:v>40512</c:v>
                </c:pt>
                <c:pt idx="761">
                  <c:v>40513</c:v>
                </c:pt>
                <c:pt idx="762">
                  <c:v>40514</c:v>
                </c:pt>
                <c:pt idx="763">
                  <c:v>40515</c:v>
                </c:pt>
                <c:pt idx="764">
                  <c:v>40518</c:v>
                </c:pt>
                <c:pt idx="765">
                  <c:v>40519</c:v>
                </c:pt>
                <c:pt idx="766">
                  <c:v>40520</c:v>
                </c:pt>
                <c:pt idx="767">
                  <c:v>40521</c:v>
                </c:pt>
                <c:pt idx="768">
                  <c:v>40522</c:v>
                </c:pt>
                <c:pt idx="769">
                  <c:v>40525</c:v>
                </c:pt>
                <c:pt idx="770">
                  <c:v>40526</c:v>
                </c:pt>
                <c:pt idx="771">
                  <c:v>40527</c:v>
                </c:pt>
                <c:pt idx="772">
                  <c:v>40528</c:v>
                </c:pt>
                <c:pt idx="773">
                  <c:v>40529</c:v>
                </c:pt>
                <c:pt idx="774">
                  <c:v>40532</c:v>
                </c:pt>
                <c:pt idx="775">
                  <c:v>40533</c:v>
                </c:pt>
                <c:pt idx="776">
                  <c:v>40534</c:v>
                </c:pt>
                <c:pt idx="777">
                  <c:v>40535</c:v>
                </c:pt>
                <c:pt idx="778">
                  <c:v>40536</c:v>
                </c:pt>
                <c:pt idx="779">
                  <c:v>40539</c:v>
                </c:pt>
                <c:pt idx="780">
                  <c:v>40540</c:v>
                </c:pt>
                <c:pt idx="781">
                  <c:v>40541</c:v>
                </c:pt>
                <c:pt idx="782">
                  <c:v>40542</c:v>
                </c:pt>
                <c:pt idx="783">
                  <c:v>40543</c:v>
                </c:pt>
                <c:pt idx="784">
                  <c:v>40546</c:v>
                </c:pt>
                <c:pt idx="785">
                  <c:v>40547</c:v>
                </c:pt>
                <c:pt idx="786">
                  <c:v>40548</c:v>
                </c:pt>
                <c:pt idx="787">
                  <c:v>40549</c:v>
                </c:pt>
                <c:pt idx="788">
                  <c:v>40550</c:v>
                </c:pt>
                <c:pt idx="789">
                  <c:v>40553</c:v>
                </c:pt>
                <c:pt idx="790">
                  <c:v>40554</c:v>
                </c:pt>
                <c:pt idx="791">
                  <c:v>40555</c:v>
                </c:pt>
                <c:pt idx="792">
                  <c:v>40556</c:v>
                </c:pt>
                <c:pt idx="793">
                  <c:v>40557</c:v>
                </c:pt>
                <c:pt idx="794">
                  <c:v>40560</c:v>
                </c:pt>
                <c:pt idx="795">
                  <c:v>40561</c:v>
                </c:pt>
                <c:pt idx="796">
                  <c:v>40562</c:v>
                </c:pt>
                <c:pt idx="797">
                  <c:v>40563</c:v>
                </c:pt>
                <c:pt idx="798">
                  <c:v>40564</c:v>
                </c:pt>
                <c:pt idx="799">
                  <c:v>40567</c:v>
                </c:pt>
                <c:pt idx="800">
                  <c:v>40568</c:v>
                </c:pt>
                <c:pt idx="801">
                  <c:v>40569</c:v>
                </c:pt>
                <c:pt idx="802">
                  <c:v>40570</c:v>
                </c:pt>
                <c:pt idx="803">
                  <c:v>40571</c:v>
                </c:pt>
                <c:pt idx="804">
                  <c:v>40574</c:v>
                </c:pt>
                <c:pt idx="805">
                  <c:v>40575</c:v>
                </c:pt>
                <c:pt idx="806">
                  <c:v>40576</c:v>
                </c:pt>
                <c:pt idx="807">
                  <c:v>40577</c:v>
                </c:pt>
                <c:pt idx="808">
                  <c:v>40578</c:v>
                </c:pt>
                <c:pt idx="809">
                  <c:v>40581</c:v>
                </c:pt>
                <c:pt idx="810">
                  <c:v>40582</c:v>
                </c:pt>
                <c:pt idx="811">
                  <c:v>40583</c:v>
                </c:pt>
                <c:pt idx="812">
                  <c:v>40584</c:v>
                </c:pt>
                <c:pt idx="813">
                  <c:v>40585</c:v>
                </c:pt>
                <c:pt idx="814">
                  <c:v>40588</c:v>
                </c:pt>
                <c:pt idx="815">
                  <c:v>40589</c:v>
                </c:pt>
                <c:pt idx="816">
                  <c:v>40590</c:v>
                </c:pt>
                <c:pt idx="817">
                  <c:v>40591</c:v>
                </c:pt>
                <c:pt idx="818">
                  <c:v>40592</c:v>
                </c:pt>
                <c:pt idx="819">
                  <c:v>40595</c:v>
                </c:pt>
                <c:pt idx="820">
                  <c:v>40596</c:v>
                </c:pt>
                <c:pt idx="821">
                  <c:v>40597</c:v>
                </c:pt>
                <c:pt idx="822">
                  <c:v>40598</c:v>
                </c:pt>
                <c:pt idx="823">
                  <c:v>40599</c:v>
                </c:pt>
                <c:pt idx="824">
                  <c:v>40602</c:v>
                </c:pt>
                <c:pt idx="825">
                  <c:v>40603</c:v>
                </c:pt>
                <c:pt idx="826">
                  <c:v>40604</c:v>
                </c:pt>
                <c:pt idx="827">
                  <c:v>40605</c:v>
                </c:pt>
                <c:pt idx="828">
                  <c:v>40606</c:v>
                </c:pt>
                <c:pt idx="829">
                  <c:v>40609</c:v>
                </c:pt>
                <c:pt idx="830">
                  <c:v>40610</c:v>
                </c:pt>
                <c:pt idx="831">
                  <c:v>40611</c:v>
                </c:pt>
                <c:pt idx="832">
                  <c:v>40612</c:v>
                </c:pt>
                <c:pt idx="833">
                  <c:v>40613</c:v>
                </c:pt>
                <c:pt idx="834">
                  <c:v>40616</c:v>
                </c:pt>
                <c:pt idx="835">
                  <c:v>40617</c:v>
                </c:pt>
                <c:pt idx="836">
                  <c:v>40618</c:v>
                </c:pt>
                <c:pt idx="837">
                  <c:v>40619</c:v>
                </c:pt>
                <c:pt idx="838">
                  <c:v>40620</c:v>
                </c:pt>
                <c:pt idx="839">
                  <c:v>40623</c:v>
                </c:pt>
                <c:pt idx="840">
                  <c:v>40624</c:v>
                </c:pt>
                <c:pt idx="841">
                  <c:v>40625</c:v>
                </c:pt>
                <c:pt idx="842">
                  <c:v>40626</c:v>
                </c:pt>
                <c:pt idx="843">
                  <c:v>40627</c:v>
                </c:pt>
                <c:pt idx="844">
                  <c:v>40630</c:v>
                </c:pt>
                <c:pt idx="845">
                  <c:v>40631</c:v>
                </c:pt>
                <c:pt idx="846">
                  <c:v>40632</c:v>
                </c:pt>
                <c:pt idx="847">
                  <c:v>40633</c:v>
                </c:pt>
                <c:pt idx="848">
                  <c:v>40634</c:v>
                </c:pt>
                <c:pt idx="849">
                  <c:v>40637</c:v>
                </c:pt>
                <c:pt idx="850">
                  <c:v>40638</c:v>
                </c:pt>
                <c:pt idx="851">
                  <c:v>40639</c:v>
                </c:pt>
                <c:pt idx="852">
                  <c:v>40640</c:v>
                </c:pt>
                <c:pt idx="853">
                  <c:v>40641</c:v>
                </c:pt>
                <c:pt idx="854">
                  <c:v>40644</c:v>
                </c:pt>
                <c:pt idx="855">
                  <c:v>40645</c:v>
                </c:pt>
                <c:pt idx="856">
                  <c:v>40646</c:v>
                </c:pt>
                <c:pt idx="857">
                  <c:v>40647</c:v>
                </c:pt>
                <c:pt idx="858">
                  <c:v>40648</c:v>
                </c:pt>
                <c:pt idx="859">
                  <c:v>40651</c:v>
                </c:pt>
                <c:pt idx="860">
                  <c:v>40652</c:v>
                </c:pt>
                <c:pt idx="861">
                  <c:v>40653</c:v>
                </c:pt>
                <c:pt idx="862">
                  <c:v>40654</c:v>
                </c:pt>
                <c:pt idx="863">
                  <c:v>40655</c:v>
                </c:pt>
                <c:pt idx="864">
                  <c:v>40658</c:v>
                </c:pt>
                <c:pt idx="865">
                  <c:v>40659</c:v>
                </c:pt>
                <c:pt idx="866">
                  <c:v>40660</c:v>
                </c:pt>
                <c:pt idx="867">
                  <c:v>40661</c:v>
                </c:pt>
                <c:pt idx="868">
                  <c:v>40662</c:v>
                </c:pt>
                <c:pt idx="869">
                  <c:v>40665</c:v>
                </c:pt>
                <c:pt idx="870">
                  <c:v>40666</c:v>
                </c:pt>
                <c:pt idx="871">
                  <c:v>40667</c:v>
                </c:pt>
                <c:pt idx="872">
                  <c:v>40668</c:v>
                </c:pt>
                <c:pt idx="873">
                  <c:v>40669</c:v>
                </c:pt>
                <c:pt idx="874">
                  <c:v>40672</c:v>
                </c:pt>
                <c:pt idx="875">
                  <c:v>40673</c:v>
                </c:pt>
                <c:pt idx="876">
                  <c:v>40674</c:v>
                </c:pt>
                <c:pt idx="877">
                  <c:v>40675</c:v>
                </c:pt>
                <c:pt idx="878">
                  <c:v>40676</c:v>
                </c:pt>
                <c:pt idx="879">
                  <c:v>40679</c:v>
                </c:pt>
                <c:pt idx="880">
                  <c:v>40680</c:v>
                </c:pt>
                <c:pt idx="881">
                  <c:v>40681</c:v>
                </c:pt>
                <c:pt idx="882">
                  <c:v>40682</c:v>
                </c:pt>
                <c:pt idx="883">
                  <c:v>40683</c:v>
                </c:pt>
                <c:pt idx="884">
                  <c:v>40686</c:v>
                </c:pt>
                <c:pt idx="885">
                  <c:v>40687</c:v>
                </c:pt>
                <c:pt idx="886">
                  <c:v>40688</c:v>
                </c:pt>
                <c:pt idx="887">
                  <c:v>40689</c:v>
                </c:pt>
                <c:pt idx="888">
                  <c:v>40690</c:v>
                </c:pt>
                <c:pt idx="889">
                  <c:v>40693</c:v>
                </c:pt>
                <c:pt idx="890">
                  <c:v>40694</c:v>
                </c:pt>
                <c:pt idx="891">
                  <c:v>40695</c:v>
                </c:pt>
                <c:pt idx="892">
                  <c:v>40696</c:v>
                </c:pt>
                <c:pt idx="893">
                  <c:v>40697</c:v>
                </c:pt>
                <c:pt idx="894">
                  <c:v>40700</c:v>
                </c:pt>
                <c:pt idx="895">
                  <c:v>40701</c:v>
                </c:pt>
                <c:pt idx="896">
                  <c:v>40702</c:v>
                </c:pt>
                <c:pt idx="897">
                  <c:v>40703</c:v>
                </c:pt>
                <c:pt idx="898">
                  <c:v>40704</c:v>
                </c:pt>
                <c:pt idx="899">
                  <c:v>40707</c:v>
                </c:pt>
                <c:pt idx="900">
                  <c:v>40708</c:v>
                </c:pt>
                <c:pt idx="901">
                  <c:v>40709</c:v>
                </c:pt>
                <c:pt idx="902">
                  <c:v>40710</c:v>
                </c:pt>
                <c:pt idx="903">
                  <c:v>40711</c:v>
                </c:pt>
                <c:pt idx="904">
                  <c:v>40714</c:v>
                </c:pt>
                <c:pt idx="905">
                  <c:v>40715</c:v>
                </c:pt>
                <c:pt idx="906">
                  <c:v>40716</c:v>
                </c:pt>
                <c:pt idx="907">
                  <c:v>40717</c:v>
                </c:pt>
                <c:pt idx="908">
                  <c:v>40718</c:v>
                </c:pt>
                <c:pt idx="909">
                  <c:v>40721</c:v>
                </c:pt>
                <c:pt idx="910">
                  <c:v>40722</c:v>
                </c:pt>
                <c:pt idx="911">
                  <c:v>40723</c:v>
                </c:pt>
                <c:pt idx="912">
                  <c:v>40724</c:v>
                </c:pt>
                <c:pt idx="913">
                  <c:v>40725</c:v>
                </c:pt>
                <c:pt idx="914">
                  <c:v>40728</c:v>
                </c:pt>
                <c:pt idx="915">
                  <c:v>40729</c:v>
                </c:pt>
                <c:pt idx="916">
                  <c:v>40730</c:v>
                </c:pt>
                <c:pt idx="917">
                  <c:v>40731</c:v>
                </c:pt>
                <c:pt idx="918">
                  <c:v>40732</c:v>
                </c:pt>
                <c:pt idx="919">
                  <c:v>40735</c:v>
                </c:pt>
                <c:pt idx="920">
                  <c:v>40736</c:v>
                </c:pt>
                <c:pt idx="921">
                  <c:v>40737</c:v>
                </c:pt>
                <c:pt idx="922">
                  <c:v>40738</c:v>
                </c:pt>
                <c:pt idx="923">
                  <c:v>40739</c:v>
                </c:pt>
                <c:pt idx="924">
                  <c:v>40742</c:v>
                </c:pt>
                <c:pt idx="925">
                  <c:v>40743</c:v>
                </c:pt>
                <c:pt idx="926">
                  <c:v>40744</c:v>
                </c:pt>
                <c:pt idx="927">
                  <c:v>40745</c:v>
                </c:pt>
                <c:pt idx="928">
                  <c:v>40746</c:v>
                </c:pt>
                <c:pt idx="929">
                  <c:v>40749</c:v>
                </c:pt>
                <c:pt idx="930">
                  <c:v>40750</c:v>
                </c:pt>
                <c:pt idx="931">
                  <c:v>40751</c:v>
                </c:pt>
                <c:pt idx="932">
                  <c:v>40752</c:v>
                </c:pt>
                <c:pt idx="933">
                  <c:v>40753</c:v>
                </c:pt>
                <c:pt idx="934">
                  <c:v>40756</c:v>
                </c:pt>
                <c:pt idx="935">
                  <c:v>40757</c:v>
                </c:pt>
                <c:pt idx="936">
                  <c:v>40758</c:v>
                </c:pt>
                <c:pt idx="937">
                  <c:v>40759</c:v>
                </c:pt>
                <c:pt idx="938">
                  <c:v>40760</c:v>
                </c:pt>
                <c:pt idx="939">
                  <c:v>40763</c:v>
                </c:pt>
                <c:pt idx="940">
                  <c:v>40764</c:v>
                </c:pt>
                <c:pt idx="941">
                  <c:v>40765</c:v>
                </c:pt>
                <c:pt idx="942">
                  <c:v>40766</c:v>
                </c:pt>
                <c:pt idx="943">
                  <c:v>40767</c:v>
                </c:pt>
                <c:pt idx="944">
                  <c:v>40770</c:v>
                </c:pt>
                <c:pt idx="945">
                  <c:v>40771</c:v>
                </c:pt>
                <c:pt idx="946">
                  <c:v>40772</c:v>
                </c:pt>
                <c:pt idx="947">
                  <c:v>40773</c:v>
                </c:pt>
                <c:pt idx="948">
                  <c:v>40774</c:v>
                </c:pt>
                <c:pt idx="949">
                  <c:v>40777</c:v>
                </c:pt>
                <c:pt idx="950">
                  <c:v>40778</c:v>
                </c:pt>
                <c:pt idx="951">
                  <c:v>40779</c:v>
                </c:pt>
                <c:pt idx="952">
                  <c:v>40780</c:v>
                </c:pt>
                <c:pt idx="953">
                  <c:v>40781</c:v>
                </c:pt>
                <c:pt idx="954">
                  <c:v>40784</c:v>
                </c:pt>
                <c:pt idx="955">
                  <c:v>40785</c:v>
                </c:pt>
                <c:pt idx="956">
                  <c:v>40786</c:v>
                </c:pt>
                <c:pt idx="957">
                  <c:v>40787</c:v>
                </c:pt>
                <c:pt idx="958">
                  <c:v>40788</c:v>
                </c:pt>
                <c:pt idx="959">
                  <c:v>40791</c:v>
                </c:pt>
                <c:pt idx="960">
                  <c:v>40792</c:v>
                </c:pt>
                <c:pt idx="961">
                  <c:v>40793</c:v>
                </c:pt>
                <c:pt idx="962">
                  <c:v>40794</c:v>
                </c:pt>
                <c:pt idx="963">
                  <c:v>40795</c:v>
                </c:pt>
                <c:pt idx="964">
                  <c:v>40798</c:v>
                </c:pt>
                <c:pt idx="965">
                  <c:v>40799</c:v>
                </c:pt>
                <c:pt idx="966">
                  <c:v>40800</c:v>
                </c:pt>
                <c:pt idx="967">
                  <c:v>40801</c:v>
                </c:pt>
                <c:pt idx="968">
                  <c:v>40802</c:v>
                </c:pt>
                <c:pt idx="969">
                  <c:v>40805</c:v>
                </c:pt>
                <c:pt idx="970">
                  <c:v>40806</c:v>
                </c:pt>
                <c:pt idx="971">
                  <c:v>40807</c:v>
                </c:pt>
                <c:pt idx="972">
                  <c:v>40808</c:v>
                </c:pt>
                <c:pt idx="973">
                  <c:v>40809</c:v>
                </c:pt>
                <c:pt idx="974">
                  <c:v>40812</c:v>
                </c:pt>
                <c:pt idx="975">
                  <c:v>40813</c:v>
                </c:pt>
                <c:pt idx="976">
                  <c:v>40814</c:v>
                </c:pt>
                <c:pt idx="977">
                  <c:v>40815</c:v>
                </c:pt>
                <c:pt idx="978">
                  <c:v>40816</c:v>
                </c:pt>
                <c:pt idx="979">
                  <c:v>40819</c:v>
                </c:pt>
                <c:pt idx="980">
                  <c:v>40820</c:v>
                </c:pt>
                <c:pt idx="981">
                  <c:v>40821</c:v>
                </c:pt>
                <c:pt idx="982">
                  <c:v>40822</c:v>
                </c:pt>
                <c:pt idx="983">
                  <c:v>40823</c:v>
                </c:pt>
                <c:pt idx="984">
                  <c:v>40826</c:v>
                </c:pt>
                <c:pt idx="985">
                  <c:v>40827</c:v>
                </c:pt>
                <c:pt idx="986">
                  <c:v>40828</c:v>
                </c:pt>
                <c:pt idx="987">
                  <c:v>40829</c:v>
                </c:pt>
                <c:pt idx="988">
                  <c:v>40830</c:v>
                </c:pt>
                <c:pt idx="989">
                  <c:v>40833</c:v>
                </c:pt>
                <c:pt idx="990">
                  <c:v>40834</c:v>
                </c:pt>
                <c:pt idx="991">
                  <c:v>40835</c:v>
                </c:pt>
                <c:pt idx="992">
                  <c:v>40836</c:v>
                </c:pt>
                <c:pt idx="993">
                  <c:v>40837</c:v>
                </c:pt>
                <c:pt idx="994">
                  <c:v>40840</c:v>
                </c:pt>
                <c:pt idx="995">
                  <c:v>40841</c:v>
                </c:pt>
                <c:pt idx="996">
                  <c:v>40842</c:v>
                </c:pt>
                <c:pt idx="997">
                  <c:v>40843</c:v>
                </c:pt>
                <c:pt idx="998">
                  <c:v>40844</c:v>
                </c:pt>
                <c:pt idx="999">
                  <c:v>40847</c:v>
                </c:pt>
                <c:pt idx="1000">
                  <c:v>40848</c:v>
                </c:pt>
                <c:pt idx="1001">
                  <c:v>40849</c:v>
                </c:pt>
                <c:pt idx="1002">
                  <c:v>40850</c:v>
                </c:pt>
                <c:pt idx="1003">
                  <c:v>40851</c:v>
                </c:pt>
                <c:pt idx="1004">
                  <c:v>40854</c:v>
                </c:pt>
                <c:pt idx="1005">
                  <c:v>40855</c:v>
                </c:pt>
                <c:pt idx="1006">
                  <c:v>40856</c:v>
                </c:pt>
                <c:pt idx="1007">
                  <c:v>40857</c:v>
                </c:pt>
                <c:pt idx="1008">
                  <c:v>40858</c:v>
                </c:pt>
                <c:pt idx="1009">
                  <c:v>40861</c:v>
                </c:pt>
                <c:pt idx="1010">
                  <c:v>40862</c:v>
                </c:pt>
                <c:pt idx="1011">
                  <c:v>40863</c:v>
                </c:pt>
                <c:pt idx="1012">
                  <c:v>40864</c:v>
                </c:pt>
                <c:pt idx="1013">
                  <c:v>40865</c:v>
                </c:pt>
                <c:pt idx="1014">
                  <c:v>40868</c:v>
                </c:pt>
                <c:pt idx="1015">
                  <c:v>40869</c:v>
                </c:pt>
                <c:pt idx="1016">
                  <c:v>40870</c:v>
                </c:pt>
                <c:pt idx="1017">
                  <c:v>40871</c:v>
                </c:pt>
                <c:pt idx="1018">
                  <c:v>40872</c:v>
                </c:pt>
                <c:pt idx="1019">
                  <c:v>40875</c:v>
                </c:pt>
                <c:pt idx="1020">
                  <c:v>40876</c:v>
                </c:pt>
                <c:pt idx="1021">
                  <c:v>40877</c:v>
                </c:pt>
                <c:pt idx="1022">
                  <c:v>40878</c:v>
                </c:pt>
                <c:pt idx="1023">
                  <c:v>40879</c:v>
                </c:pt>
                <c:pt idx="1024">
                  <c:v>40882</c:v>
                </c:pt>
                <c:pt idx="1025">
                  <c:v>40883</c:v>
                </c:pt>
                <c:pt idx="1026">
                  <c:v>40884</c:v>
                </c:pt>
                <c:pt idx="1027">
                  <c:v>40885</c:v>
                </c:pt>
                <c:pt idx="1028">
                  <c:v>40886</c:v>
                </c:pt>
                <c:pt idx="1029">
                  <c:v>40889</c:v>
                </c:pt>
                <c:pt idx="1030">
                  <c:v>40890</c:v>
                </c:pt>
                <c:pt idx="1031">
                  <c:v>40891</c:v>
                </c:pt>
                <c:pt idx="1032">
                  <c:v>40892</c:v>
                </c:pt>
                <c:pt idx="1033">
                  <c:v>40893</c:v>
                </c:pt>
                <c:pt idx="1034">
                  <c:v>40896</c:v>
                </c:pt>
                <c:pt idx="1035">
                  <c:v>40897</c:v>
                </c:pt>
                <c:pt idx="1036">
                  <c:v>40898</c:v>
                </c:pt>
                <c:pt idx="1037">
                  <c:v>40899</c:v>
                </c:pt>
                <c:pt idx="1038">
                  <c:v>40900</c:v>
                </c:pt>
                <c:pt idx="1039">
                  <c:v>40903</c:v>
                </c:pt>
                <c:pt idx="1040">
                  <c:v>40904</c:v>
                </c:pt>
                <c:pt idx="1041">
                  <c:v>40905</c:v>
                </c:pt>
                <c:pt idx="1042">
                  <c:v>40906</c:v>
                </c:pt>
                <c:pt idx="1043">
                  <c:v>40907</c:v>
                </c:pt>
                <c:pt idx="1044">
                  <c:v>40910</c:v>
                </c:pt>
                <c:pt idx="1045">
                  <c:v>40911</c:v>
                </c:pt>
                <c:pt idx="1046">
                  <c:v>40912</c:v>
                </c:pt>
                <c:pt idx="1047">
                  <c:v>40913</c:v>
                </c:pt>
                <c:pt idx="1048">
                  <c:v>40914</c:v>
                </c:pt>
                <c:pt idx="1049">
                  <c:v>40917</c:v>
                </c:pt>
                <c:pt idx="1050">
                  <c:v>40918</c:v>
                </c:pt>
                <c:pt idx="1051">
                  <c:v>40919</c:v>
                </c:pt>
                <c:pt idx="1052">
                  <c:v>40920</c:v>
                </c:pt>
                <c:pt idx="1053">
                  <c:v>40921</c:v>
                </c:pt>
                <c:pt idx="1054">
                  <c:v>40924</c:v>
                </c:pt>
                <c:pt idx="1055">
                  <c:v>40925</c:v>
                </c:pt>
                <c:pt idx="1056">
                  <c:v>40926</c:v>
                </c:pt>
                <c:pt idx="1057">
                  <c:v>40927</c:v>
                </c:pt>
                <c:pt idx="1058">
                  <c:v>40928</c:v>
                </c:pt>
                <c:pt idx="1059">
                  <c:v>40931</c:v>
                </c:pt>
                <c:pt idx="1060">
                  <c:v>40932</c:v>
                </c:pt>
                <c:pt idx="1061">
                  <c:v>40933</c:v>
                </c:pt>
                <c:pt idx="1062">
                  <c:v>40934</c:v>
                </c:pt>
                <c:pt idx="1063">
                  <c:v>40935</c:v>
                </c:pt>
                <c:pt idx="1064">
                  <c:v>40938</c:v>
                </c:pt>
                <c:pt idx="1065">
                  <c:v>40939</c:v>
                </c:pt>
                <c:pt idx="1066">
                  <c:v>40940</c:v>
                </c:pt>
                <c:pt idx="1067">
                  <c:v>40941</c:v>
                </c:pt>
                <c:pt idx="1068">
                  <c:v>40942</c:v>
                </c:pt>
                <c:pt idx="1069">
                  <c:v>40945</c:v>
                </c:pt>
                <c:pt idx="1070">
                  <c:v>40946</c:v>
                </c:pt>
                <c:pt idx="1071">
                  <c:v>40947</c:v>
                </c:pt>
                <c:pt idx="1072">
                  <c:v>40948</c:v>
                </c:pt>
                <c:pt idx="1073">
                  <c:v>40949</c:v>
                </c:pt>
                <c:pt idx="1074">
                  <c:v>40952</c:v>
                </c:pt>
                <c:pt idx="1075">
                  <c:v>40953</c:v>
                </c:pt>
                <c:pt idx="1076">
                  <c:v>40954</c:v>
                </c:pt>
                <c:pt idx="1077">
                  <c:v>40955</c:v>
                </c:pt>
                <c:pt idx="1078">
                  <c:v>40956</c:v>
                </c:pt>
                <c:pt idx="1079">
                  <c:v>40959</c:v>
                </c:pt>
                <c:pt idx="1080">
                  <c:v>40960</c:v>
                </c:pt>
                <c:pt idx="1081">
                  <c:v>40961</c:v>
                </c:pt>
                <c:pt idx="1082">
                  <c:v>40962</c:v>
                </c:pt>
                <c:pt idx="1083">
                  <c:v>40963</c:v>
                </c:pt>
                <c:pt idx="1084">
                  <c:v>40966</c:v>
                </c:pt>
                <c:pt idx="1085">
                  <c:v>40967</c:v>
                </c:pt>
                <c:pt idx="1086">
                  <c:v>40968</c:v>
                </c:pt>
                <c:pt idx="1087">
                  <c:v>40969</c:v>
                </c:pt>
                <c:pt idx="1088">
                  <c:v>40970</c:v>
                </c:pt>
                <c:pt idx="1089">
                  <c:v>40973</c:v>
                </c:pt>
                <c:pt idx="1090">
                  <c:v>40974</c:v>
                </c:pt>
                <c:pt idx="1091">
                  <c:v>40975</c:v>
                </c:pt>
                <c:pt idx="1092">
                  <c:v>40976</c:v>
                </c:pt>
                <c:pt idx="1093">
                  <c:v>40977</c:v>
                </c:pt>
                <c:pt idx="1094">
                  <c:v>40980</c:v>
                </c:pt>
                <c:pt idx="1095">
                  <c:v>40981</c:v>
                </c:pt>
                <c:pt idx="1096">
                  <c:v>40982</c:v>
                </c:pt>
                <c:pt idx="1097">
                  <c:v>40983</c:v>
                </c:pt>
                <c:pt idx="1098">
                  <c:v>40984</c:v>
                </c:pt>
                <c:pt idx="1099">
                  <c:v>40987</c:v>
                </c:pt>
                <c:pt idx="1100">
                  <c:v>40988</c:v>
                </c:pt>
                <c:pt idx="1101">
                  <c:v>40989</c:v>
                </c:pt>
                <c:pt idx="1102">
                  <c:v>40990</c:v>
                </c:pt>
                <c:pt idx="1103">
                  <c:v>40991</c:v>
                </c:pt>
                <c:pt idx="1104">
                  <c:v>40994</c:v>
                </c:pt>
                <c:pt idx="1105">
                  <c:v>40995</c:v>
                </c:pt>
                <c:pt idx="1106">
                  <c:v>40996</c:v>
                </c:pt>
                <c:pt idx="1107">
                  <c:v>40997</c:v>
                </c:pt>
                <c:pt idx="1108">
                  <c:v>40998</c:v>
                </c:pt>
                <c:pt idx="1109">
                  <c:v>41001</c:v>
                </c:pt>
                <c:pt idx="1110">
                  <c:v>41002</c:v>
                </c:pt>
                <c:pt idx="1111">
                  <c:v>41003</c:v>
                </c:pt>
                <c:pt idx="1112">
                  <c:v>41004</c:v>
                </c:pt>
                <c:pt idx="1113">
                  <c:v>41005</c:v>
                </c:pt>
                <c:pt idx="1114">
                  <c:v>41008</c:v>
                </c:pt>
                <c:pt idx="1115">
                  <c:v>41009</c:v>
                </c:pt>
                <c:pt idx="1116">
                  <c:v>41010</c:v>
                </c:pt>
                <c:pt idx="1117">
                  <c:v>41011</c:v>
                </c:pt>
                <c:pt idx="1118">
                  <c:v>41012</c:v>
                </c:pt>
                <c:pt idx="1119">
                  <c:v>41015</c:v>
                </c:pt>
                <c:pt idx="1120">
                  <c:v>41016</c:v>
                </c:pt>
                <c:pt idx="1121">
                  <c:v>41017</c:v>
                </c:pt>
                <c:pt idx="1122">
                  <c:v>41018</c:v>
                </c:pt>
                <c:pt idx="1123">
                  <c:v>41019</c:v>
                </c:pt>
                <c:pt idx="1124">
                  <c:v>41022</c:v>
                </c:pt>
                <c:pt idx="1125">
                  <c:v>41023</c:v>
                </c:pt>
                <c:pt idx="1126">
                  <c:v>41024</c:v>
                </c:pt>
                <c:pt idx="1127">
                  <c:v>41025</c:v>
                </c:pt>
                <c:pt idx="1128">
                  <c:v>41026</c:v>
                </c:pt>
                <c:pt idx="1129">
                  <c:v>41029</c:v>
                </c:pt>
                <c:pt idx="1130">
                  <c:v>41030</c:v>
                </c:pt>
                <c:pt idx="1131">
                  <c:v>41031</c:v>
                </c:pt>
                <c:pt idx="1132">
                  <c:v>41032</c:v>
                </c:pt>
                <c:pt idx="1133">
                  <c:v>41033</c:v>
                </c:pt>
                <c:pt idx="1134">
                  <c:v>41036</c:v>
                </c:pt>
                <c:pt idx="1135">
                  <c:v>41037</c:v>
                </c:pt>
                <c:pt idx="1136">
                  <c:v>41038</c:v>
                </c:pt>
                <c:pt idx="1137">
                  <c:v>41039</c:v>
                </c:pt>
                <c:pt idx="1138">
                  <c:v>41040</c:v>
                </c:pt>
                <c:pt idx="1139">
                  <c:v>41043</c:v>
                </c:pt>
                <c:pt idx="1140">
                  <c:v>41044</c:v>
                </c:pt>
                <c:pt idx="1141">
                  <c:v>41045</c:v>
                </c:pt>
                <c:pt idx="1142">
                  <c:v>41046</c:v>
                </c:pt>
                <c:pt idx="1143">
                  <c:v>41047</c:v>
                </c:pt>
                <c:pt idx="1144">
                  <c:v>41050</c:v>
                </c:pt>
                <c:pt idx="1145">
                  <c:v>41051</c:v>
                </c:pt>
                <c:pt idx="1146">
                  <c:v>41052</c:v>
                </c:pt>
                <c:pt idx="1147">
                  <c:v>41053</c:v>
                </c:pt>
                <c:pt idx="1148">
                  <c:v>41054</c:v>
                </c:pt>
                <c:pt idx="1149">
                  <c:v>41057</c:v>
                </c:pt>
                <c:pt idx="1150">
                  <c:v>41058</c:v>
                </c:pt>
                <c:pt idx="1151">
                  <c:v>41059</c:v>
                </c:pt>
                <c:pt idx="1152">
                  <c:v>41060</c:v>
                </c:pt>
                <c:pt idx="1153">
                  <c:v>41061</c:v>
                </c:pt>
                <c:pt idx="1154">
                  <c:v>41064</c:v>
                </c:pt>
                <c:pt idx="1155">
                  <c:v>41065</c:v>
                </c:pt>
                <c:pt idx="1156">
                  <c:v>41066</c:v>
                </c:pt>
                <c:pt idx="1157">
                  <c:v>41067</c:v>
                </c:pt>
                <c:pt idx="1158">
                  <c:v>41068</c:v>
                </c:pt>
                <c:pt idx="1159">
                  <c:v>41071</c:v>
                </c:pt>
                <c:pt idx="1160">
                  <c:v>41072</c:v>
                </c:pt>
                <c:pt idx="1161">
                  <c:v>41073</c:v>
                </c:pt>
                <c:pt idx="1162">
                  <c:v>41074</c:v>
                </c:pt>
                <c:pt idx="1163">
                  <c:v>41075</c:v>
                </c:pt>
                <c:pt idx="1164">
                  <c:v>41078</c:v>
                </c:pt>
                <c:pt idx="1165">
                  <c:v>41079</c:v>
                </c:pt>
                <c:pt idx="1166">
                  <c:v>41080</c:v>
                </c:pt>
                <c:pt idx="1167">
                  <c:v>41081</c:v>
                </c:pt>
                <c:pt idx="1168">
                  <c:v>41082</c:v>
                </c:pt>
                <c:pt idx="1169">
                  <c:v>41085</c:v>
                </c:pt>
                <c:pt idx="1170">
                  <c:v>41086</c:v>
                </c:pt>
                <c:pt idx="1171">
                  <c:v>41087</c:v>
                </c:pt>
                <c:pt idx="1172">
                  <c:v>41088</c:v>
                </c:pt>
                <c:pt idx="1173">
                  <c:v>41089</c:v>
                </c:pt>
                <c:pt idx="1174">
                  <c:v>41092</c:v>
                </c:pt>
                <c:pt idx="1175">
                  <c:v>41093</c:v>
                </c:pt>
                <c:pt idx="1176">
                  <c:v>41094</c:v>
                </c:pt>
                <c:pt idx="1177">
                  <c:v>41095</c:v>
                </c:pt>
                <c:pt idx="1178">
                  <c:v>41096</c:v>
                </c:pt>
                <c:pt idx="1179">
                  <c:v>41099</c:v>
                </c:pt>
                <c:pt idx="1180">
                  <c:v>41100</c:v>
                </c:pt>
                <c:pt idx="1181">
                  <c:v>41101</c:v>
                </c:pt>
                <c:pt idx="1182">
                  <c:v>41102</c:v>
                </c:pt>
                <c:pt idx="1183">
                  <c:v>41103</c:v>
                </c:pt>
                <c:pt idx="1184">
                  <c:v>41106</c:v>
                </c:pt>
                <c:pt idx="1185">
                  <c:v>41107</c:v>
                </c:pt>
                <c:pt idx="1186">
                  <c:v>41108</c:v>
                </c:pt>
                <c:pt idx="1187">
                  <c:v>41109</c:v>
                </c:pt>
                <c:pt idx="1188">
                  <c:v>41110</c:v>
                </c:pt>
                <c:pt idx="1189">
                  <c:v>41113</c:v>
                </c:pt>
                <c:pt idx="1190">
                  <c:v>41114</c:v>
                </c:pt>
                <c:pt idx="1191">
                  <c:v>41115</c:v>
                </c:pt>
                <c:pt idx="1192">
                  <c:v>41116</c:v>
                </c:pt>
                <c:pt idx="1193">
                  <c:v>41117</c:v>
                </c:pt>
                <c:pt idx="1194">
                  <c:v>41120</c:v>
                </c:pt>
                <c:pt idx="1195">
                  <c:v>41121</c:v>
                </c:pt>
                <c:pt idx="1196">
                  <c:v>41122</c:v>
                </c:pt>
                <c:pt idx="1197">
                  <c:v>41123</c:v>
                </c:pt>
                <c:pt idx="1198">
                  <c:v>41124</c:v>
                </c:pt>
                <c:pt idx="1199">
                  <c:v>41127</c:v>
                </c:pt>
                <c:pt idx="1200">
                  <c:v>41128</c:v>
                </c:pt>
                <c:pt idx="1201">
                  <c:v>41129</c:v>
                </c:pt>
                <c:pt idx="1202">
                  <c:v>41130</c:v>
                </c:pt>
                <c:pt idx="1203">
                  <c:v>41131</c:v>
                </c:pt>
                <c:pt idx="1204">
                  <c:v>41134</c:v>
                </c:pt>
                <c:pt idx="1205">
                  <c:v>41135</c:v>
                </c:pt>
                <c:pt idx="1206">
                  <c:v>41136</c:v>
                </c:pt>
                <c:pt idx="1207">
                  <c:v>41137</c:v>
                </c:pt>
                <c:pt idx="1208">
                  <c:v>41138</c:v>
                </c:pt>
                <c:pt idx="1209">
                  <c:v>41141</c:v>
                </c:pt>
                <c:pt idx="1210">
                  <c:v>41142</c:v>
                </c:pt>
                <c:pt idx="1211">
                  <c:v>41143</c:v>
                </c:pt>
                <c:pt idx="1212">
                  <c:v>41144</c:v>
                </c:pt>
                <c:pt idx="1213">
                  <c:v>41145</c:v>
                </c:pt>
                <c:pt idx="1214">
                  <c:v>41148</c:v>
                </c:pt>
                <c:pt idx="1215">
                  <c:v>41149</c:v>
                </c:pt>
                <c:pt idx="1216">
                  <c:v>41150</c:v>
                </c:pt>
                <c:pt idx="1217">
                  <c:v>41151</c:v>
                </c:pt>
                <c:pt idx="1218">
                  <c:v>41152</c:v>
                </c:pt>
                <c:pt idx="1219">
                  <c:v>41155</c:v>
                </c:pt>
                <c:pt idx="1220">
                  <c:v>41156</c:v>
                </c:pt>
                <c:pt idx="1221">
                  <c:v>41157</c:v>
                </c:pt>
                <c:pt idx="1222">
                  <c:v>41158</c:v>
                </c:pt>
                <c:pt idx="1223">
                  <c:v>41159</c:v>
                </c:pt>
                <c:pt idx="1224">
                  <c:v>41162</c:v>
                </c:pt>
                <c:pt idx="1225">
                  <c:v>41163</c:v>
                </c:pt>
                <c:pt idx="1226">
                  <c:v>41164</c:v>
                </c:pt>
                <c:pt idx="1227">
                  <c:v>41165</c:v>
                </c:pt>
                <c:pt idx="1228">
                  <c:v>41166</c:v>
                </c:pt>
                <c:pt idx="1229">
                  <c:v>41169</c:v>
                </c:pt>
                <c:pt idx="1230">
                  <c:v>41170</c:v>
                </c:pt>
                <c:pt idx="1231">
                  <c:v>41171</c:v>
                </c:pt>
                <c:pt idx="1232">
                  <c:v>41172</c:v>
                </c:pt>
                <c:pt idx="1233">
                  <c:v>41173</c:v>
                </c:pt>
                <c:pt idx="1234">
                  <c:v>41176</c:v>
                </c:pt>
                <c:pt idx="1235">
                  <c:v>41177</c:v>
                </c:pt>
                <c:pt idx="1236">
                  <c:v>41178</c:v>
                </c:pt>
                <c:pt idx="1237">
                  <c:v>41179</c:v>
                </c:pt>
                <c:pt idx="1238">
                  <c:v>41180</c:v>
                </c:pt>
                <c:pt idx="1239">
                  <c:v>41183</c:v>
                </c:pt>
                <c:pt idx="1240">
                  <c:v>41184</c:v>
                </c:pt>
                <c:pt idx="1241">
                  <c:v>41185</c:v>
                </c:pt>
                <c:pt idx="1242">
                  <c:v>41186</c:v>
                </c:pt>
                <c:pt idx="1243">
                  <c:v>41187</c:v>
                </c:pt>
                <c:pt idx="1244">
                  <c:v>41190</c:v>
                </c:pt>
              </c:numCache>
            </c:numRef>
          </c:cat>
          <c:val>
            <c:numRef>
              <c:f>Sheet2!$L$1314:$L$2558</c:f>
              <c:numCache>
                <c:formatCode>General</c:formatCode>
                <c:ptCount val="1245"/>
                <c:pt idx="0">
                  <c:v>0</c:v>
                </c:pt>
                <c:pt idx="1">
                  <c:v>-8.7545311538198556E-3</c:v>
                </c:pt>
                <c:pt idx="2">
                  <c:v>-9.2332945762944041E-3</c:v>
                </c:pt>
                <c:pt idx="3">
                  <c:v>-3.351343957321673E-2</c:v>
                </c:pt>
                <c:pt idx="4">
                  <c:v>-3.4334176868887401E-2</c:v>
                </c:pt>
                <c:pt idx="5">
                  <c:v>-4.9928185486629029E-2</c:v>
                </c:pt>
                <c:pt idx="6">
                  <c:v>-3.9942548389303112E-2</c:v>
                </c:pt>
                <c:pt idx="7">
                  <c:v>-3.3650229122495268E-2</c:v>
                </c:pt>
                <c:pt idx="8">
                  <c:v>-4.1447233431365915E-2</c:v>
                </c:pt>
                <c:pt idx="9">
                  <c:v>-3.3718623897134314E-2</c:v>
                </c:pt>
                <c:pt idx="10">
                  <c:v>-5.4989398809931034E-2</c:v>
                </c:pt>
                <c:pt idx="11">
                  <c:v>-6.3128376991997914E-2</c:v>
                </c:pt>
                <c:pt idx="12">
                  <c:v>-8.7408521988920018E-2</c:v>
                </c:pt>
                <c:pt idx="13">
                  <c:v>-9.6778606114492849E-2</c:v>
                </c:pt>
                <c:pt idx="14">
                  <c:v>-9.6778606114492849E-2</c:v>
                </c:pt>
                <c:pt idx="15">
                  <c:v>-0.1059435059161481</c:v>
                </c:pt>
                <c:pt idx="16">
                  <c:v>-8.4467546679433569E-2</c:v>
                </c:pt>
                <c:pt idx="17">
                  <c:v>-7.673893714520208E-2</c:v>
                </c:pt>
                <c:pt idx="18">
                  <c:v>-9.0075918199849614E-2</c:v>
                </c:pt>
                <c:pt idx="19">
                  <c:v>-7.5029067779221581E-2</c:v>
                </c:pt>
                <c:pt idx="20">
                  <c:v>-7.0446617878394124E-2</c:v>
                </c:pt>
                <c:pt idx="21">
                  <c:v>-7.7286095342315897E-2</c:v>
                </c:pt>
                <c:pt idx="22">
                  <c:v>-6.0460980781068319E-2</c:v>
                </c:pt>
                <c:pt idx="23">
                  <c:v>-4.5345735585801128E-2</c:v>
                </c:pt>
                <c:pt idx="24">
                  <c:v>-5.7383215922303554E-2</c:v>
                </c:pt>
                <c:pt idx="25">
                  <c:v>-8.2620887764174755E-2</c:v>
                </c:pt>
                <c:pt idx="26">
                  <c:v>-9.0007523425210123E-2</c:v>
                </c:pt>
                <c:pt idx="27">
                  <c:v>-8.3988783256959132E-2</c:v>
                </c:pt>
                <c:pt idx="28">
                  <c:v>-8.9870733875931919E-2</c:v>
                </c:pt>
                <c:pt idx="29">
                  <c:v>-8.5219889200464971E-2</c:v>
                </c:pt>
                <c:pt idx="30">
                  <c:v>-7.6738937145201858E-2</c:v>
                </c:pt>
                <c:pt idx="31">
                  <c:v>-6.7300458244989758E-2</c:v>
                </c:pt>
                <c:pt idx="32">
                  <c:v>-7.5507831201696018E-2</c:v>
                </c:pt>
                <c:pt idx="33">
                  <c:v>-7.5713015525613714E-2</c:v>
                </c:pt>
                <c:pt idx="34">
                  <c:v>-7.5713015525613714E-2</c:v>
                </c:pt>
                <c:pt idx="35">
                  <c:v>-7.3114014089323387E-2</c:v>
                </c:pt>
                <c:pt idx="36">
                  <c:v>-7.0378223103754856E-2</c:v>
                </c:pt>
                <c:pt idx="37">
                  <c:v>-7.8106832637986456E-2</c:v>
                </c:pt>
                <c:pt idx="38">
                  <c:v>-7.2430066342931365E-2</c:v>
                </c:pt>
                <c:pt idx="39">
                  <c:v>-6.0734559879625061E-2</c:v>
                </c:pt>
                <c:pt idx="40">
                  <c:v>-5.3689898091785704E-2</c:v>
                </c:pt>
                <c:pt idx="41">
                  <c:v>-5.4647424936734801E-2</c:v>
                </c:pt>
                <c:pt idx="42">
                  <c:v>-6.3880719513029094E-2</c:v>
                </c:pt>
                <c:pt idx="43">
                  <c:v>-8.4741125777990534E-2</c:v>
                </c:pt>
                <c:pt idx="44">
                  <c:v>-8.692975856644547E-2</c:v>
                </c:pt>
                <c:pt idx="45">
                  <c:v>-9.0417892073045514E-2</c:v>
                </c:pt>
                <c:pt idx="46">
                  <c:v>-8.4672731003351154E-2</c:v>
                </c:pt>
                <c:pt idx="47">
                  <c:v>-0.10361808357841451</c:v>
                </c:pt>
                <c:pt idx="48">
                  <c:v>-0.11285137815470891</c:v>
                </c:pt>
                <c:pt idx="49">
                  <c:v>-0.12454688461801522</c:v>
                </c:pt>
                <c:pt idx="50">
                  <c:v>-9.308528828397522E-2</c:v>
                </c:pt>
                <c:pt idx="51">
                  <c:v>-0.10156624033923811</c:v>
                </c:pt>
                <c:pt idx="52">
                  <c:v>-9.9582791874700982E-2</c:v>
                </c:pt>
                <c:pt idx="53">
                  <c:v>-0.11353532590110138</c:v>
                </c:pt>
                <c:pt idx="54">
                  <c:v>-0.12249504137883893</c:v>
                </c:pt>
                <c:pt idx="55">
                  <c:v>-8.6040626496136086E-2</c:v>
                </c:pt>
                <c:pt idx="56">
                  <c:v>-0.10867929690171718</c:v>
                </c:pt>
                <c:pt idx="57">
                  <c:v>-9.6641816565214755E-2</c:v>
                </c:pt>
                <c:pt idx="58">
                  <c:v>-9.6641816565214755E-2</c:v>
                </c:pt>
                <c:pt idx="59">
                  <c:v>-7.8585596060461449E-2</c:v>
                </c:pt>
                <c:pt idx="60">
                  <c:v>-7.7696463990151621E-2</c:v>
                </c:pt>
                <c:pt idx="61">
                  <c:v>-8.8981601805622645E-2</c:v>
                </c:pt>
                <c:pt idx="62">
                  <c:v>-9.1854182340469603E-2</c:v>
                </c:pt>
                <c:pt idx="63">
                  <c:v>-0.1005403187196503</c:v>
                </c:pt>
                <c:pt idx="64">
                  <c:v>-9.7394159086246157E-2</c:v>
                </c:pt>
                <c:pt idx="65">
                  <c:v>-6.5658983653649194E-2</c:v>
                </c:pt>
                <c:pt idx="66">
                  <c:v>-6.5043430681896441E-2</c:v>
                </c:pt>
                <c:pt idx="67">
                  <c:v>-6.2718008344163079E-2</c:v>
                </c:pt>
                <c:pt idx="68">
                  <c:v>-6.3743929963751444E-2</c:v>
                </c:pt>
                <c:pt idx="69">
                  <c:v>-6.3265166541276674E-2</c:v>
                </c:pt>
                <c:pt idx="70">
                  <c:v>-6.4222693386225771E-2</c:v>
                </c:pt>
                <c:pt idx="71">
                  <c:v>-7.0993776075508164E-2</c:v>
                </c:pt>
                <c:pt idx="72">
                  <c:v>-6.9694275357362945E-2</c:v>
                </c:pt>
                <c:pt idx="73">
                  <c:v>-8.7750495862116473E-2</c:v>
                </c:pt>
                <c:pt idx="74">
                  <c:v>-9.0828260720881127E-2</c:v>
                </c:pt>
                <c:pt idx="75">
                  <c:v>-8.8708022707065459E-2</c:v>
                </c:pt>
                <c:pt idx="76">
                  <c:v>-6.4017509062307965E-2</c:v>
                </c:pt>
                <c:pt idx="77">
                  <c:v>-6.2649613569523477E-2</c:v>
                </c:pt>
                <c:pt idx="78">
                  <c:v>-5.2869160796115588E-2</c:v>
                </c:pt>
                <c:pt idx="79">
                  <c:v>-5.2390397373640929E-2</c:v>
                </c:pt>
                <c:pt idx="80">
                  <c:v>-5.6562478626633328E-2</c:v>
                </c:pt>
                <c:pt idx="81">
                  <c:v>-5.8067163668696131E-2</c:v>
                </c:pt>
                <c:pt idx="82">
                  <c:v>-5.3963477190343001E-2</c:v>
                </c:pt>
                <c:pt idx="83">
                  <c:v>-4.5208946036523034E-2</c:v>
                </c:pt>
                <c:pt idx="84">
                  <c:v>-4.500376171260545E-2</c:v>
                </c:pt>
                <c:pt idx="85">
                  <c:v>-4.8765474317762236E-2</c:v>
                </c:pt>
                <c:pt idx="86">
                  <c:v>-5.4373845838178281E-2</c:v>
                </c:pt>
                <c:pt idx="87">
                  <c:v>-3.4812940291361949E-2</c:v>
                </c:pt>
                <c:pt idx="88">
                  <c:v>-3.2145544080432686E-2</c:v>
                </c:pt>
                <c:pt idx="89">
                  <c:v>-3.6796388755899301E-2</c:v>
                </c:pt>
                <c:pt idx="90">
                  <c:v>-2.8452226249914725E-2</c:v>
                </c:pt>
                <c:pt idx="91">
                  <c:v>-4.5756104233636741E-2</c:v>
                </c:pt>
                <c:pt idx="92">
                  <c:v>-4.8218316120648641E-2</c:v>
                </c:pt>
                <c:pt idx="93">
                  <c:v>-4.9996580261268297E-2</c:v>
                </c:pt>
                <c:pt idx="94">
                  <c:v>-3.9326995417550248E-2</c:v>
                </c:pt>
                <c:pt idx="95">
                  <c:v>-3.9190205868271932E-2</c:v>
                </c:pt>
                <c:pt idx="96">
                  <c:v>-3.7206757403734469E-2</c:v>
                </c:pt>
                <c:pt idx="97">
                  <c:v>-2.5169277067232154E-2</c:v>
                </c:pt>
                <c:pt idx="98">
                  <c:v>-2.4280144996922326E-2</c:v>
                </c:pt>
                <c:pt idx="99">
                  <c:v>-2.161274878599273E-2</c:v>
                </c:pt>
                <c:pt idx="100">
                  <c:v>-2.9546542644142137E-2</c:v>
                </c:pt>
                <c:pt idx="101">
                  <c:v>-4.5961288557554214E-2</c:v>
                </c:pt>
                <c:pt idx="102">
                  <c:v>-4.5824499008275787E-2</c:v>
                </c:pt>
                <c:pt idx="103">
                  <c:v>-5.8614321865809504E-2</c:v>
                </c:pt>
                <c:pt idx="104">
                  <c:v>-5.8614321865809504E-2</c:v>
                </c:pt>
                <c:pt idx="105">
                  <c:v>-5.1638054852609305E-2</c:v>
                </c:pt>
                <c:pt idx="106">
                  <c:v>-4.7260789275699211E-2</c:v>
                </c:pt>
                <c:pt idx="107">
                  <c:v>-4.2473155050954059E-2</c:v>
                </c:pt>
                <c:pt idx="108">
                  <c:v>-4.0079337938581538E-2</c:v>
                </c:pt>
                <c:pt idx="109">
                  <c:v>-4.9996580261268075E-2</c:v>
                </c:pt>
                <c:pt idx="110">
                  <c:v>-5.5536557007044629E-2</c:v>
                </c:pt>
                <c:pt idx="111">
                  <c:v>-5.6015320429519067E-2</c:v>
                </c:pt>
                <c:pt idx="112">
                  <c:v>-3.7138362629095201E-2</c:v>
                </c:pt>
                <c:pt idx="113">
                  <c:v>-6.7847616442103909E-2</c:v>
                </c:pt>
                <c:pt idx="114">
                  <c:v>-6.5590588879009704E-2</c:v>
                </c:pt>
                <c:pt idx="115">
                  <c:v>-7.024143355447654E-2</c:v>
                </c:pt>
                <c:pt idx="116">
                  <c:v>-8.3920388482320085E-2</c:v>
                </c:pt>
                <c:pt idx="117">
                  <c:v>-8.0432254975720041E-2</c:v>
                </c:pt>
                <c:pt idx="118">
                  <c:v>-6.8805143287053006E-2</c:v>
                </c:pt>
                <c:pt idx="119">
                  <c:v>-6.8257985089939299E-2</c:v>
                </c:pt>
                <c:pt idx="120">
                  <c:v>-7.2772040216127598E-2</c:v>
                </c:pt>
                <c:pt idx="121">
                  <c:v>-8.1800150468504196E-2</c:v>
                </c:pt>
                <c:pt idx="122">
                  <c:v>-8.0637439299637625E-2</c:v>
                </c:pt>
                <c:pt idx="123">
                  <c:v>-0.1000615552971752</c:v>
                </c:pt>
                <c:pt idx="124">
                  <c:v>-0.10095068736748514</c:v>
                </c:pt>
                <c:pt idx="125">
                  <c:v>-0.10272895150810468</c:v>
                </c:pt>
                <c:pt idx="126">
                  <c:v>-9.8488475480473237E-2</c:v>
                </c:pt>
                <c:pt idx="127">
                  <c:v>-0.12297380480131315</c:v>
                </c:pt>
                <c:pt idx="128">
                  <c:v>-0.1277614390260583</c:v>
                </c:pt>
                <c:pt idx="129">
                  <c:v>-0.12468367416729353</c:v>
                </c:pt>
                <c:pt idx="130">
                  <c:v>-0.12194788318172489</c:v>
                </c:pt>
                <c:pt idx="131">
                  <c:v>-0.1369947336023527</c:v>
                </c:pt>
                <c:pt idx="132">
                  <c:v>-0.13610560153204299</c:v>
                </c:pt>
                <c:pt idx="133">
                  <c:v>-0.13610560153204299</c:v>
                </c:pt>
                <c:pt idx="134">
                  <c:v>-0.14492852746050211</c:v>
                </c:pt>
                <c:pt idx="135">
                  <c:v>-0.12974488749059576</c:v>
                </c:pt>
                <c:pt idx="136">
                  <c:v>-0.14650160727720396</c:v>
                </c:pt>
                <c:pt idx="137">
                  <c:v>-0.14301347377060392</c:v>
                </c:pt>
                <c:pt idx="138">
                  <c:v>-0.15299911086792961</c:v>
                </c:pt>
                <c:pt idx="139">
                  <c:v>-0.16065932562752205</c:v>
                </c:pt>
                <c:pt idx="140">
                  <c:v>-0.17249162164010667</c:v>
                </c:pt>
                <c:pt idx="141">
                  <c:v>-0.15217837357225905</c:v>
                </c:pt>
                <c:pt idx="142">
                  <c:v>-0.14369742151699605</c:v>
                </c:pt>
                <c:pt idx="143">
                  <c:v>-0.13836262909513719</c:v>
                </c:pt>
                <c:pt idx="144">
                  <c:v>-0.13788386567266275</c:v>
                </c:pt>
                <c:pt idx="145">
                  <c:v>-0.12810341289925464</c:v>
                </c:pt>
                <c:pt idx="146">
                  <c:v>-0.12338417344914876</c:v>
                </c:pt>
                <c:pt idx="147">
                  <c:v>-0.14157718350318049</c:v>
                </c:pt>
                <c:pt idx="148">
                  <c:v>-0.14178236782709819</c:v>
                </c:pt>
                <c:pt idx="149">
                  <c:v>-0.15436700636071421</c:v>
                </c:pt>
                <c:pt idx="150">
                  <c:v>-0.13631078585596079</c:v>
                </c:pt>
                <c:pt idx="151">
                  <c:v>-0.12092196156213697</c:v>
                </c:pt>
                <c:pt idx="152">
                  <c:v>-0.13254907325080401</c:v>
                </c:pt>
                <c:pt idx="153">
                  <c:v>-0.13713152315163157</c:v>
                </c:pt>
                <c:pt idx="154">
                  <c:v>-0.14513371178442003</c:v>
                </c:pt>
                <c:pt idx="155">
                  <c:v>-0.12208467273100354</c:v>
                </c:pt>
                <c:pt idx="156">
                  <c:v>-0.11818617057656811</c:v>
                </c:pt>
                <c:pt idx="157">
                  <c:v>-0.13131796730729783</c:v>
                </c:pt>
                <c:pt idx="158">
                  <c:v>-0.11517680049244261</c:v>
                </c:pt>
                <c:pt idx="159">
                  <c:v>-0.10601190069078748</c:v>
                </c:pt>
                <c:pt idx="160">
                  <c:v>-0.11531359004172115</c:v>
                </c:pt>
                <c:pt idx="161">
                  <c:v>-0.12064838246358012</c:v>
                </c:pt>
                <c:pt idx="162">
                  <c:v>-0.11401408932357604</c:v>
                </c:pt>
                <c:pt idx="163">
                  <c:v>-0.10970521852130533</c:v>
                </c:pt>
                <c:pt idx="164">
                  <c:v>-0.12187948840708607</c:v>
                </c:pt>
                <c:pt idx="165">
                  <c:v>-0.13145475685657648</c:v>
                </c:pt>
                <c:pt idx="166">
                  <c:v>-0.12741946515286262</c:v>
                </c:pt>
                <c:pt idx="167">
                  <c:v>-0.12591478011079993</c:v>
                </c:pt>
                <c:pt idx="168">
                  <c:v>-0.11326174680254464</c:v>
                </c:pt>
                <c:pt idx="169">
                  <c:v>-0.1312495725326589</c:v>
                </c:pt>
                <c:pt idx="170">
                  <c:v>-0.12871896587100784</c:v>
                </c:pt>
                <c:pt idx="171">
                  <c:v>-0.12023801381574484</c:v>
                </c:pt>
                <c:pt idx="172">
                  <c:v>-0.1095684289720269</c:v>
                </c:pt>
                <c:pt idx="173">
                  <c:v>-0.11914369742151742</c:v>
                </c:pt>
                <c:pt idx="174">
                  <c:v>-0.11914369742151742</c:v>
                </c:pt>
                <c:pt idx="175">
                  <c:v>-0.12461527939265482</c:v>
                </c:pt>
                <c:pt idx="176">
                  <c:v>-0.12536762191368622</c:v>
                </c:pt>
                <c:pt idx="177">
                  <c:v>-0.15169961014978495</c:v>
                </c:pt>
                <c:pt idx="178">
                  <c:v>-0.14903221393885557</c:v>
                </c:pt>
                <c:pt idx="179">
                  <c:v>-0.1314547568565767</c:v>
                </c:pt>
                <c:pt idx="180">
                  <c:v>-0.15723958689556172</c:v>
                </c:pt>
                <c:pt idx="181">
                  <c:v>-0.15381984816360084</c:v>
                </c:pt>
                <c:pt idx="182">
                  <c:v>-0.14157718350318094</c:v>
                </c:pt>
                <c:pt idx="183">
                  <c:v>-0.13761028657410634</c:v>
                </c:pt>
                <c:pt idx="184">
                  <c:v>-0.17864715135763687</c:v>
                </c:pt>
                <c:pt idx="185">
                  <c:v>-0.16489980165515417</c:v>
                </c:pt>
                <c:pt idx="186">
                  <c:v>-0.20244853293208454</c:v>
                </c:pt>
                <c:pt idx="187">
                  <c:v>-0.17878394090691541</c:v>
                </c:pt>
                <c:pt idx="188">
                  <c:v>-0.15108405717803219</c:v>
                </c:pt>
                <c:pt idx="189">
                  <c:v>-0.17030298885165229</c:v>
                </c:pt>
                <c:pt idx="190">
                  <c:v>-0.18917994665207638</c:v>
                </c:pt>
                <c:pt idx="191">
                  <c:v>-0.18658094521578616</c:v>
                </c:pt>
                <c:pt idx="192">
                  <c:v>-0.17385951713289183</c:v>
                </c:pt>
                <c:pt idx="193">
                  <c:v>-0.17344914848505666</c:v>
                </c:pt>
                <c:pt idx="194">
                  <c:v>-0.23821900006839558</c:v>
                </c:pt>
                <c:pt idx="195">
                  <c:v>-0.20668900895971631</c:v>
                </c:pt>
                <c:pt idx="196">
                  <c:v>-0.20621024553724177</c:v>
                </c:pt>
                <c:pt idx="197">
                  <c:v>-0.23500444566035239</c:v>
                </c:pt>
                <c:pt idx="198">
                  <c:v>-0.2453320566308741</c:v>
                </c:pt>
                <c:pt idx="199">
                  <c:v>-0.2837699199781144</c:v>
                </c:pt>
                <c:pt idx="200">
                  <c:v>-0.31584706928390738</c:v>
                </c:pt>
                <c:pt idx="201">
                  <c:v>-0.33308255249299012</c:v>
                </c:pt>
                <c:pt idx="202">
                  <c:v>-0.37965939402229731</c:v>
                </c:pt>
                <c:pt idx="203">
                  <c:v>-0.39470624444292524</c:v>
                </c:pt>
                <c:pt idx="204">
                  <c:v>-0.30681895903153078</c:v>
                </c:pt>
                <c:pt idx="205">
                  <c:v>-0.31707817522741344</c:v>
                </c:pt>
                <c:pt idx="206">
                  <c:v>-0.38431023869776415</c:v>
                </c:pt>
                <c:pt idx="207">
                  <c:v>-0.35866219820805756</c:v>
                </c:pt>
                <c:pt idx="208">
                  <c:v>-0.36249230558785372</c:v>
                </c:pt>
                <c:pt idx="209">
                  <c:v>-0.32419123178989195</c:v>
                </c:pt>
                <c:pt idx="210">
                  <c:v>-0.34436769030846115</c:v>
                </c:pt>
                <c:pt idx="211">
                  <c:v>-0.38006976267013259</c:v>
                </c:pt>
                <c:pt idx="212">
                  <c:v>-0.3728883113330147</c:v>
                </c:pt>
                <c:pt idx="213">
                  <c:v>-0.40469188154025082</c:v>
                </c:pt>
                <c:pt idx="214">
                  <c:v>-0.425825866903769</c:v>
                </c:pt>
                <c:pt idx="215">
                  <c:v>-0.35873059298269661</c:v>
                </c:pt>
                <c:pt idx="216">
                  <c:v>-0.36338143765816344</c:v>
                </c:pt>
                <c:pt idx="217">
                  <c:v>-0.34135832022433532</c:v>
                </c:pt>
                <c:pt idx="218">
                  <c:v>-0.33773339716845674</c:v>
                </c:pt>
                <c:pt idx="219">
                  <c:v>-0.33581834347855866</c:v>
                </c:pt>
                <c:pt idx="220">
                  <c:v>-0.31324806784761683</c:v>
                </c:pt>
                <c:pt idx="221">
                  <c:v>-0.34211066274536661</c:v>
                </c:pt>
                <c:pt idx="222">
                  <c:v>-0.37856507762806957</c:v>
                </c:pt>
                <c:pt idx="223">
                  <c:v>-0.35804664523630436</c:v>
                </c:pt>
                <c:pt idx="224">
                  <c:v>-0.36645920251692821</c:v>
                </c:pt>
                <c:pt idx="225">
                  <c:v>-0.38602010806374443</c:v>
                </c:pt>
                <c:pt idx="226">
                  <c:v>-0.4130360440462354</c:v>
                </c:pt>
                <c:pt idx="227">
                  <c:v>-0.37644483961425401</c:v>
                </c:pt>
                <c:pt idx="228">
                  <c:v>-0.407564462075098</c:v>
                </c:pt>
                <c:pt idx="229">
                  <c:v>-0.41542986115860803</c:v>
                </c:pt>
                <c:pt idx="230">
                  <c:v>-0.40441830244169397</c:v>
                </c:pt>
                <c:pt idx="231">
                  <c:v>-0.44258258669037731</c:v>
                </c:pt>
                <c:pt idx="232">
                  <c:v>-0.48396142534710396</c:v>
                </c:pt>
                <c:pt idx="233">
                  <c:v>-0.45612475206894243</c:v>
                </c:pt>
                <c:pt idx="234">
                  <c:v>-0.41843923124273352</c:v>
                </c:pt>
                <c:pt idx="235">
                  <c:v>-0.41413036044046292</c:v>
                </c:pt>
                <c:pt idx="236">
                  <c:v>-0.39149169003488193</c:v>
                </c:pt>
                <c:pt idx="237">
                  <c:v>-0.39149169003488193</c:v>
                </c:pt>
                <c:pt idx="238">
                  <c:v>-0.38383147527528949</c:v>
                </c:pt>
                <c:pt idx="239">
                  <c:v>-0.43841050543738502</c:v>
                </c:pt>
                <c:pt idx="240">
                  <c:v>-0.41679775665139229</c:v>
                </c:pt>
                <c:pt idx="241">
                  <c:v>-0.40277682785035274</c:v>
                </c:pt>
                <c:pt idx="242">
                  <c:v>-0.4165925723274746</c:v>
                </c:pt>
                <c:pt idx="243">
                  <c:v>-0.39860474659736034</c:v>
                </c:pt>
                <c:pt idx="244">
                  <c:v>-0.37760755078312058</c:v>
                </c:pt>
                <c:pt idx="245">
                  <c:v>-0.38786676697900324</c:v>
                </c:pt>
                <c:pt idx="246">
                  <c:v>-0.38369468572601095</c:v>
                </c:pt>
                <c:pt idx="247">
                  <c:v>-0.39853635182272118</c:v>
                </c:pt>
                <c:pt idx="248">
                  <c:v>-0.3913549004856034</c:v>
                </c:pt>
                <c:pt idx="249">
                  <c:v>-0.39983585254086629</c:v>
                </c:pt>
                <c:pt idx="250">
                  <c:v>-0.37158881061486959</c:v>
                </c:pt>
                <c:pt idx="251">
                  <c:v>-0.37767594555775996</c:v>
                </c:pt>
                <c:pt idx="252">
                  <c:v>-0.38930305724642678</c:v>
                </c:pt>
                <c:pt idx="253">
                  <c:v>-0.39682648245674079</c:v>
                </c:pt>
                <c:pt idx="254">
                  <c:v>-0.40455509199097239</c:v>
                </c:pt>
                <c:pt idx="255">
                  <c:v>-0.41071062170850203</c:v>
                </c:pt>
                <c:pt idx="256">
                  <c:v>-0.40729088297654115</c:v>
                </c:pt>
                <c:pt idx="257">
                  <c:v>-0.40729088297654115</c:v>
                </c:pt>
                <c:pt idx="258">
                  <c:v>-0.40387114424458026</c:v>
                </c:pt>
                <c:pt idx="259">
                  <c:v>-0.40558101361056076</c:v>
                </c:pt>
                <c:pt idx="260">
                  <c:v>-0.39149169003488193</c:v>
                </c:pt>
                <c:pt idx="261">
                  <c:v>-0.38280555365570124</c:v>
                </c:pt>
                <c:pt idx="262">
                  <c:v>-0.38280555365570124</c:v>
                </c:pt>
                <c:pt idx="263">
                  <c:v>-0.36420217495383411</c:v>
                </c:pt>
                <c:pt idx="264">
                  <c:v>-0.36495451747486551</c:v>
                </c:pt>
                <c:pt idx="265">
                  <c:v>-0.36071404144723396</c:v>
                </c:pt>
                <c:pt idx="266">
                  <c:v>-0.37986457834621479</c:v>
                </c:pt>
                <c:pt idx="267">
                  <c:v>-0.37732029272963596</c:v>
                </c:pt>
                <c:pt idx="268">
                  <c:v>-0.39067095273921115</c:v>
                </c:pt>
                <c:pt idx="269">
                  <c:v>-0.40530743451200368</c:v>
                </c:pt>
                <c:pt idx="270">
                  <c:v>-0.40421311811777616</c:v>
                </c:pt>
                <c:pt idx="271">
                  <c:v>-0.42295328636892171</c:v>
                </c:pt>
                <c:pt idx="272">
                  <c:v>-0.42274810204500402</c:v>
                </c:pt>
                <c:pt idx="273">
                  <c:v>-0.41823404691881561</c:v>
                </c:pt>
                <c:pt idx="274">
                  <c:v>-0.41823404691881561</c:v>
                </c:pt>
                <c:pt idx="275">
                  <c:v>-0.44894330073182431</c:v>
                </c:pt>
                <c:pt idx="276">
                  <c:v>-0.42514191915737654</c:v>
                </c:pt>
                <c:pt idx="277">
                  <c:v>-0.43403323986047482</c:v>
                </c:pt>
                <c:pt idx="278">
                  <c:v>-0.43157102797346303</c:v>
                </c:pt>
                <c:pt idx="279">
                  <c:v>-0.42767252581902759</c:v>
                </c:pt>
                <c:pt idx="280">
                  <c:v>-0.42185896997469408</c:v>
                </c:pt>
                <c:pt idx="281">
                  <c:v>-0.40229806442787786</c:v>
                </c:pt>
                <c:pt idx="282">
                  <c:v>-0.42172218042541565</c:v>
                </c:pt>
                <c:pt idx="283">
                  <c:v>-0.433486081663361</c:v>
                </c:pt>
                <c:pt idx="284">
                  <c:v>-0.43519595102934139</c:v>
                </c:pt>
                <c:pt idx="285">
                  <c:v>-0.42726215717119209</c:v>
                </c:pt>
                <c:pt idx="286">
                  <c:v>-0.4300663429314</c:v>
                </c:pt>
                <c:pt idx="287">
                  <c:v>-0.421585390876137</c:v>
                </c:pt>
                <c:pt idx="288">
                  <c:v>-0.40510225018808543</c:v>
                </c:pt>
                <c:pt idx="289">
                  <c:v>-0.40428151289241498</c:v>
                </c:pt>
                <c:pt idx="290">
                  <c:v>-0.43157102797346281</c:v>
                </c:pt>
                <c:pt idx="291">
                  <c:v>-0.42821968401614119</c:v>
                </c:pt>
                <c:pt idx="292">
                  <c:v>-0.42780931536830591</c:v>
                </c:pt>
                <c:pt idx="293">
                  <c:v>-0.43396484508583544</c:v>
                </c:pt>
                <c:pt idx="294">
                  <c:v>-0.43396484508583544</c:v>
                </c:pt>
                <c:pt idx="295">
                  <c:v>-0.45817659530811849</c:v>
                </c:pt>
                <c:pt idx="296">
                  <c:v>-0.4594760960262636</c:v>
                </c:pt>
                <c:pt idx="297">
                  <c:v>-0.46528281239313318</c:v>
                </c:pt>
                <c:pt idx="298">
                  <c:v>-0.47048765474317766</c:v>
                </c:pt>
                <c:pt idx="299">
                  <c:v>-0.48943300731824091</c:v>
                </c:pt>
                <c:pt idx="300">
                  <c:v>-0.47007728609534238</c:v>
                </c:pt>
                <c:pt idx="301">
                  <c:v>-0.47423568839340691</c:v>
                </c:pt>
                <c:pt idx="302">
                  <c:v>-0.48279871417823694</c:v>
                </c:pt>
                <c:pt idx="303">
                  <c:v>-0.49435743109226471</c:v>
                </c:pt>
                <c:pt idx="304">
                  <c:v>-0.51713289104712423</c:v>
                </c:pt>
                <c:pt idx="305">
                  <c:v>-0.52075781410300281</c:v>
                </c:pt>
                <c:pt idx="306">
                  <c:v>-0.50940428151289274</c:v>
                </c:pt>
                <c:pt idx="307">
                  <c:v>-0.52944395048218351</c:v>
                </c:pt>
                <c:pt idx="308">
                  <c:v>-0.52862321318651284</c:v>
                </c:pt>
                <c:pt idx="309">
                  <c:v>-0.53416318993228951</c:v>
                </c:pt>
                <c:pt idx="310">
                  <c:v>-0.50639491142876714</c:v>
                </c:pt>
                <c:pt idx="311">
                  <c:v>-0.50318035702072383</c:v>
                </c:pt>
                <c:pt idx="312">
                  <c:v>-0.48361945147390761</c:v>
                </c:pt>
                <c:pt idx="313">
                  <c:v>-0.47958415977019375</c:v>
                </c:pt>
                <c:pt idx="314">
                  <c:v>-0.48115723958689582</c:v>
                </c:pt>
                <c:pt idx="315">
                  <c:v>-0.46528965187059723</c:v>
                </c:pt>
                <c:pt idx="316">
                  <c:v>-0.45332056630873407</c:v>
                </c:pt>
                <c:pt idx="317">
                  <c:v>-0.46009164899801669</c:v>
                </c:pt>
                <c:pt idx="318">
                  <c:v>-0.4753436837425622</c:v>
                </c:pt>
                <c:pt idx="319">
                  <c:v>-0.43765816291635329</c:v>
                </c:pt>
                <c:pt idx="320">
                  <c:v>-0.44873811640790662</c:v>
                </c:pt>
                <c:pt idx="321">
                  <c:v>-0.4429245605635731</c:v>
                </c:pt>
                <c:pt idx="322">
                  <c:v>-0.43157102797346292</c:v>
                </c:pt>
                <c:pt idx="323">
                  <c:v>-0.44183024416934558</c:v>
                </c:pt>
                <c:pt idx="324">
                  <c:v>-0.46111757061760483</c:v>
                </c:pt>
                <c:pt idx="325">
                  <c:v>-0.45612475206894199</c:v>
                </c:pt>
                <c:pt idx="326">
                  <c:v>-0.44559195677450236</c:v>
                </c:pt>
                <c:pt idx="327">
                  <c:v>-0.42938239518500776</c:v>
                </c:pt>
                <c:pt idx="328">
                  <c:v>-0.42370562888995267</c:v>
                </c:pt>
                <c:pt idx="329">
                  <c:v>-0.42821968401614108</c:v>
                </c:pt>
                <c:pt idx="330">
                  <c:v>-0.44155666507078839</c:v>
                </c:pt>
                <c:pt idx="331">
                  <c:v>-0.43553792490253729</c:v>
                </c:pt>
                <c:pt idx="332">
                  <c:v>-0.41310443882087389</c:v>
                </c:pt>
                <c:pt idx="333">
                  <c:v>-0.41310443882087389</c:v>
                </c:pt>
                <c:pt idx="334">
                  <c:v>-0.41296764927159557</c:v>
                </c:pt>
                <c:pt idx="335">
                  <c:v>-0.4230900759181998</c:v>
                </c:pt>
                <c:pt idx="336">
                  <c:v>-0.41693454620067028</c:v>
                </c:pt>
                <c:pt idx="337">
                  <c:v>-0.40838519937076811</c:v>
                </c:pt>
                <c:pt idx="338">
                  <c:v>-0.40441830244169341</c:v>
                </c:pt>
                <c:pt idx="339">
                  <c:v>-0.42938239518500776</c:v>
                </c:pt>
                <c:pt idx="340">
                  <c:v>-0.41823404691881527</c:v>
                </c:pt>
                <c:pt idx="341">
                  <c:v>-0.42179057520005458</c:v>
                </c:pt>
                <c:pt idx="342">
                  <c:v>-0.41611380890499949</c:v>
                </c:pt>
                <c:pt idx="343">
                  <c:v>-0.40729088297654048</c:v>
                </c:pt>
                <c:pt idx="344">
                  <c:v>-0.4128992544969563</c:v>
                </c:pt>
                <c:pt idx="345">
                  <c:v>-0.41474591341221523</c:v>
                </c:pt>
                <c:pt idx="346">
                  <c:v>-0.40229806442787763</c:v>
                </c:pt>
                <c:pt idx="347">
                  <c:v>-0.40209288010395994</c:v>
                </c:pt>
                <c:pt idx="348">
                  <c:v>-0.39887832569591675</c:v>
                </c:pt>
                <c:pt idx="349">
                  <c:v>-0.37842828807879081</c:v>
                </c:pt>
                <c:pt idx="350">
                  <c:v>-0.38054852609260659</c:v>
                </c:pt>
                <c:pt idx="351">
                  <c:v>-0.36980370699678533</c:v>
                </c:pt>
                <c:pt idx="352">
                  <c:v>-0.37856507762806912</c:v>
                </c:pt>
                <c:pt idx="353">
                  <c:v>-0.36406538540455502</c:v>
                </c:pt>
                <c:pt idx="354">
                  <c:v>-0.37596607619177902</c:v>
                </c:pt>
                <c:pt idx="355">
                  <c:v>-0.37781273510703783</c:v>
                </c:pt>
                <c:pt idx="356">
                  <c:v>-0.39347513849941862</c:v>
                </c:pt>
                <c:pt idx="357">
                  <c:v>-0.38827713562683819</c:v>
                </c:pt>
                <c:pt idx="358">
                  <c:v>-0.39326995417550115</c:v>
                </c:pt>
                <c:pt idx="359">
                  <c:v>-0.37603447096641829</c:v>
                </c:pt>
                <c:pt idx="360">
                  <c:v>-0.37678681348744969</c:v>
                </c:pt>
                <c:pt idx="361">
                  <c:v>-0.38095889474044198</c:v>
                </c:pt>
                <c:pt idx="362">
                  <c:v>-0.38985021544354037</c:v>
                </c:pt>
                <c:pt idx="363">
                  <c:v>-0.39114971616168548</c:v>
                </c:pt>
                <c:pt idx="364">
                  <c:v>-0.39114971616168548</c:v>
                </c:pt>
                <c:pt idx="365">
                  <c:v>-0.37555570754394385</c:v>
                </c:pt>
                <c:pt idx="366">
                  <c:v>-0.38670405581013634</c:v>
                </c:pt>
                <c:pt idx="367">
                  <c:v>-0.37815470898023418</c:v>
                </c:pt>
                <c:pt idx="368">
                  <c:v>-0.36714315026332012</c:v>
                </c:pt>
                <c:pt idx="369">
                  <c:v>-0.35182272074413545</c:v>
                </c:pt>
                <c:pt idx="370">
                  <c:v>-0.35127556254702164</c:v>
                </c:pt>
                <c:pt idx="371">
                  <c:v>-0.35948293550372767</c:v>
                </c:pt>
                <c:pt idx="372">
                  <c:v>-0.35346419533547646</c:v>
                </c:pt>
                <c:pt idx="373">
                  <c:v>-0.35332740578619803</c:v>
                </c:pt>
                <c:pt idx="374">
                  <c:v>-0.35599480199712752</c:v>
                </c:pt>
                <c:pt idx="375">
                  <c:v>-0.35271185281444506</c:v>
                </c:pt>
                <c:pt idx="376">
                  <c:v>-0.35435332740578629</c:v>
                </c:pt>
                <c:pt idx="377">
                  <c:v>-0.35148074687093933</c:v>
                </c:pt>
                <c:pt idx="378">
                  <c:v>-0.34970248273031967</c:v>
                </c:pt>
                <c:pt idx="379">
                  <c:v>-0.36461254360166906</c:v>
                </c:pt>
                <c:pt idx="380">
                  <c:v>-0.37323028520621049</c:v>
                </c:pt>
                <c:pt idx="381">
                  <c:v>-0.37384583817796346</c:v>
                </c:pt>
                <c:pt idx="382">
                  <c:v>-0.36927022775459983</c:v>
                </c:pt>
                <c:pt idx="383">
                  <c:v>-0.37049449422064173</c:v>
                </c:pt>
                <c:pt idx="384">
                  <c:v>-0.38937145202106582</c:v>
                </c:pt>
                <c:pt idx="385">
                  <c:v>-0.38889268859859139</c:v>
                </c:pt>
                <c:pt idx="386">
                  <c:v>-0.38363996990629945</c:v>
                </c:pt>
                <c:pt idx="387">
                  <c:v>-0.37022091512208499</c:v>
                </c:pt>
                <c:pt idx="388">
                  <c:v>-0.37186238971342622</c:v>
                </c:pt>
                <c:pt idx="389">
                  <c:v>-0.36598043909445344</c:v>
                </c:pt>
                <c:pt idx="390">
                  <c:v>-0.37111004719239471</c:v>
                </c:pt>
                <c:pt idx="391">
                  <c:v>-0.36851104575610438</c:v>
                </c:pt>
                <c:pt idx="392">
                  <c:v>-0.38574652896518724</c:v>
                </c:pt>
                <c:pt idx="393">
                  <c:v>-0.38574652896518724</c:v>
                </c:pt>
                <c:pt idx="394">
                  <c:v>-0.38581492373982651</c:v>
                </c:pt>
                <c:pt idx="395">
                  <c:v>-0.39771561452705029</c:v>
                </c:pt>
                <c:pt idx="396">
                  <c:v>-0.39812598317488557</c:v>
                </c:pt>
                <c:pt idx="397">
                  <c:v>-0.39696327200601889</c:v>
                </c:pt>
                <c:pt idx="398">
                  <c:v>-0.39839956227344253</c:v>
                </c:pt>
                <c:pt idx="399">
                  <c:v>-0.38374940154572212</c:v>
                </c:pt>
                <c:pt idx="400">
                  <c:v>-0.38027494699404985</c:v>
                </c:pt>
                <c:pt idx="401">
                  <c:v>-0.36215033171465716</c:v>
                </c:pt>
                <c:pt idx="402">
                  <c:v>-0.35606319677176679</c:v>
                </c:pt>
                <c:pt idx="403">
                  <c:v>-0.35619998632104533</c:v>
                </c:pt>
                <c:pt idx="404">
                  <c:v>-0.34935366937965961</c:v>
                </c:pt>
                <c:pt idx="405">
                  <c:v>-0.34635113877299795</c:v>
                </c:pt>
                <c:pt idx="406">
                  <c:v>-0.34648792832227637</c:v>
                </c:pt>
                <c:pt idx="407">
                  <c:v>-0.33204979139593749</c:v>
                </c:pt>
                <c:pt idx="408">
                  <c:v>-0.32932083988783267</c:v>
                </c:pt>
                <c:pt idx="409">
                  <c:v>-0.32733739142329543</c:v>
                </c:pt>
                <c:pt idx="410">
                  <c:v>-0.33048355105669946</c:v>
                </c:pt>
                <c:pt idx="411">
                  <c:v>-0.33211134669311282</c:v>
                </c:pt>
                <c:pt idx="412">
                  <c:v>-0.32514875863484038</c:v>
                </c:pt>
                <c:pt idx="413">
                  <c:v>-0.3241912317898914</c:v>
                </c:pt>
                <c:pt idx="414">
                  <c:v>-0.31304288352369891</c:v>
                </c:pt>
                <c:pt idx="415">
                  <c:v>-0.31126461938307914</c:v>
                </c:pt>
                <c:pt idx="416">
                  <c:v>-0.3132480678476165</c:v>
                </c:pt>
                <c:pt idx="417">
                  <c:v>-0.31680459612885581</c:v>
                </c:pt>
                <c:pt idx="418">
                  <c:v>-0.30783120169619038</c:v>
                </c:pt>
                <c:pt idx="419">
                  <c:v>-0.30928117091854179</c:v>
                </c:pt>
                <c:pt idx="420">
                  <c:v>-0.31789891252308311</c:v>
                </c:pt>
                <c:pt idx="421">
                  <c:v>-0.3105806716366869</c:v>
                </c:pt>
                <c:pt idx="422">
                  <c:v>-0.3053142739894672</c:v>
                </c:pt>
                <c:pt idx="423">
                  <c:v>-0.31064906641132606</c:v>
                </c:pt>
                <c:pt idx="424">
                  <c:v>-0.32761097052185206</c:v>
                </c:pt>
                <c:pt idx="425">
                  <c:v>-0.32227617809999309</c:v>
                </c:pt>
                <c:pt idx="426">
                  <c:v>-0.31632583270638115</c:v>
                </c:pt>
                <c:pt idx="427">
                  <c:v>-0.30928117091854179</c:v>
                </c:pt>
                <c:pt idx="428">
                  <c:v>-0.29573900553997667</c:v>
                </c:pt>
                <c:pt idx="429">
                  <c:v>-0.29580740031461594</c:v>
                </c:pt>
                <c:pt idx="430">
                  <c:v>-0.29443950482183168</c:v>
                </c:pt>
                <c:pt idx="431">
                  <c:v>-0.29437111004719241</c:v>
                </c:pt>
                <c:pt idx="432">
                  <c:v>-0.29279803023049045</c:v>
                </c:pt>
                <c:pt idx="433">
                  <c:v>-0.29293481977976898</c:v>
                </c:pt>
                <c:pt idx="434">
                  <c:v>-0.29922713904657694</c:v>
                </c:pt>
                <c:pt idx="435">
                  <c:v>-0.31468435811504003</c:v>
                </c:pt>
                <c:pt idx="436">
                  <c:v>-0.31728335955133036</c:v>
                </c:pt>
                <c:pt idx="437">
                  <c:v>-0.31160659325627527</c:v>
                </c:pt>
                <c:pt idx="438">
                  <c:v>-0.30196293003214569</c:v>
                </c:pt>
                <c:pt idx="439">
                  <c:v>-0.30196293003214569</c:v>
                </c:pt>
                <c:pt idx="440">
                  <c:v>-0.29594418986389459</c:v>
                </c:pt>
                <c:pt idx="441">
                  <c:v>-0.29054100266739635</c:v>
                </c:pt>
                <c:pt idx="442">
                  <c:v>-0.2832911565556393</c:v>
                </c:pt>
                <c:pt idx="443">
                  <c:v>-0.28342794610491773</c:v>
                </c:pt>
                <c:pt idx="444">
                  <c:v>-0.27993981259831757</c:v>
                </c:pt>
                <c:pt idx="445">
                  <c:v>-0.27693044251419197</c:v>
                </c:pt>
                <c:pt idx="446">
                  <c:v>-0.26598727857191717</c:v>
                </c:pt>
                <c:pt idx="447">
                  <c:v>-0.2670815949661447</c:v>
                </c:pt>
                <c:pt idx="448">
                  <c:v>-0.2700909650502703</c:v>
                </c:pt>
                <c:pt idx="449">
                  <c:v>-0.27193762396552912</c:v>
                </c:pt>
                <c:pt idx="450">
                  <c:v>-0.26769714793789767</c:v>
                </c:pt>
                <c:pt idx="451">
                  <c:v>-0.27378428288078793</c:v>
                </c:pt>
                <c:pt idx="452">
                  <c:v>-0.28178647151357639</c:v>
                </c:pt>
                <c:pt idx="453">
                  <c:v>-0.28561657889337266</c:v>
                </c:pt>
                <c:pt idx="454">
                  <c:v>-0.27282675603583906</c:v>
                </c:pt>
                <c:pt idx="455">
                  <c:v>-0.27501538882429399</c:v>
                </c:pt>
                <c:pt idx="456">
                  <c:v>-0.2778195745845019</c:v>
                </c:pt>
                <c:pt idx="457">
                  <c:v>-0.2955338212160592</c:v>
                </c:pt>
                <c:pt idx="458">
                  <c:v>-0.29902195472265924</c:v>
                </c:pt>
                <c:pt idx="459">
                  <c:v>-0.288557554202859</c:v>
                </c:pt>
                <c:pt idx="460">
                  <c:v>-0.2783667327816155</c:v>
                </c:pt>
                <c:pt idx="461">
                  <c:v>-0.27638328431707826</c:v>
                </c:pt>
                <c:pt idx="462">
                  <c:v>-0.27084330757130171</c:v>
                </c:pt>
                <c:pt idx="463">
                  <c:v>-0.26639764721975245</c:v>
                </c:pt>
                <c:pt idx="464">
                  <c:v>-0.26352506668490527</c:v>
                </c:pt>
                <c:pt idx="465">
                  <c:v>-0.26502975172696819</c:v>
                </c:pt>
                <c:pt idx="466">
                  <c:v>-0.25237671841871301</c:v>
                </c:pt>
                <c:pt idx="467">
                  <c:v>-0.24964092743314437</c:v>
                </c:pt>
                <c:pt idx="468">
                  <c:v>-0.25524929895356019</c:v>
                </c:pt>
                <c:pt idx="469">
                  <c:v>-0.24909376923603044</c:v>
                </c:pt>
                <c:pt idx="470">
                  <c:v>-0.2530538266876412</c:v>
                </c:pt>
                <c:pt idx="471">
                  <c:v>-0.25976335407974838</c:v>
                </c:pt>
                <c:pt idx="472">
                  <c:v>-0.25223992886943447</c:v>
                </c:pt>
                <c:pt idx="473">
                  <c:v>-0.26078927569933663</c:v>
                </c:pt>
                <c:pt idx="474">
                  <c:v>-0.26879146433212509</c:v>
                </c:pt>
                <c:pt idx="475">
                  <c:v>-0.2721428082894467</c:v>
                </c:pt>
                <c:pt idx="476">
                  <c:v>-0.28589015799192941</c:v>
                </c:pt>
                <c:pt idx="477">
                  <c:v>-0.27056972847274463</c:v>
                </c:pt>
                <c:pt idx="478">
                  <c:v>-0.29170371383626281</c:v>
                </c:pt>
                <c:pt idx="479">
                  <c:v>-0.28650571096368227</c:v>
                </c:pt>
                <c:pt idx="480">
                  <c:v>-0.28424868340058806</c:v>
                </c:pt>
                <c:pt idx="481">
                  <c:v>-0.28240202448532914</c:v>
                </c:pt>
                <c:pt idx="482">
                  <c:v>-0.26920114903221382</c:v>
                </c:pt>
                <c:pt idx="483">
                  <c:v>-0.26728677929006206</c:v>
                </c:pt>
                <c:pt idx="484">
                  <c:v>-0.25059845427809302</c:v>
                </c:pt>
                <c:pt idx="485">
                  <c:v>-0.25046166472881448</c:v>
                </c:pt>
                <c:pt idx="486">
                  <c:v>-0.24663155734901832</c:v>
                </c:pt>
                <c:pt idx="487">
                  <c:v>-0.25429177210861076</c:v>
                </c:pt>
                <c:pt idx="488">
                  <c:v>-0.25025648040489679</c:v>
                </c:pt>
                <c:pt idx="489">
                  <c:v>-0.23938171123726126</c:v>
                </c:pt>
                <c:pt idx="490">
                  <c:v>-0.23849941864441537</c:v>
                </c:pt>
                <c:pt idx="491">
                  <c:v>-0.23897134258942598</c:v>
                </c:pt>
                <c:pt idx="492">
                  <c:v>-0.24888858491211252</c:v>
                </c:pt>
                <c:pt idx="493">
                  <c:v>-0.25155598112304189</c:v>
                </c:pt>
                <c:pt idx="494">
                  <c:v>-0.24204910744819064</c:v>
                </c:pt>
                <c:pt idx="495">
                  <c:v>-0.24088639627932384</c:v>
                </c:pt>
                <c:pt idx="496">
                  <c:v>-0.23821900006839436</c:v>
                </c:pt>
                <c:pt idx="497">
                  <c:v>-0.23821900006839436</c:v>
                </c:pt>
                <c:pt idx="498">
                  <c:v>-0.25059845427809269</c:v>
                </c:pt>
                <c:pt idx="499">
                  <c:v>-0.24806784761644163</c:v>
                </c:pt>
                <c:pt idx="500">
                  <c:v>-0.23876615826550796</c:v>
                </c:pt>
                <c:pt idx="501">
                  <c:v>-0.23910813213870397</c:v>
                </c:pt>
                <c:pt idx="502">
                  <c:v>-0.24505847753231591</c:v>
                </c:pt>
                <c:pt idx="503">
                  <c:v>-0.24074960673004508</c:v>
                </c:pt>
                <c:pt idx="504">
                  <c:v>-0.24191231789891177</c:v>
                </c:pt>
                <c:pt idx="505">
                  <c:v>-0.25032487517953561</c:v>
                </c:pt>
                <c:pt idx="506">
                  <c:v>-0.24751384994186376</c:v>
                </c:pt>
                <c:pt idx="507">
                  <c:v>-0.24328021339169625</c:v>
                </c:pt>
                <c:pt idx="508">
                  <c:v>-0.24006565898365295</c:v>
                </c:pt>
                <c:pt idx="509">
                  <c:v>-0.23486765611107241</c:v>
                </c:pt>
                <c:pt idx="510">
                  <c:v>-0.23842418439231183</c:v>
                </c:pt>
                <c:pt idx="511">
                  <c:v>-0.23726147322344504</c:v>
                </c:pt>
                <c:pt idx="512">
                  <c:v>-0.24642637302510018</c:v>
                </c:pt>
                <c:pt idx="513">
                  <c:v>-0.2462211887011827</c:v>
                </c:pt>
                <c:pt idx="514">
                  <c:v>-0.23856097394159026</c:v>
                </c:pt>
                <c:pt idx="515">
                  <c:v>-0.2358251829560214</c:v>
                </c:pt>
                <c:pt idx="516">
                  <c:v>-0.2343204979139587</c:v>
                </c:pt>
                <c:pt idx="517">
                  <c:v>-0.23069557485808023</c:v>
                </c:pt>
                <c:pt idx="518">
                  <c:v>-0.23069557485808023</c:v>
                </c:pt>
                <c:pt idx="519">
                  <c:v>-0.229054100266739</c:v>
                </c:pt>
                <c:pt idx="520">
                  <c:v>-0.23013473770603865</c:v>
                </c:pt>
                <c:pt idx="521">
                  <c:v>-0.23042199575952338</c:v>
                </c:pt>
                <c:pt idx="522">
                  <c:v>-0.23780863142055886</c:v>
                </c:pt>
                <c:pt idx="523">
                  <c:v>-0.23780863142055886</c:v>
                </c:pt>
                <c:pt idx="524">
                  <c:v>-0.22488201901374683</c:v>
                </c:pt>
                <c:pt idx="525">
                  <c:v>-0.22283017577457032</c:v>
                </c:pt>
                <c:pt idx="526">
                  <c:v>-0.22228301757745661</c:v>
                </c:pt>
                <c:pt idx="527">
                  <c:v>-0.21900006839477415</c:v>
                </c:pt>
                <c:pt idx="528">
                  <c:v>-0.21640106695848393</c:v>
                </c:pt>
                <c:pt idx="529">
                  <c:v>-0.2153067505642563</c:v>
                </c:pt>
                <c:pt idx="530">
                  <c:v>-0.22262499145065262</c:v>
                </c:pt>
                <c:pt idx="531">
                  <c:v>-0.2160590930852877</c:v>
                </c:pt>
                <c:pt idx="532">
                  <c:v>-0.21393885507147192</c:v>
                </c:pt>
                <c:pt idx="533">
                  <c:v>-0.22276178099993105</c:v>
                </c:pt>
                <c:pt idx="534">
                  <c:v>-0.22276178099993105</c:v>
                </c:pt>
                <c:pt idx="535">
                  <c:v>-0.21304972300116221</c:v>
                </c:pt>
                <c:pt idx="536">
                  <c:v>-0.22105191163395066</c:v>
                </c:pt>
                <c:pt idx="537">
                  <c:v>-0.23603036727993931</c:v>
                </c:pt>
                <c:pt idx="538">
                  <c:v>-0.25306066616510459</c:v>
                </c:pt>
                <c:pt idx="539">
                  <c:v>-0.24923055878530842</c:v>
                </c:pt>
                <c:pt idx="540">
                  <c:v>-0.25237671841871245</c:v>
                </c:pt>
                <c:pt idx="541">
                  <c:v>-0.24882019013747314</c:v>
                </c:pt>
                <c:pt idx="542">
                  <c:v>-0.25743793174201457</c:v>
                </c:pt>
                <c:pt idx="543">
                  <c:v>-0.26550851514944218</c:v>
                </c:pt>
                <c:pt idx="544">
                  <c:v>-0.25408658778469284</c:v>
                </c:pt>
                <c:pt idx="545">
                  <c:v>-0.24505847753231613</c:v>
                </c:pt>
                <c:pt idx="546">
                  <c:v>-0.24882019013747314</c:v>
                </c:pt>
                <c:pt idx="547">
                  <c:v>-0.27200601874016794</c:v>
                </c:pt>
                <c:pt idx="548">
                  <c:v>-0.27050133369810514</c:v>
                </c:pt>
                <c:pt idx="549">
                  <c:v>-0.27576773134532495</c:v>
                </c:pt>
                <c:pt idx="550">
                  <c:v>-0.26667122631830908</c:v>
                </c:pt>
                <c:pt idx="551">
                  <c:v>-0.26810751658573262</c:v>
                </c:pt>
                <c:pt idx="552">
                  <c:v>-0.26044730182614029</c:v>
                </c:pt>
                <c:pt idx="553">
                  <c:v>-0.26106285479789315</c:v>
                </c:pt>
                <c:pt idx="554">
                  <c:v>-0.26106285479789315</c:v>
                </c:pt>
                <c:pt idx="555">
                  <c:v>-0.24943574310922623</c:v>
                </c:pt>
                <c:pt idx="556">
                  <c:v>-0.2458792148279868</c:v>
                </c:pt>
                <c:pt idx="557">
                  <c:v>-0.24143355447643777</c:v>
                </c:pt>
                <c:pt idx="558">
                  <c:v>-0.23986047465973581</c:v>
                </c:pt>
                <c:pt idx="559">
                  <c:v>-0.23972368511045727</c:v>
                </c:pt>
                <c:pt idx="560">
                  <c:v>-0.24895697968675157</c:v>
                </c:pt>
                <c:pt idx="561">
                  <c:v>-0.24204910744819064</c:v>
                </c:pt>
                <c:pt idx="562">
                  <c:v>-0.24307502906777878</c:v>
                </c:pt>
                <c:pt idx="563">
                  <c:v>-0.24259626564530434</c:v>
                </c:pt>
                <c:pt idx="564">
                  <c:v>-0.23473086656179432</c:v>
                </c:pt>
                <c:pt idx="565">
                  <c:v>-0.23261062854797854</c:v>
                </c:pt>
                <c:pt idx="566">
                  <c:v>-0.23192668080158652</c:v>
                </c:pt>
                <c:pt idx="567">
                  <c:v>-0.2295944189863891</c:v>
                </c:pt>
                <c:pt idx="568">
                  <c:v>-0.21858969974693898</c:v>
                </c:pt>
                <c:pt idx="569">
                  <c:v>-0.21845291019766055</c:v>
                </c:pt>
                <c:pt idx="570">
                  <c:v>-0.21715340947951534</c:v>
                </c:pt>
                <c:pt idx="571">
                  <c:v>-0.21366527597291518</c:v>
                </c:pt>
                <c:pt idx="572">
                  <c:v>-0.21038232679023261</c:v>
                </c:pt>
                <c:pt idx="573">
                  <c:v>-0.21031393201559345</c:v>
                </c:pt>
                <c:pt idx="574">
                  <c:v>-0.21010874769167576</c:v>
                </c:pt>
                <c:pt idx="575">
                  <c:v>-0.20381642842486769</c:v>
                </c:pt>
                <c:pt idx="576">
                  <c:v>-0.1990971889747617</c:v>
                </c:pt>
                <c:pt idx="577">
                  <c:v>-0.19952465631625682</c:v>
                </c:pt>
                <c:pt idx="578">
                  <c:v>-0.2068257985089933</c:v>
                </c:pt>
                <c:pt idx="579">
                  <c:v>-0.20256822378770201</c:v>
                </c:pt>
                <c:pt idx="580">
                  <c:v>-0.19697695096094603</c:v>
                </c:pt>
                <c:pt idx="581">
                  <c:v>-0.20087545311538135</c:v>
                </c:pt>
                <c:pt idx="582">
                  <c:v>-0.20217495383352646</c:v>
                </c:pt>
                <c:pt idx="583">
                  <c:v>-0.20264003830107324</c:v>
                </c:pt>
                <c:pt idx="584">
                  <c:v>-0.19759250393269889</c:v>
                </c:pt>
                <c:pt idx="585">
                  <c:v>-0.19704534573558508</c:v>
                </c:pt>
                <c:pt idx="586">
                  <c:v>-0.19978113672115383</c:v>
                </c:pt>
                <c:pt idx="587">
                  <c:v>-0.19430955475001643</c:v>
                </c:pt>
                <c:pt idx="588">
                  <c:v>-0.19430955475001643</c:v>
                </c:pt>
                <c:pt idx="589">
                  <c:v>-0.18774365638465151</c:v>
                </c:pt>
                <c:pt idx="590">
                  <c:v>-0.18582860269475332</c:v>
                </c:pt>
                <c:pt idx="591">
                  <c:v>-0.19047944737022016</c:v>
                </c:pt>
                <c:pt idx="592">
                  <c:v>-0.1876581629163524</c:v>
                </c:pt>
                <c:pt idx="593">
                  <c:v>-0.18234046918815328</c:v>
                </c:pt>
                <c:pt idx="594">
                  <c:v>-0.18104096847000806</c:v>
                </c:pt>
                <c:pt idx="595">
                  <c:v>-0.18042541549825519</c:v>
                </c:pt>
                <c:pt idx="596">
                  <c:v>-0.17112372614732163</c:v>
                </c:pt>
                <c:pt idx="597">
                  <c:v>-0.17043977840092939</c:v>
                </c:pt>
                <c:pt idx="598">
                  <c:v>-0.18363996990629849</c:v>
                </c:pt>
                <c:pt idx="599">
                  <c:v>-0.18056220504753373</c:v>
                </c:pt>
                <c:pt idx="600">
                  <c:v>-0.17324396416113741</c:v>
                </c:pt>
                <c:pt idx="601">
                  <c:v>-0.17474864920320021</c:v>
                </c:pt>
                <c:pt idx="602">
                  <c:v>-0.17228643731618842</c:v>
                </c:pt>
                <c:pt idx="603">
                  <c:v>-0.16686615142603034</c:v>
                </c:pt>
                <c:pt idx="604">
                  <c:v>-0.17002940975309422</c:v>
                </c:pt>
                <c:pt idx="605">
                  <c:v>-0.1896587100745496</c:v>
                </c:pt>
                <c:pt idx="606">
                  <c:v>-0.18350318035702007</c:v>
                </c:pt>
                <c:pt idx="607">
                  <c:v>-0.17339785240407557</c:v>
                </c:pt>
                <c:pt idx="608">
                  <c:v>-0.18738458381779566</c:v>
                </c:pt>
                <c:pt idx="609">
                  <c:v>-0.17686888721701599</c:v>
                </c:pt>
                <c:pt idx="610">
                  <c:v>-0.19622460843991452</c:v>
                </c:pt>
                <c:pt idx="611">
                  <c:v>-0.20101224266465978</c:v>
                </c:pt>
                <c:pt idx="612">
                  <c:v>-0.22753573626974832</c:v>
                </c:pt>
                <c:pt idx="613">
                  <c:v>-0.23903973736406459</c:v>
                </c:pt>
                <c:pt idx="614">
                  <c:v>-0.20552629779084797</c:v>
                </c:pt>
                <c:pt idx="615">
                  <c:v>-0.20778332535394217</c:v>
                </c:pt>
                <c:pt idx="616">
                  <c:v>-0.19670337186238895</c:v>
                </c:pt>
                <c:pt idx="617">
                  <c:v>-0.20668900895971476</c:v>
                </c:pt>
                <c:pt idx="618">
                  <c:v>-0.22105191163395044</c:v>
                </c:pt>
                <c:pt idx="619">
                  <c:v>-0.22064154298611505</c:v>
                </c:pt>
                <c:pt idx="620">
                  <c:v>-0.23124273305519372</c:v>
                </c:pt>
                <c:pt idx="621">
                  <c:v>-0.2356199986321037</c:v>
                </c:pt>
                <c:pt idx="622">
                  <c:v>-0.26448259352985359</c:v>
                </c:pt>
                <c:pt idx="623">
                  <c:v>-0.25371041652417692</c:v>
                </c:pt>
                <c:pt idx="624">
                  <c:v>-0.26331988236098702</c:v>
                </c:pt>
                <c:pt idx="625">
                  <c:v>-0.26258121879488339</c:v>
                </c:pt>
                <c:pt idx="626">
                  <c:v>-0.26701320019150465</c:v>
                </c:pt>
                <c:pt idx="627">
                  <c:v>-0.24245947609602547</c:v>
                </c:pt>
                <c:pt idx="628">
                  <c:v>-0.25197318924834067</c:v>
                </c:pt>
                <c:pt idx="629">
                  <c:v>-0.25197318924834067</c:v>
                </c:pt>
                <c:pt idx="630">
                  <c:v>-0.26455098830449275</c:v>
                </c:pt>
                <c:pt idx="631">
                  <c:v>-0.24540045140551192</c:v>
                </c:pt>
                <c:pt idx="632">
                  <c:v>-0.24280144996922159</c:v>
                </c:pt>
                <c:pt idx="633">
                  <c:v>-0.26940701730387728</c:v>
                </c:pt>
                <c:pt idx="634">
                  <c:v>-0.27850352233089326</c:v>
                </c:pt>
                <c:pt idx="635">
                  <c:v>-0.27077491279666155</c:v>
                </c:pt>
                <c:pt idx="636">
                  <c:v>-0.27467341495109698</c:v>
                </c:pt>
                <c:pt idx="637">
                  <c:v>-0.25347103481293953</c:v>
                </c:pt>
                <c:pt idx="638">
                  <c:v>-0.24984611175706106</c:v>
                </c:pt>
                <c:pt idx="639">
                  <c:v>-0.25101566240339168</c:v>
                </c:pt>
                <c:pt idx="640">
                  <c:v>-0.23397852404076247</c:v>
                </c:pt>
                <c:pt idx="641">
                  <c:v>-0.23425210313931943</c:v>
                </c:pt>
                <c:pt idx="642">
                  <c:v>-0.23302099719581348</c:v>
                </c:pt>
                <c:pt idx="643">
                  <c:v>-0.23583202243348533</c:v>
                </c:pt>
                <c:pt idx="644">
                  <c:v>-0.23801381574447644</c:v>
                </c:pt>
                <c:pt idx="645">
                  <c:v>-0.25059845427809258</c:v>
                </c:pt>
                <c:pt idx="646">
                  <c:v>-0.25292387661582594</c:v>
                </c:pt>
                <c:pt idx="647">
                  <c:v>-0.26530333082552437</c:v>
                </c:pt>
                <c:pt idx="648">
                  <c:v>-0.26224266466041934</c:v>
                </c:pt>
                <c:pt idx="649">
                  <c:v>-0.26455098830449297</c:v>
                </c:pt>
                <c:pt idx="650">
                  <c:v>-0.28725805348471334</c:v>
                </c:pt>
                <c:pt idx="651">
                  <c:v>-0.29402913617399584</c:v>
                </c:pt>
                <c:pt idx="652">
                  <c:v>-0.29717529580739976</c:v>
                </c:pt>
                <c:pt idx="653">
                  <c:v>-0.30100540318719593</c:v>
                </c:pt>
                <c:pt idx="654">
                  <c:v>-0.30100540318719593</c:v>
                </c:pt>
                <c:pt idx="655">
                  <c:v>-0.29642295328636825</c:v>
                </c:pt>
                <c:pt idx="656">
                  <c:v>-0.27428014499692166</c:v>
                </c:pt>
                <c:pt idx="657">
                  <c:v>-0.26708159496614403</c:v>
                </c:pt>
                <c:pt idx="658">
                  <c:v>-0.26161001299500664</c:v>
                </c:pt>
                <c:pt idx="659">
                  <c:v>-0.26113124957253198</c:v>
                </c:pt>
                <c:pt idx="660">
                  <c:v>-0.2499829013063396</c:v>
                </c:pt>
                <c:pt idx="661">
                  <c:v>-0.25004445660351493</c:v>
                </c:pt>
                <c:pt idx="662">
                  <c:v>-0.24984611175706106</c:v>
                </c:pt>
                <c:pt idx="663">
                  <c:v>-0.27050133369810492</c:v>
                </c:pt>
                <c:pt idx="664">
                  <c:v>-0.26619246289583409</c:v>
                </c:pt>
                <c:pt idx="665">
                  <c:v>-0.2580534847137671</c:v>
                </c:pt>
                <c:pt idx="666">
                  <c:v>-0.26769714793789678</c:v>
                </c:pt>
                <c:pt idx="667">
                  <c:v>-0.25134395732165982</c:v>
                </c:pt>
                <c:pt idx="668">
                  <c:v>-0.24485329320839799</c:v>
                </c:pt>
                <c:pt idx="669">
                  <c:v>-0.23698789412488785</c:v>
                </c:pt>
                <c:pt idx="670">
                  <c:v>-0.23705628889952712</c:v>
                </c:pt>
                <c:pt idx="671">
                  <c:v>-0.2419807126735507</c:v>
                </c:pt>
                <c:pt idx="672">
                  <c:v>-0.24567403050406833</c:v>
                </c:pt>
                <c:pt idx="673">
                  <c:v>-0.24581082005334676</c:v>
                </c:pt>
                <c:pt idx="674">
                  <c:v>-0.22878052116818148</c:v>
                </c:pt>
                <c:pt idx="675">
                  <c:v>-0.23247383899869922</c:v>
                </c:pt>
                <c:pt idx="676">
                  <c:v>-0.22734423090075795</c:v>
                </c:pt>
                <c:pt idx="677">
                  <c:v>-0.22816496819642862</c:v>
                </c:pt>
                <c:pt idx="678">
                  <c:v>-0.23129744887490478</c:v>
                </c:pt>
                <c:pt idx="679">
                  <c:v>-0.22719376239655165</c:v>
                </c:pt>
                <c:pt idx="680">
                  <c:v>-0.23141371999179139</c:v>
                </c:pt>
                <c:pt idx="681">
                  <c:v>-0.25244511319335083</c:v>
                </c:pt>
                <c:pt idx="682">
                  <c:v>-0.2570275630941784</c:v>
                </c:pt>
                <c:pt idx="683">
                  <c:v>-0.25921619588263334</c:v>
                </c:pt>
                <c:pt idx="684">
                  <c:v>-0.25955816975582946</c:v>
                </c:pt>
                <c:pt idx="685">
                  <c:v>-0.25046166472881348</c:v>
                </c:pt>
                <c:pt idx="686">
                  <c:v>-0.24909376923602911</c:v>
                </c:pt>
                <c:pt idx="687">
                  <c:v>-0.26215717119211979</c:v>
                </c:pt>
                <c:pt idx="688">
                  <c:v>-0.26455098830449242</c:v>
                </c:pt>
                <c:pt idx="689">
                  <c:v>-0.26733055194583022</c:v>
                </c:pt>
                <c:pt idx="690">
                  <c:v>-0.27822994323233596</c:v>
                </c:pt>
                <c:pt idx="691">
                  <c:v>-0.27542575747212805</c:v>
                </c:pt>
                <c:pt idx="692">
                  <c:v>-0.28028178647151247</c:v>
                </c:pt>
                <c:pt idx="693">
                  <c:v>-0.26913343820531999</c:v>
                </c:pt>
                <c:pt idx="694">
                  <c:v>-0.27972778879693472</c:v>
                </c:pt>
                <c:pt idx="695">
                  <c:v>-0.27973462827439866</c:v>
                </c:pt>
                <c:pt idx="696">
                  <c:v>-0.25819027426304508</c:v>
                </c:pt>
                <c:pt idx="697">
                  <c:v>-0.25128240202448404</c:v>
                </c:pt>
                <c:pt idx="698">
                  <c:v>-0.2415703440257152</c:v>
                </c:pt>
                <c:pt idx="699">
                  <c:v>-0.2415703440257152</c:v>
                </c:pt>
                <c:pt idx="700">
                  <c:v>-0.25011969085561747</c:v>
                </c:pt>
                <c:pt idx="701">
                  <c:v>-0.24485329320839777</c:v>
                </c:pt>
                <c:pt idx="702">
                  <c:v>-0.24136515970179762</c:v>
                </c:pt>
                <c:pt idx="703">
                  <c:v>-0.23752137336707368</c:v>
                </c:pt>
                <c:pt idx="704">
                  <c:v>-0.22905410026673845</c:v>
                </c:pt>
                <c:pt idx="705">
                  <c:v>-0.22953286368921288</c:v>
                </c:pt>
                <c:pt idx="706">
                  <c:v>-0.22659188837972655</c:v>
                </c:pt>
                <c:pt idx="707">
                  <c:v>-0.22679707270364424</c:v>
                </c:pt>
                <c:pt idx="708">
                  <c:v>-0.23062718008344041</c:v>
                </c:pt>
                <c:pt idx="709">
                  <c:v>-0.21886327884549495</c:v>
                </c:pt>
                <c:pt idx="710">
                  <c:v>-0.22043635866219691</c:v>
                </c:pt>
                <c:pt idx="711">
                  <c:v>-0.22426646604199318</c:v>
                </c:pt>
                <c:pt idx="712">
                  <c:v>-0.23057246426372902</c:v>
                </c:pt>
                <c:pt idx="713">
                  <c:v>-0.21469119759250266</c:v>
                </c:pt>
                <c:pt idx="714">
                  <c:v>-0.21845291019765956</c:v>
                </c:pt>
                <c:pt idx="715">
                  <c:v>-0.2157171192120908</c:v>
                </c:pt>
                <c:pt idx="716">
                  <c:v>-0.21708501470487518</c:v>
                </c:pt>
                <c:pt idx="717">
                  <c:v>-0.21941043704260854</c:v>
                </c:pt>
                <c:pt idx="718">
                  <c:v>-0.21612748785992608</c:v>
                </c:pt>
                <c:pt idx="719">
                  <c:v>-0.22200943847889887</c:v>
                </c:pt>
                <c:pt idx="720">
                  <c:v>-0.20634703508651786</c:v>
                </c:pt>
                <c:pt idx="721">
                  <c:v>-0.20641542986115713</c:v>
                </c:pt>
                <c:pt idx="722">
                  <c:v>-0.20737295670610612</c:v>
                </c:pt>
                <c:pt idx="723">
                  <c:v>-0.20294439504821682</c:v>
                </c:pt>
                <c:pt idx="724">
                  <c:v>-0.20217495383352557</c:v>
                </c:pt>
                <c:pt idx="725">
                  <c:v>-0.19971274194651367</c:v>
                </c:pt>
                <c:pt idx="726">
                  <c:v>-0.19348881745434487</c:v>
                </c:pt>
                <c:pt idx="727">
                  <c:v>-0.19663497708774891</c:v>
                </c:pt>
                <c:pt idx="728">
                  <c:v>-0.19499350249640757</c:v>
                </c:pt>
                <c:pt idx="729">
                  <c:v>-0.19102660556733297</c:v>
                </c:pt>
                <c:pt idx="730">
                  <c:v>-0.20162779563641164</c:v>
                </c:pt>
                <c:pt idx="731">
                  <c:v>-0.19383079132754077</c:v>
                </c:pt>
                <c:pt idx="732">
                  <c:v>-0.19205252718692123</c:v>
                </c:pt>
                <c:pt idx="733">
                  <c:v>-0.19056836057725024</c:v>
                </c:pt>
                <c:pt idx="734">
                  <c:v>-0.18815402503248579</c:v>
                </c:pt>
                <c:pt idx="735">
                  <c:v>-0.18801723548320748</c:v>
                </c:pt>
                <c:pt idx="736">
                  <c:v>-0.19034265782094095</c:v>
                </c:pt>
                <c:pt idx="737">
                  <c:v>-0.19020586827166253</c:v>
                </c:pt>
                <c:pt idx="738">
                  <c:v>-0.18959031529990966</c:v>
                </c:pt>
                <c:pt idx="739">
                  <c:v>-0.18931673620135281</c:v>
                </c:pt>
                <c:pt idx="740">
                  <c:v>-0.18285342999794674</c:v>
                </c:pt>
                <c:pt idx="741">
                  <c:v>-0.17960467820258386</c:v>
                </c:pt>
                <c:pt idx="742">
                  <c:v>-0.16380548526092453</c:v>
                </c:pt>
                <c:pt idx="743">
                  <c:v>-0.16062512824020092</c:v>
                </c:pt>
                <c:pt idx="744">
                  <c:v>-0.16223240544422246</c:v>
                </c:pt>
                <c:pt idx="745">
                  <c:v>-0.16825114561247356</c:v>
                </c:pt>
                <c:pt idx="746">
                  <c:v>-0.16489980165515195</c:v>
                </c:pt>
                <c:pt idx="747">
                  <c:v>-0.16808015867587556</c:v>
                </c:pt>
                <c:pt idx="748">
                  <c:v>-0.17790848779153123</c:v>
                </c:pt>
                <c:pt idx="749">
                  <c:v>-0.17905752000547004</c:v>
                </c:pt>
                <c:pt idx="750">
                  <c:v>-0.19184734286300376</c:v>
                </c:pt>
                <c:pt idx="751">
                  <c:v>-0.19145065317009613</c:v>
                </c:pt>
                <c:pt idx="752">
                  <c:v>-0.17955338212160421</c:v>
                </c:pt>
                <c:pt idx="753">
                  <c:v>-0.17727925586485016</c:v>
                </c:pt>
                <c:pt idx="754">
                  <c:v>-0.1779632036112424</c:v>
                </c:pt>
                <c:pt idx="755">
                  <c:v>-0.18988099309212603</c:v>
                </c:pt>
                <c:pt idx="756">
                  <c:v>-0.17789480883660314</c:v>
                </c:pt>
                <c:pt idx="757">
                  <c:v>-0.17789480883660314</c:v>
                </c:pt>
                <c:pt idx="758">
                  <c:v>-0.18747007728609366</c:v>
                </c:pt>
                <c:pt idx="759">
                  <c:v>-0.18499418644415389</c:v>
                </c:pt>
                <c:pt idx="760">
                  <c:v>-0.18957321660624948</c:v>
                </c:pt>
                <c:pt idx="761">
                  <c:v>-0.17235483209082636</c:v>
                </c:pt>
                <c:pt idx="762">
                  <c:v>-0.16175364202174758</c:v>
                </c:pt>
                <c:pt idx="763">
                  <c:v>-0.15949661445865337</c:v>
                </c:pt>
                <c:pt idx="764">
                  <c:v>-0.1603857465289632</c:v>
                </c:pt>
                <c:pt idx="765">
                  <c:v>-0.15990698310648876</c:v>
                </c:pt>
                <c:pt idx="766">
                  <c:v>-0.156829218247724</c:v>
                </c:pt>
                <c:pt idx="767">
                  <c:v>-0.15354626906504154</c:v>
                </c:pt>
                <c:pt idx="768">
                  <c:v>-0.14862184529101785</c:v>
                </c:pt>
                <c:pt idx="769">
                  <c:v>-0.14807468709390403</c:v>
                </c:pt>
                <c:pt idx="770">
                  <c:v>-0.14732234457287274</c:v>
                </c:pt>
                <c:pt idx="771">
                  <c:v>-0.15123452568223605</c:v>
                </c:pt>
                <c:pt idx="772">
                  <c:v>-0.1462964229532846</c:v>
                </c:pt>
                <c:pt idx="773">
                  <c:v>-0.14985295123452391</c:v>
                </c:pt>
                <c:pt idx="774">
                  <c:v>-0.1478011079953474</c:v>
                </c:pt>
                <c:pt idx="775">
                  <c:v>-0.14239792079884905</c:v>
                </c:pt>
                <c:pt idx="776">
                  <c:v>-0.13973052458791946</c:v>
                </c:pt>
                <c:pt idx="777">
                  <c:v>-0.14096163053142541</c:v>
                </c:pt>
                <c:pt idx="778">
                  <c:v>-0.14096163053142541</c:v>
                </c:pt>
                <c:pt idx="779">
                  <c:v>-0.14061965665822929</c:v>
                </c:pt>
                <c:pt idx="780">
                  <c:v>-0.13938855071472334</c:v>
                </c:pt>
                <c:pt idx="781">
                  <c:v>-0.13877299774297025</c:v>
                </c:pt>
                <c:pt idx="782">
                  <c:v>-0.14014089323575463</c:v>
                </c:pt>
                <c:pt idx="783">
                  <c:v>-0.13993570891183704</c:v>
                </c:pt>
                <c:pt idx="784">
                  <c:v>-0.13104438820873865</c:v>
                </c:pt>
                <c:pt idx="785">
                  <c:v>-0.1315231516312132</c:v>
                </c:pt>
                <c:pt idx="786">
                  <c:v>-0.12700909650502479</c:v>
                </c:pt>
                <c:pt idx="787">
                  <c:v>-0.12871896587100518</c:v>
                </c:pt>
                <c:pt idx="788">
                  <c:v>-0.13042883523698567</c:v>
                </c:pt>
                <c:pt idx="789">
                  <c:v>-0.13152315163121309</c:v>
                </c:pt>
                <c:pt idx="790">
                  <c:v>-0.12844538677244821</c:v>
                </c:pt>
                <c:pt idx="791">
                  <c:v>-0.12057998768893807</c:v>
                </c:pt>
                <c:pt idx="792">
                  <c:v>-0.12203337665002156</c:v>
                </c:pt>
                <c:pt idx="793">
                  <c:v>-0.11565556391491461</c:v>
                </c:pt>
                <c:pt idx="794">
                  <c:v>-0.11565556391491461</c:v>
                </c:pt>
                <c:pt idx="795">
                  <c:v>-0.1141508788728518</c:v>
                </c:pt>
                <c:pt idx="796">
                  <c:v>-0.1228370152520325</c:v>
                </c:pt>
                <c:pt idx="797">
                  <c:v>-0.12399972642089907</c:v>
                </c:pt>
                <c:pt idx="798">
                  <c:v>-0.12201627795636183</c:v>
                </c:pt>
                <c:pt idx="799">
                  <c:v>-0.11702345940769898</c:v>
                </c:pt>
                <c:pt idx="800">
                  <c:v>-0.11654469598522443</c:v>
                </c:pt>
                <c:pt idx="801">
                  <c:v>-0.11312495725326344</c:v>
                </c:pt>
                <c:pt idx="802">
                  <c:v>-0.11093632446480828</c:v>
                </c:pt>
                <c:pt idx="803">
                  <c:v>-0.12646193830791075</c:v>
                </c:pt>
                <c:pt idx="804">
                  <c:v>-0.11989603994254572</c:v>
                </c:pt>
                <c:pt idx="805">
                  <c:v>-0.10580671636686689</c:v>
                </c:pt>
                <c:pt idx="806">
                  <c:v>-0.10755078312016697</c:v>
                </c:pt>
                <c:pt idx="807">
                  <c:v>-0.10553313726831015</c:v>
                </c:pt>
                <c:pt idx="808">
                  <c:v>-0.10300253060665898</c:v>
                </c:pt>
                <c:pt idx="809">
                  <c:v>-9.7394159086243048E-2</c:v>
                </c:pt>
                <c:pt idx="810">
                  <c:v>-9.3290472607890029E-2</c:v>
                </c:pt>
                <c:pt idx="811">
                  <c:v>-9.5349155324530477E-2</c:v>
                </c:pt>
                <c:pt idx="812">
                  <c:v>-9.499350249640659E-2</c:v>
                </c:pt>
                <c:pt idx="813">
                  <c:v>-8.959715477737229E-2</c:v>
                </c:pt>
                <c:pt idx="814">
                  <c:v>-8.7408521988917354E-2</c:v>
                </c:pt>
                <c:pt idx="815">
                  <c:v>-9.0281102523764645E-2</c:v>
                </c:pt>
                <c:pt idx="816">
                  <c:v>-8.4535941454070396E-2</c:v>
                </c:pt>
                <c:pt idx="817">
                  <c:v>-8.1800150468501642E-2</c:v>
                </c:pt>
                <c:pt idx="818">
                  <c:v>-7.9885096778603448E-2</c:v>
                </c:pt>
                <c:pt idx="819">
                  <c:v>-7.9885096778603448E-2</c:v>
                </c:pt>
                <c:pt idx="820">
                  <c:v>-9.8351685931192145E-2</c:v>
                </c:pt>
                <c:pt idx="821">
                  <c:v>-0.10389166267696881</c:v>
                </c:pt>
                <c:pt idx="822">
                  <c:v>-0.10450721564872179</c:v>
                </c:pt>
                <c:pt idx="823">
                  <c:v>-9.4931947199231259E-2</c:v>
                </c:pt>
                <c:pt idx="824">
                  <c:v>-8.9323575678815548E-2</c:v>
                </c:pt>
                <c:pt idx="825">
                  <c:v>-0.10450721564872179</c:v>
                </c:pt>
                <c:pt idx="826">
                  <c:v>-0.10259216195882359</c:v>
                </c:pt>
                <c:pt idx="827">
                  <c:v>-8.7134942890360501E-2</c:v>
                </c:pt>
                <c:pt idx="828">
                  <c:v>-9.3974420354282273E-2</c:v>
                </c:pt>
                <c:pt idx="829">
                  <c:v>-0.1010874769167609</c:v>
                </c:pt>
                <c:pt idx="830">
                  <c:v>-9.3222077833250871E-2</c:v>
                </c:pt>
                <c:pt idx="831">
                  <c:v>-9.452157855139609E-2</c:v>
                </c:pt>
                <c:pt idx="832">
                  <c:v>-0.11129539703166413</c:v>
                </c:pt>
                <c:pt idx="833">
                  <c:v>-0.10512276862047465</c:v>
                </c:pt>
                <c:pt idx="834">
                  <c:v>-0.11052595581697278</c:v>
                </c:pt>
                <c:pt idx="835">
                  <c:v>-0.12071677723821628</c:v>
                </c:pt>
                <c:pt idx="836">
                  <c:v>-0.13702893098966984</c:v>
                </c:pt>
                <c:pt idx="837">
                  <c:v>-0.12557280623760092</c:v>
                </c:pt>
                <c:pt idx="838">
                  <c:v>-0.12618835920935378</c:v>
                </c:pt>
                <c:pt idx="839">
                  <c:v>-0.11264619383078867</c:v>
                </c:pt>
                <c:pt idx="840">
                  <c:v>-0.11572395868955354</c:v>
                </c:pt>
                <c:pt idx="841">
                  <c:v>-0.11319335202790248</c:v>
                </c:pt>
                <c:pt idx="842">
                  <c:v>-0.10471239997263948</c:v>
                </c:pt>
                <c:pt idx="843">
                  <c:v>-0.10197660898707084</c:v>
                </c:pt>
                <c:pt idx="844">
                  <c:v>-0.104165241775526</c:v>
                </c:pt>
                <c:pt idx="845">
                  <c:v>-9.8146501607274672E-2</c:v>
                </c:pt>
                <c:pt idx="846">
                  <c:v>-9.1922577115105986E-2</c:v>
                </c:pt>
                <c:pt idx="847">
                  <c:v>-9.3153683058611936E-2</c:v>
                </c:pt>
                <c:pt idx="848">
                  <c:v>-8.9323575678815659E-2</c:v>
                </c:pt>
                <c:pt idx="849">
                  <c:v>-8.8571233157784479E-2</c:v>
                </c:pt>
                <c:pt idx="850">
                  <c:v>-8.8708022707062795E-2</c:v>
                </c:pt>
                <c:pt idx="851">
                  <c:v>-8.5835442172215837E-2</c:v>
                </c:pt>
                <c:pt idx="852">
                  <c:v>-8.8160864509949199E-2</c:v>
                </c:pt>
                <c:pt idx="853">
                  <c:v>-9.1307024143353011E-2</c:v>
                </c:pt>
                <c:pt idx="854">
                  <c:v>-9.4042815128921764E-2</c:v>
                </c:pt>
                <c:pt idx="855">
                  <c:v>-0.10081389781820438</c:v>
                </c:pt>
                <c:pt idx="856">
                  <c:v>-0.10088229259284354</c:v>
                </c:pt>
                <c:pt idx="857">
                  <c:v>-0.10019834484645129</c:v>
                </c:pt>
                <c:pt idx="858">
                  <c:v>-9.6915395663768944E-2</c:v>
                </c:pt>
                <c:pt idx="859">
                  <c:v>-0.10703782231037307</c:v>
                </c:pt>
                <c:pt idx="860">
                  <c:v>-0.10190821421243168</c:v>
                </c:pt>
                <c:pt idx="861">
                  <c:v>-8.9665549552011781E-2</c:v>
                </c:pt>
                <c:pt idx="862">
                  <c:v>-8.5014704876544833E-2</c:v>
                </c:pt>
                <c:pt idx="863">
                  <c:v>-8.5014704876544833E-2</c:v>
                </c:pt>
                <c:pt idx="864">
                  <c:v>-8.597223172149393E-2</c:v>
                </c:pt>
                <c:pt idx="865">
                  <c:v>-7.8099993160519965E-2</c:v>
                </c:pt>
                <c:pt idx="866">
                  <c:v>-7.2088092469732912E-2</c:v>
                </c:pt>
                <c:pt idx="867">
                  <c:v>-6.9078722385607083E-2</c:v>
                </c:pt>
                <c:pt idx="868">
                  <c:v>-6.6890089597152147E-2</c:v>
                </c:pt>
                <c:pt idx="869">
                  <c:v>-6.8326379864575792E-2</c:v>
                </c:pt>
                <c:pt idx="870">
                  <c:v>-7.1677723821897521E-2</c:v>
                </c:pt>
                <c:pt idx="871">
                  <c:v>-7.783325353942705E-2</c:v>
                </c:pt>
                <c:pt idx="872">
                  <c:v>-8.6177416045411626E-2</c:v>
                </c:pt>
                <c:pt idx="873">
                  <c:v>-8.2142124341697986E-2</c:v>
                </c:pt>
                <c:pt idx="874">
                  <c:v>-7.8585596060458673E-2</c:v>
                </c:pt>
                <c:pt idx="875">
                  <c:v>-7.0720196976948535E-2</c:v>
                </c:pt>
                <c:pt idx="876">
                  <c:v>-8.0500649750356756E-2</c:v>
                </c:pt>
                <c:pt idx="877">
                  <c:v>-7.6123384173446773E-2</c:v>
                </c:pt>
                <c:pt idx="878">
                  <c:v>-8.323644073592551E-2</c:v>
                </c:pt>
                <c:pt idx="879">
                  <c:v>-8.9049996580259028E-2</c:v>
                </c:pt>
                <c:pt idx="880">
                  <c:v>-8.9186786129537565E-2</c:v>
                </c:pt>
                <c:pt idx="881">
                  <c:v>-8.1047807947470574E-2</c:v>
                </c:pt>
                <c:pt idx="882">
                  <c:v>-7.8859175159015527E-2</c:v>
                </c:pt>
                <c:pt idx="883">
                  <c:v>-8.6177416045411737E-2</c:v>
                </c:pt>
                <c:pt idx="884">
                  <c:v>-9.6778606114490628E-2</c:v>
                </c:pt>
                <c:pt idx="885">
                  <c:v>-9.7530948635522141E-2</c:v>
                </c:pt>
                <c:pt idx="886">
                  <c:v>-9.4521578551396646E-2</c:v>
                </c:pt>
                <c:pt idx="887">
                  <c:v>-9.0349497298404136E-2</c:v>
                </c:pt>
                <c:pt idx="888">
                  <c:v>-8.6861363791804092E-2</c:v>
                </c:pt>
                <c:pt idx="889">
                  <c:v>-8.6861363791804092E-2</c:v>
                </c:pt>
                <c:pt idx="890">
                  <c:v>-7.7354490116952723E-2</c:v>
                </c:pt>
                <c:pt idx="891">
                  <c:v>-9.8078106832635625E-2</c:v>
                </c:pt>
                <c:pt idx="892">
                  <c:v>-9.9035633677584833E-2</c:v>
                </c:pt>
                <c:pt idx="893">
                  <c:v>-0.10799534915532238</c:v>
                </c:pt>
                <c:pt idx="894">
                  <c:v>-0.11739963066821479</c:v>
                </c:pt>
                <c:pt idx="895">
                  <c:v>-0.11798098625264797</c:v>
                </c:pt>
                <c:pt idx="896">
                  <c:v>-0.12167430408316593</c:v>
                </c:pt>
                <c:pt idx="897">
                  <c:v>-0.11497161616852258</c:v>
                </c:pt>
                <c:pt idx="898">
                  <c:v>-0.12728267560358186</c:v>
                </c:pt>
                <c:pt idx="899">
                  <c:v>-0.12659872785718973</c:v>
                </c:pt>
                <c:pt idx="900">
                  <c:v>-0.1155187743656364</c:v>
                </c:pt>
                <c:pt idx="901">
                  <c:v>-0.13124957253265646</c:v>
                </c:pt>
                <c:pt idx="902">
                  <c:v>-0.12933451884275837</c:v>
                </c:pt>
                <c:pt idx="903">
                  <c:v>-0.13104438820873876</c:v>
                </c:pt>
                <c:pt idx="904">
                  <c:v>-0.12659872785718951</c:v>
                </c:pt>
                <c:pt idx="905">
                  <c:v>-0.11462964229532657</c:v>
                </c:pt>
                <c:pt idx="906">
                  <c:v>-0.11996443471718554</c:v>
                </c:pt>
                <c:pt idx="907">
                  <c:v>-0.12248820190137266</c:v>
                </c:pt>
                <c:pt idx="908">
                  <c:v>-0.13268586280007988</c:v>
                </c:pt>
                <c:pt idx="909">
                  <c:v>-0.12495725326584828</c:v>
                </c:pt>
                <c:pt idx="910">
                  <c:v>-0.11353532590109883</c:v>
                </c:pt>
                <c:pt idx="911">
                  <c:v>-0.10594350591614576</c:v>
                </c:pt>
                <c:pt idx="912">
                  <c:v>-9.7394159086243604E-2</c:v>
                </c:pt>
                <c:pt idx="913">
                  <c:v>-8.405717803159618E-2</c:v>
                </c:pt>
                <c:pt idx="914">
                  <c:v>-8.405717803159618E-2</c:v>
                </c:pt>
                <c:pt idx="915">
                  <c:v>-8.4809520552627471E-2</c:v>
                </c:pt>
                <c:pt idx="916">
                  <c:v>-8.3715204158399947E-2</c:v>
                </c:pt>
                <c:pt idx="917">
                  <c:v>-7.4208330483548579E-2</c:v>
                </c:pt>
                <c:pt idx="918">
                  <c:v>-8.0774228848913499E-2</c:v>
                </c:pt>
                <c:pt idx="919">
                  <c:v>-9.7394159086243381E-2</c:v>
                </c:pt>
                <c:pt idx="920">
                  <c:v>-0.10129266124067871</c:v>
                </c:pt>
                <c:pt idx="921">
                  <c:v>-9.828329115655321E-2</c:v>
                </c:pt>
                <c:pt idx="922">
                  <c:v>-0.10450721564872201</c:v>
                </c:pt>
                <c:pt idx="923">
                  <c:v>-9.9309212776141575E-2</c:v>
                </c:pt>
                <c:pt idx="924">
                  <c:v>-0.10669584843717705</c:v>
                </c:pt>
                <c:pt idx="925">
                  <c:v>-9.2196156213663061E-2</c:v>
                </c:pt>
                <c:pt idx="926">
                  <c:v>-9.2743314410776656E-2</c:v>
                </c:pt>
                <c:pt idx="927">
                  <c:v>-8.0158675877160523E-2</c:v>
                </c:pt>
                <c:pt idx="928">
                  <c:v>-7.9543122905407548E-2</c:v>
                </c:pt>
                <c:pt idx="929">
                  <c:v>-8.4672731003348933E-2</c:v>
                </c:pt>
                <c:pt idx="930">
                  <c:v>-8.809246973530982E-2</c:v>
                </c:pt>
                <c:pt idx="931">
                  <c:v>-0.10676424321181632</c:v>
                </c:pt>
                <c:pt idx="932">
                  <c:v>-0.10936324464810665</c:v>
                </c:pt>
                <c:pt idx="933">
                  <c:v>-0.11545037959099691</c:v>
                </c:pt>
                <c:pt idx="934">
                  <c:v>-0.11921209219615403</c:v>
                </c:pt>
                <c:pt idx="935">
                  <c:v>-0.1417139730524567</c:v>
                </c:pt>
                <c:pt idx="936">
                  <c:v>-0.13706312837698986</c:v>
                </c:pt>
                <c:pt idx="937">
                  <c:v>-0.17748444018876752</c:v>
                </c:pt>
                <c:pt idx="938">
                  <c:v>-0.17871554613227347</c:v>
                </c:pt>
                <c:pt idx="939">
                  <c:v>-0.2322002599001417</c:v>
                </c:pt>
                <c:pt idx="940">
                  <c:v>-0.19649818753847004</c:v>
                </c:pt>
                <c:pt idx="941">
                  <c:v>-0.23199507557622401</c:v>
                </c:pt>
                <c:pt idx="942">
                  <c:v>-0.1975241091580584</c:v>
                </c:pt>
                <c:pt idx="943">
                  <c:v>-0.19212092196156028</c:v>
                </c:pt>
                <c:pt idx="944">
                  <c:v>-0.17502222830175573</c:v>
                </c:pt>
                <c:pt idx="945">
                  <c:v>-0.1820668900895952</c:v>
                </c:pt>
                <c:pt idx="946">
                  <c:v>-0.1815197318924815</c:v>
                </c:pt>
                <c:pt idx="947">
                  <c:v>-0.21681143560631788</c:v>
                </c:pt>
                <c:pt idx="948">
                  <c:v>-0.2296012584638516</c:v>
                </c:pt>
                <c:pt idx="949">
                  <c:v>-0.22898570549209873</c:v>
                </c:pt>
                <c:pt idx="950">
                  <c:v>-0.20361124410094911</c:v>
                </c:pt>
                <c:pt idx="951">
                  <c:v>-0.19239450106011746</c:v>
                </c:pt>
                <c:pt idx="952">
                  <c:v>-0.20470556049517663</c:v>
                </c:pt>
                <c:pt idx="953">
                  <c:v>-0.19314684358114886</c:v>
                </c:pt>
                <c:pt idx="954">
                  <c:v>-0.16996101497845417</c:v>
                </c:pt>
                <c:pt idx="955">
                  <c:v>-0.16777238218999913</c:v>
                </c:pt>
                <c:pt idx="956">
                  <c:v>-0.16407906435948139</c:v>
                </c:pt>
                <c:pt idx="957">
                  <c:v>-0.17283359551330124</c:v>
                </c:pt>
                <c:pt idx="958">
                  <c:v>-0.19396758087681953</c:v>
                </c:pt>
                <c:pt idx="959">
                  <c:v>-0.19396758087681953</c:v>
                </c:pt>
                <c:pt idx="960">
                  <c:v>-0.19984953149579232</c:v>
                </c:pt>
                <c:pt idx="961">
                  <c:v>-0.17727925586485038</c:v>
                </c:pt>
                <c:pt idx="962">
                  <c:v>-0.18582860269475265</c:v>
                </c:pt>
                <c:pt idx="963">
                  <c:v>-0.20716777238218864</c:v>
                </c:pt>
                <c:pt idx="964">
                  <c:v>-0.20203816428424726</c:v>
                </c:pt>
                <c:pt idx="965">
                  <c:v>-0.19471992339785094</c:v>
                </c:pt>
                <c:pt idx="966">
                  <c:v>-0.18357157513165834</c:v>
                </c:pt>
                <c:pt idx="967">
                  <c:v>-0.1694822515559794</c:v>
                </c:pt>
                <c:pt idx="968">
                  <c:v>-0.1688598591067626</c:v>
                </c:pt>
                <c:pt idx="969">
                  <c:v>-0.17714246631557184</c:v>
                </c:pt>
                <c:pt idx="970">
                  <c:v>-0.17809999316052094</c:v>
                </c:pt>
                <c:pt idx="971">
                  <c:v>-0.202311743382804</c:v>
                </c:pt>
                <c:pt idx="972">
                  <c:v>-0.22809657342178902</c:v>
                </c:pt>
                <c:pt idx="973">
                  <c:v>-0.22344572874632207</c:v>
                </c:pt>
                <c:pt idx="974">
                  <c:v>-0.20497913959373326</c:v>
                </c:pt>
                <c:pt idx="975">
                  <c:v>-0.19608781889063476</c:v>
                </c:pt>
                <c:pt idx="976">
                  <c:v>-0.21246836741672748</c:v>
                </c:pt>
                <c:pt idx="977">
                  <c:v>-0.20627864031187826</c:v>
                </c:pt>
                <c:pt idx="978">
                  <c:v>-0.22611312495725133</c:v>
                </c:pt>
                <c:pt idx="979">
                  <c:v>-0.24813624239107945</c:v>
                </c:pt>
                <c:pt idx="980">
                  <c:v>-0.23165310170302811</c:v>
                </c:pt>
                <c:pt idx="981">
                  <c:v>-0.21742698857807075</c:v>
                </c:pt>
                <c:pt idx="982">
                  <c:v>-0.20326927022775276</c:v>
                </c:pt>
                <c:pt idx="983">
                  <c:v>-0.20860406264961173</c:v>
                </c:pt>
                <c:pt idx="984">
                  <c:v>-0.18213528486423447</c:v>
                </c:pt>
                <c:pt idx="985">
                  <c:v>-0.1813145475685638</c:v>
                </c:pt>
                <c:pt idx="986">
                  <c:v>-0.17413309623144591</c:v>
                </c:pt>
                <c:pt idx="987">
                  <c:v>-0.17577457082278714</c:v>
                </c:pt>
                <c:pt idx="988">
                  <c:v>-0.16168524724710831</c:v>
                </c:pt>
                <c:pt idx="989">
                  <c:v>-0.17768962451268511</c:v>
                </c:pt>
                <c:pt idx="990">
                  <c:v>-0.16161685247246904</c:v>
                </c:pt>
                <c:pt idx="991">
                  <c:v>-0.17153409479515558</c:v>
                </c:pt>
                <c:pt idx="992">
                  <c:v>-0.16790917173927711</c:v>
                </c:pt>
                <c:pt idx="993">
                  <c:v>-0.15210997879761767</c:v>
                </c:pt>
                <c:pt idx="994">
                  <c:v>-0.14171397305245659</c:v>
                </c:pt>
                <c:pt idx="995">
                  <c:v>-0.15840913754188957</c:v>
                </c:pt>
                <c:pt idx="996">
                  <c:v>-0.14985295123452358</c:v>
                </c:pt>
                <c:pt idx="997">
                  <c:v>-0.12023801381574228</c:v>
                </c:pt>
                <c:pt idx="998">
                  <c:v>-0.12044319813965987</c:v>
                </c:pt>
                <c:pt idx="999">
                  <c:v>-0.14164557827781732</c:v>
                </c:pt>
                <c:pt idx="1000">
                  <c:v>-0.16557007044661576</c:v>
                </c:pt>
                <c:pt idx="1001">
                  <c:v>-0.15197318924833936</c:v>
                </c:pt>
                <c:pt idx="1002">
                  <c:v>-0.13651597017987604</c:v>
                </c:pt>
                <c:pt idx="1003">
                  <c:v>-0.14177552834963192</c:v>
                </c:pt>
                <c:pt idx="1004">
                  <c:v>-0.13644757540523689</c:v>
                </c:pt>
                <c:pt idx="1005">
                  <c:v>-0.12536762191368367</c:v>
                </c:pt>
                <c:pt idx="1006">
                  <c:v>-0.1576431160659304</c:v>
                </c:pt>
                <c:pt idx="1007">
                  <c:v>-0.14971616168524504</c:v>
                </c:pt>
                <c:pt idx="1008">
                  <c:v>-0.13371178441966802</c:v>
                </c:pt>
                <c:pt idx="1009">
                  <c:v>-0.14191915737637417</c:v>
                </c:pt>
                <c:pt idx="1010">
                  <c:v>-0.13765816291635091</c:v>
                </c:pt>
                <c:pt idx="1011">
                  <c:v>-0.15135763627658627</c:v>
                </c:pt>
                <c:pt idx="1012">
                  <c:v>-0.16486560426783181</c:v>
                </c:pt>
                <c:pt idx="1013">
                  <c:v>-0.165727378428286</c:v>
                </c:pt>
                <c:pt idx="1014">
                  <c:v>-0.1815812871896566</c:v>
                </c:pt>
                <c:pt idx="1015">
                  <c:v>-0.18480268107516373</c:v>
                </c:pt>
                <c:pt idx="1016">
                  <c:v>-0.20279050680527799</c:v>
                </c:pt>
                <c:pt idx="1017">
                  <c:v>-0.20279050680527799</c:v>
                </c:pt>
                <c:pt idx="1018">
                  <c:v>-0.2042951918473408</c:v>
                </c:pt>
                <c:pt idx="1019">
                  <c:v>-0.18124615279392453</c:v>
                </c:pt>
                <c:pt idx="1020">
                  <c:v>-0.17892073045619117</c:v>
                </c:pt>
                <c:pt idx="1021">
                  <c:v>-0.14513371178441759</c:v>
                </c:pt>
                <c:pt idx="1022">
                  <c:v>-0.14527050133369601</c:v>
                </c:pt>
                <c:pt idx="1023">
                  <c:v>-0.14602284385472741</c:v>
                </c:pt>
                <c:pt idx="1024">
                  <c:v>-0.13672115450379385</c:v>
                </c:pt>
                <c:pt idx="1025">
                  <c:v>-0.136447575405237</c:v>
                </c:pt>
                <c:pt idx="1026">
                  <c:v>-0.13323302099719381</c:v>
                </c:pt>
                <c:pt idx="1027">
                  <c:v>-0.15224676834689632</c:v>
                </c:pt>
                <c:pt idx="1028">
                  <c:v>-0.13788386567266064</c:v>
                </c:pt>
                <c:pt idx="1029">
                  <c:v>-0.15046850420627678</c:v>
                </c:pt>
                <c:pt idx="1030">
                  <c:v>-0.15840229806442596</c:v>
                </c:pt>
                <c:pt idx="1031">
                  <c:v>-0.16736201354216351</c:v>
                </c:pt>
                <c:pt idx="1032">
                  <c:v>-0.16431844607071833</c:v>
                </c:pt>
                <c:pt idx="1033">
                  <c:v>-0.16838793516175177</c:v>
                </c:pt>
                <c:pt idx="1034">
                  <c:v>-0.17727925586485005</c:v>
                </c:pt>
                <c:pt idx="1035">
                  <c:v>-0.15238355789617486</c:v>
                </c:pt>
                <c:pt idx="1036">
                  <c:v>-0.15074208330483363</c:v>
                </c:pt>
                <c:pt idx="1037">
                  <c:v>-0.14321865809451961</c:v>
                </c:pt>
                <c:pt idx="1038">
                  <c:v>-0.13555844333492728</c:v>
                </c:pt>
                <c:pt idx="1039">
                  <c:v>-0.13555844333492728</c:v>
                </c:pt>
                <c:pt idx="1040">
                  <c:v>-0.13487449558853515</c:v>
                </c:pt>
                <c:pt idx="1041">
                  <c:v>-0.14622802817864533</c:v>
                </c:pt>
                <c:pt idx="1042">
                  <c:v>-0.13740510225018632</c:v>
                </c:pt>
                <c:pt idx="1043">
                  <c:v>-0.14164557827781787</c:v>
                </c:pt>
                <c:pt idx="1044">
                  <c:v>-0.14164557827781787</c:v>
                </c:pt>
                <c:pt idx="1045">
                  <c:v>-0.12800082073729402</c:v>
                </c:pt>
                <c:pt idx="1046">
                  <c:v>-0.12659872785719006</c:v>
                </c:pt>
                <c:pt idx="1047">
                  <c:v>-0.1242733055194567</c:v>
                </c:pt>
                <c:pt idx="1048">
                  <c:v>-0.12653033308255091</c:v>
                </c:pt>
                <c:pt idx="1049">
                  <c:v>-0.12441009506873502</c:v>
                </c:pt>
                <c:pt idx="1050">
                  <c:v>-0.11681827508378184</c:v>
                </c:pt>
                <c:pt idx="1051">
                  <c:v>-0.11633951166130729</c:v>
                </c:pt>
                <c:pt idx="1052">
                  <c:v>-0.11421927364749151</c:v>
                </c:pt>
                <c:pt idx="1053">
                  <c:v>-0.11880172354831908</c:v>
                </c:pt>
                <c:pt idx="1054">
                  <c:v>-0.11880172354831908</c:v>
                </c:pt>
                <c:pt idx="1055">
                  <c:v>-0.1153819848163582</c:v>
                </c:pt>
                <c:pt idx="1056">
                  <c:v>-0.10560153204295009</c:v>
                </c:pt>
                <c:pt idx="1057">
                  <c:v>-0.10088229259284409</c:v>
                </c:pt>
                <c:pt idx="1058">
                  <c:v>-0.1003351343957305</c:v>
                </c:pt>
                <c:pt idx="1059">
                  <c:v>-9.9856370973255837E-2</c:v>
                </c:pt>
                <c:pt idx="1060">
                  <c:v>-0.1008822925928442</c:v>
                </c:pt>
                <c:pt idx="1061">
                  <c:v>-9.3358867382530297E-2</c:v>
                </c:pt>
                <c:pt idx="1062">
                  <c:v>-9.8009712057997134E-2</c:v>
                </c:pt>
                <c:pt idx="1063">
                  <c:v>-9.8420080705832413E-2</c:v>
                </c:pt>
                <c:pt idx="1064">
                  <c:v>-0.10149784556459718</c:v>
                </c:pt>
                <c:pt idx="1065">
                  <c:v>-0.1018398194377933</c:v>
                </c:pt>
                <c:pt idx="1066">
                  <c:v>-9.3974420354283272E-2</c:v>
                </c:pt>
                <c:pt idx="1067">
                  <c:v>-9.2538130086859738E-2</c:v>
                </c:pt>
                <c:pt idx="1068">
                  <c:v>-7.981670200396529E-2</c:v>
                </c:pt>
                <c:pt idx="1069">
                  <c:v>-8.0432254975718265E-2</c:v>
                </c:pt>
                <c:pt idx="1070">
                  <c:v>-7.8106832637984902E-2</c:v>
                </c:pt>
                <c:pt idx="1071">
                  <c:v>-7.5371041652416149E-2</c:v>
                </c:pt>
                <c:pt idx="1072">
                  <c:v>-7.4208330483549356E-2</c:v>
                </c:pt>
                <c:pt idx="1073">
                  <c:v>-8.1040968470007302E-2</c:v>
                </c:pt>
                <c:pt idx="1074">
                  <c:v>-7.4208330483549245E-2</c:v>
                </c:pt>
                <c:pt idx="1075">
                  <c:v>-7.5371041652416038E-2</c:v>
                </c:pt>
                <c:pt idx="1076">
                  <c:v>-7.9679912454686752E-2</c:v>
                </c:pt>
                <c:pt idx="1077">
                  <c:v>-6.9495930510907078E-2</c:v>
                </c:pt>
                <c:pt idx="1078">
                  <c:v>-6.7026879146431462E-2</c:v>
                </c:pt>
                <c:pt idx="1079">
                  <c:v>-6.7026879146431462E-2</c:v>
                </c:pt>
                <c:pt idx="1080">
                  <c:v>-6.6616510498596182E-2</c:v>
                </c:pt>
                <c:pt idx="1081">
                  <c:v>-6.9612201627793913E-2</c:v>
                </c:pt>
                <c:pt idx="1082">
                  <c:v>-6.5515354626904942E-2</c:v>
                </c:pt>
                <c:pt idx="1083">
                  <c:v>-6.347035086519226E-2</c:v>
                </c:pt>
                <c:pt idx="1084">
                  <c:v>-6.1897271048490299E-2</c:v>
                </c:pt>
                <c:pt idx="1085">
                  <c:v>-5.9168319540385483E-2</c:v>
                </c:pt>
                <c:pt idx="1086">
                  <c:v>-6.2854797893439174E-2</c:v>
                </c:pt>
                <c:pt idx="1087">
                  <c:v>-5.7998768894054975E-2</c:v>
                </c:pt>
                <c:pt idx="1088">
                  <c:v>-6.0857670473974057E-2</c:v>
                </c:pt>
                <c:pt idx="1089">
                  <c:v>-6.4701456808698099E-2</c:v>
                </c:pt>
                <c:pt idx="1090">
                  <c:v>-7.8380411736541644E-2</c:v>
                </c:pt>
                <c:pt idx="1091">
                  <c:v>-7.1951302920455262E-2</c:v>
                </c:pt>
                <c:pt idx="1092">
                  <c:v>-6.2718008344160858E-2</c:v>
                </c:pt>
                <c:pt idx="1093">
                  <c:v>-5.9093085288282277E-2</c:v>
                </c:pt>
                <c:pt idx="1094">
                  <c:v>-5.9024690513643008E-2</c:v>
                </c:pt>
                <c:pt idx="1095">
                  <c:v>-4.2049107448189238E-2</c:v>
                </c:pt>
                <c:pt idx="1096">
                  <c:v>-4.308870802270548E-2</c:v>
                </c:pt>
                <c:pt idx="1097">
                  <c:v>-3.7548731276928926E-2</c:v>
                </c:pt>
                <c:pt idx="1098">
                  <c:v>-4.0421311811775884E-2</c:v>
                </c:pt>
                <c:pt idx="1099">
                  <c:v>-3.6659599206619098E-2</c:v>
                </c:pt>
                <c:pt idx="1100">
                  <c:v>-3.9463784966827009E-2</c:v>
                </c:pt>
                <c:pt idx="1101">
                  <c:v>-4.103686478352897E-2</c:v>
                </c:pt>
                <c:pt idx="1102">
                  <c:v>-4.7944737022090123E-2</c:v>
                </c:pt>
                <c:pt idx="1103">
                  <c:v>-4.4866972163325247E-2</c:v>
                </c:pt>
                <c:pt idx="1104">
                  <c:v>-3.1461596334038555E-2</c:v>
                </c:pt>
                <c:pt idx="1105">
                  <c:v>-3.4470966418164273E-2</c:v>
                </c:pt>
                <c:pt idx="1106">
                  <c:v>-3.9258600642909425E-2</c:v>
                </c:pt>
                <c:pt idx="1107">
                  <c:v>-4.0900075234250766E-2</c:v>
                </c:pt>
                <c:pt idx="1108">
                  <c:v>-3.6933178305175951E-2</c:v>
                </c:pt>
                <c:pt idx="1109">
                  <c:v>-2.9888516517336483E-2</c:v>
                </c:pt>
                <c:pt idx="1110">
                  <c:v>-3.3855413446411187E-2</c:v>
                </c:pt>
                <c:pt idx="1111">
                  <c:v>-4.3430681895901491E-2</c:v>
                </c:pt>
                <c:pt idx="1112">
                  <c:v>-4.390944531837615E-2</c:v>
                </c:pt>
                <c:pt idx="1113">
                  <c:v>-4.390944531837615E-2</c:v>
                </c:pt>
                <c:pt idx="1114">
                  <c:v>-5.4647424936733358E-2</c:v>
                </c:pt>
                <c:pt idx="1115">
                  <c:v>-7.0515012653031839E-2</c:v>
                </c:pt>
                <c:pt idx="1116">
                  <c:v>-6.2991587442718044E-2</c:v>
                </c:pt>
                <c:pt idx="1117">
                  <c:v>-5.0748922782298256E-2</c:v>
                </c:pt>
                <c:pt idx="1118">
                  <c:v>-6.2034060597769169E-2</c:v>
                </c:pt>
                <c:pt idx="1119">
                  <c:v>-6.2649613569521923E-2</c:v>
                </c:pt>
                <c:pt idx="1120">
                  <c:v>-4.8751795362833028E-2</c:v>
                </c:pt>
                <c:pt idx="1121">
                  <c:v>-5.1980028725803984E-2</c:v>
                </c:pt>
                <c:pt idx="1122">
                  <c:v>-5.8067163668694466E-2</c:v>
                </c:pt>
                <c:pt idx="1123">
                  <c:v>-5.6494083851992394E-2</c:v>
                </c:pt>
                <c:pt idx="1124">
                  <c:v>-6.4427877710141579E-2</c:v>
                </c:pt>
                <c:pt idx="1125">
                  <c:v>-6.0871349428902155E-2</c:v>
                </c:pt>
                <c:pt idx="1126">
                  <c:v>-4.801313179672928E-2</c:v>
                </c:pt>
                <c:pt idx="1127">
                  <c:v>-4.1378838656725203E-2</c:v>
                </c:pt>
                <c:pt idx="1128">
                  <c:v>-3.9805758840023353E-2</c:v>
                </c:pt>
                <c:pt idx="1129">
                  <c:v>-4.3362287121262555E-2</c:v>
                </c:pt>
                <c:pt idx="1130">
                  <c:v>-3.74119417276505E-2</c:v>
                </c:pt>
                <c:pt idx="1131">
                  <c:v>-4.0250324875178101E-2</c:v>
                </c:pt>
                <c:pt idx="1132">
                  <c:v>-4.760276314889389E-2</c:v>
                </c:pt>
                <c:pt idx="1133">
                  <c:v>-6.2991587442717822E-2</c:v>
                </c:pt>
                <c:pt idx="1134">
                  <c:v>-6.2307639696325801E-2</c:v>
                </c:pt>
                <c:pt idx="1135">
                  <c:v>-6.6069352301482698E-2</c:v>
                </c:pt>
                <c:pt idx="1136">
                  <c:v>-7.1609329047259362E-2</c:v>
                </c:pt>
                <c:pt idx="1137">
                  <c:v>-6.9694275357361279E-2</c:v>
                </c:pt>
                <c:pt idx="1138">
                  <c:v>-7.2498461117569191E-2</c:v>
                </c:pt>
                <c:pt idx="1139">
                  <c:v>-8.275767731345185E-2</c:v>
                </c:pt>
                <c:pt idx="1140">
                  <c:v>-8.8024074960671661E-2</c:v>
                </c:pt>
                <c:pt idx="1141">
                  <c:v>-9.1519047944735643E-2</c:v>
                </c:pt>
                <c:pt idx="1142">
                  <c:v>-0.10498597907119755</c:v>
                </c:pt>
                <c:pt idx="1143">
                  <c:v>-0.11264619383078989</c:v>
                </c:pt>
                <c:pt idx="1144">
                  <c:v>-9.7394159086244492E-2</c:v>
                </c:pt>
                <c:pt idx="1145">
                  <c:v>-9.5821079269542642E-2</c:v>
                </c:pt>
                <c:pt idx="1146">
                  <c:v>-9.5342315847067871E-2</c:v>
                </c:pt>
                <c:pt idx="1147">
                  <c:v>-9.3564051706448215E-2</c:v>
                </c:pt>
                <c:pt idx="1148">
                  <c:v>-9.6505027015934663E-2</c:v>
                </c:pt>
                <c:pt idx="1149">
                  <c:v>-9.6505027015934663E-2</c:v>
                </c:pt>
                <c:pt idx="1150">
                  <c:v>-8.5561863073659872E-2</c:v>
                </c:pt>
                <c:pt idx="1151">
                  <c:v>-9.8830449353668137E-2</c:v>
                </c:pt>
                <c:pt idx="1152">
                  <c:v>-0.10081389781820538</c:v>
                </c:pt>
                <c:pt idx="1153">
                  <c:v>-0.12345256822378647</c:v>
                </c:pt>
                <c:pt idx="1154">
                  <c:v>-0.12386293687162175</c:v>
                </c:pt>
                <c:pt idx="1155">
                  <c:v>-0.11722864373161757</c:v>
                </c:pt>
                <c:pt idx="1156">
                  <c:v>-9.7394159086244492E-2</c:v>
                </c:pt>
                <c:pt idx="1157">
                  <c:v>-9.6847000889130785E-2</c:v>
                </c:pt>
                <c:pt idx="1158">
                  <c:v>-8.9665549552013002E-2</c:v>
                </c:pt>
                <c:pt idx="1159">
                  <c:v>-0.10119006907872119</c:v>
                </c:pt>
                <c:pt idx="1160">
                  <c:v>-9.0896655495518952E-2</c:v>
                </c:pt>
                <c:pt idx="1161">
                  <c:v>-9.671021133985247E-2</c:v>
                </c:pt>
                <c:pt idx="1162">
                  <c:v>-8.7134942890361944E-2</c:v>
                </c:pt>
                <c:pt idx="1163">
                  <c:v>-8.2552492989534376E-2</c:v>
                </c:pt>
                <c:pt idx="1164">
                  <c:v>-8.0774228848914609E-2</c:v>
                </c:pt>
                <c:pt idx="1165">
                  <c:v>-7.1882908145816549E-2</c:v>
                </c:pt>
                <c:pt idx="1166">
                  <c:v>-7.3387593187879241E-2</c:v>
                </c:pt>
                <c:pt idx="1167">
                  <c:v>-9.4179604678201412E-2</c:v>
                </c:pt>
                <c:pt idx="1168">
                  <c:v>-8.7203337665001102E-2</c:v>
                </c:pt>
                <c:pt idx="1169">
                  <c:v>-0.10183981943779374</c:v>
                </c:pt>
                <c:pt idx="1170">
                  <c:v>-9.7325764311605445E-2</c:v>
                </c:pt>
                <c:pt idx="1171">
                  <c:v>-8.916626769714675E-2</c:v>
                </c:pt>
                <c:pt idx="1172">
                  <c:v>-9.1785787565828891E-2</c:v>
                </c:pt>
                <c:pt idx="1173">
                  <c:v>-6.9112919772928327E-2</c:v>
                </c:pt>
                <c:pt idx="1174">
                  <c:v>-6.6342931400039995E-2</c:v>
                </c:pt>
                <c:pt idx="1175">
                  <c:v>-6.0173722727582479E-2</c:v>
                </c:pt>
                <c:pt idx="1176">
                  <c:v>-6.0173722727582479E-2</c:v>
                </c:pt>
                <c:pt idx="1177">
                  <c:v>-6.4427877710141912E-2</c:v>
                </c:pt>
                <c:pt idx="1178">
                  <c:v>-7.3319198413240083E-2</c:v>
                </c:pt>
                <c:pt idx="1179">
                  <c:v>-7.4481909582106876E-2</c:v>
                </c:pt>
                <c:pt idx="1180">
                  <c:v>-8.2552492989534598E-2</c:v>
                </c:pt>
                <c:pt idx="1181">
                  <c:v>-8.2415703440256172E-2</c:v>
                </c:pt>
                <c:pt idx="1182">
                  <c:v>-8.6861363791805313E-2</c:v>
                </c:pt>
                <c:pt idx="1183">
                  <c:v>-7.1540934272620427E-2</c:v>
                </c:pt>
                <c:pt idx="1184">
                  <c:v>-7.3729567061075363E-2</c:v>
                </c:pt>
                <c:pt idx="1185">
                  <c:v>-6.7368853019628028E-2</c:v>
                </c:pt>
                <c:pt idx="1186">
                  <c:v>-6.0460980781067208E-2</c:v>
                </c:pt>
                <c:pt idx="1187">
                  <c:v>-5.7998768894055419E-2</c:v>
                </c:pt>
                <c:pt idx="1188">
                  <c:v>-6.6616510498596737E-2</c:v>
                </c:pt>
                <c:pt idx="1189">
                  <c:v>-7.6054989398808726E-2</c:v>
                </c:pt>
                <c:pt idx="1190">
                  <c:v>-8.402298064427749E-2</c:v>
                </c:pt>
                <c:pt idx="1191">
                  <c:v>-8.3783598933040215E-2</c:v>
                </c:pt>
                <c:pt idx="1192">
                  <c:v>-6.8668353737773358E-2</c:v>
                </c:pt>
                <c:pt idx="1193">
                  <c:v>-5.1535462690649236E-2</c:v>
                </c:pt>
                <c:pt idx="1194">
                  <c:v>-5.1501265303329657E-2</c:v>
                </c:pt>
                <c:pt idx="1195">
                  <c:v>-5.8135558443333735E-2</c:v>
                </c:pt>
                <c:pt idx="1196">
                  <c:v>-5.8956295739004405E-2</c:v>
                </c:pt>
                <c:pt idx="1197">
                  <c:v>-6.5453799329730278E-2</c:v>
                </c:pt>
                <c:pt idx="1198">
                  <c:v>-4.6925654879966139E-2</c:v>
                </c:pt>
                <c:pt idx="1199">
                  <c:v>-4.5072156487243165E-2</c:v>
                </c:pt>
                <c:pt idx="1200">
                  <c:v>-4.0284522262498013E-2</c:v>
                </c:pt>
                <c:pt idx="1201">
                  <c:v>-3.912181109363122E-2</c:v>
                </c:pt>
                <c:pt idx="1202">
                  <c:v>-3.830107379796055E-2</c:v>
                </c:pt>
                <c:pt idx="1203">
                  <c:v>-3.6727993981258589E-2</c:v>
                </c:pt>
                <c:pt idx="1204">
                  <c:v>-3.7206757403733137E-2</c:v>
                </c:pt>
                <c:pt idx="1205">
                  <c:v>-3.7069967854454933E-2</c:v>
                </c:pt>
                <c:pt idx="1206">
                  <c:v>-3.5975651460227409E-2</c:v>
                </c:pt>
                <c:pt idx="1207">
                  <c:v>-2.8862594897748672E-2</c:v>
                </c:pt>
                <c:pt idx="1208">
                  <c:v>-2.7563094179603675E-2</c:v>
                </c:pt>
                <c:pt idx="1209">
                  <c:v>-2.7494699404964629E-2</c:v>
                </c:pt>
                <c:pt idx="1210">
                  <c:v>-3.0435674714451078E-2</c:v>
                </c:pt>
                <c:pt idx="1211">
                  <c:v>-3.0025306066615798E-2</c:v>
                </c:pt>
                <c:pt idx="1212">
                  <c:v>-3.7924902537445404E-2</c:v>
                </c:pt>
                <c:pt idx="1213">
                  <c:v>-3.2145544080431465E-2</c:v>
                </c:pt>
                <c:pt idx="1214">
                  <c:v>-3.1940359756513881E-2</c:v>
                </c:pt>
                <c:pt idx="1215">
                  <c:v>-3.2897886601462867E-2</c:v>
                </c:pt>
                <c:pt idx="1216">
                  <c:v>-3.2145544080431687E-2</c:v>
                </c:pt>
                <c:pt idx="1217">
                  <c:v>-3.9121811093631775E-2</c:v>
                </c:pt>
                <c:pt idx="1218">
                  <c:v>-3.453936119280443E-2</c:v>
                </c:pt>
                <c:pt idx="1219">
                  <c:v>-3.453936119280443E-2</c:v>
                </c:pt>
                <c:pt idx="1220">
                  <c:v>-3.5428493263114258E-2</c:v>
                </c:pt>
                <c:pt idx="1221">
                  <c:v>-3.6249230558784928E-2</c:v>
                </c:pt>
                <c:pt idx="1222">
                  <c:v>-1.6688325011968708E-2</c:v>
                </c:pt>
                <c:pt idx="1223">
                  <c:v>-1.2858217632172431E-2</c:v>
                </c:pt>
                <c:pt idx="1224">
                  <c:v>-1.8466589152588475E-2</c:v>
                </c:pt>
                <c:pt idx="1225">
                  <c:v>-1.5730798167019611E-2</c:v>
                </c:pt>
                <c:pt idx="1226">
                  <c:v>-1.2447848984337262E-2</c:v>
                </c:pt>
                <c:pt idx="1227">
                  <c:v>2.5990014362906599E-3</c:v>
                </c:pt>
                <c:pt idx="1228">
                  <c:v>7.044661787839912E-3</c:v>
                </c:pt>
                <c:pt idx="1229">
                  <c:v>3.6249230558791368E-3</c:v>
                </c:pt>
                <c:pt idx="1230">
                  <c:v>2.8041857602083553E-3</c:v>
                </c:pt>
                <c:pt idx="1231">
                  <c:v>3.3513439573220616E-3</c:v>
                </c:pt>
                <c:pt idx="1232">
                  <c:v>3.4197387319612194E-3</c:v>
                </c:pt>
                <c:pt idx="1233">
                  <c:v>-2.3254223377330296E-3</c:v>
                </c:pt>
                <c:pt idx="1234">
                  <c:v>-3.8643047671154118E-3</c:v>
                </c:pt>
                <c:pt idx="1235">
                  <c:v>-1.4431297448874614E-2</c:v>
                </c:pt>
                <c:pt idx="1236">
                  <c:v>-1.99370768073317E-2</c:v>
                </c:pt>
                <c:pt idx="1237">
                  <c:v>-1.0737979618356985E-2</c:v>
                </c:pt>
                <c:pt idx="1238">
                  <c:v>-1.5320429519184553E-2</c:v>
                </c:pt>
                <c:pt idx="1239">
                  <c:v>-1.2755625470213805E-2</c:v>
                </c:pt>
                <c:pt idx="1240">
                  <c:v>-1.169550646330586E-2</c:v>
                </c:pt>
                <c:pt idx="1241">
                  <c:v>-7.6602147595919989E-3</c:v>
                </c:pt>
                <c:pt idx="1242">
                  <c:v>-5.8135558443306312E-4</c:v>
                </c:pt>
                <c:pt idx="1243">
                  <c:v>-4.7876342247432646E-4</c:v>
                </c:pt>
                <c:pt idx="1244">
                  <c:v>-3.8848231995072258E-3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5C6-4848-A0ED-BB1217C3EAC5}"/>
            </c:ext>
          </c:extLst>
        </c:ser>
        <c:ser>
          <c:idx val="1"/>
          <c:order val="1"/>
          <c:tx>
            <c:strRef>
              <c:f>Sheet2!$M$1313</c:f>
              <c:strCache>
                <c:ptCount val="1"/>
                <c:pt idx="0">
                  <c:v>2배 레버리지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Sheet2!$K$1314:$K$2558</c:f>
              <c:numCache>
                <c:formatCode>m/d/yyyy</c:formatCode>
                <c:ptCount val="1245"/>
                <c:pt idx="0">
                  <c:v>39448</c:v>
                </c:pt>
                <c:pt idx="1">
                  <c:v>39449</c:v>
                </c:pt>
                <c:pt idx="2">
                  <c:v>39450</c:v>
                </c:pt>
                <c:pt idx="3">
                  <c:v>39451</c:v>
                </c:pt>
                <c:pt idx="4">
                  <c:v>39454</c:v>
                </c:pt>
                <c:pt idx="5">
                  <c:v>39455</c:v>
                </c:pt>
                <c:pt idx="6">
                  <c:v>39456</c:v>
                </c:pt>
                <c:pt idx="7">
                  <c:v>39457</c:v>
                </c:pt>
                <c:pt idx="8">
                  <c:v>39458</c:v>
                </c:pt>
                <c:pt idx="9">
                  <c:v>39461</c:v>
                </c:pt>
                <c:pt idx="10">
                  <c:v>39462</c:v>
                </c:pt>
                <c:pt idx="11">
                  <c:v>39463</c:v>
                </c:pt>
                <c:pt idx="12">
                  <c:v>39464</c:v>
                </c:pt>
                <c:pt idx="13">
                  <c:v>39465</c:v>
                </c:pt>
                <c:pt idx="14">
                  <c:v>39468</c:v>
                </c:pt>
                <c:pt idx="15">
                  <c:v>39469</c:v>
                </c:pt>
                <c:pt idx="16">
                  <c:v>39470</c:v>
                </c:pt>
                <c:pt idx="17">
                  <c:v>39471</c:v>
                </c:pt>
                <c:pt idx="18">
                  <c:v>39472</c:v>
                </c:pt>
                <c:pt idx="19">
                  <c:v>39475</c:v>
                </c:pt>
                <c:pt idx="20">
                  <c:v>39476</c:v>
                </c:pt>
                <c:pt idx="21">
                  <c:v>39477</c:v>
                </c:pt>
                <c:pt idx="22">
                  <c:v>39478</c:v>
                </c:pt>
                <c:pt idx="23">
                  <c:v>39479</c:v>
                </c:pt>
                <c:pt idx="24">
                  <c:v>39482</c:v>
                </c:pt>
                <c:pt idx="25">
                  <c:v>39483</c:v>
                </c:pt>
                <c:pt idx="26">
                  <c:v>39484</c:v>
                </c:pt>
                <c:pt idx="27">
                  <c:v>39485</c:v>
                </c:pt>
                <c:pt idx="28">
                  <c:v>39486</c:v>
                </c:pt>
                <c:pt idx="29">
                  <c:v>39489</c:v>
                </c:pt>
                <c:pt idx="30">
                  <c:v>39490</c:v>
                </c:pt>
                <c:pt idx="31">
                  <c:v>39491</c:v>
                </c:pt>
                <c:pt idx="32">
                  <c:v>39492</c:v>
                </c:pt>
                <c:pt idx="33">
                  <c:v>39493</c:v>
                </c:pt>
                <c:pt idx="34">
                  <c:v>39496</c:v>
                </c:pt>
                <c:pt idx="35">
                  <c:v>39497</c:v>
                </c:pt>
                <c:pt idx="36">
                  <c:v>39498</c:v>
                </c:pt>
                <c:pt idx="37">
                  <c:v>39499</c:v>
                </c:pt>
                <c:pt idx="38">
                  <c:v>39500</c:v>
                </c:pt>
                <c:pt idx="39">
                  <c:v>39503</c:v>
                </c:pt>
                <c:pt idx="40">
                  <c:v>39504</c:v>
                </c:pt>
                <c:pt idx="41">
                  <c:v>39505</c:v>
                </c:pt>
                <c:pt idx="42">
                  <c:v>39506</c:v>
                </c:pt>
                <c:pt idx="43">
                  <c:v>39507</c:v>
                </c:pt>
                <c:pt idx="44">
                  <c:v>39510</c:v>
                </c:pt>
                <c:pt idx="45">
                  <c:v>39511</c:v>
                </c:pt>
                <c:pt idx="46">
                  <c:v>39512</c:v>
                </c:pt>
                <c:pt idx="47">
                  <c:v>39513</c:v>
                </c:pt>
                <c:pt idx="48">
                  <c:v>39514</c:v>
                </c:pt>
                <c:pt idx="49">
                  <c:v>39517</c:v>
                </c:pt>
                <c:pt idx="50">
                  <c:v>39518</c:v>
                </c:pt>
                <c:pt idx="51">
                  <c:v>39519</c:v>
                </c:pt>
                <c:pt idx="52">
                  <c:v>39520</c:v>
                </c:pt>
                <c:pt idx="53">
                  <c:v>39521</c:v>
                </c:pt>
                <c:pt idx="54">
                  <c:v>39524</c:v>
                </c:pt>
                <c:pt idx="55">
                  <c:v>39525</c:v>
                </c:pt>
                <c:pt idx="56">
                  <c:v>39526</c:v>
                </c:pt>
                <c:pt idx="57">
                  <c:v>39527</c:v>
                </c:pt>
                <c:pt idx="58">
                  <c:v>39528</c:v>
                </c:pt>
                <c:pt idx="59">
                  <c:v>39531</c:v>
                </c:pt>
                <c:pt idx="60">
                  <c:v>39532</c:v>
                </c:pt>
                <c:pt idx="61">
                  <c:v>39533</c:v>
                </c:pt>
                <c:pt idx="62">
                  <c:v>39534</c:v>
                </c:pt>
                <c:pt idx="63">
                  <c:v>39535</c:v>
                </c:pt>
                <c:pt idx="64">
                  <c:v>39538</c:v>
                </c:pt>
                <c:pt idx="65">
                  <c:v>39539</c:v>
                </c:pt>
                <c:pt idx="66">
                  <c:v>39540</c:v>
                </c:pt>
                <c:pt idx="67">
                  <c:v>39541</c:v>
                </c:pt>
                <c:pt idx="68">
                  <c:v>39542</c:v>
                </c:pt>
                <c:pt idx="69">
                  <c:v>39545</c:v>
                </c:pt>
                <c:pt idx="70">
                  <c:v>39546</c:v>
                </c:pt>
                <c:pt idx="71">
                  <c:v>39547</c:v>
                </c:pt>
                <c:pt idx="72">
                  <c:v>39548</c:v>
                </c:pt>
                <c:pt idx="73">
                  <c:v>39549</c:v>
                </c:pt>
                <c:pt idx="74">
                  <c:v>39552</c:v>
                </c:pt>
                <c:pt idx="75">
                  <c:v>39553</c:v>
                </c:pt>
                <c:pt idx="76">
                  <c:v>39554</c:v>
                </c:pt>
                <c:pt idx="77">
                  <c:v>39555</c:v>
                </c:pt>
                <c:pt idx="78">
                  <c:v>39556</c:v>
                </c:pt>
                <c:pt idx="79">
                  <c:v>39559</c:v>
                </c:pt>
                <c:pt idx="80">
                  <c:v>39560</c:v>
                </c:pt>
                <c:pt idx="81">
                  <c:v>39561</c:v>
                </c:pt>
                <c:pt idx="82">
                  <c:v>39562</c:v>
                </c:pt>
                <c:pt idx="83">
                  <c:v>39563</c:v>
                </c:pt>
                <c:pt idx="84">
                  <c:v>39566</c:v>
                </c:pt>
                <c:pt idx="85">
                  <c:v>39567</c:v>
                </c:pt>
                <c:pt idx="86">
                  <c:v>39568</c:v>
                </c:pt>
                <c:pt idx="87">
                  <c:v>39569</c:v>
                </c:pt>
                <c:pt idx="88">
                  <c:v>39570</c:v>
                </c:pt>
                <c:pt idx="89">
                  <c:v>39573</c:v>
                </c:pt>
                <c:pt idx="90">
                  <c:v>39574</c:v>
                </c:pt>
                <c:pt idx="91">
                  <c:v>39575</c:v>
                </c:pt>
                <c:pt idx="92">
                  <c:v>39576</c:v>
                </c:pt>
                <c:pt idx="93">
                  <c:v>39577</c:v>
                </c:pt>
                <c:pt idx="94">
                  <c:v>39580</c:v>
                </c:pt>
                <c:pt idx="95">
                  <c:v>39581</c:v>
                </c:pt>
                <c:pt idx="96">
                  <c:v>39582</c:v>
                </c:pt>
                <c:pt idx="97">
                  <c:v>39583</c:v>
                </c:pt>
                <c:pt idx="98">
                  <c:v>39584</c:v>
                </c:pt>
                <c:pt idx="99">
                  <c:v>39587</c:v>
                </c:pt>
                <c:pt idx="100">
                  <c:v>39588</c:v>
                </c:pt>
                <c:pt idx="101">
                  <c:v>39589</c:v>
                </c:pt>
                <c:pt idx="102">
                  <c:v>39590</c:v>
                </c:pt>
                <c:pt idx="103">
                  <c:v>39591</c:v>
                </c:pt>
                <c:pt idx="104">
                  <c:v>39594</c:v>
                </c:pt>
                <c:pt idx="105">
                  <c:v>39595</c:v>
                </c:pt>
                <c:pt idx="106">
                  <c:v>39596</c:v>
                </c:pt>
                <c:pt idx="107">
                  <c:v>39597</c:v>
                </c:pt>
                <c:pt idx="108">
                  <c:v>39598</c:v>
                </c:pt>
                <c:pt idx="109">
                  <c:v>39601</c:v>
                </c:pt>
                <c:pt idx="110">
                  <c:v>39602</c:v>
                </c:pt>
                <c:pt idx="111">
                  <c:v>39603</c:v>
                </c:pt>
                <c:pt idx="112">
                  <c:v>39604</c:v>
                </c:pt>
                <c:pt idx="113">
                  <c:v>39605</c:v>
                </c:pt>
                <c:pt idx="114">
                  <c:v>39608</c:v>
                </c:pt>
                <c:pt idx="115">
                  <c:v>39609</c:v>
                </c:pt>
                <c:pt idx="116">
                  <c:v>39610</c:v>
                </c:pt>
                <c:pt idx="117">
                  <c:v>39611</c:v>
                </c:pt>
                <c:pt idx="118">
                  <c:v>39612</c:v>
                </c:pt>
                <c:pt idx="119">
                  <c:v>39615</c:v>
                </c:pt>
                <c:pt idx="120">
                  <c:v>39616</c:v>
                </c:pt>
                <c:pt idx="121">
                  <c:v>39617</c:v>
                </c:pt>
                <c:pt idx="122">
                  <c:v>39618</c:v>
                </c:pt>
                <c:pt idx="123">
                  <c:v>39619</c:v>
                </c:pt>
                <c:pt idx="124">
                  <c:v>39622</c:v>
                </c:pt>
                <c:pt idx="125">
                  <c:v>39623</c:v>
                </c:pt>
                <c:pt idx="126">
                  <c:v>39624</c:v>
                </c:pt>
                <c:pt idx="127">
                  <c:v>39625</c:v>
                </c:pt>
                <c:pt idx="128">
                  <c:v>39626</c:v>
                </c:pt>
                <c:pt idx="129">
                  <c:v>39629</c:v>
                </c:pt>
                <c:pt idx="130">
                  <c:v>39630</c:v>
                </c:pt>
                <c:pt idx="131">
                  <c:v>39631</c:v>
                </c:pt>
                <c:pt idx="132">
                  <c:v>39632</c:v>
                </c:pt>
                <c:pt idx="133">
                  <c:v>39633</c:v>
                </c:pt>
                <c:pt idx="134">
                  <c:v>39636</c:v>
                </c:pt>
                <c:pt idx="135">
                  <c:v>39637</c:v>
                </c:pt>
                <c:pt idx="136">
                  <c:v>39638</c:v>
                </c:pt>
                <c:pt idx="137">
                  <c:v>39639</c:v>
                </c:pt>
                <c:pt idx="138">
                  <c:v>39640</c:v>
                </c:pt>
                <c:pt idx="139">
                  <c:v>39643</c:v>
                </c:pt>
                <c:pt idx="140">
                  <c:v>39644</c:v>
                </c:pt>
                <c:pt idx="141">
                  <c:v>39645</c:v>
                </c:pt>
                <c:pt idx="142">
                  <c:v>39646</c:v>
                </c:pt>
                <c:pt idx="143">
                  <c:v>39647</c:v>
                </c:pt>
                <c:pt idx="144">
                  <c:v>39650</c:v>
                </c:pt>
                <c:pt idx="145">
                  <c:v>39651</c:v>
                </c:pt>
                <c:pt idx="146">
                  <c:v>39652</c:v>
                </c:pt>
                <c:pt idx="147">
                  <c:v>39653</c:v>
                </c:pt>
                <c:pt idx="148">
                  <c:v>39654</c:v>
                </c:pt>
                <c:pt idx="149">
                  <c:v>39657</c:v>
                </c:pt>
                <c:pt idx="150">
                  <c:v>39658</c:v>
                </c:pt>
                <c:pt idx="151">
                  <c:v>39659</c:v>
                </c:pt>
                <c:pt idx="152">
                  <c:v>39660</c:v>
                </c:pt>
                <c:pt idx="153">
                  <c:v>39661</c:v>
                </c:pt>
                <c:pt idx="154">
                  <c:v>39664</c:v>
                </c:pt>
                <c:pt idx="155">
                  <c:v>39665</c:v>
                </c:pt>
                <c:pt idx="156">
                  <c:v>39666</c:v>
                </c:pt>
                <c:pt idx="157">
                  <c:v>39667</c:v>
                </c:pt>
                <c:pt idx="158">
                  <c:v>39668</c:v>
                </c:pt>
                <c:pt idx="159">
                  <c:v>39671</c:v>
                </c:pt>
                <c:pt idx="160">
                  <c:v>39672</c:v>
                </c:pt>
                <c:pt idx="161">
                  <c:v>39673</c:v>
                </c:pt>
                <c:pt idx="162">
                  <c:v>39674</c:v>
                </c:pt>
                <c:pt idx="163">
                  <c:v>39675</c:v>
                </c:pt>
                <c:pt idx="164">
                  <c:v>39678</c:v>
                </c:pt>
                <c:pt idx="165">
                  <c:v>39679</c:v>
                </c:pt>
                <c:pt idx="166">
                  <c:v>39680</c:v>
                </c:pt>
                <c:pt idx="167">
                  <c:v>39681</c:v>
                </c:pt>
                <c:pt idx="168">
                  <c:v>39682</c:v>
                </c:pt>
                <c:pt idx="169">
                  <c:v>39685</c:v>
                </c:pt>
                <c:pt idx="170">
                  <c:v>39686</c:v>
                </c:pt>
                <c:pt idx="171">
                  <c:v>39687</c:v>
                </c:pt>
                <c:pt idx="172">
                  <c:v>39688</c:v>
                </c:pt>
                <c:pt idx="173">
                  <c:v>39689</c:v>
                </c:pt>
                <c:pt idx="174">
                  <c:v>39692</c:v>
                </c:pt>
                <c:pt idx="175">
                  <c:v>39693</c:v>
                </c:pt>
                <c:pt idx="176">
                  <c:v>39694</c:v>
                </c:pt>
                <c:pt idx="177">
                  <c:v>39695</c:v>
                </c:pt>
                <c:pt idx="178">
                  <c:v>39696</c:v>
                </c:pt>
                <c:pt idx="179">
                  <c:v>39699</c:v>
                </c:pt>
                <c:pt idx="180">
                  <c:v>39700</c:v>
                </c:pt>
                <c:pt idx="181">
                  <c:v>39701</c:v>
                </c:pt>
                <c:pt idx="182">
                  <c:v>39702</c:v>
                </c:pt>
                <c:pt idx="183">
                  <c:v>39703</c:v>
                </c:pt>
                <c:pt idx="184">
                  <c:v>39706</c:v>
                </c:pt>
                <c:pt idx="185">
                  <c:v>39707</c:v>
                </c:pt>
                <c:pt idx="186">
                  <c:v>39708</c:v>
                </c:pt>
                <c:pt idx="187">
                  <c:v>39709</c:v>
                </c:pt>
                <c:pt idx="188">
                  <c:v>39710</c:v>
                </c:pt>
                <c:pt idx="189">
                  <c:v>39713</c:v>
                </c:pt>
                <c:pt idx="190">
                  <c:v>39714</c:v>
                </c:pt>
                <c:pt idx="191">
                  <c:v>39715</c:v>
                </c:pt>
                <c:pt idx="192">
                  <c:v>39716</c:v>
                </c:pt>
                <c:pt idx="193">
                  <c:v>39717</c:v>
                </c:pt>
                <c:pt idx="194">
                  <c:v>39720</c:v>
                </c:pt>
                <c:pt idx="195">
                  <c:v>39721</c:v>
                </c:pt>
                <c:pt idx="196">
                  <c:v>39722</c:v>
                </c:pt>
                <c:pt idx="197">
                  <c:v>39723</c:v>
                </c:pt>
                <c:pt idx="198">
                  <c:v>39724</c:v>
                </c:pt>
                <c:pt idx="199">
                  <c:v>39727</c:v>
                </c:pt>
                <c:pt idx="200">
                  <c:v>39728</c:v>
                </c:pt>
                <c:pt idx="201">
                  <c:v>39729</c:v>
                </c:pt>
                <c:pt idx="202">
                  <c:v>39730</c:v>
                </c:pt>
                <c:pt idx="203">
                  <c:v>39731</c:v>
                </c:pt>
                <c:pt idx="204">
                  <c:v>39734</c:v>
                </c:pt>
                <c:pt idx="205">
                  <c:v>39735</c:v>
                </c:pt>
                <c:pt idx="206">
                  <c:v>39736</c:v>
                </c:pt>
                <c:pt idx="207">
                  <c:v>39737</c:v>
                </c:pt>
                <c:pt idx="208">
                  <c:v>39738</c:v>
                </c:pt>
                <c:pt idx="209">
                  <c:v>39741</c:v>
                </c:pt>
                <c:pt idx="210">
                  <c:v>39742</c:v>
                </c:pt>
                <c:pt idx="211">
                  <c:v>39743</c:v>
                </c:pt>
                <c:pt idx="212">
                  <c:v>39744</c:v>
                </c:pt>
                <c:pt idx="213">
                  <c:v>39745</c:v>
                </c:pt>
                <c:pt idx="214">
                  <c:v>39748</c:v>
                </c:pt>
                <c:pt idx="215">
                  <c:v>39749</c:v>
                </c:pt>
                <c:pt idx="216">
                  <c:v>39750</c:v>
                </c:pt>
                <c:pt idx="217">
                  <c:v>39751</c:v>
                </c:pt>
                <c:pt idx="218">
                  <c:v>39752</c:v>
                </c:pt>
                <c:pt idx="219">
                  <c:v>39755</c:v>
                </c:pt>
                <c:pt idx="220">
                  <c:v>39756</c:v>
                </c:pt>
                <c:pt idx="221">
                  <c:v>39757</c:v>
                </c:pt>
                <c:pt idx="222">
                  <c:v>39758</c:v>
                </c:pt>
                <c:pt idx="223">
                  <c:v>39759</c:v>
                </c:pt>
                <c:pt idx="224">
                  <c:v>39762</c:v>
                </c:pt>
                <c:pt idx="225">
                  <c:v>39763</c:v>
                </c:pt>
                <c:pt idx="226">
                  <c:v>39764</c:v>
                </c:pt>
                <c:pt idx="227">
                  <c:v>39765</c:v>
                </c:pt>
                <c:pt idx="228">
                  <c:v>39766</c:v>
                </c:pt>
                <c:pt idx="229">
                  <c:v>39769</c:v>
                </c:pt>
                <c:pt idx="230">
                  <c:v>39770</c:v>
                </c:pt>
                <c:pt idx="231">
                  <c:v>39771</c:v>
                </c:pt>
                <c:pt idx="232">
                  <c:v>39772</c:v>
                </c:pt>
                <c:pt idx="233">
                  <c:v>39773</c:v>
                </c:pt>
                <c:pt idx="234">
                  <c:v>39776</c:v>
                </c:pt>
                <c:pt idx="235">
                  <c:v>39777</c:v>
                </c:pt>
                <c:pt idx="236">
                  <c:v>39778</c:v>
                </c:pt>
                <c:pt idx="237">
                  <c:v>39779</c:v>
                </c:pt>
                <c:pt idx="238">
                  <c:v>39780</c:v>
                </c:pt>
                <c:pt idx="239">
                  <c:v>39783</c:v>
                </c:pt>
                <c:pt idx="240">
                  <c:v>39784</c:v>
                </c:pt>
                <c:pt idx="241">
                  <c:v>39785</c:v>
                </c:pt>
                <c:pt idx="242">
                  <c:v>39786</c:v>
                </c:pt>
                <c:pt idx="243">
                  <c:v>39787</c:v>
                </c:pt>
                <c:pt idx="244">
                  <c:v>39790</c:v>
                </c:pt>
                <c:pt idx="245">
                  <c:v>39791</c:v>
                </c:pt>
                <c:pt idx="246">
                  <c:v>39792</c:v>
                </c:pt>
                <c:pt idx="247">
                  <c:v>39793</c:v>
                </c:pt>
                <c:pt idx="248">
                  <c:v>39794</c:v>
                </c:pt>
                <c:pt idx="249">
                  <c:v>39797</c:v>
                </c:pt>
                <c:pt idx="250">
                  <c:v>39798</c:v>
                </c:pt>
                <c:pt idx="251">
                  <c:v>39799</c:v>
                </c:pt>
                <c:pt idx="252">
                  <c:v>39800</c:v>
                </c:pt>
                <c:pt idx="253">
                  <c:v>39801</c:v>
                </c:pt>
                <c:pt idx="254">
                  <c:v>39804</c:v>
                </c:pt>
                <c:pt idx="255">
                  <c:v>39805</c:v>
                </c:pt>
                <c:pt idx="256">
                  <c:v>39806</c:v>
                </c:pt>
                <c:pt idx="257">
                  <c:v>39807</c:v>
                </c:pt>
                <c:pt idx="258">
                  <c:v>39808</c:v>
                </c:pt>
                <c:pt idx="259">
                  <c:v>39811</c:v>
                </c:pt>
                <c:pt idx="260">
                  <c:v>39812</c:v>
                </c:pt>
                <c:pt idx="261">
                  <c:v>39813</c:v>
                </c:pt>
                <c:pt idx="262">
                  <c:v>39814</c:v>
                </c:pt>
                <c:pt idx="263">
                  <c:v>39815</c:v>
                </c:pt>
                <c:pt idx="264">
                  <c:v>39818</c:v>
                </c:pt>
                <c:pt idx="265">
                  <c:v>39819</c:v>
                </c:pt>
                <c:pt idx="266">
                  <c:v>39820</c:v>
                </c:pt>
                <c:pt idx="267">
                  <c:v>39821</c:v>
                </c:pt>
                <c:pt idx="268">
                  <c:v>39822</c:v>
                </c:pt>
                <c:pt idx="269">
                  <c:v>39825</c:v>
                </c:pt>
                <c:pt idx="270">
                  <c:v>39826</c:v>
                </c:pt>
                <c:pt idx="271">
                  <c:v>39827</c:v>
                </c:pt>
                <c:pt idx="272">
                  <c:v>39828</c:v>
                </c:pt>
                <c:pt idx="273">
                  <c:v>39829</c:v>
                </c:pt>
                <c:pt idx="274">
                  <c:v>39832</c:v>
                </c:pt>
                <c:pt idx="275">
                  <c:v>39833</c:v>
                </c:pt>
                <c:pt idx="276">
                  <c:v>39834</c:v>
                </c:pt>
                <c:pt idx="277">
                  <c:v>39835</c:v>
                </c:pt>
                <c:pt idx="278">
                  <c:v>39836</c:v>
                </c:pt>
                <c:pt idx="279">
                  <c:v>39839</c:v>
                </c:pt>
                <c:pt idx="280">
                  <c:v>39840</c:v>
                </c:pt>
                <c:pt idx="281">
                  <c:v>39841</c:v>
                </c:pt>
                <c:pt idx="282">
                  <c:v>39842</c:v>
                </c:pt>
                <c:pt idx="283">
                  <c:v>39843</c:v>
                </c:pt>
                <c:pt idx="284">
                  <c:v>39846</c:v>
                </c:pt>
                <c:pt idx="285">
                  <c:v>39847</c:v>
                </c:pt>
                <c:pt idx="286">
                  <c:v>39848</c:v>
                </c:pt>
                <c:pt idx="287">
                  <c:v>39849</c:v>
                </c:pt>
                <c:pt idx="288">
                  <c:v>39850</c:v>
                </c:pt>
                <c:pt idx="289">
                  <c:v>39853</c:v>
                </c:pt>
                <c:pt idx="290">
                  <c:v>39854</c:v>
                </c:pt>
                <c:pt idx="291">
                  <c:v>39855</c:v>
                </c:pt>
                <c:pt idx="292">
                  <c:v>39856</c:v>
                </c:pt>
                <c:pt idx="293">
                  <c:v>39857</c:v>
                </c:pt>
                <c:pt idx="294">
                  <c:v>39860</c:v>
                </c:pt>
                <c:pt idx="295">
                  <c:v>39861</c:v>
                </c:pt>
                <c:pt idx="296">
                  <c:v>39862</c:v>
                </c:pt>
                <c:pt idx="297">
                  <c:v>39863</c:v>
                </c:pt>
                <c:pt idx="298">
                  <c:v>39864</c:v>
                </c:pt>
                <c:pt idx="299">
                  <c:v>39867</c:v>
                </c:pt>
                <c:pt idx="300">
                  <c:v>39868</c:v>
                </c:pt>
                <c:pt idx="301">
                  <c:v>39869</c:v>
                </c:pt>
                <c:pt idx="302">
                  <c:v>39870</c:v>
                </c:pt>
                <c:pt idx="303">
                  <c:v>39871</c:v>
                </c:pt>
                <c:pt idx="304">
                  <c:v>39874</c:v>
                </c:pt>
                <c:pt idx="305">
                  <c:v>39875</c:v>
                </c:pt>
                <c:pt idx="306">
                  <c:v>39876</c:v>
                </c:pt>
                <c:pt idx="307">
                  <c:v>39877</c:v>
                </c:pt>
                <c:pt idx="308">
                  <c:v>39878</c:v>
                </c:pt>
                <c:pt idx="309">
                  <c:v>39881</c:v>
                </c:pt>
                <c:pt idx="310">
                  <c:v>39882</c:v>
                </c:pt>
                <c:pt idx="311">
                  <c:v>39883</c:v>
                </c:pt>
                <c:pt idx="312">
                  <c:v>39884</c:v>
                </c:pt>
                <c:pt idx="313">
                  <c:v>39885</c:v>
                </c:pt>
                <c:pt idx="314">
                  <c:v>39888</c:v>
                </c:pt>
                <c:pt idx="315">
                  <c:v>39889</c:v>
                </c:pt>
                <c:pt idx="316">
                  <c:v>39890</c:v>
                </c:pt>
                <c:pt idx="317">
                  <c:v>39891</c:v>
                </c:pt>
                <c:pt idx="318">
                  <c:v>39892</c:v>
                </c:pt>
                <c:pt idx="319">
                  <c:v>39895</c:v>
                </c:pt>
                <c:pt idx="320">
                  <c:v>39896</c:v>
                </c:pt>
                <c:pt idx="321">
                  <c:v>39897</c:v>
                </c:pt>
                <c:pt idx="322">
                  <c:v>39898</c:v>
                </c:pt>
                <c:pt idx="323">
                  <c:v>39899</c:v>
                </c:pt>
                <c:pt idx="324">
                  <c:v>39902</c:v>
                </c:pt>
                <c:pt idx="325">
                  <c:v>39903</c:v>
                </c:pt>
                <c:pt idx="326">
                  <c:v>39904</c:v>
                </c:pt>
                <c:pt idx="327">
                  <c:v>39905</c:v>
                </c:pt>
                <c:pt idx="328">
                  <c:v>39906</c:v>
                </c:pt>
                <c:pt idx="329">
                  <c:v>39909</c:v>
                </c:pt>
                <c:pt idx="330">
                  <c:v>39910</c:v>
                </c:pt>
                <c:pt idx="331">
                  <c:v>39911</c:v>
                </c:pt>
                <c:pt idx="332">
                  <c:v>39912</c:v>
                </c:pt>
                <c:pt idx="333">
                  <c:v>39913</c:v>
                </c:pt>
                <c:pt idx="334">
                  <c:v>39916</c:v>
                </c:pt>
                <c:pt idx="335">
                  <c:v>39917</c:v>
                </c:pt>
                <c:pt idx="336">
                  <c:v>39918</c:v>
                </c:pt>
                <c:pt idx="337">
                  <c:v>39919</c:v>
                </c:pt>
                <c:pt idx="338">
                  <c:v>39920</c:v>
                </c:pt>
                <c:pt idx="339">
                  <c:v>39923</c:v>
                </c:pt>
                <c:pt idx="340">
                  <c:v>39924</c:v>
                </c:pt>
                <c:pt idx="341">
                  <c:v>39925</c:v>
                </c:pt>
                <c:pt idx="342">
                  <c:v>39926</c:v>
                </c:pt>
                <c:pt idx="343">
                  <c:v>39927</c:v>
                </c:pt>
                <c:pt idx="344">
                  <c:v>39930</c:v>
                </c:pt>
                <c:pt idx="345">
                  <c:v>39931</c:v>
                </c:pt>
                <c:pt idx="346">
                  <c:v>39932</c:v>
                </c:pt>
                <c:pt idx="347">
                  <c:v>39933</c:v>
                </c:pt>
                <c:pt idx="348">
                  <c:v>39934</c:v>
                </c:pt>
                <c:pt idx="349">
                  <c:v>39937</c:v>
                </c:pt>
                <c:pt idx="350">
                  <c:v>39938</c:v>
                </c:pt>
                <c:pt idx="351">
                  <c:v>39939</c:v>
                </c:pt>
                <c:pt idx="352">
                  <c:v>39940</c:v>
                </c:pt>
                <c:pt idx="353">
                  <c:v>39941</c:v>
                </c:pt>
                <c:pt idx="354">
                  <c:v>39944</c:v>
                </c:pt>
                <c:pt idx="355">
                  <c:v>39945</c:v>
                </c:pt>
                <c:pt idx="356">
                  <c:v>39946</c:v>
                </c:pt>
                <c:pt idx="357">
                  <c:v>39947</c:v>
                </c:pt>
                <c:pt idx="358">
                  <c:v>39948</c:v>
                </c:pt>
                <c:pt idx="359">
                  <c:v>39951</c:v>
                </c:pt>
                <c:pt idx="360">
                  <c:v>39952</c:v>
                </c:pt>
                <c:pt idx="361">
                  <c:v>39953</c:v>
                </c:pt>
                <c:pt idx="362">
                  <c:v>39954</c:v>
                </c:pt>
                <c:pt idx="363">
                  <c:v>39955</c:v>
                </c:pt>
                <c:pt idx="364">
                  <c:v>39958</c:v>
                </c:pt>
                <c:pt idx="365">
                  <c:v>39959</c:v>
                </c:pt>
                <c:pt idx="366">
                  <c:v>39960</c:v>
                </c:pt>
                <c:pt idx="367">
                  <c:v>39961</c:v>
                </c:pt>
                <c:pt idx="368">
                  <c:v>39962</c:v>
                </c:pt>
                <c:pt idx="369">
                  <c:v>39965</c:v>
                </c:pt>
                <c:pt idx="370">
                  <c:v>39966</c:v>
                </c:pt>
                <c:pt idx="371">
                  <c:v>39967</c:v>
                </c:pt>
                <c:pt idx="372">
                  <c:v>39968</c:v>
                </c:pt>
                <c:pt idx="373">
                  <c:v>39969</c:v>
                </c:pt>
                <c:pt idx="374">
                  <c:v>39972</c:v>
                </c:pt>
                <c:pt idx="375">
                  <c:v>39973</c:v>
                </c:pt>
                <c:pt idx="376">
                  <c:v>39974</c:v>
                </c:pt>
                <c:pt idx="377">
                  <c:v>39975</c:v>
                </c:pt>
                <c:pt idx="378">
                  <c:v>39976</c:v>
                </c:pt>
                <c:pt idx="379">
                  <c:v>39979</c:v>
                </c:pt>
                <c:pt idx="380">
                  <c:v>39980</c:v>
                </c:pt>
                <c:pt idx="381">
                  <c:v>39981</c:v>
                </c:pt>
                <c:pt idx="382">
                  <c:v>39982</c:v>
                </c:pt>
                <c:pt idx="383">
                  <c:v>39983</c:v>
                </c:pt>
                <c:pt idx="384">
                  <c:v>39986</c:v>
                </c:pt>
                <c:pt idx="385">
                  <c:v>39987</c:v>
                </c:pt>
                <c:pt idx="386">
                  <c:v>39988</c:v>
                </c:pt>
                <c:pt idx="387">
                  <c:v>39989</c:v>
                </c:pt>
                <c:pt idx="388">
                  <c:v>39990</c:v>
                </c:pt>
                <c:pt idx="389">
                  <c:v>39993</c:v>
                </c:pt>
                <c:pt idx="390">
                  <c:v>39994</c:v>
                </c:pt>
                <c:pt idx="391">
                  <c:v>39995</c:v>
                </c:pt>
                <c:pt idx="392">
                  <c:v>39996</c:v>
                </c:pt>
                <c:pt idx="393">
                  <c:v>39997</c:v>
                </c:pt>
                <c:pt idx="394">
                  <c:v>40000</c:v>
                </c:pt>
                <c:pt idx="395">
                  <c:v>40001</c:v>
                </c:pt>
                <c:pt idx="396">
                  <c:v>40002</c:v>
                </c:pt>
                <c:pt idx="397">
                  <c:v>40003</c:v>
                </c:pt>
                <c:pt idx="398">
                  <c:v>40004</c:v>
                </c:pt>
                <c:pt idx="399">
                  <c:v>40007</c:v>
                </c:pt>
                <c:pt idx="400">
                  <c:v>40008</c:v>
                </c:pt>
                <c:pt idx="401">
                  <c:v>40009</c:v>
                </c:pt>
                <c:pt idx="402">
                  <c:v>40010</c:v>
                </c:pt>
                <c:pt idx="403">
                  <c:v>40011</c:v>
                </c:pt>
                <c:pt idx="404">
                  <c:v>40014</c:v>
                </c:pt>
                <c:pt idx="405">
                  <c:v>40015</c:v>
                </c:pt>
                <c:pt idx="406">
                  <c:v>40016</c:v>
                </c:pt>
                <c:pt idx="407">
                  <c:v>40017</c:v>
                </c:pt>
                <c:pt idx="408">
                  <c:v>40018</c:v>
                </c:pt>
                <c:pt idx="409">
                  <c:v>40021</c:v>
                </c:pt>
                <c:pt idx="410">
                  <c:v>40022</c:v>
                </c:pt>
                <c:pt idx="411">
                  <c:v>40023</c:v>
                </c:pt>
                <c:pt idx="412">
                  <c:v>40024</c:v>
                </c:pt>
                <c:pt idx="413">
                  <c:v>40025</c:v>
                </c:pt>
                <c:pt idx="414">
                  <c:v>40028</c:v>
                </c:pt>
                <c:pt idx="415">
                  <c:v>40029</c:v>
                </c:pt>
                <c:pt idx="416">
                  <c:v>40030</c:v>
                </c:pt>
                <c:pt idx="417">
                  <c:v>40031</c:v>
                </c:pt>
                <c:pt idx="418">
                  <c:v>40032</c:v>
                </c:pt>
                <c:pt idx="419">
                  <c:v>40035</c:v>
                </c:pt>
                <c:pt idx="420">
                  <c:v>40036</c:v>
                </c:pt>
                <c:pt idx="421">
                  <c:v>40037</c:v>
                </c:pt>
                <c:pt idx="422">
                  <c:v>40038</c:v>
                </c:pt>
                <c:pt idx="423">
                  <c:v>40039</c:v>
                </c:pt>
                <c:pt idx="424">
                  <c:v>40042</c:v>
                </c:pt>
                <c:pt idx="425">
                  <c:v>40043</c:v>
                </c:pt>
                <c:pt idx="426">
                  <c:v>40044</c:v>
                </c:pt>
                <c:pt idx="427">
                  <c:v>40045</c:v>
                </c:pt>
                <c:pt idx="428">
                  <c:v>40046</c:v>
                </c:pt>
                <c:pt idx="429">
                  <c:v>40049</c:v>
                </c:pt>
                <c:pt idx="430">
                  <c:v>40050</c:v>
                </c:pt>
                <c:pt idx="431">
                  <c:v>40051</c:v>
                </c:pt>
                <c:pt idx="432">
                  <c:v>40052</c:v>
                </c:pt>
                <c:pt idx="433">
                  <c:v>40053</c:v>
                </c:pt>
                <c:pt idx="434">
                  <c:v>40056</c:v>
                </c:pt>
                <c:pt idx="435">
                  <c:v>40057</c:v>
                </c:pt>
                <c:pt idx="436">
                  <c:v>40058</c:v>
                </c:pt>
                <c:pt idx="437">
                  <c:v>40059</c:v>
                </c:pt>
                <c:pt idx="438">
                  <c:v>40060</c:v>
                </c:pt>
                <c:pt idx="439">
                  <c:v>40063</c:v>
                </c:pt>
                <c:pt idx="440">
                  <c:v>40064</c:v>
                </c:pt>
                <c:pt idx="441">
                  <c:v>40065</c:v>
                </c:pt>
                <c:pt idx="442">
                  <c:v>40066</c:v>
                </c:pt>
                <c:pt idx="443">
                  <c:v>40067</c:v>
                </c:pt>
                <c:pt idx="444">
                  <c:v>40070</c:v>
                </c:pt>
                <c:pt idx="445">
                  <c:v>40071</c:v>
                </c:pt>
                <c:pt idx="446">
                  <c:v>40072</c:v>
                </c:pt>
                <c:pt idx="447">
                  <c:v>40073</c:v>
                </c:pt>
                <c:pt idx="448">
                  <c:v>40074</c:v>
                </c:pt>
                <c:pt idx="449">
                  <c:v>40077</c:v>
                </c:pt>
                <c:pt idx="450">
                  <c:v>40078</c:v>
                </c:pt>
                <c:pt idx="451">
                  <c:v>40079</c:v>
                </c:pt>
                <c:pt idx="452">
                  <c:v>40080</c:v>
                </c:pt>
                <c:pt idx="453">
                  <c:v>40081</c:v>
                </c:pt>
                <c:pt idx="454">
                  <c:v>40084</c:v>
                </c:pt>
                <c:pt idx="455">
                  <c:v>40085</c:v>
                </c:pt>
                <c:pt idx="456">
                  <c:v>40086</c:v>
                </c:pt>
                <c:pt idx="457">
                  <c:v>40087</c:v>
                </c:pt>
                <c:pt idx="458">
                  <c:v>40088</c:v>
                </c:pt>
                <c:pt idx="459">
                  <c:v>40091</c:v>
                </c:pt>
                <c:pt idx="460">
                  <c:v>40092</c:v>
                </c:pt>
                <c:pt idx="461">
                  <c:v>40093</c:v>
                </c:pt>
                <c:pt idx="462">
                  <c:v>40094</c:v>
                </c:pt>
                <c:pt idx="463">
                  <c:v>40095</c:v>
                </c:pt>
                <c:pt idx="464">
                  <c:v>40098</c:v>
                </c:pt>
                <c:pt idx="465">
                  <c:v>40099</c:v>
                </c:pt>
                <c:pt idx="466">
                  <c:v>40100</c:v>
                </c:pt>
                <c:pt idx="467">
                  <c:v>40101</c:v>
                </c:pt>
                <c:pt idx="468">
                  <c:v>40102</c:v>
                </c:pt>
                <c:pt idx="469">
                  <c:v>40105</c:v>
                </c:pt>
                <c:pt idx="470">
                  <c:v>40106</c:v>
                </c:pt>
                <c:pt idx="471">
                  <c:v>40107</c:v>
                </c:pt>
                <c:pt idx="472">
                  <c:v>40108</c:v>
                </c:pt>
                <c:pt idx="473">
                  <c:v>40109</c:v>
                </c:pt>
                <c:pt idx="474">
                  <c:v>40112</c:v>
                </c:pt>
                <c:pt idx="475">
                  <c:v>40113</c:v>
                </c:pt>
                <c:pt idx="476">
                  <c:v>40114</c:v>
                </c:pt>
                <c:pt idx="477">
                  <c:v>40115</c:v>
                </c:pt>
                <c:pt idx="478">
                  <c:v>40116</c:v>
                </c:pt>
                <c:pt idx="479">
                  <c:v>40119</c:v>
                </c:pt>
                <c:pt idx="480">
                  <c:v>40120</c:v>
                </c:pt>
                <c:pt idx="481">
                  <c:v>40121</c:v>
                </c:pt>
                <c:pt idx="482">
                  <c:v>40122</c:v>
                </c:pt>
                <c:pt idx="483">
                  <c:v>40123</c:v>
                </c:pt>
                <c:pt idx="484">
                  <c:v>40126</c:v>
                </c:pt>
                <c:pt idx="485">
                  <c:v>40127</c:v>
                </c:pt>
                <c:pt idx="486">
                  <c:v>40128</c:v>
                </c:pt>
                <c:pt idx="487">
                  <c:v>40129</c:v>
                </c:pt>
                <c:pt idx="488">
                  <c:v>40130</c:v>
                </c:pt>
                <c:pt idx="489">
                  <c:v>40133</c:v>
                </c:pt>
                <c:pt idx="490">
                  <c:v>40134</c:v>
                </c:pt>
                <c:pt idx="491">
                  <c:v>40135</c:v>
                </c:pt>
                <c:pt idx="492">
                  <c:v>40136</c:v>
                </c:pt>
                <c:pt idx="493">
                  <c:v>40137</c:v>
                </c:pt>
                <c:pt idx="494">
                  <c:v>40140</c:v>
                </c:pt>
                <c:pt idx="495">
                  <c:v>40141</c:v>
                </c:pt>
                <c:pt idx="496">
                  <c:v>40142</c:v>
                </c:pt>
                <c:pt idx="497">
                  <c:v>40143</c:v>
                </c:pt>
                <c:pt idx="498">
                  <c:v>40144</c:v>
                </c:pt>
                <c:pt idx="499">
                  <c:v>40147</c:v>
                </c:pt>
                <c:pt idx="500">
                  <c:v>40148</c:v>
                </c:pt>
                <c:pt idx="501">
                  <c:v>40149</c:v>
                </c:pt>
                <c:pt idx="502">
                  <c:v>40150</c:v>
                </c:pt>
                <c:pt idx="503">
                  <c:v>40151</c:v>
                </c:pt>
                <c:pt idx="504">
                  <c:v>40154</c:v>
                </c:pt>
                <c:pt idx="505">
                  <c:v>40155</c:v>
                </c:pt>
                <c:pt idx="506">
                  <c:v>40156</c:v>
                </c:pt>
                <c:pt idx="507">
                  <c:v>40157</c:v>
                </c:pt>
                <c:pt idx="508">
                  <c:v>40158</c:v>
                </c:pt>
                <c:pt idx="509">
                  <c:v>40161</c:v>
                </c:pt>
                <c:pt idx="510">
                  <c:v>40162</c:v>
                </c:pt>
                <c:pt idx="511">
                  <c:v>40163</c:v>
                </c:pt>
                <c:pt idx="512">
                  <c:v>40164</c:v>
                </c:pt>
                <c:pt idx="513">
                  <c:v>40165</c:v>
                </c:pt>
                <c:pt idx="514">
                  <c:v>40168</c:v>
                </c:pt>
                <c:pt idx="515">
                  <c:v>40169</c:v>
                </c:pt>
                <c:pt idx="516">
                  <c:v>40170</c:v>
                </c:pt>
                <c:pt idx="517">
                  <c:v>40171</c:v>
                </c:pt>
                <c:pt idx="518">
                  <c:v>40172</c:v>
                </c:pt>
                <c:pt idx="519">
                  <c:v>40175</c:v>
                </c:pt>
                <c:pt idx="520">
                  <c:v>40176</c:v>
                </c:pt>
                <c:pt idx="521">
                  <c:v>40177</c:v>
                </c:pt>
                <c:pt idx="522">
                  <c:v>40178</c:v>
                </c:pt>
                <c:pt idx="523">
                  <c:v>40179</c:v>
                </c:pt>
                <c:pt idx="524">
                  <c:v>40182</c:v>
                </c:pt>
                <c:pt idx="525">
                  <c:v>40183</c:v>
                </c:pt>
                <c:pt idx="526">
                  <c:v>40184</c:v>
                </c:pt>
                <c:pt idx="527">
                  <c:v>40185</c:v>
                </c:pt>
                <c:pt idx="528">
                  <c:v>40186</c:v>
                </c:pt>
                <c:pt idx="529">
                  <c:v>40189</c:v>
                </c:pt>
                <c:pt idx="530">
                  <c:v>40190</c:v>
                </c:pt>
                <c:pt idx="531">
                  <c:v>40191</c:v>
                </c:pt>
                <c:pt idx="532">
                  <c:v>40192</c:v>
                </c:pt>
                <c:pt idx="533">
                  <c:v>40193</c:v>
                </c:pt>
                <c:pt idx="534">
                  <c:v>40196</c:v>
                </c:pt>
                <c:pt idx="535">
                  <c:v>40197</c:v>
                </c:pt>
                <c:pt idx="536">
                  <c:v>40198</c:v>
                </c:pt>
                <c:pt idx="537">
                  <c:v>40199</c:v>
                </c:pt>
                <c:pt idx="538">
                  <c:v>40200</c:v>
                </c:pt>
                <c:pt idx="539">
                  <c:v>40203</c:v>
                </c:pt>
                <c:pt idx="540">
                  <c:v>40204</c:v>
                </c:pt>
                <c:pt idx="541">
                  <c:v>40205</c:v>
                </c:pt>
                <c:pt idx="542">
                  <c:v>40206</c:v>
                </c:pt>
                <c:pt idx="543">
                  <c:v>40207</c:v>
                </c:pt>
                <c:pt idx="544">
                  <c:v>40210</c:v>
                </c:pt>
                <c:pt idx="545">
                  <c:v>40211</c:v>
                </c:pt>
                <c:pt idx="546">
                  <c:v>40212</c:v>
                </c:pt>
                <c:pt idx="547">
                  <c:v>40213</c:v>
                </c:pt>
                <c:pt idx="548">
                  <c:v>40214</c:v>
                </c:pt>
                <c:pt idx="549">
                  <c:v>40217</c:v>
                </c:pt>
                <c:pt idx="550">
                  <c:v>40218</c:v>
                </c:pt>
                <c:pt idx="551">
                  <c:v>40219</c:v>
                </c:pt>
                <c:pt idx="552">
                  <c:v>40220</c:v>
                </c:pt>
                <c:pt idx="553">
                  <c:v>40221</c:v>
                </c:pt>
                <c:pt idx="554">
                  <c:v>40224</c:v>
                </c:pt>
                <c:pt idx="555">
                  <c:v>40225</c:v>
                </c:pt>
                <c:pt idx="556">
                  <c:v>40226</c:v>
                </c:pt>
                <c:pt idx="557">
                  <c:v>40227</c:v>
                </c:pt>
                <c:pt idx="558">
                  <c:v>40228</c:v>
                </c:pt>
                <c:pt idx="559">
                  <c:v>40231</c:v>
                </c:pt>
                <c:pt idx="560">
                  <c:v>40232</c:v>
                </c:pt>
                <c:pt idx="561">
                  <c:v>40233</c:v>
                </c:pt>
                <c:pt idx="562">
                  <c:v>40234</c:v>
                </c:pt>
                <c:pt idx="563">
                  <c:v>40235</c:v>
                </c:pt>
                <c:pt idx="564">
                  <c:v>40238</c:v>
                </c:pt>
                <c:pt idx="565">
                  <c:v>40239</c:v>
                </c:pt>
                <c:pt idx="566">
                  <c:v>40240</c:v>
                </c:pt>
                <c:pt idx="567">
                  <c:v>40241</c:v>
                </c:pt>
                <c:pt idx="568">
                  <c:v>40242</c:v>
                </c:pt>
                <c:pt idx="569">
                  <c:v>40245</c:v>
                </c:pt>
                <c:pt idx="570">
                  <c:v>40246</c:v>
                </c:pt>
                <c:pt idx="571">
                  <c:v>40247</c:v>
                </c:pt>
                <c:pt idx="572">
                  <c:v>40248</c:v>
                </c:pt>
                <c:pt idx="573">
                  <c:v>40249</c:v>
                </c:pt>
                <c:pt idx="574">
                  <c:v>40252</c:v>
                </c:pt>
                <c:pt idx="575">
                  <c:v>40253</c:v>
                </c:pt>
                <c:pt idx="576">
                  <c:v>40254</c:v>
                </c:pt>
                <c:pt idx="577">
                  <c:v>40255</c:v>
                </c:pt>
                <c:pt idx="578">
                  <c:v>40256</c:v>
                </c:pt>
                <c:pt idx="579">
                  <c:v>40259</c:v>
                </c:pt>
                <c:pt idx="580">
                  <c:v>40260</c:v>
                </c:pt>
                <c:pt idx="581">
                  <c:v>40261</c:v>
                </c:pt>
                <c:pt idx="582">
                  <c:v>40262</c:v>
                </c:pt>
                <c:pt idx="583">
                  <c:v>40263</c:v>
                </c:pt>
                <c:pt idx="584">
                  <c:v>40266</c:v>
                </c:pt>
                <c:pt idx="585">
                  <c:v>40267</c:v>
                </c:pt>
                <c:pt idx="586">
                  <c:v>40268</c:v>
                </c:pt>
                <c:pt idx="587">
                  <c:v>40269</c:v>
                </c:pt>
                <c:pt idx="588">
                  <c:v>40270</c:v>
                </c:pt>
                <c:pt idx="589">
                  <c:v>40273</c:v>
                </c:pt>
                <c:pt idx="590">
                  <c:v>40274</c:v>
                </c:pt>
                <c:pt idx="591">
                  <c:v>40275</c:v>
                </c:pt>
                <c:pt idx="592">
                  <c:v>40276</c:v>
                </c:pt>
                <c:pt idx="593">
                  <c:v>40277</c:v>
                </c:pt>
                <c:pt idx="594">
                  <c:v>40280</c:v>
                </c:pt>
                <c:pt idx="595">
                  <c:v>40281</c:v>
                </c:pt>
                <c:pt idx="596">
                  <c:v>40282</c:v>
                </c:pt>
                <c:pt idx="597">
                  <c:v>40283</c:v>
                </c:pt>
                <c:pt idx="598">
                  <c:v>40284</c:v>
                </c:pt>
                <c:pt idx="599">
                  <c:v>40287</c:v>
                </c:pt>
                <c:pt idx="600">
                  <c:v>40288</c:v>
                </c:pt>
                <c:pt idx="601">
                  <c:v>40289</c:v>
                </c:pt>
                <c:pt idx="602">
                  <c:v>40290</c:v>
                </c:pt>
                <c:pt idx="603">
                  <c:v>40291</c:v>
                </c:pt>
                <c:pt idx="604">
                  <c:v>40294</c:v>
                </c:pt>
                <c:pt idx="605">
                  <c:v>40295</c:v>
                </c:pt>
                <c:pt idx="606">
                  <c:v>40296</c:v>
                </c:pt>
                <c:pt idx="607">
                  <c:v>40297</c:v>
                </c:pt>
                <c:pt idx="608">
                  <c:v>40298</c:v>
                </c:pt>
                <c:pt idx="609">
                  <c:v>40301</c:v>
                </c:pt>
                <c:pt idx="610">
                  <c:v>40302</c:v>
                </c:pt>
                <c:pt idx="611">
                  <c:v>40303</c:v>
                </c:pt>
                <c:pt idx="612">
                  <c:v>40304</c:v>
                </c:pt>
                <c:pt idx="613">
                  <c:v>40305</c:v>
                </c:pt>
                <c:pt idx="614">
                  <c:v>40308</c:v>
                </c:pt>
                <c:pt idx="615">
                  <c:v>40309</c:v>
                </c:pt>
                <c:pt idx="616">
                  <c:v>40310</c:v>
                </c:pt>
                <c:pt idx="617">
                  <c:v>40311</c:v>
                </c:pt>
                <c:pt idx="618">
                  <c:v>40312</c:v>
                </c:pt>
                <c:pt idx="619">
                  <c:v>40315</c:v>
                </c:pt>
                <c:pt idx="620">
                  <c:v>40316</c:v>
                </c:pt>
                <c:pt idx="621">
                  <c:v>40317</c:v>
                </c:pt>
                <c:pt idx="622">
                  <c:v>40318</c:v>
                </c:pt>
                <c:pt idx="623">
                  <c:v>40319</c:v>
                </c:pt>
                <c:pt idx="624">
                  <c:v>40322</c:v>
                </c:pt>
                <c:pt idx="625">
                  <c:v>40323</c:v>
                </c:pt>
                <c:pt idx="626">
                  <c:v>40324</c:v>
                </c:pt>
                <c:pt idx="627">
                  <c:v>40325</c:v>
                </c:pt>
                <c:pt idx="628">
                  <c:v>40326</c:v>
                </c:pt>
                <c:pt idx="629">
                  <c:v>40329</c:v>
                </c:pt>
                <c:pt idx="630">
                  <c:v>40330</c:v>
                </c:pt>
                <c:pt idx="631">
                  <c:v>40331</c:v>
                </c:pt>
                <c:pt idx="632">
                  <c:v>40332</c:v>
                </c:pt>
                <c:pt idx="633">
                  <c:v>40333</c:v>
                </c:pt>
                <c:pt idx="634">
                  <c:v>40336</c:v>
                </c:pt>
                <c:pt idx="635">
                  <c:v>40337</c:v>
                </c:pt>
                <c:pt idx="636">
                  <c:v>40338</c:v>
                </c:pt>
                <c:pt idx="637">
                  <c:v>40339</c:v>
                </c:pt>
                <c:pt idx="638">
                  <c:v>40340</c:v>
                </c:pt>
                <c:pt idx="639">
                  <c:v>40343</c:v>
                </c:pt>
                <c:pt idx="640">
                  <c:v>40344</c:v>
                </c:pt>
                <c:pt idx="641">
                  <c:v>40345</c:v>
                </c:pt>
                <c:pt idx="642">
                  <c:v>40346</c:v>
                </c:pt>
                <c:pt idx="643">
                  <c:v>40347</c:v>
                </c:pt>
                <c:pt idx="644">
                  <c:v>40350</c:v>
                </c:pt>
                <c:pt idx="645">
                  <c:v>40351</c:v>
                </c:pt>
                <c:pt idx="646">
                  <c:v>40352</c:v>
                </c:pt>
                <c:pt idx="647">
                  <c:v>40353</c:v>
                </c:pt>
                <c:pt idx="648">
                  <c:v>40354</c:v>
                </c:pt>
                <c:pt idx="649">
                  <c:v>40357</c:v>
                </c:pt>
                <c:pt idx="650">
                  <c:v>40358</c:v>
                </c:pt>
                <c:pt idx="651">
                  <c:v>40359</c:v>
                </c:pt>
                <c:pt idx="652">
                  <c:v>40360</c:v>
                </c:pt>
                <c:pt idx="653">
                  <c:v>40361</c:v>
                </c:pt>
                <c:pt idx="654">
                  <c:v>40364</c:v>
                </c:pt>
                <c:pt idx="655">
                  <c:v>40365</c:v>
                </c:pt>
                <c:pt idx="656">
                  <c:v>40366</c:v>
                </c:pt>
                <c:pt idx="657">
                  <c:v>40367</c:v>
                </c:pt>
                <c:pt idx="658">
                  <c:v>40368</c:v>
                </c:pt>
                <c:pt idx="659">
                  <c:v>40371</c:v>
                </c:pt>
                <c:pt idx="660">
                  <c:v>40372</c:v>
                </c:pt>
                <c:pt idx="661">
                  <c:v>40373</c:v>
                </c:pt>
                <c:pt idx="662">
                  <c:v>40374</c:v>
                </c:pt>
                <c:pt idx="663">
                  <c:v>40375</c:v>
                </c:pt>
                <c:pt idx="664">
                  <c:v>40378</c:v>
                </c:pt>
                <c:pt idx="665">
                  <c:v>40379</c:v>
                </c:pt>
                <c:pt idx="666">
                  <c:v>40380</c:v>
                </c:pt>
                <c:pt idx="667">
                  <c:v>40381</c:v>
                </c:pt>
                <c:pt idx="668">
                  <c:v>40382</c:v>
                </c:pt>
                <c:pt idx="669">
                  <c:v>40385</c:v>
                </c:pt>
                <c:pt idx="670">
                  <c:v>40386</c:v>
                </c:pt>
                <c:pt idx="671">
                  <c:v>40387</c:v>
                </c:pt>
                <c:pt idx="672">
                  <c:v>40388</c:v>
                </c:pt>
                <c:pt idx="673">
                  <c:v>40389</c:v>
                </c:pt>
                <c:pt idx="674">
                  <c:v>40392</c:v>
                </c:pt>
                <c:pt idx="675">
                  <c:v>40393</c:v>
                </c:pt>
                <c:pt idx="676">
                  <c:v>40394</c:v>
                </c:pt>
                <c:pt idx="677">
                  <c:v>40395</c:v>
                </c:pt>
                <c:pt idx="678">
                  <c:v>40396</c:v>
                </c:pt>
                <c:pt idx="679">
                  <c:v>40399</c:v>
                </c:pt>
                <c:pt idx="680">
                  <c:v>40400</c:v>
                </c:pt>
                <c:pt idx="681">
                  <c:v>40401</c:v>
                </c:pt>
                <c:pt idx="682">
                  <c:v>40402</c:v>
                </c:pt>
                <c:pt idx="683">
                  <c:v>40403</c:v>
                </c:pt>
                <c:pt idx="684">
                  <c:v>40406</c:v>
                </c:pt>
                <c:pt idx="685">
                  <c:v>40407</c:v>
                </c:pt>
                <c:pt idx="686">
                  <c:v>40408</c:v>
                </c:pt>
                <c:pt idx="687">
                  <c:v>40409</c:v>
                </c:pt>
                <c:pt idx="688">
                  <c:v>40410</c:v>
                </c:pt>
                <c:pt idx="689">
                  <c:v>40413</c:v>
                </c:pt>
                <c:pt idx="690">
                  <c:v>40414</c:v>
                </c:pt>
                <c:pt idx="691">
                  <c:v>40415</c:v>
                </c:pt>
                <c:pt idx="692">
                  <c:v>40416</c:v>
                </c:pt>
                <c:pt idx="693">
                  <c:v>40417</c:v>
                </c:pt>
                <c:pt idx="694">
                  <c:v>40420</c:v>
                </c:pt>
                <c:pt idx="695">
                  <c:v>40421</c:v>
                </c:pt>
                <c:pt idx="696">
                  <c:v>40422</c:v>
                </c:pt>
                <c:pt idx="697">
                  <c:v>40423</c:v>
                </c:pt>
                <c:pt idx="698">
                  <c:v>40424</c:v>
                </c:pt>
                <c:pt idx="699">
                  <c:v>40427</c:v>
                </c:pt>
                <c:pt idx="700">
                  <c:v>40428</c:v>
                </c:pt>
                <c:pt idx="701">
                  <c:v>40429</c:v>
                </c:pt>
                <c:pt idx="702">
                  <c:v>40430</c:v>
                </c:pt>
                <c:pt idx="703">
                  <c:v>40431</c:v>
                </c:pt>
                <c:pt idx="704">
                  <c:v>40434</c:v>
                </c:pt>
                <c:pt idx="705">
                  <c:v>40435</c:v>
                </c:pt>
                <c:pt idx="706">
                  <c:v>40436</c:v>
                </c:pt>
                <c:pt idx="707">
                  <c:v>40437</c:v>
                </c:pt>
                <c:pt idx="708">
                  <c:v>40438</c:v>
                </c:pt>
                <c:pt idx="709">
                  <c:v>40441</c:v>
                </c:pt>
                <c:pt idx="710">
                  <c:v>40442</c:v>
                </c:pt>
                <c:pt idx="711">
                  <c:v>40443</c:v>
                </c:pt>
                <c:pt idx="712">
                  <c:v>40444</c:v>
                </c:pt>
                <c:pt idx="713">
                  <c:v>40445</c:v>
                </c:pt>
                <c:pt idx="714">
                  <c:v>40448</c:v>
                </c:pt>
                <c:pt idx="715">
                  <c:v>40449</c:v>
                </c:pt>
                <c:pt idx="716">
                  <c:v>40450</c:v>
                </c:pt>
                <c:pt idx="717">
                  <c:v>40451</c:v>
                </c:pt>
                <c:pt idx="718">
                  <c:v>40452</c:v>
                </c:pt>
                <c:pt idx="719">
                  <c:v>40455</c:v>
                </c:pt>
                <c:pt idx="720">
                  <c:v>40456</c:v>
                </c:pt>
                <c:pt idx="721">
                  <c:v>40457</c:v>
                </c:pt>
                <c:pt idx="722">
                  <c:v>40458</c:v>
                </c:pt>
                <c:pt idx="723">
                  <c:v>40459</c:v>
                </c:pt>
                <c:pt idx="724">
                  <c:v>40462</c:v>
                </c:pt>
                <c:pt idx="725">
                  <c:v>40463</c:v>
                </c:pt>
                <c:pt idx="726">
                  <c:v>40464</c:v>
                </c:pt>
                <c:pt idx="727">
                  <c:v>40465</c:v>
                </c:pt>
                <c:pt idx="728">
                  <c:v>40466</c:v>
                </c:pt>
                <c:pt idx="729">
                  <c:v>40469</c:v>
                </c:pt>
                <c:pt idx="730">
                  <c:v>40470</c:v>
                </c:pt>
                <c:pt idx="731">
                  <c:v>40471</c:v>
                </c:pt>
                <c:pt idx="732">
                  <c:v>40472</c:v>
                </c:pt>
                <c:pt idx="733">
                  <c:v>40473</c:v>
                </c:pt>
                <c:pt idx="734">
                  <c:v>40476</c:v>
                </c:pt>
                <c:pt idx="735">
                  <c:v>40477</c:v>
                </c:pt>
                <c:pt idx="736">
                  <c:v>40478</c:v>
                </c:pt>
                <c:pt idx="737">
                  <c:v>40479</c:v>
                </c:pt>
                <c:pt idx="738">
                  <c:v>40480</c:v>
                </c:pt>
                <c:pt idx="739">
                  <c:v>40483</c:v>
                </c:pt>
                <c:pt idx="740">
                  <c:v>40484</c:v>
                </c:pt>
                <c:pt idx="741">
                  <c:v>40485</c:v>
                </c:pt>
                <c:pt idx="742">
                  <c:v>40486</c:v>
                </c:pt>
                <c:pt idx="743">
                  <c:v>40487</c:v>
                </c:pt>
                <c:pt idx="744">
                  <c:v>40490</c:v>
                </c:pt>
                <c:pt idx="745">
                  <c:v>40491</c:v>
                </c:pt>
                <c:pt idx="746">
                  <c:v>40492</c:v>
                </c:pt>
                <c:pt idx="747">
                  <c:v>40493</c:v>
                </c:pt>
                <c:pt idx="748">
                  <c:v>40494</c:v>
                </c:pt>
                <c:pt idx="749">
                  <c:v>40497</c:v>
                </c:pt>
                <c:pt idx="750">
                  <c:v>40498</c:v>
                </c:pt>
                <c:pt idx="751">
                  <c:v>40499</c:v>
                </c:pt>
                <c:pt idx="752">
                  <c:v>40500</c:v>
                </c:pt>
                <c:pt idx="753">
                  <c:v>40501</c:v>
                </c:pt>
                <c:pt idx="754">
                  <c:v>40504</c:v>
                </c:pt>
                <c:pt idx="755">
                  <c:v>40505</c:v>
                </c:pt>
                <c:pt idx="756">
                  <c:v>40506</c:v>
                </c:pt>
                <c:pt idx="757">
                  <c:v>40507</c:v>
                </c:pt>
                <c:pt idx="758">
                  <c:v>40508</c:v>
                </c:pt>
                <c:pt idx="759">
                  <c:v>40511</c:v>
                </c:pt>
                <c:pt idx="760">
                  <c:v>40512</c:v>
                </c:pt>
                <c:pt idx="761">
                  <c:v>40513</c:v>
                </c:pt>
                <c:pt idx="762">
                  <c:v>40514</c:v>
                </c:pt>
                <c:pt idx="763">
                  <c:v>40515</c:v>
                </c:pt>
                <c:pt idx="764">
                  <c:v>40518</c:v>
                </c:pt>
                <c:pt idx="765">
                  <c:v>40519</c:v>
                </c:pt>
                <c:pt idx="766">
                  <c:v>40520</c:v>
                </c:pt>
                <c:pt idx="767">
                  <c:v>40521</c:v>
                </c:pt>
                <c:pt idx="768">
                  <c:v>40522</c:v>
                </c:pt>
                <c:pt idx="769">
                  <c:v>40525</c:v>
                </c:pt>
                <c:pt idx="770">
                  <c:v>40526</c:v>
                </c:pt>
                <c:pt idx="771">
                  <c:v>40527</c:v>
                </c:pt>
                <c:pt idx="772">
                  <c:v>40528</c:v>
                </c:pt>
                <c:pt idx="773">
                  <c:v>40529</c:v>
                </c:pt>
                <c:pt idx="774">
                  <c:v>40532</c:v>
                </c:pt>
                <c:pt idx="775">
                  <c:v>40533</c:v>
                </c:pt>
                <c:pt idx="776">
                  <c:v>40534</c:v>
                </c:pt>
                <c:pt idx="777">
                  <c:v>40535</c:v>
                </c:pt>
                <c:pt idx="778">
                  <c:v>40536</c:v>
                </c:pt>
                <c:pt idx="779">
                  <c:v>40539</c:v>
                </c:pt>
                <c:pt idx="780">
                  <c:v>40540</c:v>
                </c:pt>
                <c:pt idx="781">
                  <c:v>40541</c:v>
                </c:pt>
                <c:pt idx="782">
                  <c:v>40542</c:v>
                </c:pt>
                <c:pt idx="783">
                  <c:v>40543</c:v>
                </c:pt>
                <c:pt idx="784">
                  <c:v>40546</c:v>
                </c:pt>
                <c:pt idx="785">
                  <c:v>40547</c:v>
                </c:pt>
                <c:pt idx="786">
                  <c:v>40548</c:v>
                </c:pt>
                <c:pt idx="787">
                  <c:v>40549</c:v>
                </c:pt>
                <c:pt idx="788">
                  <c:v>40550</c:v>
                </c:pt>
                <c:pt idx="789">
                  <c:v>40553</c:v>
                </c:pt>
                <c:pt idx="790">
                  <c:v>40554</c:v>
                </c:pt>
                <c:pt idx="791">
                  <c:v>40555</c:v>
                </c:pt>
                <c:pt idx="792">
                  <c:v>40556</c:v>
                </c:pt>
                <c:pt idx="793">
                  <c:v>40557</c:v>
                </c:pt>
                <c:pt idx="794">
                  <c:v>40560</c:v>
                </c:pt>
                <c:pt idx="795">
                  <c:v>40561</c:v>
                </c:pt>
                <c:pt idx="796">
                  <c:v>40562</c:v>
                </c:pt>
                <c:pt idx="797">
                  <c:v>40563</c:v>
                </c:pt>
                <c:pt idx="798">
                  <c:v>40564</c:v>
                </c:pt>
                <c:pt idx="799">
                  <c:v>40567</c:v>
                </c:pt>
                <c:pt idx="800">
                  <c:v>40568</c:v>
                </c:pt>
                <c:pt idx="801">
                  <c:v>40569</c:v>
                </c:pt>
                <c:pt idx="802">
                  <c:v>40570</c:v>
                </c:pt>
                <c:pt idx="803">
                  <c:v>40571</c:v>
                </c:pt>
                <c:pt idx="804">
                  <c:v>40574</c:v>
                </c:pt>
                <c:pt idx="805">
                  <c:v>40575</c:v>
                </c:pt>
                <c:pt idx="806">
                  <c:v>40576</c:v>
                </c:pt>
                <c:pt idx="807">
                  <c:v>40577</c:v>
                </c:pt>
                <c:pt idx="808">
                  <c:v>40578</c:v>
                </c:pt>
                <c:pt idx="809">
                  <c:v>40581</c:v>
                </c:pt>
                <c:pt idx="810">
                  <c:v>40582</c:v>
                </c:pt>
                <c:pt idx="811">
                  <c:v>40583</c:v>
                </c:pt>
                <c:pt idx="812">
                  <c:v>40584</c:v>
                </c:pt>
                <c:pt idx="813">
                  <c:v>40585</c:v>
                </c:pt>
                <c:pt idx="814">
                  <c:v>40588</c:v>
                </c:pt>
                <c:pt idx="815">
                  <c:v>40589</c:v>
                </c:pt>
                <c:pt idx="816">
                  <c:v>40590</c:v>
                </c:pt>
                <c:pt idx="817">
                  <c:v>40591</c:v>
                </c:pt>
                <c:pt idx="818">
                  <c:v>40592</c:v>
                </c:pt>
                <c:pt idx="819">
                  <c:v>40595</c:v>
                </c:pt>
                <c:pt idx="820">
                  <c:v>40596</c:v>
                </c:pt>
                <c:pt idx="821">
                  <c:v>40597</c:v>
                </c:pt>
                <c:pt idx="822">
                  <c:v>40598</c:v>
                </c:pt>
                <c:pt idx="823">
                  <c:v>40599</c:v>
                </c:pt>
                <c:pt idx="824">
                  <c:v>40602</c:v>
                </c:pt>
                <c:pt idx="825">
                  <c:v>40603</c:v>
                </c:pt>
                <c:pt idx="826">
                  <c:v>40604</c:v>
                </c:pt>
                <c:pt idx="827">
                  <c:v>40605</c:v>
                </c:pt>
                <c:pt idx="828">
                  <c:v>40606</c:v>
                </c:pt>
                <c:pt idx="829">
                  <c:v>40609</c:v>
                </c:pt>
                <c:pt idx="830">
                  <c:v>40610</c:v>
                </c:pt>
                <c:pt idx="831">
                  <c:v>40611</c:v>
                </c:pt>
                <c:pt idx="832">
                  <c:v>40612</c:v>
                </c:pt>
                <c:pt idx="833">
                  <c:v>40613</c:v>
                </c:pt>
                <c:pt idx="834">
                  <c:v>40616</c:v>
                </c:pt>
                <c:pt idx="835">
                  <c:v>40617</c:v>
                </c:pt>
                <c:pt idx="836">
                  <c:v>40618</c:v>
                </c:pt>
                <c:pt idx="837">
                  <c:v>40619</c:v>
                </c:pt>
                <c:pt idx="838">
                  <c:v>40620</c:v>
                </c:pt>
                <c:pt idx="839">
                  <c:v>40623</c:v>
                </c:pt>
                <c:pt idx="840">
                  <c:v>40624</c:v>
                </c:pt>
                <c:pt idx="841">
                  <c:v>40625</c:v>
                </c:pt>
                <c:pt idx="842">
                  <c:v>40626</c:v>
                </c:pt>
                <c:pt idx="843">
                  <c:v>40627</c:v>
                </c:pt>
                <c:pt idx="844">
                  <c:v>40630</c:v>
                </c:pt>
                <c:pt idx="845">
                  <c:v>40631</c:v>
                </c:pt>
                <c:pt idx="846">
                  <c:v>40632</c:v>
                </c:pt>
                <c:pt idx="847">
                  <c:v>40633</c:v>
                </c:pt>
                <c:pt idx="848">
                  <c:v>40634</c:v>
                </c:pt>
                <c:pt idx="849">
                  <c:v>40637</c:v>
                </c:pt>
                <c:pt idx="850">
                  <c:v>40638</c:v>
                </c:pt>
                <c:pt idx="851">
                  <c:v>40639</c:v>
                </c:pt>
                <c:pt idx="852">
                  <c:v>40640</c:v>
                </c:pt>
                <c:pt idx="853">
                  <c:v>40641</c:v>
                </c:pt>
                <c:pt idx="854">
                  <c:v>40644</c:v>
                </c:pt>
                <c:pt idx="855">
                  <c:v>40645</c:v>
                </c:pt>
                <c:pt idx="856">
                  <c:v>40646</c:v>
                </c:pt>
                <c:pt idx="857">
                  <c:v>40647</c:v>
                </c:pt>
                <c:pt idx="858">
                  <c:v>40648</c:v>
                </c:pt>
                <c:pt idx="859">
                  <c:v>40651</c:v>
                </c:pt>
                <c:pt idx="860">
                  <c:v>40652</c:v>
                </c:pt>
                <c:pt idx="861">
                  <c:v>40653</c:v>
                </c:pt>
                <c:pt idx="862">
                  <c:v>40654</c:v>
                </c:pt>
                <c:pt idx="863">
                  <c:v>40655</c:v>
                </c:pt>
                <c:pt idx="864">
                  <c:v>40658</c:v>
                </c:pt>
                <c:pt idx="865">
                  <c:v>40659</c:v>
                </c:pt>
                <c:pt idx="866">
                  <c:v>40660</c:v>
                </c:pt>
                <c:pt idx="867">
                  <c:v>40661</c:v>
                </c:pt>
                <c:pt idx="868">
                  <c:v>40662</c:v>
                </c:pt>
                <c:pt idx="869">
                  <c:v>40665</c:v>
                </c:pt>
                <c:pt idx="870">
                  <c:v>40666</c:v>
                </c:pt>
                <c:pt idx="871">
                  <c:v>40667</c:v>
                </c:pt>
                <c:pt idx="872">
                  <c:v>40668</c:v>
                </c:pt>
                <c:pt idx="873">
                  <c:v>40669</c:v>
                </c:pt>
                <c:pt idx="874">
                  <c:v>40672</c:v>
                </c:pt>
                <c:pt idx="875">
                  <c:v>40673</c:v>
                </c:pt>
                <c:pt idx="876">
                  <c:v>40674</c:v>
                </c:pt>
                <c:pt idx="877">
                  <c:v>40675</c:v>
                </c:pt>
                <c:pt idx="878">
                  <c:v>40676</c:v>
                </c:pt>
                <c:pt idx="879">
                  <c:v>40679</c:v>
                </c:pt>
                <c:pt idx="880">
                  <c:v>40680</c:v>
                </c:pt>
                <c:pt idx="881">
                  <c:v>40681</c:v>
                </c:pt>
                <c:pt idx="882">
                  <c:v>40682</c:v>
                </c:pt>
                <c:pt idx="883">
                  <c:v>40683</c:v>
                </c:pt>
                <c:pt idx="884">
                  <c:v>40686</c:v>
                </c:pt>
                <c:pt idx="885">
                  <c:v>40687</c:v>
                </c:pt>
                <c:pt idx="886">
                  <c:v>40688</c:v>
                </c:pt>
                <c:pt idx="887">
                  <c:v>40689</c:v>
                </c:pt>
                <c:pt idx="888">
                  <c:v>40690</c:v>
                </c:pt>
                <c:pt idx="889">
                  <c:v>40693</c:v>
                </c:pt>
                <c:pt idx="890">
                  <c:v>40694</c:v>
                </c:pt>
                <c:pt idx="891">
                  <c:v>40695</c:v>
                </c:pt>
                <c:pt idx="892">
                  <c:v>40696</c:v>
                </c:pt>
                <c:pt idx="893">
                  <c:v>40697</c:v>
                </c:pt>
                <c:pt idx="894">
                  <c:v>40700</c:v>
                </c:pt>
                <c:pt idx="895">
                  <c:v>40701</c:v>
                </c:pt>
                <c:pt idx="896">
                  <c:v>40702</c:v>
                </c:pt>
                <c:pt idx="897">
                  <c:v>40703</c:v>
                </c:pt>
                <c:pt idx="898">
                  <c:v>40704</c:v>
                </c:pt>
                <c:pt idx="899">
                  <c:v>40707</c:v>
                </c:pt>
                <c:pt idx="900">
                  <c:v>40708</c:v>
                </c:pt>
                <c:pt idx="901">
                  <c:v>40709</c:v>
                </c:pt>
                <c:pt idx="902">
                  <c:v>40710</c:v>
                </c:pt>
                <c:pt idx="903">
                  <c:v>40711</c:v>
                </c:pt>
                <c:pt idx="904">
                  <c:v>40714</c:v>
                </c:pt>
                <c:pt idx="905">
                  <c:v>40715</c:v>
                </c:pt>
                <c:pt idx="906">
                  <c:v>40716</c:v>
                </c:pt>
                <c:pt idx="907">
                  <c:v>40717</c:v>
                </c:pt>
                <c:pt idx="908">
                  <c:v>40718</c:v>
                </c:pt>
                <c:pt idx="909">
                  <c:v>40721</c:v>
                </c:pt>
                <c:pt idx="910">
                  <c:v>40722</c:v>
                </c:pt>
                <c:pt idx="911">
                  <c:v>40723</c:v>
                </c:pt>
                <c:pt idx="912">
                  <c:v>40724</c:v>
                </c:pt>
                <c:pt idx="913">
                  <c:v>40725</c:v>
                </c:pt>
                <c:pt idx="914">
                  <c:v>40728</c:v>
                </c:pt>
                <c:pt idx="915">
                  <c:v>40729</c:v>
                </c:pt>
                <c:pt idx="916">
                  <c:v>40730</c:v>
                </c:pt>
                <c:pt idx="917">
                  <c:v>40731</c:v>
                </c:pt>
                <c:pt idx="918">
                  <c:v>40732</c:v>
                </c:pt>
                <c:pt idx="919">
                  <c:v>40735</c:v>
                </c:pt>
                <c:pt idx="920">
                  <c:v>40736</c:v>
                </c:pt>
                <c:pt idx="921">
                  <c:v>40737</c:v>
                </c:pt>
                <c:pt idx="922">
                  <c:v>40738</c:v>
                </c:pt>
                <c:pt idx="923">
                  <c:v>40739</c:v>
                </c:pt>
                <c:pt idx="924">
                  <c:v>40742</c:v>
                </c:pt>
                <c:pt idx="925">
                  <c:v>40743</c:v>
                </c:pt>
                <c:pt idx="926">
                  <c:v>40744</c:v>
                </c:pt>
                <c:pt idx="927">
                  <c:v>40745</c:v>
                </c:pt>
                <c:pt idx="928">
                  <c:v>40746</c:v>
                </c:pt>
                <c:pt idx="929">
                  <c:v>40749</c:v>
                </c:pt>
                <c:pt idx="930">
                  <c:v>40750</c:v>
                </c:pt>
                <c:pt idx="931">
                  <c:v>40751</c:v>
                </c:pt>
                <c:pt idx="932">
                  <c:v>40752</c:v>
                </c:pt>
                <c:pt idx="933">
                  <c:v>40753</c:v>
                </c:pt>
                <c:pt idx="934">
                  <c:v>40756</c:v>
                </c:pt>
                <c:pt idx="935">
                  <c:v>40757</c:v>
                </c:pt>
                <c:pt idx="936">
                  <c:v>40758</c:v>
                </c:pt>
                <c:pt idx="937">
                  <c:v>40759</c:v>
                </c:pt>
                <c:pt idx="938">
                  <c:v>40760</c:v>
                </c:pt>
                <c:pt idx="939">
                  <c:v>40763</c:v>
                </c:pt>
                <c:pt idx="940">
                  <c:v>40764</c:v>
                </c:pt>
                <c:pt idx="941">
                  <c:v>40765</c:v>
                </c:pt>
                <c:pt idx="942">
                  <c:v>40766</c:v>
                </c:pt>
                <c:pt idx="943">
                  <c:v>40767</c:v>
                </c:pt>
                <c:pt idx="944">
                  <c:v>40770</c:v>
                </c:pt>
                <c:pt idx="945">
                  <c:v>40771</c:v>
                </c:pt>
                <c:pt idx="946">
                  <c:v>40772</c:v>
                </c:pt>
                <c:pt idx="947">
                  <c:v>40773</c:v>
                </c:pt>
                <c:pt idx="948">
                  <c:v>40774</c:v>
                </c:pt>
                <c:pt idx="949">
                  <c:v>40777</c:v>
                </c:pt>
                <c:pt idx="950">
                  <c:v>40778</c:v>
                </c:pt>
                <c:pt idx="951">
                  <c:v>40779</c:v>
                </c:pt>
                <c:pt idx="952">
                  <c:v>40780</c:v>
                </c:pt>
                <c:pt idx="953">
                  <c:v>40781</c:v>
                </c:pt>
                <c:pt idx="954">
                  <c:v>40784</c:v>
                </c:pt>
                <c:pt idx="955">
                  <c:v>40785</c:v>
                </c:pt>
                <c:pt idx="956">
                  <c:v>40786</c:v>
                </c:pt>
                <c:pt idx="957">
                  <c:v>40787</c:v>
                </c:pt>
                <c:pt idx="958">
                  <c:v>40788</c:v>
                </c:pt>
                <c:pt idx="959">
                  <c:v>40791</c:v>
                </c:pt>
                <c:pt idx="960">
                  <c:v>40792</c:v>
                </c:pt>
                <c:pt idx="961">
                  <c:v>40793</c:v>
                </c:pt>
                <c:pt idx="962">
                  <c:v>40794</c:v>
                </c:pt>
                <c:pt idx="963">
                  <c:v>40795</c:v>
                </c:pt>
                <c:pt idx="964">
                  <c:v>40798</c:v>
                </c:pt>
                <c:pt idx="965">
                  <c:v>40799</c:v>
                </c:pt>
                <c:pt idx="966">
                  <c:v>40800</c:v>
                </c:pt>
                <c:pt idx="967">
                  <c:v>40801</c:v>
                </c:pt>
                <c:pt idx="968">
                  <c:v>40802</c:v>
                </c:pt>
                <c:pt idx="969">
                  <c:v>40805</c:v>
                </c:pt>
                <c:pt idx="970">
                  <c:v>40806</c:v>
                </c:pt>
                <c:pt idx="971">
                  <c:v>40807</c:v>
                </c:pt>
                <c:pt idx="972">
                  <c:v>40808</c:v>
                </c:pt>
                <c:pt idx="973">
                  <c:v>40809</c:v>
                </c:pt>
                <c:pt idx="974">
                  <c:v>40812</c:v>
                </c:pt>
                <c:pt idx="975">
                  <c:v>40813</c:v>
                </c:pt>
                <c:pt idx="976">
                  <c:v>40814</c:v>
                </c:pt>
                <c:pt idx="977">
                  <c:v>40815</c:v>
                </c:pt>
                <c:pt idx="978">
                  <c:v>40816</c:v>
                </c:pt>
                <c:pt idx="979">
                  <c:v>40819</c:v>
                </c:pt>
                <c:pt idx="980">
                  <c:v>40820</c:v>
                </c:pt>
                <c:pt idx="981">
                  <c:v>40821</c:v>
                </c:pt>
                <c:pt idx="982">
                  <c:v>40822</c:v>
                </c:pt>
                <c:pt idx="983">
                  <c:v>40823</c:v>
                </c:pt>
                <c:pt idx="984">
                  <c:v>40826</c:v>
                </c:pt>
                <c:pt idx="985">
                  <c:v>40827</c:v>
                </c:pt>
                <c:pt idx="986">
                  <c:v>40828</c:v>
                </c:pt>
                <c:pt idx="987">
                  <c:v>40829</c:v>
                </c:pt>
                <c:pt idx="988">
                  <c:v>40830</c:v>
                </c:pt>
                <c:pt idx="989">
                  <c:v>40833</c:v>
                </c:pt>
                <c:pt idx="990">
                  <c:v>40834</c:v>
                </c:pt>
                <c:pt idx="991">
                  <c:v>40835</c:v>
                </c:pt>
                <c:pt idx="992">
                  <c:v>40836</c:v>
                </c:pt>
                <c:pt idx="993">
                  <c:v>40837</c:v>
                </c:pt>
                <c:pt idx="994">
                  <c:v>40840</c:v>
                </c:pt>
                <c:pt idx="995">
                  <c:v>40841</c:v>
                </c:pt>
                <c:pt idx="996">
                  <c:v>40842</c:v>
                </c:pt>
                <c:pt idx="997">
                  <c:v>40843</c:v>
                </c:pt>
                <c:pt idx="998">
                  <c:v>40844</c:v>
                </c:pt>
                <c:pt idx="999">
                  <c:v>40847</c:v>
                </c:pt>
                <c:pt idx="1000">
                  <c:v>40848</c:v>
                </c:pt>
                <c:pt idx="1001">
                  <c:v>40849</c:v>
                </c:pt>
                <c:pt idx="1002">
                  <c:v>40850</c:v>
                </c:pt>
                <c:pt idx="1003">
                  <c:v>40851</c:v>
                </c:pt>
                <c:pt idx="1004">
                  <c:v>40854</c:v>
                </c:pt>
                <c:pt idx="1005">
                  <c:v>40855</c:v>
                </c:pt>
                <c:pt idx="1006">
                  <c:v>40856</c:v>
                </c:pt>
                <c:pt idx="1007">
                  <c:v>40857</c:v>
                </c:pt>
                <c:pt idx="1008">
                  <c:v>40858</c:v>
                </c:pt>
                <c:pt idx="1009">
                  <c:v>40861</c:v>
                </c:pt>
                <c:pt idx="1010">
                  <c:v>40862</c:v>
                </c:pt>
                <c:pt idx="1011">
                  <c:v>40863</c:v>
                </c:pt>
                <c:pt idx="1012">
                  <c:v>40864</c:v>
                </c:pt>
                <c:pt idx="1013">
                  <c:v>40865</c:v>
                </c:pt>
                <c:pt idx="1014">
                  <c:v>40868</c:v>
                </c:pt>
                <c:pt idx="1015">
                  <c:v>40869</c:v>
                </c:pt>
                <c:pt idx="1016">
                  <c:v>40870</c:v>
                </c:pt>
                <c:pt idx="1017">
                  <c:v>40871</c:v>
                </c:pt>
                <c:pt idx="1018">
                  <c:v>40872</c:v>
                </c:pt>
                <c:pt idx="1019">
                  <c:v>40875</c:v>
                </c:pt>
                <c:pt idx="1020">
                  <c:v>40876</c:v>
                </c:pt>
                <c:pt idx="1021">
                  <c:v>40877</c:v>
                </c:pt>
                <c:pt idx="1022">
                  <c:v>40878</c:v>
                </c:pt>
                <c:pt idx="1023">
                  <c:v>40879</c:v>
                </c:pt>
                <c:pt idx="1024">
                  <c:v>40882</c:v>
                </c:pt>
                <c:pt idx="1025">
                  <c:v>40883</c:v>
                </c:pt>
                <c:pt idx="1026">
                  <c:v>40884</c:v>
                </c:pt>
                <c:pt idx="1027">
                  <c:v>40885</c:v>
                </c:pt>
                <c:pt idx="1028">
                  <c:v>40886</c:v>
                </c:pt>
                <c:pt idx="1029">
                  <c:v>40889</c:v>
                </c:pt>
                <c:pt idx="1030">
                  <c:v>40890</c:v>
                </c:pt>
                <c:pt idx="1031">
                  <c:v>40891</c:v>
                </c:pt>
                <c:pt idx="1032">
                  <c:v>40892</c:v>
                </c:pt>
                <c:pt idx="1033">
                  <c:v>40893</c:v>
                </c:pt>
                <c:pt idx="1034">
                  <c:v>40896</c:v>
                </c:pt>
                <c:pt idx="1035">
                  <c:v>40897</c:v>
                </c:pt>
                <c:pt idx="1036">
                  <c:v>40898</c:v>
                </c:pt>
                <c:pt idx="1037">
                  <c:v>40899</c:v>
                </c:pt>
                <c:pt idx="1038">
                  <c:v>40900</c:v>
                </c:pt>
                <c:pt idx="1039">
                  <c:v>40903</c:v>
                </c:pt>
                <c:pt idx="1040">
                  <c:v>40904</c:v>
                </c:pt>
                <c:pt idx="1041">
                  <c:v>40905</c:v>
                </c:pt>
                <c:pt idx="1042">
                  <c:v>40906</c:v>
                </c:pt>
                <c:pt idx="1043">
                  <c:v>40907</c:v>
                </c:pt>
                <c:pt idx="1044">
                  <c:v>40910</c:v>
                </c:pt>
                <c:pt idx="1045">
                  <c:v>40911</c:v>
                </c:pt>
                <c:pt idx="1046">
                  <c:v>40912</c:v>
                </c:pt>
                <c:pt idx="1047">
                  <c:v>40913</c:v>
                </c:pt>
                <c:pt idx="1048">
                  <c:v>40914</c:v>
                </c:pt>
                <c:pt idx="1049">
                  <c:v>40917</c:v>
                </c:pt>
                <c:pt idx="1050">
                  <c:v>40918</c:v>
                </c:pt>
                <c:pt idx="1051">
                  <c:v>40919</c:v>
                </c:pt>
                <c:pt idx="1052">
                  <c:v>40920</c:v>
                </c:pt>
                <c:pt idx="1053">
                  <c:v>40921</c:v>
                </c:pt>
                <c:pt idx="1054">
                  <c:v>40924</c:v>
                </c:pt>
                <c:pt idx="1055">
                  <c:v>40925</c:v>
                </c:pt>
                <c:pt idx="1056">
                  <c:v>40926</c:v>
                </c:pt>
                <c:pt idx="1057">
                  <c:v>40927</c:v>
                </c:pt>
                <c:pt idx="1058">
                  <c:v>40928</c:v>
                </c:pt>
                <c:pt idx="1059">
                  <c:v>40931</c:v>
                </c:pt>
                <c:pt idx="1060">
                  <c:v>40932</c:v>
                </c:pt>
                <c:pt idx="1061">
                  <c:v>40933</c:v>
                </c:pt>
                <c:pt idx="1062">
                  <c:v>40934</c:v>
                </c:pt>
                <c:pt idx="1063">
                  <c:v>40935</c:v>
                </c:pt>
                <c:pt idx="1064">
                  <c:v>40938</c:v>
                </c:pt>
                <c:pt idx="1065">
                  <c:v>40939</c:v>
                </c:pt>
                <c:pt idx="1066">
                  <c:v>40940</c:v>
                </c:pt>
                <c:pt idx="1067">
                  <c:v>40941</c:v>
                </c:pt>
                <c:pt idx="1068">
                  <c:v>40942</c:v>
                </c:pt>
                <c:pt idx="1069">
                  <c:v>40945</c:v>
                </c:pt>
                <c:pt idx="1070">
                  <c:v>40946</c:v>
                </c:pt>
                <c:pt idx="1071">
                  <c:v>40947</c:v>
                </c:pt>
                <c:pt idx="1072">
                  <c:v>40948</c:v>
                </c:pt>
                <c:pt idx="1073">
                  <c:v>40949</c:v>
                </c:pt>
                <c:pt idx="1074">
                  <c:v>40952</c:v>
                </c:pt>
                <c:pt idx="1075">
                  <c:v>40953</c:v>
                </c:pt>
                <c:pt idx="1076">
                  <c:v>40954</c:v>
                </c:pt>
                <c:pt idx="1077">
                  <c:v>40955</c:v>
                </c:pt>
                <c:pt idx="1078">
                  <c:v>40956</c:v>
                </c:pt>
                <c:pt idx="1079">
                  <c:v>40959</c:v>
                </c:pt>
                <c:pt idx="1080">
                  <c:v>40960</c:v>
                </c:pt>
                <c:pt idx="1081">
                  <c:v>40961</c:v>
                </c:pt>
                <c:pt idx="1082">
                  <c:v>40962</c:v>
                </c:pt>
                <c:pt idx="1083">
                  <c:v>40963</c:v>
                </c:pt>
                <c:pt idx="1084">
                  <c:v>40966</c:v>
                </c:pt>
                <c:pt idx="1085">
                  <c:v>40967</c:v>
                </c:pt>
                <c:pt idx="1086">
                  <c:v>40968</c:v>
                </c:pt>
                <c:pt idx="1087">
                  <c:v>40969</c:v>
                </c:pt>
                <c:pt idx="1088">
                  <c:v>40970</c:v>
                </c:pt>
                <c:pt idx="1089">
                  <c:v>40973</c:v>
                </c:pt>
                <c:pt idx="1090">
                  <c:v>40974</c:v>
                </c:pt>
                <c:pt idx="1091">
                  <c:v>40975</c:v>
                </c:pt>
                <c:pt idx="1092">
                  <c:v>40976</c:v>
                </c:pt>
                <c:pt idx="1093">
                  <c:v>40977</c:v>
                </c:pt>
                <c:pt idx="1094">
                  <c:v>40980</c:v>
                </c:pt>
                <c:pt idx="1095">
                  <c:v>40981</c:v>
                </c:pt>
                <c:pt idx="1096">
                  <c:v>40982</c:v>
                </c:pt>
                <c:pt idx="1097">
                  <c:v>40983</c:v>
                </c:pt>
                <c:pt idx="1098">
                  <c:v>40984</c:v>
                </c:pt>
                <c:pt idx="1099">
                  <c:v>40987</c:v>
                </c:pt>
                <c:pt idx="1100">
                  <c:v>40988</c:v>
                </c:pt>
                <c:pt idx="1101">
                  <c:v>40989</c:v>
                </c:pt>
                <c:pt idx="1102">
                  <c:v>40990</c:v>
                </c:pt>
                <c:pt idx="1103">
                  <c:v>40991</c:v>
                </c:pt>
                <c:pt idx="1104">
                  <c:v>40994</c:v>
                </c:pt>
                <c:pt idx="1105">
                  <c:v>40995</c:v>
                </c:pt>
                <c:pt idx="1106">
                  <c:v>40996</c:v>
                </c:pt>
                <c:pt idx="1107">
                  <c:v>40997</c:v>
                </c:pt>
                <c:pt idx="1108">
                  <c:v>40998</c:v>
                </c:pt>
                <c:pt idx="1109">
                  <c:v>41001</c:v>
                </c:pt>
                <c:pt idx="1110">
                  <c:v>41002</c:v>
                </c:pt>
                <c:pt idx="1111">
                  <c:v>41003</c:v>
                </c:pt>
                <c:pt idx="1112">
                  <c:v>41004</c:v>
                </c:pt>
                <c:pt idx="1113">
                  <c:v>41005</c:v>
                </c:pt>
                <c:pt idx="1114">
                  <c:v>41008</c:v>
                </c:pt>
                <c:pt idx="1115">
                  <c:v>41009</c:v>
                </c:pt>
                <c:pt idx="1116">
                  <c:v>41010</c:v>
                </c:pt>
                <c:pt idx="1117">
                  <c:v>41011</c:v>
                </c:pt>
                <c:pt idx="1118">
                  <c:v>41012</c:v>
                </c:pt>
                <c:pt idx="1119">
                  <c:v>41015</c:v>
                </c:pt>
                <c:pt idx="1120">
                  <c:v>41016</c:v>
                </c:pt>
                <c:pt idx="1121">
                  <c:v>41017</c:v>
                </c:pt>
                <c:pt idx="1122">
                  <c:v>41018</c:v>
                </c:pt>
                <c:pt idx="1123">
                  <c:v>41019</c:v>
                </c:pt>
                <c:pt idx="1124">
                  <c:v>41022</c:v>
                </c:pt>
                <c:pt idx="1125">
                  <c:v>41023</c:v>
                </c:pt>
                <c:pt idx="1126">
                  <c:v>41024</c:v>
                </c:pt>
                <c:pt idx="1127">
                  <c:v>41025</c:v>
                </c:pt>
                <c:pt idx="1128">
                  <c:v>41026</c:v>
                </c:pt>
                <c:pt idx="1129">
                  <c:v>41029</c:v>
                </c:pt>
                <c:pt idx="1130">
                  <c:v>41030</c:v>
                </c:pt>
                <c:pt idx="1131">
                  <c:v>41031</c:v>
                </c:pt>
                <c:pt idx="1132">
                  <c:v>41032</c:v>
                </c:pt>
                <c:pt idx="1133">
                  <c:v>41033</c:v>
                </c:pt>
                <c:pt idx="1134">
                  <c:v>41036</c:v>
                </c:pt>
                <c:pt idx="1135">
                  <c:v>41037</c:v>
                </c:pt>
                <c:pt idx="1136">
                  <c:v>41038</c:v>
                </c:pt>
                <c:pt idx="1137">
                  <c:v>41039</c:v>
                </c:pt>
                <c:pt idx="1138">
                  <c:v>41040</c:v>
                </c:pt>
                <c:pt idx="1139">
                  <c:v>41043</c:v>
                </c:pt>
                <c:pt idx="1140">
                  <c:v>41044</c:v>
                </c:pt>
                <c:pt idx="1141">
                  <c:v>41045</c:v>
                </c:pt>
                <c:pt idx="1142">
                  <c:v>41046</c:v>
                </c:pt>
                <c:pt idx="1143">
                  <c:v>41047</c:v>
                </c:pt>
                <c:pt idx="1144">
                  <c:v>41050</c:v>
                </c:pt>
                <c:pt idx="1145">
                  <c:v>41051</c:v>
                </c:pt>
                <c:pt idx="1146">
                  <c:v>41052</c:v>
                </c:pt>
                <c:pt idx="1147">
                  <c:v>41053</c:v>
                </c:pt>
                <c:pt idx="1148">
                  <c:v>41054</c:v>
                </c:pt>
                <c:pt idx="1149">
                  <c:v>41057</c:v>
                </c:pt>
                <c:pt idx="1150">
                  <c:v>41058</c:v>
                </c:pt>
                <c:pt idx="1151">
                  <c:v>41059</c:v>
                </c:pt>
                <c:pt idx="1152">
                  <c:v>41060</c:v>
                </c:pt>
                <c:pt idx="1153">
                  <c:v>41061</c:v>
                </c:pt>
                <c:pt idx="1154">
                  <c:v>41064</c:v>
                </c:pt>
                <c:pt idx="1155">
                  <c:v>41065</c:v>
                </c:pt>
                <c:pt idx="1156">
                  <c:v>41066</c:v>
                </c:pt>
                <c:pt idx="1157">
                  <c:v>41067</c:v>
                </c:pt>
                <c:pt idx="1158">
                  <c:v>41068</c:v>
                </c:pt>
                <c:pt idx="1159">
                  <c:v>41071</c:v>
                </c:pt>
                <c:pt idx="1160">
                  <c:v>41072</c:v>
                </c:pt>
                <c:pt idx="1161">
                  <c:v>41073</c:v>
                </c:pt>
                <c:pt idx="1162">
                  <c:v>41074</c:v>
                </c:pt>
                <c:pt idx="1163">
                  <c:v>41075</c:v>
                </c:pt>
                <c:pt idx="1164">
                  <c:v>41078</c:v>
                </c:pt>
                <c:pt idx="1165">
                  <c:v>41079</c:v>
                </c:pt>
                <c:pt idx="1166">
                  <c:v>41080</c:v>
                </c:pt>
                <c:pt idx="1167">
                  <c:v>41081</c:v>
                </c:pt>
                <c:pt idx="1168">
                  <c:v>41082</c:v>
                </c:pt>
                <c:pt idx="1169">
                  <c:v>41085</c:v>
                </c:pt>
                <c:pt idx="1170">
                  <c:v>41086</c:v>
                </c:pt>
                <c:pt idx="1171">
                  <c:v>41087</c:v>
                </c:pt>
                <c:pt idx="1172">
                  <c:v>41088</c:v>
                </c:pt>
                <c:pt idx="1173">
                  <c:v>41089</c:v>
                </c:pt>
                <c:pt idx="1174">
                  <c:v>41092</c:v>
                </c:pt>
                <c:pt idx="1175">
                  <c:v>41093</c:v>
                </c:pt>
                <c:pt idx="1176">
                  <c:v>41094</c:v>
                </c:pt>
                <c:pt idx="1177">
                  <c:v>41095</c:v>
                </c:pt>
                <c:pt idx="1178">
                  <c:v>41096</c:v>
                </c:pt>
                <c:pt idx="1179">
                  <c:v>41099</c:v>
                </c:pt>
                <c:pt idx="1180">
                  <c:v>41100</c:v>
                </c:pt>
                <c:pt idx="1181">
                  <c:v>41101</c:v>
                </c:pt>
                <c:pt idx="1182">
                  <c:v>41102</c:v>
                </c:pt>
                <c:pt idx="1183">
                  <c:v>41103</c:v>
                </c:pt>
                <c:pt idx="1184">
                  <c:v>41106</c:v>
                </c:pt>
                <c:pt idx="1185">
                  <c:v>41107</c:v>
                </c:pt>
                <c:pt idx="1186">
                  <c:v>41108</c:v>
                </c:pt>
                <c:pt idx="1187">
                  <c:v>41109</c:v>
                </c:pt>
                <c:pt idx="1188">
                  <c:v>41110</c:v>
                </c:pt>
                <c:pt idx="1189">
                  <c:v>41113</c:v>
                </c:pt>
                <c:pt idx="1190">
                  <c:v>41114</c:v>
                </c:pt>
                <c:pt idx="1191">
                  <c:v>41115</c:v>
                </c:pt>
                <c:pt idx="1192">
                  <c:v>41116</c:v>
                </c:pt>
                <c:pt idx="1193">
                  <c:v>41117</c:v>
                </c:pt>
                <c:pt idx="1194">
                  <c:v>41120</c:v>
                </c:pt>
                <c:pt idx="1195">
                  <c:v>41121</c:v>
                </c:pt>
                <c:pt idx="1196">
                  <c:v>41122</c:v>
                </c:pt>
                <c:pt idx="1197">
                  <c:v>41123</c:v>
                </c:pt>
                <c:pt idx="1198">
                  <c:v>41124</c:v>
                </c:pt>
                <c:pt idx="1199">
                  <c:v>41127</c:v>
                </c:pt>
                <c:pt idx="1200">
                  <c:v>41128</c:v>
                </c:pt>
                <c:pt idx="1201">
                  <c:v>41129</c:v>
                </c:pt>
                <c:pt idx="1202">
                  <c:v>41130</c:v>
                </c:pt>
                <c:pt idx="1203">
                  <c:v>41131</c:v>
                </c:pt>
                <c:pt idx="1204">
                  <c:v>41134</c:v>
                </c:pt>
                <c:pt idx="1205">
                  <c:v>41135</c:v>
                </c:pt>
                <c:pt idx="1206">
                  <c:v>41136</c:v>
                </c:pt>
                <c:pt idx="1207">
                  <c:v>41137</c:v>
                </c:pt>
                <c:pt idx="1208">
                  <c:v>41138</c:v>
                </c:pt>
                <c:pt idx="1209">
                  <c:v>41141</c:v>
                </c:pt>
                <c:pt idx="1210">
                  <c:v>41142</c:v>
                </c:pt>
                <c:pt idx="1211">
                  <c:v>41143</c:v>
                </c:pt>
                <c:pt idx="1212">
                  <c:v>41144</c:v>
                </c:pt>
                <c:pt idx="1213">
                  <c:v>41145</c:v>
                </c:pt>
                <c:pt idx="1214">
                  <c:v>41148</c:v>
                </c:pt>
                <c:pt idx="1215">
                  <c:v>41149</c:v>
                </c:pt>
                <c:pt idx="1216">
                  <c:v>41150</c:v>
                </c:pt>
                <c:pt idx="1217">
                  <c:v>41151</c:v>
                </c:pt>
                <c:pt idx="1218">
                  <c:v>41152</c:v>
                </c:pt>
                <c:pt idx="1219">
                  <c:v>41155</c:v>
                </c:pt>
                <c:pt idx="1220">
                  <c:v>41156</c:v>
                </c:pt>
                <c:pt idx="1221">
                  <c:v>41157</c:v>
                </c:pt>
                <c:pt idx="1222">
                  <c:v>41158</c:v>
                </c:pt>
                <c:pt idx="1223">
                  <c:v>41159</c:v>
                </c:pt>
                <c:pt idx="1224">
                  <c:v>41162</c:v>
                </c:pt>
                <c:pt idx="1225">
                  <c:v>41163</c:v>
                </c:pt>
                <c:pt idx="1226">
                  <c:v>41164</c:v>
                </c:pt>
                <c:pt idx="1227">
                  <c:v>41165</c:v>
                </c:pt>
                <c:pt idx="1228">
                  <c:v>41166</c:v>
                </c:pt>
                <c:pt idx="1229">
                  <c:v>41169</c:v>
                </c:pt>
                <c:pt idx="1230">
                  <c:v>41170</c:v>
                </c:pt>
                <c:pt idx="1231">
                  <c:v>41171</c:v>
                </c:pt>
                <c:pt idx="1232">
                  <c:v>41172</c:v>
                </c:pt>
                <c:pt idx="1233">
                  <c:v>41173</c:v>
                </c:pt>
                <c:pt idx="1234">
                  <c:v>41176</c:v>
                </c:pt>
                <c:pt idx="1235">
                  <c:v>41177</c:v>
                </c:pt>
                <c:pt idx="1236">
                  <c:v>41178</c:v>
                </c:pt>
                <c:pt idx="1237">
                  <c:v>41179</c:v>
                </c:pt>
                <c:pt idx="1238">
                  <c:v>41180</c:v>
                </c:pt>
                <c:pt idx="1239">
                  <c:v>41183</c:v>
                </c:pt>
                <c:pt idx="1240">
                  <c:v>41184</c:v>
                </c:pt>
                <c:pt idx="1241">
                  <c:v>41185</c:v>
                </c:pt>
                <c:pt idx="1242">
                  <c:v>41186</c:v>
                </c:pt>
                <c:pt idx="1243">
                  <c:v>41187</c:v>
                </c:pt>
                <c:pt idx="1244">
                  <c:v>41190</c:v>
                </c:pt>
              </c:numCache>
            </c:numRef>
          </c:cat>
          <c:val>
            <c:numRef>
              <c:f>Sheet2!$M$1314:$M$2558</c:f>
              <c:numCache>
                <c:formatCode>General</c:formatCode>
                <c:ptCount val="1245"/>
                <c:pt idx="0">
                  <c:v>0</c:v>
                </c:pt>
                <c:pt idx="1">
                  <c:v>-2.0893719806763356E-2</c:v>
                </c:pt>
                <c:pt idx="2">
                  <c:v>-2.1256038647342823E-2</c:v>
                </c:pt>
                <c:pt idx="3">
                  <c:v>-6.763285024154575E-2</c:v>
                </c:pt>
                <c:pt idx="4">
                  <c:v>-7.0048309178743828E-2</c:v>
                </c:pt>
                <c:pt idx="5">
                  <c:v>-0.10205314009661826</c:v>
                </c:pt>
                <c:pt idx="6">
                  <c:v>-8.188405797101439E-2</c:v>
                </c:pt>
                <c:pt idx="7">
                  <c:v>-6.763285024154575E-2</c:v>
                </c:pt>
                <c:pt idx="8">
                  <c:v>-8.5024154589371848E-2</c:v>
                </c:pt>
                <c:pt idx="9">
                  <c:v>-6.8961352657004649E-2</c:v>
                </c:pt>
                <c:pt idx="10">
                  <c:v>-0.11280193236714975</c:v>
                </c:pt>
                <c:pt idx="11">
                  <c:v>-0.12451690821256034</c:v>
                </c:pt>
                <c:pt idx="12">
                  <c:v>-0.1730676328502414</c:v>
                </c:pt>
                <c:pt idx="13">
                  <c:v>-0.18997584541062795</c:v>
                </c:pt>
                <c:pt idx="14">
                  <c:v>-0.18997584541062795</c:v>
                </c:pt>
                <c:pt idx="15">
                  <c:v>-0.2074879227053138</c:v>
                </c:pt>
                <c:pt idx="16">
                  <c:v>-0.16702898550724621</c:v>
                </c:pt>
                <c:pt idx="17">
                  <c:v>-0.15458937198067602</c:v>
                </c:pt>
                <c:pt idx="18">
                  <c:v>-0.18152173913043457</c:v>
                </c:pt>
                <c:pt idx="19">
                  <c:v>-0.15157004830917842</c:v>
                </c:pt>
                <c:pt idx="20">
                  <c:v>-0.14601449275362288</c:v>
                </c:pt>
                <c:pt idx="21">
                  <c:v>-0.15676328502415426</c:v>
                </c:pt>
                <c:pt idx="22">
                  <c:v>-0.12862318840579656</c:v>
                </c:pt>
                <c:pt idx="23">
                  <c:v>-0.10048309178743908</c:v>
                </c:pt>
                <c:pt idx="24">
                  <c:v>-0.12234299516908165</c:v>
                </c:pt>
                <c:pt idx="25">
                  <c:v>-0.16908212560386437</c:v>
                </c:pt>
                <c:pt idx="26">
                  <c:v>-0.18417874396135225</c:v>
                </c:pt>
                <c:pt idx="27">
                  <c:v>-0.17185990338164214</c:v>
                </c:pt>
                <c:pt idx="28">
                  <c:v>-0.18478260869565177</c:v>
                </c:pt>
                <c:pt idx="29">
                  <c:v>-0.1763285024154585</c:v>
                </c:pt>
                <c:pt idx="30">
                  <c:v>-0.15821256038647302</c:v>
                </c:pt>
                <c:pt idx="31">
                  <c:v>-0.14239130434782565</c:v>
                </c:pt>
                <c:pt idx="32">
                  <c:v>-0.16183574879227014</c:v>
                </c:pt>
                <c:pt idx="33">
                  <c:v>-0.1583333333333331</c:v>
                </c:pt>
                <c:pt idx="34">
                  <c:v>-0.1583333333333331</c:v>
                </c:pt>
                <c:pt idx="35">
                  <c:v>-0.15096618357487901</c:v>
                </c:pt>
                <c:pt idx="36">
                  <c:v>-0.14999999999999991</c:v>
                </c:pt>
                <c:pt idx="37">
                  <c:v>-0.16485507246376796</c:v>
                </c:pt>
                <c:pt idx="38">
                  <c:v>-0.15217391304347816</c:v>
                </c:pt>
                <c:pt idx="39">
                  <c:v>-0.1316425120772946</c:v>
                </c:pt>
                <c:pt idx="40">
                  <c:v>-0.12137681159420299</c:v>
                </c:pt>
                <c:pt idx="41">
                  <c:v>-0.12282608695652186</c:v>
                </c:pt>
                <c:pt idx="42">
                  <c:v>-0.14142512077294689</c:v>
                </c:pt>
                <c:pt idx="43">
                  <c:v>-0.17584541062801951</c:v>
                </c:pt>
                <c:pt idx="44">
                  <c:v>-0.18466183574879236</c:v>
                </c:pt>
                <c:pt idx="45">
                  <c:v>-0.1879227053140099</c:v>
                </c:pt>
                <c:pt idx="46">
                  <c:v>-0.17765700483091795</c:v>
                </c:pt>
                <c:pt idx="47">
                  <c:v>-0.21268115942028998</c:v>
                </c:pt>
                <c:pt idx="48">
                  <c:v>-0.22717391304347834</c:v>
                </c:pt>
                <c:pt idx="49">
                  <c:v>-0.24963768115942031</c:v>
                </c:pt>
                <c:pt idx="50">
                  <c:v>-0.19335748792270524</c:v>
                </c:pt>
                <c:pt idx="51">
                  <c:v>-0.2082125603864734</c:v>
                </c:pt>
                <c:pt idx="52">
                  <c:v>-0.20531400966183577</c:v>
                </c:pt>
                <c:pt idx="53">
                  <c:v>-0.23031400966183579</c:v>
                </c:pt>
                <c:pt idx="54">
                  <c:v>-0.24722222222222223</c:v>
                </c:pt>
                <c:pt idx="55">
                  <c:v>-0.18490338164251208</c:v>
                </c:pt>
                <c:pt idx="56">
                  <c:v>-0.22693236714975829</c:v>
                </c:pt>
                <c:pt idx="57">
                  <c:v>-0.19806763285024143</c:v>
                </c:pt>
                <c:pt idx="58">
                  <c:v>-0.19806763285024143</c:v>
                </c:pt>
                <c:pt idx="59">
                  <c:v>-0.163768115942029</c:v>
                </c:pt>
                <c:pt idx="60">
                  <c:v>-0.16570048309178742</c:v>
                </c:pt>
                <c:pt idx="61">
                  <c:v>-0.18707729468599033</c:v>
                </c:pt>
                <c:pt idx="62">
                  <c:v>-0.19202898550724634</c:v>
                </c:pt>
                <c:pt idx="63">
                  <c:v>-0.20760869565217399</c:v>
                </c:pt>
                <c:pt idx="64">
                  <c:v>-0.20289855072463781</c:v>
                </c:pt>
                <c:pt idx="65">
                  <c:v>-0.14794685990338186</c:v>
                </c:pt>
                <c:pt idx="66">
                  <c:v>-0.14287439613526587</c:v>
                </c:pt>
                <c:pt idx="67">
                  <c:v>-0.13852657004830937</c:v>
                </c:pt>
                <c:pt idx="68">
                  <c:v>-0.141425120772947</c:v>
                </c:pt>
                <c:pt idx="69">
                  <c:v>-0.14251207729468618</c:v>
                </c:pt>
                <c:pt idx="70">
                  <c:v>-0.14347826086956539</c:v>
                </c:pt>
                <c:pt idx="71">
                  <c:v>-0.15688405797101468</c:v>
                </c:pt>
                <c:pt idx="72">
                  <c:v>-0.1527777777777779</c:v>
                </c:pt>
                <c:pt idx="73">
                  <c:v>-0.18574879227053154</c:v>
                </c:pt>
                <c:pt idx="74">
                  <c:v>-0.1932367149758456</c:v>
                </c:pt>
                <c:pt idx="75">
                  <c:v>-0.18586956521739151</c:v>
                </c:pt>
                <c:pt idx="76">
                  <c:v>-0.14480676328502429</c:v>
                </c:pt>
                <c:pt idx="77">
                  <c:v>-0.14396135265700516</c:v>
                </c:pt>
                <c:pt idx="78">
                  <c:v>-0.12367149758454121</c:v>
                </c:pt>
                <c:pt idx="79">
                  <c:v>-0.12222222222222245</c:v>
                </c:pt>
                <c:pt idx="80">
                  <c:v>-0.13115942028985539</c:v>
                </c:pt>
                <c:pt idx="81">
                  <c:v>-0.13417874396135299</c:v>
                </c:pt>
                <c:pt idx="82">
                  <c:v>-0.12729468599033833</c:v>
                </c:pt>
                <c:pt idx="83">
                  <c:v>-0.11195652173913051</c:v>
                </c:pt>
                <c:pt idx="84">
                  <c:v>-0.11123188405797113</c:v>
                </c:pt>
                <c:pt idx="85">
                  <c:v>-0.11920289855072463</c:v>
                </c:pt>
                <c:pt idx="86">
                  <c:v>-0.1283816425120774</c:v>
                </c:pt>
                <c:pt idx="87">
                  <c:v>-9.3357487922705595E-2</c:v>
                </c:pt>
                <c:pt idx="88">
                  <c:v>-8.8768115942029158E-2</c:v>
                </c:pt>
                <c:pt idx="89">
                  <c:v>-9.5048309178744073E-2</c:v>
                </c:pt>
                <c:pt idx="90">
                  <c:v>-8.1400966183575063E-2</c:v>
                </c:pt>
                <c:pt idx="91">
                  <c:v>-0.1147342995169085</c:v>
                </c:pt>
                <c:pt idx="92">
                  <c:v>-0.11751207729468627</c:v>
                </c:pt>
                <c:pt idx="93">
                  <c:v>-0.12222222222222234</c:v>
                </c:pt>
                <c:pt idx="94">
                  <c:v>-0.10060386473429983</c:v>
                </c:pt>
                <c:pt idx="95">
                  <c:v>-0.10012077294686017</c:v>
                </c:pt>
                <c:pt idx="96">
                  <c:v>-9.5410628019323873E-2</c:v>
                </c:pt>
                <c:pt idx="97">
                  <c:v>-7.5000000000000178E-2</c:v>
                </c:pt>
                <c:pt idx="98">
                  <c:v>-7.282608695652204E-2</c:v>
                </c:pt>
                <c:pt idx="99">
                  <c:v>-7.0048309178744272E-2</c:v>
                </c:pt>
                <c:pt idx="100">
                  <c:v>-8.4661835748792491E-2</c:v>
                </c:pt>
                <c:pt idx="101">
                  <c:v>-0.11594202898550754</c:v>
                </c:pt>
                <c:pt idx="102">
                  <c:v>-0.11594202898550754</c:v>
                </c:pt>
                <c:pt idx="103">
                  <c:v>-0.13780193236714999</c:v>
                </c:pt>
                <c:pt idx="104">
                  <c:v>-0.13780193236714999</c:v>
                </c:pt>
                <c:pt idx="105">
                  <c:v>-0.12717391304347858</c:v>
                </c:pt>
                <c:pt idx="106">
                  <c:v>-0.11690821256038664</c:v>
                </c:pt>
                <c:pt idx="107">
                  <c:v>-0.10942028985507279</c:v>
                </c:pt>
                <c:pt idx="108">
                  <c:v>-0.10785024154589395</c:v>
                </c:pt>
                <c:pt idx="109">
                  <c:v>-0.12669082125603892</c:v>
                </c:pt>
                <c:pt idx="110">
                  <c:v>-0.13285024154589398</c:v>
                </c:pt>
                <c:pt idx="111">
                  <c:v>-0.13611111111111129</c:v>
                </c:pt>
                <c:pt idx="112">
                  <c:v>-0.10060386473429972</c:v>
                </c:pt>
                <c:pt idx="113">
                  <c:v>-0.15772946859903403</c:v>
                </c:pt>
                <c:pt idx="114">
                  <c:v>-0.15253623188405807</c:v>
                </c:pt>
                <c:pt idx="115">
                  <c:v>-0.16328502415458945</c:v>
                </c:pt>
                <c:pt idx="116">
                  <c:v>-0.18719806763285041</c:v>
                </c:pt>
                <c:pt idx="117">
                  <c:v>-0.18115942028985521</c:v>
                </c:pt>
                <c:pt idx="118">
                  <c:v>-0.16086956521739137</c:v>
                </c:pt>
                <c:pt idx="119">
                  <c:v>-0.15954106280193248</c:v>
                </c:pt>
                <c:pt idx="120">
                  <c:v>-0.16908212560386493</c:v>
                </c:pt>
                <c:pt idx="121">
                  <c:v>-0.18743961352657013</c:v>
                </c:pt>
                <c:pt idx="122">
                  <c:v>-0.18345410628019343</c:v>
                </c:pt>
                <c:pt idx="123">
                  <c:v>-0.21086956521739153</c:v>
                </c:pt>
                <c:pt idx="124">
                  <c:v>-0.21340579710144958</c:v>
                </c:pt>
                <c:pt idx="125">
                  <c:v>-0.21763285024154611</c:v>
                </c:pt>
                <c:pt idx="126">
                  <c:v>-0.21014492753623215</c:v>
                </c:pt>
                <c:pt idx="127">
                  <c:v>-0.25507246376811621</c:v>
                </c:pt>
                <c:pt idx="128">
                  <c:v>-0.26195652173913064</c:v>
                </c:pt>
                <c:pt idx="129">
                  <c:v>-0.25555555555555576</c:v>
                </c:pt>
                <c:pt idx="130">
                  <c:v>-0.2524154589371983</c:v>
                </c:pt>
                <c:pt idx="131">
                  <c:v>-0.27946859903381671</c:v>
                </c:pt>
                <c:pt idx="132">
                  <c:v>-0.27753623188405818</c:v>
                </c:pt>
                <c:pt idx="133">
                  <c:v>-0.27753623188405818</c:v>
                </c:pt>
                <c:pt idx="134">
                  <c:v>-0.29263285024154606</c:v>
                </c:pt>
                <c:pt idx="135">
                  <c:v>-0.26690821256038666</c:v>
                </c:pt>
                <c:pt idx="136">
                  <c:v>-0.29613526570048332</c:v>
                </c:pt>
                <c:pt idx="137">
                  <c:v>-0.28671497584541095</c:v>
                </c:pt>
                <c:pt idx="138">
                  <c:v>-0.30410628019323716</c:v>
                </c:pt>
                <c:pt idx="139">
                  <c:v>-0.31920289855072503</c:v>
                </c:pt>
                <c:pt idx="140">
                  <c:v>-0.33743961352657037</c:v>
                </c:pt>
                <c:pt idx="141">
                  <c:v>-0.29830917874396168</c:v>
                </c:pt>
                <c:pt idx="142">
                  <c:v>-0.29202898550724676</c:v>
                </c:pt>
                <c:pt idx="143">
                  <c:v>-0.28297101449275408</c:v>
                </c:pt>
                <c:pt idx="144">
                  <c:v>-0.27946859903381682</c:v>
                </c:pt>
                <c:pt idx="145">
                  <c:v>-0.2644927536231888</c:v>
                </c:pt>
                <c:pt idx="146">
                  <c:v>-0.25797101449275406</c:v>
                </c:pt>
                <c:pt idx="147">
                  <c:v>-0.29130434782608738</c:v>
                </c:pt>
                <c:pt idx="148">
                  <c:v>-0.28864734299516948</c:v>
                </c:pt>
                <c:pt idx="149">
                  <c:v>-0.31135265700483128</c:v>
                </c:pt>
                <c:pt idx="150">
                  <c:v>-0.28115942028985552</c:v>
                </c:pt>
                <c:pt idx="151">
                  <c:v>-0.25495169082125657</c:v>
                </c:pt>
                <c:pt idx="152">
                  <c:v>-0.27451690821256092</c:v>
                </c:pt>
                <c:pt idx="153">
                  <c:v>-0.28212560386473484</c:v>
                </c:pt>
                <c:pt idx="154">
                  <c:v>-0.29480676328502464</c:v>
                </c:pt>
                <c:pt idx="155">
                  <c:v>-0.25857487922705369</c:v>
                </c:pt>
                <c:pt idx="156">
                  <c:v>-0.25289855072463829</c:v>
                </c:pt>
                <c:pt idx="157">
                  <c:v>-0.27427536231884109</c:v>
                </c:pt>
                <c:pt idx="158">
                  <c:v>-0.24625603864734369</c:v>
                </c:pt>
                <c:pt idx="159">
                  <c:v>-0.2341787439613533</c:v>
                </c:pt>
                <c:pt idx="160">
                  <c:v>-0.248188405797102</c:v>
                </c:pt>
                <c:pt idx="161">
                  <c:v>-0.25700483091787496</c:v>
                </c:pt>
                <c:pt idx="162">
                  <c:v>-0.24661835748792327</c:v>
                </c:pt>
                <c:pt idx="163">
                  <c:v>-0.23925120772946917</c:v>
                </c:pt>
                <c:pt idx="164">
                  <c:v>-0.25954106280193301</c:v>
                </c:pt>
                <c:pt idx="165">
                  <c:v>-0.27548309178744024</c:v>
                </c:pt>
                <c:pt idx="166">
                  <c:v>-0.26944444444444515</c:v>
                </c:pt>
                <c:pt idx="167">
                  <c:v>-0.26739130434782687</c:v>
                </c:pt>
                <c:pt idx="168">
                  <c:v>-0.24903381642512157</c:v>
                </c:pt>
                <c:pt idx="169">
                  <c:v>-0.2763285024154597</c:v>
                </c:pt>
                <c:pt idx="170">
                  <c:v>-0.27258454106280272</c:v>
                </c:pt>
                <c:pt idx="171">
                  <c:v>-0.26074879227053216</c:v>
                </c:pt>
                <c:pt idx="172">
                  <c:v>-0.24214975845410702</c:v>
                </c:pt>
                <c:pt idx="173">
                  <c:v>-0.25821256038647411</c:v>
                </c:pt>
                <c:pt idx="174">
                  <c:v>-0.25821256038647411</c:v>
                </c:pt>
                <c:pt idx="175">
                  <c:v>-0.26654589371980753</c:v>
                </c:pt>
                <c:pt idx="176">
                  <c:v>-0.26799516908212628</c:v>
                </c:pt>
                <c:pt idx="177">
                  <c:v>-0.31147342995169147</c:v>
                </c:pt>
                <c:pt idx="178">
                  <c:v>-0.30736714975845469</c:v>
                </c:pt>
                <c:pt idx="179">
                  <c:v>-0.27874396135265767</c:v>
                </c:pt>
                <c:pt idx="180">
                  <c:v>-0.32367149758454172</c:v>
                </c:pt>
                <c:pt idx="181">
                  <c:v>-0.31763285024154653</c:v>
                </c:pt>
                <c:pt idx="182">
                  <c:v>-0.29794685990338232</c:v>
                </c:pt>
                <c:pt idx="183">
                  <c:v>-0.29154589371980744</c:v>
                </c:pt>
                <c:pt idx="184">
                  <c:v>-0.35809178743961412</c:v>
                </c:pt>
                <c:pt idx="185">
                  <c:v>-0.3400966183574885</c:v>
                </c:pt>
                <c:pt idx="186">
                  <c:v>-0.39613526570048363</c:v>
                </c:pt>
                <c:pt idx="187">
                  <c:v>-0.35785024154589418</c:v>
                </c:pt>
                <c:pt idx="188">
                  <c:v>-0.30869565217391359</c:v>
                </c:pt>
                <c:pt idx="189">
                  <c:v>-0.34202898550724692</c:v>
                </c:pt>
                <c:pt idx="190">
                  <c:v>-0.37173913043478302</c:v>
                </c:pt>
                <c:pt idx="191">
                  <c:v>-0.36871980676328542</c:v>
                </c:pt>
                <c:pt idx="192">
                  <c:v>-0.35326086956521785</c:v>
                </c:pt>
                <c:pt idx="193">
                  <c:v>-0.34855072463768166</c:v>
                </c:pt>
                <c:pt idx="194">
                  <c:v>-0.43840579710144967</c:v>
                </c:pt>
                <c:pt idx="195">
                  <c:v>-0.40531400966183606</c:v>
                </c:pt>
                <c:pt idx="196">
                  <c:v>-0.4051932367149762</c:v>
                </c:pt>
                <c:pt idx="197">
                  <c:v>-0.4539855072463771</c:v>
                </c:pt>
                <c:pt idx="198">
                  <c:v>-0.46896135265700511</c:v>
                </c:pt>
                <c:pt idx="199">
                  <c:v>-0.51231884057971033</c:v>
                </c:pt>
                <c:pt idx="200">
                  <c:v>-0.56473429951690846</c:v>
                </c:pt>
                <c:pt idx="201">
                  <c:v>-0.58272946859903407</c:v>
                </c:pt>
                <c:pt idx="202">
                  <c:v>-0.64130434782608714</c:v>
                </c:pt>
                <c:pt idx="203">
                  <c:v>-0.64975845410628041</c:v>
                </c:pt>
                <c:pt idx="204">
                  <c:v>-0.57125603864734331</c:v>
                </c:pt>
                <c:pt idx="205">
                  <c:v>-0.57717391304347854</c:v>
                </c:pt>
                <c:pt idx="206">
                  <c:v>-0.6495169082125607</c:v>
                </c:pt>
                <c:pt idx="207">
                  <c:v>-0.62657004830917906</c:v>
                </c:pt>
                <c:pt idx="208">
                  <c:v>-0.62681159420289889</c:v>
                </c:pt>
                <c:pt idx="209">
                  <c:v>-0.59396135265700511</c:v>
                </c:pt>
                <c:pt idx="210">
                  <c:v>-0.61714975845410658</c:v>
                </c:pt>
                <c:pt idx="211">
                  <c:v>-0.65543478260869592</c:v>
                </c:pt>
                <c:pt idx="212">
                  <c:v>-0.65507246376811623</c:v>
                </c:pt>
                <c:pt idx="213">
                  <c:v>-0.67995169082125628</c:v>
                </c:pt>
                <c:pt idx="214">
                  <c:v>-0.70132850241545919</c:v>
                </c:pt>
                <c:pt idx="215">
                  <c:v>-0.63526570048309217</c:v>
                </c:pt>
                <c:pt idx="216">
                  <c:v>-0.64420289855072499</c:v>
                </c:pt>
                <c:pt idx="217">
                  <c:v>-0.62753623188405827</c:v>
                </c:pt>
                <c:pt idx="218">
                  <c:v>-0.6130434782608698</c:v>
                </c:pt>
                <c:pt idx="219">
                  <c:v>-0.60772946859903398</c:v>
                </c:pt>
                <c:pt idx="220">
                  <c:v>-0.58635265700483108</c:v>
                </c:pt>
                <c:pt idx="221">
                  <c:v>-0.62487922705314025</c:v>
                </c:pt>
                <c:pt idx="222">
                  <c:v>-0.66062801932367154</c:v>
                </c:pt>
                <c:pt idx="223">
                  <c:v>-0.64251207729468607</c:v>
                </c:pt>
                <c:pt idx="224">
                  <c:v>-0.65748792270531409</c:v>
                </c:pt>
                <c:pt idx="225">
                  <c:v>-0.66799516908212575</c:v>
                </c:pt>
                <c:pt idx="226">
                  <c:v>-0.70000000000000018</c:v>
                </c:pt>
                <c:pt idx="227">
                  <c:v>-0.66062801932367166</c:v>
                </c:pt>
                <c:pt idx="228">
                  <c:v>-0.69287439613526591</c:v>
                </c:pt>
                <c:pt idx="229">
                  <c:v>-0.70471014492753647</c:v>
                </c:pt>
                <c:pt idx="230">
                  <c:v>-0.70253623188405823</c:v>
                </c:pt>
                <c:pt idx="231">
                  <c:v>-0.73212560386473458</c:v>
                </c:pt>
                <c:pt idx="232">
                  <c:v>-0.77041062801932392</c:v>
                </c:pt>
                <c:pt idx="233">
                  <c:v>-0.74384057971014528</c:v>
                </c:pt>
                <c:pt idx="234">
                  <c:v>-0.7143719806763289</c:v>
                </c:pt>
                <c:pt idx="235">
                  <c:v>-0.7056763285024158</c:v>
                </c:pt>
                <c:pt idx="236">
                  <c:v>-0.68586956521739162</c:v>
                </c:pt>
                <c:pt idx="237">
                  <c:v>-0.68586956521739162</c:v>
                </c:pt>
                <c:pt idx="238">
                  <c:v>-0.67874396135265735</c:v>
                </c:pt>
                <c:pt idx="239">
                  <c:v>-0.73429951690821293</c:v>
                </c:pt>
                <c:pt idx="240">
                  <c:v>-0.71557971014492794</c:v>
                </c:pt>
                <c:pt idx="241">
                  <c:v>-0.70012077294686037</c:v>
                </c:pt>
                <c:pt idx="242">
                  <c:v>-0.71714975845410667</c:v>
                </c:pt>
                <c:pt idx="243">
                  <c:v>-0.69710144927536277</c:v>
                </c:pt>
                <c:pt idx="244">
                  <c:v>-0.67572463768115987</c:v>
                </c:pt>
                <c:pt idx="245">
                  <c:v>-0.68768115942029029</c:v>
                </c:pt>
                <c:pt idx="246">
                  <c:v>-0.68165458937198098</c:v>
                </c:pt>
                <c:pt idx="247">
                  <c:v>-0.69806763285024187</c:v>
                </c:pt>
                <c:pt idx="248">
                  <c:v>-0.69492753623188441</c:v>
                </c:pt>
                <c:pt idx="249">
                  <c:v>-0.70193236714975882</c:v>
                </c:pt>
                <c:pt idx="250">
                  <c:v>-0.67236714975845446</c:v>
                </c:pt>
                <c:pt idx="251">
                  <c:v>-0.67826086956521769</c:v>
                </c:pt>
                <c:pt idx="252">
                  <c:v>-0.69021739130434812</c:v>
                </c:pt>
                <c:pt idx="253">
                  <c:v>-0.69239130434782636</c:v>
                </c:pt>
                <c:pt idx="254">
                  <c:v>-0.7022705314009664</c:v>
                </c:pt>
                <c:pt idx="255">
                  <c:v>-0.70809178743961376</c:v>
                </c:pt>
                <c:pt idx="256">
                  <c:v>-0.70531400966183599</c:v>
                </c:pt>
                <c:pt idx="257">
                  <c:v>-0.70531400966183599</c:v>
                </c:pt>
                <c:pt idx="258">
                  <c:v>-0.70205314009661857</c:v>
                </c:pt>
                <c:pt idx="259">
                  <c:v>-0.70301932367149789</c:v>
                </c:pt>
                <c:pt idx="260">
                  <c:v>-0.69106280193236747</c:v>
                </c:pt>
                <c:pt idx="261">
                  <c:v>-0.68272946859903416</c:v>
                </c:pt>
                <c:pt idx="262">
                  <c:v>-0.68272946859903416</c:v>
                </c:pt>
                <c:pt idx="263">
                  <c:v>-0.66316425120772982</c:v>
                </c:pt>
                <c:pt idx="264">
                  <c:v>-0.66352657004830951</c:v>
                </c:pt>
                <c:pt idx="265">
                  <c:v>-0.65809178743961383</c:v>
                </c:pt>
                <c:pt idx="266">
                  <c:v>-0.67765700483091806</c:v>
                </c:pt>
                <c:pt idx="267">
                  <c:v>-0.67548309178743982</c:v>
                </c:pt>
                <c:pt idx="268">
                  <c:v>-0.68997584541062817</c:v>
                </c:pt>
                <c:pt idx="269">
                  <c:v>-0.70398550724637698</c:v>
                </c:pt>
                <c:pt idx="270">
                  <c:v>-0.70374396135265727</c:v>
                </c:pt>
                <c:pt idx="271">
                  <c:v>-0.72222222222222254</c:v>
                </c:pt>
                <c:pt idx="272">
                  <c:v>-0.72161835748792302</c:v>
                </c:pt>
                <c:pt idx="273">
                  <c:v>-0.71799516908212591</c:v>
                </c:pt>
                <c:pt idx="274">
                  <c:v>-0.71799516908212591</c:v>
                </c:pt>
                <c:pt idx="275">
                  <c:v>-0.74758454106280225</c:v>
                </c:pt>
                <c:pt idx="276">
                  <c:v>-0.72608695652173949</c:v>
                </c:pt>
                <c:pt idx="277">
                  <c:v>-0.7340579710144931</c:v>
                </c:pt>
                <c:pt idx="278">
                  <c:v>-0.73177536231884088</c:v>
                </c:pt>
                <c:pt idx="279">
                  <c:v>-0.72910628019323709</c:v>
                </c:pt>
                <c:pt idx="280">
                  <c:v>-0.72318840579710186</c:v>
                </c:pt>
                <c:pt idx="281">
                  <c:v>-0.70446859903381687</c:v>
                </c:pt>
                <c:pt idx="282">
                  <c:v>-0.72258454106280234</c:v>
                </c:pt>
                <c:pt idx="283">
                  <c:v>-0.73502415458937231</c:v>
                </c:pt>
                <c:pt idx="284">
                  <c:v>-0.73562801932367183</c:v>
                </c:pt>
                <c:pt idx="285">
                  <c:v>-0.72838164251207771</c:v>
                </c:pt>
                <c:pt idx="286">
                  <c:v>-0.73091787439613565</c:v>
                </c:pt>
                <c:pt idx="287">
                  <c:v>-0.72391304347826124</c:v>
                </c:pt>
                <c:pt idx="288">
                  <c:v>-0.70821256038647384</c:v>
                </c:pt>
                <c:pt idx="289">
                  <c:v>-0.7070048309178748</c:v>
                </c:pt>
                <c:pt idx="290">
                  <c:v>-0.73381642512077327</c:v>
                </c:pt>
                <c:pt idx="291">
                  <c:v>-0.72983091787439647</c:v>
                </c:pt>
                <c:pt idx="292">
                  <c:v>-0.72934782608695681</c:v>
                </c:pt>
                <c:pt idx="293">
                  <c:v>-0.73623188405797135</c:v>
                </c:pt>
                <c:pt idx="294">
                  <c:v>-0.73623188405797135</c:v>
                </c:pt>
                <c:pt idx="295">
                  <c:v>-0.7588164251207733</c:v>
                </c:pt>
                <c:pt idx="296">
                  <c:v>-0.76026570048309217</c:v>
                </c:pt>
                <c:pt idx="297">
                  <c:v>-0.76497584541062835</c:v>
                </c:pt>
                <c:pt idx="298">
                  <c:v>-0.7701690821256042</c:v>
                </c:pt>
                <c:pt idx="299">
                  <c:v>-0.7862318840579714</c:v>
                </c:pt>
                <c:pt idx="300">
                  <c:v>-0.77004830917874434</c:v>
                </c:pt>
                <c:pt idx="301">
                  <c:v>-0.77415458937198101</c:v>
                </c:pt>
                <c:pt idx="302">
                  <c:v>-0.78102657004830944</c:v>
                </c:pt>
                <c:pt idx="303">
                  <c:v>-0.79091787439613548</c:v>
                </c:pt>
                <c:pt idx="304">
                  <c:v>-0.80978260869565233</c:v>
                </c:pt>
                <c:pt idx="305">
                  <c:v>-0.81364734299516916</c:v>
                </c:pt>
                <c:pt idx="306">
                  <c:v>-0.80445652173913051</c:v>
                </c:pt>
                <c:pt idx="307">
                  <c:v>-0.82016908212560391</c:v>
                </c:pt>
                <c:pt idx="308">
                  <c:v>-0.8205314009661836</c:v>
                </c:pt>
                <c:pt idx="309">
                  <c:v>-0.82439613526570055</c:v>
                </c:pt>
                <c:pt idx="310">
                  <c:v>-0.80301932367149764</c:v>
                </c:pt>
                <c:pt idx="311">
                  <c:v>-0.80108695652173922</c:v>
                </c:pt>
                <c:pt idx="312">
                  <c:v>-0.785144927536232</c:v>
                </c:pt>
                <c:pt idx="313">
                  <c:v>-0.78164251207729485</c:v>
                </c:pt>
                <c:pt idx="314">
                  <c:v>-0.78248792270531409</c:v>
                </c:pt>
                <c:pt idx="315">
                  <c:v>-0.7694444444444446</c:v>
                </c:pt>
                <c:pt idx="316">
                  <c:v>-0.75978260869565228</c:v>
                </c:pt>
                <c:pt idx="317">
                  <c:v>-0.76545893719806768</c:v>
                </c:pt>
                <c:pt idx="318">
                  <c:v>-0.77513285024154599</c:v>
                </c:pt>
                <c:pt idx="319">
                  <c:v>-0.74299516908212571</c:v>
                </c:pt>
                <c:pt idx="320">
                  <c:v>-0.75410628019323678</c:v>
                </c:pt>
                <c:pt idx="321">
                  <c:v>-0.75000000000000011</c:v>
                </c:pt>
                <c:pt idx="322">
                  <c:v>-0.73888888888888893</c:v>
                </c:pt>
                <c:pt idx="323">
                  <c:v>-0.74853864734299513</c:v>
                </c:pt>
                <c:pt idx="324">
                  <c:v>-0.76591787439613523</c:v>
                </c:pt>
                <c:pt idx="325">
                  <c:v>-0.76171497584541059</c:v>
                </c:pt>
                <c:pt idx="326">
                  <c:v>-0.75253623188405794</c:v>
                </c:pt>
                <c:pt idx="327">
                  <c:v>-0.73840579710144927</c:v>
                </c:pt>
                <c:pt idx="328">
                  <c:v>-0.73285024154589373</c:v>
                </c:pt>
                <c:pt idx="329">
                  <c:v>-0.73671497584541057</c:v>
                </c:pt>
                <c:pt idx="330">
                  <c:v>-0.74915458937198065</c:v>
                </c:pt>
                <c:pt idx="331">
                  <c:v>-0.74359903381642511</c:v>
                </c:pt>
                <c:pt idx="332">
                  <c:v>-0.72342995169082125</c:v>
                </c:pt>
                <c:pt idx="333">
                  <c:v>-0.72342995169082125</c:v>
                </c:pt>
                <c:pt idx="334">
                  <c:v>-0.72210144927536235</c:v>
                </c:pt>
                <c:pt idx="335">
                  <c:v>-0.73212560386473435</c:v>
                </c:pt>
                <c:pt idx="336">
                  <c:v>-0.72669082125603879</c:v>
                </c:pt>
                <c:pt idx="337">
                  <c:v>-0.71823671497584551</c:v>
                </c:pt>
                <c:pt idx="338">
                  <c:v>-0.71545893719806775</c:v>
                </c:pt>
                <c:pt idx="339">
                  <c:v>-0.73937198067632859</c:v>
                </c:pt>
                <c:pt idx="340">
                  <c:v>-0.7289855072463769</c:v>
                </c:pt>
                <c:pt idx="341">
                  <c:v>-0.73212560386473435</c:v>
                </c:pt>
                <c:pt idx="342">
                  <c:v>-0.7272946859903382</c:v>
                </c:pt>
                <c:pt idx="343">
                  <c:v>-0.71884057971014492</c:v>
                </c:pt>
                <c:pt idx="344">
                  <c:v>-0.7242753623188406</c:v>
                </c:pt>
                <c:pt idx="345">
                  <c:v>-0.72608695652173916</c:v>
                </c:pt>
                <c:pt idx="346">
                  <c:v>-0.71437198067632857</c:v>
                </c:pt>
                <c:pt idx="347">
                  <c:v>-0.71328502415458939</c:v>
                </c:pt>
                <c:pt idx="348">
                  <c:v>-0.71050724637681162</c:v>
                </c:pt>
                <c:pt idx="349">
                  <c:v>-0.6911859903381643</c:v>
                </c:pt>
                <c:pt idx="350">
                  <c:v>-0.69384057971014501</c:v>
                </c:pt>
                <c:pt idx="351">
                  <c:v>-0.68345410628019332</c:v>
                </c:pt>
                <c:pt idx="352">
                  <c:v>-0.69094202898550727</c:v>
                </c:pt>
                <c:pt idx="353">
                  <c:v>-0.67717391304347829</c:v>
                </c:pt>
                <c:pt idx="354">
                  <c:v>-0.68925120772946857</c:v>
                </c:pt>
                <c:pt idx="355">
                  <c:v>-0.69214975845410631</c:v>
                </c:pt>
                <c:pt idx="356">
                  <c:v>-0.70615942028985512</c:v>
                </c:pt>
                <c:pt idx="357">
                  <c:v>-0.70205314009661834</c:v>
                </c:pt>
                <c:pt idx="358">
                  <c:v>-0.70712560386473433</c:v>
                </c:pt>
                <c:pt idx="359">
                  <c:v>-0.6898550724637682</c:v>
                </c:pt>
                <c:pt idx="360">
                  <c:v>-0.69106280193236724</c:v>
                </c:pt>
                <c:pt idx="361">
                  <c:v>-0.69492753623188408</c:v>
                </c:pt>
                <c:pt idx="362">
                  <c:v>-0.7042270531400967</c:v>
                </c:pt>
                <c:pt idx="363">
                  <c:v>-0.70519323671497591</c:v>
                </c:pt>
                <c:pt idx="364">
                  <c:v>-0.70519323671497591</c:v>
                </c:pt>
                <c:pt idx="365">
                  <c:v>-0.68961352657004849</c:v>
                </c:pt>
                <c:pt idx="366">
                  <c:v>-0.70108695652173925</c:v>
                </c:pt>
                <c:pt idx="367">
                  <c:v>-0.69287439613526591</c:v>
                </c:pt>
                <c:pt idx="368">
                  <c:v>-0.68115942028985521</c:v>
                </c:pt>
                <c:pt idx="369">
                  <c:v>-0.66666666666666674</c:v>
                </c:pt>
                <c:pt idx="370">
                  <c:v>-0.66521739130434798</c:v>
                </c:pt>
                <c:pt idx="371">
                  <c:v>-0.67452898550724649</c:v>
                </c:pt>
                <c:pt idx="372">
                  <c:v>-0.66847826086956541</c:v>
                </c:pt>
                <c:pt idx="373">
                  <c:v>-0.66811594202898572</c:v>
                </c:pt>
                <c:pt idx="374">
                  <c:v>-0.67077294685990352</c:v>
                </c:pt>
                <c:pt idx="375">
                  <c:v>-0.66823671497584569</c:v>
                </c:pt>
                <c:pt idx="376">
                  <c:v>-0.66932367149758476</c:v>
                </c:pt>
                <c:pt idx="377">
                  <c:v>-0.66642512077294702</c:v>
                </c:pt>
                <c:pt idx="378">
                  <c:v>-0.66425120772946877</c:v>
                </c:pt>
                <c:pt idx="379">
                  <c:v>-0.68067632850241555</c:v>
                </c:pt>
                <c:pt idx="380">
                  <c:v>-0.68852657004830931</c:v>
                </c:pt>
                <c:pt idx="381">
                  <c:v>-0.69009661835748803</c:v>
                </c:pt>
                <c:pt idx="382">
                  <c:v>-0.68550724637681171</c:v>
                </c:pt>
                <c:pt idx="383">
                  <c:v>-0.68321256038647349</c:v>
                </c:pt>
                <c:pt idx="384">
                  <c:v>-0.70217391304347831</c:v>
                </c:pt>
                <c:pt idx="385">
                  <c:v>-0.70108695652173925</c:v>
                </c:pt>
                <c:pt idx="386">
                  <c:v>-0.69782608695652182</c:v>
                </c:pt>
                <c:pt idx="387">
                  <c:v>-0.68429951690821267</c:v>
                </c:pt>
                <c:pt idx="388">
                  <c:v>-0.68574879227053154</c:v>
                </c:pt>
                <c:pt idx="389">
                  <c:v>-0.67981400966183592</c:v>
                </c:pt>
                <c:pt idx="390">
                  <c:v>-0.68429951690821267</c:v>
                </c:pt>
                <c:pt idx="391">
                  <c:v>-0.68272946859903394</c:v>
                </c:pt>
                <c:pt idx="392">
                  <c:v>-0.69975845410628024</c:v>
                </c:pt>
                <c:pt idx="393">
                  <c:v>-0.69975845410628024</c:v>
                </c:pt>
                <c:pt idx="394">
                  <c:v>-0.69963768115942027</c:v>
                </c:pt>
                <c:pt idx="395">
                  <c:v>-0.71159420289855069</c:v>
                </c:pt>
                <c:pt idx="396">
                  <c:v>-0.71195652173913038</c:v>
                </c:pt>
                <c:pt idx="397">
                  <c:v>-0.71014492753623182</c:v>
                </c:pt>
                <c:pt idx="398">
                  <c:v>-0.71243961352657004</c:v>
                </c:pt>
                <c:pt idx="399">
                  <c:v>-0.69806763285024154</c:v>
                </c:pt>
                <c:pt idx="400">
                  <c:v>-0.69456521739130439</c:v>
                </c:pt>
                <c:pt idx="401">
                  <c:v>-0.67741545893719812</c:v>
                </c:pt>
                <c:pt idx="402">
                  <c:v>-0.67161835748792276</c:v>
                </c:pt>
                <c:pt idx="403">
                  <c:v>-0.67113526570048321</c:v>
                </c:pt>
                <c:pt idx="404">
                  <c:v>-0.66461352657004846</c:v>
                </c:pt>
                <c:pt idx="405">
                  <c:v>-0.66123188405797118</c:v>
                </c:pt>
                <c:pt idx="406">
                  <c:v>-0.66135265700483115</c:v>
                </c:pt>
                <c:pt idx="407">
                  <c:v>-0.64661835748792296</c:v>
                </c:pt>
                <c:pt idx="408">
                  <c:v>-0.64275362318840612</c:v>
                </c:pt>
                <c:pt idx="409">
                  <c:v>-0.64094202898550745</c:v>
                </c:pt>
                <c:pt idx="410">
                  <c:v>-0.64299516908212584</c:v>
                </c:pt>
                <c:pt idx="411">
                  <c:v>-0.64648550724637699</c:v>
                </c:pt>
                <c:pt idx="412">
                  <c:v>-0.639130434782609</c:v>
                </c:pt>
                <c:pt idx="413">
                  <c:v>-0.63864734299516934</c:v>
                </c:pt>
                <c:pt idx="414">
                  <c:v>-0.62632850241545923</c:v>
                </c:pt>
                <c:pt idx="415">
                  <c:v>-0.62415458937198098</c:v>
                </c:pt>
                <c:pt idx="416">
                  <c:v>-0.62619565217391338</c:v>
                </c:pt>
                <c:pt idx="417">
                  <c:v>-0.62995169082125635</c:v>
                </c:pt>
                <c:pt idx="418">
                  <c:v>-0.6207729468599037</c:v>
                </c:pt>
                <c:pt idx="419">
                  <c:v>-0.62258454106280214</c:v>
                </c:pt>
                <c:pt idx="420">
                  <c:v>-0.6321135265700486</c:v>
                </c:pt>
                <c:pt idx="421">
                  <c:v>-0.62403381642512101</c:v>
                </c:pt>
                <c:pt idx="422">
                  <c:v>-0.61798309178743982</c:v>
                </c:pt>
                <c:pt idx="423">
                  <c:v>-0.62342995169082149</c:v>
                </c:pt>
                <c:pt idx="424">
                  <c:v>-0.64299516908212584</c:v>
                </c:pt>
                <c:pt idx="425">
                  <c:v>-0.63635265700483112</c:v>
                </c:pt>
                <c:pt idx="426">
                  <c:v>-0.63006038647343021</c:v>
                </c:pt>
                <c:pt idx="427">
                  <c:v>-0.62234299516908242</c:v>
                </c:pt>
                <c:pt idx="428">
                  <c:v>-0.6086956521739133</c:v>
                </c:pt>
                <c:pt idx="429">
                  <c:v>-0.60772946859903409</c:v>
                </c:pt>
                <c:pt idx="430">
                  <c:v>-0.60664251207729492</c:v>
                </c:pt>
                <c:pt idx="431">
                  <c:v>-0.60652173913043506</c:v>
                </c:pt>
                <c:pt idx="432">
                  <c:v>-0.60434782608695681</c:v>
                </c:pt>
                <c:pt idx="433">
                  <c:v>-0.60579710144927557</c:v>
                </c:pt>
                <c:pt idx="434">
                  <c:v>-0.61193236714975874</c:v>
                </c:pt>
                <c:pt idx="435">
                  <c:v>-0.62922705314009697</c:v>
                </c:pt>
                <c:pt idx="436">
                  <c:v>-0.63200483091787474</c:v>
                </c:pt>
                <c:pt idx="437">
                  <c:v>-0.62608695652173951</c:v>
                </c:pt>
                <c:pt idx="438">
                  <c:v>-0.6154589371980681</c:v>
                </c:pt>
                <c:pt idx="439">
                  <c:v>-0.6154589371980681</c:v>
                </c:pt>
                <c:pt idx="440">
                  <c:v>-0.6088164251207735</c:v>
                </c:pt>
                <c:pt idx="441">
                  <c:v>-0.60265700483091844</c:v>
                </c:pt>
                <c:pt idx="442">
                  <c:v>-0.59504830917874452</c:v>
                </c:pt>
                <c:pt idx="443">
                  <c:v>-0.59492753623188466</c:v>
                </c:pt>
                <c:pt idx="444">
                  <c:v>-0.59021739130434847</c:v>
                </c:pt>
                <c:pt idx="445">
                  <c:v>-0.58780193236715039</c:v>
                </c:pt>
                <c:pt idx="446">
                  <c:v>-0.57524154589372045</c:v>
                </c:pt>
                <c:pt idx="447">
                  <c:v>-0.5760869565217398</c:v>
                </c:pt>
                <c:pt idx="448">
                  <c:v>-0.57560386473430014</c:v>
                </c:pt>
                <c:pt idx="449">
                  <c:v>-0.57729468599033873</c:v>
                </c:pt>
                <c:pt idx="450">
                  <c:v>-0.57294685990338223</c:v>
                </c:pt>
                <c:pt idx="451">
                  <c:v>-0.57958937198067684</c:v>
                </c:pt>
                <c:pt idx="452">
                  <c:v>-0.59033816425120822</c:v>
                </c:pt>
                <c:pt idx="453">
                  <c:v>-0.59420289855072506</c:v>
                </c:pt>
                <c:pt idx="454">
                  <c:v>-0.58055555555555616</c:v>
                </c:pt>
                <c:pt idx="455">
                  <c:v>-0.58297101449275424</c:v>
                </c:pt>
                <c:pt idx="456">
                  <c:v>-0.58550724637681228</c:v>
                </c:pt>
                <c:pt idx="457">
                  <c:v>-0.60620048309178809</c:v>
                </c:pt>
                <c:pt idx="458">
                  <c:v>-0.60978260869565282</c:v>
                </c:pt>
                <c:pt idx="459">
                  <c:v>-0.59879227053140172</c:v>
                </c:pt>
                <c:pt idx="460">
                  <c:v>-0.58719806763285098</c:v>
                </c:pt>
                <c:pt idx="461">
                  <c:v>-0.58466183574879294</c:v>
                </c:pt>
                <c:pt idx="462">
                  <c:v>-0.57814009661835819</c:v>
                </c:pt>
                <c:pt idx="463">
                  <c:v>-0.57367149758454183</c:v>
                </c:pt>
                <c:pt idx="464">
                  <c:v>-0.56968599033816503</c:v>
                </c:pt>
                <c:pt idx="465">
                  <c:v>-0.57125603864734376</c:v>
                </c:pt>
                <c:pt idx="466">
                  <c:v>-0.55700483091787523</c:v>
                </c:pt>
                <c:pt idx="467">
                  <c:v>-0.55434782608695743</c:v>
                </c:pt>
                <c:pt idx="468">
                  <c:v>-0.56062801932367234</c:v>
                </c:pt>
                <c:pt idx="469">
                  <c:v>-0.55326086956521825</c:v>
                </c:pt>
                <c:pt idx="470">
                  <c:v>-0.55760869565217475</c:v>
                </c:pt>
                <c:pt idx="471">
                  <c:v>-0.56594202898550816</c:v>
                </c:pt>
                <c:pt idx="472">
                  <c:v>-0.55772946859903483</c:v>
                </c:pt>
                <c:pt idx="473">
                  <c:v>-0.56678743961352751</c:v>
                </c:pt>
                <c:pt idx="474">
                  <c:v>-0.57669082125603954</c:v>
                </c:pt>
                <c:pt idx="475">
                  <c:v>-0.58067632850241635</c:v>
                </c:pt>
                <c:pt idx="476">
                  <c:v>-0.59613526570048392</c:v>
                </c:pt>
                <c:pt idx="477">
                  <c:v>-0.57946859903381731</c:v>
                </c:pt>
                <c:pt idx="478">
                  <c:v>-0.60326086956521818</c:v>
                </c:pt>
                <c:pt idx="479">
                  <c:v>-0.59770531400966265</c:v>
                </c:pt>
                <c:pt idx="480">
                  <c:v>-0.59565217391304426</c:v>
                </c:pt>
                <c:pt idx="481">
                  <c:v>-0.5938405797101457</c:v>
                </c:pt>
                <c:pt idx="482">
                  <c:v>-0.57850241545893799</c:v>
                </c:pt>
                <c:pt idx="483">
                  <c:v>-0.57608695652173991</c:v>
                </c:pt>
                <c:pt idx="484">
                  <c:v>-0.55664251207729554</c:v>
                </c:pt>
                <c:pt idx="485">
                  <c:v>-0.55664251207729554</c:v>
                </c:pt>
                <c:pt idx="486">
                  <c:v>-0.55217391304347907</c:v>
                </c:pt>
                <c:pt idx="487">
                  <c:v>-0.56123188405797175</c:v>
                </c:pt>
                <c:pt idx="488">
                  <c:v>-0.5564009661835756</c:v>
                </c:pt>
                <c:pt idx="489">
                  <c:v>-0.54359903381642583</c:v>
                </c:pt>
                <c:pt idx="490">
                  <c:v>-0.54263285024154662</c:v>
                </c:pt>
                <c:pt idx="491">
                  <c:v>-0.54287439613526645</c:v>
                </c:pt>
                <c:pt idx="492">
                  <c:v>-0.55495169082125684</c:v>
                </c:pt>
                <c:pt idx="493">
                  <c:v>-0.55772946859903461</c:v>
                </c:pt>
                <c:pt idx="494">
                  <c:v>-0.54625603864734373</c:v>
                </c:pt>
                <c:pt idx="495">
                  <c:v>-0.54577294685990418</c:v>
                </c:pt>
                <c:pt idx="496">
                  <c:v>-0.54263285024154673</c:v>
                </c:pt>
                <c:pt idx="497">
                  <c:v>-0.54263285024154673</c:v>
                </c:pt>
                <c:pt idx="498">
                  <c:v>-0.55724637681159495</c:v>
                </c:pt>
                <c:pt idx="499">
                  <c:v>-0.55434782608695721</c:v>
                </c:pt>
                <c:pt idx="500">
                  <c:v>-0.54420289855072523</c:v>
                </c:pt>
                <c:pt idx="501">
                  <c:v>-0.54347826086956585</c:v>
                </c:pt>
                <c:pt idx="502">
                  <c:v>-0.55072463768115998</c:v>
                </c:pt>
                <c:pt idx="503">
                  <c:v>-0.54589371980676393</c:v>
                </c:pt>
                <c:pt idx="504">
                  <c:v>-0.54758454106280263</c:v>
                </c:pt>
                <c:pt idx="505">
                  <c:v>-0.55700483091787512</c:v>
                </c:pt>
                <c:pt idx="506">
                  <c:v>-0.55422705314009746</c:v>
                </c:pt>
                <c:pt idx="507">
                  <c:v>-0.54915458937198158</c:v>
                </c:pt>
                <c:pt idx="508">
                  <c:v>-0.54492753623188506</c:v>
                </c:pt>
                <c:pt idx="509">
                  <c:v>-0.53900966183574983</c:v>
                </c:pt>
                <c:pt idx="510">
                  <c:v>-0.54335748792270633</c:v>
                </c:pt>
                <c:pt idx="511">
                  <c:v>-0.5417874396135276</c:v>
                </c:pt>
                <c:pt idx="512">
                  <c:v>-0.5527777777777787</c:v>
                </c:pt>
                <c:pt idx="513">
                  <c:v>-0.54794685990338254</c:v>
                </c:pt>
                <c:pt idx="514">
                  <c:v>-0.53937198067632952</c:v>
                </c:pt>
                <c:pt idx="515">
                  <c:v>-0.53562801932367243</c:v>
                </c:pt>
                <c:pt idx="516">
                  <c:v>-0.53369565217391401</c:v>
                </c:pt>
                <c:pt idx="517">
                  <c:v>-0.52862318840579814</c:v>
                </c:pt>
                <c:pt idx="518">
                  <c:v>-0.52862318840579814</c:v>
                </c:pt>
                <c:pt idx="519">
                  <c:v>-0.52729468599033913</c:v>
                </c:pt>
                <c:pt idx="520">
                  <c:v>-0.52826086956521834</c:v>
                </c:pt>
                <c:pt idx="521">
                  <c:v>-0.52946859903381749</c:v>
                </c:pt>
                <c:pt idx="522">
                  <c:v>-0.53817632850241659</c:v>
                </c:pt>
                <c:pt idx="523">
                  <c:v>-0.53817632850241659</c:v>
                </c:pt>
                <c:pt idx="524">
                  <c:v>-0.52330917874396254</c:v>
                </c:pt>
                <c:pt idx="525">
                  <c:v>-0.52016908212560509</c:v>
                </c:pt>
                <c:pt idx="526">
                  <c:v>-0.5198067632850254</c:v>
                </c:pt>
                <c:pt idx="527">
                  <c:v>-0.51582125603864859</c:v>
                </c:pt>
                <c:pt idx="528">
                  <c:v>-0.51243961352657141</c:v>
                </c:pt>
                <c:pt idx="529">
                  <c:v>-0.51086956521739268</c:v>
                </c:pt>
                <c:pt idx="530">
                  <c:v>-0.52004830917874534</c:v>
                </c:pt>
                <c:pt idx="531">
                  <c:v>-0.51231884057971155</c:v>
                </c:pt>
                <c:pt idx="532">
                  <c:v>-0.50954106280193379</c:v>
                </c:pt>
                <c:pt idx="533">
                  <c:v>-0.52028985507246517</c:v>
                </c:pt>
                <c:pt idx="534">
                  <c:v>-0.52028985507246517</c:v>
                </c:pt>
                <c:pt idx="535">
                  <c:v>-0.50845410628019461</c:v>
                </c:pt>
                <c:pt idx="536">
                  <c:v>-0.51871980676328633</c:v>
                </c:pt>
                <c:pt idx="537">
                  <c:v>-0.53707729468599164</c:v>
                </c:pt>
                <c:pt idx="538">
                  <c:v>-0.55724637681159539</c:v>
                </c:pt>
                <c:pt idx="539">
                  <c:v>-0.55349033816425242</c:v>
                </c:pt>
                <c:pt idx="540">
                  <c:v>-0.55712560386473542</c:v>
                </c:pt>
                <c:pt idx="541">
                  <c:v>-0.55289855072463878</c:v>
                </c:pt>
                <c:pt idx="542">
                  <c:v>-0.56316425120773062</c:v>
                </c:pt>
                <c:pt idx="543">
                  <c:v>-0.57282608695652293</c:v>
                </c:pt>
                <c:pt idx="544">
                  <c:v>-0.55978260869565344</c:v>
                </c:pt>
                <c:pt idx="545">
                  <c:v>-0.5489130434782622</c:v>
                </c:pt>
                <c:pt idx="546">
                  <c:v>-0.55326086956521869</c:v>
                </c:pt>
                <c:pt idx="547">
                  <c:v>-0.58055555555555682</c:v>
                </c:pt>
                <c:pt idx="548">
                  <c:v>-0.57838164251207869</c:v>
                </c:pt>
                <c:pt idx="549">
                  <c:v>-0.58514492753623326</c:v>
                </c:pt>
                <c:pt idx="550">
                  <c:v>-0.57500000000000151</c:v>
                </c:pt>
                <c:pt idx="551">
                  <c:v>-0.57679951690821407</c:v>
                </c:pt>
                <c:pt idx="552">
                  <c:v>-0.56811594202898696</c:v>
                </c:pt>
                <c:pt idx="553">
                  <c:v>-0.56871980676328637</c:v>
                </c:pt>
                <c:pt idx="554">
                  <c:v>-0.56871980676328637</c:v>
                </c:pt>
                <c:pt idx="555">
                  <c:v>-0.55507246376811725</c:v>
                </c:pt>
                <c:pt idx="556">
                  <c:v>-0.55084541062802073</c:v>
                </c:pt>
                <c:pt idx="557">
                  <c:v>-0.54541062801932516</c:v>
                </c:pt>
                <c:pt idx="558">
                  <c:v>-0.54299516908212708</c:v>
                </c:pt>
                <c:pt idx="559">
                  <c:v>-0.54347826086956674</c:v>
                </c:pt>
                <c:pt idx="560">
                  <c:v>-0.55422705314009812</c:v>
                </c:pt>
                <c:pt idx="561">
                  <c:v>-0.5466183574879242</c:v>
                </c:pt>
                <c:pt idx="562">
                  <c:v>-0.54737922705314168</c:v>
                </c:pt>
                <c:pt idx="563">
                  <c:v>-0.54671497584541218</c:v>
                </c:pt>
                <c:pt idx="564">
                  <c:v>-0.53768115942029127</c:v>
                </c:pt>
                <c:pt idx="565">
                  <c:v>-0.53538647342995316</c:v>
                </c:pt>
                <c:pt idx="566">
                  <c:v>-0.53429951690821398</c:v>
                </c:pt>
                <c:pt idx="567">
                  <c:v>-0.53176328502415604</c:v>
                </c:pt>
                <c:pt idx="568">
                  <c:v>-0.51800241545893866</c:v>
                </c:pt>
                <c:pt idx="569">
                  <c:v>-0.5178743961352672</c:v>
                </c:pt>
                <c:pt idx="570">
                  <c:v>-0.51642512077294844</c:v>
                </c:pt>
                <c:pt idx="571">
                  <c:v>-0.51219806763285192</c:v>
                </c:pt>
                <c:pt idx="572">
                  <c:v>-0.50797101449275539</c:v>
                </c:pt>
                <c:pt idx="573">
                  <c:v>-0.50797101449275539</c:v>
                </c:pt>
                <c:pt idx="574">
                  <c:v>-0.5076086956521757</c:v>
                </c:pt>
                <c:pt idx="575">
                  <c:v>-0.49975845410628206</c:v>
                </c:pt>
                <c:pt idx="576">
                  <c:v>-0.49384057971014683</c:v>
                </c:pt>
                <c:pt idx="577">
                  <c:v>-0.49432367149758638</c:v>
                </c:pt>
                <c:pt idx="578">
                  <c:v>-0.49939613526570226</c:v>
                </c:pt>
                <c:pt idx="579">
                  <c:v>-0.49432367149758649</c:v>
                </c:pt>
                <c:pt idx="580">
                  <c:v>-0.4869565217391324</c:v>
                </c:pt>
                <c:pt idx="581">
                  <c:v>-0.49384057971014683</c:v>
                </c:pt>
                <c:pt idx="582">
                  <c:v>-0.49601449275362508</c:v>
                </c:pt>
                <c:pt idx="583">
                  <c:v>-0.49553140096618542</c:v>
                </c:pt>
                <c:pt idx="584">
                  <c:v>-0.49021739130434971</c:v>
                </c:pt>
                <c:pt idx="585">
                  <c:v>-0.48925120772947051</c:v>
                </c:pt>
                <c:pt idx="586">
                  <c:v>-0.49263285024154779</c:v>
                </c:pt>
                <c:pt idx="587">
                  <c:v>-0.48586956521739322</c:v>
                </c:pt>
                <c:pt idx="588">
                  <c:v>-0.48586956521739322</c:v>
                </c:pt>
                <c:pt idx="589">
                  <c:v>-0.47753623188406003</c:v>
                </c:pt>
                <c:pt idx="590">
                  <c:v>-0.47500000000000209</c:v>
                </c:pt>
                <c:pt idx="591">
                  <c:v>-0.48067632850241748</c:v>
                </c:pt>
                <c:pt idx="592">
                  <c:v>-0.47753623188406003</c:v>
                </c:pt>
                <c:pt idx="593">
                  <c:v>-0.47065217391304559</c:v>
                </c:pt>
                <c:pt idx="594">
                  <c:v>-0.46871980676328717</c:v>
                </c:pt>
                <c:pt idx="595">
                  <c:v>-0.46787439613526782</c:v>
                </c:pt>
                <c:pt idx="596">
                  <c:v>-0.45618840579710362</c:v>
                </c:pt>
                <c:pt idx="597">
                  <c:v>-0.45507246376811816</c:v>
                </c:pt>
                <c:pt idx="598">
                  <c:v>-0.47210144927536446</c:v>
                </c:pt>
                <c:pt idx="599">
                  <c:v>-0.46835748792270737</c:v>
                </c:pt>
                <c:pt idx="600">
                  <c:v>-0.45929951690821469</c:v>
                </c:pt>
                <c:pt idx="601">
                  <c:v>-0.46135265700483308</c:v>
                </c:pt>
                <c:pt idx="602">
                  <c:v>-0.45809178743961565</c:v>
                </c:pt>
                <c:pt idx="603">
                  <c:v>-0.45132850241546107</c:v>
                </c:pt>
                <c:pt idx="604">
                  <c:v>-0.45519323671497802</c:v>
                </c:pt>
                <c:pt idx="605">
                  <c:v>-0.48067632850241748</c:v>
                </c:pt>
                <c:pt idx="606">
                  <c:v>-0.47342995169082325</c:v>
                </c:pt>
                <c:pt idx="607">
                  <c:v>-0.46050724637681373</c:v>
                </c:pt>
                <c:pt idx="608">
                  <c:v>-0.47838164251207937</c:v>
                </c:pt>
                <c:pt idx="609">
                  <c:v>-0.46425120772947071</c:v>
                </c:pt>
                <c:pt idx="610">
                  <c:v>-0.48985507246377014</c:v>
                </c:pt>
                <c:pt idx="611">
                  <c:v>-0.49649758454106485</c:v>
                </c:pt>
                <c:pt idx="612">
                  <c:v>-0.53025362318840763</c:v>
                </c:pt>
                <c:pt idx="613">
                  <c:v>-0.54371980676328691</c:v>
                </c:pt>
                <c:pt idx="614">
                  <c:v>-0.50362318840579912</c:v>
                </c:pt>
                <c:pt idx="615">
                  <c:v>-0.50664251207729671</c:v>
                </c:pt>
                <c:pt idx="616">
                  <c:v>-0.49263285024154801</c:v>
                </c:pt>
                <c:pt idx="617">
                  <c:v>-0.50519323671497784</c:v>
                </c:pt>
                <c:pt idx="618">
                  <c:v>-0.52293478260869763</c:v>
                </c:pt>
                <c:pt idx="619">
                  <c:v>-0.52258454106280383</c:v>
                </c:pt>
                <c:pt idx="620">
                  <c:v>-0.53553140096618546</c:v>
                </c:pt>
                <c:pt idx="621">
                  <c:v>-0.5407004830917892</c:v>
                </c:pt>
                <c:pt idx="622">
                  <c:v>-0.57584541062802097</c:v>
                </c:pt>
                <c:pt idx="623">
                  <c:v>-0.563405797101451</c:v>
                </c:pt>
                <c:pt idx="624">
                  <c:v>-0.57463768115942204</c:v>
                </c:pt>
                <c:pt idx="625">
                  <c:v>-0.57367149758454283</c:v>
                </c:pt>
                <c:pt idx="626">
                  <c:v>-0.57934782608695823</c:v>
                </c:pt>
                <c:pt idx="627">
                  <c:v>-0.5507246376811612</c:v>
                </c:pt>
                <c:pt idx="628">
                  <c:v>-0.56231884057971193</c:v>
                </c:pt>
                <c:pt idx="629">
                  <c:v>-0.56231884057971193</c:v>
                </c:pt>
                <c:pt idx="630">
                  <c:v>-0.57705314009662012</c:v>
                </c:pt>
                <c:pt idx="631">
                  <c:v>-0.55531400966183764</c:v>
                </c:pt>
                <c:pt idx="632">
                  <c:v>-0.55120772946860108</c:v>
                </c:pt>
                <c:pt idx="633">
                  <c:v>-0.58248792270531591</c:v>
                </c:pt>
                <c:pt idx="634">
                  <c:v>-0.59396135265700667</c:v>
                </c:pt>
                <c:pt idx="635">
                  <c:v>-0.5855072463768134</c:v>
                </c:pt>
                <c:pt idx="636">
                  <c:v>-0.58973429951691003</c:v>
                </c:pt>
                <c:pt idx="637">
                  <c:v>-0.56533816425120964</c:v>
                </c:pt>
                <c:pt idx="638">
                  <c:v>-0.56135265700483283</c:v>
                </c:pt>
                <c:pt idx="639">
                  <c:v>-0.56219806763285218</c:v>
                </c:pt>
                <c:pt idx="640">
                  <c:v>-0.54263285024154806</c:v>
                </c:pt>
                <c:pt idx="641">
                  <c:v>-0.54311594202898772</c:v>
                </c:pt>
                <c:pt idx="642">
                  <c:v>-0.54178743961352882</c:v>
                </c:pt>
                <c:pt idx="643">
                  <c:v>-0.54094202898550947</c:v>
                </c:pt>
                <c:pt idx="644">
                  <c:v>-0.54347826086956741</c:v>
                </c:pt>
                <c:pt idx="645">
                  <c:v>-0.55942028985507464</c:v>
                </c:pt>
                <c:pt idx="646">
                  <c:v>-0.56243961352657212</c:v>
                </c:pt>
                <c:pt idx="647">
                  <c:v>-0.57669082125604065</c:v>
                </c:pt>
                <c:pt idx="648">
                  <c:v>-0.57294685990338357</c:v>
                </c:pt>
                <c:pt idx="649">
                  <c:v>-0.57620772946860088</c:v>
                </c:pt>
                <c:pt idx="650">
                  <c:v>-0.60193236714976028</c:v>
                </c:pt>
                <c:pt idx="651">
                  <c:v>-0.61101449275362496</c:v>
                </c:pt>
                <c:pt idx="652">
                  <c:v>-0.61268115942029167</c:v>
                </c:pt>
                <c:pt idx="653">
                  <c:v>-0.61763285024154768</c:v>
                </c:pt>
                <c:pt idx="654">
                  <c:v>-0.61763285024154768</c:v>
                </c:pt>
                <c:pt idx="655">
                  <c:v>-0.61268115942029167</c:v>
                </c:pt>
                <c:pt idx="656">
                  <c:v>-0.58828502415459116</c:v>
                </c:pt>
                <c:pt idx="657">
                  <c:v>-0.58031400966183766</c:v>
                </c:pt>
                <c:pt idx="658">
                  <c:v>-0.5741545893719826</c:v>
                </c:pt>
                <c:pt idx="659">
                  <c:v>-0.57318840579710328</c:v>
                </c:pt>
                <c:pt idx="660">
                  <c:v>-0.56014492753623379</c:v>
                </c:pt>
                <c:pt idx="661">
                  <c:v>-0.56050724637681348</c:v>
                </c:pt>
                <c:pt idx="662">
                  <c:v>-0.56014492753623379</c:v>
                </c:pt>
                <c:pt idx="663">
                  <c:v>-0.58478260869565402</c:v>
                </c:pt>
                <c:pt idx="664">
                  <c:v>-0.57958937198067817</c:v>
                </c:pt>
                <c:pt idx="665">
                  <c:v>-0.57065217391304546</c:v>
                </c:pt>
                <c:pt idx="666">
                  <c:v>-0.58140096618357684</c:v>
                </c:pt>
                <c:pt idx="667">
                  <c:v>-0.56292270531401178</c:v>
                </c:pt>
                <c:pt idx="668">
                  <c:v>-0.5555555555555578</c:v>
                </c:pt>
                <c:pt idx="669">
                  <c:v>-0.54541062801932594</c:v>
                </c:pt>
                <c:pt idx="670">
                  <c:v>-0.54637681159420515</c:v>
                </c:pt>
                <c:pt idx="671">
                  <c:v>-0.55205314009662065</c:v>
                </c:pt>
                <c:pt idx="672">
                  <c:v>-0.55652173913043712</c:v>
                </c:pt>
                <c:pt idx="673">
                  <c:v>-0.55626811594203129</c:v>
                </c:pt>
                <c:pt idx="674">
                  <c:v>-0.5368357487922728</c:v>
                </c:pt>
                <c:pt idx="675">
                  <c:v>-0.54106280193236933</c:v>
                </c:pt>
                <c:pt idx="676">
                  <c:v>-0.53501207729468825</c:v>
                </c:pt>
                <c:pt idx="677">
                  <c:v>-0.53586956521739348</c:v>
                </c:pt>
                <c:pt idx="678">
                  <c:v>-0.53985507246377029</c:v>
                </c:pt>
                <c:pt idx="679">
                  <c:v>-0.53490338164251428</c:v>
                </c:pt>
                <c:pt idx="680">
                  <c:v>-0.53974637681159643</c:v>
                </c:pt>
                <c:pt idx="681">
                  <c:v>-0.56509661835749003</c:v>
                </c:pt>
                <c:pt idx="682">
                  <c:v>-0.5705314009661856</c:v>
                </c:pt>
                <c:pt idx="683">
                  <c:v>-0.57330917874396348</c:v>
                </c:pt>
                <c:pt idx="684">
                  <c:v>-0.57330917874396348</c:v>
                </c:pt>
                <c:pt idx="685">
                  <c:v>-0.56340579710145144</c:v>
                </c:pt>
                <c:pt idx="686">
                  <c:v>-0.56135265700483306</c:v>
                </c:pt>
                <c:pt idx="687">
                  <c:v>-0.57644927536232093</c:v>
                </c:pt>
                <c:pt idx="688">
                  <c:v>-0.57946859903381853</c:v>
                </c:pt>
                <c:pt idx="689">
                  <c:v>-0.58248792270531613</c:v>
                </c:pt>
                <c:pt idx="690">
                  <c:v>-0.59504830917874596</c:v>
                </c:pt>
                <c:pt idx="691">
                  <c:v>-0.59227053140096819</c:v>
                </c:pt>
                <c:pt idx="692">
                  <c:v>-0.59782608695652373</c:v>
                </c:pt>
                <c:pt idx="693">
                  <c:v>-0.58514492753623393</c:v>
                </c:pt>
                <c:pt idx="694">
                  <c:v>-0.59698067632850449</c:v>
                </c:pt>
                <c:pt idx="695">
                  <c:v>-0.59734299516908407</c:v>
                </c:pt>
                <c:pt idx="696">
                  <c:v>-0.57306763285024354</c:v>
                </c:pt>
                <c:pt idx="697">
                  <c:v>-0.56521739130434989</c:v>
                </c:pt>
                <c:pt idx="698">
                  <c:v>-0.55374396135265913</c:v>
                </c:pt>
                <c:pt idx="699">
                  <c:v>-0.55374396135265913</c:v>
                </c:pt>
                <c:pt idx="700">
                  <c:v>-0.56364734299517116</c:v>
                </c:pt>
                <c:pt idx="701">
                  <c:v>-0.55797101449275566</c:v>
                </c:pt>
                <c:pt idx="702">
                  <c:v>-0.55362318840579916</c:v>
                </c:pt>
                <c:pt idx="703">
                  <c:v>-0.54891304347826297</c:v>
                </c:pt>
                <c:pt idx="704">
                  <c:v>-0.53900966183575094</c:v>
                </c:pt>
                <c:pt idx="705">
                  <c:v>-0.53985507246377029</c:v>
                </c:pt>
                <c:pt idx="706">
                  <c:v>-0.53635265700483314</c:v>
                </c:pt>
                <c:pt idx="707">
                  <c:v>-0.53671497584541283</c:v>
                </c:pt>
                <c:pt idx="708">
                  <c:v>-0.53574879227053362</c:v>
                </c:pt>
                <c:pt idx="709">
                  <c:v>-0.52210144927536462</c:v>
                </c:pt>
                <c:pt idx="710">
                  <c:v>-0.52536231884058204</c:v>
                </c:pt>
                <c:pt idx="711">
                  <c:v>-0.52958937198067857</c:v>
                </c:pt>
                <c:pt idx="712">
                  <c:v>-0.5378019323671519</c:v>
                </c:pt>
                <c:pt idx="713">
                  <c:v>-0.51908212560386691</c:v>
                </c:pt>
                <c:pt idx="714">
                  <c:v>-0.52318840579710368</c:v>
                </c:pt>
                <c:pt idx="715">
                  <c:v>-0.51968599033816654</c:v>
                </c:pt>
                <c:pt idx="716">
                  <c:v>-0.52198067632850476</c:v>
                </c:pt>
                <c:pt idx="717">
                  <c:v>-0.52451690821256269</c:v>
                </c:pt>
                <c:pt idx="718">
                  <c:v>-0.52065217391304586</c:v>
                </c:pt>
                <c:pt idx="719">
                  <c:v>-0.52801932367149984</c:v>
                </c:pt>
                <c:pt idx="720">
                  <c:v>-0.50881642512077518</c:v>
                </c:pt>
                <c:pt idx="721">
                  <c:v>-0.50869565217391532</c:v>
                </c:pt>
                <c:pt idx="722">
                  <c:v>-0.50990338164251436</c:v>
                </c:pt>
                <c:pt idx="723">
                  <c:v>-0.50471014492753863</c:v>
                </c:pt>
                <c:pt idx="724">
                  <c:v>-0.50362318840579956</c:v>
                </c:pt>
                <c:pt idx="725">
                  <c:v>-0.50060386473430196</c:v>
                </c:pt>
                <c:pt idx="726">
                  <c:v>-0.49311594202898801</c:v>
                </c:pt>
                <c:pt idx="727">
                  <c:v>-0.49625603864734547</c:v>
                </c:pt>
                <c:pt idx="728">
                  <c:v>-0.49479468599034071</c:v>
                </c:pt>
                <c:pt idx="729">
                  <c:v>-0.489492753623191</c:v>
                </c:pt>
                <c:pt idx="730">
                  <c:v>-0.50374396135265953</c:v>
                </c:pt>
                <c:pt idx="731">
                  <c:v>-0.49371980676328753</c:v>
                </c:pt>
                <c:pt idx="732">
                  <c:v>-0.49166666666666925</c:v>
                </c:pt>
                <c:pt idx="733">
                  <c:v>-0.48937198067633114</c:v>
                </c:pt>
                <c:pt idx="734">
                  <c:v>-0.48695652173913317</c:v>
                </c:pt>
                <c:pt idx="735">
                  <c:v>-0.48671497584541323</c:v>
                </c:pt>
                <c:pt idx="736">
                  <c:v>-0.48949275362319089</c:v>
                </c:pt>
                <c:pt idx="737">
                  <c:v>-0.48876811594203151</c:v>
                </c:pt>
                <c:pt idx="738">
                  <c:v>-0.48852657004831168</c:v>
                </c:pt>
                <c:pt idx="739">
                  <c:v>-0.48816425120773199</c:v>
                </c:pt>
                <c:pt idx="740">
                  <c:v>-0.48019323671497849</c:v>
                </c:pt>
                <c:pt idx="741">
                  <c:v>-0.47560386473430216</c:v>
                </c:pt>
                <c:pt idx="742">
                  <c:v>-0.4557971014492781</c:v>
                </c:pt>
                <c:pt idx="743">
                  <c:v>-0.45144927536232171</c:v>
                </c:pt>
                <c:pt idx="744">
                  <c:v>-0.45326086956522027</c:v>
                </c:pt>
                <c:pt idx="745">
                  <c:v>-0.46159420289855357</c:v>
                </c:pt>
                <c:pt idx="746">
                  <c:v>-0.45724637681159708</c:v>
                </c:pt>
                <c:pt idx="747">
                  <c:v>-0.4614734299516936</c:v>
                </c:pt>
                <c:pt idx="748">
                  <c:v>-0.47426328502415738</c:v>
                </c:pt>
                <c:pt idx="749">
                  <c:v>-0.4758454106280221</c:v>
                </c:pt>
                <c:pt idx="750">
                  <c:v>-0.49227053140096888</c:v>
                </c:pt>
                <c:pt idx="751">
                  <c:v>-0.49214975845410902</c:v>
                </c:pt>
                <c:pt idx="752">
                  <c:v>-0.47644927536232162</c:v>
                </c:pt>
                <c:pt idx="753">
                  <c:v>-0.47391304347826357</c:v>
                </c:pt>
                <c:pt idx="754">
                  <c:v>-0.47463768115942306</c:v>
                </c:pt>
                <c:pt idx="755">
                  <c:v>-0.4898550724637708</c:v>
                </c:pt>
                <c:pt idx="756">
                  <c:v>-0.47487922705314289</c:v>
                </c:pt>
                <c:pt idx="757">
                  <c:v>-0.47487922705314289</c:v>
                </c:pt>
                <c:pt idx="758">
                  <c:v>-0.48623188405797368</c:v>
                </c:pt>
                <c:pt idx="759">
                  <c:v>-0.48381642512077561</c:v>
                </c:pt>
                <c:pt idx="760">
                  <c:v>-0.49057971014493018</c:v>
                </c:pt>
                <c:pt idx="761">
                  <c:v>-0.46847826086956801</c:v>
                </c:pt>
                <c:pt idx="762">
                  <c:v>-0.45458937198067917</c:v>
                </c:pt>
                <c:pt idx="763">
                  <c:v>-0.45193236714976126</c:v>
                </c:pt>
                <c:pt idx="764">
                  <c:v>-0.4531280193236743</c:v>
                </c:pt>
                <c:pt idx="765">
                  <c:v>-0.45229468599034095</c:v>
                </c:pt>
                <c:pt idx="766">
                  <c:v>-0.44794685990338445</c:v>
                </c:pt>
                <c:pt idx="767">
                  <c:v>-0.44408212560386751</c:v>
                </c:pt>
                <c:pt idx="768">
                  <c:v>-0.43719806763285307</c:v>
                </c:pt>
                <c:pt idx="769">
                  <c:v>-0.43695652173913335</c:v>
                </c:pt>
                <c:pt idx="770">
                  <c:v>-0.43586956521739417</c:v>
                </c:pt>
                <c:pt idx="771">
                  <c:v>-0.44070048309179022</c:v>
                </c:pt>
                <c:pt idx="772">
                  <c:v>-0.43490338164251496</c:v>
                </c:pt>
                <c:pt idx="773">
                  <c:v>-0.43333333333333612</c:v>
                </c:pt>
                <c:pt idx="774">
                  <c:v>-0.43103864734299802</c:v>
                </c:pt>
                <c:pt idx="775">
                  <c:v>-0.42391304347826364</c:v>
                </c:pt>
                <c:pt idx="776">
                  <c:v>-0.42016908212560677</c:v>
                </c:pt>
                <c:pt idx="777">
                  <c:v>-0.42161835748792553</c:v>
                </c:pt>
                <c:pt idx="778">
                  <c:v>-0.42161835748792553</c:v>
                </c:pt>
                <c:pt idx="779">
                  <c:v>-0.42091787439613804</c:v>
                </c:pt>
                <c:pt idx="780">
                  <c:v>-0.41980676328502697</c:v>
                </c:pt>
                <c:pt idx="781">
                  <c:v>-0.41896135265700774</c:v>
                </c:pt>
                <c:pt idx="782">
                  <c:v>-0.42041062801932649</c:v>
                </c:pt>
                <c:pt idx="783">
                  <c:v>-0.41968599033816723</c:v>
                </c:pt>
                <c:pt idx="784">
                  <c:v>-0.40857487922705615</c:v>
                </c:pt>
                <c:pt idx="785">
                  <c:v>-0.40938888888889191</c:v>
                </c:pt>
                <c:pt idx="786">
                  <c:v>-0.40326086956522045</c:v>
                </c:pt>
                <c:pt idx="787">
                  <c:v>-0.4054347826086987</c:v>
                </c:pt>
                <c:pt idx="788">
                  <c:v>-0.4077294685990368</c:v>
                </c:pt>
                <c:pt idx="789">
                  <c:v>-0.40929951690821553</c:v>
                </c:pt>
                <c:pt idx="790">
                  <c:v>-0.40531400966183873</c:v>
                </c:pt>
                <c:pt idx="791">
                  <c:v>-0.39432367149758762</c:v>
                </c:pt>
                <c:pt idx="792">
                  <c:v>-0.39565217391304652</c:v>
                </c:pt>
                <c:pt idx="793">
                  <c:v>-0.38792270531401274</c:v>
                </c:pt>
                <c:pt idx="794">
                  <c:v>-0.38792270531401274</c:v>
                </c:pt>
                <c:pt idx="795">
                  <c:v>-0.38550724637681466</c:v>
                </c:pt>
                <c:pt idx="796">
                  <c:v>-0.39770531400966491</c:v>
                </c:pt>
                <c:pt idx="797">
                  <c:v>-0.39915458937198367</c:v>
                </c:pt>
                <c:pt idx="798">
                  <c:v>-0.39673913043478559</c:v>
                </c:pt>
                <c:pt idx="799">
                  <c:v>-0.38925120772947164</c:v>
                </c:pt>
                <c:pt idx="800">
                  <c:v>-0.38949275362319147</c:v>
                </c:pt>
                <c:pt idx="801">
                  <c:v>-0.38478260869565517</c:v>
                </c:pt>
                <c:pt idx="802">
                  <c:v>-0.38128019323671802</c:v>
                </c:pt>
                <c:pt idx="803">
                  <c:v>-0.40301932367150051</c:v>
                </c:pt>
                <c:pt idx="804">
                  <c:v>-0.39456521739130734</c:v>
                </c:pt>
                <c:pt idx="805">
                  <c:v>-0.37463768115942342</c:v>
                </c:pt>
                <c:pt idx="806">
                  <c:v>-0.37741545893720119</c:v>
                </c:pt>
                <c:pt idx="807">
                  <c:v>-0.37451690821256356</c:v>
                </c:pt>
                <c:pt idx="808">
                  <c:v>-0.37077294685990658</c:v>
                </c:pt>
                <c:pt idx="809">
                  <c:v>-0.36292270531401294</c:v>
                </c:pt>
                <c:pt idx="810">
                  <c:v>-0.35712560386473768</c:v>
                </c:pt>
                <c:pt idx="811">
                  <c:v>-0.36050724637681486</c:v>
                </c:pt>
                <c:pt idx="812">
                  <c:v>-0.35966183574879551</c:v>
                </c:pt>
                <c:pt idx="813">
                  <c:v>-0.35217391304348156</c:v>
                </c:pt>
                <c:pt idx="814">
                  <c:v>-0.34915458937198407</c:v>
                </c:pt>
                <c:pt idx="815">
                  <c:v>-0.35265700483092122</c:v>
                </c:pt>
                <c:pt idx="816">
                  <c:v>-0.34541062801932709</c:v>
                </c:pt>
                <c:pt idx="817">
                  <c:v>-0.34106280193237071</c:v>
                </c:pt>
                <c:pt idx="818">
                  <c:v>-0.33840579710145291</c:v>
                </c:pt>
                <c:pt idx="819">
                  <c:v>-0.33840579710145291</c:v>
                </c:pt>
                <c:pt idx="820">
                  <c:v>-0.36485507246377158</c:v>
                </c:pt>
                <c:pt idx="821">
                  <c:v>-0.37318840579710488</c:v>
                </c:pt>
                <c:pt idx="822">
                  <c:v>-0.37355072463768457</c:v>
                </c:pt>
                <c:pt idx="823">
                  <c:v>-0.36050724637681497</c:v>
                </c:pt>
                <c:pt idx="824">
                  <c:v>-0.35253623188406147</c:v>
                </c:pt>
                <c:pt idx="825">
                  <c:v>-0.37439613526570392</c:v>
                </c:pt>
                <c:pt idx="826">
                  <c:v>-0.37173913043478601</c:v>
                </c:pt>
                <c:pt idx="827">
                  <c:v>-0.35024154589372336</c:v>
                </c:pt>
                <c:pt idx="828">
                  <c:v>-0.35954106280193587</c:v>
                </c:pt>
                <c:pt idx="829">
                  <c:v>-0.36992753623188745</c:v>
                </c:pt>
                <c:pt idx="830">
                  <c:v>-0.35917874396135607</c:v>
                </c:pt>
                <c:pt idx="831">
                  <c:v>-0.3607487922705348</c:v>
                </c:pt>
                <c:pt idx="832">
                  <c:v>-0.3844202898550757</c:v>
                </c:pt>
                <c:pt idx="833">
                  <c:v>-0.37584541062802257</c:v>
                </c:pt>
                <c:pt idx="834">
                  <c:v>-0.38333333333333652</c:v>
                </c:pt>
                <c:pt idx="835">
                  <c:v>-0.3971014492753655</c:v>
                </c:pt>
                <c:pt idx="836">
                  <c:v>-0.41992753623188717</c:v>
                </c:pt>
                <c:pt idx="837">
                  <c:v>-0.40543478260869892</c:v>
                </c:pt>
                <c:pt idx="838">
                  <c:v>-0.40060386473430276</c:v>
                </c:pt>
                <c:pt idx="839">
                  <c:v>-0.38224637681159757</c:v>
                </c:pt>
                <c:pt idx="840">
                  <c:v>-0.38659420289855406</c:v>
                </c:pt>
                <c:pt idx="841">
                  <c:v>-0.38417874396135587</c:v>
                </c:pt>
                <c:pt idx="842">
                  <c:v>-0.37270531400966511</c:v>
                </c:pt>
                <c:pt idx="843">
                  <c:v>-0.3687198067632883</c:v>
                </c:pt>
                <c:pt idx="844">
                  <c:v>-0.3717391304347859</c:v>
                </c:pt>
                <c:pt idx="845">
                  <c:v>-0.36304347826087291</c:v>
                </c:pt>
                <c:pt idx="846">
                  <c:v>-0.3550724637681193</c:v>
                </c:pt>
                <c:pt idx="847">
                  <c:v>-0.35664251207729791</c:v>
                </c:pt>
                <c:pt idx="848">
                  <c:v>-0.35144927536232218</c:v>
                </c:pt>
                <c:pt idx="849">
                  <c:v>-0.34987922705314356</c:v>
                </c:pt>
                <c:pt idx="850">
                  <c:v>-0.35026570048309524</c:v>
                </c:pt>
                <c:pt idx="851">
                  <c:v>-0.34649758454106638</c:v>
                </c:pt>
                <c:pt idx="852">
                  <c:v>-0.34903381642512432</c:v>
                </c:pt>
                <c:pt idx="853">
                  <c:v>-0.35422705314010017</c:v>
                </c:pt>
                <c:pt idx="854">
                  <c:v>-0.35772946859903731</c:v>
                </c:pt>
                <c:pt idx="855">
                  <c:v>-0.36769323671497933</c:v>
                </c:pt>
                <c:pt idx="856">
                  <c:v>-0.36799516908212904</c:v>
                </c:pt>
                <c:pt idx="857">
                  <c:v>-0.36690821256038986</c:v>
                </c:pt>
                <c:pt idx="858">
                  <c:v>-0.36183574879227387</c:v>
                </c:pt>
                <c:pt idx="859">
                  <c:v>-0.37681159420290178</c:v>
                </c:pt>
                <c:pt idx="860">
                  <c:v>-0.36980676328502748</c:v>
                </c:pt>
                <c:pt idx="861">
                  <c:v>-0.35253623188406147</c:v>
                </c:pt>
                <c:pt idx="862">
                  <c:v>-0.34613526570048658</c:v>
                </c:pt>
                <c:pt idx="863">
                  <c:v>-0.34613526570048658</c:v>
                </c:pt>
                <c:pt idx="864">
                  <c:v>-0.3467391304347861</c:v>
                </c:pt>
                <c:pt idx="865">
                  <c:v>-0.335748792270535</c:v>
                </c:pt>
                <c:pt idx="866">
                  <c:v>-0.32729468599034184</c:v>
                </c:pt>
                <c:pt idx="867">
                  <c:v>-0.32234299516908593</c:v>
                </c:pt>
                <c:pt idx="868">
                  <c:v>-0.31968599033816814</c:v>
                </c:pt>
                <c:pt idx="869">
                  <c:v>-0.32149758454106669</c:v>
                </c:pt>
                <c:pt idx="870">
                  <c:v>-0.32705314009662223</c:v>
                </c:pt>
                <c:pt idx="871">
                  <c:v>-0.33599033816425505</c:v>
                </c:pt>
                <c:pt idx="872">
                  <c:v>-0.34758454106280567</c:v>
                </c:pt>
                <c:pt idx="873">
                  <c:v>-0.34227053140096997</c:v>
                </c:pt>
                <c:pt idx="874">
                  <c:v>-0.33695652173913426</c:v>
                </c:pt>
                <c:pt idx="875">
                  <c:v>-0.3254830917874435</c:v>
                </c:pt>
                <c:pt idx="876">
                  <c:v>-0.33937198067633223</c:v>
                </c:pt>
                <c:pt idx="877">
                  <c:v>-0.33357487922705698</c:v>
                </c:pt>
                <c:pt idx="878">
                  <c:v>-0.34396135265700867</c:v>
                </c:pt>
                <c:pt idx="879">
                  <c:v>-0.35241545893720194</c:v>
                </c:pt>
                <c:pt idx="880">
                  <c:v>-0.35231884057971397</c:v>
                </c:pt>
                <c:pt idx="881">
                  <c:v>-0.34118357487923101</c:v>
                </c:pt>
                <c:pt idx="882">
                  <c:v>-0.33792270531401369</c:v>
                </c:pt>
                <c:pt idx="883">
                  <c:v>-0.34806763285024556</c:v>
                </c:pt>
                <c:pt idx="884">
                  <c:v>-0.36340579710145315</c:v>
                </c:pt>
                <c:pt idx="885">
                  <c:v>-0.36437198067633236</c:v>
                </c:pt>
                <c:pt idx="886">
                  <c:v>-0.3606280193236755</c:v>
                </c:pt>
                <c:pt idx="887">
                  <c:v>-0.3549516908212601</c:v>
                </c:pt>
                <c:pt idx="888">
                  <c:v>-0.35000000000000397</c:v>
                </c:pt>
                <c:pt idx="889">
                  <c:v>-0.35000000000000397</c:v>
                </c:pt>
                <c:pt idx="890">
                  <c:v>-0.33586956521739531</c:v>
                </c:pt>
                <c:pt idx="891">
                  <c:v>-0.36630434782609089</c:v>
                </c:pt>
                <c:pt idx="892">
                  <c:v>-0.36751207729468993</c:v>
                </c:pt>
                <c:pt idx="893">
                  <c:v>-0.37995169082125979</c:v>
                </c:pt>
                <c:pt idx="894">
                  <c:v>-0.39299516908212928</c:v>
                </c:pt>
                <c:pt idx="895">
                  <c:v>-0.39420289855072832</c:v>
                </c:pt>
                <c:pt idx="896">
                  <c:v>-0.3992753623188442</c:v>
                </c:pt>
                <c:pt idx="897">
                  <c:v>-0.39021739130435151</c:v>
                </c:pt>
                <c:pt idx="898">
                  <c:v>-0.40700483091787798</c:v>
                </c:pt>
                <c:pt idx="899">
                  <c:v>-0.40652173913043832</c:v>
                </c:pt>
                <c:pt idx="900">
                  <c:v>-0.39130434782609069</c:v>
                </c:pt>
                <c:pt idx="901">
                  <c:v>-0.41268115942029338</c:v>
                </c:pt>
                <c:pt idx="902">
                  <c:v>-0.41050724637681513</c:v>
                </c:pt>
                <c:pt idx="903">
                  <c:v>-0.40665458937198429</c:v>
                </c:pt>
                <c:pt idx="904">
                  <c:v>-0.40072463768116307</c:v>
                </c:pt>
                <c:pt idx="905">
                  <c:v>-0.38478260869565595</c:v>
                </c:pt>
                <c:pt idx="906">
                  <c:v>-0.39239130434782976</c:v>
                </c:pt>
                <c:pt idx="907">
                  <c:v>-0.39541062801932725</c:v>
                </c:pt>
                <c:pt idx="908">
                  <c:v>-0.40954106280193592</c:v>
                </c:pt>
                <c:pt idx="909">
                  <c:v>-0.40000000000000357</c:v>
                </c:pt>
                <c:pt idx="910">
                  <c:v>-0.38393719806763649</c:v>
                </c:pt>
                <c:pt idx="911">
                  <c:v>-0.37270531400966544</c:v>
                </c:pt>
                <c:pt idx="912">
                  <c:v>-0.36123188405797457</c:v>
                </c:pt>
                <c:pt idx="913">
                  <c:v>-0.34239130434782983</c:v>
                </c:pt>
                <c:pt idx="914">
                  <c:v>-0.34239130434782983</c:v>
                </c:pt>
                <c:pt idx="915">
                  <c:v>-0.34347826086956901</c:v>
                </c:pt>
                <c:pt idx="916">
                  <c:v>-0.34251207729468991</c:v>
                </c:pt>
                <c:pt idx="917">
                  <c:v>-0.32765700483092186</c:v>
                </c:pt>
                <c:pt idx="918">
                  <c:v>-0.33768115942029375</c:v>
                </c:pt>
                <c:pt idx="919">
                  <c:v>-0.36135265700483465</c:v>
                </c:pt>
                <c:pt idx="920">
                  <c:v>-0.36739130434782974</c:v>
                </c:pt>
                <c:pt idx="921">
                  <c:v>-0.36328502415459307</c:v>
                </c:pt>
                <c:pt idx="922">
                  <c:v>-0.37161835748792638</c:v>
                </c:pt>
                <c:pt idx="923">
                  <c:v>-0.36473429951691194</c:v>
                </c:pt>
                <c:pt idx="924">
                  <c:v>-0.37548309178744332</c:v>
                </c:pt>
                <c:pt idx="925">
                  <c:v>-0.35531400966183946</c:v>
                </c:pt>
                <c:pt idx="926">
                  <c:v>-0.35591787439613898</c:v>
                </c:pt>
                <c:pt idx="927">
                  <c:v>-0.33804347826087333</c:v>
                </c:pt>
                <c:pt idx="928">
                  <c:v>-0.33719806763285409</c:v>
                </c:pt>
                <c:pt idx="929">
                  <c:v>-0.3442028985507285</c:v>
                </c:pt>
                <c:pt idx="930">
                  <c:v>-0.34915458937198451</c:v>
                </c:pt>
                <c:pt idx="931">
                  <c:v>-0.37572463768116315</c:v>
                </c:pt>
                <c:pt idx="932">
                  <c:v>-0.37972222222222585</c:v>
                </c:pt>
                <c:pt idx="933">
                  <c:v>-0.38816425120773312</c:v>
                </c:pt>
                <c:pt idx="934">
                  <c:v>-0.39396135265700838</c:v>
                </c:pt>
                <c:pt idx="935">
                  <c:v>-0.42475845410628355</c:v>
                </c:pt>
                <c:pt idx="936">
                  <c:v>-0.41823671497584891</c:v>
                </c:pt>
                <c:pt idx="937">
                  <c:v>-0.47306763285024467</c:v>
                </c:pt>
                <c:pt idx="938">
                  <c:v>-0.47548309178744275</c:v>
                </c:pt>
                <c:pt idx="939">
                  <c:v>-0.54287439613526844</c:v>
                </c:pt>
                <c:pt idx="940">
                  <c:v>-0.50024154589372283</c:v>
                </c:pt>
                <c:pt idx="941">
                  <c:v>-0.54637681159420559</c:v>
                </c:pt>
                <c:pt idx="942">
                  <c:v>-0.50434782608695949</c:v>
                </c:pt>
                <c:pt idx="943">
                  <c:v>-0.4973429951690852</c:v>
                </c:pt>
                <c:pt idx="944">
                  <c:v>-0.4763285024154621</c:v>
                </c:pt>
                <c:pt idx="945">
                  <c:v>-0.48514492753623495</c:v>
                </c:pt>
                <c:pt idx="946">
                  <c:v>-0.48454106280193554</c:v>
                </c:pt>
                <c:pt idx="947">
                  <c:v>-0.52934782608695941</c:v>
                </c:pt>
                <c:pt idx="948">
                  <c:v>-0.54432367149758742</c:v>
                </c:pt>
                <c:pt idx="949">
                  <c:v>-0.54420289855072745</c:v>
                </c:pt>
                <c:pt idx="950">
                  <c:v>-0.51364734299517201</c:v>
                </c:pt>
                <c:pt idx="951">
                  <c:v>-0.50072463768116238</c:v>
                </c:pt>
                <c:pt idx="952">
                  <c:v>-0.5153381642512106</c:v>
                </c:pt>
                <c:pt idx="953">
                  <c:v>-0.50144927536232187</c:v>
                </c:pt>
                <c:pt idx="954">
                  <c:v>-0.47270531400966509</c:v>
                </c:pt>
                <c:pt idx="955">
                  <c:v>-0.47077294685990656</c:v>
                </c:pt>
                <c:pt idx="956">
                  <c:v>-0.46654589371980992</c:v>
                </c:pt>
                <c:pt idx="957">
                  <c:v>-0.47620772946860213</c:v>
                </c:pt>
                <c:pt idx="958">
                  <c:v>-0.50374396135265986</c:v>
                </c:pt>
                <c:pt idx="959">
                  <c:v>-0.50374396135265986</c:v>
                </c:pt>
                <c:pt idx="960">
                  <c:v>-0.51074879227053427</c:v>
                </c:pt>
                <c:pt idx="961">
                  <c:v>-0.48309178743961656</c:v>
                </c:pt>
                <c:pt idx="962">
                  <c:v>-0.49408212560386766</c:v>
                </c:pt>
                <c:pt idx="963">
                  <c:v>-0.52077294685990627</c:v>
                </c:pt>
                <c:pt idx="964">
                  <c:v>-0.5140096618357517</c:v>
                </c:pt>
                <c:pt idx="965">
                  <c:v>-0.5053381642512107</c:v>
                </c:pt>
                <c:pt idx="966">
                  <c:v>-0.49190821256038952</c:v>
                </c:pt>
                <c:pt idx="967">
                  <c:v>-0.47427536231884371</c:v>
                </c:pt>
                <c:pt idx="968">
                  <c:v>-0.46775362318840896</c:v>
                </c:pt>
                <c:pt idx="969">
                  <c:v>-0.47850241545894034</c:v>
                </c:pt>
                <c:pt idx="970">
                  <c:v>-0.47960144927536552</c:v>
                </c:pt>
                <c:pt idx="971">
                  <c:v>-0.51280193236715266</c:v>
                </c:pt>
                <c:pt idx="972">
                  <c:v>-0.5429951690821283</c:v>
                </c:pt>
                <c:pt idx="973">
                  <c:v>-0.53876811594203178</c:v>
                </c:pt>
                <c:pt idx="974">
                  <c:v>-0.51570048309179028</c:v>
                </c:pt>
                <c:pt idx="975">
                  <c:v>-0.50483091787439904</c:v>
                </c:pt>
                <c:pt idx="976">
                  <c:v>-0.52548309178744246</c:v>
                </c:pt>
                <c:pt idx="977">
                  <c:v>-0.51751207729468884</c:v>
                </c:pt>
                <c:pt idx="978">
                  <c:v>-0.54142512077294969</c:v>
                </c:pt>
                <c:pt idx="979">
                  <c:v>-0.5673913043478287</c:v>
                </c:pt>
                <c:pt idx="980">
                  <c:v>-0.55036231884058251</c:v>
                </c:pt>
                <c:pt idx="981">
                  <c:v>-0.53200483091787731</c:v>
                </c:pt>
                <c:pt idx="982">
                  <c:v>-0.51519323671497885</c:v>
                </c:pt>
                <c:pt idx="983">
                  <c:v>-0.52125603864734593</c:v>
                </c:pt>
                <c:pt idx="984">
                  <c:v>-0.48973429951691139</c:v>
                </c:pt>
                <c:pt idx="985">
                  <c:v>-0.48919082125604185</c:v>
                </c:pt>
                <c:pt idx="986">
                  <c:v>-0.4800724637681193</c:v>
                </c:pt>
                <c:pt idx="987">
                  <c:v>-0.48200483091787771</c:v>
                </c:pt>
                <c:pt idx="988">
                  <c:v>-0.46400966183575221</c:v>
                </c:pt>
                <c:pt idx="989">
                  <c:v>-0.48454106280193565</c:v>
                </c:pt>
                <c:pt idx="990">
                  <c:v>-0.46413043478261218</c:v>
                </c:pt>
                <c:pt idx="991">
                  <c:v>-0.47741545893720139</c:v>
                </c:pt>
                <c:pt idx="992">
                  <c:v>-0.473079710144931</c:v>
                </c:pt>
                <c:pt idx="993">
                  <c:v>-0.45326086956522094</c:v>
                </c:pt>
                <c:pt idx="994">
                  <c:v>-0.43937198067633221</c:v>
                </c:pt>
                <c:pt idx="995">
                  <c:v>-0.46062801932367514</c:v>
                </c:pt>
                <c:pt idx="996">
                  <c:v>-0.45000000000000373</c:v>
                </c:pt>
                <c:pt idx="997">
                  <c:v>-0.41207729468599441</c:v>
                </c:pt>
                <c:pt idx="998">
                  <c:v>-0.41204106280193642</c:v>
                </c:pt>
                <c:pt idx="999">
                  <c:v>-0.44142512077295071</c:v>
                </c:pt>
                <c:pt idx="1000">
                  <c:v>-0.47149758454106649</c:v>
                </c:pt>
                <c:pt idx="1001">
                  <c:v>-0.45471014492754003</c:v>
                </c:pt>
                <c:pt idx="1002">
                  <c:v>-0.43466183574879613</c:v>
                </c:pt>
                <c:pt idx="1003">
                  <c:v>-0.44190821256039037</c:v>
                </c:pt>
                <c:pt idx="1004">
                  <c:v>-0.43475845410628422</c:v>
                </c:pt>
                <c:pt idx="1005">
                  <c:v>-0.42041062801932783</c:v>
                </c:pt>
                <c:pt idx="1006">
                  <c:v>-0.4635265700483131</c:v>
                </c:pt>
                <c:pt idx="1007">
                  <c:v>-0.45338164251208135</c:v>
                </c:pt>
                <c:pt idx="1008">
                  <c:v>-0.43212560386473853</c:v>
                </c:pt>
                <c:pt idx="1009">
                  <c:v>-0.44311594202898974</c:v>
                </c:pt>
                <c:pt idx="1010">
                  <c:v>-0.43719806763285451</c:v>
                </c:pt>
                <c:pt idx="1011">
                  <c:v>-0.45483091787440033</c:v>
                </c:pt>
                <c:pt idx="1012">
                  <c:v>-0.47305555555555956</c:v>
                </c:pt>
                <c:pt idx="1013">
                  <c:v>-0.47391304347826491</c:v>
                </c:pt>
                <c:pt idx="1014">
                  <c:v>-0.49408212560386866</c:v>
                </c:pt>
                <c:pt idx="1015">
                  <c:v>-0.4983091787439653</c:v>
                </c:pt>
                <c:pt idx="1016">
                  <c:v>-0.52013285024154965</c:v>
                </c:pt>
                <c:pt idx="1017">
                  <c:v>-0.52013285024154965</c:v>
                </c:pt>
                <c:pt idx="1018">
                  <c:v>-0.52258454106280561</c:v>
                </c:pt>
                <c:pt idx="1019">
                  <c:v>-0.49480676328502804</c:v>
                </c:pt>
                <c:pt idx="1020">
                  <c:v>-0.49202898550725027</c:v>
                </c:pt>
                <c:pt idx="1021">
                  <c:v>-0.45012077294686414</c:v>
                </c:pt>
                <c:pt idx="1022">
                  <c:v>-0.44987922705314443</c:v>
                </c:pt>
                <c:pt idx="1023">
                  <c:v>-0.45060386473430381</c:v>
                </c:pt>
                <c:pt idx="1024">
                  <c:v>-0.43888888888889321</c:v>
                </c:pt>
                <c:pt idx="1025">
                  <c:v>-0.43852657004831352</c:v>
                </c:pt>
                <c:pt idx="1026">
                  <c:v>-0.43547101449275794</c:v>
                </c:pt>
                <c:pt idx="1027">
                  <c:v>-0.45905797101449697</c:v>
                </c:pt>
                <c:pt idx="1028">
                  <c:v>-0.4413043478260914</c:v>
                </c:pt>
                <c:pt idx="1029">
                  <c:v>-0.45772946859903818</c:v>
                </c:pt>
                <c:pt idx="1030">
                  <c:v>-0.46727053140097052</c:v>
                </c:pt>
                <c:pt idx="1031">
                  <c:v>-0.47902173913043899</c:v>
                </c:pt>
                <c:pt idx="1032">
                  <c:v>-0.47536231884058389</c:v>
                </c:pt>
                <c:pt idx="1033">
                  <c:v>-0.47403381642512499</c:v>
                </c:pt>
                <c:pt idx="1034">
                  <c:v>-0.48490338164251612</c:v>
                </c:pt>
                <c:pt idx="1035">
                  <c:v>-0.45422705314010092</c:v>
                </c:pt>
                <c:pt idx="1036">
                  <c:v>-0.45193236714976281</c:v>
                </c:pt>
                <c:pt idx="1037">
                  <c:v>-0.44154589371981123</c:v>
                </c:pt>
                <c:pt idx="1038">
                  <c:v>-0.43236714975845869</c:v>
                </c:pt>
                <c:pt idx="1039">
                  <c:v>-0.43236714975845869</c:v>
                </c:pt>
                <c:pt idx="1040">
                  <c:v>-0.4316425120772992</c:v>
                </c:pt>
                <c:pt idx="1041">
                  <c:v>-0.44528985507246821</c:v>
                </c:pt>
                <c:pt idx="1042">
                  <c:v>-0.43538647342995629</c:v>
                </c:pt>
                <c:pt idx="1043">
                  <c:v>-0.43973429951691279</c:v>
                </c:pt>
                <c:pt idx="1044">
                  <c:v>-0.43973429951691279</c:v>
                </c:pt>
                <c:pt idx="1045">
                  <c:v>-0.42245169082126077</c:v>
                </c:pt>
                <c:pt idx="1046">
                  <c:v>-0.4210144927536279</c:v>
                </c:pt>
                <c:pt idx="1047">
                  <c:v>-0.41739130434783078</c:v>
                </c:pt>
                <c:pt idx="1048">
                  <c:v>-0.41980676328502886</c:v>
                </c:pt>
                <c:pt idx="1049">
                  <c:v>-0.4183695652173961</c:v>
                </c:pt>
                <c:pt idx="1050">
                  <c:v>-0.40821256038647835</c:v>
                </c:pt>
                <c:pt idx="1051">
                  <c:v>-0.40735265700483581</c:v>
                </c:pt>
                <c:pt idx="1052">
                  <c:v>-0.40483091787440095</c:v>
                </c:pt>
                <c:pt idx="1053">
                  <c:v>-0.4086956521739179</c:v>
                </c:pt>
                <c:pt idx="1054">
                  <c:v>-0.4086956521739179</c:v>
                </c:pt>
                <c:pt idx="1055">
                  <c:v>-0.40700483091787931</c:v>
                </c:pt>
                <c:pt idx="1056">
                  <c:v>-0.39371980676328999</c:v>
                </c:pt>
                <c:pt idx="1057">
                  <c:v>-0.38695652173913553</c:v>
                </c:pt>
                <c:pt idx="1058">
                  <c:v>-0.38611111111111618</c:v>
                </c:pt>
                <c:pt idx="1059">
                  <c:v>-0.38550724637681666</c:v>
                </c:pt>
                <c:pt idx="1060">
                  <c:v>-0.38683574879227556</c:v>
                </c:pt>
                <c:pt idx="1061">
                  <c:v>-0.3766908212560437</c:v>
                </c:pt>
                <c:pt idx="1062">
                  <c:v>-0.38317632850242045</c:v>
                </c:pt>
                <c:pt idx="1063">
                  <c:v>-0.38405797101449779</c:v>
                </c:pt>
                <c:pt idx="1064">
                  <c:v>-0.38780193236715477</c:v>
                </c:pt>
                <c:pt idx="1065">
                  <c:v>-0.38949275362319347</c:v>
                </c:pt>
                <c:pt idx="1066">
                  <c:v>-0.37862318840580211</c:v>
                </c:pt>
                <c:pt idx="1067">
                  <c:v>-0.37611111111111617</c:v>
                </c:pt>
                <c:pt idx="1068">
                  <c:v>-0.35809178743961867</c:v>
                </c:pt>
                <c:pt idx="1069">
                  <c:v>-0.35908212560386987</c:v>
                </c:pt>
                <c:pt idx="1070">
                  <c:v>-0.35628019323672011</c:v>
                </c:pt>
                <c:pt idx="1071">
                  <c:v>-0.3522946859903433</c:v>
                </c:pt>
                <c:pt idx="1072">
                  <c:v>-0.35072463768116469</c:v>
                </c:pt>
                <c:pt idx="1073">
                  <c:v>-0.35954106280193754</c:v>
                </c:pt>
                <c:pt idx="1074">
                  <c:v>-0.35132850241546409</c:v>
                </c:pt>
                <c:pt idx="1075">
                  <c:v>-0.35181159420290364</c:v>
                </c:pt>
                <c:pt idx="1076">
                  <c:v>-0.35821256038647853</c:v>
                </c:pt>
                <c:pt idx="1077">
                  <c:v>-0.34504830917874918</c:v>
                </c:pt>
                <c:pt idx="1078">
                  <c:v>-0.34118357487923234</c:v>
                </c:pt>
                <c:pt idx="1079">
                  <c:v>-0.34118357487923234</c:v>
                </c:pt>
                <c:pt idx="1080">
                  <c:v>-0.3399758454106333</c:v>
                </c:pt>
                <c:pt idx="1081">
                  <c:v>-0.34461352657005351</c:v>
                </c:pt>
                <c:pt idx="1082">
                  <c:v>-0.33888888888889401</c:v>
                </c:pt>
                <c:pt idx="1083">
                  <c:v>-0.33599033816425639</c:v>
                </c:pt>
                <c:pt idx="1084">
                  <c:v>-0.33309178743961865</c:v>
                </c:pt>
                <c:pt idx="1085">
                  <c:v>-0.32971014492754136</c:v>
                </c:pt>
                <c:pt idx="1086">
                  <c:v>-0.33792270531401469</c:v>
                </c:pt>
                <c:pt idx="1087">
                  <c:v>-0.32765700483092297</c:v>
                </c:pt>
                <c:pt idx="1088">
                  <c:v>-0.33176328502415975</c:v>
                </c:pt>
                <c:pt idx="1089">
                  <c:v>-0.33707729468599545</c:v>
                </c:pt>
                <c:pt idx="1090">
                  <c:v>-0.35736714975845907</c:v>
                </c:pt>
                <c:pt idx="1091">
                  <c:v>-0.34855072463768633</c:v>
                </c:pt>
                <c:pt idx="1092">
                  <c:v>-0.3356280193236767</c:v>
                </c:pt>
                <c:pt idx="1093">
                  <c:v>-0.33067632850242068</c:v>
                </c:pt>
                <c:pt idx="1094">
                  <c:v>-0.33019323671498102</c:v>
                </c:pt>
                <c:pt idx="1095">
                  <c:v>-0.30567632850242077</c:v>
                </c:pt>
                <c:pt idx="1096">
                  <c:v>-0.30736714975845947</c:v>
                </c:pt>
                <c:pt idx="1097">
                  <c:v>-0.30012077294686523</c:v>
                </c:pt>
                <c:pt idx="1098">
                  <c:v>-0.29734299516908758</c:v>
                </c:pt>
                <c:pt idx="1099">
                  <c:v>-0.29201690821256587</c:v>
                </c:pt>
                <c:pt idx="1100">
                  <c:v>-0.29613526570048854</c:v>
                </c:pt>
                <c:pt idx="1101">
                  <c:v>-0.30048309178744503</c:v>
                </c:pt>
                <c:pt idx="1102">
                  <c:v>-0.31038647342995707</c:v>
                </c:pt>
                <c:pt idx="1103">
                  <c:v>-0.30591787439614071</c:v>
                </c:pt>
                <c:pt idx="1104">
                  <c:v>-0.28671497584541616</c:v>
                </c:pt>
                <c:pt idx="1105">
                  <c:v>-0.2909420289855128</c:v>
                </c:pt>
                <c:pt idx="1106">
                  <c:v>-0.2979468599033871</c:v>
                </c:pt>
                <c:pt idx="1107">
                  <c:v>-0.300603864734305</c:v>
                </c:pt>
                <c:pt idx="1108">
                  <c:v>-0.29515700483092333</c:v>
                </c:pt>
                <c:pt idx="1109">
                  <c:v>-0.28490338164251749</c:v>
                </c:pt>
                <c:pt idx="1110">
                  <c:v>-0.28985507246377351</c:v>
                </c:pt>
                <c:pt idx="1111">
                  <c:v>-0.30531400966184097</c:v>
                </c:pt>
                <c:pt idx="1112">
                  <c:v>-0.30519323671498111</c:v>
                </c:pt>
                <c:pt idx="1113">
                  <c:v>-0.30519323671498111</c:v>
                </c:pt>
                <c:pt idx="1114">
                  <c:v>-0.32016908212560902</c:v>
                </c:pt>
                <c:pt idx="1115">
                  <c:v>-0.34395169082126098</c:v>
                </c:pt>
                <c:pt idx="1116">
                  <c:v>-0.33429951690821758</c:v>
                </c:pt>
                <c:pt idx="1117">
                  <c:v>-0.315217391304353</c:v>
                </c:pt>
                <c:pt idx="1118">
                  <c:v>-0.33248792270531902</c:v>
                </c:pt>
                <c:pt idx="1119">
                  <c:v>-0.33369565217391806</c:v>
                </c:pt>
                <c:pt idx="1120">
                  <c:v>-0.31316425120773461</c:v>
                </c:pt>
                <c:pt idx="1121">
                  <c:v>-0.31799516908213066</c:v>
                </c:pt>
                <c:pt idx="1122">
                  <c:v>-0.32596618357488416</c:v>
                </c:pt>
                <c:pt idx="1123">
                  <c:v>-0.32439613526570554</c:v>
                </c:pt>
                <c:pt idx="1124">
                  <c:v>-0.33623188405797599</c:v>
                </c:pt>
                <c:pt idx="1125">
                  <c:v>-0.33077294685990843</c:v>
                </c:pt>
                <c:pt idx="1126">
                  <c:v>-0.31195652173913568</c:v>
                </c:pt>
                <c:pt idx="1127">
                  <c:v>-0.302898550724643</c:v>
                </c:pt>
                <c:pt idx="1128">
                  <c:v>-0.30016908212560911</c:v>
                </c:pt>
                <c:pt idx="1129">
                  <c:v>-0.30652173913044001</c:v>
                </c:pt>
                <c:pt idx="1130">
                  <c:v>-0.29777777777778303</c:v>
                </c:pt>
                <c:pt idx="1131">
                  <c:v>-0.30169082125604385</c:v>
                </c:pt>
                <c:pt idx="1132">
                  <c:v>-0.31219806763285529</c:v>
                </c:pt>
                <c:pt idx="1133">
                  <c:v>-0.33442028985507743</c:v>
                </c:pt>
                <c:pt idx="1134">
                  <c:v>-0.33393719806763789</c:v>
                </c:pt>
                <c:pt idx="1135">
                  <c:v>-0.33888888888889379</c:v>
                </c:pt>
                <c:pt idx="1136">
                  <c:v>-0.34724637681159909</c:v>
                </c:pt>
                <c:pt idx="1137">
                  <c:v>-0.34480676328502913</c:v>
                </c:pt>
                <c:pt idx="1138">
                  <c:v>-0.34830917874396627</c:v>
                </c:pt>
                <c:pt idx="1139">
                  <c:v>-0.36268115942029466</c:v>
                </c:pt>
                <c:pt idx="1140">
                  <c:v>-0.3695652173913091</c:v>
                </c:pt>
                <c:pt idx="1141">
                  <c:v>-0.37463768115942497</c:v>
                </c:pt>
                <c:pt idx="1142">
                  <c:v>-0.39361111111111569</c:v>
                </c:pt>
                <c:pt idx="1143">
                  <c:v>-0.40434782608696107</c:v>
                </c:pt>
                <c:pt idx="1144">
                  <c:v>-0.38369565217391777</c:v>
                </c:pt>
                <c:pt idx="1145">
                  <c:v>-0.38152173913043963</c:v>
                </c:pt>
                <c:pt idx="1146">
                  <c:v>-0.38031400966184048</c:v>
                </c:pt>
                <c:pt idx="1147">
                  <c:v>-0.37789855072464251</c:v>
                </c:pt>
                <c:pt idx="1148">
                  <c:v>-0.38248792270531873</c:v>
                </c:pt>
                <c:pt idx="1149">
                  <c:v>-0.38248792270531873</c:v>
                </c:pt>
                <c:pt idx="1150">
                  <c:v>-0.36727053140097099</c:v>
                </c:pt>
                <c:pt idx="1151">
                  <c:v>-0.38586956521739602</c:v>
                </c:pt>
                <c:pt idx="1152">
                  <c:v>-0.38538647342995647</c:v>
                </c:pt>
                <c:pt idx="1153">
                  <c:v>-0.41944444444444895</c:v>
                </c:pt>
                <c:pt idx="1154">
                  <c:v>-0.41944444444444895</c:v>
                </c:pt>
                <c:pt idx="1155">
                  <c:v>-0.41183574879227514</c:v>
                </c:pt>
                <c:pt idx="1156">
                  <c:v>-0.38456038647343482</c:v>
                </c:pt>
                <c:pt idx="1157">
                  <c:v>-0.38454106280193723</c:v>
                </c:pt>
                <c:pt idx="1158">
                  <c:v>-0.37415458937198565</c:v>
                </c:pt>
                <c:pt idx="1159">
                  <c:v>-0.38973429951691307</c:v>
                </c:pt>
                <c:pt idx="1160">
                  <c:v>-0.37584541062802435</c:v>
                </c:pt>
                <c:pt idx="1161">
                  <c:v>-0.38415458937198566</c:v>
                </c:pt>
                <c:pt idx="1162">
                  <c:v>-0.37137681159420788</c:v>
                </c:pt>
                <c:pt idx="1163">
                  <c:v>-0.3586473429951742</c:v>
                </c:pt>
                <c:pt idx="1164">
                  <c:v>-0.35603864734300039</c:v>
                </c:pt>
                <c:pt idx="1165">
                  <c:v>-0.3429951690821309</c:v>
                </c:pt>
                <c:pt idx="1166">
                  <c:v>-0.34589371980676853</c:v>
                </c:pt>
                <c:pt idx="1167">
                  <c:v>-0.37548309178744466</c:v>
                </c:pt>
                <c:pt idx="1168">
                  <c:v>-0.36690821256039152</c:v>
                </c:pt>
                <c:pt idx="1169">
                  <c:v>-0.38647342995169576</c:v>
                </c:pt>
                <c:pt idx="1170">
                  <c:v>-0.3803140096618407</c:v>
                </c:pt>
                <c:pt idx="1171">
                  <c:v>-0.36920289855072974</c:v>
                </c:pt>
                <c:pt idx="1172">
                  <c:v>-0.37258454106280692</c:v>
                </c:pt>
                <c:pt idx="1173">
                  <c:v>-0.34142512077295217</c:v>
                </c:pt>
                <c:pt idx="1174">
                  <c:v>-0.33756038647343534</c:v>
                </c:pt>
                <c:pt idx="1175">
                  <c:v>-0.32850241545894276</c:v>
                </c:pt>
                <c:pt idx="1176">
                  <c:v>-0.32850241545894276</c:v>
                </c:pt>
                <c:pt idx="1177">
                  <c:v>-0.33466183574879782</c:v>
                </c:pt>
                <c:pt idx="1178">
                  <c:v>-0.34770531400966731</c:v>
                </c:pt>
                <c:pt idx="1179">
                  <c:v>-0.34963768115942573</c:v>
                </c:pt>
                <c:pt idx="1180">
                  <c:v>-0.35990338164251745</c:v>
                </c:pt>
                <c:pt idx="1181">
                  <c:v>-0.36002415458937731</c:v>
                </c:pt>
                <c:pt idx="1182">
                  <c:v>-0.36594202898551254</c:v>
                </c:pt>
                <c:pt idx="1183">
                  <c:v>-0.34649758454106827</c:v>
                </c:pt>
                <c:pt idx="1184">
                  <c:v>-0.34842995169082669</c:v>
                </c:pt>
                <c:pt idx="1185">
                  <c:v>-0.3397342995169137</c:v>
                </c:pt>
                <c:pt idx="1186">
                  <c:v>-0.33019323671498135</c:v>
                </c:pt>
                <c:pt idx="1187">
                  <c:v>-0.32681159420290407</c:v>
                </c:pt>
                <c:pt idx="1188">
                  <c:v>-0.33876811594203438</c:v>
                </c:pt>
                <c:pt idx="1189">
                  <c:v>-0.3516908212560439</c:v>
                </c:pt>
                <c:pt idx="1190">
                  <c:v>-0.36195652173913562</c:v>
                </c:pt>
                <c:pt idx="1191">
                  <c:v>-0.36328502415459452</c:v>
                </c:pt>
                <c:pt idx="1192">
                  <c:v>-0.34311594202899087</c:v>
                </c:pt>
                <c:pt idx="1193">
                  <c:v>-0.31751207729469166</c:v>
                </c:pt>
                <c:pt idx="1194">
                  <c:v>-0.3180676328502472</c:v>
                </c:pt>
                <c:pt idx="1195">
                  <c:v>-0.32475845410628579</c:v>
                </c:pt>
                <c:pt idx="1196">
                  <c:v>-0.32838164251208279</c:v>
                </c:pt>
                <c:pt idx="1197">
                  <c:v>-0.33743961352657548</c:v>
                </c:pt>
                <c:pt idx="1198">
                  <c:v>-0.31185990338164815</c:v>
                </c:pt>
                <c:pt idx="1199">
                  <c:v>-0.30942028985507819</c:v>
                </c:pt>
                <c:pt idx="1200">
                  <c:v>-0.30277777777778359</c:v>
                </c:pt>
                <c:pt idx="1201">
                  <c:v>-0.30060386473430545</c:v>
                </c:pt>
                <c:pt idx="1202">
                  <c:v>-0.29903381642512672</c:v>
                </c:pt>
                <c:pt idx="1203">
                  <c:v>-0.29698067632850844</c:v>
                </c:pt>
                <c:pt idx="1204">
                  <c:v>-0.29698067632850844</c:v>
                </c:pt>
                <c:pt idx="1205">
                  <c:v>-0.29758454106280807</c:v>
                </c:pt>
                <c:pt idx="1206">
                  <c:v>-0.29685990338164869</c:v>
                </c:pt>
                <c:pt idx="1207">
                  <c:v>-0.28586956521739748</c:v>
                </c:pt>
                <c:pt idx="1208">
                  <c:v>-0.28358695652174537</c:v>
                </c:pt>
                <c:pt idx="1209">
                  <c:v>-0.28357487922705937</c:v>
                </c:pt>
                <c:pt idx="1210">
                  <c:v>-0.28828502415459556</c:v>
                </c:pt>
                <c:pt idx="1211">
                  <c:v>-0.28792270531401576</c:v>
                </c:pt>
                <c:pt idx="1212">
                  <c:v>-0.29915458937198669</c:v>
                </c:pt>
                <c:pt idx="1213">
                  <c:v>-0.29070048309179364</c:v>
                </c:pt>
                <c:pt idx="1214">
                  <c:v>-0.29070048309179364</c:v>
                </c:pt>
                <c:pt idx="1215">
                  <c:v>-0.29154589371981299</c:v>
                </c:pt>
                <c:pt idx="1216">
                  <c:v>-0.29106280193237333</c:v>
                </c:pt>
                <c:pt idx="1217">
                  <c:v>-0.30096618357488525</c:v>
                </c:pt>
                <c:pt idx="1218">
                  <c:v>-0.29359903381643115</c:v>
                </c:pt>
                <c:pt idx="1219">
                  <c:v>-0.29359903381643115</c:v>
                </c:pt>
                <c:pt idx="1220">
                  <c:v>-0.29830917874396734</c:v>
                </c:pt>
                <c:pt idx="1221">
                  <c:v>-0.2974637681159481</c:v>
                </c:pt>
                <c:pt idx="1222">
                  <c:v>-0.2688405797101513</c:v>
                </c:pt>
                <c:pt idx="1223">
                  <c:v>-0.26243961352657652</c:v>
                </c:pt>
                <c:pt idx="1224">
                  <c:v>-0.2711352657004894</c:v>
                </c:pt>
                <c:pt idx="1225">
                  <c:v>-0.26727053140097246</c:v>
                </c:pt>
                <c:pt idx="1226">
                  <c:v>-0.26243961352657641</c:v>
                </c:pt>
                <c:pt idx="1227">
                  <c:v>-0.2391304347826152</c:v>
                </c:pt>
                <c:pt idx="1228">
                  <c:v>-0.2334541062801998</c:v>
                </c:pt>
                <c:pt idx="1229">
                  <c:v>-0.23792270531401616</c:v>
                </c:pt>
                <c:pt idx="1230">
                  <c:v>-0.23876811594203551</c:v>
                </c:pt>
                <c:pt idx="1231">
                  <c:v>-0.23876811594203551</c:v>
                </c:pt>
                <c:pt idx="1232">
                  <c:v>-0.23841787439614193</c:v>
                </c:pt>
                <c:pt idx="1233">
                  <c:v>-0.23961352657005486</c:v>
                </c:pt>
                <c:pt idx="1234">
                  <c:v>-0.2421497584541128</c:v>
                </c:pt>
                <c:pt idx="1235">
                  <c:v>-0.25760869565218025</c:v>
                </c:pt>
                <c:pt idx="1236">
                  <c:v>-0.26725845410628646</c:v>
                </c:pt>
                <c:pt idx="1237">
                  <c:v>-0.25326086956522376</c:v>
                </c:pt>
                <c:pt idx="1238">
                  <c:v>-0.26062801932367785</c:v>
                </c:pt>
                <c:pt idx="1239">
                  <c:v>-0.2564734299516972</c:v>
                </c:pt>
                <c:pt idx="1240">
                  <c:v>-0.25531400966184215</c:v>
                </c:pt>
                <c:pt idx="1241">
                  <c:v>-0.24927536231884706</c:v>
                </c:pt>
                <c:pt idx="1242">
                  <c:v>-0.2374396135265765</c:v>
                </c:pt>
                <c:pt idx="1243">
                  <c:v>-0.23840579710145571</c:v>
                </c:pt>
                <c:pt idx="1244">
                  <c:v>-0.24371980676329141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5C6-4848-A0ED-BB1217C3EAC5}"/>
            </c:ext>
          </c:extLst>
        </c:ser>
        <c:ser>
          <c:idx val="2"/>
          <c:order val="2"/>
          <c:tx>
            <c:strRef>
              <c:f>Sheet2!$N$1313</c:f>
              <c:strCache>
                <c:ptCount val="1"/>
                <c:pt idx="0">
                  <c:v>2배 인버스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Sheet2!$K$1314:$K$2558</c:f>
              <c:numCache>
                <c:formatCode>m/d/yyyy</c:formatCode>
                <c:ptCount val="1245"/>
                <c:pt idx="0">
                  <c:v>39448</c:v>
                </c:pt>
                <c:pt idx="1">
                  <c:v>39449</c:v>
                </c:pt>
                <c:pt idx="2">
                  <c:v>39450</c:v>
                </c:pt>
                <c:pt idx="3">
                  <c:v>39451</c:v>
                </c:pt>
                <c:pt idx="4">
                  <c:v>39454</c:v>
                </c:pt>
                <c:pt idx="5">
                  <c:v>39455</c:v>
                </c:pt>
                <c:pt idx="6">
                  <c:v>39456</c:v>
                </c:pt>
                <c:pt idx="7">
                  <c:v>39457</c:v>
                </c:pt>
                <c:pt idx="8">
                  <c:v>39458</c:v>
                </c:pt>
                <c:pt idx="9">
                  <c:v>39461</c:v>
                </c:pt>
                <c:pt idx="10">
                  <c:v>39462</c:v>
                </c:pt>
                <c:pt idx="11">
                  <c:v>39463</c:v>
                </c:pt>
                <c:pt idx="12">
                  <c:v>39464</c:v>
                </c:pt>
                <c:pt idx="13">
                  <c:v>39465</c:v>
                </c:pt>
                <c:pt idx="14">
                  <c:v>39468</c:v>
                </c:pt>
                <c:pt idx="15">
                  <c:v>39469</c:v>
                </c:pt>
                <c:pt idx="16">
                  <c:v>39470</c:v>
                </c:pt>
                <c:pt idx="17">
                  <c:v>39471</c:v>
                </c:pt>
                <c:pt idx="18">
                  <c:v>39472</c:v>
                </c:pt>
                <c:pt idx="19">
                  <c:v>39475</c:v>
                </c:pt>
                <c:pt idx="20">
                  <c:v>39476</c:v>
                </c:pt>
                <c:pt idx="21">
                  <c:v>39477</c:v>
                </c:pt>
                <c:pt idx="22">
                  <c:v>39478</c:v>
                </c:pt>
                <c:pt idx="23">
                  <c:v>39479</c:v>
                </c:pt>
                <c:pt idx="24">
                  <c:v>39482</c:v>
                </c:pt>
                <c:pt idx="25">
                  <c:v>39483</c:v>
                </c:pt>
                <c:pt idx="26">
                  <c:v>39484</c:v>
                </c:pt>
                <c:pt idx="27">
                  <c:v>39485</c:v>
                </c:pt>
                <c:pt idx="28">
                  <c:v>39486</c:v>
                </c:pt>
                <c:pt idx="29">
                  <c:v>39489</c:v>
                </c:pt>
                <c:pt idx="30">
                  <c:v>39490</c:v>
                </c:pt>
                <c:pt idx="31">
                  <c:v>39491</c:v>
                </c:pt>
                <c:pt idx="32">
                  <c:v>39492</c:v>
                </c:pt>
                <c:pt idx="33">
                  <c:v>39493</c:v>
                </c:pt>
                <c:pt idx="34">
                  <c:v>39496</c:v>
                </c:pt>
                <c:pt idx="35">
                  <c:v>39497</c:v>
                </c:pt>
                <c:pt idx="36">
                  <c:v>39498</c:v>
                </c:pt>
                <c:pt idx="37">
                  <c:v>39499</c:v>
                </c:pt>
                <c:pt idx="38">
                  <c:v>39500</c:v>
                </c:pt>
                <c:pt idx="39">
                  <c:v>39503</c:v>
                </c:pt>
                <c:pt idx="40">
                  <c:v>39504</c:v>
                </c:pt>
                <c:pt idx="41">
                  <c:v>39505</c:v>
                </c:pt>
                <c:pt idx="42">
                  <c:v>39506</c:v>
                </c:pt>
                <c:pt idx="43">
                  <c:v>39507</c:v>
                </c:pt>
                <c:pt idx="44">
                  <c:v>39510</c:v>
                </c:pt>
                <c:pt idx="45">
                  <c:v>39511</c:v>
                </c:pt>
                <c:pt idx="46">
                  <c:v>39512</c:v>
                </c:pt>
                <c:pt idx="47">
                  <c:v>39513</c:v>
                </c:pt>
                <c:pt idx="48">
                  <c:v>39514</c:v>
                </c:pt>
                <c:pt idx="49">
                  <c:v>39517</c:v>
                </c:pt>
                <c:pt idx="50">
                  <c:v>39518</c:v>
                </c:pt>
                <c:pt idx="51">
                  <c:v>39519</c:v>
                </c:pt>
                <c:pt idx="52">
                  <c:v>39520</c:v>
                </c:pt>
                <c:pt idx="53">
                  <c:v>39521</c:v>
                </c:pt>
                <c:pt idx="54">
                  <c:v>39524</c:v>
                </c:pt>
                <c:pt idx="55">
                  <c:v>39525</c:v>
                </c:pt>
                <c:pt idx="56">
                  <c:v>39526</c:v>
                </c:pt>
                <c:pt idx="57">
                  <c:v>39527</c:v>
                </c:pt>
                <c:pt idx="58">
                  <c:v>39528</c:v>
                </c:pt>
                <c:pt idx="59">
                  <c:v>39531</c:v>
                </c:pt>
                <c:pt idx="60">
                  <c:v>39532</c:v>
                </c:pt>
                <c:pt idx="61">
                  <c:v>39533</c:v>
                </c:pt>
                <c:pt idx="62">
                  <c:v>39534</c:v>
                </c:pt>
                <c:pt idx="63">
                  <c:v>39535</c:v>
                </c:pt>
                <c:pt idx="64">
                  <c:v>39538</c:v>
                </c:pt>
                <c:pt idx="65">
                  <c:v>39539</c:v>
                </c:pt>
                <c:pt idx="66">
                  <c:v>39540</c:v>
                </c:pt>
                <c:pt idx="67">
                  <c:v>39541</c:v>
                </c:pt>
                <c:pt idx="68">
                  <c:v>39542</c:v>
                </c:pt>
                <c:pt idx="69">
                  <c:v>39545</c:v>
                </c:pt>
                <c:pt idx="70">
                  <c:v>39546</c:v>
                </c:pt>
                <c:pt idx="71">
                  <c:v>39547</c:v>
                </c:pt>
                <c:pt idx="72">
                  <c:v>39548</c:v>
                </c:pt>
                <c:pt idx="73">
                  <c:v>39549</c:v>
                </c:pt>
                <c:pt idx="74">
                  <c:v>39552</c:v>
                </c:pt>
                <c:pt idx="75">
                  <c:v>39553</c:v>
                </c:pt>
                <c:pt idx="76">
                  <c:v>39554</c:v>
                </c:pt>
                <c:pt idx="77">
                  <c:v>39555</c:v>
                </c:pt>
                <c:pt idx="78">
                  <c:v>39556</c:v>
                </c:pt>
                <c:pt idx="79">
                  <c:v>39559</c:v>
                </c:pt>
                <c:pt idx="80">
                  <c:v>39560</c:v>
                </c:pt>
                <c:pt idx="81">
                  <c:v>39561</c:v>
                </c:pt>
                <c:pt idx="82">
                  <c:v>39562</c:v>
                </c:pt>
                <c:pt idx="83">
                  <c:v>39563</c:v>
                </c:pt>
                <c:pt idx="84">
                  <c:v>39566</c:v>
                </c:pt>
                <c:pt idx="85">
                  <c:v>39567</c:v>
                </c:pt>
                <c:pt idx="86">
                  <c:v>39568</c:v>
                </c:pt>
                <c:pt idx="87">
                  <c:v>39569</c:v>
                </c:pt>
                <c:pt idx="88">
                  <c:v>39570</c:v>
                </c:pt>
                <c:pt idx="89">
                  <c:v>39573</c:v>
                </c:pt>
                <c:pt idx="90">
                  <c:v>39574</c:v>
                </c:pt>
                <c:pt idx="91">
                  <c:v>39575</c:v>
                </c:pt>
                <c:pt idx="92">
                  <c:v>39576</c:v>
                </c:pt>
                <c:pt idx="93">
                  <c:v>39577</c:v>
                </c:pt>
                <c:pt idx="94">
                  <c:v>39580</c:v>
                </c:pt>
                <c:pt idx="95">
                  <c:v>39581</c:v>
                </c:pt>
                <c:pt idx="96">
                  <c:v>39582</c:v>
                </c:pt>
                <c:pt idx="97">
                  <c:v>39583</c:v>
                </c:pt>
                <c:pt idx="98">
                  <c:v>39584</c:v>
                </c:pt>
                <c:pt idx="99">
                  <c:v>39587</c:v>
                </c:pt>
                <c:pt idx="100">
                  <c:v>39588</c:v>
                </c:pt>
                <c:pt idx="101">
                  <c:v>39589</c:v>
                </c:pt>
                <c:pt idx="102">
                  <c:v>39590</c:v>
                </c:pt>
                <c:pt idx="103">
                  <c:v>39591</c:v>
                </c:pt>
                <c:pt idx="104">
                  <c:v>39594</c:v>
                </c:pt>
                <c:pt idx="105">
                  <c:v>39595</c:v>
                </c:pt>
                <c:pt idx="106">
                  <c:v>39596</c:v>
                </c:pt>
                <c:pt idx="107">
                  <c:v>39597</c:v>
                </c:pt>
                <c:pt idx="108">
                  <c:v>39598</c:v>
                </c:pt>
                <c:pt idx="109">
                  <c:v>39601</c:v>
                </c:pt>
                <c:pt idx="110">
                  <c:v>39602</c:v>
                </c:pt>
                <c:pt idx="111">
                  <c:v>39603</c:v>
                </c:pt>
                <c:pt idx="112">
                  <c:v>39604</c:v>
                </c:pt>
                <c:pt idx="113">
                  <c:v>39605</c:v>
                </c:pt>
                <c:pt idx="114">
                  <c:v>39608</c:v>
                </c:pt>
                <c:pt idx="115">
                  <c:v>39609</c:v>
                </c:pt>
                <c:pt idx="116">
                  <c:v>39610</c:v>
                </c:pt>
                <c:pt idx="117">
                  <c:v>39611</c:v>
                </c:pt>
                <c:pt idx="118">
                  <c:v>39612</c:v>
                </c:pt>
                <c:pt idx="119">
                  <c:v>39615</c:v>
                </c:pt>
                <c:pt idx="120">
                  <c:v>39616</c:v>
                </c:pt>
                <c:pt idx="121">
                  <c:v>39617</c:v>
                </c:pt>
                <c:pt idx="122">
                  <c:v>39618</c:v>
                </c:pt>
                <c:pt idx="123">
                  <c:v>39619</c:v>
                </c:pt>
                <c:pt idx="124">
                  <c:v>39622</c:v>
                </c:pt>
                <c:pt idx="125">
                  <c:v>39623</c:v>
                </c:pt>
                <c:pt idx="126">
                  <c:v>39624</c:v>
                </c:pt>
                <c:pt idx="127">
                  <c:v>39625</c:v>
                </c:pt>
                <c:pt idx="128">
                  <c:v>39626</c:v>
                </c:pt>
                <c:pt idx="129">
                  <c:v>39629</c:v>
                </c:pt>
                <c:pt idx="130">
                  <c:v>39630</c:v>
                </c:pt>
                <c:pt idx="131">
                  <c:v>39631</c:v>
                </c:pt>
                <c:pt idx="132">
                  <c:v>39632</c:v>
                </c:pt>
                <c:pt idx="133">
                  <c:v>39633</c:v>
                </c:pt>
                <c:pt idx="134">
                  <c:v>39636</c:v>
                </c:pt>
                <c:pt idx="135">
                  <c:v>39637</c:v>
                </c:pt>
                <c:pt idx="136">
                  <c:v>39638</c:v>
                </c:pt>
                <c:pt idx="137">
                  <c:v>39639</c:v>
                </c:pt>
                <c:pt idx="138">
                  <c:v>39640</c:v>
                </c:pt>
                <c:pt idx="139">
                  <c:v>39643</c:v>
                </c:pt>
                <c:pt idx="140">
                  <c:v>39644</c:v>
                </c:pt>
                <c:pt idx="141">
                  <c:v>39645</c:v>
                </c:pt>
                <c:pt idx="142">
                  <c:v>39646</c:v>
                </c:pt>
                <c:pt idx="143">
                  <c:v>39647</c:v>
                </c:pt>
                <c:pt idx="144">
                  <c:v>39650</c:v>
                </c:pt>
                <c:pt idx="145">
                  <c:v>39651</c:v>
                </c:pt>
                <c:pt idx="146">
                  <c:v>39652</c:v>
                </c:pt>
                <c:pt idx="147">
                  <c:v>39653</c:v>
                </c:pt>
                <c:pt idx="148">
                  <c:v>39654</c:v>
                </c:pt>
                <c:pt idx="149">
                  <c:v>39657</c:v>
                </c:pt>
                <c:pt idx="150">
                  <c:v>39658</c:v>
                </c:pt>
                <c:pt idx="151">
                  <c:v>39659</c:v>
                </c:pt>
                <c:pt idx="152">
                  <c:v>39660</c:v>
                </c:pt>
                <c:pt idx="153">
                  <c:v>39661</c:v>
                </c:pt>
                <c:pt idx="154">
                  <c:v>39664</c:v>
                </c:pt>
                <c:pt idx="155">
                  <c:v>39665</c:v>
                </c:pt>
                <c:pt idx="156">
                  <c:v>39666</c:v>
                </c:pt>
                <c:pt idx="157">
                  <c:v>39667</c:v>
                </c:pt>
                <c:pt idx="158">
                  <c:v>39668</c:v>
                </c:pt>
                <c:pt idx="159">
                  <c:v>39671</c:v>
                </c:pt>
                <c:pt idx="160">
                  <c:v>39672</c:v>
                </c:pt>
                <c:pt idx="161">
                  <c:v>39673</c:v>
                </c:pt>
                <c:pt idx="162">
                  <c:v>39674</c:v>
                </c:pt>
                <c:pt idx="163">
                  <c:v>39675</c:v>
                </c:pt>
                <c:pt idx="164">
                  <c:v>39678</c:v>
                </c:pt>
                <c:pt idx="165">
                  <c:v>39679</c:v>
                </c:pt>
                <c:pt idx="166">
                  <c:v>39680</c:v>
                </c:pt>
                <c:pt idx="167">
                  <c:v>39681</c:v>
                </c:pt>
                <c:pt idx="168">
                  <c:v>39682</c:v>
                </c:pt>
                <c:pt idx="169">
                  <c:v>39685</c:v>
                </c:pt>
                <c:pt idx="170">
                  <c:v>39686</c:v>
                </c:pt>
                <c:pt idx="171">
                  <c:v>39687</c:v>
                </c:pt>
                <c:pt idx="172">
                  <c:v>39688</c:v>
                </c:pt>
                <c:pt idx="173">
                  <c:v>39689</c:v>
                </c:pt>
                <c:pt idx="174">
                  <c:v>39692</c:v>
                </c:pt>
                <c:pt idx="175">
                  <c:v>39693</c:v>
                </c:pt>
                <c:pt idx="176">
                  <c:v>39694</c:v>
                </c:pt>
                <c:pt idx="177">
                  <c:v>39695</c:v>
                </c:pt>
                <c:pt idx="178">
                  <c:v>39696</c:v>
                </c:pt>
                <c:pt idx="179">
                  <c:v>39699</c:v>
                </c:pt>
                <c:pt idx="180">
                  <c:v>39700</c:v>
                </c:pt>
                <c:pt idx="181">
                  <c:v>39701</c:v>
                </c:pt>
                <c:pt idx="182">
                  <c:v>39702</c:v>
                </c:pt>
                <c:pt idx="183">
                  <c:v>39703</c:v>
                </c:pt>
                <c:pt idx="184">
                  <c:v>39706</c:v>
                </c:pt>
                <c:pt idx="185">
                  <c:v>39707</c:v>
                </c:pt>
                <c:pt idx="186">
                  <c:v>39708</c:v>
                </c:pt>
                <c:pt idx="187">
                  <c:v>39709</c:v>
                </c:pt>
                <c:pt idx="188">
                  <c:v>39710</c:v>
                </c:pt>
                <c:pt idx="189">
                  <c:v>39713</c:v>
                </c:pt>
                <c:pt idx="190">
                  <c:v>39714</c:v>
                </c:pt>
                <c:pt idx="191">
                  <c:v>39715</c:v>
                </c:pt>
                <c:pt idx="192">
                  <c:v>39716</c:v>
                </c:pt>
                <c:pt idx="193">
                  <c:v>39717</c:v>
                </c:pt>
                <c:pt idx="194">
                  <c:v>39720</c:v>
                </c:pt>
                <c:pt idx="195">
                  <c:v>39721</c:v>
                </c:pt>
                <c:pt idx="196">
                  <c:v>39722</c:v>
                </c:pt>
                <c:pt idx="197">
                  <c:v>39723</c:v>
                </c:pt>
                <c:pt idx="198">
                  <c:v>39724</c:v>
                </c:pt>
                <c:pt idx="199">
                  <c:v>39727</c:v>
                </c:pt>
                <c:pt idx="200">
                  <c:v>39728</c:v>
                </c:pt>
                <c:pt idx="201">
                  <c:v>39729</c:v>
                </c:pt>
                <c:pt idx="202">
                  <c:v>39730</c:v>
                </c:pt>
                <c:pt idx="203">
                  <c:v>39731</c:v>
                </c:pt>
                <c:pt idx="204">
                  <c:v>39734</c:v>
                </c:pt>
                <c:pt idx="205">
                  <c:v>39735</c:v>
                </c:pt>
                <c:pt idx="206">
                  <c:v>39736</c:v>
                </c:pt>
                <c:pt idx="207">
                  <c:v>39737</c:v>
                </c:pt>
                <c:pt idx="208">
                  <c:v>39738</c:v>
                </c:pt>
                <c:pt idx="209">
                  <c:v>39741</c:v>
                </c:pt>
                <c:pt idx="210">
                  <c:v>39742</c:v>
                </c:pt>
                <c:pt idx="211">
                  <c:v>39743</c:v>
                </c:pt>
                <c:pt idx="212">
                  <c:v>39744</c:v>
                </c:pt>
                <c:pt idx="213">
                  <c:v>39745</c:v>
                </c:pt>
                <c:pt idx="214">
                  <c:v>39748</c:v>
                </c:pt>
                <c:pt idx="215">
                  <c:v>39749</c:v>
                </c:pt>
                <c:pt idx="216">
                  <c:v>39750</c:v>
                </c:pt>
                <c:pt idx="217">
                  <c:v>39751</c:v>
                </c:pt>
                <c:pt idx="218">
                  <c:v>39752</c:v>
                </c:pt>
                <c:pt idx="219">
                  <c:v>39755</c:v>
                </c:pt>
                <c:pt idx="220">
                  <c:v>39756</c:v>
                </c:pt>
                <c:pt idx="221">
                  <c:v>39757</c:v>
                </c:pt>
                <c:pt idx="222">
                  <c:v>39758</c:v>
                </c:pt>
                <c:pt idx="223">
                  <c:v>39759</c:v>
                </c:pt>
                <c:pt idx="224">
                  <c:v>39762</c:v>
                </c:pt>
                <c:pt idx="225">
                  <c:v>39763</c:v>
                </c:pt>
                <c:pt idx="226">
                  <c:v>39764</c:v>
                </c:pt>
                <c:pt idx="227">
                  <c:v>39765</c:v>
                </c:pt>
                <c:pt idx="228">
                  <c:v>39766</c:v>
                </c:pt>
                <c:pt idx="229">
                  <c:v>39769</c:v>
                </c:pt>
                <c:pt idx="230">
                  <c:v>39770</c:v>
                </c:pt>
                <c:pt idx="231">
                  <c:v>39771</c:v>
                </c:pt>
                <c:pt idx="232">
                  <c:v>39772</c:v>
                </c:pt>
                <c:pt idx="233">
                  <c:v>39773</c:v>
                </c:pt>
                <c:pt idx="234">
                  <c:v>39776</c:v>
                </c:pt>
                <c:pt idx="235">
                  <c:v>39777</c:v>
                </c:pt>
                <c:pt idx="236">
                  <c:v>39778</c:v>
                </c:pt>
                <c:pt idx="237">
                  <c:v>39779</c:v>
                </c:pt>
                <c:pt idx="238">
                  <c:v>39780</c:v>
                </c:pt>
                <c:pt idx="239">
                  <c:v>39783</c:v>
                </c:pt>
                <c:pt idx="240">
                  <c:v>39784</c:v>
                </c:pt>
                <c:pt idx="241">
                  <c:v>39785</c:v>
                </c:pt>
                <c:pt idx="242">
                  <c:v>39786</c:v>
                </c:pt>
                <c:pt idx="243">
                  <c:v>39787</c:v>
                </c:pt>
                <c:pt idx="244">
                  <c:v>39790</c:v>
                </c:pt>
                <c:pt idx="245">
                  <c:v>39791</c:v>
                </c:pt>
                <c:pt idx="246">
                  <c:v>39792</c:v>
                </c:pt>
                <c:pt idx="247">
                  <c:v>39793</c:v>
                </c:pt>
                <c:pt idx="248">
                  <c:v>39794</c:v>
                </c:pt>
                <c:pt idx="249">
                  <c:v>39797</c:v>
                </c:pt>
                <c:pt idx="250">
                  <c:v>39798</c:v>
                </c:pt>
                <c:pt idx="251">
                  <c:v>39799</c:v>
                </c:pt>
                <c:pt idx="252">
                  <c:v>39800</c:v>
                </c:pt>
                <c:pt idx="253">
                  <c:v>39801</c:v>
                </c:pt>
                <c:pt idx="254">
                  <c:v>39804</c:v>
                </c:pt>
                <c:pt idx="255">
                  <c:v>39805</c:v>
                </c:pt>
                <c:pt idx="256">
                  <c:v>39806</c:v>
                </c:pt>
                <c:pt idx="257">
                  <c:v>39807</c:v>
                </c:pt>
                <c:pt idx="258">
                  <c:v>39808</c:v>
                </c:pt>
                <c:pt idx="259">
                  <c:v>39811</c:v>
                </c:pt>
                <c:pt idx="260">
                  <c:v>39812</c:v>
                </c:pt>
                <c:pt idx="261">
                  <c:v>39813</c:v>
                </c:pt>
                <c:pt idx="262">
                  <c:v>39814</c:v>
                </c:pt>
                <c:pt idx="263">
                  <c:v>39815</c:v>
                </c:pt>
                <c:pt idx="264">
                  <c:v>39818</c:v>
                </c:pt>
                <c:pt idx="265">
                  <c:v>39819</c:v>
                </c:pt>
                <c:pt idx="266">
                  <c:v>39820</c:v>
                </c:pt>
                <c:pt idx="267">
                  <c:v>39821</c:v>
                </c:pt>
                <c:pt idx="268">
                  <c:v>39822</c:v>
                </c:pt>
                <c:pt idx="269">
                  <c:v>39825</c:v>
                </c:pt>
                <c:pt idx="270">
                  <c:v>39826</c:v>
                </c:pt>
                <c:pt idx="271">
                  <c:v>39827</c:v>
                </c:pt>
                <c:pt idx="272">
                  <c:v>39828</c:v>
                </c:pt>
                <c:pt idx="273">
                  <c:v>39829</c:v>
                </c:pt>
                <c:pt idx="274">
                  <c:v>39832</c:v>
                </c:pt>
                <c:pt idx="275">
                  <c:v>39833</c:v>
                </c:pt>
                <c:pt idx="276">
                  <c:v>39834</c:v>
                </c:pt>
                <c:pt idx="277">
                  <c:v>39835</c:v>
                </c:pt>
                <c:pt idx="278">
                  <c:v>39836</c:v>
                </c:pt>
                <c:pt idx="279">
                  <c:v>39839</c:v>
                </c:pt>
                <c:pt idx="280">
                  <c:v>39840</c:v>
                </c:pt>
                <c:pt idx="281">
                  <c:v>39841</c:v>
                </c:pt>
                <c:pt idx="282">
                  <c:v>39842</c:v>
                </c:pt>
                <c:pt idx="283">
                  <c:v>39843</c:v>
                </c:pt>
                <c:pt idx="284">
                  <c:v>39846</c:v>
                </c:pt>
                <c:pt idx="285">
                  <c:v>39847</c:v>
                </c:pt>
                <c:pt idx="286">
                  <c:v>39848</c:v>
                </c:pt>
                <c:pt idx="287">
                  <c:v>39849</c:v>
                </c:pt>
                <c:pt idx="288">
                  <c:v>39850</c:v>
                </c:pt>
                <c:pt idx="289">
                  <c:v>39853</c:v>
                </c:pt>
                <c:pt idx="290">
                  <c:v>39854</c:v>
                </c:pt>
                <c:pt idx="291">
                  <c:v>39855</c:v>
                </c:pt>
                <c:pt idx="292">
                  <c:v>39856</c:v>
                </c:pt>
                <c:pt idx="293">
                  <c:v>39857</c:v>
                </c:pt>
                <c:pt idx="294">
                  <c:v>39860</c:v>
                </c:pt>
                <c:pt idx="295">
                  <c:v>39861</c:v>
                </c:pt>
                <c:pt idx="296">
                  <c:v>39862</c:v>
                </c:pt>
                <c:pt idx="297">
                  <c:v>39863</c:v>
                </c:pt>
                <c:pt idx="298">
                  <c:v>39864</c:v>
                </c:pt>
                <c:pt idx="299">
                  <c:v>39867</c:v>
                </c:pt>
                <c:pt idx="300">
                  <c:v>39868</c:v>
                </c:pt>
                <c:pt idx="301">
                  <c:v>39869</c:v>
                </c:pt>
                <c:pt idx="302">
                  <c:v>39870</c:v>
                </c:pt>
                <c:pt idx="303">
                  <c:v>39871</c:v>
                </c:pt>
                <c:pt idx="304">
                  <c:v>39874</c:v>
                </c:pt>
                <c:pt idx="305">
                  <c:v>39875</c:v>
                </c:pt>
                <c:pt idx="306">
                  <c:v>39876</c:v>
                </c:pt>
                <c:pt idx="307">
                  <c:v>39877</c:v>
                </c:pt>
                <c:pt idx="308">
                  <c:v>39878</c:v>
                </c:pt>
                <c:pt idx="309">
                  <c:v>39881</c:v>
                </c:pt>
                <c:pt idx="310">
                  <c:v>39882</c:v>
                </c:pt>
                <c:pt idx="311">
                  <c:v>39883</c:v>
                </c:pt>
                <c:pt idx="312">
                  <c:v>39884</c:v>
                </c:pt>
                <c:pt idx="313">
                  <c:v>39885</c:v>
                </c:pt>
                <c:pt idx="314">
                  <c:v>39888</c:v>
                </c:pt>
                <c:pt idx="315">
                  <c:v>39889</c:v>
                </c:pt>
                <c:pt idx="316">
                  <c:v>39890</c:v>
                </c:pt>
                <c:pt idx="317">
                  <c:v>39891</c:v>
                </c:pt>
                <c:pt idx="318">
                  <c:v>39892</c:v>
                </c:pt>
                <c:pt idx="319">
                  <c:v>39895</c:v>
                </c:pt>
                <c:pt idx="320">
                  <c:v>39896</c:v>
                </c:pt>
                <c:pt idx="321">
                  <c:v>39897</c:v>
                </c:pt>
                <c:pt idx="322">
                  <c:v>39898</c:v>
                </c:pt>
                <c:pt idx="323">
                  <c:v>39899</c:v>
                </c:pt>
                <c:pt idx="324">
                  <c:v>39902</c:v>
                </c:pt>
                <c:pt idx="325">
                  <c:v>39903</c:v>
                </c:pt>
                <c:pt idx="326">
                  <c:v>39904</c:v>
                </c:pt>
                <c:pt idx="327">
                  <c:v>39905</c:v>
                </c:pt>
                <c:pt idx="328">
                  <c:v>39906</c:v>
                </c:pt>
                <c:pt idx="329">
                  <c:v>39909</c:v>
                </c:pt>
                <c:pt idx="330">
                  <c:v>39910</c:v>
                </c:pt>
                <c:pt idx="331">
                  <c:v>39911</c:v>
                </c:pt>
                <c:pt idx="332">
                  <c:v>39912</c:v>
                </c:pt>
                <c:pt idx="333">
                  <c:v>39913</c:v>
                </c:pt>
                <c:pt idx="334">
                  <c:v>39916</c:v>
                </c:pt>
                <c:pt idx="335">
                  <c:v>39917</c:v>
                </c:pt>
                <c:pt idx="336">
                  <c:v>39918</c:v>
                </c:pt>
                <c:pt idx="337">
                  <c:v>39919</c:v>
                </c:pt>
                <c:pt idx="338">
                  <c:v>39920</c:v>
                </c:pt>
                <c:pt idx="339">
                  <c:v>39923</c:v>
                </c:pt>
                <c:pt idx="340">
                  <c:v>39924</c:v>
                </c:pt>
                <c:pt idx="341">
                  <c:v>39925</c:v>
                </c:pt>
                <c:pt idx="342">
                  <c:v>39926</c:v>
                </c:pt>
                <c:pt idx="343">
                  <c:v>39927</c:v>
                </c:pt>
                <c:pt idx="344">
                  <c:v>39930</c:v>
                </c:pt>
                <c:pt idx="345">
                  <c:v>39931</c:v>
                </c:pt>
                <c:pt idx="346">
                  <c:v>39932</c:v>
                </c:pt>
                <c:pt idx="347">
                  <c:v>39933</c:v>
                </c:pt>
                <c:pt idx="348">
                  <c:v>39934</c:v>
                </c:pt>
                <c:pt idx="349">
                  <c:v>39937</c:v>
                </c:pt>
                <c:pt idx="350">
                  <c:v>39938</c:v>
                </c:pt>
                <c:pt idx="351">
                  <c:v>39939</c:v>
                </c:pt>
                <c:pt idx="352">
                  <c:v>39940</c:v>
                </c:pt>
                <c:pt idx="353">
                  <c:v>39941</c:v>
                </c:pt>
                <c:pt idx="354">
                  <c:v>39944</c:v>
                </c:pt>
                <c:pt idx="355">
                  <c:v>39945</c:v>
                </c:pt>
                <c:pt idx="356">
                  <c:v>39946</c:v>
                </c:pt>
                <c:pt idx="357">
                  <c:v>39947</c:v>
                </c:pt>
                <c:pt idx="358">
                  <c:v>39948</c:v>
                </c:pt>
                <c:pt idx="359">
                  <c:v>39951</c:v>
                </c:pt>
                <c:pt idx="360">
                  <c:v>39952</c:v>
                </c:pt>
                <c:pt idx="361">
                  <c:v>39953</c:v>
                </c:pt>
                <c:pt idx="362">
                  <c:v>39954</c:v>
                </c:pt>
                <c:pt idx="363">
                  <c:v>39955</c:v>
                </c:pt>
                <c:pt idx="364">
                  <c:v>39958</c:v>
                </c:pt>
                <c:pt idx="365">
                  <c:v>39959</c:v>
                </c:pt>
                <c:pt idx="366">
                  <c:v>39960</c:v>
                </c:pt>
                <c:pt idx="367">
                  <c:v>39961</c:v>
                </c:pt>
                <c:pt idx="368">
                  <c:v>39962</c:v>
                </c:pt>
                <c:pt idx="369">
                  <c:v>39965</c:v>
                </c:pt>
                <c:pt idx="370">
                  <c:v>39966</c:v>
                </c:pt>
                <c:pt idx="371">
                  <c:v>39967</c:v>
                </c:pt>
                <c:pt idx="372">
                  <c:v>39968</c:v>
                </c:pt>
                <c:pt idx="373">
                  <c:v>39969</c:v>
                </c:pt>
                <c:pt idx="374">
                  <c:v>39972</c:v>
                </c:pt>
                <c:pt idx="375">
                  <c:v>39973</c:v>
                </c:pt>
                <c:pt idx="376">
                  <c:v>39974</c:v>
                </c:pt>
                <c:pt idx="377">
                  <c:v>39975</c:v>
                </c:pt>
                <c:pt idx="378">
                  <c:v>39976</c:v>
                </c:pt>
                <c:pt idx="379">
                  <c:v>39979</c:v>
                </c:pt>
                <c:pt idx="380">
                  <c:v>39980</c:v>
                </c:pt>
                <c:pt idx="381">
                  <c:v>39981</c:v>
                </c:pt>
                <c:pt idx="382">
                  <c:v>39982</c:v>
                </c:pt>
                <c:pt idx="383">
                  <c:v>39983</c:v>
                </c:pt>
                <c:pt idx="384">
                  <c:v>39986</c:v>
                </c:pt>
                <c:pt idx="385">
                  <c:v>39987</c:v>
                </c:pt>
                <c:pt idx="386">
                  <c:v>39988</c:v>
                </c:pt>
                <c:pt idx="387">
                  <c:v>39989</c:v>
                </c:pt>
                <c:pt idx="388">
                  <c:v>39990</c:v>
                </c:pt>
                <c:pt idx="389">
                  <c:v>39993</c:v>
                </c:pt>
                <c:pt idx="390">
                  <c:v>39994</c:v>
                </c:pt>
                <c:pt idx="391">
                  <c:v>39995</c:v>
                </c:pt>
                <c:pt idx="392">
                  <c:v>39996</c:v>
                </c:pt>
                <c:pt idx="393">
                  <c:v>39997</c:v>
                </c:pt>
                <c:pt idx="394">
                  <c:v>40000</c:v>
                </c:pt>
                <c:pt idx="395">
                  <c:v>40001</c:v>
                </c:pt>
                <c:pt idx="396">
                  <c:v>40002</c:v>
                </c:pt>
                <c:pt idx="397">
                  <c:v>40003</c:v>
                </c:pt>
                <c:pt idx="398">
                  <c:v>40004</c:v>
                </c:pt>
                <c:pt idx="399">
                  <c:v>40007</c:v>
                </c:pt>
                <c:pt idx="400">
                  <c:v>40008</c:v>
                </c:pt>
                <c:pt idx="401">
                  <c:v>40009</c:v>
                </c:pt>
                <c:pt idx="402">
                  <c:v>40010</c:v>
                </c:pt>
                <c:pt idx="403">
                  <c:v>40011</c:v>
                </c:pt>
                <c:pt idx="404">
                  <c:v>40014</c:v>
                </c:pt>
                <c:pt idx="405">
                  <c:v>40015</c:v>
                </c:pt>
                <c:pt idx="406">
                  <c:v>40016</c:v>
                </c:pt>
                <c:pt idx="407">
                  <c:v>40017</c:v>
                </c:pt>
                <c:pt idx="408">
                  <c:v>40018</c:v>
                </c:pt>
                <c:pt idx="409">
                  <c:v>40021</c:v>
                </c:pt>
                <c:pt idx="410">
                  <c:v>40022</c:v>
                </c:pt>
                <c:pt idx="411">
                  <c:v>40023</c:v>
                </c:pt>
                <c:pt idx="412">
                  <c:v>40024</c:v>
                </c:pt>
                <c:pt idx="413">
                  <c:v>40025</c:v>
                </c:pt>
                <c:pt idx="414">
                  <c:v>40028</c:v>
                </c:pt>
                <c:pt idx="415">
                  <c:v>40029</c:v>
                </c:pt>
                <c:pt idx="416">
                  <c:v>40030</c:v>
                </c:pt>
                <c:pt idx="417">
                  <c:v>40031</c:v>
                </c:pt>
                <c:pt idx="418">
                  <c:v>40032</c:v>
                </c:pt>
                <c:pt idx="419">
                  <c:v>40035</c:v>
                </c:pt>
                <c:pt idx="420">
                  <c:v>40036</c:v>
                </c:pt>
                <c:pt idx="421">
                  <c:v>40037</c:v>
                </c:pt>
                <c:pt idx="422">
                  <c:v>40038</c:v>
                </c:pt>
                <c:pt idx="423">
                  <c:v>40039</c:v>
                </c:pt>
                <c:pt idx="424">
                  <c:v>40042</c:v>
                </c:pt>
                <c:pt idx="425">
                  <c:v>40043</c:v>
                </c:pt>
                <c:pt idx="426">
                  <c:v>40044</c:v>
                </c:pt>
                <c:pt idx="427">
                  <c:v>40045</c:v>
                </c:pt>
                <c:pt idx="428">
                  <c:v>40046</c:v>
                </c:pt>
                <c:pt idx="429">
                  <c:v>40049</c:v>
                </c:pt>
                <c:pt idx="430">
                  <c:v>40050</c:v>
                </c:pt>
                <c:pt idx="431">
                  <c:v>40051</c:v>
                </c:pt>
                <c:pt idx="432">
                  <c:v>40052</c:v>
                </c:pt>
                <c:pt idx="433">
                  <c:v>40053</c:v>
                </c:pt>
                <c:pt idx="434">
                  <c:v>40056</c:v>
                </c:pt>
                <c:pt idx="435">
                  <c:v>40057</c:v>
                </c:pt>
                <c:pt idx="436">
                  <c:v>40058</c:v>
                </c:pt>
                <c:pt idx="437">
                  <c:v>40059</c:v>
                </c:pt>
                <c:pt idx="438">
                  <c:v>40060</c:v>
                </c:pt>
                <c:pt idx="439">
                  <c:v>40063</c:v>
                </c:pt>
                <c:pt idx="440">
                  <c:v>40064</c:v>
                </c:pt>
                <c:pt idx="441">
                  <c:v>40065</c:v>
                </c:pt>
                <c:pt idx="442">
                  <c:v>40066</c:v>
                </c:pt>
                <c:pt idx="443">
                  <c:v>40067</c:v>
                </c:pt>
                <c:pt idx="444">
                  <c:v>40070</c:v>
                </c:pt>
                <c:pt idx="445">
                  <c:v>40071</c:v>
                </c:pt>
                <c:pt idx="446">
                  <c:v>40072</c:v>
                </c:pt>
                <c:pt idx="447">
                  <c:v>40073</c:v>
                </c:pt>
                <c:pt idx="448">
                  <c:v>40074</c:v>
                </c:pt>
                <c:pt idx="449">
                  <c:v>40077</c:v>
                </c:pt>
                <c:pt idx="450">
                  <c:v>40078</c:v>
                </c:pt>
                <c:pt idx="451">
                  <c:v>40079</c:v>
                </c:pt>
                <c:pt idx="452">
                  <c:v>40080</c:v>
                </c:pt>
                <c:pt idx="453">
                  <c:v>40081</c:v>
                </c:pt>
                <c:pt idx="454">
                  <c:v>40084</c:v>
                </c:pt>
                <c:pt idx="455">
                  <c:v>40085</c:v>
                </c:pt>
                <c:pt idx="456">
                  <c:v>40086</c:v>
                </c:pt>
                <c:pt idx="457">
                  <c:v>40087</c:v>
                </c:pt>
                <c:pt idx="458">
                  <c:v>40088</c:v>
                </c:pt>
                <c:pt idx="459">
                  <c:v>40091</c:v>
                </c:pt>
                <c:pt idx="460">
                  <c:v>40092</c:v>
                </c:pt>
                <c:pt idx="461">
                  <c:v>40093</c:v>
                </c:pt>
                <c:pt idx="462">
                  <c:v>40094</c:v>
                </c:pt>
                <c:pt idx="463">
                  <c:v>40095</c:v>
                </c:pt>
                <c:pt idx="464">
                  <c:v>40098</c:v>
                </c:pt>
                <c:pt idx="465">
                  <c:v>40099</c:v>
                </c:pt>
                <c:pt idx="466">
                  <c:v>40100</c:v>
                </c:pt>
                <c:pt idx="467">
                  <c:v>40101</c:v>
                </c:pt>
                <c:pt idx="468">
                  <c:v>40102</c:v>
                </c:pt>
                <c:pt idx="469">
                  <c:v>40105</c:v>
                </c:pt>
                <c:pt idx="470">
                  <c:v>40106</c:v>
                </c:pt>
                <c:pt idx="471">
                  <c:v>40107</c:v>
                </c:pt>
                <c:pt idx="472">
                  <c:v>40108</c:v>
                </c:pt>
                <c:pt idx="473">
                  <c:v>40109</c:v>
                </c:pt>
                <c:pt idx="474">
                  <c:v>40112</c:v>
                </c:pt>
                <c:pt idx="475">
                  <c:v>40113</c:v>
                </c:pt>
                <c:pt idx="476">
                  <c:v>40114</c:v>
                </c:pt>
                <c:pt idx="477">
                  <c:v>40115</c:v>
                </c:pt>
                <c:pt idx="478">
                  <c:v>40116</c:v>
                </c:pt>
                <c:pt idx="479">
                  <c:v>40119</c:v>
                </c:pt>
                <c:pt idx="480">
                  <c:v>40120</c:v>
                </c:pt>
                <c:pt idx="481">
                  <c:v>40121</c:v>
                </c:pt>
                <c:pt idx="482">
                  <c:v>40122</c:v>
                </c:pt>
                <c:pt idx="483">
                  <c:v>40123</c:v>
                </c:pt>
                <c:pt idx="484">
                  <c:v>40126</c:v>
                </c:pt>
                <c:pt idx="485">
                  <c:v>40127</c:v>
                </c:pt>
                <c:pt idx="486">
                  <c:v>40128</c:v>
                </c:pt>
                <c:pt idx="487">
                  <c:v>40129</c:v>
                </c:pt>
                <c:pt idx="488">
                  <c:v>40130</c:v>
                </c:pt>
                <c:pt idx="489">
                  <c:v>40133</c:v>
                </c:pt>
                <c:pt idx="490">
                  <c:v>40134</c:v>
                </c:pt>
                <c:pt idx="491">
                  <c:v>40135</c:v>
                </c:pt>
                <c:pt idx="492">
                  <c:v>40136</c:v>
                </c:pt>
                <c:pt idx="493">
                  <c:v>40137</c:v>
                </c:pt>
                <c:pt idx="494">
                  <c:v>40140</c:v>
                </c:pt>
                <c:pt idx="495">
                  <c:v>40141</c:v>
                </c:pt>
                <c:pt idx="496">
                  <c:v>40142</c:v>
                </c:pt>
                <c:pt idx="497">
                  <c:v>40143</c:v>
                </c:pt>
                <c:pt idx="498">
                  <c:v>40144</c:v>
                </c:pt>
                <c:pt idx="499">
                  <c:v>40147</c:v>
                </c:pt>
                <c:pt idx="500">
                  <c:v>40148</c:v>
                </c:pt>
                <c:pt idx="501">
                  <c:v>40149</c:v>
                </c:pt>
                <c:pt idx="502">
                  <c:v>40150</c:v>
                </c:pt>
                <c:pt idx="503">
                  <c:v>40151</c:v>
                </c:pt>
                <c:pt idx="504">
                  <c:v>40154</c:v>
                </c:pt>
                <c:pt idx="505">
                  <c:v>40155</c:v>
                </c:pt>
                <c:pt idx="506">
                  <c:v>40156</c:v>
                </c:pt>
                <c:pt idx="507">
                  <c:v>40157</c:v>
                </c:pt>
                <c:pt idx="508">
                  <c:v>40158</c:v>
                </c:pt>
                <c:pt idx="509">
                  <c:v>40161</c:v>
                </c:pt>
                <c:pt idx="510">
                  <c:v>40162</c:v>
                </c:pt>
                <c:pt idx="511">
                  <c:v>40163</c:v>
                </c:pt>
                <c:pt idx="512">
                  <c:v>40164</c:v>
                </c:pt>
                <c:pt idx="513">
                  <c:v>40165</c:v>
                </c:pt>
                <c:pt idx="514">
                  <c:v>40168</c:v>
                </c:pt>
                <c:pt idx="515">
                  <c:v>40169</c:v>
                </c:pt>
                <c:pt idx="516">
                  <c:v>40170</c:v>
                </c:pt>
                <c:pt idx="517">
                  <c:v>40171</c:v>
                </c:pt>
                <c:pt idx="518">
                  <c:v>40172</c:v>
                </c:pt>
                <c:pt idx="519">
                  <c:v>40175</c:v>
                </c:pt>
                <c:pt idx="520">
                  <c:v>40176</c:v>
                </c:pt>
                <c:pt idx="521">
                  <c:v>40177</c:v>
                </c:pt>
                <c:pt idx="522">
                  <c:v>40178</c:v>
                </c:pt>
                <c:pt idx="523">
                  <c:v>40179</c:v>
                </c:pt>
                <c:pt idx="524">
                  <c:v>40182</c:v>
                </c:pt>
                <c:pt idx="525">
                  <c:v>40183</c:v>
                </c:pt>
                <c:pt idx="526">
                  <c:v>40184</c:v>
                </c:pt>
                <c:pt idx="527">
                  <c:v>40185</c:v>
                </c:pt>
                <c:pt idx="528">
                  <c:v>40186</c:v>
                </c:pt>
                <c:pt idx="529">
                  <c:v>40189</c:v>
                </c:pt>
                <c:pt idx="530">
                  <c:v>40190</c:v>
                </c:pt>
                <c:pt idx="531">
                  <c:v>40191</c:v>
                </c:pt>
                <c:pt idx="532">
                  <c:v>40192</c:v>
                </c:pt>
                <c:pt idx="533">
                  <c:v>40193</c:v>
                </c:pt>
                <c:pt idx="534">
                  <c:v>40196</c:v>
                </c:pt>
                <c:pt idx="535">
                  <c:v>40197</c:v>
                </c:pt>
                <c:pt idx="536">
                  <c:v>40198</c:v>
                </c:pt>
                <c:pt idx="537">
                  <c:v>40199</c:v>
                </c:pt>
                <c:pt idx="538">
                  <c:v>40200</c:v>
                </c:pt>
                <c:pt idx="539">
                  <c:v>40203</c:v>
                </c:pt>
                <c:pt idx="540">
                  <c:v>40204</c:v>
                </c:pt>
                <c:pt idx="541">
                  <c:v>40205</c:v>
                </c:pt>
                <c:pt idx="542">
                  <c:v>40206</c:v>
                </c:pt>
                <c:pt idx="543">
                  <c:v>40207</c:v>
                </c:pt>
                <c:pt idx="544">
                  <c:v>40210</c:v>
                </c:pt>
                <c:pt idx="545">
                  <c:v>40211</c:v>
                </c:pt>
                <c:pt idx="546">
                  <c:v>40212</c:v>
                </c:pt>
                <c:pt idx="547">
                  <c:v>40213</c:v>
                </c:pt>
                <c:pt idx="548">
                  <c:v>40214</c:v>
                </c:pt>
                <c:pt idx="549">
                  <c:v>40217</c:v>
                </c:pt>
                <c:pt idx="550">
                  <c:v>40218</c:v>
                </c:pt>
                <c:pt idx="551">
                  <c:v>40219</c:v>
                </c:pt>
                <c:pt idx="552">
                  <c:v>40220</c:v>
                </c:pt>
                <c:pt idx="553">
                  <c:v>40221</c:v>
                </c:pt>
                <c:pt idx="554">
                  <c:v>40224</c:v>
                </c:pt>
                <c:pt idx="555">
                  <c:v>40225</c:v>
                </c:pt>
                <c:pt idx="556">
                  <c:v>40226</c:v>
                </c:pt>
                <c:pt idx="557">
                  <c:v>40227</c:v>
                </c:pt>
                <c:pt idx="558">
                  <c:v>40228</c:v>
                </c:pt>
                <c:pt idx="559">
                  <c:v>40231</c:v>
                </c:pt>
                <c:pt idx="560">
                  <c:v>40232</c:v>
                </c:pt>
                <c:pt idx="561">
                  <c:v>40233</c:v>
                </c:pt>
                <c:pt idx="562">
                  <c:v>40234</c:v>
                </c:pt>
                <c:pt idx="563">
                  <c:v>40235</c:v>
                </c:pt>
                <c:pt idx="564">
                  <c:v>40238</c:v>
                </c:pt>
                <c:pt idx="565">
                  <c:v>40239</c:v>
                </c:pt>
                <c:pt idx="566">
                  <c:v>40240</c:v>
                </c:pt>
                <c:pt idx="567">
                  <c:v>40241</c:v>
                </c:pt>
                <c:pt idx="568">
                  <c:v>40242</c:v>
                </c:pt>
                <c:pt idx="569">
                  <c:v>40245</c:v>
                </c:pt>
                <c:pt idx="570">
                  <c:v>40246</c:v>
                </c:pt>
                <c:pt idx="571">
                  <c:v>40247</c:v>
                </c:pt>
                <c:pt idx="572">
                  <c:v>40248</c:v>
                </c:pt>
                <c:pt idx="573">
                  <c:v>40249</c:v>
                </c:pt>
                <c:pt idx="574">
                  <c:v>40252</c:v>
                </c:pt>
                <c:pt idx="575">
                  <c:v>40253</c:v>
                </c:pt>
                <c:pt idx="576">
                  <c:v>40254</c:v>
                </c:pt>
                <c:pt idx="577">
                  <c:v>40255</c:v>
                </c:pt>
                <c:pt idx="578">
                  <c:v>40256</c:v>
                </c:pt>
                <c:pt idx="579">
                  <c:v>40259</c:v>
                </c:pt>
                <c:pt idx="580">
                  <c:v>40260</c:v>
                </c:pt>
                <c:pt idx="581">
                  <c:v>40261</c:v>
                </c:pt>
                <c:pt idx="582">
                  <c:v>40262</c:v>
                </c:pt>
                <c:pt idx="583">
                  <c:v>40263</c:v>
                </c:pt>
                <c:pt idx="584">
                  <c:v>40266</c:v>
                </c:pt>
                <c:pt idx="585">
                  <c:v>40267</c:v>
                </c:pt>
                <c:pt idx="586">
                  <c:v>40268</c:v>
                </c:pt>
                <c:pt idx="587">
                  <c:v>40269</c:v>
                </c:pt>
                <c:pt idx="588">
                  <c:v>40270</c:v>
                </c:pt>
                <c:pt idx="589">
                  <c:v>40273</c:v>
                </c:pt>
                <c:pt idx="590">
                  <c:v>40274</c:v>
                </c:pt>
                <c:pt idx="591">
                  <c:v>40275</c:v>
                </c:pt>
                <c:pt idx="592">
                  <c:v>40276</c:v>
                </c:pt>
                <c:pt idx="593">
                  <c:v>40277</c:v>
                </c:pt>
                <c:pt idx="594">
                  <c:v>40280</c:v>
                </c:pt>
                <c:pt idx="595">
                  <c:v>40281</c:v>
                </c:pt>
                <c:pt idx="596">
                  <c:v>40282</c:v>
                </c:pt>
                <c:pt idx="597">
                  <c:v>40283</c:v>
                </c:pt>
                <c:pt idx="598">
                  <c:v>40284</c:v>
                </c:pt>
                <c:pt idx="599">
                  <c:v>40287</c:v>
                </c:pt>
                <c:pt idx="600">
                  <c:v>40288</c:v>
                </c:pt>
                <c:pt idx="601">
                  <c:v>40289</c:v>
                </c:pt>
                <c:pt idx="602">
                  <c:v>40290</c:v>
                </c:pt>
                <c:pt idx="603">
                  <c:v>40291</c:v>
                </c:pt>
                <c:pt idx="604">
                  <c:v>40294</c:v>
                </c:pt>
                <c:pt idx="605">
                  <c:v>40295</c:v>
                </c:pt>
                <c:pt idx="606">
                  <c:v>40296</c:v>
                </c:pt>
                <c:pt idx="607">
                  <c:v>40297</c:v>
                </c:pt>
                <c:pt idx="608">
                  <c:v>40298</c:v>
                </c:pt>
                <c:pt idx="609">
                  <c:v>40301</c:v>
                </c:pt>
                <c:pt idx="610">
                  <c:v>40302</c:v>
                </c:pt>
                <c:pt idx="611">
                  <c:v>40303</c:v>
                </c:pt>
                <c:pt idx="612">
                  <c:v>40304</c:v>
                </c:pt>
                <c:pt idx="613">
                  <c:v>40305</c:v>
                </c:pt>
                <c:pt idx="614">
                  <c:v>40308</c:v>
                </c:pt>
                <c:pt idx="615">
                  <c:v>40309</c:v>
                </c:pt>
                <c:pt idx="616">
                  <c:v>40310</c:v>
                </c:pt>
                <c:pt idx="617">
                  <c:v>40311</c:v>
                </c:pt>
                <c:pt idx="618">
                  <c:v>40312</c:v>
                </c:pt>
                <c:pt idx="619">
                  <c:v>40315</c:v>
                </c:pt>
                <c:pt idx="620">
                  <c:v>40316</c:v>
                </c:pt>
                <c:pt idx="621">
                  <c:v>40317</c:v>
                </c:pt>
                <c:pt idx="622">
                  <c:v>40318</c:v>
                </c:pt>
                <c:pt idx="623">
                  <c:v>40319</c:v>
                </c:pt>
                <c:pt idx="624">
                  <c:v>40322</c:v>
                </c:pt>
                <c:pt idx="625">
                  <c:v>40323</c:v>
                </c:pt>
                <c:pt idx="626">
                  <c:v>40324</c:v>
                </c:pt>
                <c:pt idx="627">
                  <c:v>40325</c:v>
                </c:pt>
                <c:pt idx="628">
                  <c:v>40326</c:v>
                </c:pt>
                <c:pt idx="629">
                  <c:v>40329</c:v>
                </c:pt>
                <c:pt idx="630">
                  <c:v>40330</c:v>
                </c:pt>
                <c:pt idx="631">
                  <c:v>40331</c:v>
                </c:pt>
                <c:pt idx="632">
                  <c:v>40332</c:v>
                </c:pt>
                <c:pt idx="633">
                  <c:v>40333</c:v>
                </c:pt>
                <c:pt idx="634">
                  <c:v>40336</c:v>
                </c:pt>
                <c:pt idx="635">
                  <c:v>40337</c:v>
                </c:pt>
                <c:pt idx="636">
                  <c:v>40338</c:v>
                </c:pt>
                <c:pt idx="637">
                  <c:v>40339</c:v>
                </c:pt>
                <c:pt idx="638">
                  <c:v>40340</c:v>
                </c:pt>
                <c:pt idx="639">
                  <c:v>40343</c:v>
                </c:pt>
                <c:pt idx="640">
                  <c:v>40344</c:v>
                </c:pt>
                <c:pt idx="641">
                  <c:v>40345</c:v>
                </c:pt>
                <c:pt idx="642">
                  <c:v>40346</c:v>
                </c:pt>
                <c:pt idx="643">
                  <c:v>40347</c:v>
                </c:pt>
                <c:pt idx="644">
                  <c:v>40350</c:v>
                </c:pt>
                <c:pt idx="645">
                  <c:v>40351</c:v>
                </c:pt>
                <c:pt idx="646">
                  <c:v>40352</c:v>
                </c:pt>
                <c:pt idx="647">
                  <c:v>40353</c:v>
                </c:pt>
                <c:pt idx="648">
                  <c:v>40354</c:v>
                </c:pt>
                <c:pt idx="649">
                  <c:v>40357</c:v>
                </c:pt>
                <c:pt idx="650">
                  <c:v>40358</c:v>
                </c:pt>
                <c:pt idx="651">
                  <c:v>40359</c:v>
                </c:pt>
                <c:pt idx="652">
                  <c:v>40360</c:v>
                </c:pt>
                <c:pt idx="653">
                  <c:v>40361</c:v>
                </c:pt>
                <c:pt idx="654">
                  <c:v>40364</c:v>
                </c:pt>
                <c:pt idx="655">
                  <c:v>40365</c:v>
                </c:pt>
                <c:pt idx="656">
                  <c:v>40366</c:v>
                </c:pt>
                <c:pt idx="657">
                  <c:v>40367</c:v>
                </c:pt>
                <c:pt idx="658">
                  <c:v>40368</c:v>
                </c:pt>
                <c:pt idx="659">
                  <c:v>40371</c:v>
                </c:pt>
                <c:pt idx="660">
                  <c:v>40372</c:v>
                </c:pt>
                <c:pt idx="661">
                  <c:v>40373</c:v>
                </c:pt>
                <c:pt idx="662">
                  <c:v>40374</c:v>
                </c:pt>
                <c:pt idx="663">
                  <c:v>40375</c:v>
                </c:pt>
                <c:pt idx="664">
                  <c:v>40378</c:v>
                </c:pt>
                <c:pt idx="665">
                  <c:v>40379</c:v>
                </c:pt>
                <c:pt idx="666">
                  <c:v>40380</c:v>
                </c:pt>
                <c:pt idx="667">
                  <c:v>40381</c:v>
                </c:pt>
                <c:pt idx="668">
                  <c:v>40382</c:v>
                </c:pt>
                <c:pt idx="669">
                  <c:v>40385</c:v>
                </c:pt>
                <c:pt idx="670">
                  <c:v>40386</c:v>
                </c:pt>
                <c:pt idx="671">
                  <c:v>40387</c:v>
                </c:pt>
                <c:pt idx="672">
                  <c:v>40388</c:v>
                </c:pt>
                <c:pt idx="673">
                  <c:v>40389</c:v>
                </c:pt>
                <c:pt idx="674">
                  <c:v>40392</c:v>
                </c:pt>
                <c:pt idx="675">
                  <c:v>40393</c:v>
                </c:pt>
                <c:pt idx="676">
                  <c:v>40394</c:v>
                </c:pt>
                <c:pt idx="677">
                  <c:v>40395</c:v>
                </c:pt>
                <c:pt idx="678">
                  <c:v>40396</c:v>
                </c:pt>
                <c:pt idx="679">
                  <c:v>40399</c:v>
                </c:pt>
                <c:pt idx="680">
                  <c:v>40400</c:v>
                </c:pt>
                <c:pt idx="681">
                  <c:v>40401</c:v>
                </c:pt>
                <c:pt idx="682">
                  <c:v>40402</c:v>
                </c:pt>
                <c:pt idx="683">
                  <c:v>40403</c:v>
                </c:pt>
                <c:pt idx="684">
                  <c:v>40406</c:v>
                </c:pt>
                <c:pt idx="685">
                  <c:v>40407</c:v>
                </c:pt>
                <c:pt idx="686">
                  <c:v>40408</c:v>
                </c:pt>
                <c:pt idx="687">
                  <c:v>40409</c:v>
                </c:pt>
                <c:pt idx="688">
                  <c:v>40410</c:v>
                </c:pt>
                <c:pt idx="689">
                  <c:v>40413</c:v>
                </c:pt>
                <c:pt idx="690">
                  <c:v>40414</c:v>
                </c:pt>
                <c:pt idx="691">
                  <c:v>40415</c:v>
                </c:pt>
                <c:pt idx="692">
                  <c:v>40416</c:v>
                </c:pt>
                <c:pt idx="693">
                  <c:v>40417</c:v>
                </c:pt>
                <c:pt idx="694">
                  <c:v>40420</c:v>
                </c:pt>
                <c:pt idx="695">
                  <c:v>40421</c:v>
                </c:pt>
                <c:pt idx="696">
                  <c:v>40422</c:v>
                </c:pt>
                <c:pt idx="697">
                  <c:v>40423</c:v>
                </c:pt>
                <c:pt idx="698">
                  <c:v>40424</c:v>
                </c:pt>
                <c:pt idx="699">
                  <c:v>40427</c:v>
                </c:pt>
                <c:pt idx="700">
                  <c:v>40428</c:v>
                </c:pt>
                <c:pt idx="701">
                  <c:v>40429</c:v>
                </c:pt>
                <c:pt idx="702">
                  <c:v>40430</c:v>
                </c:pt>
                <c:pt idx="703">
                  <c:v>40431</c:v>
                </c:pt>
                <c:pt idx="704">
                  <c:v>40434</c:v>
                </c:pt>
                <c:pt idx="705">
                  <c:v>40435</c:v>
                </c:pt>
                <c:pt idx="706">
                  <c:v>40436</c:v>
                </c:pt>
                <c:pt idx="707">
                  <c:v>40437</c:v>
                </c:pt>
                <c:pt idx="708">
                  <c:v>40438</c:v>
                </c:pt>
                <c:pt idx="709">
                  <c:v>40441</c:v>
                </c:pt>
                <c:pt idx="710">
                  <c:v>40442</c:v>
                </c:pt>
                <c:pt idx="711">
                  <c:v>40443</c:v>
                </c:pt>
                <c:pt idx="712">
                  <c:v>40444</c:v>
                </c:pt>
                <c:pt idx="713">
                  <c:v>40445</c:v>
                </c:pt>
                <c:pt idx="714">
                  <c:v>40448</c:v>
                </c:pt>
                <c:pt idx="715">
                  <c:v>40449</c:v>
                </c:pt>
                <c:pt idx="716">
                  <c:v>40450</c:v>
                </c:pt>
                <c:pt idx="717">
                  <c:v>40451</c:v>
                </c:pt>
                <c:pt idx="718">
                  <c:v>40452</c:v>
                </c:pt>
                <c:pt idx="719">
                  <c:v>40455</c:v>
                </c:pt>
                <c:pt idx="720">
                  <c:v>40456</c:v>
                </c:pt>
                <c:pt idx="721">
                  <c:v>40457</c:v>
                </c:pt>
                <c:pt idx="722">
                  <c:v>40458</c:v>
                </c:pt>
                <c:pt idx="723">
                  <c:v>40459</c:v>
                </c:pt>
                <c:pt idx="724">
                  <c:v>40462</c:v>
                </c:pt>
                <c:pt idx="725">
                  <c:v>40463</c:v>
                </c:pt>
                <c:pt idx="726">
                  <c:v>40464</c:v>
                </c:pt>
                <c:pt idx="727">
                  <c:v>40465</c:v>
                </c:pt>
                <c:pt idx="728">
                  <c:v>40466</c:v>
                </c:pt>
                <c:pt idx="729">
                  <c:v>40469</c:v>
                </c:pt>
                <c:pt idx="730">
                  <c:v>40470</c:v>
                </c:pt>
                <c:pt idx="731">
                  <c:v>40471</c:v>
                </c:pt>
                <c:pt idx="732">
                  <c:v>40472</c:v>
                </c:pt>
                <c:pt idx="733">
                  <c:v>40473</c:v>
                </c:pt>
                <c:pt idx="734">
                  <c:v>40476</c:v>
                </c:pt>
                <c:pt idx="735">
                  <c:v>40477</c:v>
                </c:pt>
                <c:pt idx="736">
                  <c:v>40478</c:v>
                </c:pt>
                <c:pt idx="737">
                  <c:v>40479</c:v>
                </c:pt>
                <c:pt idx="738">
                  <c:v>40480</c:v>
                </c:pt>
                <c:pt idx="739">
                  <c:v>40483</c:v>
                </c:pt>
                <c:pt idx="740">
                  <c:v>40484</c:v>
                </c:pt>
                <c:pt idx="741">
                  <c:v>40485</c:v>
                </c:pt>
                <c:pt idx="742">
                  <c:v>40486</c:v>
                </c:pt>
                <c:pt idx="743">
                  <c:v>40487</c:v>
                </c:pt>
                <c:pt idx="744">
                  <c:v>40490</c:v>
                </c:pt>
                <c:pt idx="745">
                  <c:v>40491</c:v>
                </c:pt>
                <c:pt idx="746">
                  <c:v>40492</c:v>
                </c:pt>
                <c:pt idx="747">
                  <c:v>40493</c:v>
                </c:pt>
                <c:pt idx="748">
                  <c:v>40494</c:v>
                </c:pt>
                <c:pt idx="749">
                  <c:v>40497</c:v>
                </c:pt>
                <c:pt idx="750">
                  <c:v>40498</c:v>
                </c:pt>
                <c:pt idx="751">
                  <c:v>40499</c:v>
                </c:pt>
                <c:pt idx="752">
                  <c:v>40500</c:v>
                </c:pt>
                <c:pt idx="753">
                  <c:v>40501</c:v>
                </c:pt>
                <c:pt idx="754">
                  <c:v>40504</c:v>
                </c:pt>
                <c:pt idx="755">
                  <c:v>40505</c:v>
                </c:pt>
                <c:pt idx="756">
                  <c:v>40506</c:v>
                </c:pt>
                <c:pt idx="757">
                  <c:v>40507</c:v>
                </c:pt>
                <c:pt idx="758">
                  <c:v>40508</c:v>
                </c:pt>
                <c:pt idx="759">
                  <c:v>40511</c:v>
                </c:pt>
                <c:pt idx="760">
                  <c:v>40512</c:v>
                </c:pt>
                <c:pt idx="761">
                  <c:v>40513</c:v>
                </c:pt>
                <c:pt idx="762">
                  <c:v>40514</c:v>
                </c:pt>
                <c:pt idx="763">
                  <c:v>40515</c:v>
                </c:pt>
                <c:pt idx="764">
                  <c:v>40518</c:v>
                </c:pt>
                <c:pt idx="765">
                  <c:v>40519</c:v>
                </c:pt>
                <c:pt idx="766">
                  <c:v>40520</c:v>
                </c:pt>
                <c:pt idx="767">
                  <c:v>40521</c:v>
                </c:pt>
                <c:pt idx="768">
                  <c:v>40522</c:v>
                </c:pt>
                <c:pt idx="769">
                  <c:v>40525</c:v>
                </c:pt>
                <c:pt idx="770">
                  <c:v>40526</c:v>
                </c:pt>
                <c:pt idx="771">
                  <c:v>40527</c:v>
                </c:pt>
                <c:pt idx="772">
                  <c:v>40528</c:v>
                </c:pt>
                <c:pt idx="773">
                  <c:v>40529</c:v>
                </c:pt>
                <c:pt idx="774">
                  <c:v>40532</c:v>
                </c:pt>
                <c:pt idx="775">
                  <c:v>40533</c:v>
                </c:pt>
                <c:pt idx="776">
                  <c:v>40534</c:v>
                </c:pt>
                <c:pt idx="777">
                  <c:v>40535</c:v>
                </c:pt>
                <c:pt idx="778">
                  <c:v>40536</c:v>
                </c:pt>
                <c:pt idx="779">
                  <c:v>40539</c:v>
                </c:pt>
                <c:pt idx="780">
                  <c:v>40540</c:v>
                </c:pt>
                <c:pt idx="781">
                  <c:v>40541</c:v>
                </c:pt>
                <c:pt idx="782">
                  <c:v>40542</c:v>
                </c:pt>
                <c:pt idx="783">
                  <c:v>40543</c:v>
                </c:pt>
                <c:pt idx="784">
                  <c:v>40546</c:v>
                </c:pt>
                <c:pt idx="785">
                  <c:v>40547</c:v>
                </c:pt>
                <c:pt idx="786">
                  <c:v>40548</c:v>
                </c:pt>
                <c:pt idx="787">
                  <c:v>40549</c:v>
                </c:pt>
                <c:pt idx="788">
                  <c:v>40550</c:v>
                </c:pt>
                <c:pt idx="789">
                  <c:v>40553</c:v>
                </c:pt>
                <c:pt idx="790">
                  <c:v>40554</c:v>
                </c:pt>
                <c:pt idx="791">
                  <c:v>40555</c:v>
                </c:pt>
                <c:pt idx="792">
                  <c:v>40556</c:v>
                </c:pt>
                <c:pt idx="793">
                  <c:v>40557</c:v>
                </c:pt>
                <c:pt idx="794">
                  <c:v>40560</c:v>
                </c:pt>
                <c:pt idx="795">
                  <c:v>40561</c:v>
                </c:pt>
                <c:pt idx="796">
                  <c:v>40562</c:v>
                </c:pt>
                <c:pt idx="797">
                  <c:v>40563</c:v>
                </c:pt>
                <c:pt idx="798">
                  <c:v>40564</c:v>
                </c:pt>
                <c:pt idx="799">
                  <c:v>40567</c:v>
                </c:pt>
                <c:pt idx="800">
                  <c:v>40568</c:v>
                </c:pt>
                <c:pt idx="801">
                  <c:v>40569</c:v>
                </c:pt>
                <c:pt idx="802">
                  <c:v>40570</c:v>
                </c:pt>
                <c:pt idx="803">
                  <c:v>40571</c:v>
                </c:pt>
                <c:pt idx="804">
                  <c:v>40574</c:v>
                </c:pt>
                <c:pt idx="805">
                  <c:v>40575</c:v>
                </c:pt>
                <c:pt idx="806">
                  <c:v>40576</c:v>
                </c:pt>
                <c:pt idx="807">
                  <c:v>40577</c:v>
                </c:pt>
                <c:pt idx="808">
                  <c:v>40578</c:v>
                </c:pt>
                <c:pt idx="809">
                  <c:v>40581</c:v>
                </c:pt>
                <c:pt idx="810">
                  <c:v>40582</c:v>
                </c:pt>
                <c:pt idx="811">
                  <c:v>40583</c:v>
                </c:pt>
                <c:pt idx="812">
                  <c:v>40584</c:v>
                </c:pt>
                <c:pt idx="813">
                  <c:v>40585</c:v>
                </c:pt>
                <c:pt idx="814">
                  <c:v>40588</c:v>
                </c:pt>
                <c:pt idx="815">
                  <c:v>40589</c:v>
                </c:pt>
                <c:pt idx="816">
                  <c:v>40590</c:v>
                </c:pt>
                <c:pt idx="817">
                  <c:v>40591</c:v>
                </c:pt>
                <c:pt idx="818">
                  <c:v>40592</c:v>
                </c:pt>
                <c:pt idx="819">
                  <c:v>40595</c:v>
                </c:pt>
                <c:pt idx="820">
                  <c:v>40596</c:v>
                </c:pt>
                <c:pt idx="821">
                  <c:v>40597</c:v>
                </c:pt>
                <c:pt idx="822">
                  <c:v>40598</c:v>
                </c:pt>
                <c:pt idx="823">
                  <c:v>40599</c:v>
                </c:pt>
                <c:pt idx="824">
                  <c:v>40602</c:v>
                </c:pt>
                <c:pt idx="825">
                  <c:v>40603</c:v>
                </c:pt>
                <c:pt idx="826">
                  <c:v>40604</c:v>
                </c:pt>
                <c:pt idx="827">
                  <c:v>40605</c:v>
                </c:pt>
                <c:pt idx="828">
                  <c:v>40606</c:v>
                </c:pt>
                <c:pt idx="829">
                  <c:v>40609</c:v>
                </c:pt>
                <c:pt idx="830">
                  <c:v>40610</c:v>
                </c:pt>
                <c:pt idx="831">
                  <c:v>40611</c:v>
                </c:pt>
                <c:pt idx="832">
                  <c:v>40612</c:v>
                </c:pt>
                <c:pt idx="833">
                  <c:v>40613</c:v>
                </c:pt>
                <c:pt idx="834">
                  <c:v>40616</c:v>
                </c:pt>
                <c:pt idx="835">
                  <c:v>40617</c:v>
                </c:pt>
                <c:pt idx="836">
                  <c:v>40618</c:v>
                </c:pt>
                <c:pt idx="837">
                  <c:v>40619</c:v>
                </c:pt>
                <c:pt idx="838">
                  <c:v>40620</c:v>
                </c:pt>
                <c:pt idx="839">
                  <c:v>40623</c:v>
                </c:pt>
                <c:pt idx="840">
                  <c:v>40624</c:v>
                </c:pt>
                <c:pt idx="841">
                  <c:v>40625</c:v>
                </c:pt>
                <c:pt idx="842">
                  <c:v>40626</c:v>
                </c:pt>
                <c:pt idx="843">
                  <c:v>40627</c:v>
                </c:pt>
                <c:pt idx="844">
                  <c:v>40630</c:v>
                </c:pt>
                <c:pt idx="845">
                  <c:v>40631</c:v>
                </c:pt>
                <c:pt idx="846">
                  <c:v>40632</c:v>
                </c:pt>
                <c:pt idx="847">
                  <c:v>40633</c:v>
                </c:pt>
                <c:pt idx="848">
                  <c:v>40634</c:v>
                </c:pt>
                <c:pt idx="849">
                  <c:v>40637</c:v>
                </c:pt>
                <c:pt idx="850">
                  <c:v>40638</c:v>
                </c:pt>
                <c:pt idx="851">
                  <c:v>40639</c:v>
                </c:pt>
                <c:pt idx="852">
                  <c:v>40640</c:v>
                </c:pt>
                <c:pt idx="853">
                  <c:v>40641</c:v>
                </c:pt>
                <c:pt idx="854">
                  <c:v>40644</c:v>
                </c:pt>
                <c:pt idx="855">
                  <c:v>40645</c:v>
                </c:pt>
                <c:pt idx="856">
                  <c:v>40646</c:v>
                </c:pt>
                <c:pt idx="857">
                  <c:v>40647</c:v>
                </c:pt>
                <c:pt idx="858">
                  <c:v>40648</c:v>
                </c:pt>
                <c:pt idx="859">
                  <c:v>40651</c:v>
                </c:pt>
                <c:pt idx="860">
                  <c:v>40652</c:v>
                </c:pt>
                <c:pt idx="861">
                  <c:v>40653</c:v>
                </c:pt>
                <c:pt idx="862">
                  <c:v>40654</c:v>
                </c:pt>
                <c:pt idx="863">
                  <c:v>40655</c:v>
                </c:pt>
                <c:pt idx="864">
                  <c:v>40658</c:v>
                </c:pt>
                <c:pt idx="865">
                  <c:v>40659</c:v>
                </c:pt>
                <c:pt idx="866">
                  <c:v>40660</c:v>
                </c:pt>
                <c:pt idx="867">
                  <c:v>40661</c:v>
                </c:pt>
                <c:pt idx="868">
                  <c:v>40662</c:v>
                </c:pt>
                <c:pt idx="869">
                  <c:v>40665</c:v>
                </c:pt>
                <c:pt idx="870">
                  <c:v>40666</c:v>
                </c:pt>
                <c:pt idx="871">
                  <c:v>40667</c:v>
                </c:pt>
                <c:pt idx="872">
                  <c:v>40668</c:v>
                </c:pt>
                <c:pt idx="873">
                  <c:v>40669</c:v>
                </c:pt>
                <c:pt idx="874">
                  <c:v>40672</c:v>
                </c:pt>
                <c:pt idx="875">
                  <c:v>40673</c:v>
                </c:pt>
                <c:pt idx="876">
                  <c:v>40674</c:v>
                </c:pt>
                <c:pt idx="877">
                  <c:v>40675</c:v>
                </c:pt>
                <c:pt idx="878">
                  <c:v>40676</c:v>
                </c:pt>
                <c:pt idx="879">
                  <c:v>40679</c:v>
                </c:pt>
                <c:pt idx="880">
                  <c:v>40680</c:v>
                </c:pt>
                <c:pt idx="881">
                  <c:v>40681</c:v>
                </c:pt>
                <c:pt idx="882">
                  <c:v>40682</c:v>
                </c:pt>
                <c:pt idx="883">
                  <c:v>40683</c:v>
                </c:pt>
                <c:pt idx="884">
                  <c:v>40686</c:v>
                </c:pt>
                <c:pt idx="885">
                  <c:v>40687</c:v>
                </c:pt>
                <c:pt idx="886">
                  <c:v>40688</c:v>
                </c:pt>
                <c:pt idx="887">
                  <c:v>40689</c:v>
                </c:pt>
                <c:pt idx="888">
                  <c:v>40690</c:v>
                </c:pt>
                <c:pt idx="889">
                  <c:v>40693</c:v>
                </c:pt>
                <c:pt idx="890">
                  <c:v>40694</c:v>
                </c:pt>
                <c:pt idx="891">
                  <c:v>40695</c:v>
                </c:pt>
                <c:pt idx="892">
                  <c:v>40696</c:v>
                </c:pt>
                <c:pt idx="893">
                  <c:v>40697</c:v>
                </c:pt>
                <c:pt idx="894">
                  <c:v>40700</c:v>
                </c:pt>
                <c:pt idx="895">
                  <c:v>40701</c:v>
                </c:pt>
                <c:pt idx="896">
                  <c:v>40702</c:v>
                </c:pt>
                <c:pt idx="897">
                  <c:v>40703</c:v>
                </c:pt>
                <c:pt idx="898">
                  <c:v>40704</c:v>
                </c:pt>
                <c:pt idx="899">
                  <c:v>40707</c:v>
                </c:pt>
                <c:pt idx="900">
                  <c:v>40708</c:v>
                </c:pt>
                <c:pt idx="901">
                  <c:v>40709</c:v>
                </c:pt>
                <c:pt idx="902">
                  <c:v>40710</c:v>
                </c:pt>
                <c:pt idx="903">
                  <c:v>40711</c:v>
                </c:pt>
                <c:pt idx="904">
                  <c:v>40714</c:v>
                </c:pt>
                <c:pt idx="905">
                  <c:v>40715</c:v>
                </c:pt>
                <c:pt idx="906">
                  <c:v>40716</c:v>
                </c:pt>
                <c:pt idx="907">
                  <c:v>40717</c:v>
                </c:pt>
                <c:pt idx="908">
                  <c:v>40718</c:v>
                </c:pt>
                <c:pt idx="909">
                  <c:v>40721</c:v>
                </c:pt>
                <c:pt idx="910">
                  <c:v>40722</c:v>
                </c:pt>
                <c:pt idx="911">
                  <c:v>40723</c:v>
                </c:pt>
                <c:pt idx="912">
                  <c:v>40724</c:v>
                </c:pt>
                <c:pt idx="913">
                  <c:v>40725</c:v>
                </c:pt>
                <c:pt idx="914">
                  <c:v>40728</c:v>
                </c:pt>
                <c:pt idx="915">
                  <c:v>40729</c:v>
                </c:pt>
                <c:pt idx="916">
                  <c:v>40730</c:v>
                </c:pt>
                <c:pt idx="917">
                  <c:v>40731</c:v>
                </c:pt>
                <c:pt idx="918">
                  <c:v>40732</c:v>
                </c:pt>
                <c:pt idx="919">
                  <c:v>40735</c:v>
                </c:pt>
                <c:pt idx="920">
                  <c:v>40736</c:v>
                </c:pt>
                <c:pt idx="921">
                  <c:v>40737</c:v>
                </c:pt>
                <c:pt idx="922">
                  <c:v>40738</c:v>
                </c:pt>
                <c:pt idx="923">
                  <c:v>40739</c:v>
                </c:pt>
                <c:pt idx="924">
                  <c:v>40742</c:v>
                </c:pt>
                <c:pt idx="925">
                  <c:v>40743</c:v>
                </c:pt>
                <c:pt idx="926">
                  <c:v>40744</c:v>
                </c:pt>
                <c:pt idx="927">
                  <c:v>40745</c:v>
                </c:pt>
                <c:pt idx="928">
                  <c:v>40746</c:v>
                </c:pt>
                <c:pt idx="929">
                  <c:v>40749</c:v>
                </c:pt>
                <c:pt idx="930">
                  <c:v>40750</c:v>
                </c:pt>
                <c:pt idx="931">
                  <c:v>40751</c:v>
                </c:pt>
                <c:pt idx="932">
                  <c:v>40752</c:v>
                </c:pt>
                <c:pt idx="933">
                  <c:v>40753</c:v>
                </c:pt>
                <c:pt idx="934">
                  <c:v>40756</c:v>
                </c:pt>
                <c:pt idx="935">
                  <c:v>40757</c:v>
                </c:pt>
                <c:pt idx="936">
                  <c:v>40758</c:v>
                </c:pt>
                <c:pt idx="937">
                  <c:v>40759</c:v>
                </c:pt>
                <c:pt idx="938">
                  <c:v>40760</c:v>
                </c:pt>
                <c:pt idx="939">
                  <c:v>40763</c:v>
                </c:pt>
                <c:pt idx="940">
                  <c:v>40764</c:v>
                </c:pt>
                <c:pt idx="941">
                  <c:v>40765</c:v>
                </c:pt>
                <c:pt idx="942">
                  <c:v>40766</c:v>
                </c:pt>
                <c:pt idx="943">
                  <c:v>40767</c:v>
                </c:pt>
                <c:pt idx="944">
                  <c:v>40770</c:v>
                </c:pt>
                <c:pt idx="945">
                  <c:v>40771</c:v>
                </c:pt>
                <c:pt idx="946">
                  <c:v>40772</c:v>
                </c:pt>
                <c:pt idx="947">
                  <c:v>40773</c:v>
                </c:pt>
                <c:pt idx="948">
                  <c:v>40774</c:v>
                </c:pt>
                <c:pt idx="949">
                  <c:v>40777</c:v>
                </c:pt>
                <c:pt idx="950">
                  <c:v>40778</c:v>
                </c:pt>
                <c:pt idx="951">
                  <c:v>40779</c:v>
                </c:pt>
                <c:pt idx="952">
                  <c:v>40780</c:v>
                </c:pt>
                <c:pt idx="953">
                  <c:v>40781</c:v>
                </c:pt>
                <c:pt idx="954">
                  <c:v>40784</c:v>
                </c:pt>
                <c:pt idx="955">
                  <c:v>40785</c:v>
                </c:pt>
                <c:pt idx="956">
                  <c:v>40786</c:v>
                </c:pt>
                <c:pt idx="957">
                  <c:v>40787</c:v>
                </c:pt>
                <c:pt idx="958">
                  <c:v>40788</c:v>
                </c:pt>
                <c:pt idx="959">
                  <c:v>40791</c:v>
                </c:pt>
                <c:pt idx="960">
                  <c:v>40792</c:v>
                </c:pt>
                <c:pt idx="961">
                  <c:v>40793</c:v>
                </c:pt>
                <c:pt idx="962">
                  <c:v>40794</c:v>
                </c:pt>
                <c:pt idx="963">
                  <c:v>40795</c:v>
                </c:pt>
                <c:pt idx="964">
                  <c:v>40798</c:v>
                </c:pt>
                <c:pt idx="965">
                  <c:v>40799</c:v>
                </c:pt>
                <c:pt idx="966">
                  <c:v>40800</c:v>
                </c:pt>
                <c:pt idx="967">
                  <c:v>40801</c:v>
                </c:pt>
                <c:pt idx="968">
                  <c:v>40802</c:v>
                </c:pt>
                <c:pt idx="969">
                  <c:v>40805</c:v>
                </c:pt>
                <c:pt idx="970">
                  <c:v>40806</c:v>
                </c:pt>
                <c:pt idx="971">
                  <c:v>40807</c:v>
                </c:pt>
                <c:pt idx="972">
                  <c:v>40808</c:v>
                </c:pt>
                <c:pt idx="973">
                  <c:v>40809</c:v>
                </c:pt>
                <c:pt idx="974">
                  <c:v>40812</c:v>
                </c:pt>
                <c:pt idx="975">
                  <c:v>40813</c:v>
                </c:pt>
                <c:pt idx="976">
                  <c:v>40814</c:v>
                </c:pt>
                <c:pt idx="977">
                  <c:v>40815</c:v>
                </c:pt>
                <c:pt idx="978">
                  <c:v>40816</c:v>
                </c:pt>
                <c:pt idx="979">
                  <c:v>40819</c:v>
                </c:pt>
                <c:pt idx="980">
                  <c:v>40820</c:v>
                </c:pt>
                <c:pt idx="981">
                  <c:v>40821</c:v>
                </c:pt>
                <c:pt idx="982">
                  <c:v>40822</c:v>
                </c:pt>
                <c:pt idx="983">
                  <c:v>40823</c:v>
                </c:pt>
                <c:pt idx="984">
                  <c:v>40826</c:v>
                </c:pt>
                <c:pt idx="985">
                  <c:v>40827</c:v>
                </c:pt>
                <c:pt idx="986">
                  <c:v>40828</c:v>
                </c:pt>
                <c:pt idx="987">
                  <c:v>40829</c:v>
                </c:pt>
                <c:pt idx="988">
                  <c:v>40830</c:v>
                </c:pt>
                <c:pt idx="989">
                  <c:v>40833</c:v>
                </c:pt>
                <c:pt idx="990">
                  <c:v>40834</c:v>
                </c:pt>
                <c:pt idx="991">
                  <c:v>40835</c:v>
                </c:pt>
                <c:pt idx="992">
                  <c:v>40836</c:v>
                </c:pt>
                <c:pt idx="993">
                  <c:v>40837</c:v>
                </c:pt>
                <c:pt idx="994">
                  <c:v>40840</c:v>
                </c:pt>
                <c:pt idx="995">
                  <c:v>40841</c:v>
                </c:pt>
                <c:pt idx="996">
                  <c:v>40842</c:v>
                </c:pt>
                <c:pt idx="997">
                  <c:v>40843</c:v>
                </c:pt>
                <c:pt idx="998">
                  <c:v>40844</c:v>
                </c:pt>
                <c:pt idx="999">
                  <c:v>40847</c:v>
                </c:pt>
                <c:pt idx="1000">
                  <c:v>40848</c:v>
                </c:pt>
                <c:pt idx="1001">
                  <c:v>40849</c:v>
                </c:pt>
                <c:pt idx="1002">
                  <c:v>40850</c:v>
                </c:pt>
                <c:pt idx="1003">
                  <c:v>40851</c:v>
                </c:pt>
                <c:pt idx="1004">
                  <c:v>40854</c:v>
                </c:pt>
                <c:pt idx="1005">
                  <c:v>40855</c:v>
                </c:pt>
                <c:pt idx="1006">
                  <c:v>40856</c:v>
                </c:pt>
                <c:pt idx="1007">
                  <c:v>40857</c:v>
                </c:pt>
                <c:pt idx="1008">
                  <c:v>40858</c:v>
                </c:pt>
                <c:pt idx="1009">
                  <c:v>40861</c:v>
                </c:pt>
                <c:pt idx="1010">
                  <c:v>40862</c:v>
                </c:pt>
                <c:pt idx="1011">
                  <c:v>40863</c:v>
                </c:pt>
                <c:pt idx="1012">
                  <c:v>40864</c:v>
                </c:pt>
                <c:pt idx="1013">
                  <c:v>40865</c:v>
                </c:pt>
                <c:pt idx="1014">
                  <c:v>40868</c:v>
                </c:pt>
                <c:pt idx="1015">
                  <c:v>40869</c:v>
                </c:pt>
                <c:pt idx="1016">
                  <c:v>40870</c:v>
                </c:pt>
                <c:pt idx="1017">
                  <c:v>40871</c:v>
                </c:pt>
                <c:pt idx="1018">
                  <c:v>40872</c:v>
                </c:pt>
                <c:pt idx="1019">
                  <c:v>40875</c:v>
                </c:pt>
                <c:pt idx="1020">
                  <c:v>40876</c:v>
                </c:pt>
                <c:pt idx="1021">
                  <c:v>40877</c:v>
                </c:pt>
                <c:pt idx="1022">
                  <c:v>40878</c:v>
                </c:pt>
                <c:pt idx="1023">
                  <c:v>40879</c:v>
                </c:pt>
                <c:pt idx="1024">
                  <c:v>40882</c:v>
                </c:pt>
                <c:pt idx="1025">
                  <c:v>40883</c:v>
                </c:pt>
                <c:pt idx="1026">
                  <c:v>40884</c:v>
                </c:pt>
                <c:pt idx="1027">
                  <c:v>40885</c:v>
                </c:pt>
                <c:pt idx="1028">
                  <c:v>40886</c:v>
                </c:pt>
                <c:pt idx="1029">
                  <c:v>40889</c:v>
                </c:pt>
                <c:pt idx="1030">
                  <c:v>40890</c:v>
                </c:pt>
                <c:pt idx="1031">
                  <c:v>40891</c:v>
                </c:pt>
                <c:pt idx="1032">
                  <c:v>40892</c:v>
                </c:pt>
                <c:pt idx="1033">
                  <c:v>40893</c:v>
                </c:pt>
                <c:pt idx="1034">
                  <c:v>40896</c:v>
                </c:pt>
                <c:pt idx="1035">
                  <c:v>40897</c:v>
                </c:pt>
                <c:pt idx="1036">
                  <c:v>40898</c:v>
                </c:pt>
                <c:pt idx="1037">
                  <c:v>40899</c:v>
                </c:pt>
                <c:pt idx="1038">
                  <c:v>40900</c:v>
                </c:pt>
                <c:pt idx="1039">
                  <c:v>40903</c:v>
                </c:pt>
                <c:pt idx="1040">
                  <c:v>40904</c:v>
                </c:pt>
                <c:pt idx="1041">
                  <c:v>40905</c:v>
                </c:pt>
                <c:pt idx="1042">
                  <c:v>40906</c:v>
                </c:pt>
                <c:pt idx="1043">
                  <c:v>40907</c:v>
                </c:pt>
                <c:pt idx="1044">
                  <c:v>40910</c:v>
                </c:pt>
                <c:pt idx="1045">
                  <c:v>40911</c:v>
                </c:pt>
                <c:pt idx="1046">
                  <c:v>40912</c:v>
                </c:pt>
                <c:pt idx="1047">
                  <c:v>40913</c:v>
                </c:pt>
                <c:pt idx="1048">
                  <c:v>40914</c:v>
                </c:pt>
                <c:pt idx="1049">
                  <c:v>40917</c:v>
                </c:pt>
                <c:pt idx="1050">
                  <c:v>40918</c:v>
                </c:pt>
                <c:pt idx="1051">
                  <c:v>40919</c:v>
                </c:pt>
                <c:pt idx="1052">
                  <c:v>40920</c:v>
                </c:pt>
                <c:pt idx="1053">
                  <c:v>40921</c:v>
                </c:pt>
                <c:pt idx="1054">
                  <c:v>40924</c:v>
                </c:pt>
                <c:pt idx="1055">
                  <c:v>40925</c:v>
                </c:pt>
                <c:pt idx="1056">
                  <c:v>40926</c:v>
                </c:pt>
                <c:pt idx="1057">
                  <c:v>40927</c:v>
                </c:pt>
                <c:pt idx="1058">
                  <c:v>40928</c:v>
                </c:pt>
                <c:pt idx="1059">
                  <c:v>40931</c:v>
                </c:pt>
                <c:pt idx="1060">
                  <c:v>40932</c:v>
                </c:pt>
                <c:pt idx="1061">
                  <c:v>40933</c:v>
                </c:pt>
                <c:pt idx="1062">
                  <c:v>40934</c:v>
                </c:pt>
                <c:pt idx="1063">
                  <c:v>40935</c:v>
                </c:pt>
                <c:pt idx="1064">
                  <c:v>40938</c:v>
                </c:pt>
                <c:pt idx="1065">
                  <c:v>40939</c:v>
                </c:pt>
                <c:pt idx="1066">
                  <c:v>40940</c:v>
                </c:pt>
                <c:pt idx="1067">
                  <c:v>40941</c:v>
                </c:pt>
                <c:pt idx="1068">
                  <c:v>40942</c:v>
                </c:pt>
                <c:pt idx="1069">
                  <c:v>40945</c:v>
                </c:pt>
                <c:pt idx="1070">
                  <c:v>40946</c:v>
                </c:pt>
                <c:pt idx="1071">
                  <c:v>40947</c:v>
                </c:pt>
                <c:pt idx="1072">
                  <c:v>40948</c:v>
                </c:pt>
                <c:pt idx="1073">
                  <c:v>40949</c:v>
                </c:pt>
                <c:pt idx="1074">
                  <c:v>40952</c:v>
                </c:pt>
                <c:pt idx="1075">
                  <c:v>40953</c:v>
                </c:pt>
                <c:pt idx="1076">
                  <c:v>40954</c:v>
                </c:pt>
                <c:pt idx="1077">
                  <c:v>40955</c:v>
                </c:pt>
                <c:pt idx="1078">
                  <c:v>40956</c:v>
                </c:pt>
                <c:pt idx="1079">
                  <c:v>40959</c:v>
                </c:pt>
                <c:pt idx="1080">
                  <c:v>40960</c:v>
                </c:pt>
                <c:pt idx="1081">
                  <c:v>40961</c:v>
                </c:pt>
                <c:pt idx="1082">
                  <c:v>40962</c:v>
                </c:pt>
                <c:pt idx="1083">
                  <c:v>40963</c:v>
                </c:pt>
                <c:pt idx="1084">
                  <c:v>40966</c:v>
                </c:pt>
                <c:pt idx="1085">
                  <c:v>40967</c:v>
                </c:pt>
                <c:pt idx="1086">
                  <c:v>40968</c:v>
                </c:pt>
                <c:pt idx="1087">
                  <c:v>40969</c:v>
                </c:pt>
                <c:pt idx="1088">
                  <c:v>40970</c:v>
                </c:pt>
                <c:pt idx="1089">
                  <c:v>40973</c:v>
                </c:pt>
                <c:pt idx="1090">
                  <c:v>40974</c:v>
                </c:pt>
                <c:pt idx="1091">
                  <c:v>40975</c:v>
                </c:pt>
                <c:pt idx="1092">
                  <c:v>40976</c:v>
                </c:pt>
                <c:pt idx="1093">
                  <c:v>40977</c:v>
                </c:pt>
                <c:pt idx="1094">
                  <c:v>40980</c:v>
                </c:pt>
                <c:pt idx="1095">
                  <c:v>40981</c:v>
                </c:pt>
                <c:pt idx="1096">
                  <c:v>40982</c:v>
                </c:pt>
                <c:pt idx="1097">
                  <c:v>40983</c:v>
                </c:pt>
                <c:pt idx="1098">
                  <c:v>40984</c:v>
                </c:pt>
                <c:pt idx="1099">
                  <c:v>40987</c:v>
                </c:pt>
                <c:pt idx="1100">
                  <c:v>40988</c:v>
                </c:pt>
                <c:pt idx="1101">
                  <c:v>40989</c:v>
                </c:pt>
                <c:pt idx="1102">
                  <c:v>40990</c:v>
                </c:pt>
                <c:pt idx="1103">
                  <c:v>40991</c:v>
                </c:pt>
                <c:pt idx="1104">
                  <c:v>40994</c:v>
                </c:pt>
                <c:pt idx="1105">
                  <c:v>40995</c:v>
                </c:pt>
                <c:pt idx="1106">
                  <c:v>40996</c:v>
                </c:pt>
                <c:pt idx="1107">
                  <c:v>40997</c:v>
                </c:pt>
                <c:pt idx="1108">
                  <c:v>40998</c:v>
                </c:pt>
                <c:pt idx="1109">
                  <c:v>41001</c:v>
                </c:pt>
                <c:pt idx="1110">
                  <c:v>41002</c:v>
                </c:pt>
                <c:pt idx="1111">
                  <c:v>41003</c:v>
                </c:pt>
                <c:pt idx="1112">
                  <c:v>41004</c:v>
                </c:pt>
                <c:pt idx="1113">
                  <c:v>41005</c:v>
                </c:pt>
                <c:pt idx="1114">
                  <c:v>41008</c:v>
                </c:pt>
                <c:pt idx="1115">
                  <c:v>41009</c:v>
                </c:pt>
                <c:pt idx="1116">
                  <c:v>41010</c:v>
                </c:pt>
                <c:pt idx="1117">
                  <c:v>41011</c:v>
                </c:pt>
                <c:pt idx="1118">
                  <c:v>41012</c:v>
                </c:pt>
                <c:pt idx="1119">
                  <c:v>41015</c:v>
                </c:pt>
                <c:pt idx="1120">
                  <c:v>41016</c:v>
                </c:pt>
                <c:pt idx="1121">
                  <c:v>41017</c:v>
                </c:pt>
                <c:pt idx="1122">
                  <c:v>41018</c:v>
                </c:pt>
                <c:pt idx="1123">
                  <c:v>41019</c:v>
                </c:pt>
                <c:pt idx="1124">
                  <c:v>41022</c:v>
                </c:pt>
                <c:pt idx="1125">
                  <c:v>41023</c:v>
                </c:pt>
                <c:pt idx="1126">
                  <c:v>41024</c:v>
                </c:pt>
                <c:pt idx="1127">
                  <c:v>41025</c:v>
                </c:pt>
                <c:pt idx="1128">
                  <c:v>41026</c:v>
                </c:pt>
                <c:pt idx="1129">
                  <c:v>41029</c:v>
                </c:pt>
                <c:pt idx="1130">
                  <c:v>41030</c:v>
                </c:pt>
                <c:pt idx="1131">
                  <c:v>41031</c:v>
                </c:pt>
                <c:pt idx="1132">
                  <c:v>41032</c:v>
                </c:pt>
                <c:pt idx="1133">
                  <c:v>41033</c:v>
                </c:pt>
                <c:pt idx="1134">
                  <c:v>41036</c:v>
                </c:pt>
                <c:pt idx="1135">
                  <c:v>41037</c:v>
                </c:pt>
                <c:pt idx="1136">
                  <c:v>41038</c:v>
                </c:pt>
                <c:pt idx="1137">
                  <c:v>41039</c:v>
                </c:pt>
                <c:pt idx="1138">
                  <c:v>41040</c:v>
                </c:pt>
                <c:pt idx="1139">
                  <c:v>41043</c:v>
                </c:pt>
                <c:pt idx="1140">
                  <c:v>41044</c:v>
                </c:pt>
                <c:pt idx="1141">
                  <c:v>41045</c:v>
                </c:pt>
                <c:pt idx="1142">
                  <c:v>41046</c:v>
                </c:pt>
                <c:pt idx="1143">
                  <c:v>41047</c:v>
                </c:pt>
                <c:pt idx="1144">
                  <c:v>41050</c:v>
                </c:pt>
                <c:pt idx="1145">
                  <c:v>41051</c:v>
                </c:pt>
                <c:pt idx="1146">
                  <c:v>41052</c:v>
                </c:pt>
                <c:pt idx="1147">
                  <c:v>41053</c:v>
                </c:pt>
                <c:pt idx="1148">
                  <c:v>41054</c:v>
                </c:pt>
                <c:pt idx="1149">
                  <c:v>41057</c:v>
                </c:pt>
                <c:pt idx="1150">
                  <c:v>41058</c:v>
                </c:pt>
                <c:pt idx="1151">
                  <c:v>41059</c:v>
                </c:pt>
                <c:pt idx="1152">
                  <c:v>41060</c:v>
                </c:pt>
                <c:pt idx="1153">
                  <c:v>41061</c:v>
                </c:pt>
                <c:pt idx="1154">
                  <c:v>41064</c:v>
                </c:pt>
                <c:pt idx="1155">
                  <c:v>41065</c:v>
                </c:pt>
                <c:pt idx="1156">
                  <c:v>41066</c:v>
                </c:pt>
                <c:pt idx="1157">
                  <c:v>41067</c:v>
                </c:pt>
                <c:pt idx="1158">
                  <c:v>41068</c:v>
                </c:pt>
                <c:pt idx="1159">
                  <c:v>41071</c:v>
                </c:pt>
                <c:pt idx="1160">
                  <c:v>41072</c:v>
                </c:pt>
                <c:pt idx="1161">
                  <c:v>41073</c:v>
                </c:pt>
                <c:pt idx="1162">
                  <c:v>41074</c:v>
                </c:pt>
                <c:pt idx="1163">
                  <c:v>41075</c:v>
                </c:pt>
                <c:pt idx="1164">
                  <c:v>41078</c:v>
                </c:pt>
                <c:pt idx="1165">
                  <c:v>41079</c:v>
                </c:pt>
                <c:pt idx="1166">
                  <c:v>41080</c:v>
                </c:pt>
                <c:pt idx="1167">
                  <c:v>41081</c:v>
                </c:pt>
                <c:pt idx="1168">
                  <c:v>41082</c:v>
                </c:pt>
                <c:pt idx="1169">
                  <c:v>41085</c:v>
                </c:pt>
                <c:pt idx="1170">
                  <c:v>41086</c:v>
                </c:pt>
                <c:pt idx="1171">
                  <c:v>41087</c:v>
                </c:pt>
                <c:pt idx="1172">
                  <c:v>41088</c:v>
                </c:pt>
                <c:pt idx="1173">
                  <c:v>41089</c:v>
                </c:pt>
                <c:pt idx="1174">
                  <c:v>41092</c:v>
                </c:pt>
                <c:pt idx="1175">
                  <c:v>41093</c:v>
                </c:pt>
                <c:pt idx="1176">
                  <c:v>41094</c:v>
                </c:pt>
                <c:pt idx="1177">
                  <c:v>41095</c:v>
                </c:pt>
                <c:pt idx="1178">
                  <c:v>41096</c:v>
                </c:pt>
                <c:pt idx="1179">
                  <c:v>41099</c:v>
                </c:pt>
                <c:pt idx="1180">
                  <c:v>41100</c:v>
                </c:pt>
                <c:pt idx="1181">
                  <c:v>41101</c:v>
                </c:pt>
                <c:pt idx="1182">
                  <c:v>41102</c:v>
                </c:pt>
                <c:pt idx="1183">
                  <c:v>41103</c:v>
                </c:pt>
                <c:pt idx="1184">
                  <c:v>41106</c:v>
                </c:pt>
                <c:pt idx="1185">
                  <c:v>41107</c:v>
                </c:pt>
                <c:pt idx="1186">
                  <c:v>41108</c:v>
                </c:pt>
                <c:pt idx="1187">
                  <c:v>41109</c:v>
                </c:pt>
                <c:pt idx="1188">
                  <c:v>41110</c:v>
                </c:pt>
                <c:pt idx="1189">
                  <c:v>41113</c:v>
                </c:pt>
                <c:pt idx="1190">
                  <c:v>41114</c:v>
                </c:pt>
                <c:pt idx="1191">
                  <c:v>41115</c:v>
                </c:pt>
                <c:pt idx="1192">
                  <c:v>41116</c:v>
                </c:pt>
                <c:pt idx="1193">
                  <c:v>41117</c:v>
                </c:pt>
                <c:pt idx="1194">
                  <c:v>41120</c:v>
                </c:pt>
                <c:pt idx="1195">
                  <c:v>41121</c:v>
                </c:pt>
                <c:pt idx="1196">
                  <c:v>41122</c:v>
                </c:pt>
                <c:pt idx="1197">
                  <c:v>41123</c:v>
                </c:pt>
                <c:pt idx="1198">
                  <c:v>41124</c:v>
                </c:pt>
                <c:pt idx="1199">
                  <c:v>41127</c:v>
                </c:pt>
                <c:pt idx="1200">
                  <c:v>41128</c:v>
                </c:pt>
                <c:pt idx="1201">
                  <c:v>41129</c:v>
                </c:pt>
                <c:pt idx="1202">
                  <c:v>41130</c:v>
                </c:pt>
                <c:pt idx="1203">
                  <c:v>41131</c:v>
                </c:pt>
                <c:pt idx="1204">
                  <c:v>41134</c:v>
                </c:pt>
                <c:pt idx="1205">
                  <c:v>41135</c:v>
                </c:pt>
                <c:pt idx="1206">
                  <c:v>41136</c:v>
                </c:pt>
                <c:pt idx="1207">
                  <c:v>41137</c:v>
                </c:pt>
                <c:pt idx="1208">
                  <c:v>41138</c:v>
                </c:pt>
                <c:pt idx="1209">
                  <c:v>41141</c:v>
                </c:pt>
                <c:pt idx="1210">
                  <c:v>41142</c:v>
                </c:pt>
                <c:pt idx="1211">
                  <c:v>41143</c:v>
                </c:pt>
                <c:pt idx="1212">
                  <c:v>41144</c:v>
                </c:pt>
                <c:pt idx="1213">
                  <c:v>41145</c:v>
                </c:pt>
                <c:pt idx="1214">
                  <c:v>41148</c:v>
                </c:pt>
                <c:pt idx="1215">
                  <c:v>41149</c:v>
                </c:pt>
                <c:pt idx="1216">
                  <c:v>41150</c:v>
                </c:pt>
                <c:pt idx="1217">
                  <c:v>41151</c:v>
                </c:pt>
                <c:pt idx="1218">
                  <c:v>41152</c:v>
                </c:pt>
                <c:pt idx="1219">
                  <c:v>41155</c:v>
                </c:pt>
                <c:pt idx="1220">
                  <c:v>41156</c:v>
                </c:pt>
                <c:pt idx="1221">
                  <c:v>41157</c:v>
                </c:pt>
                <c:pt idx="1222">
                  <c:v>41158</c:v>
                </c:pt>
                <c:pt idx="1223">
                  <c:v>41159</c:v>
                </c:pt>
                <c:pt idx="1224">
                  <c:v>41162</c:v>
                </c:pt>
                <c:pt idx="1225">
                  <c:v>41163</c:v>
                </c:pt>
                <c:pt idx="1226">
                  <c:v>41164</c:v>
                </c:pt>
                <c:pt idx="1227">
                  <c:v>41165</c:v>
                </c:pt>
                <c:pt idx="1228">
                  <c:v>41166</c:v>
                </c:pt>
                <c:pt idx="1229">
                  <c:v>41169</c:v>
                </c:pt>
                <c:pt idx="1230">
                  <c:v>41170</c:v>
                </c:pt>
                <c:pt idx="1231">
                  <c:v>41171</c:v>
                </c:pt>
                <c:pt idx="1232">
                  <c:v>41172</c:v>
                </c:pt>
                <c:pt idx="1233">
                  <c:v>41173</c:v>
                </c:pt>
                <c:pt idx="1234">
                  <c:v>41176</c:v>
                </c:pt>
                <c:pt idx="1235">
                  <c:v>41177</c:v>
                </c:pt>
                <c:pt idx="1236">
                  <c:v>41178</c:v>
                </c:pt>
                <c:pt idx="1237">
                  <c:v>41179</c:v>
                </c:pt>
                <c:pt idx="1238">
                  <c:v>41180</c:v>
                </c:pt>
                <c:pt idx="1239">
                  <c:v>41183</c:v>
                </c:pt>
                <c:pt idx="1240">
                  <c:v>41184</c:v>
                </c:pt>
                <c:pt idx="1241">
                  <c:v>41185</c:v>
                </c:pt>
                <c:pt idx="1242">
                  <c:v>41186</c:v>
                </c:pt>
                <c:pt idx="1243">
                  <c:v>41187</c:v>
                </c:pt>
                <c:pt idx="1244">
                  <c:v>41190</c:v>
                </c:pt>
              </c:numCache>
            </c:numRef>
          </c:cat>
          <c:val>
            <c:numRef>
              <c:f>Sheet2!$N$1314:$N$2558</c:f>
              <c:numCache>
                <c:formatCode>General</c:formatCode>
                <c:ptCount val="1245"/>
                <c:pt idx="0">
                  <c:v>0</c:v>
                </c:pt>
                <c:pt idx="1">
                  <c:v>1.7349575489110425E-2</c:v>
                </c:pt>
                <c:pt idx="2">
                  <c:v>1.9195275009228574E-2</c:v>
                </c:pt>
                <c:pt idx="3">
                  <c:v>6.7737172388335321E-2</c:v>
                </c:pt>
                <c:pt idx="4">
                  <c:v>7.4197120708748621E-2</c:v>
                </c:pt>
                <c:pt idx="5">
                  <c:v>0.1070505721668511</c:v>
                </c:pt>
                <c:pt idx="6">
                  <c:v>8.7117017349575443E-2</c:v>
                </c:pt>
                <c:pt idx="7">
                  <c:v>6.6998892580287794E-2</c:v>
                </c:pt>
                <c:pt idx="8">
                  <c:v>8.4348468069397997E-2</c:v>
                </c:pt>
                <c:pt idx="9">
                  <c:v>6.9952011812476567E-2</c:v>
                </c:pt>
                <c:pt idx="10">
                  <c:v>0.11664820967146516</c:v>
                </c:pt>
                <c:pt idx="11">
                  <c:v>0.13492063492063466</c:v>
                </c:pt>
                <c:pt idx="12">
                  <c:v>0.19693613879660354</c:v>
                </c:pt>
                <c:pt idx="13">
                  <c:v>0.22203765227020988</c:v>
                </c:pt>
                <c:pt idx="14">
                  <c:v>0.22203765227020988</c:v>
                </c:pt>
                <c:pt idx="15">
                  <c:v>0.25138427464008806</c:v>
                </c:pt>
                <c:pt idx="16">
                  <c:v>0.18789221114802479</c:v>
                </c:pt>
                <c:pt idx="17">
                  <c:v>0.16648209671465475</c:v>
                </c:pt>
                <c:pt idx="18">
                  <c:v>0.20210409745293445</c:v>
                </c:pt>
                <c:pt idx="19">
                  <c:v>0.16408268733850107</c:v>
                </c:pt>
                <c:pt idx="20">
                  <c:v>0.14802510151347348</c:v>
                </c:pt>
                <c:pt idx="21">
                  <c:v>0.17423403469915089</c:v>
                </c:pt>
                <c:pt idx="22">
                  <c:v>0.13510520487264666</c:v>
                </c:pt>
                <c:pt idx="23">
                  <c:v>9.0808416389811741E-2</c:v>
                </c:pt>
                <c:pt idx="24">
                  <c:v>0.11757105943152446</c:v>
                </c:pt>
                <c:pt idx="25">
                  <c:v>0.17755629383536364</c:v>
                </c:pt>
                <c:pt idx="26">
                  <c:v>0.1991509782207459</c:v>
                </c:pt>
                <c:pt idx="27">
                  <c:v>0.18530823181986</c:v>
                </c:pt>
                <c:pt idx="28">
                  <c:v>0.1954595791805096</c:v>
                </c:pt>
                <c:pt idx="29">
                  <c:v>0.18124769287560016</c:v>
                </c:pt>
                <c:pt idx="30">
                  <c:v>0.16315983757844266</c:v>
                </c:pt>
                <c:pt idx="31">
                  <c:v>0.14414913252122585</c:v>
                </c:pt>
                <c:pt idx="32">
                  <c:v>0.15540789959394652</c:v>
                </c:pt>
                <c:pt idx="33">
                  <c:v>0.16315983757844266</c:v>
                </c:pt>
                <c:pt idx="34">
                  <c:v>0.16315983757844266</c:v>
                </c:pt>
                <c:pt idx="35">
                  <c:v>0.15873015873015905</c:v>
                </c:pt>
                <c:pt idx="36">
                  <c:v>0.14581026208933223</c:v>
                </c:pt>
                <c:pt idx="37">
                  <c:v>0.16888150609080887</c:v>
                </c:pt>
                <c:pt idx="38">
                  <c:v>0.14802510151347414</c:v>
                </c:pt>
                <c:pt idx="39">
                  <c:v>0.12753783684016295</c:v>
                </c:pt>
                <c:pt idx="40">
                  <c:v>0.10760428202288708</c:v>
                </c:pt>
                <c:pt idx="41">
                  <c:v>0.10944998154300523</c:v>
                </c:pt>
                <c:pt idx="42">
                  <c:v>0.1358434846806944</c:v>
                </c:pt>
                <c:pt idx="43">
                  <c:v>0.18992248062015538</c:v>
                </c:pt>
                <c:pt idx="44">
                  <c:v>0.18881506090808453</c:v>
                </c:pt>
                <c:pt idx="45">
                  <c:v>0.20081210778885228</c:v>
                </c:pt>
                <c:pt idx="46">
                  <c:v>0.185492801771872</c:v>
                </c:pt>
                <c:pt idx="47">
                  <c:v>0.23883351790328589</c:v>
                </c:pt>
                <c:pt idx="48">
                  <c:v>0.2591362126245853</c:v>
                </c:pt>
                <c:pt idx="49">
                  <c:v>0.29697305278700692</c:v>
                </c:pt>
                <c:pt idx="50">
                  <c:v>0.20339608711701818</c:v>
                </c:pt>
                <c:pt idx="51">
                  <c:v>0.22166851236618768</c:v>
                </c:pt>
                <c:pt idx="52">
                  <c:v>0.21668512366186876</c:v>
                </c:pt>
                <c:pt idx="53">
                  <c:v>0.25618309339239653</c:v>
                </c:pt>
                <c:pt idx="54">
                  <c:v>0.28423772609819209</c:v>
                </c:pt>
                <c:pt idx="55">
                  <c:v>0.17811000369139984</c:v>
                </c:pt>
                <c:pt idx="56">
                  <c:v>0.23643410852713265</c:v>
                </c:pt>
                <c:pt idx="57">
                  <c:v>0.18844592100406143</c:v>
                </c:pt>
                <c:pt idx="58">
                  <c:v>0.18844592100406143</c:v>
                </c:pt>
                <c:pt idx="59">
                  <c:v>0.14230343300110837</c:v>
                </c:pt>
                <c:pt idx="60">
                  <c:v>0.13362864525655316</c:v>
                </c:pt>
                <c:pt idx="61">
                  <c:v>0.16020671834625433</c:v>
                </c:pt>
                <c:pt idx="62">
                  <c:v>0.17035806570690393</c:v>
                </c:pt>
                <c:pt idx="63">
                  <c:v>0.19010705057216803</c:v>
                </c:pt>
                <c:pt idx="64">
                  <c:v>0.18992248062015604</c:v>
                </c:pt>
                <c:pt idx="65">
                  <c:v>0.10428202288667499</c:v>
                </c:pt>
                <c:pt idx="66">
                  <c:v>9.9483204134368064E-2</c:v>
                </c:pt>
                <c:pt idx="67">
                  <c:v>9.892949427833253E-2</c:v>
                </c:pt>
                <c:pt idx="68">
                  <c:v>9.8191214470285226E-2</c:v>
                </c:pt>
                <c:pt idx="69">
                  <c:v>9.468438538206092E-2</c:v>
                </c:pt>
                <c:pt idx="70">
                  <c:v>0.10003691399040338</c:v>
                </c:pt>
                <c:pt idx="71">
                  <c:v>0.11775562938353734</c:v>
                </c:pt>
                <c:pt idx="72">
                  <c:v>0.11683277962347827</c:v>
                </c:pt>
                <c:pt idx="73">
                  <c:v>0.1539313399778528</c:v>
                </c:pt>
                <c:pt idx="74">
                  <c:v>0.16426725729051439</c:v>
                </c:pt>
                <c:pt idx="75">
                  <c:v>0.15891472868217194</c:v>
                </c:pt>
                <c:pt idx="76">
                  <c:v>9.597637504614398E-2</c:v>
                </c:pt>
                <c:pt idx="77">
                  <c:v>9.597637504614398E-2</c:v>
                </c:pt>
                <c:pt idx="78">
                  <c:v>7.2166851236620033E-2</c:v>
                </c:pt>
                <c:pt idx="79">
                  <c:v>6.8290882244371964E-2</c:v>
                </c:pt>
                <c:pt idx="80">
                  <c:v>7.9918789221116171E-2</c:v>
                </c:pt>
                <c:pt idx="81">
                  <c:v>8.4902177925435085E-2</c:v>
                </c:pt>
                <c:pt idx="82">
                  <c:v>6.9213732004431039E-2</c:v>
                </c:pt>
                <c:pt idx="83">
                  <c:v>5.3709856035438763E-2</c:v>
                </c:pt>
                <c:pt idx="84">
                  <c:v>5.3340716131415E-2</c:v>
                </c:pt>
                <c:pt idx="85">
                  <c:v>6.2938353636029287E-2</c:v>
                </c:pt>
                <c:pt idx="86">
                  <c:v>7.1244001476560959E-2</c:v>
                </c:pt>
                <c:pt idx="87">
                  <c:v>3.1930601698044736E-2</c:v>
                </c:pt>
                <c:pt idx="88">
                  <c:v>2.4732373569584132E-2</c:v>
                </c:pt>
                <c:pt idx="89">
                  <c:v>3.9313399778517333E-2</c:v>
                </c:pt>
                <c:pt idx="90">
                  <c:v>1.7165005537099765E-2</c:v>
                </c:pt>
                <c:pt idx="91">
                  <c:v>5.6478405315615987E-2</c:v>
                </c:pt>
                <c:pt idx="92">
                  <c:v>5.7585825027686832E-2</c:v>
                </c:pt>
                <c:pt idx="93">
                  <c:v>6.3307493540053272E-2</c:v>
                </c:pt>
                <c:pt idx="94">
                  <c:v>4.1159099298635704E-2</c:v>
                </c:pt>
                <c:pt idx="95">
                  <c:v>4.0605389442600393E-2</c:v>
                </c:pt>
                <c:pt idx="96">
                  <c:v>3.5806570690293249E-2</c:v>
                </c:pt>
                <c:pt idx="97">
                  <c:v>1.2181616832781295E-2</c:v>
                </c:pt>
                <c:pt idx="98">
                  <c:v>9.0439276485805298E-3</c:v>
                </c:pt>
                <c:pt idx="99">
                  <c:v>4.0605389442616158E-3</c:v>
                </c:pt>
                <c:pt idx="100">
                  <c:v>1.9933554817277654E-2</c:v>
                </c:pt>
                <c:pt idx="101">
                  <c:v>5.6293835363604883E-2</c:v>
                </c:pt>
                <c:pt idx="102">
                  <c:v>5.4632705795498726E-2</c:v>
                </c:pt>
                <c:pt idx="103">
                  <c:v>8.7117017349577885E-2</c:v>
                </c:pt>
                <c:pt idx="104">
                  <c:v>8.7117017349577885E-2</c:v>
                </c:pt>
                <c:pt idx="105">
                  <c:v>6.6629752676266696E-2</c:v>
                </c:pt>
                <c:pt idx="106">
                  <c:v>5.8508674787747017E-2</c:v>
                </c:pt>
                <c:pt idx="107">
                  <c:v>4.7249907715026351E-2</c:v>
                </c:pt>
                <c:pt idx="108">
                  <c:v>4.3373938722778282E-2</c:v>
                </c:pt>
                <c:pt idx="109">
                  <c:v>6.5706902916207621E-2</c:v>
                </c:pt>
                <c:pt idx="110">
                  <c:v>7.8442229605022673E-2</c:v>
                </c:pt>
                <c:pt idx="111">
                  <c:v>7.7888519748987139E-2</c:v>
                </c:pt>
                <c:pt idx="112">
                  <c:v>3.5252860834258382E-2</c:v>
                </c:pt>
                <c:pt idx="113">
                  <c:v>0.10372831303064101</c:v>
                </c:pt>
                <c:pt idx="114">
                  <c:v>9.5607235142121327E-2</c:v>
                </c:pt>
                <c:pt idx="115">
                  <c:v>0.10668143226283</c:v>
                </c:pt>
                <c:pt idx="116">
                  <c:v>0.14193429309708616</c:v>
                </c:pt>
                <c:pt idx="117">
                  <c:v>0.13122923588040103</c:v>
                </c:pt>
                <c:pt idx="118">
                  <c:v>0.10760428202288885</c:v>
                </c:pt>
                <c:pt idx="119">
                  <c:v>0.10465116279069986</c:v>
                </c:pt>
                <c:pt idx="120">
                  <c:v>0.1131413805832433</c:v>
                </c:pt>
                <c:pt idx="121">
                  <c:v>0.13953488372093248</c:v>
                </c:pt>
                <c:pt idx="122">
                  <c:v>0.13436692506460179</c:v>
                </c:pt>
                <c:pt idx="123">
                  <c:v>0.16961978589885818</c:v>
                </c:pt>
                <c:pt idx="124">
                  <c:v>0.17386489479512979</c:v>
                </c:pt>
                <c:pt idx="125">
                  <c:v>0.17589516426725971</c:v>
                </c:pt>
                <c:pt idx="126">
                  <c:v>0.16279069767442111</c:v>
                </c:pt>
                <c:pt idx="127">
                  <c:v>0.22739018087855567</c:v>
                </c:pt>
                <c:pt idx="128">
                  <c:v>0.23698781838316996</c:v>
                </c:pt>
                <c:pt idx="129">
                  <c:v>0.23052787006275666</c:v>
                </c:pt>
                <c:pt idx="130">
                  <c:v>0.22388335179033136</c:v>
                </c:pt>
                <c:pt idx="131">
                  <c:v>0.26873385012920181</c:v>
                </c:pt>
                <c:pt idx="132">
                  <c:v>0.26633444075304835</c:v>
                </c:pt>
                <c:pt idx="133">
                  <c:v>0.26633444075304835</c:v>
                </c:pt>
                <c:pt idx="134">
                  <c:v>0.29420450350683214</c:v>
                </c:pt>
                <c:pt idx="135">
                  <c:v>0.24603174603174893</c:v>
                </c:pt>
                <c:pt idx="136">
                  <c:v>0.29808047249907998</c:v>
                </c:pt>
                <c:pt idx="137">
                  <c:v>0.28571428571428847</c:v>
                </c:pt>
                <c:pt idx="138">
                  <c:v>0.31616832779623771</c:v>
                </c:pt>
                <c:pt idx="139">
                  <c:v>0.33979328165374989</c:v>
                </c:pt>
                <c:pt idx="140">
                  <c:v>0.37301587301587613</c:v>
                </c:pt>
                <c:pt idx="141">
                  <c:v>0.31081579918789504</c:v>
                </c:pt>
                <c:pt idx="142">
                  <c:v>0.28165374677002863</c:v>
                </c:pt>
                <c:pt idx="143">
                  <c:v>0.26614987080103614</c:v>
                </c:pt>
                <c:pt idx="144">
                  <c:v>0.26799557032115429</c:v>
                </c:pt>
                <c:pt idx="145">
                  <c:v>0.23938722775932342</c:v>
                </c:pt>
                <c:pt idx="146">
                  <c:v>0.2262827611664846</c:v>
                </c:pt>
                <c:pt idx="147">
                  <c:v>0.2801771871539338</c:v>
                </c:pt>
                <c:pt idx="148">
                  <c:v>0.27630121816168574</c:v>
                </c:pt>
                <c:pt idx="149">
                  <c:v>0.31413805832410735</c:v>
                </c:pt>
                <c:pt idx="150">
                  <c:v>0.25710594315245716</c:v>
                </c:pt>
                <c:pt idx="151">
                  <c:v>0.21280915466962202</c:v>
                </c:pt>
                <c:pt idx="152">
                  <c:v>0.24529346622370118</c:v>
                </c:pt>
                <c:pt idx="153">
                  <c:v>0.25876707272056376</c:v>
                </c:pt>
                <c:pt idx="154">
                  <c:v>0.28276116648209948</c:v>
                </c:pt>
                <c:pt idx="155">
                  <c:v>0.21244001476559871</c:v>
                </c:pt>
                <c:pt idx="156">
                  <c:v>0.20431893687707903</c:v>
                </c:pt>
                <c:pt idx="157">
                  <c:v>0.2410483573274298</c:v>
                </c:pt>
                <c:pt idx="158">
                  <c:v>0.19047619047619313</c:v>
                </c:pt>
                <c:pt idx="159">
                  <c:v>0.16795865633075202</c:v>
                </c:pt>
                <c:pt idx="160">
                  <c:v>0.1913990402362522</c:v>
                </c:pt>
                <c:pt idx="161">
                  <c:v>0.20653377630122094</c:v>
                </c:pt>
                <c:pt idx="162">
                  <c:v>0.19029162052418136</c:v>
                </c:pt>
                <c:pt idx="163">
                  <c:v>0.17755629383536631</c:v>
                </c:pt>
                <c:pt idx="164">
                  <c:v>0.21133259505352808</c:v>
                </c:pt>
                <c:pt idx="165">
                  <c:v>0.23735695828719372</c:v>
                </c:pt>
                <c:pt idx="166">
                  <c:v>0.22683647102252036</c:v>
                </c:pt>
                <c:pt idx="167">
                  <c:v>0.22314507198228406</c:v>
                </c:pt>
                <c:pt idx="168">
                  <c:v>0.19084533038021667</c:v>
                </c:pt>
                <c:pt idx="169">
                  <c:v>0.23698781838316996</c:v>
                </c:pt>
                <c:pt idx="170">
                  <c:v>0.22886674049465028</c:v>
                </c:pt>
                <c:pt idx="171">
                  <c:v>0.20782576596530355</c:v>
                </c:pt>
                <c:pt idx="172">
                  <c:v>0.17884828349944892</c:v>
                </c:pt>
                <c:pt idx="173">
                  <c:v>0.20173495754891357</c:v>
                </c:pt>
                <c:pt idx="174">
                  <c:v>0.20173495754891357</c:v>
                </c:pt>
                <c:pt idx="175">
                  <c:v>0.21723883351790585</c:v>
                </c:pt>
                <c:pt idx="176">
                  <c:v>0.22019195275009484</c:v>
                </c:pt>
                <c:pt idx="177">
                  <c:v>0.2912513842746427</c:v>
                </c:pt>
                <c:pt idx="178">
                  <c:v>0.28571428571428847</c:v>
                </c:pt>
                <c:pt idx="179">
                  <c:v>0.23034330011074444</c:v>
                </c:pt>
                <c:pt idx="180">
                  <c:v>0.3074935400516825</c:v>
                </c:pt>
                <c:pt idx="181">
                  <c:v>0.29272794389073753</c:v>
                </c:pt>
                <c:pt idx="182">
                  <c:v>0.255629383536363</c:v>
                </c:pt>
                <c:pt idx="183">
                  <c:v>0.24418604651163056</c:v>
                </c:pt>
                <c:pt idx="184">
                  <c:v>0.3660022148394273</c:v>
                </c:pt>
                <c:pt idx="185">
                  <c:v>0.32096714654854486</c:v>
                </c:pt>
                <c:pt idx="186">
                  <c:v>0.43632336655592807</c:v>
                </c:pt>
                <c:pt idx="187">
                  <c:v>0.33813215208564373</c:v>
                </c:pt>
                <c:pt idx="188">
                  <c:v>0.23717238833518217</c:v>
                </c:pt>
                <c:pt idx="189">
                  <c:v>0.29568106312292697</c:v>
                </c:pt>
                <c:pt idx="190">
                  <c:v>0.35622000738280168</c:v>
                </c:pt>
                <c:pt idx="191">
                  <c:v>0.27537836840162733</c:v>
                </c:pt>
                <c:pt idx="192">
                  <c:v>0.23348098929494587</c:v>
                </c:pt>
                <c:pt idx="193">
                  <c:v>0.23126614987080396</c:v>
                </c:pt>
                <c:pt idx="194">
                  <c:v>0.41196013289036881</c:v>
                </c:pt>
                <c:pt idx="195">
                  <c:v>0.29752676264304467</c:v>
                </c:pt>
                <c:pt idx="196">
                  <c:v>0.28774455518641862</c:v>
                </c:pt>
                <c:pt idx="197">
                  <c:v>0.38667404946475026</c:v>
                </c:pt>
                <c:pt idx="198">
                  <c:v>0.42321889996308926</c:v>
                </c:pt>
                <c:pt idx="199">
                  <c:v>0.55666297526762998</c:v>
                </c:pt>
                <c:pt idx="200">
                  <c:v>0.7037652270210446</c:v>
                </c:pt>
                <c:pt idx="201">
                  <c:v>0.79420450350683258</c:v>
                </c:pt>
                <c:pt idx="202">
                  <c:v>1.030269472129941</c:v>
                </c:pt>
                <c:pt idx="203">
                  <c:v>1.0465116279069804</c:v>
                </c:pt>
                <c:pt idx="204">
                  <c:v>0.5873015873015901</c:v>
                </c:pt>
                <c:pt idx="205">
                  <c:v>0.61886304909560996</c:v>
                </c:pt>
                <c:pt idx="206">
                  <c:v>0.9114064230343335</c:v>
                </c:pt>
                <c:pt idx="207">
                  <c:v>0.75618309339239898</c:v>
                </c:pt>
                <c:pt idx="208">
                  <c:v>0.7792543373938754</c:v>
                </c:pt>
                <c:pt idx="209">
                  <c:v>0.60944998154300767</c:v>
                </c:pt>
                <c:pt idx="210">
                  <c:v>0.69952011812477211</c:v>
                </c:pt>
                <c:pt idx="211">
                  <c:v>0.89184200812108116</c:v>
                </c:pt>
                <c:pt idx="212">
                  <c:v>0.85677371723883677</c:v>
                </c:pt>
                <c:pt idx="213">
                  <c:v>0.99427833148763733</c:v>
                </c:pt>
                <c:pt idx="214">
                  <c:v>1.1098191214470323</c:v>
                </c:pt>
                <c:pt idx="215">
                  <c:v>0.6648209671465517</c:v>
                </c:pt>
                <c:pt idx="216">
                  <c:v>0.72757475083056788</c:v>
                </c:pt>
                <c:pt idx="217">
                  <c:v>0.60944998154300789</c:v>
                </c:pt>
                <c:pt idx="218">
                  <c:v>0.55389442598745209</c:v>
                </c:pt>
                <c:pt idx="219">
                  <c:v>0.56884459210040905</c:v>
                </c:pt>
                <c:pt idx="220">
                  <c:v>0.45533407161314421</c:v>
                </c:pt>
                <c:pt idx="221">
                  <c:v>0.58250276854928318</c:v>
                </c:pt>
                <c:pt idx="222">
                  <c:v>0.7460317460317496</c:v>
                </c:pt>
                <c:pt idx="223">
                  <c:v>0.65909929863418593</c:v>
                </c:pt>
                <c:pt idx="224">
                  <c:v>0.68069398301956818</c:v>
                </c:pt>
                <c:pt idx="225">
                  <c:v>0.76430417128091954</c:v>
                </c:pt>
                <c:pt idx="226">
                  <c:v>0.93687707641196472</c:v>
                </c:pt>
                <c:pt idx="227">
                  <c:v>0.67571059431524949</c:v>
                </c:pt>
                <c:pt idx="228">
                  <c:v>0.81801402731635697</c:v>
                </c:pt>
                <c:pt idx="229">
                  <c:v>0.90642303433001548</c:v>
                </c:pt>
                <c:pt idx="230">
                  <c:v>0.87430786267995986</c:v>
                </c:pt>
                <c:pt idx="231">
                  <c:v>1.0845330380214149</c:v>
                </c:pt>
                <c:pt idx="232">
                  <c:v>1.3619416758951695</c:v>
                </c:pt>
                <c:pt idx="233">
                  <c:v>1.0845330380214144</c:v>
                </c:pt>
                <c:pt idx="234">
                  <c:v>0.84754521963824647</c:v>
                </c:pt>
                <c:pt idx="235">
                  <c:v>0.7860834256183129</c:v>
                </c:pt>
                <c:pt idx="236">
                  <c:v>0.66242155777039824</c:v>
                </c:pt>
                <c:pt idx="237">
                  <c:v>0.66242155777039824</c:v>
                </c:pt>
                <c:pt idx="238">
                  <c:v>0.62809154669620115</c:v>
                </c:pt>
                <c:pt idx="239">
                  <c:v>0.90845330380214517</c:v>
                </c:pt>
                <c:pt idx="240">
                  <c:v>0.76172019195275387</c:v>
                </c:pt>
                <c:pt idx="241">
                  <c:v>0.67165005537098899</c:v>
                </c:pt>
                <c:pt idx="242">
                  <c:v>0.76818014027316739</c:v>
                </c:pt>
                <c:pt idx="243">
                  <c:v>0.64414913252122918</c:v>
                </c:pt>
                <c:pt idx="244">
                  <c:v>0.52325581395349174</c:v>
                </c:pt>
                <c:pt idx="245">
                  <c:v>0.57622739018088232</c:v>
                </c:pt>
                <c:pt idx="246">
                  <c:v>0.54662236987818758</c:v>
                </c:pt>
                <c:pt idx="247">
                  <c:v>0.62255444813584737</c:v>
                </c:pt>
                <c:pt idx="248">
                  <c:v>0.6077888519749024</c:v>
                </c:pt>
                <c:pt idx="249">
                  <c:v>0.63971945367294603</c:v>
                </c:pt>
                <c:pt idx="250">
                  <c:v>0.48098929494278675</c:v>
                </c:pt>
                <c:pt idx="251">
                  <c:v>0.50701365817645261</c:v>
                </c:pt>
                <c:pt idx="252">
                  <c:v>0.56238464377999642</c:v>
                </c:pt>
                <c:pt idx="253">
                  <c:v>0.57622739018088232</c:v>
                </c:pt>
                <c:pt idx="254">
                  <c:v>0.61387966039129194</c:v>
                </c:pt>
                <c:pt idx="255">
                  <c:v>0.42912513842746725</c:v>
                </c:pt>
                <c:pt idx="256">
                  <c:v>0.41805094130675835</c:v>
                </c:pt>
                <c:pt idx="257">
                  <c:v>0.41805094130675835</c:v>
                </c:pt>
                <c:pt idx="258">
                  <c:v>0.40476190476190776</c:v>
                </c:pt>
                <c:pt idx="259">
                  <c:v>0.40513104466593131</c:v>
                </c:pt>
                <c:pt idx="260">
                  <c:v>0.34200812107789114</c:v>
                </c:pt>
                <c:pt idx="261">
                  <c:v>0.30933923957180043</c:v>
                </c:pt>
                <c:pt idx="262">
                  <c:v>0.30933923957180043</c:v>
                </c:pt>
                <c:pt idx="263">
                  <c:v>0.22868217054263806</c:v>
                </c:pt>
                <c:pt idx="264">
                  <c:v>0.22757475083056744</c:v>
                </c:pt>
                <c:pt idx="265">
                  <c:v>0.21262458471761048</c:v>
                </c:pt>
                <c:pt idx="266">
                  <c:v>0.28368401624215833</c:v>
                </c:pt>
                <c:pt idx="267">
                  <c:v>0.27482465854559135</c:v>
                </c:pt>
                <c:pt idx="268">
                  <c:v>0.32798080472499347</c:v>
                </c:pt>
                <c:pt idx="269">
                  <c:v>0.39073458840900965</c:v>
                </c:pt>
                <c:pt idx="270">
                  <c:v>0.38944259874492704</c:v>
                </c:pt>
                <c:pt idx="271">
                  <c:v>0.47347729789590542</c:v>
                </c:pt>
                <c:pt idx="272">
                  <c:v>0.47157622739018401</c:v>
                </c:pt>
                <c:pt idx="273">
                  <c:v>0.45330380214101429</c:v>
                </c:pt>
                <c:pt idx="274">
                  <c:v>0.45330380214101429</c:v>
                </c:pt>
                <c:pt idx="275">
                  <c:v>0.6035437430786299</c:v>
                </c:pt>
                <c:pt idx="276">
                  <c:v>0.46603912882982956</c:v>
                </c:pt>
                <c:pt idx="277">
                  <c:v>0.50627537836840464</c:v>
                </c:pt>
                <c:pt idx="278">
                  <c:v>0.4971022517534176</c:v>
                </c:pt>
                <c:pt idx="279">
                  <c:v>0.48043558508675077</c:v>
                </c:pt>
                <c:pt idx="280">
                  <c:v>0.44887412329273091</c:v>
                </c:pt>
                <c:pt idx="281">
                  <c:v>0.34883720930232842</c:v>
                </c:pt>
                <c:pt idx="282">
                  <c:v>0.43097083794758517</c:v>
                </c:pt>
                <c:pt idx="283">
                  <c:v>0.4958287190845363</c:v>
                </c:pt>
                <c:pt idx="284">
                  <c:v>0.50295311923219232</c:v>
                </c:pt>
                <c:pt idx="285">
                  <c:v>0.45762273901809114</c:v>
                </c:pt>
                <c:pt idx="286">
                  <c:v>0.47046880767811317</c:v>
                </c:pt>
                <c:pt idx="287">
                  <c:v>0.42812846068660337</c:v>
                </c:pt>
                <c:pt idx="288">
                  <c:v>0.3512735326688845</c:v>
                </c:pt>
                <c:pt idx="289">
                  <c:v>0.34477667035806858</c:v>
                </c:pt>
                <c:pt idx="290">
                  <c:v>0.46880767811000679</c:v>
                </c:pt>
                <c:pt idx="291">
                  <c:v>0.44924326319675445</c:v>
                </c:pt>
                <c:pt idx="292">
                  <c:v>0.44721299372462453</c:v>
                </c:pt>
                <c:pt idx="293">
                  <c:v>0.47637504614249093</c:v>
                </c:pt>
                <c:pt idx="294">
                  <c:v>0.47637504614249093</c:v>
                </c:pt>
                <c:pt idx="295">
                  <c:v>0.6035437430786299</c:v>
                </c:pt>
                <c:pt idx="296">
                  <c:v>0.61498708010336234</c:v>
                </c:pt>
                <c:pt idx="297">
                  <c:v>0.64322628276116967</c:v>
                </c:pt>
                <c:pt idx="298">
                  <c:v>0.67978959025470975</c:v>
                </c:pt>
                <c:pt idx="299">
                  <c:v>0.79531192321890343</c:v>
                </c:pt>
                <c:pt idx="300">
                  <c:v>0.65983757844223301</c:v>
                </c:pt>
                <c:pt idx="301">
                  <c:v>0.68770764119601635</c:v>
                </c:pt>
                <c:pt idx="302">
                  <c:v>0.7423403469915133</c:v>
                </c:pt>
                <c:pt idx="303">
                  <c:v>0.82207456626061615</c:v>
                </c:pt>
                <c:pt idx="304">
                  <c:v>0.98265042451089335</c:v>
                </c:pt>
                <c:pt idx="305">
                  <c:v>1.018456995201185</c:v>
                </c:pt>
                <c:pt idx="306">
                  <c:v>0.92150239940937984</c:v>
                </c:pt>
                <c:pt idx="307">
                  <c:v>1.0802879291251424</c:v>
                </c:pt>
                <c:pt idx="308">
                  <c:v>1.0713547434477708</c:v>
                </c:pt>
                <c:pt idx="309">
                  <c:v>1.124215577703954</c:v>
                </c:pt>
                <c:pt idx="310">
                  <c:v>0.86415651531930981</c:v>
                </c:pt>
                <c:pt idx="311">
                  <c:v>0.84145441122185671</c:v>
                </c:pt>
                <c:pt idx="312">
                  <c:v>0.69230343300111064</c:v>
                </c:pt>
                <c:pt idx="313">
                  <c:v>0.665743816906611</c:v>
                </c:pt>
                <c:pt idx="314">
                  <c:v>0.6729420450350716</c:v>
                </c:pt>
                <c:pt idx="315">
                  <c:v>0.57142857142857451</c:v>
                </c:pt>
                <c:pt idx="316">
                  <c:v>0.50129198966408572</c:v>
                </c:pt>
                <c:pt idx="317">
                  <c:v>0.53765227021041295</c:v>
                </c:pt>
                <c:pt idx="318">
                  <c:v>0.60538944259874805</c:v>
                </c:pt>
                <c:pt idx="319">
                  <c:v>0.37559985234404114</c:v>
                </c:pt>
                <c:pt idx="320">
                  <c:v>0.42801771871539596</c:v>
                </c:pt>
                <c:pt idx="321">
                  <c:v>0.40162421557770656</c:v>
                </c:pt>
                <c:pt idx="322">
                  <c:v>0.34330011074197375</c:v>
                </c:pt>
                <c:pt idx="323">
                  <c:v>0.3874123292727969</c:v>
                </c:pt>
                <c:pt idx="324">
                  <c:v>0.48634182355112832</c:v>
                </c:pt>
                <c:pt idx="325">
                  <c:v>0.46363971945367521</c:v>
                </c:pt>
                <c:pt idx="326">
                  <c:v>0.40162421557770611</c:v>
                </c:pt>
                <c:pt idx="327">
                  <c:v>0.3207825765965322</c:v>
                </c:pt>
                <c:pt idx="328">
                  <c:v>0.29383536360280749</c:v>
                </c:pt>
                <c:pt idx="329">
                  <c:v>0.31284606866002429</c:v>
                </c:pt>
                <c:pt idx="330">
                  <c:v>0.37320044296788724</c:v>
                </c:pt>
                <c:pt idx="331">
                  <c:v>0.34468438538206225</c:v>
                </c:pt>
                <c:pt idx="332">
                  <c:v>0.23901808785529921</c:v>
                </c:pt>
                <c:pt idx="333">
                  <c:v>0.23901808785529921</c:v>
                </c:pt>
                <c:pt idx="334">
                  <c:v>0.23684016242155992</c:v>
                </c:pt>
                <c:pt idx="335">
                  <c:v>0.28054632705795712</c:v>
                </c:pt>
                <c:pt idx="336">
                  <c:v>0.25260243632336876</c:v>
                </c:pt>
                <c:pt idx="337">
                  <c:v>0.21563307493540274</c:v>
                </c:pt>
                <c:pt idx="338">
                  <c:v>0.1998892580287952</c:v>
                </c:pt>
                <c:pt idx="339">
                  <c:v>0.29939091915836324</c:v>
                </c:pt>
                <c:pt idx="340">
                  <c:v>0.25064599483204364</c:v>
                </c:pt>
                <c:pt idx="341">
                  <c:v>0.26441491325212496</c:v>
                </c:pt>
                <c:pt idx="342">
                  <c:v>0.24005167958656592</c:v>
                </c:pt>
                <c:pt idx="343">
                  <c:v>0.20155038759690158</c:v>
                </c:pt>
                <c:pt idx="344">
                  <c:v>0.22185308231820122</c:v>
                </c:pt>
                <c:pt idx="345">
                  <c:v>0.22978959025470891</c:v>
                </c:pt>
                <c:pt idx="346">
                  <c:v>0.1781100036914014</c:v>
                </c:pt>
                <c:pt idx="347">
                  <c:v>0.17534145441122417</c:v>
                </c:pt>
                <c:pt idx="348">
                  <c:v>0.16537467700258635</c:v>
                </c:pt>
                <c:pt idx="349">
                  <c:v>8.5453580657071093E-2</c:v>
                </c:pt>
                <c:pt idx="350">
                  <c:v>9.1915836101884585E-2</c:v>
                </c:pt>
                <c:pt idx="351">
                  <c:v>5.5887781469178721E-2</c:v>
                </c:pt>
                <c:pt idx="352">
                  <c:v>8.434846806940044E-2</c:v>
                </c:pt>
                <c:pt idx="353">
                  <c:v>3.4145441122187314E-2</c:v>
                </c:pt>
                <c:pt idx="354">
                  <c:v>7.1428571428573617E-2</c:v>
                </c:pt>
                <c:pt idx="355">
                  <c:v>7.6854928017720869E-2</c:v>
                </c:pt>
                <c:pt idx="356">
                  <c:v>0.12827611664821181</c:v>
                </c:pt>
                <c:pt idx="357">
                  <c:v>0.11480251015134946</c:v>
                </c:pt>
                <c:pt idx="358">
                  <c:v>0.13270579549649519</c:v>
                </c:pt>
                <c:pt idx="359">
                  <c:v>6.7552602436325326E-2</c:v>
                </c:pt>
                <c:pt idx="360">
                  <c:v>6.9582871908455246E-2</c:v>
                </c:pt>
                <c:pt idx="361">
                  <c:v>8.1395348837211223E-2</c:v>
                </c:pt>
                <c:pt idx="362">
                  <c:v>0.11332595053525463</c:v>
                </c:pt>
                <c:pt idx="363">
                  <c:v>0.11746031746031926</c:v>
                </c:pt>
                <c:pt idx="364">
                  <c:v>0.11746031746031926</c:v>
                </c:pt>
                <c:pt idx="365">
                  <c:v>6.03543743078645E-2</c:v>
                </c:pt>
                <c:pt idx="366">
                  <c:v>9.8006644518274122E-2</c:v>
                </c:pt>
                <c:pt idx="367">
                  <c:v>6.7737172388336875E-2</c:v>
                </c:pt>
                <c:pt idx="368">
                  <c:v>2.4363233665560813E-2</c:v>
                </c:pt>
                <c:pt idx="369">
                  <c:v>-1.9859726836469527E-2</c:v>
                </c:pt>
                <c:pt idx="370">
                  <c:v>-2.1779254337392362E-2</c:v>
                </c:pt>
                <c:pt idx="371">
                  <c:v>2.9531192321905486E-3</c:v>
                </c:pt>
                <c:pt idx="372">
                  <c:v>-1.5688445921002603E-2</c:v>
                </c:pt>
                <c:pt idx="373">
                  <c:v>-1.6426725729049907E-2</c:v>
                </c:pt>
                <c:pt idx="374">
                  <c:v>-1.1997046880766304E-2</c:v>
                </c:pt>
                <c:pt idx="375">
                  <c:v>-1.734957548910887E-2</c:v>
                </c:pt>
                <c:pt idx="376">
                  <c:v>-1.2181616832778075E-2</c:v>
                </c:pt>
                <c:pt idx="377">
                  <c:v>-2.3809523809522393E-2</c:v>
                </c:pt>
                <c:pt idx="378">
                  <c:v>-2.8608342561829425E-2</c:v>
                </c:pt>
                <c:pt idx="379">
                  <c:v>1.6998892580289526E-2</c:v>
                </c:pt>
                <c:pt idx="380">
                  <c:v>4.411221853082492E-2</c:v>
                </c:pt>
                <c:pt idx="381">
                  <c:v>4.6474713916575983E-2</c:v>
                </c:pt>
                <c:pt idx="382">
                  <c:v>3.4883720930234174E-2</c:v>
                </c:pt>
                <c:pt idx="383">
                  <c:v>2.6208933185678962E-2</c:v>
                </c:pt>
                <c:pt idx="384">
                  <c:v>8.3979328165376232E-2</c:v>
                </c:pt>
                <c:pt idx="385">
                  <c:v>8.3425618309340921E-2</c:v>
                </c:pt>
                <c:pt idx="386">
                  <c:v>6.6039128829828098E-2</c:v>
                </c:pt>
                <c:pt idx="387">
                  <c:v>2.0468807678111434E-2</c:v>
                </c:pt>
                <c:pt idx="388">
                  <c:v>2.500922849760201E-2</c:v>
                </c:pt>
                <c:pt idx="389">
                  <c:v>4.2451088962729422E-3</c:v>
                </c:pt>
                <c:pt idx="390">
                  <c:v>2.1225544481359826E-2</c:v>
                </c:pt>
                <c:pt idx="391">
                  <c:v>1.2366186784792843E-2</c:v>
                </c:pt>
                <c:pt idx="392">
                  <c:v>6.7552602436324882E-2</c:v>
                </c:pt>
                <c:pt idx="393">
                  <c:v>6.7552602436324882E-2</c:v>
                </c:pt>
                <c:pt idx="394">
                  <c:v>6.5190107050573598E-2</c:v>
                </c:pt>
                <c:pt idx="395">
                  <c:v>0.10741971207087619</c:v>
                </c:pt>
                <c:pt idx="396">
                  <c:v>0.11037283130306519</c:v>
                </c:pt>
                <c:pt idx="397">
                  <c:v>0.10594315245478181</c:v>
                </c:pt>
                <c:pt idx="398">
                  <c:v>0.11203396087117157</c:v>
                </c:pt>
                <c:pt idx="399">
                  <c:v>5.7585825027686832E-2</c:v>
                </c:pt>
                <c:pt idx="400">
                  <c:v>4.4112218530824476E-2</c:v>
                </c:pt>
                <c:pt idx="401">
                  <c:v>-1.7571059431523262E-2</c:v>
                </c:pt>
                <c:pt idx="402">
                  <c:v>-3.5252860834254829E-2</c:v>
                </c:pt>
                <c:pt idx="403">
                  <c:v>-3.5622000738278481E-2</c:v>
                </c:pt>
                <c:pt idx="404">
                  <c:v>-5.4263565891471521E-2</c:v>
                </c:pt>
                <c:pt idx="405">
                  <c:v>-6.404577334809769E-2</c:v>
                </c:pt>
                <c:pt idx="406">
                  <c:v>-6.423034330010946E-2</c:v>
                </c:pt>
                <c:pt idx="407">
                  <c:v>-0.10612772240679103</c:v>
                </c:pt>
                <c:pt idx="408">
                  <c:v>-0.11299372462163049</c:v>
                </c:pt>
                <c:pt idx="409">
                  <c:v>-0.11997046880767703</c:v>
                </c:pt>
                <c:pt idx="410">
                  <c:v>-0.11387966039128727</c:v>
                </c:pt>
                <c:pt idx="411">
                  <c:v>-0.10631229235880302</c:v>
                </c:pt>
                <c:pt idx="412">
                  <c:v>-0.12495385751199617</c:v>
                </c:pt>
                <c:pt idx="413">
                  <c:v>-0.12770394979697208</c:v>
                </c:pt>
                <c:pt idx="414">
                  <c:v>-0.15505721668512273</c:v>
                </c:pt>
                <c:pt idx="415">
                  <c:v>-0.16020671834625233</c:v>
                </c:pt>
                <c:pt idx="416">
                  <c:v>-0.15577703949796873</c:v>
                </c:pt>
                <c:pt idx="417">
                  <c:v>-0.14710225175341363</c:v>
                </c:pt>
                <c:pt idx="418">
                  <c:v>-0.168512366186784</c:v>
                </c:pt>
                <c:pt idx="419">
                  <c:v>-0.16629752676264209</c:v>
                </c:pt>
                <c:pt idx="420">
                  <c:v>-0.14407530454041995</c:v>
                </c:pt>
                <c:pt idx="421">
                  <c:v>-0.16315983757844132</c:v>
                </c:pt>
                <c:pt idx="422">
                  <c:v>-0.17644887412329202</c:v>
                </c:pt>
                <c:pt idx="423">
                  <c:v>-0.16297526762642955</c:v>
                </c:pt>
                <c:pt idx="424">
                  <c:v>-0.12236987818383083</c:v>
                </c:pt>
                <c:pt idx="425">
                  <c:v>-0.13805832410483476</c:v>
                </c:pt>
                <c:pt idx="426">
                  <c:v>-0.15282392026577984</c:v>
                </c:pt>
                <c:pt idx="427">
                  <c:v>-0.16980435585086662</c:v>
                </c:pt>
                <c:pt idx="428">
                  <c:v>-0.20118124769287471</c:v>
                </c:pt>
                <c:pt idx="429">
                  <c:v>-0.20155038759689836</c:v>
                </c:pt>
                <c:pt idx="430">
                  <c:v>-0.20542635658914643</c:v>
                </c:pt>
                <c:pt idx="431">
                  <c:v>-0.20468807678109902</c:v>
                </c:pt>
                <c:pt idx="432">
                  <c:v>-0.21004060538944169</c:v>
                </c:pt>
                <c:pt idx="433">
                  <c:v>-0.20782576596529989</c:v>
                </c:pt>
                <c:pt idx="434">
                  <c:v>-0.19453672942044942</c:v>
                </c:pt>
                <c:pt idx="435">
                  <c:v>-0.15834256183093298</c:v>
                </c:pt>
                <c:pt idx="436">
                  <c:v>-0.15171650055370889</c:v>
                </c:pt>
                <c:pt idx="437">
                  <c:v>-0.16537467700258313</c:v>
                </c:pt>
                <c:pt idx="438">
                  <c:v>-0.1896271686969353</c:v>
                </c:pt>
                <c:pt idx="439">
                  <c:v>-0.1896271686969353</c:v>
                </c:pt>
                <c:pt idx="440">
                  <c:v>-0.20394979697305182</c:v>
                </c:pt>
                <c:pt idx="441">
                  <c:v>-0.2165005537098551</c:v>
                </c:pt>
                <c:pt idx="442">
                  <c:v>-0.23218899963085926</c:v>
                </c:pt>
                <c:pt idx="443">
                  <c:v>-0.23180140273163441</c:v>
                </c:pt>
                <c:pt idx="444">
                  <c:v>-0.24051310446659202</c:v>
                </c:pt>
                <c:pt idx="445">
                  <c:v>-0.24603174603174516</c:v>
                </c:pt>
                <c:pt idx="446">
                  <c:v>-0.26910299003322169</c:v>
                </c:pt>
                <c:pt idx="447">
                  <c:v>-0.26688815060908</c:v>
                </c:pt>
                <c:pt idx="448">
                  <c:v>-0.26781100036913896</c:v>
                </c:pt>
                <c:pt idx="449">
                  <c:v>-0.26430417128091455</c:v>
                </c:pt>
                <c:pt idx="450">
                  <c:v>-0.27279438907345799</c:v>
                </c:pt>
                <c:pt idx="451">
                  <c:v>-0.25952380952380871</c:v>
                </c:pt>
                <c:pt idx="452">
                  <c:v>-0.244370616463639</c:v>
                </c:pt>
                <c:pt idx="453">
                  <c:v>-0.23754152823920183</c:v>
                </c:pt>
                <c:pt idx="454">
                  <c:v>-0.26356589147286746</c:v>
                </c:pt>
                <c:pt idx="455">
                  <c:v>-0.25950535252860762</c:v>
                </c:pt>
                <c:pt idx="456">
                  <c:v>-0.25452196382428871</c:v>
                </c:pt>
                <c:pt idx="457">
                  <c:v>-0.21686969361387898</c:v>
                </c:pt>
                <c:pt idx="458">
                  <c:v>-0.21022517534145369</c:v>
                </c:pt>
                <c:pt idx="459">
                  <c:v>-0.23311184939091845</c:v>
                </c:pt>
                <c:pt idx="460">
                  <c:v>-0.25581395348837144</c:v>
                </c:pt>
                <c:pt idx="461">
                  <c:v>-0.25932078257659585</c:v>
                </c:pt>
                <c:pt idx="462">
                  <c:v>-0.27076411960132829</c:v>
                </c:pt>
                <c:pt idx="463">
                  <c:v>-0.27958656330749299</c:v>
                </c:pt>
                <c:pt idx="464">
                  <c:v>-0.28626799557032057</c:v>
                </c:pt>
                <c:pt idx="465">
                  <c:v>-0.28276116648209615</c:v>
                </c:pt>
                <c:pt idx="466">
                  <c:v>-0.30767811000369083</c:v>
                </c:pt>
                <c:pt idx="467">
                  <c:v>-0.31210778885197432</c:v>
                </c:pt>
                <c:pt idx="468">
                  <c:v>-0.30232558139534838</c:v>
                </c:pt>
                <c:pt idx="469">
                  <c:v>-0.314507198228128</c:v>
                </c:pt>
                <c:pt idx="470">
                  <c:v>-0.30712440014765552</c:v>
                </c:pt>
                <c:pt idx="471">
                  <c:v>-0.29383536360280504</c:v>
                </c:pt>
                <c:pt idx="472">
                  <c:v>-0.30897009966777367</c:v>
                </c:pt>
                <c:pt idx="473">
                  <c:v>-0.29346622369878128</c:v>
                </c:pt>
                <c:pt idx="474">
                  <c:v>-0.27722406792174181</c:v>
                </c:pt>
                <c:pt idx="475">
                  <c:v>-0.27094868955334006</c:v>
                </c:pt>
                <c:pt idx="476">
                  <c:v>-0.24400147655961535</c:v>
                </c:pt>
                <c:pt idx="477">
                  <c:v>-0.27574750830564709</c:v>
                </c:pt>
                <c:pt idx="478">
                  <c:v>-0.23569582871908379</c:v>
                </c:pt>
                <c:pt idx="479">
                  <c:v>-0.24510889627168619</c:v>
                </c:pt>
                <c:pt idx="480">
                  <c:v>-0.25009228497600511</c:v>
                </c:pt>
                <c:pt idx="481">
                  <c:v>-0.25322997416020598</c:v>
                </c:pt>
                <c:pt idx="482">
                  <c:v>-0.28128691399040162</c:v>
                </c:pt>
                <c:pt idx="483">
                  <c:v>-0.28534514581026138</c:v>
                </c:pt>
                <c:pt idx="484">
                  <c:v>-0.31764488741232866</c:v>
                </c:pt>
                <c:pt idx="485">
                  <c:v>-0.31838316722037585</c:v>
                </c:pt>
                <c:pt idx="486">
                  <c:v>-0.3253968253968248</c:v>
                </c:pt>
                <c:pt idx="487">
                  <c:v>-0.31210778885197421</c:v>
                </c:pt>
                <c:pt idx="488">
                  <c:v>-0.31912144702842316</c:v>
                </c:pt>
                <c:pt idx="489">
                  <c:v>-0.33887043189368715</c:v>
                </c:pt>
                <c:pt idx="490">
                  <c:v>-0.3407161314138053</c:v>
                </c:pt>
                <c:pt idx="491">
                  <c:v>-0.34016242155776988</c:v>
                </c:pt>
                <c:pt idx="492">
                  <c:v>-0.32207456626061237</c:v>
                </c:pt>
                <c:pt idx="493">
                  <c:v>-0.31875230712439973</c:v>
                </c:pt>
                <c:pt idx="494">
                  <c:v>-0.33647102251753358</c:v>
                </c:pt>
                <c:pt idx="495">
                  <c:v>-0.3363049095607229</c:v>
                </c:pt>
                <c:pt idx="496">
                  <c:v>-0.34200812107788803</c:v>
                </c:pt>
                <c:pt idx="497">
                  <c:v>-0.34200812107788803</c:v>
                </c:pt>
                <c:pt idx="498">
                  <c:v>-0.32059800664451765</c:v>
                </c:pt>
                <c:pt idx="499">
                  <c:v>-0.32539682539682491</c:v>
                </c:pt>
                <c:pt idx="500">
                  <c:v>-0.34167589516426677</c:v>
                </c:pt>
                <c:pt idx="501">
                  <c:v>-0.34200812107788803</c:v>
                </c:pt>
                <c:pt idx="502">
                  <c:v>-0.33130306386120301</c:v>
                </c:pt>
                <c:pt idx="503">
                  <c:v>-0.33887043189368726</c:v>
                </c:pt>
                <c:pt idx="504">
                  <c:v>-0.33647102251753369</c:v>
                </c:pt>
                <c:pt idx="505">
                  <c:v>-0.32262827611664768</c:v>
                </c:pt>
                <c:pt idx="506">
                  <c:v>-0.32740863787375363</c:v>
                </c:pt>
                <c:pt idx="507">
                  <c:v>-0.33462532299741565</c:v>
                </c:pt>
                <c:pt idx="508">
                  <c:v>-0.34108527131782906</c:v>
                </c:pt>
                <c:pt idx="509">
                  <c:v>-0.34976005906238439</c:v>
                </c:pt>
                <c:pt idx="510">
                  <c:v>-0.34346622369878155</c:v>
                </c:pt>
                <c:pt idx="511">
                  <c:v>-0.34569952011812444</c:v>
                </c:pt>
                <c:pt idx="512">
                  <c:v>-0.32945736434108508</c:v>
                </c:pt>
                <c:pt idx="513">
                  <c:v>-0.33779992617201904</c:v>
                </c:pt>
                <c:pt idx="514">
                  <c:v>-0.3504983388704318</c:v>
                </c:pt>
                <c:pt idx="515">
                  <c:v>-0.35585086747877437</c:v>
                </c:pt>
                <c:pt idx="516">
                  <c:v>-0.35843484680693982</c:v>
                </c:pt>
                <c:pt idx="517">
                  <c:v>-0.36563307493540054</c:v>
                </c:pt>
                <c:pt idx="518">
                  <c:v>-0.36563307493540054</c:v>
                </c:pt>
                <c:pt idx="519">
                  <c:v>-0.36710963455149503</c:v>
                </c:pt>
                <c:pt idx="520">
                  <c:v>-0.36581764488741242</c:v>
                </c:pt>
                <c:pt idx="521">
                  <c:v>-0.36471022517534146</c:v>
                </c:pt>
                <c:pt idx="522">
                  <c:v>-0.35308231819859737</c:v>
                </c:pt>
                <c:pt idx="523">
                  <c:v>-0.35308231819859737</c:v>
                </c:pt>
                <c:pt idx="524">
                  <c:v>-0.37412329272794398</c:v>
                </c:pt>
                <c:pt idx="525">
                  <c:v>-0.37799926172019194</c:v>
                </c:pt>
                <c:pt idx="526">
                  <c:v>-0.37910668143226278</c:v>
                </c:pt>
                <c:pt idx="527">
                  <c:v>-0.38425618309339238</c:v>
                </c:pt>
                <c:pt idx="528">
                  <c:v>-0.38833517903285331</c:v>
                </c:pt>
                <c:pt idx="529">
                  <c:v>-0.39036544850498323</c:v>
                </c:pt>
                <c:pt idx="530">
                  <c:v>-0.3789221114802509</c:v>
                </c:pt>
                <c:pt idx="531">
                  <c:v>-0.38944259874492426</c:v>
                </c:pt>
                <c:pt idx="532">
                  <c:v>-0.39239571797711326</c:v>
                </c:pt>
                <c:pt idx="533">
                  <c:v>-0.37910668143226278</c:v>
                </c:pt>
                <c:pt idx="534">
                  <c:v>-0.37910668143226278</c:v>
                </c:pt>
                <c:pt idx="535">
                  <c:v>-0.39387227759320775</c:v>
                </c:pt>
                <c:pt idx="536">
                  <c:v>-0.38205980066445189</c:v>
                </c:pt>
                <c:pt idx="537">
                  <c:v>-0.35843484680693993</c:v>
                </c:pt>
                <c:pt idx="538">
                  <c:v>-0.33015873015873021</c:v>
                </c:pt>
                <c:pt idx="539">
                  <c:v>-0.33647102251753425</c:v>
                </c:pt>
                <c:pt idx="540">
                  <c:v>-0.33056478405315637</c:v>
                </c:pt>
                <c:pt idx="541">
                  <c:v>-0.33757844222960531</c:v>
                </c:pt>
                <c:pt idx="542">
                  <c:v>-0.32207456626061315</c:v>
                </c:pt>
                <c:pt idx="543">
                  <c:v>-0.30712440014765641</c:v>
                </c:pt>
                <c:pt idx="544">
                  <c:v>-0.32814691768180171</c:v>
                </c:pt>
                <c:pt idx="545">
                  <c:v>-0.34514581026208968</c:v>
                </c:pt>
                <c:pt idx="546">
                  <c:v>-0.33887043189368793</c:v>
                </c:pt>
                <c:pt idx="547">
                  <c:v>-0.29808047249907743</c:v>
                </c:pt>
                <c:pt idx="548">
                  <c:v>-0.30177187153931373</c:v>
                </c:pt>
                <c:pt idx="549">
                  <c:v>-0.29018087855297192</c:v>
                </c:pt>
                <c:pt idx="550">
                  <c:v>-0.30860095976375079</c:v>
                </c:pt>
                <c:pt idx="551">
                  <c:v>-0.30583241048357368</c:v>
                </c:pt>
                <c:pt idx="552">
                  <c:v>-0.32059800664451865</c:v>
                </c:pt>
                <c:pt idx="553">
                  <c:v>-0.31912144702842427</c:v>
                </c:pt>
                <c:pt idx="554">
                  <c:v>-0.31912144702842427</c:v>
                </c:pt>
                <c:pt idx="555">
                  <c:v>-0.34090070136581818</c:v>
                </c:pt>
                <c:pt idx="556">
                  <c:v>-0.34717607973421982</c:v>
                </c:pt>
                <c:pt idx="557">
                  <c:v>-0.35548172757475127</c:v>
                </c:pt>
                <c:pt idx="558">
                  <c:v>-0.35861941675895215</c:v>
                </c:pt>
                <c:pt idx="559">
                  <c:v>-0.3582502768549285</c:v>
                </c:pt>
                <c:pt idx="560">
                  <c:v>-0.34274640088593633</c:v>
                </c:pt>
                <c:pt idx="561">
                  <c:v>-0.35455887781469231</c:v>
                </c:pt>
                <c:pt idx="562">
                  <c:v>-0.35339608711701787</c:v>
                </c:pt>
                <c:pt idx="563">
                  <c:v>-0.35400516795865689</c:v>
                </c:pt>
                <c:pt idx="564">
                  <c:v>-0.36729420450350736</c:v>
                </c:pt>
                <c:pt idx="565">
                  <c:v>-0.37098560354374366</c:v>
                </c:pt>
                <c:pt idx="566">
                  <c:v>-0.37301587301587358</c:v>
                </c:pt>
                <c:pt idx="567">
                  <c:v>-0.37578442229605069</c:v>
                </c:pt>
                <c:pt idx="568">
                  <c:v>-0.39405684754522019</c:v>
                </c:pt>
                <c:pt idx="569">
                  <c:v>-0.39438907345884144</c:v>
                </c:pt>
                <c:pt idx="570">
                  <c:v>-0.39645625692137365</c:v>
                </c:pt>
                <c:pt idx="571">
                  <c:v>-0.40162421557770445</c:v>
                </c:pt>
                <c:pt idx="572">
                  <c:v>-0.40681063122923633</c:v>
                </c:pt>
                <c:pt idx="573">
                  <c:v>-0.40642303433001159</c:v>
                </c:pt>
                <c:pt idx="574">
                  <c:v>-0.40660760428202336</c:v>
                </c:pt>
                <c:pt idx="575">
                  <c:v>-0.41638981173864942</c:v>
                </c:pt>
                <c:pt idx="576">
                  <c:v>-0.4237726098191219</c:v>
                </c:pt>
                <c:pt idx="577">
                  <c:v>-0.42284976005906283</c:v>
                </c:pt>
                <c:pt idx="578">
                  <c:v>-0.41712809154669672</c:v>
                </c:pt>
                <c:pt idx="579">
                  <c:v>-0.42340346991509836</c:v>
                </c:pt>
                <c:pt idx="580">
                  <c:v>-0.43189368770764169</c:v>
                </c:pt>
                <c:pt idx="581">
                  <c:v>-0.42635658914728747</c:v>
                </c:pt>
                <c:pt idx="582">
                  <c:v>-0.42451088962716932</c:v>
                </c:pt>
                <c:pt idx="583">
                  <c:v>-0.42469545957918109</c:v>
                </c:pt>
                <c:pt idx="584">
                  <c:v>-0.43097083794758273</c:v>
                </c:pt>
                <c:pt idx="585">
                  <c:v>-0.43167220376522752</c:v>
                </c:pt>
                <c:pt idx="586">
                  <c:v>-0.42801771871539362</c:v>
                </c:pt>
                <c:pt idx="587">
                  <c:v>-0.4361387966039133</c:v>
                </c:pt>
                <c:pt idx="588">
                  <c:v>-0.4361387966039133</c:v>
                </c:pt>
                <c:pt idx="589">
                  <c:v>-0.44536729420450394</c:v>
                </c:pt>
                <c:pt idx="590">
                  <c:v>-0.44739756367663386</c:v>
                </c:pt>
                <c:pt idx="591">
                  <c:v>-0.44167589516426775</c:v>
                </c:pt>
                <c:pt idx="592">
                  <c:v>-0.44536729420450405</c:v>
                </c:pt>
                <c:pt idx="593">
                  <c:v>-0.45256552233296476</c:v>
                </c:pt>
                <c:pt idx="594">
                  <c:v>-0.45478036175710657</c:v>
                </c:pt>
                <c:pt idx="595">
                  <c:v>-0.45551864156515376</c:v>
                </c:pt>
                <c:pt idx="596">
                  <c:v>-0.46770025839793339</c:v>
                </c:pt>
                <c:pt idx="597">
                  <c:v>-0.46880767811000423</c:v>
                </c:pt>
                <c:pt idx="598">
                  <c:v>-0.45145810262089392</c:v>
                </c:pt>
                <c:pt idx="599">
                  <c:v>-0.45605389442598809</c:v>
                </c:pt>
                <c:pt idx="600">
                  <c:v>-0.46530084902177993</c:v>
                </c:pt>
                <c:pt idx="601">
                  <c:v>-0.46345514950166178</c:v>
                </c:pt>
                <c:pt idx="602">
                  <c:v>-0.46677740863787442</c:v>
                </c:pt>
                <c:pt idx="603">
                  <c:v>-0.47416020671834691</c:v>
                </c:pt>
                <c:pt idx="604">
                  <c:v>-0.46969361387966102</c:v>
                </c:pt>
                <c:pt idx="605">
                  <c:v>-0.44481358434846874</c:v>
                </c:pt>
                <c:pt idx="606">
                  <c:v>-0.45275009228497665</c:v>
                </c:pt>
                <c:pt idx="607">
                  <c:v>-0.4669619785898862</c:v>
                </c:pt>
                <c:pt idx="608">
                  <c:v>-0.4486895533407167</c:v>
                </c:pt>
                <c:pt idx="609">
                  <c:v>-0.46345514950166167</c:v>
                </c:pt>
                <c:pt idx="610">
                  <c:v>-0.43770764119601391</c:v>
                </c:pt>
                <c:pt idx="611">
                  <c:v>-0.43133997785160638</c:v>
                </c:pt>
                <c:pt idx="612">
                  <c:v>-0.39368770764119665</c:v>
                </c:pt>
                <c:pt idx="613">
                  <c:v>-0.37301587301587369</c:v>
                </c:pt>
                <c:pt idx="614">
                  <c:v>-0.43023255813953543</c:v>
                </c:pt>
                <c:pt idx="615">
                  <c:v>-0.42707641196013346</c:v>
                </c:pt>
                <c:pt idx="616">
                  <c:v>-0.44331856773717293</c:v>
                </c:pt>
                <c:pt idx="617">
                  <c:v>-0.42912513842746458</c:v>
                </c:pt>
                <c:pt idx="618">
                  <c:v>-0.40830564784053214</c:v>
                </c:pt>
                <c:pt idx="619">
                  <c:v>-0.40937615356220058</c:v>
                </c:pt>
                <c:pt idx="620">
                  <c:v>-0.39294942783314923</c:v>
                </c:pt>
                <c:pt idx="621">
                  <c:v>-0.38630490956072394</c:v>
                </c:pt>
                <c:pt idx="622">
                  <c:v>-0.33974713916574428</c:v>
                </c:pt>
                <c:pt idx="623">
                  <c:v>-0.35991140642303487</c:v>
                </c:pt>
                <c:pt idx="624">
                  <c:v>-0.34307862679955758</c:v>
                </c:pt>
                <c:pt idx="625">
                  <c:v>-0.34422296050203083</c:v>
                </c:pt>
                <c:pt idx="626">
                  <c:v>-0.33536360280546385</c:v>
                </c:pt>
                <c:pt idx="627">
                  <c:v>-0.38132152085640503</c:v>
                </c:pt>
                <c:pt idx="628">
                  <c:v>-0.36535622000738333</c:v>
                </c:pt>
                <c:pt idx="629">
                  <c:v>-0.36535622000738333</c:v>
                </c:pt>
                <c:pt idx="630">
                  <c:v>-0.34403839055001895</c:v>
                </c:pt>
                <c:pt idx="631">
                  <c:v>-0.37799926172019238</c:v>
                </c:pt>
                <c:pt idx="632">
                  <c:v>-0.383305647840532</c:v>
                </c:pt>
                <c:pt idx="633">
                  <c:v>-0.34016242155777088</c:v>
                </c:pt>
                <c:pt idx="634">
                  <c:v>-0.32244370616463691</c:v>
                </c:pt>
                <c:pt idx="635">
                  <c:v>-0.33757844222960554</c:v>
                </c:pt>
                <c:pt idx="636">
                  <c:v>-0.32964193429309763</c:v>
                </c:pt>
                <c:pt idx="637">
                  <c:v>-0.3698781838316727</c:v>
                </c:pt>
                <c:pt idx="638">
                  <c:v>-0.37523071244001527</c:v>
                </c:pt>
                <c:pt idx="639">
                  <c:v>-0.37340346991509832</c:v>
                </c:pt>
                <c:pt idx="640">
                  <c:v>-0.40217792543373976</c:v>
                </c:pt>
                <c:pt idx="641">
                  <c:v>-0.40180878552971622</c:v>
                </c:pt>
                <c:pt idx="642">
                  <c:v>-0.40346991509782248</c:v>
                </c:pt>
                <c:pt idx="643">
                  <c:v>-0.40476190476190521</c:v>
                </c:pt>
                <c:pt idx="644">
                  <c:v>-0.40162421557770434</c:v>
                </c:pt>
                <c:pt idx="645">
                  <c:v>-0.38201365817644917</c:v>
                </c:pt>
                <c:pt idx="646">
                  <c:v>-0.37799926172019216</c:v>
                </c:pt>
                <c:pt idx="647">
                  <c:v>-0.35749354005167977</c:v>
                </c:pt>
                <c:pt idx="648">
                  <c:v>-0.36332595053525307</c:v>
                </c:pt>
                <c:pt idx="649">
                  <c:v>-0.35825027685492816</c:v>
                </c:pt>
                <c:pt idx="650">
                  <c:v>-0.3193060169804357</c:v>
                </c:pt>
                <c:pt idx="651">
                  <c:v>-0.30413436692506479</c:v>
                </c:pt>
                <c:pt idx="652">
                  <c:v>-0.30084902177925443</c:v>
                </c:pt>
                <c:pt idx="653">
                  <c:v>-0.29254337393872287</c:v>
                </c:pt>
                <c:pt idx="654">
                  <c:v>-0.29254337393872287</c:v>
                </c:pt>
                <c:pt idx="655">
                  <c:v>-0.30140273163528986</c:v>
                </c:pt>
                <c:pt idx="656">
                  <c:v>-0.34583794758213371</c:v>
                </c:pt>
                <c:pt idx="657">
                  <c:v>-0.35861941675895181</c:v>
                </c:pt>
                <c:pt idx="658">
                  <c:v>-0.36803248431155422</c:v>
                </c:pt>
                <c:pt idx="659">
                  <c:v>-0.36932447397563695</c:v>
                </c:pt>
                <c:pt idx="660">
                  <c:v>-0.38778146917681822</c:v>
                </c:pt>
                <c:pt idx="661">
                  <c:v>-0.38815060908084187</c:v>
                </c:pt>
                <c:pt idx="662">
                  <c:v>-0.38907345884090083</c:v>
                </c:pt>
                <c:pt idx="663">
                  <c:v>-0.35529715762273917</c:v>
                </c:pt>
                <c:pt idx="664">
                  <c:v>-0.36304909560723531</c:v>
                </c:pt>
                <c:pt idx="665">
                  <c:v>-0.37670727205610932</c:v>
                </c:pt>
                <c:pt idx="666">
                  <c:v>-0.36064968623108173</c:v>
                </c:pt>
                <c:pt idx="667">
                  <c:v>-0.38940568475452209</c:v>
                </c:pt>
                <c:pt idx="668">
                  <c:v>-0.39977851605758585</c:v>
                </c:pt>
                <c:pt idx="669">
                  <c:v>-0.41303063861203404</c:v>
                </c:pt>
                <c:pt idx="670">
                  <c:v>-0.41232927279438913</c:v>
                </c:pt>
                <c:pt idx="671">
                  <c:v>-0.40476190476190488</c:v>
                </c:pt>
                <c:pt idx="672">
                  <c:v>-0.39904023624953866</c:v>
                </c:pt>
                <c:pt idx="673">
                  <c:v>-0.39904023624953866</c:v>
                </c:pt>
                <c:pt idx="674">
                  <c:v>-0.42580287929125149</c:v>
                </c:pt>
                <c:pt idx="675">
                  <c:v>-0.42063492063492081</c:v>
                </c:pt>
                <c:pt idx="676">
                  <c:v>-0.42857142857142871</c:v>
                </c:pt>
                <c:pt idx="677">
                  <c:v>-0.42709486895533433</c:v>
                </c:pt>
                <c:pt idx="678">
                  <c:v>-0.42248062015503896</c:v>
                </c:pt>
                <c:pt idx="679">
                  <c:v>-0.42857142857142871</c:v>
                </c:pt>
                <c:pt idx="680">
                  <c:v>-0.42248062015503884</c:v>
                </c:pt>
                <c:pt idx="681">
                  <c:v>-0.39110372831303064</c:v>
                </c:pt>
                <c:pt idx="682">
                  <c:v>-0.38381321520856415</c:v>
                </c:pt>
                <c:pt idx="683">
                  <c:v>-0.37910668143226289</c:v>
                </c:pt>
                <c:pt idx="684">
                  <c:v>-0.37929125138427466</c:v>
                </c:pt>
                <c:pt idx="685">
                  <c:v>-0.39424141749723152</c:v>
                </c:pt>
                <c:pt idx="686">
                  <c:v>-0.39664082687338509</c:v>
                </c:pt>
                <c:pt idx="687">
                  <c:v>-0.37595053525286093</c:v>
                </c:pt>
                <c:pt idx="688">
                  <c:v>-0.37135474344776687</c:v>
                </c:pt>
                <c:pt idx="689">
                  <c:v>-0.3667404946474716</c:v>
                </c:pt>
                <c:pt idx="690">
                  <c:v>-0.34772978959025491</c:v>
                </c:pt>
                <c:pt idx="691">
                  <c:v>-0.35289774824658571</c:v>
                </c:pt>
                <c:pt idx="692">
                  <c:v>-0.34385382059800707</c:v>
                </c:pt>
                <c:pt idx="693">
                  <c:v>-0.36452565522333003</c:v>
                </c:pt>
                <c:pt idx="694">
                  <c:v>-0.34625322997416053</c:v>
                </c:pt>
                <c:pt idx="695">
                  <c:v>-0.34772978959025502</c:v>
                </c:pt>
                <c:pt idx="696">
                  <c:v>-0.38554817275747555</c:v>
                </c:pt>
                <c:pt idx="697">
                  <c:v>-0.39700996677740896</c:v>
                </c:pt>
                <c:pt idx="698">
                  <c:v>-0.41288298265042489</c:v>
                </c:pt>
                <c:pt idx="699">
                  <c:v>-0.41288298265042489</c:v>
                </c:pt>
                <c:pt idx="700">
                  <c:v>-0.39977851605758608</c:v>
                </c:pt>
                <c:pt idx="701">
                  <c:v>-0.40771502399409398</c:v>
                </c:pt>
                <c:pt idx="702">
                  <c:v>-0.41327057954964963</c:v>
                </c:pt>
                <c:pt idx="703">
                  <c:v>-0.41971207087486184</c:v>
                </c:pt>
                <c:pt idx="704">
                  <c:v>-0.43226282761166501</c:v>
                </c:pt>
                <c:pt idx="705">
                  <c:v>-0.43154300479881902</c:v>
                </c:pt>
                <c:pt idx="706">
                  <c:v>-0.43576965669988954</c:v>
                </c:pt>
                <c:pt idx="707">
                  <c:v>-0.43595422665190131</c:v>
                </c:pt>
                <c:pt idx="708">
                  <c:v>-0.43687707641196027</c:v>
                </c:pt>
                <c:pt idx="709">
                  <c:v>-0.45367294204503528</c:v>
                </c:pt>
                <c:pt idx="710">
                  <c:v>-0.45127353266888171</c:v>
                </c:pt>
                <c:pt idx="711">
                  <c:v>-0.44610557401255091</c:v>
                </c:pt>
                <c:pt idx="712">
                  <c:v>-0.43687707641196027</c:v>
                </c:pt>
                <c:pt idx="713">
                  <c:v>-0.46011443337024749</c:v>
                </c:pt>
                <c:pt idx="714">
                  <c:v>-0.45496493170911789</c:v>
                </c:pt>
                <c:pt idx="715">
                  <c:v>-0.45994832041343681</c:v>
                </c:pt>
                <c:pt idx="716">
                  <c:v>-0.45662606127722416</c:v>
                </c:pt>
                <c:pt idx="717">
                  <c:v>-0.45385751199704705</c:v>
                </c:pt>
                <c:pt idx="718">
                  <c:v>-0.45865633074935419</c:v>
                </c:pt>
                <c:pt idx="719">
                  <c:v>-0.4505352528608344</c:v>
                </c:pt>
                <c:pt idx="720">
                  <c:v>-0.47268364710225186</c:v>
                </c:pt>
                <c:pt idx="721">
                  <c:v>-0.47286821705426363</c:v>
                </c:pt>
                <c:pt idx="722">
                  <c:v>-0.47139165743816913</c:v>
                </c:pt>
                <c:pt idx="723">
                  <c:v>-0.477482465854559</c:v>
                </c:pt>
                <c:pt idx="724">
                  <c:v>-0.47840531561461797</c:v>
                </c:pt>
                <c:pt idx="725">
                  <c:v>-0.48172757475083061</c:v>
                </c:pt>
                <c:pt idx="726">
                  <c:v>-0.48966408268733852</c:v>
                </c:pt>
                <c:pt idx="727">
                  <c:v>-0.48597268364710222</c:v>
                </c:pt>
                <c:pt idx="728">
                  <c:v>-0.48800295311923225</c:v>
                </c:pt>
                <c:pt idx="729">
                  <c:v>-0.49427833148763389</c:v>
                </c:pt>
                <c:pt idx="730">
                  <c:v>-0.47951273532668892</c:v>
                </c:pt>
                <c:pt idx="731">
                  <c:v>-0.4898486526393504</c:v>
                </c:pt>
                <c:pt idx="732">
                  <c:v>-0.49224806201550397</c:v>
                </c:pt>
                <c:pt idx="733">
                  <c:v>-0.49464747139165754</c:v>
                </c:pt>
                <c:pt idx="734">
                  <c:v>-0.49704688076781112</c:v>
                </c:pt>
                <c:pt idx="735">
                  <c:v>-0.497231450719823</c:v>
                </c:pt>
                <c:pt idx="736">
                  <c:v>-0.494278331487634</c:v>
                </c:pt>
                <c:pt idx="737">
                  <c:v>-0.49520118124769297</c:v>
                </c:pt>
                <c:pt idx="738">
                  <c:v>-0.49557032115171662</c:v>
                </c:pt>
                <c:pt idx="739">
                  <c:v>-0.49575489110372839</c:v>
                </c:pt>
                <c:pt idx="740">
                  <c:v>-0.50387596899224818</c:v>
                </c:pt>
                <c:pt idx="741">
                  <c:v>-0.50775193798449614</c:v>
                </c:pt>
                <c:pt idx="742">
                  <c:v>-0.52679955703211523</c:v>
                </c:pt>
                <c:pt idx="743">
                  <c:v>-0.53063861203396101</c:v>
                </c:pt>
                <c:pt idx="744">
                  <c:v>-0.52897748246585463</c:v>
                </c:pt>
                <c:pt idx="745">
                  <c:v>-0.52177925433739403</c:v>
                </c:pt>
                <c:pt idx="746">
                  <c:v>-0.52602436323366575</c:v>
                </c:pt>
                <c:pt idx="747">
                  <c:v>-0.52214839424141779</c:v>
                </c:pt>
                <c:pt idx="748">
                  <c:v>-0.51088962716869724</c:v>
                </c:pt>
                <c:pt idx="749">
                  <c:v>-0.50959763750461451</c:v>
                </c:pt>
                <c:pt idx="750">
                  <c:v>-0.49446290143964589</c:v>
                </c:pt>
                <c:pt idx="751">
                  <c:v>-0.49464747139165777</c:v>
                </c:pt>
                <c:pt idx="752">
                  <c:v>-0.50978220745662639</c:v>
                </c:pt>
                <c:pt idx="753">
                  <c:v>-0.5125507567368035</c:v>
                </c:pt>
                <c:pt idx="754">
                  <c:v>-0.51107419712070901</c:v>
                </c:pt>
                <c:pt idx="755">
                  <c:v>-0.49704688076781123</c:v>
                </c:pt>
                <c:pt idx="756">
                  <c:v>-0.5125507567368035</c:v>
                </c:pt>
                <c:pt idx="757">
                  <c:v>-0.5125507567368035</c:v>
                </c:pt>
                <c:pt idx="758">
                  <c:v>-0.50193798449612426</c:v>
                </c:pt>
                <c:pt idx="759">
                  <c:v>-0.50387596899224829</c:v>
                </c:pt>
                <c:pt idx="760">
                  <c:v>-0.49852344038390561</c:v>
                </c:pt>
                <c:pt idx="761">
                  <c:v>-0.51974898486526411</c:v>
                </c:pt>
                <c:pt idx="762">
                  <c:v>-0.53193060169804374</c:v>
                </c:pt>
                <c:pt idx="763">
                  <c:v>-0.53488372093023273</c:v>
                </c:pt>
                <c:pt idx="764">
                  <c:v>-0.53359173126615</c:v>
                </c:pt>
                <c:pt idx="765">
                  <c:v>-0.53433001107419731</c:v>
                </c:pt>
                <c:pt idx="766">
                  <c:v>-0.53746770025839807</c:v>
                </c:pt>
                <c:pt idx="767">
                  <c:v>-0.54152823920265791</c:v>
                </c:pt>
                <c:pt idx="768">
                  <c:v>-0.54688076781100037</c:v>
                </c:pt>
                <c:pt idx="769">
                  <c:v>-0.54743447766703579</c:v>
                </c:pt>
                <c:pt idx="770">
                  <c:v>-0.54835732742709486</c:v>
                </c:pt>
                <c:pt idx="771">
                  <c:v>-0.54411221853082314</c:v>
                </c:pt>
                <c:pt idx="772">
                  <c:v>-0.54928017718715383</c:v>
                </c:pt>
                <c:pt idx="773">
                  <c:v>-0.55038759689922467</c:v>
                </c:pt>
                <c:pt idx="774">
                  <c:v>-0.55260243632336636</c:v>
                </c:pt>
                <c:pt idx="775">
                  <c:v>-0.55777039497969705</c:v>
                </c:pt>
                <c:pt idx="776">
                  <c:v>-0.56109265411590958</c:v>
                </c:pt>
                <c:pt idx="777">
                  <c:v>-0.55980066445182697</c:v>
                </c:pt>
                <c:pt idx="778">
                  <c:v>-0.55980066445182697</c:v>
                </c:pt>
                <c:pt idx="779">
                  <c:v>-0.56016980435585073</c:v>
                </c:pt>
                <c:pt idx="780">
                  <c:v>-0.56109265411590981</c:v>
                </c:pt>
                <c:pt idx="781">
                  <c:v>-0.56183093392395711</c:v>
                </c:pt>
                <c:pt idx="782">
                  <c:v>-0.56053894425987438</c:v>
                </c:pt>
                <c:pt idx="783">
                  <c:v>-0.56146179401993335</c:v>
                </c:pt>
                <c:pt idx="784">
                  <c:v>-0.56995201181247679</c:v>
                </c:pt>
                <c:pt idx="785">
                  <c:v>-0.5692137320044296</c:v>
                </c:pt>
                <c:pt idx="786">
                  <c:v>-0.57364341085271309</c:v>
                </c:pt>
                <c:pt idx="787">
                  <c:v>-0.57198228128460682</c:v>
                </c:pt>
                <c:pt idx="788">
                  <c:v>-0.57069029162052409</c:v>
                </c:pt>
                <c:pt idx="789">
                  <c:v>-0.56939830195644148</c:v>
                </c:pt>
                <c:pt idx="790">
                  <c:v>-0.57272056109265401</c:v>
                </c:pt>
                <c:pt idx="791">
                  <c:v>-0.58047249907715015</c:v>
                </c:pt>
                <c:pt idx="792">
                  <c:v>-0.57881136950904377</c:v>
                </c:pt>
                <c:pt idx="793">
                  <c:v>-0.58527131782945729</c:v>
                </c:pt>
                <c:pt idx="794">
                  <c:v>-0.58527131782945729</c:v>
                </c:pt>
                <c:pt idx="795">
                  <c:v>-0.58642488002953108</c:v>
                </c:pt>
                <c:pt idx="796">
                  <c:v>-0.57840531561461783</c:v>
                </c:pt>
                <c:pt idx="797">
                  <c:v>-0.5771502399409375</c:v>
                </c:pt>
                <c:pt idx="798">
                  <c:v>-0.57936507936507931</c:v>
                </c:pt>
                <c:pt idx="799">
                  <c:v>-0.58397932816537468</c:v>
                </c:pt>
                <c:pt idx="800">
                  <c:v>-0.58416389811738645</c:v>
                </c:pt>
                <c:pt idx="801">
                  <c:v>-0.58803986710963452</c:v>
                </c:pt>
                <c:pt idx="802">
                  <c:v>-0.5897009966777409</c:v>
                </c:pt>
                <c:pt idx="803">
                  <c:v>-0.57530454042081947</c:v>
                </c:pt>
                <c:pt idx="804">
                  <c:v>-0.58176448874123299</c:v>
                </c:pt>
                <c:pt idx="805">
                  <c:v>-0.59505352528608346</c:v>
                </c:pt>
                <c:pt idx="806">
                  <c:v>-0.59339239571797719</c:v>
                </c:pt>
                <c:pt idx="807">
                  <c:v>-0.59597637504614265</c:v>
                </c:pt>
                <c:pt idx="808">
                  <c:v>-0.5978220745662608</c:v>
                </c:pt>
                <c:pt idx="809">
                  <c:v>-0.60317460317460336</c:v>
                </c:pt>
                <c:pt idx="810">
                  <c:v>-0.60654300479881895</c:v>
                </c:pt>
                <c:pt idx="811">
                  <c:v>-0.60446659283868609</c:v>
                </c:pt>
                <c:pt idx="812">
                  <c:v>-0.60502030269472151</c:v>
                </c:pt>
                <c:pt idx="813">
                  <c:v>-0.61000369139904043</c:v>
                </c:pt>
                <c:pt idx="814">
                  <c:v>-0.61148025101513492</c:v>
                </c:pt>
                <c:pt idx="815">
                  <c:v>-0.609449981543005</c:v>
                </c:pt>
                <c:pt idx="816">
                  <c:v>-0.61424880029531215</c:v>
                </c:pt>
                <c:pt idx="817">
                  <c:v>-0.61664820967146572</c:v>
                </c:pt>
                <c:pt idx="818">
                  <c:v>-0.61812476928756022</c:v>
                </c:pt>
                <c:pt idx="819">
                  <c:v>-0.61812476928756022</c:v>
                </c:pt>
                <c:pt idx="820">
                  <c:v>-0.60262089331856794</c:v>
                </c:pt>
                <c:pt idx="821">
                  <c:v>-0.59800664451827257</c:v>
                </c:pt>
                <c:pt idx="822">
                  <c:v>-0.59745293466223715</c:v>
                </c:pt>
                <c:pt idx="823">
                  <c:v>-0.60631229235880413</c:v>
                </c:pt>
                <c:pt idx="824">
                  <c:v>-0.61074197120708762</c:v>
                </c:pt>
                <c:pt idx="825">
                  <c:v>-0.59800664451827257</c:v>
                </c:pt>
                <c:pt idx="826">
                  <c:v>-0.59948320413436718</c:v>
                </c:pt>
                <c:pt idx="827">
                  <c:v>-0.61332595053525307</c:v>
                </c:pt>
                <c:pt idx="828">
                  <c:v>-0.60778885197489863</c:v>
                </c:pt>
                <c:pt idx="829">
                  <c:v>-0.6013289036544851</c:v>
                </c:pt>
                <c:pt idx="830">
                  <c:v>-0.60834256183093405</c:v>
                </c:pt>
                <c:pt idx="831">
                  <c:v>-0.60741971207087508</c:v>
                </c:pt>
                <c:pt idx="832">
                  <c:v>-0.59265411590993011</c:v>
                </c:pt>
                <c:pt idx="833">
                  <c:v>-0.5985603543743081</c:v>
                </c:pt>
                <c:pt idx="834">
                  <c:v>-0.59376153562200096</c:v>
                </c:pt>
                <c:pt idx="835">
                  <c:v>-0.5847360649686234</c:v>
                </c:pt>
                <c:pt idx="836">
                  <c:v>-0.56884459210040639</c:v>
                </c:pt>
                <c:pt idx="837">
                  <c:v>-0.57973421926910329</c:v>
                </c:pt>
                <c:pt idx="838">
                  <c:v>-0.58379475821336313</c:v>
                </c:pt>
                <c:pt idx="839">
                  <c:v>-0.59616094499815464</c:v>
                </c:pt>
                <c:pt idx="840">
                  <c:v>-0.59353082318198624</c:v>
                </c:pt>
                <c:pt idx="841">
                  <c:v>-0.59597637504614276</c:v>
                </c:pt>
                <c:pt idx="842">
                  <c:v>-0.6037283130306389</c:v>
                </c:pt>
                <c:pt idx="843">
                  <c:v>-0.6062661498708013</c:v>
                </c:pt>
                <c:pt idx="844">
                  <c:v>-0.60428202288667432</c:v>
                </c:pt>
                <c:pt idx="845">
                  <c:v>-0.60981912144702877</c:v>
                </c:pt>
                <c:pt idx="846">
                  <c:v>-0.61498708010335956</c:v>
                </c:pt>
                <c:pt idx="847">
                  <c:v>-0.61387966039128861</c:v>
                </c:pt>
                <c:pt idx="848">
                  <c:v>-0.61701734957548937</c:v>
                </c:pt>
                <c:pt idx="849">
                  <c:v>-0.6175710594315249</c:v>
                </c:pt>
                <c:pt idx="850">
                  <c:v>-0.6175710594315249</c:v>
                </c:pt>
                <c:pt idx="851">
                  <c:v>-0.61997046880767848</c:v>
                </c:pt>
                <c:pt idx="852">
                  <c:v>-0.61867847914359575</c:v>
                </c:pt>
                <c:pt idx="853">
                  <c:v>-0.61554078995939498</c:v>
                </c:pt>
                <c:pt idx="854">
                  <c:v>-0.61351052048726507</c:v>
                </c:pt>
                <c:pt idx="855">
                  <c:v>-0.60741971207087531</c:v>
                </c:pt>
                <c:pt idx="856">
                  <c:v>-0.60778885197489885</c:v>
                </c:pt>
                <c:pt idx="857">
                  <c:v>-0.60815799187892239</c:v>
                </c:pt>
                <c:pt idx="858">
                  <c:v>-0.61074197120708784</c:v>
                </c:pt>
                <c:pt idx="859">
                  <c:v>-0.60243632336655639</c:v>
                </c:pt>
                <c:pt idx="860">
                  <c:v>-0.606681432262828</c:v>
                </c:pt>
                <c:pt idx="861">
                  <c:v>-0.6175710594315249</c:v>
                </c:pt>
                <c:pt idx="862">
                  <c:v>-0.62144702842377297</c:v>
                </c:pt>
                <c:pt idx="863">
                  <c:v>-0.62144702842377297</c:v>
                </c:pt>
                <c:pt idx="864">
                  <c:v>-0.6205241786637139</c:v>
                </c:pt>
                <c:pt idx="865">
                  <c:v>-0.62735326688815096</c:v>
                </c:pt>
                <c:pt idx="866">
                  <c:v>-0.63196751568844634</c:v>
                </c:pt>
                <c:pt idx="867">
                  <c:v>-0.63473606496862356</c:v>
                </c:pt>
                <c:pt idx="868">
                  <c:v>-0.63639719453672994</c:v>
                </c:pt>
                <c:pt idx="869">
                  <c:v>-0.63510520487264732</c:v>
                </c:pt>
                <c:pt idx="870">
                  <c:v>-0.6323366555924701</c:v>
                </c:pt>
                <c:pt idx="871">
                  <c:v>-0.62753783684016295</c:v>
                </c:pt>
                <c:pt idx="872">
                  <c:v>-0.62126245847176131</c:v>
                </c:pt>
                <c:pt idx="873">
                  <c:v>-0.62419712070874911</c:v>
                </c:pt>
                <c:pt idx="874">
                  <c:v>-0.62735326688815107</c:v>
                </c:pt>
                <c:pt idx="875">
                  <c:v>-0.63362864525655271</c:v>
                </c:pt>
                <c:pt idx="876">
                  <c:v>-0.62624584717608023</c:v>
                </c:pt>
                <c:pt idx="877">
                  <c:v>-0.62956810631229287</c:v>
                </c:pt>
                <c:pt idx="878">
                  <c:v>-0.62366186784791489</c:v>
                </c:pt>
                <c:pt idx="879">
                  <c:v>-0.61923218899963139</c:v>
                </c:pt>
                <c:pt idx="880">
                  <c:v>-0.61904761904761951</c:v>
                </c:pt>
                <c:pt idx="881">
                  <c:v>-0.62569213732004481</c:v>
                </c:pt>
                <c:pt idx="882">
                  <c:v>-0.62735326688815118</c:v>
                </c:pt>
                <c:pt idx="883">
                  <c:v>-0.62200073827980873</c:v>
                </c:pt>
                <c:pt idx="884">
                  <c:v>-0.61314138058324175</c:v>
                </c:pt>
                <c:pt idx="885">
                  <c:v>-0.61240310077519455</c:v>
                </c:pt>
                <c:pt idx="886">
                  <c:v>-0.61480251015134812</c:v>
                </c:pt>
                <c:pt idx="887">
                  <c:v>-0.61830933923957265</c:v>
                </c:pt>
                <c:pt idx="888">
                  <c:v>-0.62144702842377342</c:v>
                </c:pt>
                <c:pt idx="889">
                  <c:v>-0.62144702842377342</c:v>
                </c:pt>
                <c:pt idx="890">
                  <c:v>-0.62936507936508024</c:v>
                </c:pt>
                <c:pt idx="891">
                  <c:v>-0.61258767072720643</c:v>
                </c:pt>
                <c:pt idx="892">
                  <c:v>-0.61184939091915913</c:v>
                </c:pt>
                <c:pt idx="893">
                  <c:v>-0.60426356589147368</c:v>
                </c:pt>
                <c:pt idx="894">
                  <c:v>-0.59577334809893023</c:v>
                </c:pt>
                <c:pt idx="895">
                  <c:v>-0.59505352528608402</c:v>
                </c:pt>
                <c:pt idx="896">
                  <c:v>-0.5915466961978596</c:v>
                </c:pt>
                <c:pt idx="897">
                  <c:v>-0.5976651901070511</c:v>
                </c:pt>
                <c:pt idx="898">
                  <c:v>-0.58656330749354069</c:v>
                </c:pt>
                <c:pt idx="899">
                  <c:v>-0.58730158730158788</c:v>
                </c:pt>
                <c:pt idx="900">
                  <c:v>-0.59819121447028478</c:v>
                </c:pt>
                <c:pt idx="901">
                  <c:v>-0.58379475821336335</c:v>
                </c:pt>
                <c:pt idx="902">
                  <c:v>-0.58545588778146973</c:v>
                </c:pt>
                <c:pt idx="903">
                  <c:v>-0.58803986710963518</c:v>
                </c:pt>
                <c:pt idx="904">
                  <c:v>-0.59228497600590679</c:v>
                </c:pt>
                <c:pt idx="905">
                  <c:v>-0.6031746031746037</c:v>
                </c:pt>
                <c:pt idx="906">
                  <c:v>-0.59856035437430832</c:v>
                </c:pt>
                <c:pt idx="907">
                  <c:v>-0.59634551495016663</c:v>
                </c:pt>
                <c:pt idx="908">
                  <c:v>-0.58693244739756423</c:v>
                </c:pt>
                <c:pt idx="909">
                  <c:v>-0.59431524547803671</c:v>
                </c:pt>
                <c:pt idx="910">
                  <c:v>-0.60502030269472185</c:v>
                </c:pt>
                <c:pt idx="911">
                  <c:v>-0.61166482096714714</c:v>
                </c:pt>
                <c:pt idx="912">
                  <c:v>-0.61906607604282082</c:v>
                </c:pt>
                <c:pt idx="913">
                  <c:v>-0.63049095607235195</c:v>
                </c:pt>
                <c:pt idx="914">
                  <c:v>-0.63049095607235195</c:v>
                </c:pt>
                <c:pt idx="915">
                  <c:v>-0.6293835363602811</c:v>
                </c:pt>
                <c:pt idx="916">
                  <c:v>-0.63086009597637549</c:v>
                </c:pt>
                <c:pt idx="917">
                  <c:v>-0.63861203396087163</c:v>
                </c:pt>
                <c:pt idx="918">
                  <c:v>-0.63344407530454094</c:v>
                </c:pt>
                <c:pt idx="919">
                  <c:v>-0.62015503875969047</c:v>
                </c:pt>
                <c:pt idx="920">
                  <c:v>-0.61701734957548959</c:v>
                </c:pt>
                <c:pt idx="921">
                  <c:v>-0.61960132890365505</c:v>
                </c:pt>
                <c:pt idx="922">
                  <c:v>-0.6148025101513479</c:v>
                </c:pt>
                <c:pt idx="923">
                  <c:v>-0.61886304909560774</c:v>
                </c:pt>
                <c:pt idx="924">
                  <c:v>-0.61242155777039553</c:v>
                </c:pt>
                <c:pt idx="925">
                  <c:v>-0.6249538575119975</c:v>
                </c:pt>
                <c:pt idx="926">
                  <c:v>-0.6249538575119975</c:v>
                </c:pt>
                <c:pt idx="927">
                  <c:v>-0.63528977482465898</c:v>
                </c:pt>
                <c:pt idx="928">
                  <c:v>-0.63547434477667086</c:v>
                </c:pt>
                <c:pt idx="929">
                  <c:v>-0.63159837578442279</c:v>
                </c:pt>
                <c:pt idx="930">
                  <c:v>-0.62901439645625745</c:v>
                </c:pt>
                <c:pt idx="931">
                  <c:v>-0.61386120339608774</c:v>
                </c:pt>
                <c:pt idx="932">
                  <c:v>-0.6112956810631236</c:v>
                </c:pt>
                <c:pt idx="933">
                  <c:v>-0.60594315245478092</c:v>
                </c:pt>
                <c:pt idx="934">
                  <c:v>-0.6024363233665565</c:v>
                </c:pt>
                <c:pt idx="935">
                  <c:v>-0.58250276854928074</c:v>
                </c:pt>
                <c:pt idx="936">
                  <c:v>-0.58711701734957611</c:v>
                </c:pt>
                <c:pt idx="937">
                  <c:v>-0.54813584348468147</c:v>
                </c:pt>
                <c:pt idx="938">
                  <c:v>-0.54632705795496572</c:v>
                </c:pt>
                <c:pt idx="939">
                  <c:v>-0.48781838316722115</c:v>
                </c:pt>
                <c:pt idx="940">
                  <c:v>-0.53636028054632767</c:v>
                </c:pt>
                <c:pt idx="941">
                  <c:v>-0.49354005167958714</c:v>
                </c:pt>
                <c:pt idx="942">
                  <c:v>-0.54023624953857563</c:v>
                </c:pt>
                <c:pt idx="943">
                  <c:v>-0.54706533776301269</c:v>
                </c:pt>
                <c:pt idx="944">
                  <c:v>-0.56640826873385053</c:v>
                </c:pt>
                <c:pt idx="945">
                  <c:v>-0.55869324473975679</c:v>
                </c:pt>
                <c:pt idx="946">
                  <c:v>-0.55906238464378033</c:v>
                </c:pt>
                <c:pt idx="947">
                  <c:v>-0.52214839424141779</c:v>
                </c:pt>
                <c:pt idx="948">
                  <c:v>-0.50645994832041374</c:v>
                </c:pt>
                <c:pt idx="949">
                  <c:v>-0.50590623846437821</c:v>
                </c:pt>
                <c:pt idx="950">
                  <c:v>-0.53933185677371742</c:v>
                </c:pt>
                <c:pt idx="951">
                  <c:v>-0.5518641565153195</c:v>
                </c:pt>
                <c:pt idx="952">
                  <c:v>-0.53820598006644538</c:v>
                </c:pt>
                <c:pt idx="953">
                  <c:v>-0.5518641565153195</c:v>
                </c:pt>
                <c:pt idx="954">
                  <c:v>-0.57751937984496138</c:v>
                </c:pt>
                <c:pt idx="955">
                  <c:v>-0.57918050941306765</c:v>
                </c:pt>
                <c:pt idx="956">
                  <c:v>-0.58416389811738656</c:v>
                </c:pt>
                <c:pt idx="957">
                  <c:v>-0.57567368032484323</c:v>
                </c:pt>
                <c:pt idx="958">
                  <c:v>-0.55297157622739035</c:v>
                </c:pt>
                <c:pt idx="959">
                  <c:v>-0.55297157622739035</c:v>
                </c:pt>
                <c:pt idx="960">
                  <c:v>-0.5467884828349947</c:v>
                </c:pt>
                <c:pt idx="961">
                  <c:v>-0.57216685123661892</c:v>
                </c:pt>
                <c:pt idx="962">
                  <c:v>-0.56312292358804017</c:v>
                </c:pt>
                <c:pt idx="963">
                  <c:v>-0.54060538944259906</c:v>
                </c:pt>
                <c:pt idx="964">
                  <c:v>-0.54688076781100059</c:v>
                </c:pt>
                <c:pt idx="965">
                  <c:v>-0.55496493170911809</c:v>
                </c:pt>
                <c:pt idx="966">
                  <c:v>-0.56736803248431178</c:v>
                </c:pt>
                <c:pt idx="967">
                  <c:v>-0.58213362864525675</c:v>
                </c:pt>
                <c:pt idx="968">
                  <c:v>-0.58711701734957567</c:v>
                </c:pt>
                <c:pt idx="969">
                  <c:v>-0.57936507936507953</c:v>
                </c:pt>
                <c:pt idx="970">
                  <c:v>-0.57807308970099691</c:v>
                </c:pt>
                <c:pt idx="971">
                  <c:v>-0.55223329641934316</c:v>
                </c:pt>
                <c:pt idx="972">
                  <c:v>-0.52510151347360678</c:v>
                </c:pt>
                <c:pt idx="973">
                  <c:v>-0.52934662236987839</c:v>
                </c:pt>
                <c:pt idx="974">
                  <c:v>-0.55238095238095264</c:v>
                </c:pt>
                <c:pt idx="975">
                  <c:v>-0.56240310077519406</c:v>
                </c:pt>
                <c:pt idx="976">
                  <c:v>-0.54448135843484702</c:v>
                </c:pt>
                <c:pt idx="977">
                  <c:v>-0.55167958656330773</c:v>
                </c:pt>
                <c:pt idx="978">
                  <c:v>-0.52953119232189028</c:v>
                </c:pt>
                <c:pt idx="979">
                  <c:v>-0.50295311923218922</c:v>
                </c:pt>
                <c:pt idx="980">
                  <c:v>-0.5241786637135476</c:v>
                </c:pt>
                <c:pt idx="981">
                  <c:v>-0.54226651901070522</c:v>
                </c:pt>
                <c:pt idx="982">
                  <c:v>-0.55943152454780376</c:v>
                </c:pt>
                <c:pt idx="983">
                  <c:v>-0.55370985603543765</c:v>
                </c:pt>
                <c:pt idx="984">
                  <c:v>-0.58268733850129217</c:v>
                </c:pt>
                <c:pt idx="985">
                  <c:v>-0.5832410483573276</c:v>
                </c:pt>
                <c:pt idx="986">
                  <c:v>-0.59099298634182373</c:v>
                </c:pt>
                <c:pt idx="987">
                  <c:v>-0.58933185677371736</c:v>
                </c:pt>
                <c:pt idx="988">
                  <c:v>-0.60391288298265056</c:v>
                </c:pt>
                <c:pt idx="989">
                  <c:v>-0.58840900701365828</c:v>
                </c:pt>
                <c:pt idx="990">
                  <c:v>-0.60520487264673317</c:v>
                </c:pt>
                <c:pt idx="991">
                  <c:v>-0.59505352528608346</c:v>
                </c:pt>
                <c:pt idx="992">
                  <c:v>-0.59911406423034341</c:v>
                </c:pt>
                <c:pt idx="993">
                  <c:v>-0.61406423034330015</c:v>
                </c:pt>
                <c:pt idx="994">
                  <c:v>-0.62403100775193798</c:v>
                </c:pt>
                <c:pt idx="995">
                  <c:v>-0.60944998154300478</c:v>
                </c:pt>
                <c:pt idx="996">
                  <c:v>-0.61720191952750092</c:v>
                </c:pt>
                <c:pt idx="997">
                  <c:v>-0.64396456256921364</c:v>
                </c:pt>
                <c:pt idx="998">
                  <c:v>-0.64377999261720176</c:v>
                </c:pt>
                <c:pt idx="999">
                  <c:v>-0.62624584717607956</c:v>
                </c:pt>
                <c:pt idx="1000">
                  <c:v>-0.60610926541159071</c:v>
                </c:pt>
                <c:pt idx="1001">
                  <c:v>-0.61849390919158331</c:v>
                </c:pt>
                <c:pt idx="1002">
                  <c:v>-0.63252122554448109</c:v>
                </c:pt>
                <c:pt idx="1003">
                  <c:v>-0.62772240679217395</c:v>
                </c:pt>
                <c:pt idx="1004">
                  <c:v>-0.63289036544850474</c:v>
                </c:pt>
                <c:pt idx="1005">
                  <c:v>-0.64193429309708361</c:v>
                </c:pt>
                <c:pt idx="1006">
                  <c:v>-0.61622369878183814</c:v>
                </c:pt>
                <c:pt idx="1007">
                  <c:v>-0.62292358803986692</c:v>
                </c:pt>
                <c:pt idx="1008">
                  <c:v>-0.63768918420081189</c:v>
                </c:pt>
                <c:pt idx="1009">
                  <c:v>-0.63067552602436305</c:v>
                </c:pt>
                <c:pt idx="1010">
                  <c:v>-0.63383167220376513</c:v>
                </c:pt>
                <c:pt idx="1011">
                  <c:v>-0.62273901808785515</c:v>
                </c:pt>
                <c:pt idx="1012">
                  <c:v>-0.61055740125507552</c:v>
                </c:pt>
                <c:pt idx="1013">
                  <c:v>-0.60963455149501655</c:v>
                </c:pt>
                <c:pt idx="1014">
                  <c:v>-0.59503506829088215</c:v>
                </c:pt>
                <c:pt idx="1015">
                  <c:v>-0.59136212624584705</c:v>
                </c:pt>
                <c:pt idx="1016">
                  <c:v>-0.57345884090070132</c:v>
                </c:pt>
                <c:pt idx="1017">
                  <c:v>-0.57345884090070132</c:v>
                </c:pt>
                <c:pt idx="1018">
                  <c:v>-0.57194536729420442</c:v>
                </c:pt>
                <c:pt idx="1019">
                  <c:v>-0.5968992248062015</c:v>
                </c:pt>
                <c:pt idx="1020">
                  <c:v>-0.5991140642303433</c:v>
                </c:pt>
                <c:pt idx="1021">
                  <c:v>-0.63233665559246943</c:v>
                </c:pt>
                <c:pt idx="1022">
                  <c:v>-0.63270579549649308</c:v>
                </c:pt>
                <c:pt idx="1023">
                  <c:v>-0.63196751568844589</c:v>
                </c:pt>
                <c:pt idx="1024">
                  <c:v>-0.63973791066814334</c:v>
                </c:pt>
                <c:pt idx="1025">
                  <c:v>-0.64047619047619064</c:v>
                </c:pt>
                <c:pt idx="1026">
                  <c:v>-0.64211886304909571</c:v>
                </c:pt>
                <c:pt idx="1027">
                  <c:v>-0.62698412698412698</c:v>
                </c:pt>
                <c:pt idx="1028">
                  <c:v>-0.63953488372093026</c:v>
                </c:pt>
                <c:pt idx="1029">
                  <c:v>-0.62956810631229243</c:v>
                </c:pt>
                <c:pt idx="1030">
                  <c:v>-0.62200073827980806</c:v>
                </c:pt>
                <c:pt idx="1031">
                  <c:v>-0.61424880029531193</c:v>
                </c:pt>
                <c:pt idx="1032">
                  <c:v>-0.61703580657069024</c:v>
                </c:pt>
                <c:pt idx="1033">
                  <c:v>-0.61794019933554811</c:v>
                </c:pt>
                <c:pt idx="1034">
                  <c:v>-0.61046511627906974</c:v>
                </c:pt>
                <c:pt idx="1035">
                  <c:v>-0.6334440753045405</c:v>
                </c:pt>
                <c:pt idx="1036">
                  <c:v>-0.63547434477667042</c:v>
                </c:pt>
                <c:pt idx="1037">
                  <c:v>-0.64193429309708394</c:v>
                </c:pt>
                <c:pt idx="1038">
                  <c:v>-0.64771133259505365</c:v>
                </c:pt>
                <c:pt idx="1039">
                  <c:v>-0.64771133259505365</c:v>
                </c:pt>
                <c:pt idx="1040">
                  <c:v>-0.6480251015134737</c:v>
                </c:pt>
                <c:pt idx="1041">
                  <c:v>-0.63990402362495402</c:v>
                </c:pt>
                <c:pt idx="1042">
                  <c:v>-0.64673311184939108</c:v>
                </c:pt>
                <c:pt idx="1043">
                  <c:v>-0.64398301956441506</c:v>
                </c:pt>
                <c:pt idx="1044">
                  <c:v>-0.64398301956441506</c:v>
                </c:pt>
                <c:pt idx="1045">
                  <c:v>-0.65485418973791087</c:v>
                </c:pt>
                <c:pt idx="1046">
                  <c:v>-0.6554078995939463</c:v>
                </c:pt>
                <c:pt idx="1047">
                  <c:v>-0.65780730897009998</c:v>
                </c:pt>
                <c:pt idx="1048">
                  <c:v>-0.65669988925802913</c:v>
                </c:pt>
                <c:pt idx="1049">
                  <c:v>-0.65743816906607644</c:v>
                </c:pt>
                <c:pt idx="1050">
                  <c:v>-0.6635289774824662</c:v>
                </c:pt>
                <c:pt idx="1051">
                  <c:v>-0.66389811738648974</c:v>
                </c:pt>
                <c:pt idx="1052">
                  <c:v>-0.66537467700258424</c:v>
                </c:pt>
                <c:pt idx="1053">
                  <c:v>-0.66260612772240712</c:v>
                </c:pt>
                <c:pt idx="1054">
                  <c:v>-0.66260612772240712</c:v>
                </c:pt>
                <c:pt idx="1055">
                  <c:v>-0.6642672572905135</c:v>
                </c:pt>
                <c:pt idx="1056">
                  <c:v>-0.67183462532299787</c:v>
                </c:pt>
                <c:pt idx="1057">
                  <c:v>-0.6753414544112224</c:v>
                </c:pt>
                <c:pt idx="1058">
                  <c:v>-0.6760243632336661</c:v>
                </c:pt>
                <c:pt idx="1059">
                  <c:v>-0.6760797342192697</c:v>
                </c:pt>
                <c:pt idx="1060">
                  <c:v>-0.67539682539682611</c:v>
                </c:pt>
                <c:pt idx="1061">
                  <c:v>-0.68087855297157684</c:v>
                </c:pt>
                <c:pt idx="1062">
                  <c:v>-0.67755629383536431</c:v>
                </c:pt>
                <c:pt idx="1063">
                  <c:v>-0.67681801402731701</c:v>
                </c:pt>
                <c:pt idx="1064">
                  <c:v>-0.67552602436323439</c:v>
                </c:pt>
                <c:pt idx="1065">
                  <c:v>-0.67460317460317532</c:v>
                </c:pt>
                <c:pt idx="1066">
                  <c:v>-0.68069398301956507</c:v>
                </c:pt>
                <c:pt idx="1067">
                  <c:v>-0.68161683277962415</c:v>
                </c:pt>
                <c:pt idx="1068">
                  <c:v>-0.6906976744186053</c:v>
                </c:pt>
                <c:pt idx="1069">
                  <c:v>-0.69043927648578873</c:v>
                </c:pt>
                <c:pt idx="1070">
                  <c:v>-0.69176818014027375</c:v>
                </c:pt>
                <c:pt idx="1071">
                  <c:v>-0.69342930970838013</c:v>
                </c:pt>
                <c:pt idx="1072">
                  <c:v>-0.6943521594684392</c:v>
                </c:pt>
                <c:pt idx="1073">
                  <c:v>-0.69047619047619113</c:v>
                </c:pt>
                <c:pt idx="1074">
                  <c:v>-0.69453672942045097</c:v>
                </c:pt>
                <c:pt idx="1075">
                  <c:v>-0.69379844961240367</c:v>
                </c:pt>
                <c:pt idx="1076">
                  <c:v>-0.69084533038021467</c:v>
                </c:pt>
                <c:pt idx="1077">
                  <c:v>-0.69767441860465174</c:v>
                </c:pt>
                <c:pt idx="1078">
                  <c:v>-0.69988925802879343</c:v>
                </c:pt>
                <c:pt idx="1079">
                  <c:v>-0.69988925802879343</c:v>
                </c:pt>
                <c:pt idx="1080">
                  <c:v>-0.69970468807678166</c:v>
                </c:pt>
                <c:pt idx="1081">
                  <c:v>-0.69748984865263997</c:v>
                </c:pt>
                <c:pt idx="1082">
                  <c:v>-0.70081210778885261</c:v>
                </c:pt>
                <c:pt idx="1083">
                  <c:v>-0.7015503875968998</c:v>
                </c:pt>
                <c:pt idx="1084">
                  <c:v>-0.70265780730897065</c:v>
                </c:pt>
                <c:pt idx="1085">
                  <c:v>-0.70452196382428989</c:v>
                </c:pt>
                <c:pt idx="1086">
                  <c:v>-0.70171650055371027</c:v>
                </c:pt>
                <c:pt idx="1087">
                  <c:v>-0.70562938353636073</c:v>
                </c:pt>
                <c:pt idx="1088">
                  <c:v>-0.70358065706902961</c:v>
                </c:pt>
                <c:pt idx="1089">
                  <c:v>-0.70136581764488781</c:v>
                </c:pt>
                <c:pt idx="1090">
                  <c:v>-0.69250645994832083</c:v>
                </c:pt>
                <c:pt idx="1091">
                  <c:v>-0.69693613879660421</c:v>
                </c:pt>
                <c:pt idx="1092">
                  <c:v>-0.7028423772609822</c:v>
                </c:pt>
                <c:pt idx="1093">
                  <c:v>-0.70505721668512389</c:v>
                </c:pt>
                <c:pt idx="1094">
                  <c:v>-0.70524178663713566</c:v>
                </c:pt>
                <c:pt idx="1095">
                  <c:v>-0.71596530084902199</c:v>
                </c:pt>
                <c:pt idx="1096">
                  <c:v>-0.71576227390180902</c:v>
                </c:pt>
                <c:pt idx="1097">
                  <c:v>-0.71834625322997447</c:v>
                </c:pt>
                <c:pt idx="1098">
                  <c:v>-0.71952750092285012</c:v>
                </c:pt>
                <c:pt idx="1099">
                  <c:v>-0.721853082318199</c:v>
                </c:pt>
                <c:pt idx="1100">
                  <c:v>-0.72000738279808085</c:v>
                </c:pt>
                <c:pt idx="1101">
                  <c:v>-0.71926910299003355</c:v>
                </c:pt>
                <c:pt idx="1102">
                  <c:v>-0.71502399409376194</c:v>
                </c:pt>
                <c:pt idx="1103">
                  <c:v>-0.71705426356589186</c:v>
                </c:pt>
                <c:pt idx="1104">
                  <c:v>-0.72471045588778193</c:v>
                </c:pt>
                <c:pt idx="1105">
                  <c:v>-0.72314507198228173</c:v>
                </c:pt>
                <c:pt idx="1106">
                  <c:v>-0.72037652270210462</c:v>
                </c:pt>
                <c:pt idx="1107">
                  <c:v>-0.71945367294204554</c:v>
                </c:pt>
                <c:pt idx="1108">
                  <c:v>-0.72148394241417546</c:v>
                </c:pt>
                <c:pt idx="1109">
                  <c:v>-0.72572905131044718</c:v>
                </c:pt>
                <c:pt idx="1110">
                  <c:v>-0.72369878183831715</c:v>
                </c:pt>
                <c:pt idx="1111">
                  <c:v>-0.7181616832779627</c:v>
                </c:pt>
                <c:pt idx="1112">
                  <c:v>-0.7181616832779627</c:v>
                </c:pt>
                <c:pt idx="1113">
                  <c:v>-0.7181616832779627</c:v>
                </c:pt>
                <c:pt idx="1114">
                  <c:v>-0.71197858988556695</c:v>
                </c:pt>
                <c:pt idx="1115">
                  <c:v>-0.70219638242894089</c:v>
                </c:pt>
                <c:pt idx="1116">
                  <c:v>-0.70634920634920673</c:v>
                </c:pt>
                <c:pt idx="1117">
                  <c:v>-0.71428571428571463</c:v>
                </c:pt>
                <c:pt idx="1118">
                  <c:v>-0.70764119601328934</c:v>
                </c:pt>
                <c:pt idx="1119">
                  <c:v>-0.70727205610926569</c:v>
                </c:pt>
                <c:pt idx="1120">
                  <c:v>-0.71594684385382079</c:v>
                </c:pt>
                <c:pt idx="1121">
                  <c:v>-0.71410114433370264</c:v>
                </c:pt>
                <c:pt idx="1122">
                  <c:v>-0.71059431524547811</c:v>
                </c:pt>
                <c:pt idx="1123">
                  <c:v>-0.71114802510151354</c:v>
                </c:pt>
                <c:pt idx="1124">
                  <c:v>-0.70634920634920639</c:v>
                </c:pt>
                <c:pt idx="1125">
                  <c:v>-0.70874861572535997</c:v>
                </c:pt>
                <c:pt idx="1126">
                  <c:v>-0.71723883351790341</c:v>
                </c:pt>
                <c:pt idx="1127">
                  <c:v>-0.72074566260612782</c:v>
                </c:pt>
                <c:pt idx="1128">
                  <c:v>-0.72201919527500935</c:v>
                </c:pt>
                <c:pt idx="1129">
                  <c:v>-0.71945367294204521</c:v>
                </c:pt>
                <c:pt idx="1130">
                  <c:v>-0.7231450719822814</c:v>
                </c:pt>
                <c:pt idx="1131">
                  <c:v>-0.72150239940937633</c:v>
                </c:pt>
                <c:pt idx="1132">
                  <c:v>-0.71742340346991529</c:v>
                </c:pt>
                <c:pt idx="1133">
                  <c:v>-0.70836101882613534</c:v>
                </c:pt>
                <c:pt idx="1134">
                  <c:v>-0.70856404577334842</c:v>
                </c:pt>
                <c:pt idx="1135">
                  <c:v>-0.70616463639719484</c:v>
                </c:pt>
                <c:pt idx="1136">
                  <c:v>-0.70265780730897043</c:v>
                </c:pt>
                <c:pt idx="1137">
                  <c:v>-0.70376522702104127</c:v>
                </c:pt>
                <c:pt idx="1138">
                  <c:v>-0.70191952750092323</c:v>
                </c:pt>
                <c:pt idx="1139">
                  <c:v>-0.69582871908453336</c:v>
                </c:pt>
                <c:pt idx="1140">
                  <c:v>-0.69226651901070546</c:v>
                </c:pt>
                <c:pt idx="1141">
                  <c:v>-0.68992248062015538</c:v>
                </c:pt>
                <c:pt idx="1142">
                  <c:v>-0.68050941306755297</c:v>
                </c:pt>
                <c:pt idx="1143">
                  <c:v>-0.67573481912144739</c:v>
                </c:pt>
                <c:pt idx="1144">
                  <c:v>-0.68641565153193096</c:v>
                </c:pt>
                <c:pt idx="1145">
                  <c:v>-0.68678479143595461</c:v>
                </c:pt>
                <c:pt idx="1146">
                  <c:v>-0.68733850129198992</c:v>
                </c:pt>
                <c:pt idx="1147">
                  <c:v>-0.68844592100406077</c:v>
                </c:pt>
                <c:pt idx="1148">
                  <c:v>-0.68732004429678861</c:v>
                </c:pt>
                <c:pt idx="1149">
                  <c:v>-0.68732004429678861</c:v>
                </c:pt>
                <c:pt idx="1150">
                  <c:v>-0.69416758951642676</c:v>
                </c:pt>
                <c:pt idx="1151">
                  <c:v>-0.68530823181985978</c:v>
                </c:pt>
                <c:pt idx="1152">
                  <c:v>-0.68438538205980071</c:v>
                </c:pt>
                <c:pt idx="1153">
                  <c:v>-0.66851236618678489</c:v>
                </c:pt>
                <c:pt idx="1154">
                  <c:v>-0.66854928017718729</c:v>
                </c:pt>
                <c:pt idx="1155">
                  <c:v>-0.67294204503506849</c:v>
                </c:pt>
                <c:pt idx="1156">
                  <c:v>-0.68770764119601346</c:v>
                </c:pt>
                <c:pt idx="1157">
                  <c:v>-0.68807678110003712</c:v>
                </c:pt>
                <c:pt idx="1158">
                  <c:v>-0.69309708379475832</c:v>
                </c:pt>
                <c:pt idx="1159">
                  <c:v>-0.68530823181985978</c:v>
                </c:pt>
                <c:pt idx="1160">
                  <c:v>-0.69232419712070881</c:v>
                </c:pt>
                <c:pt idx="1161">
                  <c:v>-0.688796603912883</c:v>
                </c:pt>
                <c:pt idx="1162">
                  <c:v>-0.69551495016611298</c:v>
                </c:pt>
                <c:pt idx="1163">
                  <c:v>-0.70173495754891102</c:v>
                </c:pt>
                <c:pt idx="1164">
                  <c:v>-0.70247323735695821</c:v>
                </c:pt>
                <c:pt idx="1165">
                  <c:v>-0.7083794758213362</c:v>
                </c:pt>
                <c:pt idx="1166">
                  <c:v>-0.70782576596530078</c:v>
                </c:pt>
                <c:pt idx="1167">
                  <c:v>-0.69435215946843853</c:v>
                </c:pt>
                <c:pt idx="1168">
                  <c:v>-0.69952011812476922</c:v>
                </c:pt>
                <c:pt idx="1169">
                  <c:v>-0.68918420081210774</c:v>
                </c:pt>
                <c:pt idx="1170">
                  <c:v>-0.69250645994832039</c:v>
                </c:pt>
                <c:pt idx="1171">
                  <c:v>-0.69785898855666295</c:v>
                </c:pt>
                <c:pt idx="1172">
                  <c:v>-0.69638242894056845</c:v>
                </c:pt>
                <c:pt idx="1173">
                  <c:v>-0.71225544481358427</c:v>
                </c:pt>
                <c:pt idx="1174">
                  <c:v>-0.71299372462163157</c:v>
                </c:pt>
                <c:pt idx="1175">
                  <c:v>-0.7172388335179033</c:v>
                </c:pt>
                <c:pt idx="1176">
                  <c:v>-0.7172388335179033</c:v>
                </c:pt>
                <c:pt idx="1177">
                  <c:v>-0.71447028423772607</c:v>
                </c:pt>
                <c:pt idx="1178">
                  <c:v>-0.70911775562938351</c:v>
                </c:pt>
                <c:pt idx="1179">
                  <c:v>-0.70819490586932443</c:v>
                </c:pt>
                <c:pt idx="1180">
                  <c:v>-0.70321151716500552</c:v>
                </c:pt>
                <c:pt idx="1181">
                  <c:v>-0.70339608711701729</c:v>
                </c:pt>
                <c:pt idx="1182">
                  <c:v>-0.70062753783684006</c:v>
                </c:pt>
                <c:pt idx="1183">
                  <c:v>-0.71022517534145435</c:v>
                </c:pt>
                <c:pt idx="1184">
                  <c:v>-0.70948689553340705</c:v>
                </c:pt>
                <c:pt idx="1185">
                  <c:v>-0.71354743447766689</c:v>
                </c:pt>
                <c:pt idx="1186">
                  <c:v>-0.71723883351790318</c:v>
                </c:pt>
                <c:pt idx="1187">
                  <c:v>-0.71923218899963071</c:v>
                </c:pt>
                <c:pt idx="1188">
                  <c:v>-0.71428571428571419</c:v>
                </c:pt>
                <c:pt idx="1189">
                  <c:v>-0.7083794758213362</c:v>
                </c:pt>
                <c:pt idx="1190">
                  <c:v>-0.70339608711701729</c:v>
                </c:pt>
                <c:pt idx="1191">
                  <c:v>-0.70302694721299375</c:v>
                </c:pt>
                <c:pt idx="1192">
                  <c:v>-0.71317829457364346</c:v>
                </c:pt>
                <c:pt idx="1193">
                  <c:v>-0.72369878183831671</c:v>
                </c:pt>
                <c:pt idx="1194">
                  <c:v>-0.72388335179032848</c:v>
                </c:pt>
                <c:pt idx="1195">
                  <c:v>-0.72019195275009218</c:v>
                </c:pt>
                <c:pt idx="1196">
                  <c:v>-0.71980435585086733</c:v>
                </c:pt>
                <c:pt idx="1197">
                  <c:v>-0.71557770394979681</c:v>
                </c:pt>
                <c:pt idx="1198">
                  <c:v>-0.72665190107050548</c:v>
                </c:pt>
                <c:pt idx="1199">
                  <c:v>-0.72794389073458809</c:v>
                </c:pt>
                <c:pt idx="1200">
                  <c:v>-0.73071244001476532</c:v>
                </c:pt>
                <c:pt idx="1201">
                  <c:v>-0.73108157991878886</c:v>
                </c:pt>
                <c:pt idx="1202">
                  <c:v>-0.73181985972683616</c:v>
                </c:pt>
                <c:pt idx="1203">
                  <c:v>-0.73257659653008456</c:v>
                </c:pt>
                <c:pt idx="1204">
                  <c:v>-0.73274270948689524</c:v>
                </c:pt>
                <c:pt idx="1205">
                  <c:v>-0.73255813953488347</c:v>
                </c:pt>
                <c:pt idx="1206">
                  <c:v>-0.73292727943890701</c:v>
                </c:pt>
                <c:pt idx="1207">
                  <c:v>-0.73698781838316685</c:v>
                </c:pt>
                <c:pt idx="1208">
                  <c:v>-0.73809523809523769</c:v>
                </c:pt>
                <c:pt idx="1209">
                  <c:v>-0.73754152823920227</c:v>
                </c:pt>
                <c:pt idx="1210">
                  <c:v>-0.73606496862310777</c:v>
                </c:pt>
                <c:pt idx="1211">
                  <c:v>-0.73624953857511954</c:v>
                </c:pt>
                <c:pt idx="1212">
                  <c:v>-0.7321889996308597</c:v>
                </c:pt>
                <c:pt idx="1213">
                  <c:v>-0.73551125876707224</c:v>
                </c:pt>
                <c:pt idx="1214">
                  <c:v>-0.73532668881506047</c:v>
                </c:pt>
                <c:pt idx="1215">
                  <c:v>-0.73495754891103682</c:v>
                </c:pt>
                <c:pt idx="1216">
                  <c:v>-0.73571428571428521</c:v>
                </c:pt>
                <c:pt idx="1217">
                  <c:v>-0.7314507198228124</c:v>
                </c:pt>
                <c:pt idx="1218">
                  <c:v>-0.73403469915097785</c:v>
                </c:pt>
                <c:pt idx="1219">
                  <c:v>-0.73403469915097785</c:v>
                </c:pt>
                <c:pt idx="1220">
                  <c:v>-0.73348098929494243</c:v>
                </c:pt>
                <c:pt idx="1221">
                  <c:v>-0.73329641934293066</c:v>
                </c:pt>
                <c:pt idx="1222">
                  <c:v>-0.74400147655961579</c:v>
                </c:pt>
                <c:pt idx="1223">
                  <c:v>-0.74640088593576936</c:v>
                </c:pt>
                <c:pt idx="1224">
                  <c:v>-0.74344776670358037</c:v>
                </c:pt>
                <c:pt idx="1225">
                  <c:v>-0.74455518641565122</c:v>
                </c:pt>
                <c:pt idx="1226">
                  <c:v>-0.74640088593576936</c:v>
                </c:pt>
                <c:pt idx="1227">
                  <c:v>-0.75452196382428915</c:v>
                </c:pt>
                <c:pt idx="1228">
                  <c:v>-0.75655223329641919</c:v>
                </c:pt>
                <c:pt idx="1229">
                  <c:v>-0.75489110372831281</c:v>
                </c:pt>
                <c:pt idx="1230">
                  <c:v>-0.75470653377630104</c:v>
                </c:pt>
                <c:pt idx="1231">
                  <c:v>-0.75489110372831281</c:v>
                </c:pt>
                <c:pt idx="1232">
                  <c:v>-0.75473767995570296</c:v>
                </c:pt>
                <c:pt idx="1233">
                  <c:v>-0.75461424880029504</c:v>
                </c:pt>
                <c:pt idx="1234">
                  <c:v>-0.75396825396825373</c:v>
                </c:pt>
                <c:pt idx="1235">
                  <c:v>-0.74898486526393482</c:v>
                </c:pt>
                <c:pt idx="1236">
                  <c:v>-0.74603174603174582</c:v>
                </c:pt>
                <c:pt idx="1237">
                  <c:v>-0.75083056478405297</c:v>
                </c:pt>
                <c:pt idx="1238">
                  <c:v>-0.7484311554078994</c:v>
                </c:pt>
                <c:pt idx="1239">
                  <c:v>-0.74953857511997035</c:v>
                </c:pt>
                <c:pt idx="1240">
                  <c:v>-0.749907715023994</c:v>
                </c:pt>
                <c:pt idx="1241">
                  <c:v>-0.7521225544481358</c:v>
                </c:pt>
                <c:pt idx="1242">
                  <c:v>-0.7557954964931709</c:v>
                </c:pt>
                <c:pt idx="1243">
                  <c:v>-0.75580933923957172</c:v>
                </c:pt>
                <c:pt idx="1244">
                  <c:v>-0.75424510889627161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5C6-4848-A0ED-BB1217C3EA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25853087"/>
        <c:axId val="725853519"/>
      </c:lineChart>
      <c:dateAx>
        <c:axId val="725853087"/>
        <c:scaling>
          <c:orientation val="minMax"/>
        </c:scaling>
        <c:delete val="0"/>
        <c:axPos val="b"/>
        <c:numFmt formatCode="yyyy" sourceLinked="0"/>
        <c:majorTickMark val="out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25853519"/>
        <c:crosses val="autoZero"/>
        <c:auto val="1"/>
        <c:lblOffset val="100"/>
        <c:baseTimeUnit val="days"/>
        <c:majorUnit val="1"/>
        <c:majorTimeUnit val="years"/>
      </c:dateAx>
      <c:valAx>
        <c:axId val="7258535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258530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Sheet5!$AR$14</c:f>
              <c:strCache>
                <c:ptCount val="1"/>
                <c:pt idx="0">
                  <c:v>레버리지 ETF 거래대금 (좌)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Sheet5!$AQ$15:$AQ$138</c:f>
              <c:numCache>
                <c:formatCode>yyyy\-mm\-dd</c:formatCode>
                <c:ptCount val="124"/>
                <c:pt idx="0">
                  <c:v>40209</c:v>
                </c:pt>
                <c:pt idx="1">
                  <c:v>40237</c:v>
                </c:pt>
                <c:pt idx="2">
                  <c:v>40268</c:v>
                </c:pt>
                <c:pt idx="3">
                  <c:v>40298</c:v>
                </c:pt>
                <c:pt idx="4">
                  <c:v>40329</c:v>
                </c:pt>
                <c:pt idx="5">
                  <c:v>40359</c:v>
                </c:pt>
                <c:pt idx="6">
                  <c:v>40390</c:v>
                </c:pt>
                <c:pt idx="7">
                  <c:v>40421</c:v>
                </c:pt>
                <c:pt idx="8">
                  <c:v>40451</c:v>
                </c:pt>
                <c:pt idx="9">
                  <c:v>40482</c:v>
                </c:pt>
                <c:pt idx="10">
                  <c:v>40512</c:v>
                </c:pt>
                <c:pt idx="11">
                  <c:v>40543</c:v>
                </c:pt>
                <c:pt idx="12">
                  <c:v>40574</c:v>
                </c:pt>
                <c:pt idx="13">
                  <c:v>40602</c:v>
                </c:pt>
                <c:pt idx="14">
                  <c:v>40633</c:v>
                </c:pt>
                <c:pt idx="15">
                  <c:v>40663</c:v>
                </c:pt>
                <c:pt idx="16">
                  <c:v>40694</c:v>
                </c:pt>
                <c:pt idx="17">
                  <c:v>40724</c:v>
                </c:pt>
                <c:pt idx="18">
                  <c:v>40755</c:v>
                </c:pt>
                <c:pt idx="19">
                  <c:v>40786</c:v>
                </c:pt>
                <c:pt idx="20">
                  <c:v>40816</c:v>
                </c:pt>
                <c:pt idx="21">
                  <c:v>40847</c:v>
                </c:pt>
                <c:pt idx="22">
                  <c:v>40877</c:v>
                </c:pt>
                <c:pt idx="23">
                  <c:v>40908</c:v>
                </c:pt>
                <c:pt idx="24">
                  <c:v>40939</c:v>
                </c:pt>
                <c:pt idx="25">
                  <c:v>40968</c:v>
                </c:pt>
                <c:pt idx="26">
                  <c:v>40999</c:v>
                </c:pt>
                <c:pt idx="27">
                  <c:v>41029</c:v>
                </c:pt>
                <c:pt idx="28">
                  <c:v>41060</c:v>
                </c:pt>
                <c:pt idx="29">
                  <c:v>41090</c:v>
                </c:pt>
                <c:pt idx="30">
                  <c:v>41121</c:v>
                </c:pt>
                <c:pt idx="31">
                  <c:v>41152</c:v>
                </c:pt>
                <c:pt idx="32">
                  <c:v>41182</c:v>
                </c:pt>
                <c:pt idx="33">
                  <c:v>41213</c:v>
                </c:pt>
                <c:pt idx="34">
                  <c:v>41243</c:v>
                </c:pt>
                <c:pt idx="35">
                  <c:v>41274</c:v>
                </c:pt>
                <c:pt idx="36">
                  <c:v>41305</c:v>
                </c:pt>
                <c:pt idx="37">
                  <c:v>41333</c:v>
                </c:pt>
                <c:pt idx="38">
                  <c:v>41364</c:v>
                </c:pt>
                <c:pt idx="39">
                  <c:v>41394</c:v>
                </c:pt>
                <c:pt idx="40">
                  <c:v>41425</c:v>
                </c:pt>
                <c:pt idx="41">
                  <c:v>41455</c:v>
                </c:pt>
                <c:pt idx="42">
                  <c:v>41486</c:v>
                </c:pt>
                <c:pt idx="43">
                  <c:v>41517</c:v>
                </c:pt>
                <c:pt idx="44">
                  <c:v>41547</c:v>
                </c:pt>
                <c:pt idx="45">
                  <c:v>41578</c:v>
                </c:pt>
                <c:pt idx="46">
                  <c:v>41608</c:v>
                </c:pt>
                <c:pt idx="47">
                  <c:v>41639</c:v>
                </c:pt>
                <c:pt idx="48">
                  <c:v>41670</c:v>
                </c:pt>
                <c:pt idx="49">
                  <c:v>41698</c:v>
                </c:pt>
                <c:pt idx="50">
                  <c:v>41729</c:v>
                </c:pt>
                <c:pt idx="51">
                  <c:v>41759</c:v>
                </c:pt>
                <c:pt idx="52">
                  <c:v>41790</c:v>
                </c:pt>
                <c:pt idx="53">
                  <c:v>41820</c:v>
                </c:pt>
                <c:pt idx="54">
                  <c:v>41851</c:v>
                </c:pt>
                <c:pt idx="55">
                  <c:v>41882</c:v>
                </c:pt>
                <c:pt idx="56">
                  <c:v>41912</c:v>
                </c:pt>
                <c:pt idx="57">
                  <c:v>41943</c:v>
                </c:pt>
                <c:pt idx="58">
                  <c:v>41973</c:v>
                </c:pt>
                <c:pt idx="59">
                  <c:v>42004</c:v>
                </c:pt>
                <c:pt idx="60">
                  <c:v>42035</c:v>
                </c:pt>
                <c:pt idx="61">
                  <c:v>42063</c:v>
                </c:pt>
                <c:pt idx="62">
                  <c:v>42094</c:v>
                </c:pt>
                <c:pt idx="63">
                  <c:v>42124</c:v>
                </c:pt>
                <c:pt idx="64">
                  <c:v>42155</c:v>
                </c:pt>
                <c:pt idx="65">
                  <c:v>42185</c:v>
                </c:pt>
                <c:pt idx="66">
                  <c:v>42216</c:v>
                </c:pt>
                <c:pt idx="67">
                  <c:v>42247</c:v>
                </c:pt>
                <c:pt idx="68">
                  <c:v>42277</c:v>
                </c:pt>
                <c:pt idx="69">
                  <c:v>42308</c:v>
                </c:pt>
                <c:pt idx="70">
                  <c:v>42338</c:v>
                </c:pt>
                <c:pt idx="71">
                  <c:v>42369</c:v>
                </c:pt>
                <c:pt idx="72">
                  <c:v>42400</c:v>
                </c:pt>
                <c:pt idx="73">
                  <c:v>42429</c:v>
                </c:pt>
                <c:pt idx="74">
                  <c:v>42460</c:v>
                </c:pt>
                <c:pt idx="75">
                  <c:v>42490</c:v>
                </c:pt>
                <c:pt idx="76">
                  <c:v>42521</c:v>
                </c:pt>
                <c:pt idx="77">
                  <c:v>42551</c:v>
                </c:pt>
                <c:pt idx="78">
                  <c:v>42582</c:v>
                </c:pt>
                <c:pt idx="79">
                  <c:v>42613</c:v>
                </c:pt>
                <c:pt idx="80">
                  <c:v>42643</c:v>
                </c:pt>
                <c:pt idx="81">
                  <c:v>42674</c:v>
                </c:pt>
                <c:pt idx="82">
                  <c:v>42704</c:v>
                </c:pt>
                <c:pt idx="83">
                  <c:v>42735</c:v>
                </c:pt>
                <c:pt idx="84">
                  <c:v>42766</c:v>
                </c:pt>
                <c:pt idx="85">
                  <c:v>42794</c:v>
                </c:pt>
                <c:pt idx="86">
                  <c:v>42825</c:v>
                </c:pt>
                <c:pt idx="87">
                  <c:v>42855</c:v>
                </c:pt>
                <c:pt idx="88">
                  <c:v>42886</c:v>
                </c:pt>
                <c:pt idx="89">
                  <c:v>42916</c:v>
                </c:pt>
                <c:pt idx="90">
                  <c:v>42947</c:v>
                </c:pt>
                <c:pt idx="91">
                  <c:v>42978</c:v>
                </c:pt>
                <c:pt idx="92">
                  <c:v>43008</c:v>
                </c:pt>
                <c:pt idx="93">
                  <c:v>43039</c:v>
                </c:pt>
                <c:pt idx="94">
                  <c:v>43069</c:v>
                </c:pt>
                <c:pt idx="95">
                  <c:v>43100</c:v>
                </c:pt>
                <c:pt idx="96">
                  <c:v>43131</c:v>
                </c:pt>
                <c:pt idx="97">
                  <c:v>43159</c:v>
                </c:pt>
                <c:pt idx="98">
                  <c:v>43190</c:v>
                </c:pt>
                <c:pt idx="99">
                  <c:v>43220</c:v>
                </c:pt>
                <c:pt idx="100">
                  <c:v>43251</c:v>
                </c:pt>
                <c:pt idx="101">
                  <c:v>43281</c:v>
                </c:pt>
                <c:pt idx="102">
                  <c:v>43312</c:v>
                </c:pt>
                <c:pt idx="103">
                  <c:v>43343</c:v>
                </c:pt>
                <c:pt idx="104">
                  <c:v>43373</c:v>
                </c:pt>
                <c:pt idx="105">
                  <c:v>43404</c:v>
                </c:pt>
                <c:pt idx="106">
                  <c:v>43434</c:v>
                </c:pt>
                <c:pt idx="107">
                  <c:v>43465</c:v>
                </c:pt>
                <c:pt idx="108">
                  <c:v>43496</c:v>
                </c:pt>
                <c:pt idx="109">
                  <c:v>43524</c:v>
                </c:pt>
                <c:pt idx="110">
                  <c:v>43555</c:v>
                </c:pt>
                <c:pt idx="111">
                  <c:v>43585</c:v>
                </c:pt>
                <c:pt idx="112">
                  <c:v>43616</c:v>
                </c:pt>
                <c:pt idx="113">
                  <c:v>43646</c:v>
                </c:pt>
                <c:pt idx="114">
                  <c:v>43677</c:v>
                </c:pt>
                <c:pt idx="115">
                  <c:v>43708</c:v>
                </c:pt>
                <c:pt idx="116">
                  <c:v>43738</c:v>
                </c:pt>
                <c:pt idx="117">
                  <c:v>43769</c:v>
                </c:pt>
                <c:pt idx="118">
                  <c:v>43799</c:v>
                </c:pt>
                <c:pt idx="119">
                  <c:v>43830</c:v>
                </c:pt>
                <c:pt idx="120">
                  <c:v>43861</c:v>
                </c:pt>
                <c:pt idx="121">
                  <c:v>43890</c:v>
                </c:pt>
                <c:pt idx="122">
                  <c:v>43921</c:v>
                </c:pt>
                <c:pt idx="123">
                  <c:v>43938</c:v>
                </c:pt>
              </c:numCache>
            </c:numRef>
          </c:cat>
          <c:val>
            <c:numRef>
              <c:f>Sheet5!$AR$15:$AR$138</c:f>
              <c:numCache>
                <c:formatCode>General</c:formatCode>
                <c:ptCount val="124"/>
                <c:pt idx="0">
                  <c:v>63.067642990000003</c:v>
                </c:pt>
                <c:pt idx="1">
                  <c:v>149.56260058000001</c:v>
                </c:pt>
                <c:pt idx="2">
                  <c:v>165.11898661000001</c:v>
                </c:pt>
                <c:pt idx="3">
                  <c:v>287.80919985000003</c:v>
                </c:pt>
                <c:pt idx="4">
                  <c:v>489.10358817999997</c:v>
                </c:pt>
                <c:pt idx="5">
                  <c:v>470.51441012999999</c:v>
                </c:pt>
                <c:pt idx="6">
                  <c:v>481.9110647</c:v>
                </c:pt>
                <c:pt idx="7">
                  <c:v>465.05985993000002</c:v>
                </c:pt>
                <c:pt idx="8">
                  <c:v>413.96262681000002</c:v>
                </c:pt>
                <c:pt idx="9">
                  <c:v>510.33940725999997</c:v>
                </c:pt>
                <c:pt idx="10">
                  <c:v>683.72275105000006</c:v>
                </c:pt>
                <c:pt idx="11">
                  <c:v>469.37058574999998</c:v>
                </c:pt>
                <c:pt idx="12">
                  <c:v>660.47904458999994</c:v>
                </c:pt>
                <c:pt idx="13">
                  <c:v>949.33144195</c:v>
                </c:pt>
                <c:pt idx="14">
                  <c:v>1269.50417451</c:v>
                </c:pt>
                <c:pt idx="15">
                  <c:v>1395.11286864</c:v>
                </c:pt>
                <c:pt idx="16">
                  <c:v>1618.49650228</c:v>
                </c:pt>
                <c:pt idx="17">
                  <c:v>2153.3692433000001</c:v>
                </c:pt>
                <c:pt idx="18">
                  <c:v>2029.31004809</c:v>
                </c:pt>
                <c:pt idx="19">
                  <c:v>7142.0443238500002</c:v>
                </c:pt>
                <c:pt idx="20">
                  <c:v>8395.3562089999996</c:v>
                </c:pt>
                <c:pt idx="21">
                  <c:v>7022.5074568800001</c:v>
                </c:pt>
                <c:pt idx="22">
                  <c:v>6611.4518078000001</c:v>
                </c:pt>
                <c:pt idx="23">
                  <c:v>4609.96852322</c:v>
                </c:pt>
                <c:pt idx="24">
                  <c:v>4014.5690602200002</c:v>
                </c:pt>
                <c:pt idx="25">
                  <c:v>3595.46022963</c:v>
                </c:pt>
                <c:pt idx="26">
                  <c:v>2958.61021493</c:v>
                </c:pt>
                <c:pt idx="27">
                  <c:v>3170.3540995200001</c:v>
                </c:pt>
                <c:pt idx="28">
                  <c:v>3614.06203164</c:v>
                </c:pt>
                <c:pt idx="29">
                  <c:v>4112.78175225</c:v>
                </c:pt>
                <c:pt idx="30">
                  <c:v>5121.9507821799998</c:v>
                </c:pt>
                <c:pt idx="31">
                  <c:v>5025.3406113600004</c:v>
                </c:pt>
                <c:pt idx="32">
                  <c:v>4505.1220196000004</c:v>
                </c:pt>
                <c:pt idx="33">
                  <c:v>3676.4175942100001</c:v>
                </c:pt>
                <c:pt idx="34">
                  <c:v>3779.43578282</c:v>
                </c:pt>
                <c:pt idx="35">
                  <c:v>3147.4724510299998</c:v>
                </c:pt>
                <c:pt idx="36">
                  <c:v>4600.5089016000002</c:v>
                </c:pt>
                <c:pt idx="37">
                  <c:v>4889.8688594699997</c:v>
                </c:pt>
                <c:pt idx="38">
                  <c:v>5387.92716836</c:v>
                </c:pt>
                <c:pt idx="39">
                  <c:v>5345.4840394100002</c:v>
                </c:pt>
                <c:pt idx="40">
                  <c:v>4660.5074612799999</c:v>
                </c:pt>
                <c:pt idx="41">
                  <c:v>5435.1553672299997</c:v>
                </c:pt>
                <c:pt idx="42">
                  <c:v>5146.8007043199996</c:v>
                </c:pt>
                <c:pt idx="43">
                  <c:v>5130.8914825800002</c:v>
                </c:pt>
                <c:pt idx="44">
                  <c:v>5594.6364187299996</c:v>
                </c:pt>
                <c:pt idx="45">
                  <c:v>4197.9582771100004</c:v>
                </c:pt>
                <c:pt idx="46">
                  <c:v>4520.3169219499996</c:v>
                </c:pt>
                <c:pt idx="47">
                  <c:v>4106.3429508999998</c:v>
                </c:pt>
                <c:pt idx="48">
                  <c:v>4616.6550928899997</c:v>
                </c:pt>
                <c:pt idx="49">
                  <c:v>4257.5692337099999</c:v>
                </c:pt>
                <c:pt idx="50">
                  <c:v>3879.83366316</c:v>
                </c:pt>
                <c:pt idx="51">
                  <c:v>3444.5322151599999</c:v>
                </c:pt>
                <c:pt idx="52">
                  <c:v>3869.4163490999999</c:v>
                </c:pt>
                <c:pt idx="53">
                  <c:v>3579.0619491000002</c:v>
                </c:pt>
                <c:pt idx="54">
                  <c:v>4054.7280325400002</c:v>
                </c:pt>
                <c:pt idx="55">
                  <c:v>4150.3308632199996</c:v>
                </c:pt>
                <c:pt idx="56">
                  <c:v>3725.9521602300001</c:v>
                </c:pt>
                <c:pt idx="57">
                  <c:v>3906.7260820000001</c:v>
                </c:pt>
                <c:pt idx="58">
                  <c:v>3065.39268391</c:v>
                </c:pt>
                <c:pt idx="59">
                  <c:v>2809.6004256000001</c:v>
                </c:pt>
                <c:pt idx="60">
                  <c:v>3769.40492533</c:v>
                </c:pt>
                <c:pt idx="61">
                  <c:v>2605.4537673599998</c:v>
                </c:pt>
                <c:pt idx="62">
                  <c:v>2859.4012973099998</c:v>
                </c:pt>
                <c:pt idx="63">
                  <c:v>3483.3685680899998</c:v>
                </c:pt>
                <c:pt idx="64">
                  <c:v>2932.91903783</c:v>
                </c:pt>
                <c:pt idx="65">
                  <c:v>2894.02873082</c:v>
                </c:pt>
                <c:pt idx="66">
                  <c:v>3138.8555905100002</c:v>
                </c:pt>
                <c:pt idx="67">
                  <c:v>3770.72421876</c:v>
                </c:pt>
                <c:pt idx="68">
                  <c:v>3716.7192063500001</c:v>
                </c:pt>
                <c:pt idx="69">
                  <c:v>3521.8822695399999</c:v>
                </c:pt>
                <c:pt idx="70">
                  <c:v>2659.8192478400001</c:v>
                </c:pt>
                <c:pt idx="71">
                  <c:v>2992.8640894999999</c:v>
                </c:pt>
                <c:pt idx="72">
                  <c:v>5116.18124343</c:v>
                </c:pt>
                <c:pt idx="73">
                  <c:v>4597.6616221800004</c:v>
                </c:pt>
                <c:pt idx="74">
                  <c:v>2860.14132896</c:v>
                </c:pt>
                <c:pt idx="75">
                  <c:v>2725.82117264</c:v>
                </c:pt>
                <c:pt idx="76">
                  <c:v>2464.3229995500001</c:v>
                </c:pt>
                <c:pt idx="77">
                  <c:v>4651.1443504299996</c:v>
                </c:pt>
                <c:pt idx="78">
                  <c:v>3757.4753543400002</c:v>
                </c:pt>
                <c:pt idx="79">
                  <c:v>2664.9588672</c:v>
                </c:pt>
                <c:pt idx="80">
                  <c:v>4821.6075203800001</c:v>
                </c:pt>
                <c:pt idx="81">
                  <c:v>4985.5732984699998</c:v>
                </c:pt>
                <c:pt idx="82">
                  <c:v>5639.2065437000001</c:v>
                </c:pt>
                <c:pt idx="83">
                  <c:v>3096.88964493</c:v>
                </c:pt>
                <c:pt idx="84">
                  <c:v>2850.7378098200002</c:v>
                </c:pt>
                <c:pt idx="85">
                  <c:v>2512.0911061199999</c:v>
                </c:pt>
                <c:pt idx="86">
                  <c:v>2963.08826765</c:v>
                </c:pt>
                <c:pt idx="87">
                  <c:v>3420.5159872999998</c:v>
                </c:pt>
                <c:pt idx="88">
                  <c:v>5251.42133319</c:v>
                </c:pt>
                <c:pt idx="89">
                  <c:v>4448.3946851199998</c:v>
                </c:pt>
                <c:pt idx="90">
                  <c:v>4279.9012432099998</c:v>
                </c:pt>
                <c:pt idx="91">
                  <c:v>4264.3368155999997</c:v>
                </c:pt>
                <c:pt idx="92">
                  <c:v>3893.0312895400002</c:v>
                </c:pt>
                <c:pt idx="93">
                  <c:v>3553.7174301300001</c:v>
                </c:pt>
                <c:pt idx="94">
                  <c:v>3261.0757162700002</c:v>
                </c:pt>
                <c:pt idx="95">
                  <c:v>2766.4739094699999</c:v>
                </c:pt>
                <c:pt idx="96">
                  <c:v>3082.1634417499999</c:v>
                </c:pt>
                <c:pt idx="97">
                  <c:v>5020.0354590500001</c:v>
                </c:pt>
                <c:pt idx="98">
                  <c:v>4362.8053209</c:v>
                </c:pt>
                <c:pt idx="99">
                  <c:v>3605.5261121499998</c:v>
                </c:pt>
                <c:pt idx="100">
                  <c:v>2751.96546773</c:v>
                </c:pt>
                <c:pt idx="101">
                  <c:v>3539.8821621699999</c:v>
                </c:pt>
                <c:pt idx="102">
                  <c:v>3049.99051981</c:v>
                </c:pt>
                <c:pt idx="103">
                  <c:v>2384.1764756399998</c:v>
                </c:pt>
                <c:pt idx="104">
                  <c:v>2220.0135450299999</c:v>
                </c:pt>
                <c:pt idx="105">
                  <c:v>4644.6619310200003</c:v>
                </c:pt>
                <c:pt idx="106">
                  <c:v>3713.2639450500001</c:v>
                </c:pt>
                <c:pt idx="107">
                  <c:v>3309.8354130299999</c:v>
                </c:pt>
                <c:pt idx="108">
                  <c:v>4333.0035649299998</c:v>
                </c:pt>
                <c:pt idx="109">
                  <c:v>4325.7468709699997</c:v>
                </c:pt>
                <c:pt idx="110">
                  <c:v>3691.46455995</c:v>
                </c:pt>
                <c:pt idx="111">
                  <c:v>3952.8712505600001</c:v>
                </c:pt>
                <c:pt idx="112">
                  <c:v>6417.0026988199998</c:v>
                </c:pt>
                <c:pt idx="113">
                  <c:v>4775.09870993</c:v>
                </c:pt>
                <c:pt idx="114">
                  <c:v>4600.27063576</c:v>
                </c:pt>
                <c:pt idx="115">
                  <c:v>5367.4240242599999</c:v>
                </c:pt>
                <c:pt idx="116">
                  <c:v>4081.4129139699999</c:v>
                </c:pt>
                <c:pt idx="117">
                  <c:v>4168.0540316799998</c:v>
                </c:pt>
                <c:pt idx="118">
                  <c:v>4047.7655515900001</c:v>
                </c:pt>
                <c:pt idx="119">
                  <c:v>4107.2094877600002</c:v>
                </c:pt>
                <c:pt idx="120">
                  <c:v>4837.2396979799996</c:v>
                </c:pt>
                <c:pt idx="121">
                  <c:v>10434.40184172</c:v>
                </c:pt>
                <c:pt idx="122">
                  <c:v>46863.333850809999</c:v>
                </c:pt>
                <c:pt idx="123">
                  <c:v>47471.303638060002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A6-4DF3-AC37-AB4AA3F6E9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94657135"/>
        <c:axId val="1794667119"/>
      </c:barChart>
      <c:lineChart>
        <c:grouping val="standard"/>
        <c:varyColors val="0"/>
        <c:ser>
          <c:idx val="1"/>
          <c:order val="1"/>
          <c:tx>
            <c:strRef>
              <c:f>Sheet5!$AT$14</c:f>
              <c:strCache>
                <c:ptCount val="1"/>
                <c:pt idx="0">
                  <c:v>기초지수시장 대비 레버리지 ETF 거래대금 비중 (우)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Sheet5!$AQ$15:$AQ$138</c:f>
              <c:numCache>
                <c:formatCode>yyyy\-mm\-dd</c:formatCode>
                <c:ptCount val="124"/>
                <c:pt idx="0">
                  <c:v>40209</c:v>
                </c:pt>
                <c:pt idx="1">
                  <c:v>40237</c:v>
                </c:pt>
                <c:pt idx="2">
                  <c:v>40268</c:v>
                </c:pt>
                <c:pt idx="3">
                  <c:v>40298</c:v>
                </c:pt>
                <c:pt idx="4">
                  <c:v>40329</c:v>
                </c:pt>
                <c:pt idx="5">
                  <c:v>40359</c:v>
                </c:pt>
                <c:pt idx="6">
                  <c:v>40390</c:v>
                </c:pt>
                <c:pt idx="7">
                  <c:v>40421</c:v>
                </c:pt>
                <c:pt idx="8">
                  <c:v>40451</c:v>
                </c:pt>
                <c:pt idx="9">
                  <c:v>40482</c:v>
                </c:pt>
                <c:pt idx="10">
                  <c:v>40512</c:v>
                </c:pt>
                <c:pt idx="11">
                  <c:v>40543</c:v>
                </c:pt>
                <c:pt idx="12">
                  <c:v>40574</c:v>
                </c:pt>
                <c:pt idx="13">
                  <c:v>40602</c:v>
                </c:pt>
                <c:pt idx="14">
                  <c:v>40633</c:v>
                </c:pt>
                <c:pt idx="15">
                  <c:v>40663</c:v>
                </c:pt>
                <c:pt idx="16">
                  <c:v>40694</c:v>
                </c:pt>
                <c:pt idx="17">
                  <c:v>40724</c:v>
                </c:pt>
                <c:pt idx="18">
                  <c:v>40755</c:v>
                </c:pt>
                <c:pt idx="19">
                  <c:v>40786</c:v>
                </c:pt>
                <c:pt idx="20">
                  <c:v>40816</c:v>
                </c:pt>
                <c:pt idx="21">
                  <c:v>40847</c:v>
                </c:pt>
                <c:pt idx="22">
                  <c:v>40877</c:v>
                </c:pt>
                <c:pt idx="23">
                  <c:v>40908</c:v>
                </c:pt>
                <c:pt idx="24">
                  <c:v>40939</c:v>
                </c:pt>
                <c:pt idx="25">
                  <c:v>40968</c:v>
                </c:pt>
                <c:pt idx="26">
                  <c:v>40999</c:v>
                </c:pt>
                <c:pt idx="27">
                  <c:v>41029</c:v>
                </c:pt>
                <c:pt idx="28">
                  <c:v>41060</c:v>
                </c:pt>
                <c:pt idx="29">
                  <c:v>41090</c:v>
                </c:pt>
                <c:pt idx="30">
                  <c:v>41121</c:v>
                </c:pt>
                <c:pt idx="31">
                  <c:v>41152</c:v>
                </c:pt>
                <c:pt idx="32">
                  <c:v>41182</c:v>
                </c:pt>
                <c:pt idx="33">
                  <c:v>41213</c:v>
                </c:pt>
                <c:pt idx="34">
                  <c:v>41243</c:v>
                </c:pt>
                <c:pt idx="35">
                  <c:v>41274</c:v>
                </c:pt>
                <c:pt idx="36">
                  <c:v>41305</c:v>
                </c:pt>
                <c:pt idx="37">
                  <c:v>41333</c:v>
                </c:pt>
                <c:pt idx="38">
                  <c:v>41364</c:v>
                </c:pt>
                <c:pt idx="39">
                  <c:v>41394</c:v>
                </c:pt>
                <c:pt idx="40">
                  <c:v>41425</c:v>
                </c:pt>
                <c:pt idx="41">
                  <c:v>41455</c:v>
                </c:pt>
                <c:pt idx="42">
                  <c:v>41486</c:v>
                </c:pt>
                <c:pt idx="43">
                  <c:v>41517</c:v>
                </c:pt>
                <c:pt idx="44">
                  <c:v>41547</c:v>
                </c:pt>
                <c:pt idx="45">
                  <c:v>41578</c:v>
                </c:pt>
                <c:pt idx="46">
                  <c:v>41608</c:v>
                </c:pt>
                <c:pt idx="47">
                  <c:v>41639</c:v>
                </c:pt>
                <c:pt idx="48">
                  <c:v>41670</c:v>
                </c:pt>
                <c:pt idx="49">
                  <c:v>41698</c:v>
                </c:pt>
                <c:pt idx="50">
                  <c:v>41729</c:v>
                </c:pt>
                <c:pt idx="51">
                  <c:v>41759</c:v>
                </c:pt>
                <c:pt idx="52">
                  <c:v>41790</c:v>
                </c:pt>
                <c:pt idx="53">
                  <c:v>41820</c:v>
                </c:pt>
                <c:pt idx="54">
                  <c:v>41851</c:v>
                </c:pt>
                <c:pt idx="55">
                  <c:v>41882</c:v>
                </c:pt>
                <c:pt idx="56">
                  <c:v>41912</c:v>
                </c:pt>
                <c:pt idx="57">
                  <c:v>41943</c:v>
                </c:pt>
                <c:pt idx="58">
                  <c:v>41973</c:v>
                </c:pt>
                <c:pt idx="59">
                  <c:v>42004</c:v>
                </c:pt>
                <c:pt idx="60">
                  <c:v>42035</c:v>
                </c:pt>
                <c:pt idx="61">
                  <c:v>42063</c:v>
                </c:pt>
                <c:pt idx="62">
                  <c:v>42094</c:v>
                </c:pt>
                <c:pt idx="63">
                  <c:v>42124</c:v>
                </c:pt>
                <c:pt idx="64">
                  <c:v>42155</c:v>
                </c:pt>
                <c:pt idx="65">
                  <c:v>42185</c:v>
                </c:pt>
                <c:pt idx="66">
                  <c:v>42216</c:v>
                </c:pt>
                <c:pt idx="67">
                  <c:v>42247</c:v>
                </c:pt>
                <c:pt idx="68">
                  <c:v>42277</c:v>
                </c:pt>
                <c:pt idx="69">
                  <c:v>42308</c:v>
                </c:pt>
                <c:pt idx="70">
                  <c:v>42338</c:v>
                </c:pt>
                <c:pt idx="71">
                  <c:v>42369</c:v>
                </c:pt>
                <c:pt idx="72">
                  <c:v>42400</c:v>
                </c:pt>
                <c:pt idx="73">
                  <c:v>42429</c:v>
                </c:pt>
                <c:pt idx="74">
                  <c:v>42460</c:v>
                </c:pt>
                <c:pt idx="75">
                  <c:v>42490</c:v>
                </c:pt>
                <c:pt idx="76">
                  <c:v>42521</c:v>
                </c:pt>
                <c:pt idx="77">
                  <c:v>42551</c:v>
                </c:pt>
                <c:pt idx="78">
                  <c:v>42582</c:v>
                </c:pt>
                <c:pt idx="79">
                  <c:v>42613</c:v>
                </c:pt>
                <c:pt idx="80">
                  <c:v>42643</c:v>
                </c:pt>
                <c:pt idx="81">
                  <c:v>42674</c:v>
                </c:pt>
                <c:pt idx="82">
                  <c:v>42704</c:v>
                </c:pt>
                <c:pt idx="83">
                  <c:v>42735</c:v>
                </c:pt>
                <c:pt idx="84">
                  <c:v>42766</c:v>
                </c:pt>
                <c:pt idx="85">
                  <c:v>42794</c:v>
                </c:pt>
                <c:pt idx="86">
                  <c:v>42825</c:v>
                </c:pt>
                <c:pt idx="87">
                  <c:v>42855</c:v>
                </c:pt>
                <c:pt idx="88">
                  <c:v>42886</c:v>
                </c:pt>
                <c:pt idx="89">
                  <c:v>42916</c:v>
                </c:pt>
                <c:pt idx="90">
                  <c:v>42947</c:v>
                </c:pt>
                <c:pt idx="91">
                  <c:v>42978</c:v>
                </c:pt>
                <c:pt idx="92">
                  <c:v>43008</c:v>
                </c:pt>
                <c:pt idx="93">
                  <c:v>43039</c:v>
                </c:pt>
                <c:pt idx="94">
                  <c:v>43069</c:v>
                </c:pt>
                <c:pt idx="95">
                  <c:v>43100</c:v>
                </c:pt>
                <c:pt idx="96">
                  <c:v>43131</c:v>
                </c:pt>
                <c:pt idx="97">
                  <c:v>43159</c:v>
                </c:pt>
                <c:pt idx="98">
                  <c:v>43190</c:v>
                </c:pt>
                <c:pt idx="99">
                  <c:v>43220</c:v>
                </c:pt>
                <c:pt idx="100">
                  <c:v>43251</c:v>
                </c:pt>
                <c:pt idx="101">
                  <c:v>43281</c:v>
                </c:pt>
                <c:pt idx="102">
                  <c:v>43312</c:v>
                </c:pt>
                <c:pt idx="103">
                  <c:v>43343</c:v>
                </c:pt>
                <c:pt idx="104">
                  <c:v>43373</c:v>
                </c:pt>
                <c:pt idx="105">
                  <c:v>43404</c:v>
                </c:pt>
                <c:pt idx="106">
                  <c:v>43434</c:v>
                </c:pt>
                <c:pt idx="107">
                  <c:v>43465</c:v>
                </c:pt>
                <c:pt idx="108">
                  <c:v>43496</c:v>
                </c:pt>
                <c:pt idx="109">
                  <c:v>43524</c:v>
                </c:pt>
                <c:pt idx="110">
                  <c:v>43555</c:v>
                </c:pt>
                <c:pt idx="111">
                  <c:v>43585</c:v>
                </c:pt>
                <c:pt idx="112">
                  <c:v>43616</c:v>
                </c:pt>
                <c:pt idx="113">
                  <c:v>43646</c:v>
                </c:pt>
                <c:pt idx="114">
                  <c:v>43677</c:v>
                </c:pt>
                <c:pt idx="115">
                  <c:v>43708</c:v>
                </c:pt>
                <c:pt idx="116">
                  <c:v>43738</c:v>
                </c:pt>
                <c:pt idx="117">
                  <c:v>43769</c:v>
                </c:pt>
                <c:pt idx="118">
                  <c:v>43799</c:v>
                </c:pt>
                <c:pt idx="119">
                  <c:v>43830</c:v>
                </c:pt>
                <c:pt idx="120">
                  <c:v>43861</c:v>
                </c:pt>
                <c:pt idx="121">
                  <c:v>43890</c:v>
                </c:pt>
                <c:pt idx="122">
                  <c:v>43921</c:v>
                </c:pt>
                <c:pt idx="123">
                  <c:v>43938</c:v>
                </c:pt>
              </c:numCache>
            </c:numRef>
          </c:cat>
          <c:val>
            <c:numRef>
              <c:f>Sheet5!$AT$15:$AT$138</c:f>
              <c:numCache>
                <c:formatCode>0.00%</c:formatCode>
                <c:ptCount val="124"/>
                <c:pt idx="0">
                  <c:v>1.2490242411255462E-3</c:v>
                </c:pt>
                <c:pt idx="1">
                  <c:v>4.52886306892361E-3</c:v>
                </c:pt>
                <c:pt idx="2">
                  <c:v>4.7790279790477464E-3</c:v>
                </c:pt>
                <c:pt idx="3">
                  <c:v>6.3742550308190813E-3</c:v>
                </c:pt>
                <c:pt idx="4">
                  <c:v>9.8281366331249218E-3</c:v>
                </c:pt>
                <c:pt idx="5">
                  <c:v>1.1543727690650723E-2</c:v>
                </c:pt>
                <c:pt idx="6">
                  <c:v>1.0742458354368956E-2</c:v>
                </c:pt>
                <c:pt idx="7">
                  <c:v>1.1630681799095405E-2</c:v>
                </c:pt>
                <c:pt idx="8">
                  <c:v>8.3893025683615084E-3</c:v>
                </c:pt>
                <c:pt idx="9">
                  <c:v>9.5729301677061739E-3</c:v>
                </c:pt>
                <c:pt idx="10">
                  <c:v>1.1963273902115034E-2</c:v>
                </c:pt>
                <c:pt idx="11">
                  <c:v>9.2295428760812079E-3</c:v>
                </c:pt>
                <c:pt idx="12">
                  <c:v>1.0324727186650805E-2</c:v>
                </c:pt>
                <c:pt idx="13">
                  <c:v>1.7233618605657454E-2</c:v>
                </c:pt>
                <c:pt idx="14">
                  <c:v>2.0955070100668931E-2</c:v>
                </c:pt>
                <c:pt idx="15">
                  <c:v>1.7773684198497113E-2</c:v>
                </c:pt>
                <c:pt idx="16">
                  <c:v>2.5670622305525522E-2</c:v>
                </c:pt>
                <c:pt idx="17">
                  <c:v>3.8607559991382656E-2</c:v>
                </c:pt>
                <c:pt idx="18">
                  <c:v>3.5958365442298336E-2</c:v>
                </c:pt>
                <c:pt idx="19">
                  <c:v>0.102222117476372</c:v>
                </c:pt>
                <c:pt idx="20">
                  <c:v>0.15489490220716146</c:v>
                </c:pt>
                <c:pt idx="21">
                  <c:v>0.12438644790285734</c:v>
                </c:pt>
                <c:pt idx="22">
                  <c:v>0.14952643678561253</c:v>
                </c:pt>
                <c:pt idx="23">
                  <c:v>0.13005542679143439</c:v>
                </c:pt>
                <c:pt idx="24">
                  <c:v>9.3031758663478389E-2</c:v>
                </c:pt>
                <c:pt idx="25">
                  <c:v>7.0669258739380916E-2</c:v>
                </c:pt>
                <c:pt idx="26">
                  <c:v>7.2198332055664463E-2</c:v>
                </c:pt>
                <c:pt idx="27">
                  <c:v>8.2407692658420753E-2</c:v>
                </c:pt>
                <c:pt idx="28">
                  <c:v>9.7283171313424094E-2</c:v>
                </c:pt>
                <c:pt idx="29">
                  <c:v>0.12552296004065291</c:v>
                </c:pt>
                <c:pt idx="30">
                  <c:v>0.15249811574084032</c:v>
                </c:pt>
                <c:pt idx="31">
                  <c:v>0.14122210359039397</c:v>
                </c:pt>
                <c:pt idx="32">
                  <c:v>0.12660751055879446</c:v>
                </c:pt>
                <c:pt idx="33">
                  <c:v>0.11616479530334241</c:v>
                </c:pt>
                <c:pt idx="34">
                  <c:v>0.12242685350044308</c:v>
                </c:pt>
                <c:pt idx="35">
                  <c:v>9.278769595875315E-2</c:v>
                </c:pt>
                <c:pt idx="36">
                  <c:v>0.13516031954534749</c:v>
                </c:pt>
                <c:pt idx="37">
                  <c:v>0.1680198795000577</c:v>
                </c:pt>
                <c:pt idx="38">
                  <c:v>0.18037940274929645</c:v>
                </c:pt>
                <c:pt idx="39">
                  <c:v>0.15399344878166349</c:v>
                </c:pt>
                <c:pt idx="40">
                  <c:v>0.14236041378444309</c:v>
                </c:pt>
                <c:pt idx="41">
                  <c:v>0.160150100323877</c:v>
                </c:pt>
                <c:pt idx="42">
                  <c:v>0.17539266302479647</c:v>
                </c:pt>
                <c:pt idx="43">
                  <c:v>0.17129913250662088</c:v>
                </c:pt>
                <c:pt idx="44">
                  <c:v>0.15382042438060126</c:v>
                </c:pt>
                <c:pt idx="45">
                  <c:v>0.11915114318356089</c:v>
                </c:pt>
                <c:pt idx="46">
                  <c:v>0.159739387274897</c:v>
                </c:pt>
                <c:pt idx="47">
                  <c:v>0.15150087717806288</c:v>
                </c:pt>
                <c:pt idx="48">
                  <c:v>0.14560959532284826</c:v>
                </c:pt>
                <c:pt idx="49">
                  <c:v>0.14196372615560846</c:v>
                </c:pt>
                <c:pt idx="50">
                  <c:v>0.13396907364545632</c:v>
                </c:pt>
                <c:pt idx="51">
                  <c:v>0.12185135618406652</c:v>
                </c:pt>
                <c:pt idx="52">
                  <c:v>0.1357977051990413</c:v>
                </c:pt>
                <c:pt idx="53">
                  <c:v>0.11387653512632584</c:v>
                </c:pt>
                <c:pt idx="54">
                  <c:v>0.12739316997176459</c:v>
                </c:pt>
                <c:pt idx="55">
                  <c:v>0.13368137957397658</c:v>
                </c:pt>
                <c:pt idx="56">
                  <c:v>0.11864238067654442</c:v>
                </c:pt>
                <c:pt idx="57">
                  <c:v>0.11465395825129392</c:v>
                </c:pt>
                <c:pt idx="58">
                  <c:v>9.1438067613472812E-2</c:v>
                </c:pt>
                <c:pt idx="59">
                  <c:v>0.11034465145169313</c:v>
                </c:pt>
                <c:pt idx="60">
                  <c:v>0.12085525631202494</c:v>
                </c:pt>
                <c:pt idx="61">
                  <c:v>7.9071866080139566E-2</c:v>
                </c:pt>
                <c:pt idx="62">
                  <c:v>7.9325609376951906E-2</c:v>
                </c:pt>
                <c:pt idx="63">
                  <c:v>7.4209970715088877E-2</c:v>
                </c:pt>
                <c:pt idx="64">
                  <c:v>7.0579469052791846E-2</c:v>
                </c:pt>
                <c:pt idx="65">
                  <c:v>7.0218168785842014E-2</c:v>
                </c:pt>
                <c:pt idx="66">
                  <c:v>6.9041952328550815E-2</c:v>
                </c:pt>
                <c:pt idx="67">
                  <c:v>9.3449754289467835E-2</c:v>
                </c:pt>
                <c:pt idx="68">
                  <c:v>0.11018022932321951</c:v>
                </c:pt>
                <c:pt idx="69">
                  <c:v>0.10007253283523089</c:v>
                </c:pt>
                <c:pt idx="70">
                  <c:v>8.1350554025439309E-2</c:v>
                </c:pt>
                <c:pt idx="71">
                  <c:v>0.11509546269659916</c:v>
                </c:pt>
                <c:pt idx="72">
                  <c:v>0.14510452908994576</c:v>
                </c:pt>
                <c:pt idx="73">
                  <c:v>0.12895961514418189</c:v>
                </c:pt>
                <c:pt idx="74">
                  <c:v>8.9627925357854327E-2</c:v>
                </c:pt>
                <c:pt idx="75">
                  <c:v>7.9984604525154449E-2</c:v>
                </c:pt>
                <c:pt idx="76">
                  <c:v>7.7255343237273705E-2</c:v>
                </c:pt>
                <c:pt idx="77">
                  <c:v>0.129678061283933</c:v>
                </c:pt>
                <c:pt idx="78">
                  <c:v>0.12499923209681975</c:v>
                </c:pt>
                <c:pt idx="79">
                  <c:v>8.6535227872527654E-2</c:v>
                </c:pt>
                <c:pt idx="80">
                  <c:v>0.15488965174778865</c:v>
                </c:pt>
                <c:pt idx="81">
                  <c:v>0.1492126197832673</c:v>
                </c:pt>
                <c:pt idx="82">
                  <c:v>0.1756292013075752</c:v>
                </c:pt>
                <c:pt idx="83">
                  <c:v>0.12498145197906484</c:v>
                </c:pt>
                <c:pt idx="84">
                  <c:v>9.7102271544448934E-2</c:v>
                </c:pt>
                <c:pt idx="85">
                  <c:v>7.2997464944616633E-2</c:v>
                </c:pt>
                <c:pt idx="86">
                  <c:v>8.2666405338779461E-2</c:v>
                </c:pt>
                <c:pt idx="87">
                  <c:v>0.10463417685277376</c:v>
                </c:pt>
                <c:pt idx="88">
                  <c:v>0.11570476700844241</c:v>
                </c:pt>
                <c:pt idx="89">
                  <c:v>9.1608094877713583E-2</c:v>
                </c:pt>
                <c:pt idx="90">
                  <c:v>9.9212428544482298E-2</c:v>
                </c:pt>
                <c:pt idx="91">
                  <c:v>0.10946540871993304</c:v>
                </c:pt>
                <c:pt idx="92">
                  <c:v>9.0001012694907248E-2</c:v>
                </c:pt>
                <c:pt idx="93">
                  <c:v>7.0777344922328983E-2</c:v>
                </c:pt>
                <c:pt idx="94">
                  <c:v>6.7379749001489297E-2</c:v>
                </c:pt>
                <c:pt idx="95">
                  <c:v>6.0739113157112862E-2</c:v>
                </c:pt>
                <c:pt idx="96">
                  <c:v>5.4371604472033722E-2</c:v>
                </c:pt>
                <c:pt idx="97">
                  <c:v>9.8554014890915656E-2</c:v>
                </c:pt>
                <c:pt idx="98">
                  <c:v>8.9378674761380256E-2</c:v>
                </c:pt>
                <c:pt idx="99">
                  <c:v>6.8046048735829437E-2</c:v>
                </c:pt>
                <c:pt idx="100">
                  <c:v>4.3923047861249113E-2</c:v>
                </c:pt>
                <c:pt idx="101">
                  <c:v>6.3636581213825316E-2</c:v>
                </c:pt>
                <c:pt idx="102">
                  <c:v>7.6469501932528217E-2</c:v>
                </c:pt>
                <c:pt idx="103">
                  <c:v>6.0637664042815155E-2</c:v>
                </c:pt>
                <c:pt idx="104">
                  <c:v>5.0390076280463325E-2</c:v>
                </c:pt>
                <c:pt idx="105">
                  <c:v>9.638307007485547E-2</c:v>
                </c:pt>
                <c:pt idx="106">
                  <c:v>9.3034933450927018E-2</c:v>
                </c:pt>
                <c:pt idx="107">
                  <c:v>8.1476823707350529E-2</c:v>
                </c:pt>
                <c:pt idx="108">
                  <c:v>0.10920517086512274</c:v>
                </c:pt>
                <c:pt idx="109">
                  <c:v>0.10350756038168719</c:v>
                </c:pt>
                <c:pt idx="110">
                  <c:v>0.10165043057349375</c:v>
                </c:pt>
                <c:pt idx="111">
                  <c:v>0.11494828912189833</c:v>
                </c:pt>
                <c:pt idx="112">
                  <c:v>0.18280385352241327</c:v>
                </c:pt>
                <c:pt idx="113">
                  <c:v>0.16117680430976852</c:v>
                </c:pt>
                <c:pt idx="114">
                  <c:v>0.15108300636903851</c:v>
                </c:pt>
                <c:pt idx="115">
                  <c:v>0.16837992935722801</c:v>
                </c:pt>
                <c:pt idx="116">
                  <c:v>0.13210513281129735</c:v>
                </c:pt>
                <c:pt idx="117">
                  <c:v>0.14002468513432151</c:v>
                </c:pt>
                <c:pt idx="118">
                  <c:v>0.1249319667487645</c:v>
                </c:pt>
                <c:pt idx="119">
                  <c:v>0.11978786198919751</c:v>
                </c:pt>
                <c:pt idx="120">
                  <c:v>0.11304536862800828</c:v>
                </c:pt>
                <c:pt idx="121">
                  <c:v>0.20612400672253661</c:v>
                </c:pt>
                <c:pt idx="122">
                  <c:v>0.59736948146695834</c:v>
                </c:pt>
                <c:pt idx="123">
                  <c:v>0.61710256680657072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A6-4DF3-AC37-AB4AA3F6E9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54729503"/>
        <c:axId val="1754717023"/>
      </c:lineChart>
      <c:dateAx>
        <c:axId val="1794657135"/>
        <c:scaling>
          <c:orientation val="minMax"/>
        </c:scaling>
        <c:delete val="0"/>
        <c:axPos val="b"/>
        <c:numFmt formatCode="yyyy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+mn-cs"/>
              </a:defRPr>
            </a:pPr>
            <a:endParaRPr lang="ko-KR"/>
          </a:p>
        </c:txPr>
        <c:crossAx val="1794667119"/>
        <c:crosses val="autoZero"/>
        <c:auto val="1"/>
        <c:lblOffset val="100"/>
        <c:baseTimeUnit val="days"/>
      </c:dateAx>
      <c:valAx>
        <c:axId val="17946671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oPub돋움체_Pro Light" panose="02020603020101020101" pitchFamily="18" charset="-127"/>
                    <a:ea typeface="KoPub돋움체_Pro Light" panose="02020603020101020101" pitchFamily="18" charset="-127"/>
                    <a:cs typeface="+mn-cs"/>
                  </a:defRPr>
                </a:pPr>
                <a:r>
                  <a:rPr lang="ko-KR"/>
                  <a:t>거래대금 </a:t>
                </a:r>
                <a:r>
                  <a:rPr lang="en-US"/>
                  <a:t>(20</a:t>
                </a:r>
                <a:r>
                  <a:rPr lang="ko-KR"/>
                  <a:t>일평균</a:t>
                </a:r>
                <a:r>
                  <a:rPr lang="en-US"/>
                  <a:t>) (</a:t>
                </a:r>
                <a:r>
                  <a:rPr lang="ko-KR"/>
                  <a:t>억</a:t>
                </a:r>
                <a:r>
                  <a:rPr lang="en-US"/>
                  <a:t>)</a:t>
                </a:r>
                <a:endParaRPr lang="ko-K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_Pro Light" panose="02020603020101020101" pitchFamily="18" charset="-127"/>
                  <a:ea typeface="KoPub돋움체_Pro Light" panose="02020603020101020101" pitchFamily="18" charset="-127"/>
                  <a:cs typeface="+mn-cs"/>
                </a:defRPr>
              </a:pPr>
              <a:endParaRPr lang="ko-KR"/>
            </a:p>
          </c:txPr>
        </c:title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+mn-cs"/>
              </a:defRPr>
            </a:pPr>
            <a:endParaRPr lang="ko-KR"/>
          </a:p>
        </c:txPr>
        <c:crossAx val="1794657135"/>
        <c:crosses val="autoZero"/>
        <c:crossBetween val="between"/>
      </c:valAx>
      <c:valAx>
        <c:axId val="1754717023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oPub돋움체_Pro Light" panose="02020603020101020101" pitchFamily="18" charset="-127"/>
                    <a:ea typeface="KoPub돋움체_Pro Light" panose="02020603020101020101" pitchFamily="18" charset="-127"/>
                    <a:cs typeface="+mn-cs"/>
                  </a:defRPr>
                </a:pPr>
                <a:r>
                  <a:rPr lang="ko-KR"/>
                  <a:t>레버리지 </a:t>
                </a:r>
                <a:r>
                  <a:rPr lang="en-US"/>
                  <a:t>ETF </a:t>
                </a:r>
                <a:r>
                  <a:rPr lang="ko-KR"/>
                  <a:t>거래대금 비중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_Pro Light" panose="02020603020101020101" pitchFamily="18" charset="-127"/>
                  <a:ea typeface="KoPub돋움체_Pro Light" panose="02020603020101020101" pitchFamily="18" charset="-127"/>
                  <a:cs typeface="+mn-cs"/>
                </a:defRPr>
              </a:pPr>
              <a:endParaRPr lang="ko-KR"/>
            </a:p>
          </c:txPr>
        </c:title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+mn-cs"/>
              </a:defRPr>
            </a:pPr>
            <a:endParaRPr lang="ko-KR"/>
          </a:p>
        </c:txPr>
        <c:crossAx val="1754729503"/>
        <c:crosses val="max"/>
        <c:crossBetween val="between"/>
      </c:valAx>
      <c:dateAx>
        <c:axId val="1754729503"/>
        <c:scaling>
          <c:orientation val="minMax"/>
        </c:scaling>
        <c:delete val="1"/>
        <c:axPos val="b"/>
        <c:numFmt formatCode="yyyy\-mm\-dd" sourceLinked="1"/>
        <c:majorTickMark val="out"/>
        <c:minorTickMark val="none"/>
        <c:tickLblPos val="nextTo"/>
        <c:crossAx val="1754717023"/>
        <c:crosses val="autoZero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800">
          <a:latin typeface="KoPub돋움체_Pro Light" panose="02020603020101020101" pitchFamily="18" charset="-127"/>
          <a:ea typeface="KoPub돋움체_Pro Light" panose="02020603020101020101" pitchFamily="18" charset="-127"/>
        </a:defRPr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Sheet1!$S$3</c:f>
              <c:strCache>
                <c:ptCount val="1"/>
                <c:pt idx="0">
                  <c:v>KOSPI200 (우)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Sheet1!$R$4:$R$11765</c:f>
              <c:strCache>
                <c:ptCount val="11762"/>
                <c:pt idx="0">
                  <c:v>09:00</c:v>
                </c:pt>
                <c:pt idx="1">
                  <c:v>09:01</c:v>
                </c:pt>
                <c:pt idx="2">
                  <c:v>09:01</c:v>
                </c:pt>
                <c:pt idx="3">
                  <c:v>09:01</c:v>
                </c:pt>
                <c:pt idx="4">
                  <c:v>09:01</c:v>
                </c:pt>
                <c:pt idx="5">
                  <c:v>09:01</c:v>
                </c:pt>
                <c:pt idx="6">
                  <c:v>09:01</c:v>
                </c:pt>
                <c:pt idx="7">
                  <c:v>09:01</c:v>
                </c:pt>
                <c:pt idx="8">
                  <c:v>09:01</c:v>
                </c:pt>
                <c:pt idx="9">
                  <c:v>09:01</c:v>
                </c:pt>
                <c:pt idx="10">
                  <c:v>09:01</c:v>
                </c:pt>
                <c:pt idx="11">
                  <c:v>09:01</c:v>
                </c:pt>
                <c:pt idx="12">
                  <c:v>09:01</c:v>
                </c:pt>
                <c:pt idx="13">
                  <c:v>09:01</c:v>
                </c:pt>
                <c:pt idx="14">
                  <c:v>09:01</c:v>
                </c:pt>
                <c:pt idx="15">
                  <c:v>09:01</c:v>
                </c:pt>
                <c:pt idx="16">
                  <c:v>09:01</c:v>
                </c:pt>
                <c:pt idx="17">
                  <c:v>09:01</c:v>
                </c:pt>
                <c:pt idx="18">
                  <c:v>09:01</c:v>
                </c:pt>
                <c:pt idx="19">
                  <c:v>09:01</c:v>
                </c:pt>
                <c:pt idx="20">
                  <c:v>09:01</c:v>
                </c:pt>
                <c:pt idx="21">
                  <c:v>09:01</c:v>
                </c:pt>
                <c:pt idx="22">
                  <c:v>09:01</c:v>
                </c:pt>
                <c:pt idx="23">
                  <c:v>09:01</c:v>
                </c:pt>
                <c:pt idx="24">
                  <c:v>09:01</c:v>
                </c:pt>
                <c:pt idx="25">
                  <c:v>09:01</c:v>
                </c:pt>
                <c:pt idx="26">
                  <c:v>09:01</c:v>
                </c:pt>
                <c:pt idx="27">
                  <c:v>09:01</c:v>
                </c:pt>
                <c:pt idx="28">
                  <c:v>09:01</c:v>
                </c:pt>
                <c:pt idx="29">
                  <c:v>09:01</c:v>
                </c:pt>
                <c:pt idx="30">
                  <c:v>09:02</c:v>
                </c:pt>
                <c:pt idx="31">
                  <c:v>09:02</c:v>
                </c:pt>
                <c:pt idx="32">
                  <c:v>09:02</c:v>
                </c:pt>
                <c:pt idx="33">
                  <c:v>09:02</c:v>
                </c:pt>
                <c:pt idx="34">
                  <c:v>09:02</c:v>
                </c:pt>
                <c:pt idx="35">
                  <c:v>09:02</c:v>
                </c:pt>
                <c:pt idx="36">
                  <c:v>09:02</c:v>
                </c:pt>
                <c:pt idx="37">
                  <c:v>09:02</c:v>
                </c:pt>
                <c:pt idx="38">
                  <c:v>09:02</c:v>
                </c:pt>
                <c:pt idx="39">
                  <c:v>09:02</c:v>
                </c:pt>
                <c:pt idx="40">
                  <c:v>09:02</c:v>
                </c:pt>
                <c:pt idx="41">
                  <c:v>09:02</c:v>
                </c:pt>
                <c:pt idx="42">
                  <c:v>09:02</c:v>
                </c:pt>
                <c:pt idx="43">
                  <c:v>09:02</c:v>
                </c:pt>
                <c:pt idx="44">
                  <c:v>09:02</c:v>
                </c:pt>
                <c:pt idx="45">
                  <c:v>09:02</c:v>
                </c:pt>
                <c:pt idx="46">
                  <c:v>09:02</c:v>
                </c:pt>
                <c:pt idx="47">
                  <c:v>09:02</c:v>
                </c:pt>
                <c:pt idx="48">
                  <c:v>09:02</c:v>
                </c:pt>
                <c:pt idx="49">
                  <c:v>09:02</c:v>
                </c:pt>
                <c:pt idx="50">
                  <c:v>09:02</c:v>
                </c:pt>
                <c:pt idx="51">
                  <c:v>09:02</c:v>
                </c:pt>
                <c:pt idx="52">
                  <c:v>09:02</c:v>
                </c:pt>
                <c:pt idx="53">
                  <c:v>09:02</c:v>
                </c:pt>
                <c:pt idx="54">
                  <c:v>09:02</c:v>
                </c:pt>
                <c:pt idx="55">
                  <c:v>09:02</c:v>
                </c:pt>
                <c:pt idx="56">
                  <c:v>09:02</c:v>
                </c:pt>
                <c:pt idx="57">
                  <c:v>09:02</c:v>
                </c:pt>
                <c:pt idx="58">
                  <c:v>09:02</c:v>
                </c:pt>
                <c:pt idx="59">
                  <c:v>09:02</c:v>
                </c:pt>
                <c:pt idx="60">
                  <c:v>09:03</c:v>
                </c:pt>
                <c:pt idx="61">
                  <c:v>09:03</c:v>
                </c:pt>
                <c:pt idx="62">
                  <c:v>09:03</c:v>
                </c:pt>
                <c:pt idx="63">
                  <c:v>09:03</c:v>
                </c:pt>
                <c:pt idx="64">
                  <c:v>09:03</c:v>
                </c:pt>
                <c:pt idx="65">
                  <c:v>09:03</c:v>
                </c:pt>
                <c:pt idx="66">
                  <c:v>09:03</c:v>
                </c:pt>
                <c:pt idx="67">
                  <c:v>09:03</c:v>
                </c:pt>
                <c:pt idx="68">
                  <c:v>09:03</c:v>
                </c:pt>
                <c:pt idx="69">
                  <c:v>09:03</c:v>
                </c:pt>
                <c:pt idx="70">
                  <c:v>09:03</c:v>
                </c:pt>
                <c:pt idx="71">
                  <c:v>09:03</c:v>
                </c:pt>
                <c:pt idx="72">
                  <c:v>09:03</c:v>
                </c:pt>
                <c:pt idx="73">
                  <c:v>09:03</c:v>
                </c:pt>
                <c:pt idx="74">
                  <c:v>09:03</c:v>
                </c:pt>
                <c:pt idx="75">
                  <c:v>09:03</c:v>
                </c:pt>
                <c:pt idx="76">
                  <c:v>09:03</c:v>
                </c:pt>
                <c:pt idx="77">
                  <c:v>09:03</c:v>
                </c:pt>
                <c:pt idx="78">
                  <c:v>09:03</c:v>
                </c:pt>
                <c:pt idx="79">
                  <c:v>09:03</c:v>
                </c:pt>
                <c:pt idx="80">
                  <c:v>09:03</c:v>
                </c:pt>
                <c:pt idx="81">
                  <c:v>09:03</c:v>
                </c:pt>
                <c:pt idx="82">
                  <c:v>09:03</c:v>
                </c:pt>
                <c:pt idx="83">
                  <c:v>09:03</c:v>
                </c:pt>
                <c:pt idx="84">
                  <c:v>09:03</c:v>
                </c:pt>
                <c:pt idx="85">
                  <c:v>09:03</c:v>
                </c:pt>
                <c:pt idx="86">
                  <c:v>09:03</c:v>
                </c:pt>
                <c:pt idx="87">
                  <c:v>09:03</c:v>
                </c:pt>
                <c:pt idx="88">
                  <c:v>09:03</c:v>
                </c:pt>
                <c:pt idx="89">
                  <c:v>09:03</c:v>
                </c:pt>
                <c:pt idx="90">
                  <c:v>09:04</c:v>
                </c:pt>
                <c:pt idx="91">
                  <c:v>09:04</c:v>
                </c:pt>
                <c:pt idx="92">
                  <c:v>09:04</c:v>
                </c:pt>
                <c:pt idx="93">
                  <c:v>09:04</c:v>
                </c:pt>
                <c:pt idx="94">
                  <c:v>09:04</c:v>
                </c:pt>
                <c:pt idx="95">
                  <c:v>09:04</c:v>
                </c:pt>
                <c:pt idx="96">
                  <c:v>09:04</c:v>
                </c:pt>
                <c:pt idx="97">
                  <c:v>09:04</c:v>
                </c:pt>
                <c:pt idx="98">
                  <c:v>09:04</c:v>
                </c:pt>
                <c:pt idx="99">
                  <c:v>09:04</c:v>
                </c:pt>
                <c:pt idx="100">
                  <c:v>09:04</c:v>
                </c:pt>
                <c:pt idx="101">
                  <c:v>09:04</c:v>
                </c:pt>
                <c:pt idx="102">
                  <c:v>09:04</c:v>
                </c:pt>
                <c:pt idx="103">
                  <c:v>09:04</c:v>
                </c:pt>
                <c:pt idx="104">
                  <c:v>09:04</c:v>
                </c:pt>
                <c:pt idx="105">
                  <c:v>09:04</c:v>
                </c:pt>
                <c:pt idx="106">
                  <c:v>09:04</c:v>
                </c:pt>
                <c:pt idx="107">
                  <c:v>09:04</c:v>
                </c:pt>
                <c:pt idx="108">
                  <c:v>09:04</c:v>
                </c:pt>
                <c:pt idx="109">
                  <c:v>09:04</c:v>
                </c:pt>
                <c:pt idx="110">
                  <c:v>09:04</c:v>
                </c:pt>
                <c:pt idx="111">
                  <c:v>09:04</c:v>
                </c:pt>
                <c:pt idx="112">
                  <c:v>09:04</c:v>
                </c:pt>
                <c:pt idx="113">
                  <c:v>09:04</c:v>
                </c:pt>
                <c:pt idx="114">
                  <c:v>09:04</c:v>
                </c:pt>
                <c:pt idx="115">
                  <c:v>09:04</c:v>
                </c:pt>
                <c:pt idx="116">
                  <c:v>09:04</c:v>
                </c:pt>
                <c:pt idx="117">
                  <c:v>09:04</c:v>
                </c:pt>
                <c:pt idx="118">
                  <c:v>09:04</c:v>
                </c:pt>
                <c:pt idx="119">
                  <c:v>09:04</c:v>
                </c:pt>
                <c:pt idx="120">
                  <c:v>09:05</c:v>
                </c:pt>
                <c:pt idx="121">
                  <c:v>09:05</c:v>
                </c:pt>
                <c:pt idx="122">
                  <c:v>09:05</c:v>
                </c:pt>
                <c:pt idx="123">
                  <c:v>09:05</c:v>
                </c:pt>
                <c:pt idx="124">
                  <c:v>09:05</c:v>
                </c:pt>
                <c:pt idx="125">
                  <c:v>09:05</c:v>
                </c:pt>
                <c:pt idx="126">
                  <c:v>09:05</c:v>
                </c:pt>
                <c:pt idx="127">
                  <c:v>09:05</c:v>
                </c:pt>
                <c:pt idx="128">
                  <c:v>09:05</c:v>
                </c:pt>
                <c:pt idx="129">
                  <c:v>09:05</c:v>
                </c:pt>
                <c:pt idx="130">
                  <c:v>09:05</c:v>
                </c:pt>
                <c:pt idx="131">
                  <c:v>09:05</c:v>
                </c:pt>
                <c:pt idx="132">
                  <c:v>09:05</c:v>
                </c:pt>
                <c:pt idx="133">
                  <c:v>09:05</c:v>
                </c:pt>
                <c:pt idx="134">
                  <c:v>09:05</c:v>
                </c:pt>
                <c:pt idx="135">
                  <c:v>09:05</c:v>
                </c:pt>
                <c:pt idx="136">
                  <c:v>09:05</c:v>
                </c:pt>
                <c:pt idx="137">
                  <c:v>09:05</c:v>
                </c:pt>
                <c:pt idx="138">
                  <c:v>09:05</c:v>
                </c:pt>
                <c:pt idx="139">
                  <c:v>09:05</c:v>
                </c:pt>
                <c:pt idx="140">
                  <c:v>09:05</c:v>
                </c:pt>
                <c:pt idx="141">
                  <c:v>09:05</c:v>
                </c:pt>
                <c:pt idx="142">
                  <c:v>09:05</c:v>
                </c:pt>
                <c:pt idx="143">
                  <c:v>09:05</c:v>
                </c:pt>
                <c:pt idx="144">
                  <c:v>09:05</c:v>
                </c:pt>
                <c:pt idx="145">
                  <c:v>09:05</c:v>
                </c:pt>
                <c:pt idx="146">
                  <c:v>09:05</c:v>
                </c:pt>
                <c:pt idx="147">
                  <c:v>09:05</c:v>
                </c:pt>
                <c:pt idx="148">
                  <c:v>09:05</c:v>
                </c:pt>
                <c:pt idx="149">
                  <c:v>09:05</c:v>
                </c:pt>
                <c:pt idx="150">
                  <c:v>09:06</c:v>
                </c:pt>
                <c:pt idx="151">
                  <c:v>09:06</c:v>
                </c:pt>
                <c:pt idx="152">
                  <c:v>09:06</c:v>
                </c:pt>
                <c:pt idx="153">
                  <c:v>09:06</c:v>
                </c:pt>
                <c:pt idx="154">
                  <c:v>09:06</c:v>
                </c:pt>
                <c:pt idx="155">
                  <c:v>09:06</c:v>
                </c:pt>
                <c:pt idx="156">
                  <c:v>09:06</c:v>
                </c:pt>
                <c:pt idx="157">
                  <c:v>09:06</c:v>
                </c:pt>
                <c:pt idx="158">
                  <c:v>09:06</c:v>
                </c:pt>
                <c:pt idx="159">
                  <c:v>09:06</c:v>
                </c:pt>
                <c:pt idx="160">
                  <c:v>09:06</c:v>
                </c:pt>
                <c:pt idx="161">
                  <c:v>09:06</c:v>
                </c:pt>
                <c:pt idx="162">
                  <c:v>09:06</c:v>
                </c:pt>
                <c:pt idx="163">
                  <c:v>09:06</c:v>
                </c:pt>
                <c:pt idx="164">
                  <c:v>09:06</c:v>
                </c:pt>
                <c:pt idx="165">
                  <c:v>09:06</c:v>
                </c:pt>
                <c:pt idx="166">
                  <c:v>09:06</c:v>
                </c:pt>
                <c:pt idx="167">
                  <c:v>09:06</c:v>
                </c:pt>
                <c:pt idx="168">
                  <c:v>09:06</c:v>
                </c:pt>
                <c:pt idx="169">
                  <c:v>09:06</c:v>
                </c:pt>
                <c:pt idx="170">
                  <c:v>09:06</c:v>
                </c:pt>
                <c:pt idx="171">
                  <c:v>09:06</c:v>
                </c:pt>
                <c:pt idx="172">
                  <c:v>09:06</c:v>
                </c:pt>
                <c:pt idx="173">
                  <c:v>09:06</c:v>
                </c:pt>
                <c:pt idx="174">
                  <c:v>09:06</c:v>
                </c:pt>
                <c:pt idx="175">
                  <c:v>09:06</c:v>
                </c:pt>
                <c:pt idx="176">
                  <c:v>09:06</c:v>
                </c:pt>
                <c:pt idx="177">
                  <c:v>09:06</c:v>
                </c:pt>
                <c:pt idx="178">
                  <c:v>09:06</c:v>
                </c:pt>
                <c:pt idx="179">
                  <c:v>09:06</c:v>
                </c:pt>
                <c:pt idx="180">
                  <c:v>09:07</c:v>
                </c:pt>
                <c:pt idx="181">
                  <c:v>09:07</c:v>
                </c:pt>
                <c:pt idx="182">
                  <c:v>09:07</c:v>
                </c:pt>
                <c:pt idx="183">
                  <c:v>09:07</c:v>
                </c:pt>
                <c:pt idx="184">
                  <c:v>09:07</c:v>
                </c:pt>
                <c:pt idx="185">
                  <c:v>09:07</c:v>
                </c:pt>
                <c:pt idx="186">
                  <c:v>09:07</c:v>
                </c:pt>
                <c:pt idx="187">
                  <c:v>09:07</c:v>
                </c:pt>
                <c:pt idx="188">
                  <c:v>09:07</c:v>
                </c:pt>
                <c:pt idx="189">
                  <c:v>09:07</c:v>
                </c:pt>
                <c:pt idx="190">
                  <c:v>09:07</c:v>
                </c:pt>
                <c:pt idx="191">
                  <c:v>09:07</c:v>
                </c:pt>
                <c:pt idx="192">
                  <c:v>09:07</c:v>
                </c:pt>
                <c:pt idx="193">
                  <c:v>09:07</c:v>
                </c:pt>
                <c:pt idx="194">
                  <c:v>09:07</c:v>
                </c:pt>
                <c:pt idx="195">
                  <c:v>09:07</c:v>
                </c:pt>
                <c:pt idx="196">
                  <c:v>09:07</c:v>
                </c:pt>
                <c:pt idx="197">
                  <c:v>09:07</c:v>
                </c:pt>
                <c:pt idx="198">
                  <c:v>09:07</c:v>
                </c:pt>
                <c:pt idx="199">
                  <c:v>09:07</c:v>
                </c:pt>
                <c:pt idx="200">
                  <c:v>09:07</c:v>
                </c:pt>
                <c:pt idx="201">
                  <c:v>09:07</c:v>
                </c:pt>
                <c:pt idx="202">
                  <c:v>09:07</c:v>
                </c:pt>
                <c:pt idx="203">
                  <c:v>09:07</c:v>
                </c:pt>
                <c:pt idx="204">
                  <c:v>09:07</c:v>
                </c:pt>
                <c:pt idx="205">
                  <c:v>09:07</c:v>
                </c:pt>
                <c:pt idx="206">
                  <c:v>09:07</c:v>
                </c:pt>
                <c:pt idx="207">
                  <c:v>09:07</c:v>
                </c:pt>
                <c:pt idx="208">
                  <c:v>09:07</c:v>
                </c:pt>
                <c:pt idx="209">
                  <c:v>09:07</c:v>
                </c:pt>
                <c:pt idx="210">
                  <c:v>09:08</c:v>
                </c:pt>
                <c:pt idx="211">
                  <c:v>09:08</c:v>
                </c:pt>
                <c:pt idx="212">
                  <c:v>09:08</c:v>
                </c:pt>
                <c:pt idx="213">
                  <c:v>09:08</c:v>
                </c:pt>
                <c:pt idx="214">
                  <c:v>09:08</c:v>
                </c:pt>
                <c:pt idx="215">
                  <c:v>09:08</c:v>
                </c:pt>
                <c:pt idx="216">
                  <c:v>09:08</c:v>
                </c:pt>
                <c:pt idx="217">
                  <c:v>09:08</c:v>
                </c:pt>
                <c:pt idx="218">
                  <c:v>09:08</c:v>
                </c:pt>
                <c:pt idx="219">
                  <c:v>09:08</c:v>
                </c:pt>
                <c:pt idx="220">
                  <c:v>09:08</c:v>
                </c:pt>
                <c:pt idx="221">
                  <c:v>09:08</c:v>
                </c:pt>
                <c:pt idx="222">
                  <c:v>09:08</c:v>
                </c:pt>
                <c:pt idx="223">
                  <c:v>09:08</c:v>
                </c:pt>
                <c:pt idx="224">
                  <c:v>09:08</c:v>
                </c:pt>
                <c:pt idx="225">
                  <c:v>09:08</c:v>
                </c:pt>
                <c:pt idx="226">
                  <c:v>09:08</c:v>
                </c:pt>
                <c:pt idx="227">
                  <c:v>09:08</c:v>
                </c:pt>
                <c:pt idx="228">
                  <c:v>09:08</c:v>
                </c:pt>
                <c:pt idx="229">
                  <c:v>09:08</c:v>
                </c:pt>
                <c:pt idx="230">
                  <c:v>09:08</c:v>
                </c:pt>
                <c:pt idx="231">
                  <c:v>09:08</c:v>
                </c:pt>
                <c:pt idx="232">
                  <c:v>09:08</c:v>
                </c:pt>
                <c:pt idx="233">
                  <c:v>09:08</c:v>
                </c:pt>
                <c:pt idx="234">
                  <c:v>09:08</c:v>
                </c:pt>
                <c:pt idx="235">
                  <c:v>09:08</c:v>
                </c:pt>
                <c:pt idx="236">
                  <c:v>09:08</c:v>
                </c:pt>
                <c:pt idx="237">
                  <c:v>09:08</c:v>
                </c:pt>
                <c:pt idx="238">
                  <c:v>09:08</c:v>
                </c:pt>
                <c:pt idx="239">
                  <c:v>09:08</c:v>
                </c:pt>
                <c:pt idx="240">
                  <c:v>09:09</c:v>
                </c:pt>
                <c:pt idx="241">
                  <c:v>09:09</c:v>
                </c:pt>
                <c:pt idx="242">
                  <c:v>09:09</c:v>
                </c:pt>
                <c:pt idx="243">
                  <c:v>09:09</c:v>
                </c:pt>
                <c:pt idx="244">
                  <c:v>09:09</c:v>
                </c:pt>
                <c:pt idx="245">
                  <c:v>09:09</c:v>
                </c:pt>
                <c:pt idx="246">
                  <c:v>09:09</c:v>
                </c:pt>
                <c:pt idx="247">
                  <c:v>09:09</c:v>
                </c:pt>
                <c:pt idx="248">
                  <c:v>09:09</c:v>
                </c:pt>
                <c:pt idx="249">
                  <c:v>09:09</c:v>
                </c:pt>
                <c:pt idx="250">
                  <c:v>09:09</c:v>
                </c:pt>
                <c:pt idx="251">
                  <c:v>09:09</c:v>
                </c:pt>
                <c:pt idx="252">
                  <c:v>09:09</c:v>
                </c:pt>
                <c:pt idx="253">
                  <c:v>09:09</c:v>
                </c:pt>
                <c:pt idx="254">
                  <c:v>09:09</c:v>
                </c:pt>
                <c:pt idx="255">
                  <c:v>09:09</c:v>
                </c:pt>
                <c:pt idx="256">
                  <c:v>09:09</c:v>
                </c:pt>
                <c:pt idx="257">
                  <c:v>09:09</c:v>
                </c:pt>
                <c:pt idx="258">
                  <c:v>09:09</c:v>
                </c:pt>
                <c:pt idx="259">
                  <c:v>09:09</c:v>
                </c:pt>
                <c:pt idx="260">
                  <c:v>09:09</c:v>
                </c:pt>
                <c:pt idx="261">
                  <c:v>09:09</c:v>
                </c:pt>
                <c:pt idx="262">
                  <c:v>09:09</c:v>
                </c:pt>
                <c:pt idx="263">
                  <c:v>09:09</c:v>
                </c:pt>
                <c:pt idx="264">
                  <c:v>09:09</c:v>
                </c:pt>
                <c:pt idx="265">
                  <c:v>09:09</c:v>
                </c:pt>
                <c:pt idx="266">
                  <c:v>09:09</c:v>
                </c:pt>
                <c:pt idx="267">
                  <c:v>09:09</c:v>
                </c:pt>
                <c:pt idx="268">
                  <c:v>09:09</c:v>
                </c:pt>
                <c:pt idx="269">
                  <c:v>09:09</c:v>
                </c:pt>
                <c:pt idx="270">
                  <c:v>09:10</c:v>
                </c:pt>
                <c:pt idx="271">
                  <c:v>09:10</c:v>
                </c:pt>
                <c:pt idx="272">
                  <c:v>09:10</c:v>
                </c:pt>
                <c:pt idx="273">
                  <c:v>09:10</c:v>
                </c:pt>
                <c:pt idx="274">
                  <c:v>09:10</c:v>
                </c:pt>
                <c:pt idx="275">
                  <c:v>09:10</c:v>
                </c:pt>
                <c:pt idx="276">
                  <c:v>09:10</c:v>
                </c:pt>
                <c:pt idx="277">
                  <c:v>09:10</c:v>
                </c:pt>
                <c:pt idx="278">
                  <c:v>09:10</c:v>
                </c:pt>
                <c:pt idx="279">
                  <c:v>09:10</c:v>
                </c:pt>
                <c:pt idx="280">
                  <c:v>09:10</c:v>
                </c:pt>
                <c:pt idx="281">
                  <c:v>09:10</c:v>
                </c:pt>
                <c:pt idx="282">
                  <c:v>09:10</c:v>
                </c:pt>
                <c:pt idx="283">
                  <c:v>09:10</c:v>
                </c:pt>
                <c:pt idx="284">
                  <c:v>09:10</c:v>
                </c:pt>
                <c:pt idx="285">
                  <c:v>09:10</c:v>
                </c:pt>
                <c:pt idx="286">
                  <c:v>09:10</c:v>
                </c:pt>
                <c:pt idx="287">
                  <c:v>09:10</c:v>
                </c:pt>
                <c:pt idx="288">
                  <c:v>09:10</c:v>
                </c:pt>
                <c:pt idx="289">
                  <c:v>09:10</c:v>
                </c:pt>
                <c:pt idx="290">
                  <c:v>09:10</c:v>
                </c:pt>
                <c:pt idx="291">
                  <c:v>09:10</c:v>
                </c:pt>
                <c:pt idx="292">
                  <c:v>09:10</c:v>
                </c:pt>
                <c:pt idx="293">
                  <c:v>09:10</c:v>
                </c:pt>
                <c:pt idx="294">
                  <c:v>09:10</c:v>
                </c:pt>
                <c:pt idx="295">
                  <c:v>09:10</c:v>
                </c:pt>
                <c:pt idx="296">
                  <c:v>09:10</c:v>
                </c:pt>
                <c:pt idx="297">
                  <c:v>09:10</c:v>
                </c:pt>
                <c:pt idx="298">
                  <c:v>09:10</c:v>
                </c:pt>
                <c:pt idx="299">
                  <c:v>09:10</c:v>
                </c:pt>
                <c:pt idx="300">
                  <c:v>09:11</c:v>
                </c:pt>
                <c:pt idx="301">
                  <c:v>09:11</c:v>
                </c:pt>
                <c:pt idx="302">
                  <c:v>09:11</c:v>
                </c:pt>
                <c:pt idx="303">
                  <c:v>09:11</c:v>
                </c:pt>
                <c:pt idx="304">
                  <c:v>09:11</c:v>
                </c:pt>
                <c:pt idx="305">
                  <c:v>09:11</c:v>
                </c:pt>
                <c:pt idx="306">
                  <c:v>09:11</c:v>
                </c:pt>
                <c:pt idx="307">
                  <c:v>09:11</c:v>
                </c:pt>
                <c:pt idx="308">
                  <c:v>09:11</c:v>
                </c:pt>
                <c:pt idx="309">
                  <c:v>09:11</c:v>
                </c:pt>
                <c:pt idx="310">
                  <c:v>09:11</c:v>
                </c:pt>
                <c:pt idx="311">
                  <c:v>09:11</c:v>
                </c:pt>
                <c:pt idx="312">
                  <c:v>09:11</c:v>
                </c:pt>
                <c:pt idx="313">
                  <c:v>09:11</c:v>
                </c:pt>
                <c:pt idx="314">
                  <c:v>09:11</c:v>
                </c:pt>
                <c:pt idx="315">
                  <c:v>09:11</c:v>
                </c:pt>
                <c:pt idx="316">
                  <c:v>09:11</c:v>
                </c:pt>
                <c:pt idx="317">
                  <c:v>09:11</c:v>
                </c:pt>
                <c:pt idx="318">
                  <c:v>09:11</c:v>
                </c:pt>
                <c:pt idx="319">
                  <c:v>09:11</c:v>
                </c:pt>
                <c:pt idx="320">
                  <c:v>09:11</c:v>
                </c:pt>
                <c:pt idx="321">
                  <c:v>09:11</c:v>
                </c:pt>
                <c:pt idx="322">
                  <c:v>09:11</c:v>
                </c:pt>
                <c:pt idx="323">
                  <c:v>09:11</c:v>
                </c:pt>
                <c:pt idx="324">
                  <c:v>09:11</c:v>
                </c:pt>
                <c:pt idx="325">
                  <c:v>09:11</c:v>
                </c:pt>
                <c:pt idx="326">
                  <c:v>09:11</c:v>
                </c:pt>
                <c:pt idx="327">
                  <c:v>09:11</c:v>
                </c:pt>
                <c:pt idx="328">
                  <c:v>09:11</c:v>
                </c:pt>
                <c:pt idx="329">
                  <c:v>09:11</c:v>
                </c:pt>
                <c:pt idx="330">
                  <c:v>09:12</c:v>
                </c:pt>
                <c:pt idx="331">
                  <c:v>09:12</c:v>
                </c:pt>
                <c:pt idx="332">
                  <c:v>09:12</c:v>
                </c:pt>
                <c:pt idx="333">
                  <c:v>09:12</c:v>
                </c:pt>
                <c:pt idx="334">
                  <c:v>09:12</c:v>
                </c:pt>
                <c:pt idx="335">
                  <c:v>09:12</c:v>
                </c:pt>
                <c:pt idx="336">
                  <c:v>09:12</c:v>
                </c:pt>
                <c:pt idx="337">
                  <c:v>09:12</c:v>
                </c:pt>
                <c:pt idx="338">
                  <c:v>09:12</c:v>
                </c:pt>
                <c:pt idx="339">
                  <c:v>09:12</c:v>
                </c:pt>
                <c:pt idx="340">
                  <c:v>09:12</c:v>
                </c:pt>
                <c:pt idx="341">
                  <c:v>09:12</c:v>
                </c:pt>
                <c:pt idx="342">
                  <c:v>09:12</c:v>
                </c:pt>
                <c:pt idx="343">
                  <c:v>09:12</c:v>
                </c:pt>
                <c:pt idx="344">
                  <c:v>09:12</c:v>
                </c:pt>
                <c:pt idx="345">
                  <c:v>09:12</c:v>
                </c:pt>
                <c:pt idx="346">
                  <c:v>09:12</c:v>
                </c:pt>
                <c:pt idx="347">
                  <c:v>09:12</c:v>
                </c:pt>
                <c:pt idx="348">
                  <c:v>09:12</c:v>
                </c:pt>
                <c:pt idx="349">
                  <c:v>09:12</c:v>
                </c:pt>
                <c:pt idx="350">
                  <c:v>09:12</c:v>
                </c:pt>
                <c:pt idx="351">
                  <c:v>09:12</c:v>
                </c:pt>
                <c:pt idx="352">
                  <c:v>09:12</c:v>
                </c:pt>
                <c:pt idx="353">
                  <c:v>09:12</c:v>
                </c:pt>
                <c:pt idx="354">
                  <c:v>09:12</c:v>
                </c:pt>
                <c:pt idx="355">
                  <c:v>09:12</c:v>
                </c:pt>
                <c:pt idx="356">
                  <c:v>09:12</c:v>
                </c:pt>
                <c:pt idx="357">
                  <c:v>09:12</c:v>
                </c:pt>
                <c:pt idx="358">
                  <c:v>09:12</c:v>
                </c:pt>
                <c:pt idx="359">
                  <c:v>09:12</c:v>
                </c:pt>
                <c:pt idx="360">
                  <c:v>09:13</c:v>
                </c:pt>
                <c:pt idx="361">
                  <c:v>09:13</c:v>
                </c:pt>
                <c:pt idx="362">
                  <c:v>09:13</c:v>
                </c:pt>
                <c:pt idx="363">
                  <c:v>09:13</c:v>
                </c:pt>
                <c:pt idx="364">
                  <c:v>09:13</c:v>
                </c:pt>
                <c:pt idx="365">
                  <c:v>09:13</c:v>
                </c:pt>
                <c:pt idx="366">
                  <c:v>09:13</c:v>
                </c:pt>
                <c:pt idx="367">
                  <c:v>09:13</c:v>
                </c:pt>
                <c:pt idx="368">
                  <c:v>09:13</c:v>
                </c:pt>
                <c:pt idx="369">
                  <c:v>09:13</c:v>
                </c:pt>
                <c:pt idx="370">
                  <c:v>09:13</c:v>
                </c:pt>
                <c:pt idx="371">
                  <c:v>09:13</c:v>
                </c:pt>
                <c:pt idx="372">
                  <c:v>09:13</c:v>
                </c:pt>
                <c:pt idx="373">
                  <c:v>09:13</c:v>
                </c:pt>
                <c:pt idx="374">
                  <c:v>09:13</c:v>
                </c:pt>
                <c:pt idx="375">
                  <c:v>09:13</c:v>
                </c:pt>
                <c:pt idx="376">
                  <c:v>09:13</c:v>
                </c:pt>
                <c:pt idx="377">
                  <c:v>09:13</c:v>
                </c:pt>
                <c:pt idx="378">
                  <c:v>09:13</c:v>
                </c:pt>
                <c:pt idx="379">
                  <c:v>09:13</c:v>
                </c:pt>
                <c:pt idx="380">
                  <c:v>09:13</c:v>
                </c:pt>
                <c:pt idx="381">
                  <c:v>09:13</c:v>
                </c:pt>
                <c:pt idx="382">
                  <c:v>09:13</c:v>
                </c:pt>
                <c:pt idx="383">
                  <c:v>09:13</c:v>
                </c:pt>
                <c:pt idx="384">
                  <c:v>09:13</c:v>
                </c:pt>
                <c:pt idx="385">
                  <c:v>09:13</c:v>
                </c:pt>
                <c:pt idx="386">
                  <c:v>09:13</c:v>
                </c:pt>
                <c:pt idx="387">
                  <c:v>09:13</c:v>
                </c:pt>
                <c:pt idx="388">
                  <c:v>09:13</c:v>
                </c:pt>
                <c:pt idx="389">
                  <c:v>09:13</c:v>
                </c:pt>
                <c:pt idx="390">
                  <c:v>09:14</c:v>
                </c:pt>
                <c:pt idx="391">
                  <c:v>09:14</c:v>
                </c:pt>
                <c:pt idx="392">
                  <c:v>09:14</c:v>
                </c:pt>
                <c:pt idx="393">
                  <c:v>09:14</c:v>
                </c:pt>
                <c:pt idx="394">
                  <c:v>09:14</c:v>
                </c:pt>
                <c:pt idx="395">
                  <c:v>09:14</c:v>
                </c:pt>
                <c:pt idx="396">
                  <c:v>09:14</c:v>
                </c:pt>
                <c:pt idx="397">
                  <c:v>09:14</c:v>
                </c:pt>
                <c:pt idx="398">
                  <c:v>09:14</c:v>
                </c:pt>
                <c:pt idx="399">
                  <c:v>09:14</c:v>
                </c:pt>
                <c:pt idx="400">
                  <c:v>09:14</c:v>
                </c:pt>
                <c:pt idx="401">
                  <c:v>09:14</c:v>
                </c:pt>
                <c:pt idx="402">
                  <c:v>09:14</c:v>
                </c:pt>
                <c:pt idx="403">
                  <c:v>09:14</c:v>
                </c:pt>
                <c:pt idx="404">
                  <c:v>09:14</c:v>
                </c:pt>
                <c:pt idx="405">
                  <c:v>09:14</c:v>
                </c:pt>
                <c:pt idx="406">
                  <c:v>09:14</c:v>
                </c:pt>
                <c:pt idx="407">
                  <c:v>09:14</c:v>
                </c:pt>
                <c:pt idx="408">
                  <c:v>09:14</c:v>
                </c:pt>
                <c:pt idx="409">
                  <c:v>09:14</c:v>
                </c:pt>
                <c:pt idx="410">
                  <c:v>09:14</c:v>
                </c:pt>
                <c:pt idx="411">
                  <c:v>09:14</c:v>
                </c:pt>
                <c:pt idx="412">
                  <c:v>09:14</c:v>
                </c:pt>
                <c:pt idx="413">
                  <c:v>09:14</c:v>
                </c:pt>
                <c:pt idx="414">
                  <c:v>09:14</c:v>
                </c:pt>
                <c:pt idx="415">
                  <c:v>09:14</c:v>
                </c:pt>
                <c:pt idx="416">
                  <c:v>09:14</c:v>
                </c:pt>
                <c:pt idx="417">
                  <c:v>09:14</c:v>
                </c:pt>
                <c:pt idx="418">
                  <c:v>09:14</c:v>
                </c:pt>
                <c:pt idx="419">
                  <c:v>09:14</c:v>
                </c:pt>
                <c:pt idx="420">
                  <c:v>09:15</c:v>
                </c:pt>
                <c:pt idx="421">
                  <c:v>09:15</c:v>
                </c:pt>
                <c:pt idx="422">
                  <c:v>09:15</c:v>
                </c:pt>
                <c:pt idx="423">
                  <c:v>09:15</c:v>
                </c:pt>
                <c:pt idx="424">
                  <c:v>09:15</c:v>
                </c:pt>
                <c:pt idx="425">
                  <c:v>09:15</c:v>
                </c:pt>
                <c:pt idx="426">
                  <c:v>09:15</c:v>
                </c:pt>
                <c:pt idx="427">
                  <c:v>09:15</c:v>
                </c:pt>
                <c:pt idx="428">
                  <c:v>09:15</c:v>
                </c:pt>
                <c:pt idx="429">
                  <c:v>09:15</c:v>
                </c:pt>
                <c:pt idx="430">
                  <c:v>09:15</c:v>
                </c:pt>
                <c:pt idx="431">
                  <c:v>09:15</c:v>
                </c:pt>
                <c:pt idx="432">
                  <c:v>09:15</c:v>
                </c:pt>
                <c:pt idx="433">
                  <c:v>09:15</c:v>
                </c:pt>
                <c:pt idx="434">
                  <c:v>09:15</c:v>
                </c:pt>
                <c:pt idx="435">
                  <c:v>09:15</c:v>
                </c:pt>
                <c:pt idx="436">
                  <c:v>09:15</c:v>
                </c:pt>
                <c:pt idx="437">
                  <c:v>09:15</c:v>
                </c:pt>
                <c:pt idx="438">
                  <c:v>09:15</c:v>
                </c:pt>
                <c:pt idx="439">
                  <c:v>09:15</c:v>
                </c:pt>
                <c:pt idx="440">
                  <c:v>09:15</c:v>
                </c:pt>
                <c:pt idx="441">
                  <c:v>09:15</c:v>
                </c:pt>
                <c:pt idx="442">
                  <c:v>09:15</c:v>
                </c:pt>
                <c:pt idx="443">
                  <c:v>09:15</c:v>
                </c:pt>
                <c:pt idx="444">
                  <c:v>09:15</c:v>
                </c:pt>
                <c:pt idx="445">
                  <c:v>09:15</c:v>
                </c:pt>
                <c:pt idx="446">
                  <c:v>09:15</c:v>
                </c:pt>
                <c:pt idx="447">
                  <c:v>09:15</c:v>
                </c:pt>
                <c:pt idx="448">
                  <c:v>09:15</c:v>
                </c:pt>
                <c:pt idx="449">
                  <c:v>09:15</c:v>
                </c:pt>
                <c:pt idx="450">
                  <c:v>09:16</c:v>
                </c:pt>
                <c:pt idx="451">
                  <c:v>09:16</c:v>
                </c:pt>
                <c:pt idx="452">
                  <c:v>09:16</c:v>
                </c:pt>
                <c:pt idx="453">
                  <c:v>09:16</c:v>
                </c:pt>
                <c:pt idx="454">
                  <c:v>09:16</c:v>
                </c:pt>
                <c:pt idx="455">
                  <c:v>09:16</c:v>
                </c:pt>
                <c:pt idx="456">
                  <c:v>09:16</c:v>
                </c:pt>
                <c:pt idx="457">
                  <c:v>09:16</c:v>
                </c:pt>
                <c:pt idx="458">
                  <c:v>09:16</c:v>
                </c:pt>
                <c:pt idx="459">
                  <c:v>09:16</c:v>
                </c:pt>
                <c:pt idx="460">
                  <c:v>09:16</c:v>
                </c:pt>
                <c:pt idx="461">
                  <c:v>09:16</c:v>
                </c:pt>
                <c:pt idx="462">
                  <c:v>09:16</c:v>
                </c:pt>
                <c:pt idx="463">
                  <c:v>09:16</c:v>
                </c:pt>
                <c:pt idx="464">
                  <c:v>09:16</c:v>
                </c:pt>
                <c:pt idx="465">
                  <c:v>09:16</c:v>
                </c:pt>
                <c:pt idx="466">
                  <c:v>09:16</c:v>
                </c:pt>
                <c:pt idx="467">
                  <c:v>09:16</c:v>
                </c:pt>
                <c:pt idx="468">
                  <c:v>09:16</c:v>
                </c:pt>
                <c:pt idx="469">
                  <c:v>09:16</c:v>
                </c:pt>
                <c:pt idx="470">
                  <c:v>09:16</c:v>
                </c:pt>
                <c:pt idx="471">
                  <c:v>09:16</c:v>
                </c:pt>
                <c:pt idx="472">
                  <c:v>09:16</c:v>
                </c:pt>
                <c:pt idx="473">
                  <c:v>09:16</c:v>
                </c:pt>
                <c:pt idx="474">
                  <c:v>09:16</c:v>
                </c:pt>
                <c:pt idx="475">
                  <c:v>09:16</c:v>
                </c:pt>
                <c:pt idx="476">
                  <c:v>09:16</c:v>
                </c:pt>
                <c:pt idx="477">
                  <c:v>09:16</c:v>
                </c:pt>
                <c:pt idx="478">
                  <c:v>09:16</c:v>
                </c:pt>
                <c:pt idx="479">
                  <c:v>09:16</c:v>
                </c:pt>
                <c:pt idx="480">
                  <c:v>09:17</c:v>
                </c:pt>
                <c:pt idx="481">
                  <c:v>09:17</c:v>
                </c:pt>
                <c:pt idx="482">
                  <c:v>09:17</c:v>
                </c:pt>
                <c:pt idx="483">
                  <c:v>09:17</c:v>
                </c:pt>
                <c:pt idx="484">
                  <c:v>09:17</c:v>
                </c:pt>
                <c:pt idx="485">
                  <c:v>09:17</c:v>
                </c:pt>
                <c:pt idx="486">
                  <c:v>09:17</c:v>
                </c:pt>
                <c:pt idx="487">
                  <c:v>09:17</c:v>
                </c:pt>
                <c:pt idx="488">
                  <c:v>09:17</c:v>
                </c:pt>
                <c:pt idx="489">
                  <c:v>09:17</c:v>
                </c:pt>
                <c:pt idx="490">
                  <c:v>09:17</c:v>
                </c:pt>
                <c:pt idx="491">
                  <c:v>09:17</c:v>
                </c:pt>
                <c:pt idx="492">
                  <c:v>09:17</c:v>
                </c:pt>
                <c:pt idx="493">
                  <c:v>09:17</c:v>
                </c:pt>
                <c:pt idx="494">
                  <c:v>09:17</c:v>
                </c:pt>
                <c:pt idx="495">
                  <c:v>09:17</c:v>
                </c:pt>
                <c:pt idx="496">
                  <c:v>09:17</c:v>
                </c:pt>
                <c:pt idx="497">
                  <c:v>09:17</c:v>
                </c:pt>
                <c:pt idx="498">
                  <c:v>09:17</c:v>
                </c:pt>
                <c:pt idx="499">
                  <c:v>09:17</c:v>
                </c:pt>
                <c:pt idx="500">
                  <c:v>09:17</c:v>
                </c:pt>
                <c:pt idx="501">
                  <c:v>09:17</c:v>
                </c:pt>
                <c:pt idx="502">
                  <c:v>09:17</c:v>
                </c:pt>
                <c:pt idx="503">
                  <c:v>09:17</c:v>
                </c:pt>
                <c:pt idx="504">
                  <c:v>09:17</c:v>
                </c:pt>
                <c:pt idx="505">
                  <c:v>09:17</c:v>
                </c:pt>
                <c:pt idx="506">
                  <c:v>09:17</c:v>
                </c:pt>
                <c:pt idx="507">
                  <c:v>09:17</c:v>
                </c:pt>
                <c:pt idx="508">
                  <c:v>09:17</c:v>
                </c:pt>
                <c:pt idx="509">
                  <c:v>09:17</c:v>
                </c:pt>
                <c:pt idx="510">
                  <c:v>09:18</c:v>
                </c:pt>
                <c:pt idx="511">
                  <c:v>09:18</c:v>
                </c:pt>
                <c:pt idx="512">
                  <c:v>09:18</c:v>
                </c:pt>
                <c:pt idx="513">
                  <c:v>09:18</c:v>
                </c:pt>
                <c:pt idx="514">
                  <c:v>09:18</c:v>
                </c:pt>
                <c:pt idx="515">
                  <c:v>09:18</c:v>
                </c:pt>
                <c:pt idx="516">
                  <c:v>09:18</c:v>
                </c:pt>
                <c:pt idx="517">
                  <c:v>09:18</c:v>
                </c:pt>
                <c:pt idx="518">
                  <c:v>09:18</c:v>
                </c:pt>
                <c:pt idx="519">
                  <c:v>09:18</c:v>
                </c:pt>
                <c:pt idx="520">
                  <c:v>09:18</c:v>
                </c:pt>
                <c:pt idx="521">
                  <c:v>09:18</c:v>
                </c:pt>
                <c:pt idx="522">
                  <c:v>09:18</c:v>
                </c:pt>
                <c:pt idx="523">
                  <c:v>09:18</c:v>
                </c:pt>
                <c:pt idx="524">
                  <c:v>09:18</c:v>
                </c:pt>
                <c:pt idx="525">
                  <c:v>09:18</c:v>
                </c:pt>
                <c:pt idx="526">
                  <c:v>09:18</c:v>
                </c:pt>
                <c:pt idx="527">
                  <c:v>09:18</c:v>
                </c:pt>
                <c:pt idx="528">
                  <c:v>09:18</c:v>
                </c:pt>
                <c:pt idx="529">
                  <c:v>09:18</c:v>
                </c:pt>
                <c:pt idx="530">
                  <c:v>09:18</c:v>
                </c:pt>
                <c:pt idx="531">
                  <c:v>09:18</c:v>
                </c:pt>
                <c:pt idx="532">
                  <c:v>09:18</c:v>
                </c:pt>
                <c:pt idx="533">
                  <c:v>09:18</c:v>
                </c:pt>
                <c:pt idx="534">
                  <c:v>09:18</c:v>
                </c:pt>
                <c:pt idx="535">
                  <c:v>09:18</c:v>
                </c:pt>
                <c:pt idx="536">
                  <c:v>09:18</c:v>
                </c:pt>
                <c:pt idx="537">
                  <c:v>09:18</c:v>
                </c:pt>
                <c:pt idx="538">
                  <c:v>09:18</c:v>
                </c:pt>
                <c:pt idx="539">
                  <c:v>09:18</c:v>
                </c:pt>
                <c:pt idx="540">
                  <c:v>09:19</c:v>
                </c:pt>
                <c:pt idx="541">
                  <c:v>09:19</c:v>
                </c:pt>
                <c:pt idx="542">
                  <c:v>09:19</c:v>
                </c:pt>
                <c:pt idx="543">
                  <c:v>09:19</c:v>
                </c:pt>
                <c:pt idx="544">
                  <c:v>09:19</c:v>
                </c:pt>
                <c:pt idx="545">
                  <c:v>09:19</c:v>
                </c:pt>
                <c:pt idx="546">
                  <c:v>09:19</c:v>
                </c:pt>
                <c:pt idx="547">
                  <c:v>09:19</c:v>
                </c:pt>
                <c:pt idx="548">
                  <c:v>09:19</c:v>
                </c:pt>
                <c:pt idx="549">
                  <c:v>09:19</c:v>
                </c:pt>
                <c:pt idx="550">
                  <c:v>09:19</c:v>
                </c:pt>
                <c:pt idx="551">
                  <c:v>09:19</c:v>
                </c:pt>
                <c:pt idx="552">
                  <c:v>09:19</c:v>
                </c:pt>
                <c:pt idx="553">
                  <c:v>09:19</c:v>
                </c:pt>
                <c:pt idx="554">
                  <c:v>09:19</c:v>
                </c:pt>
                <c:pt idx="555">
                  <c:v>09:19</c:v>
                </c:pt>
                <c:pt idx="556">
                  <c:v>09:19</c:v>
                </c:pt>
                <c:pt idx="557">
                  <c:v>09:19</c:v>
                </c:pt>
                <c:pt idx="558">
                  <c:v>09:19</c:v>
                </c:pt>
                <c:pt idx="559">
                  <c:v>09:19</c:v>
                </c:pt>
                <c:pt idx="560">
                  <c:v>09:19</c:v>
                </c:pt>
                <c:pt idx="561">
                  <c:v>09:19</c:v>
                </c:pt>
                <c:pt idx="562">
                  <c:v>09:19</c:v>
                </c:pt>
                <c:pt idx="563">
                  <c:v>09:19</c:v>
                </c:pt>
                <c:pt idx="564">
                  <c:v>09:19</c:v>
                </c:pt>
                <c:pt idx="565">
                  <c:v>09:19</c:v>
                </c:pt>
                <c:pt idx="566">
                  <c:v>09:19</c:v>
                </c:pt>
                <c:pt idx="567">
                  <c:v>09:19</c:v>
                </c:pt>
                <c:pt idx="568">
                  <c:v>09:19</c:v>
                </c:pt>
                <c:pt idx="569">
                  <c:v>09:19</c:v>
                </c:pt>
                <c:pt idx="570">
                  <c:v>09:20</c:v>
                </c:pt>
                <c:pt idx="571">
                  <c:v>09:20</c:v>
                </c:pt>
                <c:pt idx="572">
                  <c:v>09:20</c:v>
                </c:pt>
                <c:pt idx="573">
                  <c:v>09:20</c:v>
                </c:pt>
                <c:pt idx="574">
                  <c:v>09:20</c:v>
                </c:pt>
                <c:pt idx="575">
                  <c:v>09:20</c:v>
                </c:pt>
                <c:pt idx="576">
                  <c:v>09:20</c:v>
                </c:pt>
                <c:pt idx="577">
                  <c:v>09:20</c:v>
                </c:pt>
                <c:pt idx="578">
                  <c:v>09:20</c:v>
                </c:pt>
                <c:pt idx="579">
                  <c:v>09:20</c:v>
                </c:pt>
                <c:pt idx="580">
                  <c:v>09:20</c:v>
                </c:pt>
                <c:pt idx="581">
                  <c:v>09:20</c:v>
                </c:pt>
                <c:pt idx="582">
                  <c:v>09:20</c:v>
                </c:pt>
                <c:pt idx="583">
                  <c:v>09:20</c:v>
                </c:pt>
                <c:pt idx="584">
                  <c:v>09:20</c:v>
                </c:pt>
                <c:pt idx="585">
                  <c:v>09:20</c:v>
                </c:pt>
                <c:pt idx="586">
                  <c:v>09:20</c:v>
                </c:pt>
                <c:pt idx="587">
                  <c:v>09:20</c:v>
                </c:pt>
                <c:pt idx="588">
                  <c:v>09:20</c:v>
                </c:pt>
                <c:pt idx="589">
                  <c:v>09:20</c:v>
                </c:pt>
                <c:pt idx="590">
                  <c:v>09:20</c:v>
                </c:pt>
                <c:pt idx="591">
                  <c:v>09:20</c:v>
                </c:pt>
                <c:pt idx="592">
                  <c:v>09:20</c:v>
                </c:pt>
                <c:pt idx="593">
                  <c:v>09:20</c:v>
                </c:pt>
                <c:pt idx="594">
                  <c:v>09:20</c:v>
                </c:pt>
                <c:pt idx="595">
                  <c:v>09:20</c:v>
                </c:pt>
                <c:pt idx="596">
                  <c:v>09:20</c:v>
                </c:pt>
                <c:pt idx="597">
                  <c:v>09:20</c:v>
                </c:pt>
                <c:pt idx="598">
                  <c:v>09:20</c:v>
                </c:pt>
                <c:pt idx="599">
                  <c:v>09:20</c:v>
                </c:pt>
                <c:pt idx="600">
                  <c:v>09:21</c:v>
                </c:pt>
                <c:pt idx="601">
                  <c:v>09:21</c:v>
                </c:pt>
                <c:pt idx="602">
                  <c:v>09:21</c:v>
                </c:pt>
                <c:pt idx="603">
                  <c:v>09:21</c:v>
                </c:pt>
                <c:pt idx="604">
                  <c:v>09:21</c:v>
                </c:pt>
                <c:pt idx="605">
                  <c:v>09:21</c:v>
                </c:pt>
                <c:pt idx="606">
                  <c:v>09:21</c:v>
                </c:pt>
                <c:pt idx="607">
                  <c:v>09:21</c:v>
                </c:pt>
                <c:pt idx="608">
                  <c:v>09:21</c:v>
                </c:pt>
                <c:pt idx="609">
                  <c:v>09:21</c:v>
                </c:pt>
                <c:pt idx="610">
                  <c:v>09:21</c:v>
                </c:pt>
                <c:pt idx="611">
                  <c:v>09:21</c:v>
                </c:pt>
                <c:pt idx="612">
                  <c:v>09:21</c:v>
                </c:pt>
                <c:pt idx="613">
                  <c:v>09:21</c:v>
                </c:pt>
                <c:pt idx="614">
                  <c:v>09:21</c:v>
                </c:pt>
                <c:pt idx="615">
                  <c:v>09:21</c:v>
                </c:pt>
                <c:pt idx="616">
                  <c:v>09:21</c:v>
                </c:pt>
                <c:pt idx="617">
                  <c:v>09:21</c:v>
                </c:pt>
                <c:pt idx="618">
                  <c:v>09:21</c:v>
                </c:pt>
                <c:pt idx="619">
                  <c:v>09:21</c:v>
                </c:pt>
                <c:pt idx="620">
                  <c:v>09:21</c:v>
                </c:pt>
                <c:pt idx="621">
                  <c:v>09:21</c:v>
                </c:pt>
                <c:pt idx="622">
                  <c:v>09:21</c:v>
                </c:pt>
                <c:pt idx="623">
                  <c:v>09:21</c:v>
                </c:pt>
                <c:pt idx="624">
                  <c:v>09:21</c:v>
                </c:pt>
                <c:pt idx="625">
                  <c:v>09:21</c:v>
                </c:pt>
                <c:pt idx="626">
                  <c:v>09:21</c:v>
                </c:pt>
                <c:pt idx="627">
                  <c:v>09:21</c:v>
                </c:pt>
                <c:pt idx="628">
                  <c:v>09:21</c:v>
                </c:pt>
                <c:pt idx="629">
                  <c:v>09:21</c:v>
                </c:pt>
                <c:pt idx="630">
                  <c:v>09:22</c:v>
                </c:pt>
                <c:pt idx="631">
                  <c:v>09:22</c:v>
                </c:pt>
                <c:pt idx="632">
                  <c:v>09:22</c:v>
                </c:pt>
                <c:pt idx="633">
                  <c:v>09:22</c:v>
                </c:pt>
                <c:pt idx="634">
                  <c:v>09:22</c:v>
                </c:pt>
                <c:pt idx="635">
                  <c:v>09:22</c:v>
                </c:pt>
                <c:pt idx="636">
                  <c:v>09:22</c:v>
                </c:pt>
                <c:pt idx="637">
                  <c:v>09:22</c:v>
                </c:pt>
                <c:pt idx="638">
                  <c:v>09:22</c:v>
                </c:pt>
                <c:pt idx="639">
                  <c:v>09:22</c:v>
                </c:pt>
                <c:pt idx="640">
                  <c:v>09:22</c:v>
                </c:pt>
                <c:pt idx="641">
                  <c:v>09:22</c:v>
                </c:pt>
                <c:pt idx="642">
                  <c:v>09:22</c:v>
                </c:pt>
                <c:pt idx="643">
                  <c:v>09:22</c:v>
                </c:pt>
                <c:pt idx="644">
                  <c:v>09:22</c:v>
                </c:pt>
                <c:pt idx="645">
                  <c:v>09:22</c:v>
                </c:pt>
                <c:pt idx="646">
                  <c:v>09:22</c:v>
                </c:pt>
                <c:pt idx="647">
                  <c:v>09:22</c:v>
                </c:pt>
                <c:pt idx="648">
                  <c:v>09:22</c:v>
                </c:pt>
                <c:pt idx="649">
                  <c:v>09:22</c:v>
                </c:pt>
                <c:pt idx="650">
                  <c:v>09:22</c:v>
                </c:pt>
                <c:pt idx="651">
                  <c:v>09:22</c:v>
                </c:pt>
                <c:pt idx="652">
                  <c:v>09:22</c:v>
                </c:pt>
                <c:pt idx="653">
                  <c:v>09:22</c:v>
                </c:pt>
                <c:pt idx="654">
                  <c:v>09:22</c:v>
                </c:pt>
                <c:pt idx="655">
                  <c:v>09:22</c:v>
                </c:pt>
                <c:pt idx="656">
                  <c:v>09:22</c:v>
                </c:pt>
                <c:pt idx="657">
                  <c:v>09:22</c:v>
                </c:pt>
                <c:pt idx="658">
                  <c:v>09:22</c:v>
                </c:pt>
                <c:pt idx="659">
                  <c:v>09:22</c:v>
                </c:pt>
                <c:pt idx="660">
                  <c:v>09:23</c:v>
                </c:pt>
                <c:pt idx="661">
                  <c:v>09:23</c:v>
                </c:pt>
                <c:pt idx="662">
                  <c:v>09:23</c:v>
                </c:pt>
                <c:pt idx="663">
                  <c:v>09:23</c:v>
                </c:pt>
                <c:pt idx="664">
                  <c:v>09:23</c:v>
                </c:pt>
                <c:pt idx="665">
                  <c:v>09:23</c:v>
                </c:pt>
                <c:pt idx="666">
                  <c:v>09:23</c:v>
                </c:pt>
                <c:pt idx="667">
                  <c:v>09:23</c:v>
                </c:pt>
                <c:pt idx="668">
                  <c:v>09:23</c:v>
                </c:pt>
                <c:pt idx="669">
                  <c:v>09:23</c:v>
                </c:pt>
                <c:pt idx="670">
                  <c:v>09:23</c:v>
                </c:pt>
                <c:pt idx="671">
                  <c:v>09:23</c:v>
                </c:pt>
                <c:pt idx="672">
                  <c:v>09:23</c:v>
                </c:pt>
                <c:pt idx="673">
                  <c:v>09:23</c:v>
                </c:pt>
                <c:pt idx="674">
                  <c:v>09:23</c:v>
                </c:pt>
                <c:pt idx="675">
                  <c:v>09:23</c:v>
                </c:pt>
                <c:pt idx="676">
                  <c:v>09:23</c:v>
                </c:pt>
                <c:pt idx="677">
                  <c:v>09:23</c:v>
                </c:pt>
                <c:pt idx="678">
                  <c:v>09:23</c:v>
                </c:pt>
                <c:pt idx="679">
                  <c:v>09:23</c:v>
                </c:pt>
                <c:pt idx="680">
                  <c:v>09:23</c:v>
                </c:pt>
                <c:pt idx="681">
                  <c:v>09:23</c:v>
                </c:pt>
                <c:pt idx="682">
                  <c:v>09:23</c:v>
                </c:pt>
                <c:pt idx="683">
                  <c:v>09:23</c:v>
                </c:pt>
                <c:pt idx="684">
                  <c:v>09:23</c:v>
                </c:pt>
                <c:pt idx="685">
                  <c:v>09:23</c:v>
                </c:pt>
                <c:pt idx="686">
                  <c:v>09:23</c:v>
                </c:pt>
                <c:pt idx="687">
                  <c:v>09:23</c:v>
                </c:pt>
                <c:pt idx="688">
                  <c:v>09:23</c:v>
                </c:pt>
                <c:pt idx="689">
                  <c:v>09:23</c:v>
                </c:pt>
                <c:pt idx="690">
                  <c:v>09:24</c:v>
                </c:pt>
                <c:pt idx="691">
                  <c:v>09:24</c:v>
                </c:pt>
                <c:pt idx="692">
                  <c:v>09:24</c:v>
                </c:pt>
                <c:pt idx="693">
                  <c:v>09:24</c:v>
                </c:pt>
                <c:pt idx="694">
                  <c:v>09:24</c:v>
                </c:pt>
                <c:pt idx="695">
                  <c:v>09:24</c:v>
                </c:pt>
                <c:pt idx="696">
                  <c:v>09:24</c:v>
                </c:pt>
                <c:pt idx="697">
                  <c:v>09:24</c:v>
                </c:pt>
                <c:pt idx="698">
                  <c:v>09:24</c:v>
                </c:pt>
                <c:pt idx="699">
                  <c:v>09:24</c:v>
                </c:pt>
                <c:pt idx="700">
                  <c:v>09:24</c:v>
                </c:pt>
                <c:pt idx="701">
                  <c:v>09:24</c:v>
                </c:pt>
                <c:pt idx="702">
                  <c:v>09:24</c:v>
                </c:pt>
                <c:pt idx="703">
                  <c:v>09:24</c:v>
                </c:pt>
                <c:pt idx="704">
                  <c:v>09:24</c:v>
                </c:pt>
                <c:pt idx="705">
                  <c:v>09:24</c:v>
                </c:pt>
                <c:pt idx="706">
                  <c:v>09:24</c:v>
                </c:pt>
                <c:pt idx="707">
                  <c:v>09:24</c:v>
                </c:pt>
                <c:pt idx="708">
                  <c:v>09:24</c:v>
                </c:pt>
                <c:pt idx="709">
                  <c:v>09:24</c:v>
                </c:pt>
                <c:pt idx="710">
                  <c:v>09:24</c:v>
                </c:pt>
                <c:pt idx="711">
                  <c:v>09:24</c:v>
                </c:pt>
                <c:pt idx="712">
                  <c:v>09:24</c:v>
                </c:pt>
                <c:pt idx="713">
                  <c:v>09:24</c:v>
                </c:pt>
                <c:pt idx="714">
                  <c:v>09:24</c:v>
                </c:pt>
                <c:pt idx="715">
                  <c:v>09:24</c:v>
                </c:pt>
                <c:pt idx="716">
                  <c:v>09:24</c:v>
                </c:pt>
                <c:pt idx="717">
                  <c:v>09:24</c:v>
                </c:pt>
                <c:pt idx="718">
                  <c:v>09:24</c:v>
                </c:pt>
                <c:pt idx="719">
                  <c:v>09:24</c:v>
                </c:pt>
                <c:pt idx="720">
                  <c:v>09:25</c:v>
                </c:pt>
                <c:pt idx="721">
                  <c:v>09:25</c:v>
                </c:pt>
                <c:pt idx="722">
                  <c:v>09:25</c:v>
                </c:pt>
                <c:pt idx="723">
                  <c:v>09:25</c:v>
                </c:pt>
                <c:pt idx="724">
                  <c:v>09:25</c:v>
                </c:pt>
                <c:pt idx="725">
                  <c:v>09:25</c:v>
                </c:pt>
                <c:pt idx="726">
                  <c:v>09:25</c:v>
                </c:pt>
                <c:pt idx="727">
                  <c:v>09:25</c:v>
                </c:pt>
                <c:pt idx="728">
                  <c:v>09:25</c:v>
                </c:pt>
                <c:pt idx="729">
                  <c:v>09:25</c:v>
                </c:pt>
                <c:pt idx="730">
                  <c:v>09:25</c:v>
                </c:pt>
                <c:pt idx="731">
                  <c:v>09:25</c:v>
                </c:pt>
                <c:pt idx="732">
                  <c:v>09:25</c:v>
                </c:pt>
                <c:pt idx="733">
                  <c:v>09:25</c:v>
                </c:pt>
                <c:pt idx="734">
                  <c:v>09:25</c:v>
                </c:pt>
                <c:pt idx="735">
                  <c:v>09:25</c:v>
                </c:pt>
                <c:pt idx="736">
                  <c:v>09:25</c:v>
                </c:pt>
                <c:pt idx="737">
                  <c:v>09:25</c:v>
                </c:pt>
                <c:pt idx="738">
                  <c:v>09:25</c:v>
                </c:pt>
                <c:pt idx="739">
                  <c:v>09:25</c:v>
                </c:pt>
                <c:pt idx="740">
                  <c:v>09:25</c:v>
                </c:pt>
                <c:pt idx="741">
                  <c:v>09:25</c:v>
                </c:pt>
                <c:pt idx="742">
                  <c:v>09:25</c:v>
                </c:pt>
                <c:pt idx="743">
                  <c:v>09:25</c:v>
                </c:pt>
                <c:pt idx="744">
                  <c:v>09:25</c:v>
                </c:pt>
                <c:pt idx="745">
                  <c:v>09:25</c:v>
                </c:pt>
                <c:pt idx="746">
                  <c:v>09:25</c:v>
                </c:pt>
                <c:pt idx="747">
                  <c:v>09:25</c:v>
                </c:pt>
                <c:pt idx="748">
                  <c:v>09:25</c:v>
                </c:pt>
                <c:pt idx="749">
                  <c:v>09:25</c:v>
                </c:pt>
                <c:pt idx="750">
                  <c:v>09:26</c:v>
                </c:pt>
                <c:pt idx="751">
                  <c:v>09:26</c:v>
                </c:pt>
                <c:pt idx="752">
                  <c:v>09:26</c:v>
                </c:pt>
                <c:pt idx="753">
                  <c:v>09:26</c:v>
                </c:pt>
                <c:pt idx="754">
                  <c:v>09:26</c:v>
                </c:pt>
                <c:pt idx="755">
                  <c:v>09:26</c:v>
                </c:pt>
                <c:pt idx="756">
                  <c:v>09:26</c:v>
                </c:pt>
                <c:pt idx="757">
                  <c:v>09:26</c:v>
                </c:pt>
                <c:pt idx="758">
                  <c:v>09:26</c:v>
                </c:pt>
                <c:pt idx="759">
                  <c:v>09:26</c:v>
                </c:pt>
                <c:pt idx="760">
                  <c:v>09:26</c:v>
                </c:pt>
                <c:pt idx="761">
                  <c:v>09:26</c:v>
                </c:pt>
                <c:pt idx="762">
                  <c:v>09:26</c:v>
                </c:pt>
                <c:pt idx="763">
                  <c:v>09:26</c:v>
                </c:pt>
                <c:pt idx="764">
                  <c:v>09:26</c:v>
                </c:pt>
                <c:pt idx="765">
                  <c:v>09:26</c:v>
                </c:pt>
                <c:pt idx="766">
                  <c:v>09:26</c:v>
                </c:pt>
                <c:pt idx="767">
                  <c:v>09:26</c:v>
                </c:pt>
                <c:pt idx="768">
                  <c:v>09:26</c:v>
                </c:pt>
                <c:pt idx="769">
                  <c:v>09:26</c:v>
                </c:pt>
                <c:pt idx="770">
                  <c:v>09:26</c:v>
                </c:pt>
                <c:pt idx="771">
                  <c:v>09:26</c:v>
                </c:pt>
                <c:pt idx="772">
                  <c:v>09:26</c:v>
                </c:pt>
                <c:pt idx="773">
                  <c:v>09:26</c:v>
                </c:pt>
                <c:pt idx="774">
                  <c:v>09:26</c:v>
                </c:pt>
                <c:pt idx="775">
                  <c:v>09:26</c:v>
                </c:pt>
                <c:pt idx="776">
                  <c:v>09:26</c:v>
                </c:pt>
                <c:pt idx="777">
                  <c:v>09:26</c:v>
                </c:pt>
                <c:pt idx="778">
                  <c:v>09:26</c:v>
                </c:pt>
                <c:pt idx="779">
                  <c:v>09:26</c:v>
                </c:pt>
                <c:pt idx="780">
                  <c:v>09:27</c:v>
                </c:pt>
                <c:pt idx="781">
                  <c:v>09:27</c:v>
                </c:pt>
                <c:pt idx="782">
                  <c:v>09:27</c:v>
                </c:pt>
                <c:pt idx="783">
                  <c:v>09:27</c:v>
                </c:pt>
                <c:pt idx="784">
                  <c:v>09:27</c:v>
                </c:pt>
                <c:pt idx="785">
                  <c:v>09:27</c:v>
                </c:pt>
                <c:pt idx="786">
                  <c:v>09:27</c:v>
                </c:pt>
                <c:pt idx="787">
                  <c:v>09:27</c:v>
                </c:pt>
                <c:pt idx="788">
                  <c:v>09:27</c:v>
                </c:pt>
                <c:pt idx="789">
                  <c:v>09:27</c:v>
                </c:pt>
                <c:pt idx="790">
                  <c:v>09:27</c:v>
                </c:pt>
                <c:pt idx="791">
                  <c:v>09:27</c:v>
                </c:pt>
                <c:pt idx="792">
                  <c:v>09:27</c:v>
                </c:pt>
                <c:pt idx="793">
                  <c:v>09:27</c:v>
                </c:pt>
                <c:pt idx="794">
                  <c:v>09:27</c:v>
                </c:pt>
                <c:pt idx="795">
                  <c:v>09:27</c:v>
                </c:pt>
                <c:pt idx="796">
                  <c:v>09:27</c:v>
                </c:pt>
                <c:pt idx="797">
                  <c:v>09:27</c:v>
                </c:pt>
                <c:pt idx="798">
                  <c:v>09:27</c:v>
                </c:pt>
                <c:pt idx="799">
                  <c:v>09:27</c:v>
                </c:pt>
                <c:pt idx="800">
                  <c:v>09:27</c:v>
                </c:pt>
                <c:pt idx="801">
                  <c:v>09:27</c:v>
                </c:pt>
                <c:pt idx="802">
                  <c:v>09:27</c:v>
                </c:pt>
                <c:pt idx="803">
                  <c:v>09:27</c:v>
                </c:pt>
                <c:pt idx="804">
                  <c:v>09:27</c:v>
                </c:pt>
                <c:pt idx="805">
                  <c:v>09:27</c:v>
                </c:pt>
                <c:pt idx="806">
                  <c:v>09:27</c:v>
                </c:pt>
                <c:pt idx="807">
                  <c:v>09:27</c:v>
                </c:pt>
                <c:pt idx="808">
                  <c:v>09:27</c:v>
                </c:pt>
                <c:pt idx="809">
                  <c:v>09:27</c:v>
                </c:pt>
                <c:pt idx="810">
                  <c:v>09:28</c:v>
                </c:pt>
                <c:pt idx="811">
                  <c:v>09:28</c:v>
                </c:pt>
                <c:pt idx="812">
                  <c:v>09:28</c:v>
                </c:pt>
                <c:pt idx="813">
                  <c:v>09:28</c:v>
                </c:pt>
                <c:pt idx="814">
                  <c:v>09:28</c:v>
                </c:pt>
                <c:pt idx="815">
                  <c:v>09:28</c:v>
                </c:pt>
                <c:pt idx="816">
                  <c:v>09:28</c:v>
                </c:pt>
                <c:pt idx="817">
                  <c:v>09:28</c:v>
                </c:pt>
                <c:pt idx="818">
                  <c:v>09:28</c:v>
                </c:pt>
                <c:pt idx="819">
                  <c:v>09:28</c:v>
                </c:pt>
                <c:pt idx="820">
                  <c:v>09:28</c:v>
                </c:pt>
                <c:pt idx="821">
                  <c:v>09:28</c:v>
                </c:pt>
                <c:pt idx="822">
                  <c:v>09:28</c:v>
                </c:pt>
                <c:pt idx="823">
                  <c:v>09:28</c:v>
                </c:pt>
                <c:pt idx="824">
                  <c:v>09:28</c:v>
                </c:pt>
                <c:pt idx="825">
                  <c:v>09:28</c:v>
                </c:pt>
                <c:pt idx="826">
                  <c:v>09:28</c:v>
                </c:pt>
                <c:pt idx="827">
                  <c:v>09:28</c:v>
                </c:pt>
                <c:pt idx="828">
                  <c:v>09:28</c:v>
                </c:pt>
                <c:pt idx="829">
                  <c:v>09:28</c:v>
                </c:pt>
                <c:pt idx="830">
                  <c:v>09:28</c:v>
                </c:pt>
                <c:pt idx="831">
                  <c:v>09:28</c:v>
                </c:pt>
                <c:pt idx="832">
                  <c:v>09:28</c:v>
                </c:pt>
                <c:pt idx="833">
                  <c:v>09:28</c:v>
                </c:pt>
                <c:pt idx="834">
                  <c:v>09:28</c:v>
                </c:pt>
                <c:pt idx="835">
                  <c:v>09:28</c:v>
                </c:pt>
                <c:pt idx="836">
                  <c:v>09:28</c:v>
                </c:pt>
                <c:pt idx="837">
                  <c:v>09:28</c:v>
                </c:pt>
                <c:pt idx="838">
                  <c:v>09:28</c:v>
                </c:pt>
                <c:pt idx="839">
                  <c:v>09:28</c:v>
                </c:pt>
                <c:pt idx="840">
                  <c:v>09:29</c:v>
                </c:pt>
                <c:pt idx="841">
                  <c:v>09:29</c:v>
                </c:pt>
                <c:pt idx="842">
                  <c:v>09:29</c:v>
                </c:pt>
                <c:pt idx="843">
                  <c:v>09:29</c:v>
                </c:pt>
                <c:pt idx="844">
                  <c:v>09:29</c:v>
                </c:pt>
                <c:pt idx="845">
                  <c:v>09:29</c:v>
                </c:pt>
                <c:pt idx="846">
                  <c:v>09:29</c:v>
                </c:pt>
                <c:pt idx="847">
                  <c:v>09:29</c:v>
                </c:pt>
                <c:pt idx="848">
                  <c:v>09:29</c:v>
                </c:pt>
                <c:pt idx="849">
                  <c:v>09:29</c:v>
                </c:pt>
                <c:pt idx="850">
                  <c:v>09:29</c:v>
                </c:pt>
                <c:pt idx="851">
                  <c:v>09:29</c:v>
                </c:pt>
                <c:pt idx="852">
                  <c:v>09:29</c:v>
                </c:pt>
                <c:pt idx="853">
                  <c:v>09:29</c:v>
                </c:pt>
                <c:pt idx="854">
                  <c:v>09:29</c:v>
                </c:pt>
                <c:pt idx="855">
                  <c:v>09:29</c:v>
                </c:pt>
                <c:pt idx="856">
                  <c:v>09:29</c:v>
                </c:pt>
                <c:pt idx="857">
                  <c:v>09:29</c:v>
                </c:pt>
                <c:pt idx="858">
                  <c:v>09:29</c:v>
                </c:pt>
                <c:pt idx="859">
                  <c:v>09:29</c:v>
                </c:pt>
                <c:pt idx="860">
                  <c:v>09:29</c:v>
                </c:pt>
                <c:pt idx="861">
                  <c:v>09:29</c:v>
                </c:pt>
                <c:pt idx="862">
                  <c:v>09:29</c:v>
                </c:pt>
                <c:pt idx="863">
                  <c:v>09:29</c:v>
                </c:pt>
                <c:pt idx="864">
                  <c:v>09:29</c:v>
                </c:pt>
                <c:pt idx="865">
                  <c:v>09:29</c:v>
                </c:pt>
                <c:pt idx="866">
                  <c:v>09:29</c:v>
                </c:pt>
                <c:pt idx="867">
                  <c:v>09:29</c:v>
                </c:pt>
                <c:pt idx="868">
                  <c:v>09:29</c:v>
                </c:pt>
                <c:pt idx="869">
                  <c:v>09:29</c:v>
                </c:pt>
                <c:pt idx="870">
                  <c:v>09:30</c:v>
                </c:pt>
                <c:pt idx="871">
                  <c:v>09:30</c:v>
                </c:pt>
                <c:pt idx="872">
                  <c:v>09:30</c:v>
                </c:pt>
                <c:pt idx="873">
                  <c:v>09:30</c:v>
                </c:pt>
                <c:pt idx="874">
                  <c:v>09:30</c:v>
                </c:pt>
                <c:pt idx="875">
                  <c:v>09:30</c:v>
                </c:pt>
                <c:pt idx="876">
                  <c:v>09:30</c:v>
                </c:pt>
                <c:pt idx="877">
                  <c:v>09:30</c:v>
                </c:pt>
                <c:pt idx="878">
                  <c:v>09:30</c:v>
                </c:pt>
                <c:pt idx="879">
                  <c:v>09:30</c:v>
                </c:pt>
                <c:pt idx="880">
                  <c:v>09:30</c:v>
                </c:pt>
                <c:pt idx="881">
                  <c:v>09:30</c:v>
                </c:pt>
                <c:pt idx="882">
                  <c:v>09:30</c:v>
                </c:pt>
                <c:pt idx="883">
                  <c:v>09:30</c:v>
                </c:pt>
                <c:pt idx="884">
                  <c:v>09:30</c:v>
                </c:pt>
                <c:pt idx="885">
                  <c:v>09:30</c:v>
                </c:pt>
                <c:pt idx="886">
                  <c:v>09:30</c:v>
                </c:pt>
                <c:pt idx="887">
                  <c:v>09:30</c:v>
                </c:pt>
                <c:pt idx="888">
                  <c:v>09:30</c:v>
                </c:pt>
                <c:pt idx="889">
                  <c:v>09:30</c:v>
                </c:pt>
                <c:pt idx="890">
                  <c:v>09:30</c:v>
                </c:pt>
                <c:pt idx="891">
                  <c:v>09:30</c:v>
                </c:pt>
                <c:pt idx="892">
                  <c:v>09:30</c:v>
                </c:pt>
                <c:pt idx="893">
                  <c:v>09:30</c:v>
                </c:pt>
                <c:pt idx="894">
                  <c:v>09:30</c:v>
                </c:pt>
                <c:pt idx="895">
                  <c:v>09:30</c:v>
                </c:pt>
                <c:pt idx="896">
                  <c:v>09:30</c:v>
                </c:pt>
                <c:pt idx="897">
                  <c:v>09:30</c:v>
                </c:pt>
                <c:pt idx="898">
                  <c:v>09:30</c:v>
                </c:pt>
                <c:pt idx="899">
                  <c:v>09:30</c:v>
                </c:pt>
                <c:pt idx="900">
                  <c:v>09:31</c:v>
                </c:pt>
                <c:pt idx="901">
                  <c:v>09:31</c:v>
                </c:pt>
                <c:pt idx="902">
                  <c:v>09:31</c:v>
                </c:pt>
                <c:pt idx="903">
                  <c:v>09:31</c:v>
                </c:pt>
                <c:pt idx="904">
                  <c:v>09:31</c:v>
                </c:pt>
                <c:pt idx="905">
                  <c:v>09:31</c:v>
                </c:pt>
                <c:pt idx="906">
                  <c:v>09:31</c:v>
                </c:pt>
                <c:pt idx="907">
                  <c:v>09:31</c:v>
                </c:pt>
                <c:pt idx="908">
                  <c:v>09:31</c:v>
                </c:pt>
                <c:pt idx="909">
                  <c:v>09:31</c:v>
                </c:pt>
                <c:pt idx="910">
                  <c:v>09:31</c:v>
                </c:pt>
                <c:pt idx="911">
                  <c:v>09:31</c:v>
                </c:pt>
                <c:pt idx="912">
                  <c:v>09:31</c:v>
                </c:pt>
                <c:pt idx="913">
                  <c:v>09:31</c:v>
                </c:pt>
                <c:pt idx="914">
                  <c:v>09:31</c:v>
                </c:pt>
                <c:pt idx="915">
                  <c:v>09:31</c:v>
                </c:pt>
                <c:pt idx="916">
                  <c:v>09:31</c:v>
                </c:pt>
                <c:pt idx="917">
                  <c:v>09:31</c:v>
                </c:pt>
                <c:pt idx="918">
                  <c:v>09:31</c:v>
                </c:pt>
                <c:pt idx="919">
                  <c:v>09:31</c:v>
                </c:pt>
                <c:pt idx="920">
                  <c:v>09:31</c:v>
                </c:pt>
                <c:pt idx="921">
                  <c:v>09:31</c:v>
                </c:pt>
                <c:pt idx="922">
                  <c:v>09:31</c:v>
                </c:pt>
                <c:pt idx="923">
                  <c:v>09:31</c:v>
                </c:pt>
                <c:pt idx="924">
                  <c:v>09:31</c:v>
                </c:pt>
                <c:pt idx="925">
                  <c:v>09:31</c:v>
                </c:pt>
                <c:pt idx="926">
                  <c:v>09:31</c:v>
                </c:pt>
                <c:pt idx="927">
                  <c:v>09:31</c:v>
                </c:pt>
                <c:pt idx="928">
                  <c:v>09:31</c:v>
                </c:pt>
                <c:pt idx="929">
                  <c:v>09:31</c:v>
                </c:pt>
                <c:pt idx="930">
                  <c:v>09:32</c:v>
                </c:pt>
                <c:pt idx="931">
                  <c:v>09:32</c:v>
                </c:pt>
                <c:pt idx="932">
                  <c:v>09:32</c:v>
                </c:pt>
                <c:pt idx="933">
                  <c:v>09:32</c:v>
                </c:pt>
                <c:pt idx="934">
                  <c:v>09:32</c:v>
                </c:pt>
                <c:pt idx="935">
                  <c:v>09:32</c:v>
                </c:pt>
                <c:pt idx="936">
                  <c:v>09:32</c:v>
                </c:pt>
                <c:pt idx="937">
                  <c:v>09:32</c:v>
                </c:pt>
                <c:pt idx="938">
                  <c:v>09:32</c:v>
                </c:pt>
                <c:pt idx="939">
                  <c:v>09:32</c:v>
                </c:pt>
                <c:pt idx="940">
                  <c:v>09:32</c:v>
                </c:pt>
                <c:pt idx="941">
                  <c:v>09:32</c:v>
                </c:pt>
                <c:pt idx="942">
                  <c:v>09:32</c:v>
                </c:pt>
                <c:pt idx="943">
                  <c:v>09:32</c:v>
                </c:pt>
                <c:pt idx="944">
                  <c:v>09:32</c:v>
                </c:pt>
                <c:pt idx="945">
                  <c:v>09:32</c:v>
                </c:pt>
                <c:pt idx="946">
                  <c:v>09:32</c:v>
                </c:pt>
                <c:pt idx="947">
                  <c:v>09:32</c:v>
                </c:pt>
                <c:pt idx="948">
                  <c:v>09:32</c:v>
                </c:pt>
                <c:pt idx="949">
                  <c:v>09:32</c:v>
                </c:pt>
                <c:pt idx="950">
                  <c:v>09:32</c:v>
                </c:pt>
                <c:pt idx="951">
                  <c:v>09:32</c:v>
                </c:pt>
                <c:pt idx="952">
                  <c:v>09:32</c:v>
                </c:pt>
                <c:pt idx="953">
                  <c:v>09:32</c:v>
                </c:pt>
                <c:pt idx="954">
                  <c:v>09:32</c:v>
                </c:pt>
                <c:pt idx="955">
                  <c:v>09:32</c:v>
                </c:pt>
                <c:pt idx="956">
                  <c:v>09:32</c:v>
                </c:pt>
                <c:pt idx="957">
                  <c:v>09:32</c:v>
                </c:pt>
                <c:pt idx="958">
                  <c:v>09:32</c:v>
                </c:pt>
                <c:pt idx="959">
                  <c:v>09:32</c:v>
                </c:pt>
                <c:pt idx="960">
                  <c:v>09:33</c:v>
                </c:pt>
                <c:pt idx="961">
                  <c:v>09:33</c:v>
                </c:pt>
                <c:pt idx="962">
                  <c:v>09:33</c:v>
                </c:pt>
                <c:pt idx="963">
                  <c:v>09:33</c:v>
                </c:pt>
                <c:pt idx="964">
                  <c:v>09:33</c:v>
                </c:pt>
                <c:pt idx="965">
                  <c:v>09:33</c:v>
                </c:pt>
                <c:pt idx="966">
                  <c:v>09:33</c:v>
                </c:pt>
                <c:pt idx="967">
                  <c:v>09:33</c:v>
                </c:pt>
                <c:pt idx="968">
                  <c:v>09:33</c:v>
                </c:pt>
                <c:pt idx="969">
                  <c:v>09:33</c:v>
                </c:pt>
                <c:pt idx="970">
                  <c:v>09:33</c:v>
                </c:pt>
                <c:pt idx="971">
                  <c:v>09:33</c:v>
                </c:pt>
                <c:pt idx="972">
                  <c:v>09:33</c:v>
                </c:pt>
                <c:pt idx="973">
                  <c:v>09:33</c:v>
                </c:pt>
                <c:pt idx="974">
                  <c:v>09:33</c:v>
                </c:pt>
                <c:pt idx="975">
                  <c:v>09:33</c:v>
                </c:pt>
                <c:pt idx="976">
                  <c:v>09:33</c:v>
                </c:pt>
                <c:pt idx="977">
                  <c:v>09:33</c:v>
                </c:pt>
                <c:pt idx="978">
                  <c:v>09:33</c:v>
                </c:pt>
                <c:pt idx="979">
                  <c:v>09:33</c:v>
                </c:pt>
                <c:pt idx="980">
                  <c:v>09:33</c:v>
                </c:pt>
                <c:pt idx="981">
                  <c:v>09:33</c:v>
                </c:pt>
                <c:pt idx="982">
                  <c:v>09:33</c:v>
                </c:pt>
                <c:pt idx="983">
                  <c:v>09:33</c:v>
                </c:pt>
                <c:pt idx="984">
                  <c:v>09:33</c:v>
                </c:pt>
                <c:pt idx="985">
                  <c:v>09:33</c:v>
                </c:pt>
                <c:pt idx="986">
                  <c:v>09:33</c:v>
                </c:pt>
                <c:pt idx="987">
                  <c:v>09:33</c:v>
                </c:pt>
                <c:pt idx="988">
                  <c:v>09:33</c:v>
                </c:pt>
                <c:pt idx="989">
                  <c:v>09:33</c:v>
                </c:pt>
                <c:pt idx="990">
                  <c:v>09:34</c:v>
                </c:pt>
                <c:pt idx="991">
                  <c:v>09:34</c:v>
                </c:pt>
                <c:pt idx="992">
                  <c:v>09:34</c:v>
                </c:pt>
                <c:pt idx="993">
                  <c:v>09:34</c:v>
                </c:pt>
                <c:pt idx="994">
                  <c:v>09:34</c:v>
                </c:pt>
                <c:pt idx="995">
                  <c:v>09:34</c:v>
                </c:pt>
                <c:pt idx="996">
                  <c:v>09:34</c:v>
                </c:pt>
                <c:pt idx="997">
                  <c:v>09:34</c:v>
                </c:pt>
                <c:pt idx="998">
                  <c:v>09:34</c:v>
                </c:pt>
                <c:pt idx="999">
                  <c:v>09:34</c:v>
                </c:pt>
                <c:pt idx="1000">
                  <c:v>09:34</c:v>
                </c:pt>
                <c:pt idx="1001">
                  <c:v>09:34</c:v>
                </c:pt>
                <c:pt idx="1002">
                  <c:v>09:34</c:v>
                </c:pt>
                <c:pt idx="1003">
                  <c:v>09:34</c:v>
                </c:pt>
                <c:pt idx="1004">
                  <c:v>09:34</c:v>
                </c:pt>
                <c:pt idx="1005">
                  <c:v>09:34</c:v>
                </c:pt>
                <c:pt idx="1006">
                  <c:v>09:34</c:v>
                </c:pt>
                <c:pt idx="1007">
                  <c:v>09:34</c:v>
                </c:pt>
                <c:pt idx="1008">
                  <c:v>09:34</c:v>
                </c:pt>
                <c:pt idx="1009">
                  <c:v>09:34</c:v>
                </c:pt>
                <c:pt idx="1010">
                  <c:v>09:34</c:v>
                </c:pt>
                <c:pt idx="1011">
                  <c:v>09:34</c:v>
                </c:pt>
                <c:pt idx="1012">
                  <c:v>09:34</c:v>
                </c:pt>
                <c:pt idx="1013">
                  <c:v>09:34</c:v>
                </c:pt>
                <c:pt idx="1014">
                  <c:v>09:34</c:v>
                </c:pt>
                <c:pt idx="1015">
                  <c:v>09:34</c:v>
                </c:pt>
                <c:pt idx="1016">
                  <c:v>09:34</c:v>
                </c:pt>
                <c:pt idx="1017">
                  <c:v>09:34</c:v>
                </c:pt>
                <c:pt idx="1018">
                  <c:v>09:34</c:v>
                </c:pt>
                <c:pt idx="1019">
                  <c:v>09:34</c:v>
                </c:pt>
                <c:pt idx="1020">
                  <c:v>09:35</c:v>
                </c:pt>
                <c:pt idx="1021">
                  <c:v>09:35</c:v>
                </c:pt>
                <c:pt idx="1022">
                  <c:v>09:35</c:v>
                </c:pt>
                <c:pt idx="1023">
                  <c:v>09:35</c:v>
                </c:pt>
                <c:pt idx="1024">
                  <c:v>09:35</c:v>
                </c:pt>
                <c:pt idx="1025">
                  <c:v>09:35</c:v>
                </c:pt>
                <c:pt idx="1026">
                  <c:v>09:35</c:v>
                </c:pt>
                <c:pt idx="1027">
                  <c:v>09:35</c:v>
                </c:pt>
                <c:pt idx="1028">
                  <c:v>09:35</c:v>
                </c:pt>
                <c:pt idx="1029">
                  <c:v>09:35</c:v>
                </c:pt>
                <c:pt idx="1030">
                  <c:v>09:35</c:v>
                </c:pt>
                <c:pt idx="1031">
                  <c:v>09:35</c:v>
                </c:pt>
                <c:pt idx="1032">
                  <c:v>09:35</c:v>
                </c:pt>
                <c:pt idx="1033">
                  <c:v>09:35</c:v>
                </c:pt>
                <c:pt idx="1034">
                  <c:v>09:35</c:v>
                </c:pt>
                <c:pt idx="1035">
                  <c:v>09:35</c:v>
                </c:pt>
                <c:pt idx="1036">
                  <c:v>09:35</c:v>
                </c:pt>
                <c:pt idx="1037">
                  <c:v>09:35</c:v>
                </c:pt>
                <c:pt idx="1038">
                  <c:v>09:35</c:v>
                </c:pt>
                <c:pt idx="1039">
                  <c:v>09:35</c:v>
                </c:pt>
                <c:pt idx="1040">
                  <c:v>09:35</c:v>
                </c:pt>
                <c:pt idx="1041">
                  <c:v>09:35</c:v>
                </c:pt>
                <c:pt idx="1042">
                  <c:v>09:35</c:v>
                </c:pt>
                <c:pt idx="1043">
                  <c:v>09:35</c:v>
                </c:pt>
                <c:pt idx="1044">
                  <c:v>09:35</c:v>
                </c:pt>
                <c:pt idx="1045">
                  <c:v>09:35</c:v>
                </c:pt>
                <c:pt idx="1046">
                  <c:v>09:35</c:v>
                </c:pt>
                <c:pt idx="1047">
                  <c:v>09:35</c:v>
                </c:pt>
                <c:pt idx="1048">
                  <c:v>09:35</c:v>
                </c:pt>
                <c:pt idx="1049">
                  <c:v>09:35</c:v>
                </c:pt>
                <c:pt idx="1050">
                  <c:v>09:36</c:v>
                </c:pt>
                <c:pt idx="1051">
                  <c:v>09:36</c:v>
                </c:pt>
                <c:pt idx="1052">
                  <c:v>09:36</c:v>
                </c:pt>
                <c:pt idx="1053">
                  <c:v>09:36</c:v>
                </c:pt>
                <c:pt idx="1054">
                  <c:v>09:36</c:v>
                </c:pt>
                <c:pt idx="1055">
                  <c:v>09:36</c:v>
                </c:pt>
                <c:pt idx="1056">
                  <c:v>09:36</c:v>
                </c:pt>
                <c:pt idx="1057">
                  <c:v>09:36</c:v>
                </c:pt>
                <c:pt idx="1058">
                  <c:v>09:36</c:v>
                </c:pt>
                <c:pt idx="1059">
                  <c:v>09:36</c:v>
                </c:pt>
                <c:pt idx="1060">
                  <c:v>09:36</c:v>
                </c:pt>
                <c:pt idx="1061">
                  <c:v>09:36</c:v>
                </c:pt>
                <c:pt idx="1062">
                  <c:v>09:36</c:v>
                </c:pt>
                <c:pt idx="1063">
                  <c:v>09:36</c:v>
                </c:pt>
                <c:pt idx="1064">
                  <c:v>09:36</c:v>
                </c:pt>
                <c:pt idx="1065">
                  <c:v>09:36</c:v>
                </c:pt>
                <c:pt idx="1066">
                  <c:v>09:36</c:v>
                </c:pt>
                <c:pt idx="1067">
                  <c:v>09:36</c:v>
                </c:pt>
                <c:pt idx="1068">
                  <c:v>09:36</c:v>
                </c:pt>
                <c:pt idx="1069">
                  <c:v>09:36</c:v>
                </c:pt>
                <c:pt idx="1070">
                  <c:v>09:36</c:v>
                </c:pt>
                <c:pt idx="1071">
                  <c:v>09:36</c:v>
                </c:pt>
                <c:pt idx="1072">
                  <c:v>09:36</c:v>
                </c:pt>
                <c:pt idx="1073">
                  <c:v>09:36</c:v>
                </c:pt>
                <c:pt idx="1074">
                  <c:v>09:36</c:v>
                </c:pt>
                <c:pt idx="1075">
                  <c:v>09:36</c:v>
                </c:pt>
                <c:pt idx="1076">
                  <c:v>09:36</c:v>
                </c:pt>
                <c:pt idx="1077">
                  <c:v>09:36</c:v>
                </c:pt>
                <c:pt idx="1078">
                  <c:v>09:36</c:v>
                </c:pt>
                <c:pt idx="1079">
                  <c:v>09:36</c:v>
                </c:pt>
                <c:pt idx="1080">
                  <c:v>09:37</c:v>
                </c:pt>
                <c:pt idx="1081">
                  <c:v>09:37</c:v>
                </c:pt>
                <c:pt idx="1082">
                  <c:v>09:37</c:v>
                </c:pt>
                <c:pt idx="1083">
                  <c:v>09:37</c:v>
                </c:pt>
                <c:pt idx="1084">
                  <c:v>09:37</c:v>
                </c:pt>
                <c:pt idx="1085">
                  <c:v>09:37</c:v>
                </c:pt>
                <c:pt idx="1086">
                  <c:v>09:37</c:v>
                </c:pt>
                <c:pt idx="1087">
                  <c:v>09:37</c:v>
                </c:pt>
                <c:pt idx="1088">
                  <c:v>09:37</c:v>
                </c:pt>
                <c:pt idx="1089">
                  <c:v>09:37</c:v>
                </c:pt>
                <c:pt idx="1090">
                  <c:v>09:37</c:v>
                </c:pt>
                <c:pt idx="1091">
                  <c:v>09:37</c:v>
                </c:pt>
                <c:pt idx="1092">
                  <c:v>09:37</c:v>
                </c:pt>
                <c:pt idx="1093">
                  <c:v>09:37</c:v>
                </c:pt>
                <c:pt idx="1094">
                  <c:v>09:37</c:v>
                </c:pt>
                <c:pt idx="1095">
                  <c:v>09:37</c:v>
                </c:pt>
                <c:pt idx="1096">
                  <c:v>09:37</c:v>
                </c:pt>
                <c:pt idx="1097">
                  <c:v>09:37</c:v>
                </c:pt>
                <c:pt idx="1098">
                  <c:v>09:37</c:v>
                </c:pt>
                <c:pt idx="1099">
                  <c:v>09:37</c:v>
                </c:pt>
                <c:pt idx="1100">
                  <c:v>09:37</c:v>
                </c:pt>
                <c:pt idx="1101">
                  <c:v>09:37</c:v>
                </c:pt>
                <c:pt idx="1102">
                  <c:v>09:37</c:v>
                </c:pt>
                <c:pt idx="1103">
                  <c:v>09:37</c:v>
                </c:pt>
                <c:pt idx="1104">
                  <c:v>09:37</c:v>
                </c:pt>
                <c:pt idx="1105">
                  <c:v>09:37</c:v>
                </c:pt>
                <c:pt idx="1106">
                  <c:v>09:37</c:v>
                </c:pt>
                <c:pt idx="1107">
                  <c:v>09:37</c:v>
                </c:pt>
                <c:pt idx="1108">
                  <c:v>09:37</c:v>
                </c:pt>
                <c:pt idx="1109">
                  <c:v>09:37</c:v>
                </c:pt>
                <c:pt idx="1110">
                  <c:v>09:38</c:v>
                </c:pt>
                <c:pt idx="1111">
                  <c:v>09:38</c:v>
                </c:pt>
                <c:pt idx="1112">
                  <c:v>09:38</c:v>
                </c:pt>
                <c:pt idx="1113">
                  <c:v>09:38</c:v>
                </c:pt>
                <c:pt idx="1114">
                  <c:v>09:38</c:v>
                </c:pt>
                <c:pt idx="1115">
                  <c:v>09:38</c:v>
                </c:pt>
                <c:pt idx="1116">
                  <c:v>09:38</c:v>
                </c:pt>
                <c:pt idx="1117">
                  <c:v>09:38</c:v>
                </c:pt>
                <c:pt idx="1118">
                  <c:v>09:38</c:v>
                </c:pt>
                <c:pt idx="1119">
                  <c:v>09:38</c:v>
                </c:pt>
                <c:pt idx="1120">
                  <c:v>09:38</c:v>
                </c:pt>
                <c:pt idx="1121">
                  <c:v>09:38</c:v>
                </c:pt>
                <c:pt idx="1122">
                  <c:v>09:38</c:v>
                </c:pt>
                <c:pt idx="1123">
                  <c:v>09:38</c:v>
                </c:pt>
                <c:pt idx="1124">
                  <c:v>09:38</c:v>
                </c:pt>
                <c:pt idx="1125">
                  <c:v>09:38</c:v>
                </c:pt>
                <c:pt idx="1126">
                  <c:v>09:38</c:v>
                </c:pt>
                <c:pt idx="1127">
                  <c:v>09:38</c:v>
                </c:pt>
                <c:pt idx="1128">
                  <c:v>09:38</c:v>
                </c:pt>
                <c:pt idx="1129">
                  <c:v>09:38</c:v>
                </c:pt>
                <c:pt idx="1130">
                  <c:v>09:38</c:v>
                </c:pt>
                <c:pt idx="1131">
                  <c:v>09:38</c:v>
                </c:pt>
                <c:pt idx="1132">
                  <c:v>09:38</c:v>
                </c:pt>
                <c:pt idx="1133">
                  <c:v>09:38</c:v>
                </c:pt>
                <c:pt idx="1134">
                  <c:v>09:38</c:v>
                </c:pt>
                <c:pt idx="1135">
                  <c:v>09:38</c:v>
                </c:pt>
                <c:pt idx="1136">
                  <c:v>09:38</c:v>
                </c:pt>
                <c:pt idx="1137">
                  <c:v>09:38</c:v>
                </c:pt>
                <c:pt idx="1138">
                  <c:v>09:38</c:v>
                </c:pt>
                <c:pt idx="1139">
                  <c:v>09:38</c:v>
                </c:pt>
                <c:pt idx="1140">
                  <c:v>09:39</c:v>
                </c:pt>
                <c:pt idx="1141">
                  <c:v>09:39</c:v>
                </c:pt>
                <c:pt idx="1142">
                  <c:v>09:39</c:v>
                </c:pt>
                <c:pt idx="1143">
                  <c:v>09:39</c:v>
                </c:pt>
                <c:pt idx="1144">
                  <c:v>09:39</c:v>
                </c:pt>
                <c:pt idx="1145">
                  <c:v>09:39</c:v>
                </c:pt>
                <c:pt idx="1146">
                  <c:v>09:39</c:v>
                </c:pt>
                <c:pt idx="1147">
                  <c:v>09:39</c:v>
                </c:pt>
                <c:pt idx="1148">
                  <c:v>09:39</c:v>
                </c:pt>
                <c:pt idx="1149">
                  <c:v>09:39</c:v>
                </c:pt>
                <c:pt idx="1150">
                  <c:v>09:39</c:v>
                </c:pt>
                <c:pt idx="1151">
                  <c:v>09:39</c:v>
                </c:pt>
                <c:pt idx="1152">
                  <c:v>09:39</c:v>
                </c:pt>
                <c:pt idx="1153">
                  <c:v>09:39</c:v>
                </c:pt>
                <c:pt idx="1154">
                  <c:v>09:39</c:v>
                </c:pt>
                <c:pt idx="1155">
                  <c:v>09:39</c:v>
                </c:pt>
                <c:pt idx="1156">
                  <c:v>09:39</c:v>
                </c:pt>
                <c:pt idx="1157">
                  <c:v>09:39</c:v>
                </c:pt>
                <c:pt idx="1158">
                  <c:v>09:39</c:v>
                </c:pt>
                <c:pt idx="1159">
                  <c:v>09:39</c:v>
                </c:pt>
                <c:pt idx="1160">
                  <c:v>09:39</c:v>
                </c:pt>
                <c:pt idx="1161">
                  <c:v>09:39</c:v>
                </c:pt>
                <c:pt idx="1162">
                  <c:v>09:39</c:v>
                </c:pt>
                <c:pt idx="1163">
                  <c:v>09:39</c:v>
                </c:pt>
                <c:pt idx="1164">
                  <c:v>09:39</c:v>
                </c:pt>
                <c:pt idx="1165">
                  <c:v>09:39</c:v>
                </c:pt>
                <c:pt idx="1166">
                  <c:v>09:39</c:v>
                </c:pt>
                <c:pt idx="1167">
                  <c:v>09:39</c:v>
                </c:pt>
                <c:pt idx="1168">
                  <c:v>09:39</c:v>
                </c:pt>
                <c:pt idx="1169">
                  <c:v>09:39</c:v>
                </c:pt>
                <c:pt idx="1170">
                  <c:v>09:40</c:v>
                </c:pt>
                <c:pt idx="1171">
                  <c:v>09:40</c:v>
                </c:pt>
                <c:pt idx="1172">
                  <c:v>09:40</c:v>
                </c:pt>
                <c:pt idx="1173">
                  <c:v>09:40</c:v>
                </c:pt>
                <c:pt idx="1174">
                  <c:v>09:40</c:v>
                </c:pt>
                <c:pt idx="1175">
                  <c:v>09:40</c:v>
                </c:pt>
                <c:pt idx="1176">
                  <c:v>09:40</c:v>
                </c:pt>
                <c:pt idx="1177">
                  <c:v>09:40</c:v>
                </c:pt>
                <c:pt idx="1178">
                  <c:v>09:40</c:v>
                </c:pt>
                <c:pt idx="1179">
                  <c:v>09:40</c:v>
                </c:pt>
                <c:pt idx="1180">
                  <c:v>09:40</c:v>
                </c:pt>
                <c:pt idx="1181">
                  <c:v>09:40</c:v>
                </c:pt>
                <c:pt idx="1182">
                  <c:v>09:40</c:v>
                </c:pt>
                <c:pt idx="1183">
                  <c:v>09:40</c:v>
                </c:pt>
                <c:pt idx="1184">
                  <c:v>09:40</c:v>
                </c:pt>
                <c:pt idx="1185">
                  <c:v>09:40</c:v>
                </c:pt>
                <c:pt idx="1186">
                  <c:v>09:40</c:v>
                </c:pt>
                <c:pt idx="1187">
                  <c:v>09:40</c:v>
                </c:pt>
                <c:pt idx="1188">
                  <c:v>09:40</c:v>
                </c:pt>
                <c:pt idx="1189">
                  <c:v>09:40</c:v>
                </c:pt>
                <c:pt idx="1190">
                  <c:v>09:40</c:v>
                </c:pt>
                <c:pt idx="1191">
                  <c:v>09:40</c:v>
                </c:pt>
                <c:pt idx="1192">
                  <c:v>09:40</c:v>
                </c:pt>
                <c:pt idx="1193">
                  <c:v>09:40</c:v>
                </c:pt>
                <c:pt idx="1194">
                  <c:v>09:40</c:v>
                </c:pt>
                <c:pt idx="1195">
                  <c:v>09:40</c:v>
                </c:pt>
                <c:pt idx="1196">
                  <c:v>09:40</c:v>
                </c:pt>
                <c:pt idx="1197">
                  <c:v>09:40</c:v>
                </c:pt>
                <c:pt idx="1198">
                  <c:v>09:40</c:v>
                </c:pt>
                <c:pt idx="1199">
                  <c:v>09:40</c:v>
                </c:pt>
                <c:pt idx="1200">
                  <c:v>09:41</c:v>
                </c:pt>
                <c:pt idx="1201">
                  <c:v>09:41</c:v>
                </c:pt>
                <c:pt idx="1202">
                  <c:v>09:41</c:v>
                </c:pt>
                <c:pt idx="1203">
                  <c:v>09:41</c:v>
                </c:pt>
                <c:pt idx="1204">
                  <c:v>09:41</c:v>
                </c:pt>
                <c:pt idx="1205">
                  <c:v>09:41</c:v>
                </c:pt>
                <c:pt idx="1206">
                  <c:v>09:41</c:v>
                </c:pt>
                <c:pt idx="1207">
                  <c:v>09:41</c:v>
                </c:pt>
                <c:pt idx="1208">
                  <c:v>09:41</c:v>
                </c:pt>
                <c:pt idx="1209">
                  <c:v>09:41</c:v>
                </c:pt>
                <c:pt idx="1210">
                  <c:v>09:41</c:v>
                </c:pt>
                <c:pt idx="1211">
                  <c:v>09:41</c:v>
                </c:pt>
                <c:pt idx="1212">
                  <c:v>09:41</c:v>
                </c:pt>
                <c:pt idx="1213">
                  <c:v>09:41</c:v>
                </c:pt>
                <c:pt idx="1214">
                  <c:v>09:41</c:v>
                </c:pt>
                <c:pt idx="1215">
                  <c:v>09:41</c:v>
                </c:pt>
                <c:pt idx="1216">
                  <c:v>09:41</c:v>
                </c:pt>
                <c:pt idx="1217">
                  <c:v>09:41</c:v>
                </c:pt>
                <c:pt idx="1218">
                  <c:v>09:41</c:v>
                </c:pt>
                <c:pt idx="1219">
                  <c:v>09:41</c:v>
                </c:pt>
                <c:pt idx="1220">
                  <c:v>09:41</c:v>
                </c:pt>
                <c:pt idx="1221">
                  <c:v>09:41</c:v>
                </c:pt>
                <c:pt idx="1222">
                  <c:v>09:41</c:v>
                </c:pt>
                <c:pt idx="1223">
                  <c:v>09:41</c:v>
                </c:pt>
                <c:pt idx="1224">
                  <c:v>09:41</c:v>
                </c:pt>
                <c:pt idx="1225">
                  <c:v>09:41</c:v>
                </c:pt>
                <c:pt idx="1226">
                  <c:v>09:41</c:v>
                </c:pt>
                <c:pt idx="1227">
                  <c:v>09:41</c:v>
                </c:pt>
                <c:pt idx="1228">
                  <c:v>09:41</c:v>
                </c:pt>
                <c:pt idx="1229">
                  <c:v>09:41</c:v>
                </c:pt>
                <c:pt idx="1230">
                  <c:v>09:42</c:v>
                </c:pt>
                <c:pt idx="1231">
                  <c:v>09:42</c:v>
                </c:pt>
                <c:pt idx="1232">
                  <c:v>09:42</c:v>
                </c:pt>
                <c:pt idx="1233">
                  <c:v>09:42</c:v>
                </c:pt>
                <c:pt idx="1234">
                  <c:v>09:42</c:v>
                </c:pt>
                <c:pt idx="1235">
                  <c:v>09:42</c:v>
                </c:pt>
                <c:pt idx="1236">
                  <c:v>09:42</c:v>
                </c:pt>
                <c:pt idx="1237">
                  <c:v>09:42</c:v>
                </c:pt>
                <c:pt idx="1238">
                  <c:v>09:42</c:v>
                </c:pt>
                <c:pt idx="1239">
                  <c:v>09:42</c:v>
                </c:pt>
                <c:pt idx="1240">
                  <c:v>09:42</c:v>
                </c:pt>
                <c:pt idx="1241">
                  <c:v>09:42</c:v>
                </c:pt>
                <c:pt idx="1242">
                  <c:v>09:42</c:v>
                </c:pt>
                <c:pt idx="1243">
                  <c:v>09:42</c:v>
                </c:pt>
                <c:pt idx="1244">
                  <c:v>09:42</c:v>
                </c:pt>
                <c:pt idx="1245">
                  <c:v>09:42</c:v>
                </c:pt>
                <c:pt idx="1246">
                  <c:v>09:42</c:v>
                </c:pt>
                <c:pt idx="1247">
                  <c:v>09:42</c:v>
                </c:pt>
                <c:pt idx="1248">
                  <c:v>09:42</c:v>
                </c:pt>
                <c:pt idx="1249">
                  <c:v>09:42</c:v>
                </c:pt>
                <c:pt idx="1250">
                  <c:v>09:42</c:v>
                </c:pt>
                <c:pt idx="1251">
                  <c:v>09:42</c:v>
                </c:pt>
                <c:pt idx="1252">
                  <c:v>09:42</c:v>
                </c:pt>
                <c:pt idx="1253">
                  <c:v>09:42</c:v>
                </c:pt>
                <c:pt idx="1254">
                  <c:v>09:42</c:v>
                </c:pt>
                <c:pt idx="1255">
                  <c:v>09:42</c:v>
                </c:pt>
                <c:pt idx="1256">
                  <c:v>09:42</c:v>
                </c:pt>
                <c:pt idx="1257">
                  <c:v>09:42</c:v>
                </c:pt>
                <c:pt idx="1258">
                  <c:v>09:42</c:v>
                </c:pt>
                <c:pt idx="1259">
                  <c:v>09:42</c:v>
                </c:pt>
                <c:pt idx="1260">
                  <c:v>09:43</c:v>
                </c:pt>
                <c:pt idx="1261">
                  <c:v>09:43</c:v>
                </c:pt>
                <c:pt idx="1262">
                  <c:v>09:43</c:v>
                </c:pt>
                <c:pt idx="1263">
                  <c:v>09:43</c:v>
                </c:pt>
                <c:pt idx="1264">
                  <c:v>09:43</c:v>
                </c:pt>
                <c:pt idx="1265">
                  <c:v>09:43</c:v>
                </c:pt>
                <c:pt idx="1266">
                  <c:v>09:43</c:v>
                </c:pt>
                <c:pt idx="1267">
                  <c:v>09:43</c:v>
                </c:pt>
                <c:pt idx="1268">
                  <c:v>09:43</c:v>
                </c:pt>
                <c:pt idx="1269">
                  <c:v>09:43</c:v>
                </c:pt>
                <c:pt idx="1270">
                  <c:v>09:43</c:v>
                </c:pt>
                <c:pt idx="1271">
                  <c:v>09:43</c:v>
                </c:pt>
                <c:pt idx="1272">
                  <c:v>09:43</c:v>
                </c:pt>
                <c:pt idx="1273">
                  <c:v>09:43</c:v>
                </c:pt>
                <c:pt idx="1274">
                  <c:v>09:43</c:v>
                </c:pt>
                <c:pt idx="1275">
                  <c:v>09:43</c:v>
                </c:pt>
                <c:pt idx="1276">
                  <c:v>09:43</c:v>
                </c:pt>
                <c:pt idx="1277">
                  <c:v>09:43</c:v>
                </c:pt>
                <c:pt idx="1278">
                  <c:v>09:43</c:v>
                </c:pt>
                <c:pt idx="1279">
                  <c:v>09:43</c:v>
                </c:pt>
                <c:pt idx="1280">
                  <c:v>09:43</c:v>
                </c:pt>
                <c:pt idx="1281">
                  <c:v>09:43</c:v>
                </c:pt>
                <c:pt idx="1282">
                  <c:v>09:43</c:v>
                </c:pt>
                <c:pt idx="1283">
                  <c:v>09:43</c:v>
                </c:pt>
                <c:pt idx="1284">
                  <c:v>09:43</c:v>
                </c:pt>
                <c:pt idx="1285">
                  <c:v>09:43</c:v>
                </c:pt>
                <c:pt idx="1286">
                  <c:v>09:43</c:v>
                </c:pt>
                <c:pt idx="1287">
                  <c:v>09:43</c:v>
                </c:pt>
                <c:pt idx="1288">
                  <c:v>09:43</c:v>
                </c:pt>
                <c:pt idx="1289">
                  <c:v>09:43</c:v>
                </c:pt>
                <c:pt idx="1290">
                  <c:v>09:44</c:v>
                </c:pt>
                <c:pt idx="1291">
                  <c:v>09:44</c:v>
                </c:pt>
                <c:pt idx="1292">
                  <c:v>09:44</c:v>
                </c:pt>
                <c:pt idx="1293">
                  <c:v>09:44</c:v>
                </c:pt>
                <c:pt idx="1294">
                  <c:v>09:44</c:v>
                </c:pt>
                <c:pt idx="1295">
                  <c:v>09:44</c:v>
                </c:pt>
                <c:pt idx="1296">
                  <c:v>09:44</c:v>
                </c:pt>
                <c:pt idx="1297">
                  <c:v>09:44</c:v>
                </c:pt>
                <c:pt idx="1298">
                  <c:v>09:44</c:v>
                </c:pt>
                <c:pt idx="1299">
                  <c:v>09:44</c:v>
                </c:pt>
                <c:pt idx="1300">
                  <c:v>09:44</c:v>
                </c:pt>
                <c:pt idx="1301">
                  <c:v>09:44</c:v>
                </c:pt>
                <c:pt idx="1302">
                  <c:v>09:44</c:v>
                </c:pt>
                <c:pt idx="1303">
                  <c:v>09:44</c:v>
                </c:pt>
                <c:pt idx="1304">
                  <c:v>09:44</c:v>
                </c:pt>
                <c:pt idx="1305">
                  <c:v>09:44</c:v>
                </c:pt>
                <c:pt idx="1306">
                  <c:v>09:44</c:v>
                </c:pt>
                <c:pt idx="1307">
                  <c:v>09:44</c:v>
                </c:pt>
                <c:pt idx="1308">
                  <c:v>09:44</c:v>
                </c:pt>
                <c:pt idx="1309">
                  <c:v>09:44</c:v>
                </c:pt>
                <c:pt idx="1310">
                  <c:v>09:44</c:v>
                </c:pt>
                <c:pt idx="1311">
                  <c:v>09:44</c:v>
                </c:pt>
                <c:pt idx="1312">
                  <c:v>09:44</c:v>
                </c:pt>
                <c:pt idx="1313">
                  <c:v>09:44</c:v>
                </c:pt>
                <c:pt idx="1314">
                  <c:v>09:44</c:v>
                </c:pt>
                <c:pt idx="1315">
                  <c:v>09:44</c:v>
                </c:pt>
                <c:pt idx="1316">
                  <c:v>09:44</c:v>
                </c:pt>
                <c:pt idx="1317">
                  <c:v>09:44</c:v>
                </c:pt>
                <c:pt idx="1318">
                  <c:v>09:44</c:v>
                </c:pt>
                <c:pt idx="1319">
                  <c:v>09:44</c:v>
                </c:pt>
                <c:pt idx="1320">
                  <c:v>09:45</c:v>
                </c:pt>
                <c:pt idx="1321">
                  <c:v>09:45</c:v>
                </c:pt>
                <c:pt idx="1322">
                  <c:v>09:45</c:v>
                </c:pt>
                <c:pt idx="1323">
                  <c:v>09:45</c:v>
                </c:pt>
                <c:pt idx="1324">
                  <c:v>09:45</c:v>
                </c:pt>
                <c:pt idx="1325">
                  <c:v>09:45</c:v>
                </c:pt>
                <c:pt idx="1326">
                  <c:v>09:45</c:v>
                </c:pt>
                <c:pt idx="1327">
                  <c:v>09:45</c:v>
                </c:pt>
                <c:pt idx="1328">
                  <c:v>09:45</c:v>
                </c:pt>
                <c:pt idx="1329">
                  <c:v>09:45</c:v>
                </c:pt>
                <c:pt idx="1330">
                  <c:v>09:45</c:v>
                </c:pt>
                <c:pt idx="1331">
                  <c:v>09:45</c:v>
                </c:pt>
                <c:pt idx="1332">
                  <c:v>09:45</c:v>
                </c:pt>
                <c:pt idx="1333">
                  <c:v>09:45</c:v>
                </c:pt>
                <c:pt idx="1334">
                  <c:v>09:45</c:v>
                </c:pt>
                <c:pt idx="1335">
                  <c:v>09:45</c:v>
                </c:pt>
                <c:pt idx="1336">
                  <c:v>09:45</c:v>
                </c:pt>
                <c:pt idx="1337">
                  <c:v>09:45</c:v>
                </c:pt>
                <c:pt idx="1338">
                  <c:v>09:45</c:v>
                </c:pt>
                <c:pt idx="1339">
                  <c:v>09:45</c:v>
                </c:pt>
                <c:pt idx="1340">
                  <c:v>09:45</c:v>
                </c:pt>
                <c:pt idx="1341">
                  <c:v>09:45</c:v>
                </c:pt>
                <c:pt idx="1342">
                  <c:v>09:45</c:v>
                </c:pt>
                <c:pt idx="1343">
                  <c:v>09:45</c:v>
                </c:pt>
                <c:pt idx="1344">
                  <c:v>09:45</c:v>
                </c:pt>
                <c:pt idx="1345">
                  <c:v>09:45</c:v>
                </c:pt>
                <c:pt idx="1346">
                  <c:v>09:45</c:v>
                </c:pt>
                <c:pt idx="1347">
                  <c:v>09:45</c:v>
                </c:pt>
                <c:pt idx="1348">
                  <c:v>09:45</c:v>
                </c:pt>
                <c:pt idx="1349">
                  <c:v>09:45</c:v>
                </c:pt>
                <c:pt idx="1350">
                  <c:v>09:46</c:v>
                </c:pt>
                <c:pt idx="1351">
                  <c:v>09:46</c:v>
                </c:pt>
                <c:pt idx="1352">
                  <c:v>09:46</c:v>
                </c:pt>
                <c:pt idx="1353">
                  <c:v>09:46</c:v>
                </c:pt>
                <c:pt idx="1354">
                  <c:v>09:46</c:v>
                </c:pt>
                <c:pt idx="1355">
                  <c:v>09:46</c:v>
                </c:pt>
                <c:pt idx="1356">
                  <c:v>09:46</c:v>
                </c:pt>
                <c:pt idx="1357">
                  <c:v>09:46</c:v>
                </c:pt>
                <c:pt idx="1358">
                  <c:v>09:46</c:v>
                </c:pt>
                <c:pt idx="1359">
                  <c:v>09:46</c:v>
                </c:pt>
                <c:pt idx="1360">
                  <c:v>09:46</c:v>
                </c:pt>
                <c:pt idx="1361">
                  <c:v>09:46</c:v>
                </c:pt>
                <c:pt idx="1362">
                  <c:v>09:46</c:v>
                </c:pt>
                <c:pt idx="1363">
                  <c:v>09:46</c:v>
                </c:pt>
                <c:pt idx="1364">
                  <c:v>09:46</c:v>
                </c:pt>
                <c:pt idx="1365">
                  <c:v>09:46</c:v>
                </c:pt>
                <c:pt idx="1366">
                  <c:v>09:46</c:v>
                </c:pt>
                <c:pt idx="1367">
                  <c:v>09:46</c:v>
                </c:pt>
                <c:pt idx="1368">
                  <c:v>09:46</c:v>
                </c:pt>
                <c:pt idx="1369">
                  <c:v>09:46</c:v>
                </c:pt>
                <c:pt idx="1370">
                  <c:v>09:46</c:v>
                </c:pt>
                <c:pt idx="1371">
                  <c:v>09:46</c:v>
                </c:pt>
                <c:pt idx="1372">
                  <c:v>09:46</c:v>
                </c:pt>
                <c:pt idx="1373">
                  <c:v>09:46</c:v>
                </c:pt>
                <c:pt idx="1374">
                  <c:v>09:46</c:v>
                </c:pt>
                <c:pt idx="1375">
                  <c:v>09:46</c:v>
                </c:pt>
                <c:pt idx="1376">
                  <c:v>09:46</c:v>
                </c:pt>
                <c:pt idx="1377">
                  <c:v>09:46</c:v>
                </c:pt>
                <c:pt idx="1378">
                  <c:v>09:46</c:v>
                </c:pt>
                <c:pt idx="1379">
                  <c:v>09:46</c:v>
                </c:pt>
                <c:pt idx="1380">
                  <c:v>09:47</c:v>
                </c:pt>
                <c:pt idx="1381">
                  <c:v>09:47</c:v>
                </c:pt>
                <c:pt idx="1382">
                  <c:v>09:47</c:v>
                </c:pt>
                <c:pt idx="1383">
                  <c:v>09:47</c:v>
                </c:pt>
                <c:pt idx="1384">
                  <c:v>09:47</c:v>
                </c:pt>
                <c:pt idx="1385">
                  <c:v>09:47</c:v>
                </c:pt>
                <c:pt idx="1386">
                  <c:v>09:47</c:v>
                </c:pt>
                <c:pt idx="1387">
                  <c:v>09:47</c:v>
                </c:pt>
                <c:pt idx="1388">
                  <c:v>09:47</c:v>
                </c:pt>
                <c:pt idx="1389">
                  <c:v>09:47</c:v>
                </c:pt>
                <c:pt idx="1390">
                  <c:v>09:47</c:v>
                </c:pt>
                <c:pt idx="1391">
                  <c:v>09:47</c:v>
                </c:pt>
                <c:pt idx="1392">
                  <c:v>09:47</c:v>
                </c:pt>
                <c:pt idx="1393">
                  <c:v>09:47</c:v>
                </c:pt>
                <c:pt idx="1394">
                  <c:v>09:47</c:v>
                </c:pt>
                <c:pt idx="1395">
                  <c:v>09:47</c:v>
                </c:pt>
                <c:pt idx="1396">
                  <c:v>09:47</c:v>
                </c:pt>
                <c:pt idx="1397">
                  <c:v>09:47</c:v>
                </c:pt>
                <c:pt idx="1398">
                  <c:v>09:47</c:v>
                </c:pt>
                <c:pt idx="1399">
                  <c:v>09:47</c:v>
                </c:pt>
                <c:pt idx="1400">
                  <c:v>09:47</c:v>
                </c:pt>
                <c:pt idx="1401">
                  <c:v>09:47</c:v>
                </c:pt>
                <c:pt idx="1402">
                  <c:v>09:47</c:v>
                </c:pt>
                <c:pt idx="1403">
                  <c:v>09:47</c:v>
                </c:pt>
                <c:pt idx="1404">
                  <c:v>09:47</c:v>
                </c:pt>
                <c:pt idx="1405">
                  <c:v>09:47</c:v>
                </c:pt>
                <c:pt idx="1406">
                  <c:v>09:47</c:v>
                </c:pt>
                <c:pt idx="1407">
                  <c:v>09:47</c:v>
                </c:pt>
                <c:pt idx="1408">
                  <c:v>09:47</c:v>
                </c:pt>
                <c:pt idx="1409">
                  <c:v>09:47</c:v>
                </c:pt>
                <c:pt idx="1410">
                  <c:v>09:48</c:v>
                </c:pt>
                <c:pt idx="1411">
                  <c:v>09:48</c:v>
                </c:pt>
                <c:pt idx="1412">
                  <c:v>09:48</c:v>
                </c:pt>
                <c:pt idx="1413">
                  <c:v>09:48</c:v>
                </c:pt>
                <c:pt idx="1414">
                  <c:v>09:48</c:v>
                </c:pt>
                <c:pt idx="1415">
                  <c:v>09:48</c:v>
                </c:pt>
                <c:pt idx="1416">
                  <c:v>09:48</c:v>
                </c:pt>
                <c:pt idx="1417">
                  <c:v>09:48</c:v>
                </c:pt>
                <c:pt idx="1418">
                  <c:v>09:48</c:v>
                </c:pt>
                <c:pt idx="1419">
                  <c:v>09:48</c:v>
                </c:pt>
                <c:pt idx="1420">
                  <c:v>09:48</c:v>
                </c:pt>
                <c:pt idx="1421">
                  <c:v>09:48</c:v>
                </c:pt>
                <c:pt idx="1422">
                  <c:v>09:48</c:v>
                </c:pt>
                <c:pt idx="1423">
                  <c:v>09:48</c:v>
                </c:pt>
                <c:pt idx="1424">
                  <c:v>09:48</c:v>
                </c:pt>
                <c:pt idx="1425">
                  <c:v>09:48</c:v>
                </c:pt>
                <c:pt idx="1426">
                  <c:v>09:48</c:v>
                </c:pt>
                <c:pt idx="1427">
                  <c:v>09:48</c:v>
                </c:pt>
                <c:pt idx="1428">
                  <c:v>09:48</c:v>
                </c:pt>
                <c:pt idx="1429">
                  <c:v>09:48</c:v>
                </c:pt>
                <c:pt idx="1430">
                  <c:v>09:48</c:v>
                </c:pt>
                <c:pt idx="1431">
                  <c:v>09:48</c:v>
                </c:pt>
                <c:pt idx="1432">
                  <c:v>09:48</c:v>
                </c:pt>
                <c:pt idx="1433">
                  <c:v>09:48</c:v>
                </c:pt>
                <c:pt idx="1434">
                  <c:v>09:48</c:v>
                </c:pt>
                <c:pt idx="1435">
                  <c:v>09:48</c:v>
                </c:pt>
                <c:pt idx="1436">
                  <c:v>09:48</c:v>
                </c:pt>
                <c:pt idx="1437">
                  <c:v>09:48</c:v>
                </c:pt>
                <c:pt idx="1438">
                  <c:v>09:48</c:v>
                </c:pt>
                <c:pt idx="1439">
                  <c:v>09:48</c:v>
                </c:pt>
                <c:pt idx="1440">
                  <c:v>09:49</c:v>
                </c:pt>
                <c:pt idx="1441">
                  <c:v>09:49</c:v>
                </c:pt>
                <c:pt idx="1442">
                  <c:v>09:49</c:v>
                </c:pt>
                <c:pt idx="1443">
                  <c:v>09:49</c:v>
                </c:pt>
                <c:pt idx="1444">
                  <c:v>09:49</c:v>
                </c:pt>
                <c:pt idx="1445">
                  <c:v>09:49</c:v>
                </c:pt>
                <c:pt idx="1446">
                  <c:v>09:49</c:v>
                </c:pt>
                <c:pt idx="1447">
                  <c:v>09:49</c:v>
                </c:pt>
                <c:pt idx="1448">
                  <c:v>09:49</c:v>
                </c:pt>
                <c:pt idx="1449">
                  <c:v>09:49</c:v>
                </c:pt>
                <c:pt idx="1450">
                  <c:v>09:49</c:v>
                </c:pt>
                <c:pt idx="1451">
                  <c:v>09:49</c:v>
                </c:pt>
                <c:pt idx="1452">
                  <c:v>09:49</c:v>
                </c:pt>
                <c:pt idx="1453">
                  <c:v>09:49</c:v>
                </c:pt>
                <c:pt idx="1454">
                  <c:v>09:49</c:v>
                </c:pt>
                <c:pt idx="1455">
                  <c:v>09:49</c:v>
                </c:pt>
                <c:pt idx="1456">
                  <c:v>09:49</c:v>
                </c:pt>
                <c:pt idx="1457">
                  <c:v>09:49</c:v>
                </c:pt>
                <c:pt idx="1458">
                  <c:v>09:49</c:v>
                </c:pt>
                <c:pt idx="1459">
                  <c:v>09:49</c:v>
                </c:pt>
                <c:pt idx="1460">
                  <c:v>09:49</c:v>
                </c:pt>
                <c:pt idx="1461">
                  <c:v>09:49</c:v>
                </c:pt>
                <c:pt idx="1462">
                  <c:v>09:49</c:v>
                </c:pt>
                <c:pt idx="1463">
                  <c:v>09:49</c:v>
                </c:pt>
                <c:pt idx="1464">
                  <c:v>09:49</c:v>
                </c:pt>
                <c:pt idx="1465">
                  <c:v>09:49</c:v>
                </c:pt>
                <c:pt idx="1466">
                  <c:v>09:49</c:v>
                </c:pt>
                <c:pt idx="1467">
                  <c:v>09:49</c:v>
                </c:pt>
                <c:pt idx="1468">
                  <c:v>09:49</c:v>
                </c:pt>
                <c:pt idx="1469">
                  <c:v>09:49</c:v>
                </c:pt>
                <c:pt idx="1470">
                  <c:v>09:50</c:v>
                </c:pt>
                <c:pt idx="1471">
                  <c:v>09:50</c:v>
                </c:pt>
                <c:pt idx="1472">
                  <c:v>09:50</c:v>
                </c:pt>
                <c:pt idx="1473">
                  <c:v>09:50</c:v>
                </c:pt>
                <c:pt idx="1474">
                  <c:v>09:50</c:v>
                </c:pt>
                <c:pt idx="1475">
                  <c:v>09:50</c:v>
                </c:pt>
                <c:pt idx="1476">
                  <c:v>09:50</c:v>
                </c:pt>
                <c:pt idx="1477">
                  <c:v>09:50</c:v>
                </c:pt>
                <c:pt idx="1478">
                  <c:v>09:50</c:v>
                </c:pt>
                <c:pt idx="1479">
                  <c:v>09:50</c:v>
                </c:pt>
                <c:pt idx="1480">
                  <c:v>09:50</c:v>
                </c:pt>
                <c:pt idx="1481">
                  <c:v>09:50</c:v>
                </c:pt>
                <c:pt idx="1482">
                  <c:v>09:50</c:v>
                </c:pt>
                <c:pt idx="1483">
                  <c:v>09:50</c:v>
                </c:pt>
                <c:pt idx="1484">
                  <c:v>09:50</c:v>
                </c:pt>
                <c:pt idx="1485">
                  <c:v>09:50</c:v>
                </c:pt>
                <c:pt idx="1486">
                  <c:v>09:50</c:v>
                </c:pt>
                <c:pt idx="1487">
                  <c:v>09:50</c:v>
                </c:pt>
                <c:pt idx="1488">
                  <c:v>09:50</c:v>
                </c:pt>
                <c:pt idx="1489">
                  <c:v>09:50</c:v>
                </c:pt>
                <c:pt idx="1490">
                  <c:v>09:50</c:v>
                </c:pt>
                <c:pt idx="1491">
                  <c:v>09:50</c:v>
                </c:pt>
                <c:pt idx="1492">
                  <c:v>09:50</c:v>
                </c:pt>
                <c:pt idx="1493">
                  <c:v>09:50</c:v>
                </c:pt>
                <c:pt idx="1494">
                  <c:v>09:50</c:v>
                </c:pt>
                <c:pt idx="1495">
                  <c:v>09:50</c:v>
                </c:pt>
                <c:pt idx="1496">
                  <c:v>09:50</c:v>
                </c:pt>
                <c:pt idx="1497">
                  <c:v>09:50</c:v>
                </c:pt>
                <c:pt idx="1498">
                  <c:v>09:50</c:v>
                </c:pt>
                <c:pt idx="1499">
                  <c:v>09:50</c:v>
                </c:pt>
                <c:pt idx="1500">
                  <c:v>09:51</c:v>
                </c:pt>
                <c:pt idx="1501">
                  <c:v>09:51</c:v>
                </c:pt>
                <c:pt idx="1502">
                  <c:v>09:51</c:v>
                </c:pt>
                <c:pt idx="1503">
                  <c:v>09:51</c:v>
                </c:pt>
                <c:pt idx="1504">
                  <c:v>09:51</c:v>
                </c:pt>
                <c:pt idx="1505">
                  <c:v>09:51</c:v>
                </c:pt>
                <c:pt idx="1506">
                  <c:v>09:51</c:v>
                </c:pt>
                <c:pt idx="1507">
                  <c:v>09:51</c:v>
                </c:pt>
                <c:pt idx="1508">
                  <c:v>09:51</c:v>
                </c:pt>
                <c:pt idx="1509">
                  <c:v>09:51</c:v>
                </c:pt>
                <c:pt idx="1510">
                  <c:v>09:51</c:v>
                </c:pt>
                <c:pt idx="1511">
                  <c:v>09:51</c:v>
                </c:pt>
                <c:pt idx="1512">
                  <c:v>09:51</c:v>
                </c:pt>
                <c:pt idx="1513">
                  <c:v>09:51</c:v>
                </c:pt>
                <c:pt idx="1514">
                  <c:v>09:51</c:v>
                </c:pt>
                <c:pt idx="1515">
                  <c:v>09:51</c:v>
                </c:pt>
                <c:pt idx="1516">
                  <c:v>09:51</c:v>
                </c:pt>
                <c:pt idx="1517">
                  <c:v>09:51</c:v>
                </c:pt>
                <c:pt idx="1518">
                  <c:v>09:51</c:v>
                </c:pt>
                <c:pt idx="1519">
                  <c:v>09:51</c:v>
                </c:pt>
                <c:pt idx="1520">
                  <c:v>09:51</c:v>
                </c:pt>
                <c:pt idx="1521">
                  <c:v>09:51</c:v>
                </c:pt>
                <c:pt idx="1522">
                  <c:v>09:51</c:v>
                </c:pt>
                <c:pt idx="1523">
                  <c:v>09:51</c:v>
                </c:pt>
                <c:pt idx="1524">
                  <c:v>09:51</c:v>
                </c:pt>
                <c:pt idx="1525">
                  <c:v>09:51</c:v>
                </c:pt>
                <c:pt idx="1526">
                  <c:v>09:51</c:v>
                </c:pt>
                <c:pt idx="1527">
                  <c:v>09:51</c:v>
                </c:pt>
                <c:pt idx="1528">
                  <c:v>09:51</c:v>
                </c:pt>
                <c:pt idx="1529">
                  <c:v>09:51</c:v>
                </c:pt>
                <c:pt idx="1530">
                  <c:v>09:52</c:v>
                </c:pt>
                <c:pt idx="1531">
                  <c:v>09:52</c:v>
                </c:pt>
                <c:pt idx="1532">
                  <c:v>09:52</c:v>
                </c:pt>
                <c:pt idx="1533">
                  <c:v>09:52</c:v>
                </c:pt>
                <c:pt idx="1534">
                  <c:v>09:52</c:v>
                </c:pt>
                <c:pt idx="1535">
                  <c:v>09:52</c:v>
                </c:pt>
                <c:pt idx="1536">
                  <c:v>09:52</c:v>
                </c:pt>
                <c:pt idx="1537">
                  <c:v>09:52</c:v>
                </c:pt>
                <c:pt idx="1538">
                  <c:v>09:52</c:v>
                </c:pt>
                <c:pt idx="1539">
                  <c:v>09:52</c:v>
                </c:pt>
                <c:pt idx="1540">
                  <c:v>09:52</c:v>
                </c:pt>
                <c:pt idx="1541">
                  <c:v>09:52</c:v>
                </c:pt>
                <c:pt idx="1542">
                  <c:v>09:52</c:v>
                </c:pt>
                <c:pt idx="1543">
                  <c:v>09:52</c:v>
                </c:pt>
                <c:pt idx="1544">
                  <c:v>09:52</c:v>
                </c:pt>
                <c:pt idx="1545">
                  <c:v>09:52</c:v>
                </c:pt>
                <c:pt idx="1546">
                  <c:v>09:52</c:v>
                </c:pt>
                <c:pt idx="1547">
                  <c:v>09:52</c:v>
                </c:pt>
                <c:pt idx="1548">
                  <c:v>09:52</c:v>
                </c:pt>
                <c:pt idx="1549">
                  <c:v>09:52</c:v>
                </c:pt>
                <c:pt idx="1550">
                  <c:v>09:52</c:v>
                </c:pt>
                <c:pt idx="1551">
                  <c:v>09:52</c:v>
                </c:pt>
                <c:pt idx="1552">
                  <c:v>09:52</c:v>
                </c:pt>
                <c:pt idx="1553">
                  <c:v>09:52</c:v>
                </c:pt>
                <c:pt idx="1554">
                  <c:v>09:52</c:v>
                </c:pt>
                <c:pt idx="1555">
                  <c:v>09:52</c:v>
                </c:pt>
                <c:pt idx="1556">
                  <c:v>09:52</c:v>
                </c:pt>
                <c:pt idx="1557">
                  <c:v>09:52</c:v>
                </c:pt>
                <c:pt idx="1558">
                  <c:v>09:52</c:v>
                </c:pt>
                <c:pt idx="1559">
                  <c:v>09:52</c:v>
                </c:pt>
                <c:pt idx="1560">
                  <c:v>09:53</c:v>
                </c:pt>
                <c:pt idx="1561">
                  <c:v>09:53</c:v>
                </c:pt>
                <c:pt idx="1562">
                  <c:v>09:53</c:v>
                </c:pt>
                <c:pt idx="1563">
                  <c:v>09:53</c:v>
                </c:pt>
                <c:pt idx="1564">
                  <c:v>09:53</c:v>
                </c:pt>
                <c:pt idx="1565">
                  <c:v>09:53</c:v>
                </c:pt>
                <c:pt idx="1566">
                  <c:v>09:53</c:v>
                </c:pt>
                <c:pt idx="1567">
                  <c:v>09:53</c:v>
                </c:pt>
                <c:pt idx="1568">
                  <c:v>09:53</c:v>
                </c:pt>
                <c:pt idx="1569">
                  <c:v>09:53</c:v>
                </c:pt>
                <c:pt idx="1570">
                  <c:v>09:53</c:v>
                </c:pt>
                <c:pt idx="1571">
                  <c:v>09:53</c:v>
                </c:pt>
                <c:pt idx="1572">
                  <c:v>09:53</c:v>
                </c:pt>
                <c:pt idx="1573">
                  <c:v>09:53</c:v>
                </c:pt>
                <c:pt idx="1574">
                  <c:v>09:53</c:v>
                </c:pt>
                <c:pt idx="1575">
                  <c:v>09:53</c:v>
                </c:pt>
                <c:pt idx="1576">
                  <c:v>09:53</c:v>
                </c:pt>
                <c:pt idx="1577">
                  <c:v>09:53</c:v>
                </c:pt>
                <c:pt idx="1578">
                  <c:v>09:53</c:v>
                </c:pt>
                <c:pt idx="1579">
                  <c:v>09:53</c:v>
                </c:pt>
                <c:pt idx="1580">
                  <c:v>09:53</c:v>
                </c:pt>
                <c:pt idx="1581">
                  <c:v>09:53</c:v>
                </c:pt>
                <c:pt idx="1582">
                  <c:v>09:53</c:v>
                </c:pt>
                <c:pt idx="1583">
                  <c:v>09:53</c:v>
                </c:pt>
                <c:pt idx="1584">
                  <c:v>09:53</c:v>
                </c:pt>
                <c:pt idx="1585">
                  <c:v>09:53</c:v>
                </c:pt>
                <c:pt idx="1586">
                  <c:v>09:53</c:v>
                </c:pt>
                <c:pt idx="1587">
                  <c:v>09:53</c:v>
                </c:pt>
                <c:pt idx="1588">
                  <c:v>09:53</c:v>
                </c:pt>
                <c:pt idx="1589">
                  <c:v>09:53</c:v>
                </c:pt>
                <c:pt idx="1590">
                  <c:v>09:54</c:v>
                </c:pt>
                <c:pt idx="1591">
                  <c:v>09:54</c:v>
                </c:pt>
                <c:pt idx="1592">
                  <c:v>09:54</c:v>
                </c:pt>
                <c:pt idx="1593">
                  <c:v>09:54</c:v>
                </c:pt>
                <c:pt idx="1594">
                  <c:v>09:54</c:v>
                </c:pt>
                <c:pt idx="1595">
                  <c:v>09:54</c:v>
                </c:pt>
                <c:pt idx="1596">
                  <c:v>09:54</c:v>
                </c:pt>
                <c:pt idx="1597">
                  <c:v>09:54</c:v>
                </c:pt>
                <c:pt idx="1598">
                  <c:v>09:54</c:v>
                </c:pt>
                <c:pt idx="1599">
                  <c:v>09:54</c:v>
                </c:pt>
                <c:pt idx="1600">
                  <c:v>09:54</c:v>
                </c:pt>
                <c:pt idx="1601">
                  <c:v>09:54</c:v>
                </c:pt>
                <c:pt idx="1602">
                  <c:v>09:54</c:v>
                </c:pt>
                <c:pt idx="1603">
                  <c:v>09:54</c:v>
                </c:pt>
                <c:pt idx="1604">
                  <c:v>09:54</c:v>
                </c:pt>
                <c:pt idx="1605">
                  <c:v>09:54</c:v>
                </c:pt>
                <c:pt idx="1606">
                  <c:v>09:54</c:v>
                </c:pt>
                <c:pt idx="1607">
                  <c:v>09:54</c:v>
                </c:pt>
                <c:pt idx="1608">
                  <c:v>09:54</c:v>
                </c:pt>
                <c:pt idx="1609">
                  <c:v>09:54</c:v>
                </c:pt>
                <c:pt idx="1610">
                  <c:v>09:54</c:v>
                </c:pt>
                <c:pt idx="1611">
                  <c:v>09:54</c:v>
                </c:pt>
                <c:pt idx="1612">
                  <c:v>09:54</c:v>
                </c:pt>
                <c:pt idx="1613">
                  <c:v>09:54</c:v>
                </c:pt>
                <c:pt idx="1614">
                  <c:v>09:54</c:v>
                </c:pt>
                <c:pt idx="1615">
                  <c:v>09:54</c:v>
                </c:pt>
                <c:pt idx="1616">
                  <c:v>09:54</c:v>
                </c:pt>
                <c:pt idx="1617">
                  <c:v>09:54</c:v>
                </c:pt>
                <c:pt idx="1618">
                  <c:v>09:54</c:v>
                </c:pt>
                <c:pt idx="1619">
                  <c:v>09:54</c:v>
                </c:pt>
                <c:pt idx="1620">
                  <c:v>09:55</c:v>
                </c:pt>
                <c:pt idx="1621">
                  <c:v>09:55</c:v>
                </c:pt>
                <c:pt idx="1622">
                  <c:v>09:55</c:v>
                </c:pt>
                <c:pt idx="1623">
                  <c:v>09:55</c:v>
                </c:pt>
                <c:pt idx="1624">
                  <c:v>09:55</c:v>
                </c:pt>
                <c:pt idx="1625">
                  <c:v>09:55</c:v>
                </c:pt>
                <c:pt idx="1626">
                  <c:v>09:55</c:v>
                </c:pt>
                <c:pt idx="1627">
                  <c:v>09:55</c:v>
                </c:pt>
                <c:pt idx="1628">
                  <c:v>09:55</c:v>
                </c:pt>
                <c:pt idx="1629">
                  <c:v>09:55</c:v>
                </c:pt>
                <c:pt idx="1630">
                  <c:v>09:55</c:v>
                </c:pt>
                <c:pt idx="1631">
                  <c:v>09:55</c:v>
                </c:pt>
                <c:pt idx="1632">
                  <c:v>09:55</c:v>
                </c:pt>
                <c:pt idx="1633">
                  <c:v>09:55</c:v>
                </c:pt>
                <c:pt idx="1634">
                  <c:v>09:55</c:v>
                </c:pt>
                <c:pt idx="1635">
                  <c:v>09:55</c:v>
                </c:pt>
                <c:pt idx="1636">
                  <c:v>09:55</c:v>
                </c:pt>
                <c:pt idx="1637">
                  <c:v>09:55</c:v>
                </c:pt>
                <c:pt idx="1638">
                  <c:v>09:55</c:v>
                </c:pt>
                <c:pt idx="1639">
                  <c:v>09:55</c:v>
                </c:pt>
                <c:pt idx="1640">
                  <c:v>09:55</c:v>
                </c:pt>
                <c:pt idx="1641">
                  <c:v>09:55</c:v>
                </c:pt>
                <c:pt idx="1642">
                  <c:v>09:55</c:v>
                </c:pt>
                <c:pt idx="1643">
                  <c:v>09:55</c:v>
                </c:pt>
                <c:pt idx="1644">
                  <c:v>09:55</c:v>
                </c:pt>
                <c:pt idx="1645">
                  <c:v>09:55</c:v>
                </c:pt>
                <c:pt idx="1646">
                  <c:v>09:55</c:v>
                </c:pt>
                <c:pt idx="1647">
                  <c:v>09:55</c:v>
                </c:pt>
                <c:pt idx="1648">
                  <c:v>09:55</c:v>
                </c:pt>
                <c:pt idx="1649">
                  <c:v>09:55</c:v>
                </c:pt>
                <c:pt idx="1650">
                  <c:v>09:56</c:v>
                </c:pt>
                <c:pt idx="1651">
                  <c:v>09:56</c:v>
                </c:pt>
                <c:pt idx="1652">
                  <c:v>09:56</c:v>
                </c:pt>
                <c:pt idx="1653">
                  <c:v>09:56</c:v>
                </c:pt>
                <c:pt idx="1654">
                  <c:v>09:56</c:v>
                </c:pt>
                <c:pt idx="1655">
                  <c:v>09:56</c:v>
                </c:pt>
                <c:pt idx="1656">
                  <c:v>09:56</c:v>
                </c:pt>
                <c:pt idx="1657">
                  <c:v>09:56</c:v>
                </c:pt>
                <c:pt idx="1658">
                  <c:v>09:56</c:v>
                </c:pt>
                <c:pt idx="1659">
                  <c:v>09:56</c:v>
                </c:pt>
                <c:pt idx="1660">
                  <c:v>09:56</c:v>
                </c:pt>
                <c:pt idx="1661">
                  <c:v>09:56</c:v>
                </c:pt>
                <c:pt idx="1662">
                  <c:v>09:56</c:v>
                </c:pt>
                <c:pt idx="1663">
                  <c:v>09:56</c:v>
                </c:pt>
                <c:pt idx="1664">
                  <c:v>09:56</c:v>
                </c:pt>
                <c:pt idx="1665">
                  <c:v>09:56</c:v>
                </c:pt>
                <c:pt idx="1666">
                  <c:v>09:56</c:v>
                </c:pt>
                <c:pt idx="1667">
                  <c:v>09:56</c:v>
                </c:pt>
                <c:pt idx="1668">
                  <c:v>09:56</c:v>
                </c:pt>
                <c:pt idx="1669">
                  <c:v>09:56</c:v>
                </c:pt>
                <c:pt idx="1670">
                  <c:v>09:56</c:v>
                </c:pt>
                <c:pt idx="1671">
                  <c:v>09:56</c:v>
                </c:pt>
                <c:pt idx="1672">
                  <c:v>09:56</c:v>
                </c:pt>
                <c:pt idx="1673">
                  <c:v>09:56</c:v>
                </c:pt>
                <c:pt idx="1674">
                  <c:v>09:56</c:v>
                </c:pt>
                <c:pt idx="1675">
                  <c:v>09:56</c:v>
                </c:pt>
                <c:pt idx="1676">
                  <c:v>09:56</c:v>
                </c:pt>
                <c:pt idx="1677">
                  <c:v>09:56</c:v>
                </c:pt>
                <c:pt idx="1678">
                  <c:v>09:56</c:v>
                </c:pt>
                <c:pt idx="1679">
                  <c:v>09:56</c:v>
                </c:pt>
                <c:pt idx="1680">
                  <c:v>09:57</c:v>
                </c:pt>
                <c:pt idx="1681">
                  <c:v>09:57</c:v>
                </c:pt>
                <c:pt idx="1682">
                  <c:v>09:57</c:v>
                </c:pt>
                <c:pt idx="1683">
                  <c:v>09:57</c:v>
                </c:pt>
                <c:pt idx="1684">
                  <c:v>09:57</c:v>
                </c:pt>
                <c:pt idx="1685">
                  <c:v>09:57</c:v>
                </c:pt>
                <c:pt idx="1686">
                  <c:v>09:57</c:v>
                </c:pt>
                <c:pt idx="1687">
                  <c:v>09:57</c:v>
                </c:pt>
                <c:pt idx="1688">
                  <c:v>09:57</c:v>
                </c:pt>
                <c:pt idx="1689">
                  <c:v>09:57</c:v>
                </c:pt>
                <c:pt idx="1690">
                  <c:v>09:57</c:v>
                </c:pt>
                <c:pt idx="1691">
                  <c:v>09:57</c:v>
                </c:pt>
                <c:pt idx="1692">
                  <c:v>09:57</c:v>
                </c:pt>
                <c:pt idx="1693">
                  <c:v>09:57</c:v>
                </c:pt>
                <c:pt idx="1694">
                  <c:v>09:57</c:v>
                </c:pt>
                <c:pt idx="1695">
                  <c:v>09:57</c:v>
                </c:pt>
                <c:pt idx="1696">
                  <c:v>09:57</c:v>
                </c:pt>
                <c:pt idx="1697">
                  <c:v>09:57</c:v>
                </c:pt>
                <c:pt idx="1698">
                  <c:v>09:57</c:v>
                </c:pt>
                <c:pt idx="1699">
                  <c:v>09:57</c:v>
                </c:pt>
                <c:pt idx="1700">
                  <c:v>09:57</c:v>
                </c:pt>
                <c:pt idx="1701">
                  <c:v>09:57</c:v>
                </c:pt>
                <c:pt idx="1702">
                  <c:v>09:57</c:v>
                </c:pt>
                <c:pt idx="1703">
                  <c:v>09:57</c:v>
                </c:pt>
                <c:pt idx="1704">
                  <c:v>09:57</c:v>
                </c:pt>
                <c:pt idx="1705">
                  <c:v>09:57</c:v>
                </c:pt>
                <c:pt idx="1706">
                  <c:v>09:57</c:v>
                </c:pt>
                <c:pt idx="1707">
                  <c:v>09:57</c:v>
                </c:pt>
                <c:pt idx="1708">
                  <c:v>09:57</c:v>
                </c:pt>
                <c:pt idx="1709">
                  <c:v>09:57</c:v>
                </c:pt>
                <c:pt idx="1710">
                  <c:v>09:58</c:v>
                </c:pt>
                <c:pt idx="1711">
                  <c:v>09:58</c:v>
                </c:pt>
                <c:pt idx="1712">
                  <c:v>09:58</c:v>
                </c:pt>
                <c:pt idx="1713">
                  <c:v>09:58</c:v>
                </c:pt>
                <c:pt idx="1714">
                  <c:v>09:58</c:v>
                </c:pt>
                <c:pt idx="1715">
                  <c:v>09:58</c:v>
                </c:pt>
                <c:pt idx="1716">
                  <c:v>09:58</c:v>
                </c:pt>
                <c:pt idx="1717">
                  <c:v>09:58</c:v>
                </c:pt>
                <c:pt idx="1718">
                  <c:v>09:58</c:v>
                </c:pt>
                <c:pt idx="1719">
                  <c:v>09:58</c:v>
                </c:pt>
                <c:pt idx="1720">
                  <c:v>09:58</c:v>
                </c:pt>
                <c:pt idx="1721">
                  <c:v>09:58</c:v>
                </c:pt>
                <c:pt idx="1722">
                  <c:v>09:58</c:v>
                </c:pt>
                <c:pt idx="1723">
                  <c:v>09:58</c:v>
                </c:pt>
                <c:pt idx="1724">
                  <c:v>09:58</c:v>
                </c:pt>
                <c:pt idx="1725">
                  <c:v>09:58</c:v>
                </c:pt>
                <c:pt idx="1726">
                  <c:v>09:58</c:v>
                </c:pt>
                <c:pt idx="1727">
                  <c:v>09:58</c:v>
                </c:pt>
                <c:pt idx="1728">
                  <c:v>09:58</c:v>
                </c:pt>
                <c:pt idx="1729">
                  <c:v>09:58</c:v>
                </c:pt>
                <c:pt idx="1730">
                  <c:v>09:58</c:v>
                </c:pt>
                <c:pt idx="1731">
                  <c:v>09:58</c:v>
                </c:pt>
                <c:pt idx="1732">
                  <c:v>09:58</c:v>
                </c:pt>
                <c:pt idx="1733">
                  <c:v>09:58</c:v>
                </c:pt>
                <c:pt idx="1734">
                  <c:v>09:58</c:v>
                </c:pt>
                <c:pt idx="1735">
                  <c:v>09:58</c:v>
                </c:pt>
                <c:pt idx="1736">
                  <c:v>09:58</c:v>
                </c:pt>
                <c:pt idx="1737">
                  <c:v>09:58</c:v>
                </c:pt>
                <c:pt idx="1738">
                  <c:v>09:58</c:v>
                </c:pt>
                <c:pt idx="1739">
                  <c:v>09:58</c:v>
                </c:pt>
                <c:pt idx="1740">
                  <c:v>09:59</c:v>
                </c:pt>
                <c:pt idx="1741">
                  <c:v>09:59</c:v>
                </c:pt>
                <c:pt idx="1742">
                  <c:v>09:59</c:v>
                </c:pt>
                <c:pt idx="1743">
                  <c:v>09:59</c:v>
                </c:pt>
                <c:pt idx="1744">
                  <c:v>09:59</c:v>
                </c:pt>
                <c:pt idx="1745">
                  <c:v>09:59</c:v>
                </c:pt>
                <c:pt idx="1746">
                  <c:v>09:59</c:v>
                </c:pt>
                <c:pt idx="1747">
                  <c:v>09:59</c:v>
                </c:pt>
                <c:pt idx="1748">
                  <c:v>09:59</c:v>
                </c:pt>
                <c:pt idx="1749">
                  <c:v>09:59</c:v>
                </c:pt>
                <c:pt idx="1750">
                  <c:v>09:59</c:v>
                </c:pt>
                <c:pt idx="1751">
                  <c:v>09:59</c:v>
                </c:pt>
                <c:pt idx="1752">
                  <c:v>09:59</c:v>
                </c:pt>
                <c:pt idx="1753">
                  <c:v>09:59</c:v>
                </c:pt>
                <c:pt idx="1754">
                  <c:v>09:59</c:v>
                </c:pt>
                <c:pt idx="1755">
                  <c:v>09:59</c:v>
                </c:pt>
                <c:pt idx="1756">
                  <c:v>09:59</c:v>
                </c:pt>
                <c:pt idx="1757">
                  <c:v>09:59</c:v>
                </c:pt>
                <c:pt idx="1758">
                  <c:v>09:59</c:v>
                </c:pt>
                <c:pt idx="1759">
                  <c:v>09:59</c:v>
                </c:pt>
                <c:pt idx="1760">
                  <c:v>09:59</c:v>
                </c:pt>
                <c:pt idx="1761">
                  <c:v>09:59</c:v>
                </c:pt>
                <c:pt idx="1762">
                  <c:v>09:59</c:v>
                </c:pt>
                <c:pt idx="1763">
                  <c:v>09:59</c:v>
                </c:pt>
                <c:pt idx="1764">
                  <c:v>09:59</c:v>
                </c:pt>
                <c:pt idx="1765">
                  <c:v>09:59</c:v>
                </c:pt>
                <c:pt idx="1766">
                  <c:v>09:59</c:v>
                </c:pt>
                <c:pt idx="1767">
                  <c:v>09:59</c:v>
                </c:pt>
                <c:pt idx="1768">
                  <c:v>09:59</c:v>
                </c:pt>
                <c:pt idx="1769">
                  <c:v>09:59</c:v>
                </c:pt>
                <c:pt idx="1770">
                  <c:v>10:00</c:v>
                </c:pt>
                <c:pt idx="1771">
                  <c:v>10:00</c:v>
                </c:pt>
                <c:pt idx="1772">
                  <c:v>10:00</c:v>
                </c:pt>
                <c:pt idx="1773">
                  <c:v>10:00</c:v>
                </c:pt>
                <c:pt idx="1774">
                  <c:v>10:00</c:v>
                </c:pt>
                <c:pt idx="1775">
                  <c:v>10:00</c:v>
                </c:pt>
                <c:pt idx="1776">
                  <c:v>10:00</c:v>
                </c:pt>
                <c:pt idx="1777">
                  <c:v>10:00</c:v>
                </c:pt>
                <c:pt idx="1778">
                  <c:v>10:00</c:v>
                </c:pt>
                <c:pt idx="1779">
                  <c:v>10:00</c:v>
                </c:pt>
                <c:pt idx="1780">
                  <c:v>10:00</c:v>
                </c:pt>
                <c:pt idx="1781">
                  <c:v>10:00</c:v>
                </c:pt>
                <c:pt idx="1782">
                  <c:v>10:00</c:v>
                </c:pt>
                <c:pt idx="1783">
                  <c:v>10:00</c:v>
                </c:pt>
                <c:pt idx="1784">
                  <c:v>10:00</c:v>
                </c:pt>
                <c:pt idx="1785">
                  <c:v>10:00</c:v>
                </c:pt>
                <c:pt idx="1786">
                  <c:v>10:00</c:v>
                </c:pt>
                <c:pt idx="1787">
                  <c:v>10:00</c:v>
                </c:pt>
                <c:pt idx="1788">
                  <c:v>10:00</c:v>
                </c:pt>
                <c:pt idx="1789">
                  <c:v>10:00</c:v>
                </c:pt>
                <c:pt idx="1790">
                  <c:v>10:00</c:v>
                </c:pt>
                <c:pt idx="1791">
                  <c:v>10:00</c:v>
                </c:pt>
                <c:pt idx="1792">
                  <c:v>10:00</c:v>
                </c:pt>
                <c:pt idx="1793">
                  <c:v>10:00</c:v>
                </c:pt>
                <c:pt idx="1794">
                  <c:v>10:00</c:v>
                </c:pt>
                <c:pt idx="1795">
                  <c:v>10:00</c:v>
                </c:pt>
                <c:pt idx="1796">
                  <c:v>10:00</c:v>
                </c:pt>
                <c:pt idx="1797">
                  <c:v>10:00</c:v>
                </c:pt>
                <c:pt idx="1798">
                  <c:v>10:00</c:v>
                </c:pt>
                <c:pt idx="1799">
                  <c:v>10:00</c:v>
                </c:pt>
                <c:pt idx="1800">
                  <c:v>10:01</c:v>
                </c:pt>
                <c:pt idx="1801">
                  <c:v>10:01</c:v>
                </c:pt>
                <c:pt idx="1802">
                  <c:v>10:01</c:v>
                </c:pt>
                <c:pt idx="1803">
                  <c:v>10:01</c:v>
                </c:pt>
                <c:pt idx="1804">
                  <c:v>10:01</c:v>
                </c:pt>
                <c:pt idx="1805">
                  <c:v>10:01</c:v>
                </c:pt>
                <c:pt idx="1806">
                  <c:v>10:01</c:v>
                </c:pt>
                <c:pt idx="1807">
                  <c:v>10:01</c:v>
                </c:pt>
                <c:pt idx="1808">
                  <c:v>10:01</c:v>
                </c:pt>
                <c:pt idx="1809">
                  <c:v>10:01</c:v>
                </c:pt>
                <c:pt idx="1810">
                  <c:v>10:01</c:v>
                </c:pt>
                <c:pt idx="1811">
                  <c:v>10:01</c:v>
                </c:pt>
                <c:pt idx="1812">
                  <c:v>10:01</c:v>
                </c:pt>
                <c:pt idx="1813">
                  <c:v>10:01</c:v>
                </c:pt>
                <c:pt idx="1814">
                  <c:v>10:01</c:v>
                </c:pt>
                <c:pt idx="1815">
                  <c:v>10:01</c:v>
                </c:pt>
                <c:pt idx="1816">
                  <c:v>10:01</c:v>
                </c:pt>
                <c:pt idx="1817">
                  <c:v>10:01</c:v>
                </c:pt>
                <c:pt idx="1818">
                  <c:v>10:01</c:v>
                </c:pt>
                <c:pt idx="1819">
                  <c:v>10:01</c:v>
                </c:pt>
                <c:pt idx="1820">
                  <c:v>10:01</c:v>
                </c:pt>
                <c:pt idx="1821">
                  <c:v>10:01</c:v>
                </c:pt>
                <c:pt idx="1822">
                  <c:v>10:01</c:v>
                </c:pt>
                <c:pt idx="1823">
                  <c:v>10:01</c:v>
                </c:pt>
                <c:pt idx="1824">
                  <c:v>10:01</c:v>
                </c:pt>
                <c:pt idx="1825">
                  <c:v>10:01</c:v>
                </c:pt>
                <c:pt idx="1826">
                  <c:v>10:01</c:v>
                </c:pt>
                <c:pt idx="1827">
                  <c:v>10:01</c:v>
                </c:pt>
                <c:pt idx="1828">
                  <c:v>10:01</c:v>
                </c:pt>
                <c:pt idx="1829">
                  <c:v>10:01</c:v>
                </c:pt>
                <c:pt idx="1830">
                  <c:v>10:02</c:v>
                </c:pt>
                <c:pt idx="1831">
                  <c:v>10:02</c:v>
                </c:pt>
                <c:pt idx="1832">
                  <c:v>10:02</c:v>
                </c:pt>
                <c:pt idx="1833">
                  <c:v>10:02</c:v>
                </c:pt>
                <c:pt idx="1834">
                  <c:v>10:02</c:v>
                </c:pt>
                <c:pt idx="1835">
                  <c:v>10:02</c:v>
                </c:pt>
                <c:pt idx="1836">
                  <c:v>10:02</c:v>
                </c:pt>
                <c:pt idx="1837">
                  <c:v>10:02</c:v>
                </c:pt>
                <c:pt idx="1838">
                  <c:v>10:02</c:v>
                </c:pt>
                <c:pt idx="1839">
                  <c:v>10:02</c:v>
                </c:pt>
                <c:pt idx="1840">
                  <c:v>10:02</c:v>
                </c:pt>
                <c:pt idx="1841">
                  <c:v>10:02</c:v>
                </c:pt>
                <c:pt idx="1842">
                  <c:v>10:02</c:v>
                </c:pt>
                <c:pt idx="1843">
                  <c:v>10:02</c:v>
                </c:pt>
                <c:pt idx="1844">
                  <c:v>10:02</c:v>
                </c:pt>
                <c:pt idx="1845">
                  <c:v>10:02</c:v>
                </c:pt>
                <c:pt idx="1846">
                  <c:v>10:02</c:v>
                </c:pt>
                <c:pt idx="1847">
                  <c:v>10:02</c:v>
                </c:pt>
                <c:pt idx="1848">
                  <c:v>10:02</c:v>
                </c:pt>
                <c:pt idx="1849">
                  <c:v>10:02</c:v>
                </c:pt>
                <c:pt idx="1850">
                  <c:v>10:02</c:v>
                </c:pt>
                <c:pt idx="1851">
                  <c:v>10:02</c:v>
                </c:pt>
                <c:pt idx="1852">
                  <c:v>10:02</c:v>
                </c:pt>
                <c:pt idx="1853">
                  <c:v>10:02</c:v>
                </c:pt>
                <c:pt idx="1854">
                  <c:v>10:02</c:v>
                </c:pt>
                <c:pt idx="1855">
                  <c:v>10:02</c:v>
                </c:pt>
                <c:pt idx="1856">
                  <c:v>10:02</c:v>
                </c:pt>
                <c:pt idx="1857">
                  <c:v>10:02</c:v>
                </c:pt>
                <c:pt idx="1858">
                  <c:v>10:02</c:v>
                </c:pt>
                <c:pt idx="1859">
                  <c:v>10:02</c:v>
                </c:pt>
                <c:pt idx="1860">
                  <c:v>10:03</c:v>
                </c:pt>
                <c:pt idx="1861">
                  <c:v>10:03</c:v>
                </c:pt>
                <c:pt idx="1862">
                  <c:v>10:03</c:v>
                </c:pt>
                <c:pt idx="1863">
                  <c:v>10:03</c:v>
                </c:pt>
                <c:pt idx="1864">
                  <c:v>10:03</c:v>
                </c:pt>
                <c:pt idx="1865">
                  <c:v>10:03</c:v>
                </c:pt>
                <c:pt idx="1866">
                  <c:v>10:03</c:v>
                </c:pt>
                <c:pt idx="1867">
                  <c:v>10:03</c:v>
                </c:pt>
                <c:pt idx="1868">
                  <c:v>10:03</c:v>
                </c:pt>
                <c:pt idx="1869">
                  <c:v>10:03</c:v>
                </c:pt>
                <c:pt idx="1870">
                  <c:v>10:03</c:v>
                </c:pt>
                <c:pt idx="1871">
                  <c:v>10:03</c:v>
                </c:pt>
                <c:pt idx="1872">
                  <c:v>10:03</c:v>
                </c:pt>
                <c:pt idx="1873">
                  <c:v>10:03</c:v>
                </c:pt>
                <c:pt idx="1874">
                  <c:v>10:03</c:v>
                </c:pt>
                <c:pt idx="1875">
                  <c:v>10:03</c:v>
                </c:pt>
                <c:pt idx="1876">
                  <c:v>10:03</c:v>
                </c:pt>
                <c:pt idx="1877">
                  <c:v>10:03</c:v>
                </c:pt>
                <c:pt idx="1878">
                  <c:v>10:03</c:v>
                </c:pt>
                <c:pt idx="1879">
                  <c:v>10:03</c:v>
                </c:pt>
                <c:pt idx="1880">
                  <c:v>10:03</c:v>
                </c:pt>
                <c:pt idx="1881">
                  <c:v>10:03</c:v>
                </c:pt>
                <c:pt idx="1882">
                  <c:v>10:03</c:v>
                </c:pt>
                <c:pt idx="1883">
                  <c:v>10:03</c:v>
                </c:pt>
                <c:pt idx="1884">
                  <c:v>10:03</c:v>
                </c:pt>
                <c:pt idx="1885">
                  <c:v>10:03</c:v>
                </c:pt>
                <c:pt idx="1886">
                  <c:v>10:03</c:v>
                </c:pt>
                <c:pt idx="1887">
                  <c:v>10:03</c:v>
                </c:pt>
                <c:pt idx="1888">
                  <c:v>10:03</c:v>
                </c:pt>
                <c:pt idx="1889">
                  <c:v>10:03</c:v>
                </c:pt>
                <c:pt idx="1890">
                  <c:v>10:04</c:v>
                </c:pt>
                <c:pt idx="1891">
                  <c:v>10:04</c:v>
                </c:pt>
                <c:pt idx="1892">
                  <c:v>10:04</c:v>
                </c:pt>
                <c:pt idx="1893">
                  <c:v>10:04</c:v>
                </c:pt>
                <c:pt idx="1894">
                  <c:v>10:04</c:v>
                </c:pt>
                <c:pt idx="1895">
                  <c:v>10:04</c:v>
                </c:pt>
                <c:pt idx="1896">
                  <c:v>10:04</c:v>
                </c:pt>
                <c:pt idx="1897">
                  <c:v>10:04</c:v>
                </c:pt>
                <c:pt idx="1898">
                  <c:v>10:04</c:v>
                </c:pt>
                <c:pt idx="1899">
                  <c:v>10:04</c:v>
                </c:pt>
                <c:pt idx="1900">
                  <c:v>10:04</c:v>
                </c:pt>
                <c:pt idx="1901">
                  <c:v>10:04</c:v>
                </c:pt>
                <c:pt idx="1902">
                  <c:v>10:04</c:v>
                </c:pt>
                <c:pt idx="1903">
                  <c:v>10:04</c:v>
                </c:pt>
                <c:pt idx="1904">
                  <c:v>10:04</c:v>
                </c:pt>
                <c:pt idx="1905">
                  <c:v>10:04</c:v>
                </c:pt>
                <c:pt idx="1906">
                  <c:v>10:04</c:v>
                </c:pt>
                <c:pt idx="1907">
                  <c:v>10:04</c:v>
                </c:pt>
                <c:pt idx="1908">
                  <c:v>10:04</c:v>
                </c:pt>
                <c:pt idx="1909">
                  <c:v>10:04</c:v>
                </c:pt>
                <c:pt idx="1910">
                  <c:v>10:04</c:v>
                </c:pt>
                <c:pt idx="1911">
                  <c:v>10:04</c:v>
                </c:pt>
                <c:pt idx="1912">
                  <c:v>10:04</c:v>
                </c:pt>
                <c:pt idx="1913">
                  <c:v>10:04</c:v>
                </c:pt>
                <c:pt idx="1914">
                  <c:v>10:04</c:v>
                </c:pt>
                <c:pt idx="1915">
                  <c:v>10:04</c:v>
                </c:pt>
                <c:pt idx="1916">
                  <c:v>10:04</c:v>
                </c:pt>
                <c:pt idx="1917">
                  <c:v>10:04</c:v>
                </c:pt>
                <c:pt idx="1918">
                  <c:v>10:04</c:v>
                </c:pt>
                <c:pt idx="1919">
                  <c:v>10:04</c:v>
                </c:pt>
                <c:pt idx="1920">
                  <c:v>10:05</c:v>
                </c:pt>
                <c:pt idx="1921">
                  <c:v>10:05</c:v>
                </c:pt>
                <c:pt idx="1922">
                  <c:v>10:05</c:v>
                </c:pt>
                <c:pt idx="1923">
                  <c:v>10:05</c:v>
                </c:pt>
                <c:pt idx="1924">
                  <c:v>10:05</c:v>
                </c:pt>
                <c:pt idx="1925">
                  <c:v>10:05</c:v>
                </c:pt>
                <c:pt idx="1926">
                  <c:v>10:05</c:v>
                </c:pt>
                <c:pt idx="1927">
                  <c:v>10:05</c:v>
                </c:pt>
                <c:pt idx="1928">
                  <c:v>10:05</c:v>
                </c:pt>
                <c:pt idx="1929">
                  <c:v>10:05</c:v>
                </c:pt>
                <c:pt idx="1930">
                  <c:v>10:05</c:v>
                </c:pt>
                <c:pt idx="1931">
                  <c:v>10:05</c:v>
                </c:pt>
                <c:pt idx="1932">
                  <c:v>10:05</c:v>
                </c:pt>
                <c:pt idx="1933">
                  <c:v>10:05</c:v>
                </c:pt>
                <c:pt idx="1934">
                  <c:v>10:05</c:v>
                </c:pt>
                <c:pt idx="1935">
                  <c:v>10:05</c:v>
                </c:pt>
                <c:pt idx="1936">
                  <c:v>10:05</c:v>
                </c:pt>
                <c:pt idx="1937">
                  <c:v>10:05</c:v>
                </c:pt>
                <c:pt idx="1938">
                  <c:v>10:05</c:v>
                </c:pt>
                <c:pt idx="1939">
                  <c:v>10:05</c:v>
                </c:pt>
                <c:pt idx="1940">
                  <c:v>10:05</c:v>
                </c:pt>
                <c:pt idx="1941">
                  <c:v>10:05</c:v>
                </c:pt>
                <c:pt idx="1942">
                  <c:v>10:05</c:v>
                </c:pt>
                <c:pt idx="1943">
                  <c:v>10:05</c:v>
                </c:pt>
                <c:pt idx="1944">
                  <c:v>10:05</c:v>
                </c:pt>
                <c:pt idx="1945">
                  <c:v>10:05</c:v>
                </c:pt>
                <c:pt idx="1946">
                  <c:v>10:05</c:v>
                </c:pt>
                <c:pt idx="1947">
                  <c:v>10:05</c:v>
                </c:pt>
                <c:pt idx="1948">
                  <c:v>10:05</c:v>
                </c:pt>
                <c:pt idx="1949">
                  <c:v>10:05</c:v>
                </c:pt>
                <c:pt idx="1950">
                  <c:v>10:06</c:v>
                </c:pt>
                <c:pt idx="1951">
                  <c:v>10:06</c:v>
                </c:pt>
                <c:pt idx="1952">
                  <c:v>10:06</c:v>
                </c:pt>
                <c:pt idx="1953">
                  <c:v>10:06</c:v>
                </c:pt>
                <c:pt idx="1954">
                  <c:v>10:06</c:v>
                </c:pt>
                <c:pt idx="1955">
                  <c:v>10:06</c:v>
                </c:pt>
                <c:pt idx="1956">
                  <c:v>10:06</c:v>
                </c:pt>
                <c:pt idx="1957">
                  <c:v>10:06</c:v>
                </c:pt>
                <c:pt idx="1958">
                  <c:v>10:06</c:v>
                </c:pt>
                <c:pt idx="1959">
                  <c:v>10:06</c:v>
                </c:pt>
                <c:pt idx="1960">
                  <c:v>10:06</c:v>
                </c:pt>
                <c:pt idx="1961">
                  <c:v>10:06</c:v>
                </c:pt>
                <c:pt idx="1962">
                  <c:v>10:06</c:v>
                </c:pt>
                <c:pt idx="1963">
                  <c:v>10:06</c:v>
                </c:pt>
                <c:pt idx="1964">
                  <c:v>10:06</c:v>
                </c:pt>
                <c:pt idx="1965">
                  <c:v>10:06</c:v>
                </c:pt>
                <c:pt idx="1966">
                  <c:v>10:06</c:v>
                </c:pt>
                <c:pt idx="1967">
                  <c:v>10:06</c:v>
                </c:pt>
                <c:pt idx="1968">
                  <c:v>10:06</c:v>
                </c:pt>
                <c:pt idx="1969">
                  <c:v>10:06</c:v>
                </c:pt>
                <c:pt idx="1970">
                  <c:v>10:06</c:v>
                </c:pt>
                <c:pt idx="1971">
                  <c:v>10:06</c:v>
                </c:pt>
                <c:pt idx="1972">
                  <c:v>10:06</c:v>
                </c:pt>
                <c:pt idx="1973">
                  <c:v>10:06</c:v>
                </c:pt>
                <c:pt idx="1974">
                  <c:v>10:06</c:v>
                </c:pt>
                <c:pt idx="1975">
                  <c:v>10:06</c:v>
                </c:pt>
                <c:pt idx="1976">
                  <c:v>10:06</c:v>
                </c:pt>
                <c:pt idx="1977">
                  <c:v>10:06</c:v>
                </c:pt>
                <c:pt idx="1978">
                  <c:v>10:06</c:v>
                </c:pt>
                <c:pt idx="1979">
                  <c:v>10:06</c:v>
                </c:pt>
                <c:pt idx="1980">
                  <c:v>10:07</c:v>
                </c:pt>
                <c:pt idx="1981">
                  <c:v>10:07</c:v>
                </c:pt>
                <c:pt idx="1982">
                  <c:v>10:07</c:v>
                </c:pt>
                <c:pt idx="1983">
                  <c:v>10:07</c:v>
                </c:pt>
                <c:pt idx="1984">
                  <c:v>10:07</c:v>
                </c:pt>
                <c:pt idx="1985">
                  <c:v>10:07</c:v>
                </c:pt>
                <c:pt idx="1986">
                  <c:v>10:07</c:v>
                </c:pt>
                <c:pt idx="1987">
                  <c:v>10:07</c:v>
                </c:pt>
                <c:pt idx="1988">
                  <c:v>10:07</c:v>
                </c:pt>
                <c:pt idx="1989">
                  <c:v>10:07</c:v>
                </c:pt>
                <c:pt idx="1990">
                  <c:v>10:07</c:v>
                </c:pt>
                <c:pt idx="1991">
                  <c:v>10:07</c:v>
                </c:pt>
                <c:pt idx="1992">
                  <c:v>10:07</c:v>
                </c:pt>
                <c:pt idx="1993">
                  <c:v>10:07</c:v>
                </c:pt>
                <c:pt idx="1994">
                  <c:v>10:07</c:v>
                </c:pt>
                <c:pt idx="1995">
                  <c:v>10:07</c:v>
                </c:pt>
                <c:pt idx="1996">
                  <c:v>10:07</c:v>
                </c:pt>
                <c:pt idx="1997">
                  <c:v>10:07</c:v>
                </c:pt>
                <c:pt idx="1998">
                  <c:v>10:07</c:v>
                </c:pt>
                <c:pt idx="1999">
                  <c:v>10:07</c:v>
                </c:pt>
                <c:pt idx="2000">
                  <c:v>10:07</c:v>
                </c:pt>
                <c:pt idx="2001">
                  <c:v>10:07</c:v>
                </c:pt>
                <c:pt idx="2002">
                  <c:v>10:07</c:v>
                </c:pt>
                <c:pt idx="2003">
                  <c:v>10:07</c:v>
                </c:pt>
                <c:pt idx="2004">
                  <c:v>10:07</c:v>
                </c:pt>
                <c:pt idx="2005">
                  <c:v>10:07</c:v>
                </c:pt>
                <c:pt idx="2006">
                  <c:v>10:07</c:v>
                </c:pt>
                <c:pt idx="2007">
                  <c:v>10:07</c:v>
                </c:pt>
                <c:pt idx="2008">
                  <c:v>10:07</c:v>
                </c:pt>
                <c:pt idx="2009">
                  <c:v>10:07</c:v>
                </c:pt>
                <c:pt idx="2010">
                  <c:v>10:08</c:v>
                </c:pt>
                <c:pt idx="2011">
                  <c:v>10:08</c:v>
                </c:pt>
                <c:pt idx="2012">
                  <c:v>10:08</c:v>
                </c:pt>
                <c:pt idx="2013">
                  <c:v>10:08</c:v>
                </c:pt>
                <c:pt idx="2014">
                  <c:v>10:08</c:v>
                </c:pt>
                <c:pt idx="2015">
                  <c:v>10:08</c:v>
                </c:pt>
                <c:pt idx="2016">
                  <c:v>10:08</c:v>
                </c:pt>
                <c:pt idx="2017">
                  <c:v>10:08</c:v>
                </c:pt>
                <c:pt idx="2018">
                  <c:v>10:08</c:v>
                </c:pt>
                <c:pt idx="2019">
                  <c:v>10:08</c:v>
                </c:pt>
                <c:pt idx="2020">
                  <c:v>10:08</c:v>
                </c:pt>
                <c:pt idx="2021">
                  <c:v>10:08</c:v>
                </c:pt>
                <c:pt idx="2022">
                  <c:v>10:08</c:v>
                </c:pt>
                <c:pt idx="2023">
                  <c:v>10:08</c:v>
                </c:pt>
                <c:pt idx="2024">
                  <c:v>10:08</c:v>
                </c:pt>
                <c:pt idx="2025">
                  <c:v>10:08</c:v>
                </c:pt>
                <c:pt idx="2026">
                  <c:v>10:08</c:v>
                </c:pt>
                <c:pt idx="2027">
                  <c:v>10:08</c:v>
                </c:pt>
                <c:pt idx="2028">
                  <c:v>10:08</c:v>
                </c:pt>
                <c:pt idx="2029">
                  <c:v>10:08</c:v>
                </c:pt>
                <c:pt idx="2030">
                  <c:v>10:08</c:v>
                </c:pt>
                <c:pt idx="2031">
                  <c:v>10:08</c:v>
                </c:pt>
                <c:pt idx="2032">
                  <c:v>10:08</c:v>
                </c:pt>
                <c:pt idx="2033">
                  <c:v>10:08</c:v>
                </c:pt>
                <c:pt idx="2034">
                  <c:v>10:08</c:v>
                </c:pt>
                <c:pt idx="2035">
                  <c:v>10:08</c:v>
                </c:pt>
                <c:pt idx="2036">
                  <c:v>10:08</c:v>
                </c:pt>
                <c:pt idx="2037">
                  <c:v>10:08</c:v>
                </c:pt>
                <c:pt idx="2038">
                  <c:v>10:08</c:v>
                </c:pt>
                <c:pt idx="2039">
                  <c:v>10:08</c:v>
                </c:pt>
                <c:pt idx="2040">
                  <c:v>10:09</c:v>
                </c:pt>
                <c:pt idx="2041">
                  <c:v>10:09</c:v>
                </c:pt>
                <c:pt idx="2042">
                  <c:v>10:09</c:v>
                </c:pt>
                <c:pt idx="2043">
                  <c:v>10:09</c:v>
                </c:pt>
                <c:pt idx="2044">
                  <c:v>10:09</c:v>
                </c:pt>
                <c:pt idx="2045">
                  <c:v>10:09</c:v>
                </c:pt>
                <c:pt idx="2046">
                  <c:v>10:09</c:v>
                </c:pt>
                <c:pt idx="2047">
                  <c:v>10:09</c:v>
                </c:pt>
                <c:pt idx="2048">
                  <c:v>10:09</c:v>
                </c:pt>
                <c:pt idx="2049">
                  <c:v>10:09</c:v>
                </c:pt>
                <c:pt idx="2050">
                  <c:v>10:09</c:v>
                </c:pt>
                <c:pt idx="2051">
                  <c:v>10:09</c:v>
                </c:pt>
                <c:pt idx="2052">
                  <c:v>10:09</c:v>
                </c:pt>
                <c:pt idx="2053">
                  <c:v>10:09</c:v>
                </c:pt>
                <c:pt idx="2054">
                  <c:v>10:09</c:v>
                </c:pt>
                <c:pt idx="2055">
                  <c:v>10:09</c:v>
                </c:pt>
                <c:pt idx="2056">
                  <c:v>10:09</c:v>
                </c:pt>
                <c:pt idx="2057">
                  <c:v>10:09</c:v>
                </c:pt>
                <c:pt idx="2058">
                  <c:v>10:09</c:v>
                </c:pt>
                <c:pt idx="2059">
                  <c:v>10:09</c:v>
                </c:pt>
                <c:pt idx="2060">
                  <c:v>10:09</c:v>
                </c:pt>
                <c:pt idx="2061">
                  <c:v>10:09</c:v>
                </c:pt>
                <c:pt idx="2062">
                  <c:v>10:09</c:v>
                </c:pt>
                <c:pt idx="2063">
                  <c:v>10:09</c:v>
                </c:pt>
                <c:pt idx="2064">
                  <c:v>10:09</c:v>
                </c:pt>
                <c:pt idx="2065">
                  <c:v>10:09</c:v>
                </c:pt>
                <c:pt idx="2066">
                  <c:v>10:09</c:v>
                </c:pt>
                <c:pt idx="2067">
                  <c:v>10:09</c:v>
                </c:pt>
                <c:pt idx="2068">
                  <c:v>10:09</c:v>
                </c:pt>
                <c:pt idx="2069">
                  <c:v>10:09</c:v>
                </c:pt>
                <c:pt idx="2070">
                  <c:v>10:10</c:v>
                </c:pt>
                <c:pt idx="2071">
                  <c:v>10:10</c:v>
                </c:pt>
                <c:pt idx="2072">
                  <c:v>10:10</c:v>
                </c:pt>
                <c:pt idx="2073">
                  <c:v>10:10</c:v>
                </c:pt>
                <c:pt idx="2074">
                  <c:v>10:10</c:v>
                </c:pt>
                <c:pt idx="2075">
                  <c:v>10:10</c:v>
                </c:pt>
                <c:pt idx="2076">
                  <c:v>10:10</c:v>
                </c:pt>
                <c:pt idx="2077">
                  <c:v>10:10</c:v>
                </c:pt>
                <c:pt idx="2078">
                  <c:v>10:10</c:v>
                </c:pt>
                <c:pt idx="2079">
                  <c:v>10:10</c:v>
                </c:pt>
                <c:pt idx="2080">
                  <c:v>10:10</c:v>
                </c:pt>
                <c:pt idx="2081">
                  <c:v>10:10</c:v>
                </c:pt>
                <c:pt idx="2082">
                  <c:v>10:10</c:v>
                </c:pt>
                <c:pt idx="2083">
                  <c:v>10:10</c:v>
                </c:pt>
                <c:pt idx="2084">
                  <c:v>10:10</c:v>
                </c:pt>
                <c:pt idx="2085">
                  <c:v>10:10</c:v>
                </c:pt>
                <c:pt idx="2086">
                  <c:v>10:10</c:v>
                </c:pt>
                <c:pt idx="2087">
                  <c:v>10:10</c:v>
                </c:pt>
                <c:pt idx="2088">
                  <c:v>10:10</c:v>
                </c:pt>
                <c:pt idx="2089">
                  <c:v>10:10</c:v>
                </c:pt>
                <c:pt idx="2090">
                  <c:v>10:10</c:v>
                </c:pt>
                <c:pt idx="2091">
                  <c:v>10:10</c:v>
                </c:pt>
                <c:pt idx="2092">
                  <c:v>10:10</c:v>
                </c:pt>
                <c:pt idx="2093">
                  <c:v>10:10</c:v>
                </c:pt>
                <c:pt idx="2094">
                  <c:v>10:10</c:v>
                </c:pt>
                <c:pt idx="2095">
                  <c:v>10:10</c:v>
                </c:pt>
                <c:pt idx="2096">
                  <c:v>10:10</c:v>
                </c:pt>
                <c:pt idx="2097">
                  <c:v>10:10</c:v>
                </c:pt>
                <c:pt idx="2098">
                  <c:v>10:10</c:v>
                </c:pt>
                <c:pt idx="2099">
                  <c:v>10:10</c:v>
                </c:pt>
                <c:pt idx="2100">
                  <c:v>10:11</c:v>
                </c:pt>
                <c:pt idx="2101">
                  <c:v>10:11</c:v>
                </c:pt>
                <c:pt idx="2102">
                  <c:v>10:11</c:v>
                </c:pt>
                <c:pt idx="2103">
                  <c:v>10:11</c:v>
                </c:pt>
                <c:pt idx="2104">
                  <c:v>10:11</c:v>
                </c:pt>
                <c:pt idx="2105">
                  <c:v>10:11</c:v>
                </c:pt>
                <c:pt idx="2106">
                  <c:v>10:11</c:v>
                </c:pt>
                <c:pt idx="2107">
                  <c:v>10:11</c:v>
                </c:pt>
                <c:pt idx="2108">
                  <c:v>10:11</c:v>
                </c:pt>
                <c:pt idx="2109">
                  <c:v>10:11</c:v>
                </c:pt>
                <c:pt idx="2110">
                  <c:v>10:11</c:v>
                </c:pt>
                <c:pt idx="2111">
                  <c:v>10:11</c:v>
                </c:pt>
                <c:pt idx="2112">
                  <c:v>10:11</c:v>
                </c:pt>
                <c:pt idx="2113">
                  <c:v>10:11</c:v>
                </c:pt>
                <c:pt idx="2114">
                  <c:v>10:11</c:v>
                </c:pt>
                <c:pt idx="2115">
                  <c:v>10:11</c:v>
                </c:pt>
                <c:pt idx="2116">
                  <c:v>10:11</c:v>
                </c:pt>
                <c:pt idx="2117">
                  <c:v>10:11</c:v>
                </c:pt>
                <c:pt idx="2118">
                  <c:v>10:11</c:v>
                </c:pt>
                <c:pt idx="2119">
                  <c:v>10:11</c:v>
                </c:pt>
                <c:pt idx="2120">
                  <c:v>10:11</c:v>
                </c:pt>
                <c:pt idx="2121">
                  <c:v>10:11</c:v>
                </c:pt>
                <c:pt idx="2122">
                  <c:v>10:11</c:v>
                </c:pt>
                <c:pt idx="2123">
                  <c:v>10:11</c:v>
                </c:pt>
                <c:pt idx="2124">
                  <c:v>10:11</c:v>
                </c:pt>
                <c:pt idx="2125">
                  <c:v>10:11</c:v>
                </c:pt>
                <c:pt idx="2126">
                  <c:v>10:11</c:v>
                </c:pt>
                <c:pt idx="2127">
                  <c:v>10:11</c:v>
                </c:pt>
                <c:pt idx="2128">
                  <c:v>10:11</c:v>
                </c:pt>
                <c:pt idx="2129">
                  <c:v>10:11</c:v>
                </c:pt>
                <c:pt idx="2130">
                  <c:v>10:12</c:v>
                </c:pt>
                <c:pt idx="2131">
                  <c:v>10:12</c:v>
                </c:pt>
                <c:pt idx="2132">
                  <c:v>10:12</c:v>
                </c:pt>
                <c:pt idx="2133">
                  <c:v>10:12</c:v>
                </c:pt>
                <c:pt idx="2134">
                  <c:v>10:12</c:v>
                </c:pt>
                <c:pt idx="2135">
                  <c:v>10:12</c:v>
                </c:pt>
                <c:pt idx="2136">
                  <c:v>10:12</c:v>
                </c:pt>
                <c:pt idx="2137">
                  <c:v>10:12</c:v>
                </c:pt>
                <c:pt idx="2138">
                  <c:v>10:12</c:v>
                </c:pt>
                <c:pt idx="2139">
                  <c:v>10:12</c:v>
                </c:pt>
                <c:pt idx="2140">
                  <c:v>10:12</c:v>
                </c:pt>
                <c:pt idx="2141">
                  <c:v>10:12</c:v>
                </c:pt>
                <c:pt idx="2142">
                  <c:v>10:12</c:v>
                </c:pt>
                <c:pt idx="2143">
                  <c:v>10:12</c:v>
                </c:pt>
                <c:pt idx="2144">
                  <c:v>10:12</c:v>
                </c:pt>
                <c:pt idx="2145">
                  <c:v>10:12</c:v>
                </c:pt>
                <c:pt idx="2146">
                  <c:v>10:12</c:v>
                </c:pt>
                <c:pt idx="2147">
                  <c:v>10:12</c:v>
                </c:pt>
                <c:pt idx="2148">
                  <c:v>10:12</c:v>
                </c:pt>
                <c:pt idx="2149">
                  <c:v>10:12</c:v>
                </c:pt>
                <c:pt idx="2150">
                  <c:v>10:12</c:v>
                </c:pt>
                <c:pt idx="2151">
                  <c:v>10:12</c:v>
                </c:pt>
                <c:pt idx="2152">
                  <c:v>10:12</c:v>
                </c:pt>
                <c:pt idx="2153">
                  <c:v>10:12</c:v>
                </c:pt>
                <c:pt idx="2154">
                  <c:v>10:12</c:v>
                </c:pt>
                <c:pt idx="2155">
                  <c:v>10:12</c:v>
                </c:pt>
                <c:pt idx="2156">
                  <c:v>10:12</c:v>
                </c:pt>
                <c:pt idx="2157">
                  <c:v>10:12</c:v>
                </c:pt>
                <c:pt idx="2158">
                  <c:v>10:12</c:v>
                </c:pt>
                <c:pt idx="2159">
                  <c:v>10:12</c:v>
                </c:pt>
                <c:pt idx="2160">
                  <c:v>10:13</c:v>
                </c:pt>
                <c:pt idx="2161">
                  <c:v>10:13</c:v>
                </c:pt>
                <c:pt idx="2162">
                  <c:v>10:13</c:v>
                </c:pt>
                <c:pt idx="2163">
                  <c:v>10:13</c:v>
                </c:pt>
                <c:pt idx="2164">
                  <c:v>10:13</c:v>
                </c:pt>
                <c:pt idx="2165">
                  <c:v>10:13</c:v>
                </c:pt>
                <c:pt idx="2166">
                  <c:v>10:13</c:v>
                </c:pt>
                <c:pt idx="2167">
                  <c:v>10:13</c:v>
                </c:pt>
                <c:pt idx="2168">
                  <c:v>10:13</c:v>
                </c:pt>
                <c:pt idx="2169">
                  <c:v>10:13</c:v>
                </c:pt>
                <c:pt idx="2170">
                  <c:v>10:13</c:v>
                </c:pt>
                <c:pt idx="2171">
                  <c:v>10:13</c:v>
                </c:pt>
                <c:pt idx="2172">
                  <c:v>10:13</c:v>
                </c:pt>
                <c:pt idx="2173">
                  <c:v>10:13</c:v>
                </c:pt>
                <c:pt idx="2174">
                  <c:v>10:13</c:v>
                </c:pt>
                <c:pt idx="2175">
                  <c:v>10:13</c:v>
                </c:pt>
                <c:pt idx="2176">
                  <c:v>10:13</c:v>
                </c:pt>
                <c:pt idx="2177">
                  <c:v>10:13</c:v>
                </c:pt>
                <c:pt idx="2178">
                  <c:v>10:13</c:v>
                </c:pt>
                <c:pt idx="2179">
                  <c:v>10:13</c:v>
                </c:pt>
                <c:pt idx="2180">
                  <c:v>10:13</c:v>
                </c:pt>
                <c:pt idx="2181">
                  <c:v>10:13</c:v>
                </c:pt>
                <c:pt idx="2182">
                  <c:v>10:13</c:v>
                </c:pt>
                <c:pt idx="2183">
                  <c:v>10:13</c:v>
                </c:pt>
                <c:pt idx="2184">
                  <c:v>10:13</c:v>
                </c:pt>
                <c:pt idx="2185">
                  <c:v>10:13</c:v>
                </c:pt>
                <c:pt idx="2186">
                  <c:v>10:13</c:v>
                </c:pt>
                <c:pt idx="2187">
                  <c:v>10:13</c:v>
                </c:pt>
                <c:pt idx="2188">
                  <c:v>10:13</c:v>
                </c:pt>
                <c:pt idx="2189">
                  <c:v>10:13</c:v>
                </c:pt>
                <c:pt idx="2190">
                  <c:v>10:14</c:v>
                </c:pt>
                <c:pt idx="2191">
                  <c:v>10:14</c:v>
                </c:pt>
                <c:pt idx="2192">
                  <c:v>10:14</c:v>
                </c:pt>
                <c:pt idx="2193">
                  <c:v>10:14</c:v>
                </c:pt>
                <c:pt idx="2194">
                  <c:v>10:14</c:v>
                </c:pt>
                <c:pt idx="2195">
                  <c:v>10:14</c:v>
                </c:pt>
                <c:pt idx="2196">
                  <c:v>10:14</c:v>
                </c:pt>
                <c:pt idx="2197">
                  <c:v>10:14</c:v>
                </c:pt>
                <c:pt idx="2198">
                  <c:v>10:14</c:v>
                </c:pt>
                <c:pt idx="2199">
                  <c:v>10:14</c:v>
                </c:pt>
                <c:pt idx="2200">
                  <c:v>10:14</c:v>
                </c:pt>
                <c:pt idx="2201">
                  <c:v>10:14</c:v>
                </c:pt>
                <c:pt idx="2202">
                  <c:v>10:14</c:v>
                </c:pt>
                <c:pt idx="2203">
                  <c:v>10:14</c:v>
                </c:pt>
                <c:pt idx="2204">
                  <c:v>10:14</c:v>
                </c:pt>
                <c:pt idx="2205">
                  <c:v>10:14</c:v>
                </c:pt>
                <c:pt idx="2206">
                  <c:v>10:14</c:v>
                </c:pt>
                <c:pt idx="2207">
                  <c:v>10:14</c:v>
                </c:pt>
                <c:pt idx="2208">
                  <c:v>10:14</c:v>
                </c:pt>
                <c:pt idx="2209">
                  <c:v>10:14</c:v>
                </c:pt>
                <c:pt idx="2210">
                  <c:v>10:14</c:v>
                </c:pt>
                <c:pt idx="2211">
                  <c:v>10:14</c:v>
                </c:pt>
                <c:pt idx="2212">
                  <c:v>10:14</c:v>
                </c:pt>
                <c:pt idx="2213">
                  <c:v>10:14</c:v>
                </c:pt>
                <c:pt idx="2214">
                  <c:v>10:14</c:v>
                </c:pt>
                <c:pt idx="2215">
                  <c:v>10:14</c:v>
                </c:pt>
                <c:pt idx="2216">
                  <c:v>10:14</c:v>
                </c:pt>
                <c:pt idx="2217">
                  <c:v>10:14</c:v>
                </c:pt>
                <c:pt idx="2218">
                  <c:v>10:14</c:v>
                </c:pt>
                <c:pt idx="2219">
                  <c:v>10:14</c:v>
                </c:pt>
                <c:pt idx="2220">
                  <c:v>10:15</c:v>
                </c:pt>
                <c:pt idx="2221">
                  <c:v>10:15</c:v>
                </c:pt>
                <c:pt idx="2222">
                  <c:v>10:15</c:v>
                </c:pt>
                <c:pt idx="2223">
                  <c:v>10:15</c:v>
                </c:pt>
                <c:pt idx="2224">
                  <c:v>10:15</c:v>
                </c:pt>
                <c:pt idx="2225">
                  <c:v>10:15</c:v>
                </c:pt>
                <c:pt idx="2226">
                  <c:v>10:15</c:v>
                </c:pt>
                <c:pt idx="2227">
                  <c:v>10:15</c:v>
                </c:pt>
                <c:pt idx="2228">
                  <c:v>10:15</c:v>
                </c:pt>
                <c:pt idx="2229">
                  <c:v>10:15</c:v>
                </c:pt>
                <c:pt idx="2230">
                  <c:v>10:15</c:v>
                </c:pt>
                <c:pt idx="2231">
                  <c:v>10:15</c:v>
                </c:pt>
                <c:pt idx="2232">
                  <c:v>10:15</c:v>
                </c:pt>
                <c:pt idx="2233">
                  <c:v>10:15</c:v>
                </c:pt>
                <c:pt idx="2234">
                  <c:v>10:15</c:v>
                </c:pt>
                <c:pt idx="2235">
                  <c:v>10:15</c:v>
                </c:pt>
                <c:pt idx="2236">
                  <c:v>10:15</c:v>
                </c:pt>
                <c:pt idx="2237">
                  <c:v>10:15</c:v>
                </c:pt>
                <c:pt idx="2238">
                  <c:v>10:15</c:v>
                </c:pt>
                <c:pt idx="2239">
                  <c:v>10:15</c:v>
                </c:pt>
                <c:pt idx="2240">
                  <c:v>10:15</c:v>
                </c:pt>
                <c:pt idx="2241">
                  <c:v>10:15</c:v>
                </c:pt>
                <c:pt idx="2242">
                  <c:v>10:15</c:v>
                </c:pt>
                <c:pt idx="2243">
                  <c:v>10:15</c:v>
                </c:pt>
                <c:pt idx="2244">
                  <c:v>10:15</c:v>
                </c:pt>
                <c:pt idx="2245">
                  <c:v>10:15</c:v>
                </c:pt>
                <c:pt idx="2246">
                  <c:v>10:15</c:v>
                </c:pt>
                <c:pt idx="2247">
                  <c:v>10:15</c:v>
                </c:pt>
                <c:pt idx="2248">
                  <c:v>10:15</c:v>
                </c:pt>
                <c:pt idx="2249">
                  <c:v>10:15</c:v>
                </c:pt>
                <c:pt idx="2250">
                  <c:v>10:16</c:v>
                </c:pt>
                <c:pt idx="2251">
                  <c:v>10:16</c:v>
                </c:pt>
                <c:pt idx="2252">
                  <c:v>10:16</c:v>
                </c:pt>
                <c:pt idx="2253">
                  <c:v>10:16</c:v>
                </c:pt>
                <c:pt idx="2254">
                  <c:v>10:16</c:v>
                </c:pt>
                <c:pt idx="2255">
                  <c:v>10:16</c:v>
                </c:pt>
                <c:pt idx="2256">
                  <c:v>10:16</c:v>
                </c:pt>
                <c:pt idx="2257">
                  <c:v>10:16</c:v>
                </c:pt>
                <c:pt idx="2258">
                  <c:v>10:16</c:v>
                </c:pt>
                <c:pt idx="2259">
                  <c:v>10:16</c:v>
                </c:pt>
                <c:pt idx="2260">
                  <c:v>10:16</c:v>
                </c:pt>
                <c:pt idx="2261">
                  <c:v>10:16</c:v>
                </c:pt>
                <c:pt idx="2262">
                  <c:v>10:16</c:v>
                </c:pt>
                <c:pt idx="2263">
                  <c:v>10:16</c:v>
                </c:pt>
                <c:pt idx="2264">
                  <c:v>10:16</c:v>
                </c:pt>
                <c:pt idx="2265">
                  <c:v>10:16</c:v>
                </c:pt>
                <c:pt idx="2266">
                  <c:v>10:16</c:v>
                </c:pt>
                <c:pt idx="2267">
                  <c:v>10:16</c:v>
                </c:pt>
                <c:pt idx="2268">
                  <c:v>10:16</c:v>
                </c:pt>
                <c:pt idx="2269">
                  <c:v>10:16</c:v>
                </c:pt>
                <c:pt idx="2270">
                  <c:v>10:16</c:v>
                </c:pt>
                <c:pt idx="2271">
                  <c:v>10:16</c:v>
                </c:pt>
                <c:pt idx="2272">
                  <c:v>10:16</c:v>
                </c:pt>
                <c:pt idx="2273">
                  <c:v>10:16</c:v>
                </c:pt>
                <c:pt idx="2274">
                  <c:v>10:16</c:v>
                </c:pt>
                <c:pt idx="2275">
                  <c:v>10:16</c:v>
                </c:pt>
                <c:pt idx="2276">
                  <c:v>10:16</c:v>
                </c:pt>
                <c:pt idx="2277">
                  <c:v>10:16</c:v>
                </c:pt>
                <c:pt idx="2278">
                  <c:v>10:16</c:v>
                </c:pt>
                <c:pt idx="2279">
                  <c:v>10:16</c:v>
                </c:pt>
                <c:pt idx="2280">
                  <c:v>10:17</c:v>
                </c:pt>
                <c:pt idx="2281">
                  <c:v>10:17</c:v>
                </c:pt>
                <c:pt idx="2282">
                  <c:v>10:17</c:v>
                </c:pt>
                <c:pt idx="2283">
                  <c:v>10:17</c:v>
                </c:pt>
                <c:pt idx="2284">
                  <c:v>10:17</c:v>
                </c:pt>
                <c:pt idx="2285">
                  <c:v>10:17</c:v>
                </c:pt>
                <c:pt idx="2286">
                  <c:v>10:17</c:v>
                </c:pt>
                <c:pt idx="2287">
                  <c:v>10:17</c:v>
                </c:pt>
                <c:pt idx="2288">
                  <c:v>10:17</c:v>
                </c:pt>
                <c:pt idx="2289">
                  <c:v>10:17</c:v>
                </c:pt>
                <c:pt idx="2290">
                  <c:v>10:17</c:v>
                </c:pt>
                <c:pt idx="2291">
                  <c:v>10:17</c:v>
                </c:pt>
                <c:pt idx="2292">
                  <c:v>10:17</c:v>
                </c:pt>
                <c:pt idx="2293">
                  <c:v>10:17</c:v>
                </c:pt>
                <c:pt idx="2294">
                  <c:v>10:17</c:v>
                </c:pt>
                <c:pt idx="2295">
                  <c:v>10:17</c:v>
                </c:pt>
                <c:pt idx="2296">
                  <c:v>10:17</c:v>
                </c:pt>
                <c:pt idx="2297">
                  <c:v>10:17</c:v>
                </c:pt>
                <c:pt idx="2298">
                  <c:v>10:17</c:v>
                </c:pt>
                <c:pt idx="2299">
                  <c:v>10:17</c:v>
                </c:pt>
                <c:pt idx="2300">
                  <c:v>10:17</c:v>
                </c:pt>
                <c:pt idx="2301">
                  <c:v>10:17</c:v>
                </c:pt>
                <c:pt idx="2302">
                  <c:v>10:17</c:v>
                </c:pt>
                <c:pt idx="2303">
                  <c:v>10:17</c:v>
                </c:pt>
                <c:pt idx="2304">
                  <c:v>10:17</c:v>
                </c:pt>
                <c:pt idx="2305">
                  <c:v>10:17</c:v>
                </c:pt>
                <c:pt idx="2306">
                  <c:v>10:17</c:v>
                </c:pt>
                <c:pt idx="2307">
                  <c:v>10:17</c:v>
                </c:pt>
                <c:pt idx="2308">
                  <c:v>10:17</c:v>
                </c:pt>
                <c:pt idx="2309">
                  <c:v>10:17</c:v>
                </c:pt>
                <c:pt idx="2310">
                  <c:v>10:18</c:v>
                </c:pt>
                <c:pt idx="2311">
                  <c:v>10:18</c:v>
                </c:pt>
                <c:pt idx="2312">
                  <c:v>10:18</c:v>
                </c:pt>
                <c:pt idx="2313">
                  <c:v>10:18</c:v>
                </c:pt>
                <c:pt idx="2314">
                  <c:v>10:18</c:v>
                </c:pt>
                <c:pt idx="2315">
                  <c:v>10:18</c:v>
                </c:pt>
                <c:pt idx="2316">
                  <c:v>10:18</c:v>
                </c:pt>
                <c:pt idx="2317">
                  <c:v>10:18</c:v>
                </c:pt>
                <c:pt idx="2318">
                  <c:v>10:18</c:v>
                </c:pt>
                <c:pt idx="2319">
                  <c:v>10:18</c:v>
                </c:pt>
                <c:pt idx="2320">
                  <c:v>10:18</c:v>
                </c:pt>
                <c:pt idx="2321">
                  <c:v>10:18</c:v>
                </c:pt>
                <c:pt idx="2322">
                  <c:v>10:18</c:v>
                </c:pt>
                <c:pt idx="2323">
                  <c:v>10:18</c:v>
                </c:pt>
                <c:pt idx="2324">
                  <c:v>10:18</c:v>
                </c:pt>
                <c:pt idx="2325">
                  <c:v>10:18</c:v>
                </c:pt>
                <c:pt idx="2326">
                  <c:v>10:18</c:v>
                </c:pt>
                <c:pt idx="2327">
                  <c:v>10:18</c:v>
                </c:pt>
                <c:pt idx="2328">
                  <c:v>10:18</c:v>
                </c:pt>
                <c:pt idx="2329">
                  <c:v>10:18</c:v>
                </c:pt>
                <c:pt idx="2330">
                  <c:v>10:18</c:v>
                </c:pt>
                <c:pt idx="2331">
                  <c:v>10:18</c:v>
                </c:pt>
                <c:pt idx="2332">
                  <c:v>10:18</c:v>
                </c:pt>
                <c:pt idx="2333">
                  <c:v>10:18</c:v>
                </c:pt>
                <c:pt idx="2334">
                  <c:v>10:18</c:v>
                </c:pt>
                <c:pt idx="2335">
                  <c:v>10:18</c:v>
                </c:pt>
                <c:pt idx="2336">
                  <c:v>10:18</c:v>
                </c:pt>
                <c:pt idx="2337">
                  <c:v>10:18</c:v>
                </c:pt>
                <c:pt idx="2338">
                  <c:v>10:18</c:v>
                </c:pt>
                <c:pt idx="2339">
                  <c:v>10:18</c:v>
                </c:pt>
                <c:pt idx="2340">
                  <c:v>10:19</c:v>
                </c:pt>
                <c:pt idx="2341">
                  <c:v>10:19</c:v>
                </c:pt>
                <c:pt idx="2342">
                  <c:v>10:19</c:v>
                </c:pt>
                <c:pt idx="2343">
                  <c:v>10:19</c:v>
                </c:pt>
                <c:pt idx="2344">
                  <c:v>10:19</c:v>
                </c:pt>
                <c:pt idx="2345">
                  <c:v>10:19</c:v>
                </c:pt>
                <c:pt idx="2346">
                  <c:v>10:19</c:v>
                </c:pt>
                <c:pt idx="2347">
                  <c:v>10:19</c:v>
                </c:pt>
                <c:pt idx="2348">
                  <c:v>10:19</c:v>
                </c:pt>
                <c:pt idx="2349">
                  <c:v>10:19</c:v>
                </c:pt>
                <c:pt idx="2350">
                  <c:v>10:19</c:v>
                </c:pt>
                <c:pt idx="2351">
                  <c:v>10:19</c:v>
                </c:pt>
                <c:pt idx="2352">
                  <c:v>10:19</c:v>
                </c:pt>
                <c:pt idx="2353">
                  <c:v>10:19</c:v>
                </c:pt>
                <c:pt idx="2354">
                  <c:v>10:19</c:v>
                </c:pt>
                <c:pt idx="2355">
                  <c:v>10:19</c:v>
                </c:pt>
                <c:pt idx="2356">
                  <c:v>10:19</c:v>
                </c:pt>
                <c:pt idx="2357">
                  <c:v>10:19</c:v>
                </c:pt>
                <c:pt idx="2358">
                  <c:v>10:19</c:v>
                </c:pt>
                <c:pt idx="2359">
                  <c:v>10:19</c:v>
                </c:pt>
                <c:pt idx="2360">
                  <c:v>10:19</c:v>
                </c:pt>
                <c:pt idx="2361">
                  <c:v>10:19</c:v>
                </c:pt>
                <c:pt idx="2362">
                  <c:v>10:19</c:v>
                </c:pt>
                <c:pt idx="2363">
                  <c:v>10:19</c:v>
                </c:pt>
                <c:pt idx="2364">
                  <c:v>10:19</c:v>
                </c:pt>
                <c:pt idx="2365">
                  <c:v>10:19</c:v>
                </c:pt>
                <c:pt idx="2366">
                  <c:v>10:19</c:v>
                </c:pt>
                <c:pt idx="2367">
                  <c:v>10:19</c:v>
                </c:pt>
                <c:pt idx="2368">
                  <c:v>10:19</c:v>
                </c:pt>
                <c:pt idx="2369">
                  <c:v>10:19</c:v>
                </c:pt>
                <c:pt idx="2370">
                  <c:v>10:20</c:v>
                </c:pt>
                <c:pt idx="2371">
                  <c:v>10:20</c:v>
                </c:pt>
                <c:pt idx="2372">
                  <c:v>10:20</c:v>
                </c:pt>
                <c:pt idx="2373">
                  <c:v>10:20</c:v>
                </c:pt>
                <c:pt idx="2374">
                  <c:v>10:20</c:v>
                </c:pt>
                <c:pt idx="2375">
                  <c:v>10:20</c:v>
                </c:pt>
                <c:pt idx="2376">
                  <c:v>10:20</c:v>
                </c:pt>
                <c:pt idx="2377">
                  <c:v>10:20</c:v>
                </c:pt>
                <c:pt idx="2378">
                  <c:v>10:20</c:v>
                </c:pt>
                <c:pt idx="2379">
                  <c:v>10:20</c:v>
                </c:pt>
                <c:pt idx="2380">
                  <c:v>10:20</c:v>
                </c:pt>
                <c:pt idx="2381">
                  <c:v>10:20</c:v>
                </c:pt>
                <c:pt idx="2382">
                  <c:v>10:20</c:v>
                </c:pt>
                <c:pt idx="2383">
                  <c:v>10:20</c:v>
                </c:pt>
                <c:pt idx="2384">
                  <c:v>10:20</c:v>
                </c:pt>
                <c:pt idx="2385">
                  <c:v>10:20</c:v>
                </c:pt>
                <c:pt idx="2386">
                  <c:v>10:20</c:v>
                </c:pt>
                <c:pt idx="2387">
                  <c:v>10:20</c:v>
                </c:pt>
                <c:pt idx="2388">
                  <c:v>10:20</c:v>
                </c:pt>
                <c:pt idx="2389">
                  <c:v>10:20</c:v>
                </c:pt>
                <c:pt idx="2390">
                  <c:v>10:20</c:v>
                </c:pt>
                <c:pt idx="2391">
                  <c:v>10:20</c:v>
                </c:pt>
                <c:pt idx="2392">
                  <c:v>10:20</c:v>
                </c:pt>
                <c:pt idx="2393">
                  <c:v>10:20</c:v>
                </c:pt>
                <c:pt idx="2394">
                  <c:v>10:20</c:v>
                </c:pt>
                <c:pt idx="2395">
                  <c:v>10:20</c:v>
                </c:pt>
                <c:pt idx="2396">
                  <c:v>10:20</c:v>
                </c:pt>
                <c:pt idx="2397">
                  <c:v>10:20</c:v>
                </c:pt>
                <c:pt idx="2398">
                  <c:v>10:20</c:v>
                </c:pt>
                <c:pt idx="2399">
                  <c:v>10:20</c:v>
                </c:pt>
                <c:pt idx="2400">
                  <c:v>10:21</c:v>
                </c:pt>
                <c:pt idx="2401">
                  <c:v>10:21</c:v>
                </c:pt>
                <c:pt idx="2402">
                  <c:v>10:21</c:v>
                </c:pt>
                <c:pt idx="2403">
                  <c:v>10:21</c:v>
                </c:pt>
                <c:pt idx="2404">
                  <c:v>10:21</c:v>
                </c:pt>
                <c:pt idx="2405">
                  <c:v>10:21</c:v>
                </c:pt>
                <c:pt idx="2406">
                  <c:v>10:21</c:v>
                </c:pt>
                <c:pt idx="2407">
                  <c:v>10:21</c:v>
                </c:pt>
                <c:pt idx="2408">
                  <c:v>10:21</c:v>
                </c:pt>
                <c:pt idx="2409">
                  <c:v>10:21</c:v>
                </c:pt>
                <c:pt idx="2410">
                  <c:v>10:21</c:v>
                </c:pt>
                <c:pt idx="2411">
                  <c:v>10:21</c:v>
                </c:pt>
                <c:pt idx="2412">
                  <c:v>10:21</c:v>
                </c:pt>
                <c:pt idx="2413">
                  <c:v>10:21</c:v>
                </c:pt>
                <c:pt idx="2414">
                  <c:v>10:21</c:v>
                </c:pt>
                <c:pt idx="2415">
                  <c:v>10:21</c:v>
                </c:pt>
                <c:pt idx="2416">
                  <c:v>10:21</c:v>
                </c:pt>
                <c:pt idx="2417">
                  <c:v>10:21</c:v>
                </c:pt>
                <c:pt idx="2418">
                  <c:v>10:21</c:v>
                </c:pt>
                <c:pt idx="2419">
                  <c:v>10:21</c:v>
                </c:pt>
                <c:pt idx="2420">
                  <c:v>10:21</c:v>
                </c:pt>
                <c:pt idx="2421">
                  <c:v>10:21</c:v>
                </c:pt>
                <c:pt idx="2422">
                  <c:v>10:21</c:v>
                </c:pt>
                <c:pt idx="2423">
                  <c:v>10:21</c:v>
                </c:pt>
                <c:pt idx="2424">
                  <c:v>10:21</c:v>
                </c:pt>
                <c:pt idx="2425">
                  <c:v>10:21</c:v>
                </c:pt>
                <c:pt idx="2426">
                  <c:v>10:21</c:v>
                </c:pt>
                <c:pt idx="2427">
                  <c:v>10:21</c:v>
                </c:pt>
                <c:pt idx="2428">
                  <c:v>10:21</c:v>
                </c:pt>
                <c:pt idx="2429">
                  <c:v>10:21</c:v>
                </c:pt>
                <c:pt idx="2430">
                  <c:v>10:22</c:v>
                </c:pt>
                <c:pt idx="2431">
                  <c:v>10:22</c:v>
                </c:pt>
                <c:pt idx="2432">
                  <c:v>10:22</c:v>
                </c:pt>
                <c:pt idx="2433">
                  <c:v>10:22</c:v>
                </c:pt>
                <c:pt idx="2434">
                  <c:v>10:22</c:v>
                </c:pt>
                <c:pt idx="2435">
                  <c:v>10:22</c:v>
                </c:pt>
                <c:pt idx="2436">
                  <c:v>10:22</c:v>
                </c:pt>
                <c:pt idx="2437">
                  <c:v>10:22</c:v>
                </c:pt>
                <c:pt idx="2438">
                  <c:v>10:22</c:v>
                </c:pt>
                <c:pt idx="2439">
                  <c:v>10:22</c:v>
                </c:pt>
                <c:pt idx="2440">
                  <c:v>10:22</c:v>
                </c:pt>
                <c:pt idx="2441">
                  <c:v>10:22</c:v>
                </c:pt>
                <c:pt idx="2442">
                  <c:v>10:22</c:v>
                </c:pt>
                <c:pt idx="2443">
                  <c:v>10:22</c:v>
                </c:pt>
                <c:pt idx="2444">
                  <c:v>10:22</c:v>
                </c:pt>
                <c:pt idx="2445">
                  <c:v>10:22</c:v>
                </c:pt>
                <c:pt idx="2446">
                  <c:v>10:22</c:v>
                </c:pt>
                <c:pt idx="2447">
                  <c:v>10:22</c:v>
                </c:pt>
                <c:pt idx="2448">
                  <c:v>10:22</c:v>
                </c:pt>
                <c:pt idx="2449">
                  <c:v>10:22</c:v>
                </c:pt>
                <c:pt idx="2450">
                  <c:v>10:22</c:v>
                </c:pt>
                <c:pt idx="2451">
                  <c:v>10:22</c:v>
                </c:pt>
                <c:pt idx="2452">
                  <c:v>10:22</c:v>
                </c:pt>
                <c:pt idx="2453">
                  <c:v>10:22</c:v>
                </c:pt>
                <c:pt idx="2454">
                  <c:v>10:22</c:v>
                </c:pt>
                <c:pt idx="2455">
                  <c:v>10:22</c:v>
                </c:pt>
                <c:pt idx="2456">
                  <c:v>10:22</c:v>
                </c:pt>
                <c:pt idx="2457">
                  <c:v>10:22</c:v>
                </c:pt>
                <c:pt idx="2458">
                  <c:v>10:22</c:v>
                </c:pt>
                <c:pt idx="2459">
                  <c:v>10:22</c:v>
                </c:pt>
                <c:pt idx="2460">
                  <c:v>10:23</c:v>
                </c:pt>
                <c:pt idx="2461">
                  <c:v>10:23</c:v>
                </c:pt>
                <c:pt idx="2462">
                  <c:v>10:23</c:v>
                </c:pt>
                <c:pt idx="2463">
                  <c:v>10:23</c:v>
                </c:pt>
                <c:pt idx="2464">
                  <c:v>10:23</c:v>
                </c:pt>
                <c:pt idx="2465">
                  <c:v>10:23</c:v>
                </c:pt>
                <c:pt idx="2466">
                  <c:v>10:23</c:v>
                </c:pt>
                <c:pt idx="2467">
                  <c:v>10:23</c:v>
                </c:pt>
                <c:pt idx="2468">
                  <c:v>10:23</c:v>
                </c:pt>
                <c:pt idx="2469">
                  <c:v>10:23</c:v>
                </c:pt>
                <c:pt idx="2470">
                  <c:v>10:23</c:v>
                </c:pt>
                <c:pt idx="2471">
                  <c:v>10:23</c:v>
                </c:pt>
                <c:pt idx="2472">
                  <c:v>10:23</c:v>
                </c:pt>
                <c:pt idx="2473">
                  <c:v>10:23</c:v>
                </c:pt>
                <c:pt idx="2474">
                  <c:v>10:23</c:v>
                </c:pt>
                <c:pt idx="2475">
                  <c:v>10:23</c:v>
                </c:pt>
                <c:pt idx="2476">
                  <c:v>10:23</c:v>
                </c:pt>
                <c:pt idx="2477">
                  <c:v>10:23</c:v>
                </c:pt>
                <c:pt idx="2478">
                  <c:v>10:23</c:v>
                </c:pt>
                <c:pt idx="2479">
                  <c:v>10:23</c:v>
                </c:pt>
                <c:pt idx="2480">
                  <c:v>10:23</c:v>
                </c:pt>
                <c:pt idx="2481">
                  <c:v>10:23</c:v>
                </c:pt>
                <c:pt idx="2482">
                  <c:v>10:23</c:v>
                </c:pt>
                <c:pt idx="2483">
                  <c:v>10:23</c:v>
                </c:pt>
                <c:pt idx="2484">
                  <c:v>10:23</c:v>
                </c:pt>
                <c:pt idx="2485">
                  <c:v>10:23</c:v>
                </c:pt>
                <c:pt idx="2486">
                  <c:v>10:23</c:v>
                </c:pt>
                <c:pt idx="2487">
                  <c:v>10:23</c:v>
                </c:pt>
                <c:pt idx="2488">
                  <c:v>10:23</c:v>
                </c:pt>
                <c:pt idx="2489">
                  <c:v>10:23</c:v>
                </c:pt>
                <c:pt idx="2490">
                  <c:v>10:24</c:v>
                </c:pt>
                <c:pt idx="2491">
                  <c:v>10:24</c:v>
                </c:pt>
                <c:pt idx="2492">
                  <c:v>10:24</c:v>
                </c:pt>
                <c:pt idx="2493">
                  <c:v>10:24</c:v>
                </c:pt>
                <c:pt idx="2494">
                  <c:v>10:24</c:v>
                </c:pt>
                <c:pt idx="2495">
                  <c:v>10:24</c:v>
                </c:pt>
                <c:pt idx="2496">
                  <c:v>10:24</c:v>
                </c:pt>
                <c:pt idx="2497">
                  <c:v>10:24</c:v>
                </c:pt>
                <c:pt idx="2498">
                  <c:v>10:24</c:v>
                </c:pt>
                <c:pt idx="2499">
                  <c:v>10:24</c:v>
                </c:pt>
                <c:pt idx="2500">
                  <c:v>10:24</c:v>
                </c:pt>
                <c:pt idx="2501">
                  <c:v>10:24</c:v>
                </c:pt>
                <c:pt idx="2502">
                  <c:v>10:24</c:v>
                </c:pt>
                <c:pt idx="2503">
                  <c:v>10:24</c:v>
                </c:pt>
                <c:pt idx="2504">
                  <c:v>10:24</c:v>
                </c:pt>
                <c:pt idx="2505">
                  <c:v>10:24</c:v>
                </c:pt>
                <c:pt idx="2506">
                  <c:v>10:24</c:v>
                </c:pt>
                <c:pt idx="2507">
                  <c:v>10:24</c:v>
                </c:pt>
                <c:pt idx="2508">
                  <c:v>10:24</c:v>
                </c:pt>
                <c:pt idx="2509">
                  <c:v>10:24</c:v>
                </c:pt>
                <c:pt idx="2510">
                  <c:v>10:24</c:v>
                </c:pt>
                <c:pt idx="2511">
                  <c:v>10:24</c:v>
                </c:pt>
                <c:pt idx="2512">
                  <c:v>10:24</c:v>
                </c:pt>
                <c:pt idx="2513">
                  <c:v>10:24</c:v>
                </c:pt>
                <c:pt idx="2514">
                  <c:v>10:24</c:v>
                </c:pt>
                <c:pt idx="2515">
                  <c:v>10:24</c:v>
                </c:pt>
                <c:pt idx="2516">
                  <c:v>10:24</c:v>
                </c:pt>
                <c:pt idx="2517">
                  <c:v>10:24</c:v>
                </c:pt>
                <c:pt idx="2518">
                  <c:v>10:24</c:v>
                </c:pt>
                <c:pt idx="2519">
                  <c:v>10:24</c:v>
                </c:pt>
                <c:pt idx="2520">
                  <c:v>10:25</c:v>
                </c:pt>
                <c:pt idx="2521">
                  <c:v>10:25</c:v>
                </c:pt>
                <c:pt idx="2522">
                  <c:v>10:25</c:v>
                </c:pt>
                <c:pt idx="2523">
                  <c:v>10:25</c:v>
                </c:pt>
                <c:pt idx="2524">
                  <c:v>10:25</c:v>
                </c:pt>
                <c:pt idx="2525">
                  <c:v>10:25</c:v>
                </c:pt>
                <c:pt idx="2526">
                  <c:v>10:25</c:v>
                </c:pt>
                <c:pt idx="2527">
                  <c:v>10:25</c:v>
                </c:pt>
                <c:pt idx="2528">
                  <c:v>10:25</c:v>
                </c:pt>
                <c:pt idx="2529">
                  <c:v>10:25</c:v>
                </c:pt>
                <c:pt idx="2530">
                  <c:v>10:25</c:v>
                </c:pt>
                <c:pt idx="2531">
                  <c:v>10:25</c:v>
                </c:pt>
                <c:pt idx="2532">
                  <c:v>10:25</c:v>
                </c:pt>
                <c:pt idx="2533">
                  <c:v>10:25</c:v>
                </c:pt>
                <c:pt idx="2534">
                  <c:v>10:25</c:v>
                </c:pt>
                <c:pt idx="2535">
                  <c:v>10:25</c:v>
                </c:pt>
                <c:pt idx="2536">
                  <c:v>10:25</c:v>
                </c:pt>
                <c:pt idx="2537">
                  <c:v>10:25</c:v>
                </c:pt>
                <c:pt idx="2538">
                  <c:v>10:25</c:v>
                </c:pt>
                <c:pt idx="2539">
                  <c:v>10:25</c:v>
                </c:pt>
                <c:pt idx="2540">
                  <c:v>10:25</c:v>
                </c:pt>
                <c:pt idx="2541">
                  <c:v>10:25</c:v>
                </c:pt>
                <c:pt idx="2542">
                  <c:v>10:25</c:v>
                </c:pt>
                <c:pt idx="2543">
                  <c:v>10:25</c:v>
                </c:pt>
                <c:pt idx="2544">
                  <c:v>10:25</c:v>
                </c:pt>
                <c:pt idx="2545">
                  <c:v>10:25</c:v>
                </c:pt>
                <c:pt idx="2546">
                  <c:v>10:25</c:v>
                </c:pt>
                <c:pt idx="2547">
                  <c:v>10:25</c:v>
                </c:pt>
                <c:pt idx="2548">
                  <c:v>10:25</c:v>
                </c:pt>
                <c:pt idx="2549">
                  <c:v>10:25</c:v>
                </c:pt>
                <c:pt idx="2550">
                  <c:v>10:26</c:v>
                </c:pt>
                <c:pt idx="2551">
                  <c:v>10:26</c:v>
                </c:pt>
                <c:pt idx="2552">
                  <c:v>10:26</c:v>
                </c:pt>
                <c:pt idx="2553">
                  <c:v>10:26</c:v>
                </c:pt>
                <c:pt idx="2554">
                  <c:v>10:26</c:v>
                </c:pt>
                <c:pt idx="2555">
                  <c:v>10:26</c:v>
                </c:pt>
                <c:pt idx="2556">
                  <c:v>10:26</c:v>
                </c:pt>
                <c:pt idx="2557">
                  <c:v>10:26</c:v>
                </c:pt>
                <c:pt idx="2558">
                  <c:v>10:26</c:v>
                </c:pt>
                <c:pt idx="2559">
                  <c:v>10:26</c:v>
                </c:pt>
                <c:pt idx="2560">
                  <c:v>10:26</c:v>
                </c:pt>
                <c:pt idx="2561">
                  <c:v>10:26</c:v>
                </c:pt>
                <c:pt idx="2562">
                  <c:v>10:26</c:v>
                </c:pt>
                <c:pt idx="2563">
                  <c:v>10:26</c:v>
                </c:pt>
                <c:pt idx="2564">
                  <c:v>10:26</c:v>
                </c:pt>
                <c:pt idx="2565">
                  <c:v>10:26</c:v>
                </c:pt>
                <c:pt idx="2566">
                  <c:v>10:26</c:v>
                </c:pt>
                <c:pt idx="2567">
                  <c:v>10:26</c:v>
                </c:pt>
                <c:pt idx="2568">
                  <c:v>10:26</c:v>
                </c:pt>
                <c:pt idx="2569">
                  <c:v>10:26</c:v>
                </c:pt>
                <c:pt idx="2570">
                  <c:v>10:26</c:v>
                </c:pt>
                <c:pt idx="2571">
                  <c:v>10:26</c:v>
                </c:pt>
                <c:pt idx="2572">
                  <c:v>10:26</c:v>
                </c:pt>
                <c:pt idx="2573">
                  <c:v>10:26</c:v>
                </c:pt>
                <c:pt idx="2574">
                  <c:v>10:26</c:v>
                </c:pt>
                <c:pt idx="2575">
                  <c:v>10:26</c:v>
                </c:pt>
                <c:pt idx="2576">
                  <c:v>10:26</c:v>
                </c:pt>
                <c:pt idx="2577">
                  <c:v>10:26</c:v>
                </c:pt>
                <c:pt idx="2578">
                  <c:v>10:26</c:v>
                </c:pt>
                <c:pt idx="2579">
                  <c:v>10:26</c:v>
                </c:pt>
                <c:pt idx="2580">
                  <c:v>10:27</c:v>
                </c:pt>
                <c:pt idx="2581">
                  <c:v>10:27</c:v>
                </c:pt>
                <c:pt idx="2582">
                  <c:v>10:27</c:v>
                </c:pt>
                <c:pt idx="2583">
                  <c:v>10:27</c:v>
                </c:pt>
                <c:pt idx="2584">
                  <c:v>10:27</c:v>
                </c:pt>
                <c:pt idx="2585">
                  <c:v>10:27</c:v>
                </c:pt>
                <c:pt idx="2586">
                  <c:v>10:27</c:v>
                </c:pt>
                <c:pt idx="2587">
                  <c:v>10:27</c:v>
                </c:pt>
                <c:pt idx="2588">
                  <c:v>10:27</c:v>
                </c:pt>
                <c:pt idx="2589">
                  <c:v>10:27</c:v>
                </c:pt>
                <c:pt idx="2590">
                  <c:v>10:27</c:v>
                </c:pt>
                <c:pt idx="2591">
                  <c:v>10:27</c:v>
                </c:pt>
                <c:pt idx="2592">
                  <c:v>10:27</c:v>
                </c:pt>
                <c:pt idx="2593">
                  <c:v>10:27</c:v>
                </c:pt>
                <c:pt idx="2594">
                  <c:v>10:27</c:v>
                </c:pt>
                <c:pt idx="2595">
                  <c:v>10:27</c:v>
                </c:pt>
                <c:pt idx="2596">
                  <c:v>10:27</c:v>
                </c:pt>
                <c:pt idx="2597">
                  <c:v>10:27</c:v>
                </c:pt>
                <c:pt idx="2598">
                  <c:v>10:27</c:v>
                </c:pt>
                <c:pt idx="2599">
                  <c:v>10:27</c:v>
                </c:pt>
                <c:pt idx="2600">
                  <c:v>10:27</c:v>
                </c:pt>
                <c:pt idx="2601">
                  <c:v>10:27</c:v>
                </c:pt>
                <c:pt idx="2602">
                  <c:v>10:27</c:v>
                </c:pt>
                <c:pt idx="2603">
                  <c:v>10:27</c:v>
                </c:pt>
                <c:pt idx="2604">
                  <c:v>10:27</c:v>
                </c:pt>
                <c:pt idx="2605">
                  <c:v>10:27</c:v>
                </c:pt>
                <c:pt idx="2606">
                  <c:v>10:27</c:v>
                </c:pt>
                <c:pt idx="2607">
                  <c:v>10:27</c:v>
                </c:pt>
                <c:pt idx="2608">
                  <c:v>10:27</c:v>
                </c:pt>
                <c:pt idx="2609">
                  <c:v>10:27</c:v>
                </c:pt>
                <c:pt idx="2610">
                  <c:v>10:28</c:v>
                </c:pt>
                <c:pt idx="2611">
                  <c:v>10:28</c:v>
                </c:pt>
                <c:pt idx="2612">
                  <c:v>10:28</c:v>
                </c:pt>
                <c:pt idx="2613">
                  <c:v>10:28</c:v>
                </c:pt>
                <c:pt idx="2614">
                  <c:v>10:28</c:v>
                </c:pt>
                <c:pt idx="2615">
                  <c:v>10:28</c:v>
                </c:pt>
                <c:pt idx="2616">
                  <c:v>10:28</c:v>
                </c:pt>
                <c:pt idx="2617">
                  <c:v>10:28</c:v>
                </c:pt>
                <c:pt idx="2618">
                  <c:v>10:28</c:v>
                </c:pt>
                <c:pt idx="2619">
                  <c:v>10:28</c:v>
                </c:pt>
                <c:pt idx="2620">
                  <c:v>10:28</c:v>
                </c:pt>
                <c:pt idx="2621">
                  <c:v>10:28</c:v>
                </c:pt>
                <c:pt idx="2622">
                  <c:v>10:28</c:v>
                </c:pt>
                <c:pt idx="2623">
                  <c:v>10:28</c:v>
                </c:pt>
                <c:pt idx="2624">
                  <c:v>10:28</c:v>
                </c:pt>
                <c:pt idx="2625">
                  <c:v>10:28</c:v>
                </c:pt>
                <c:pt idx="2626">
                  <c:v>10:28</c:v>
                </c:pt>
                <c:pt idx="2627">
                  <c:v>10:28</c:v>
                </c:pt>
                <c:pt idx="2628">
                  <c:v>10:28</c:v>
                </c:pt>
                <c:pt idx="2629">
                  <c:v>10:28</c:v>
                </c:pt>
                <c:pt idx="2630">
                  <c:v>10:28</c:v>
                </c:pt>
                <c:pt idx="2631">
                  <c:v>10:28</c:v>
                </c:pt>
                <c:pt idx="2632">
                  <c:v>10:28</c:v>
                </c:pt>
                <c:pt idx="2633">
                  <c:v>10:28</c:v>
                </c:pt>
                <c:pt idx="2634">
                  <c:v>10:28</c:v>
                </c:pt>
                <c:pt idx="2635">
                  <c:v>10:28</c:v>
                </c:pt>
                <c:pt idx="2636">
                  <c:v>10:28</c:v>
                </c:pt>
                <c:pt idx="2637">
                  <c:v>10:28</c:v>
                </c:pt>
                <c:pt idx="2638">
                  <c:v>10:28</c:v>
                </c:pt>
                <c:pt idx="2639">
                  <c:v>10:28</c:v>
                </c:pt>
                <c:pt idx="2640">
                  <c:v>10:29</c:v>
                </c:pt>
                <c:pt idx="2641">
                  <c:v>10:29</c:v>
                </c:pt>
                <c:pt idx="2642">
                  <c:v>10:29</c:v>
                </c:pt>
                <c:pt idx="2643">
                  <c:v>10:29</c:v>
                </c:pt>
                <c:pt idx="2644">
                  <c:v>10:29</c:v>
                </c:pt>
                <c:pt idx="2645">
                  <c:v>10:29</c:v>
                </c:pt>
                <c:pt idx="2646">
                  <c:v>10:29</c:v>
                </c:pt>
                <c:pt idx="2647">
                  <c:v>10:29</c:v>
                </c:pt>
                <c:pt idx="2648">
                  <c:v>10:29</c:v>
                </c:pt>
                <c:pt idx="2649">
                  <c:v>10:29</c:v>
                </c:pt>
                <c:pt idx="2650">
                  <c:v>10:29</c:v>
                </c:pt>
                <c:pt idx="2651">
                  <c:v>10:29</c:v>
                </c:pt>
                <c:pt idx="2652">
                  <c:v>10:29</c:v>
                </c:pt>
                <c:pt idx="2653">
                  <c:v>10:29</c:v>
                </c:pt>
                <c:pt idx="2654">
                  <c:v>10:29</c:v>
                </c:pt>
                <c:pt idx="2655">
                  <c:v>10:29</c:v>
                </c:pt>
                <c:pt idx="2656">
                  <c:v>10:29</c:v>
                </c:pt>
                <c:pt idx="2657">
                  <c:v>10:29</c:v>
                </c:pt>
                <c:pt idx="2658">
                  <c:v>10:29</c:v>
                </c:pt>
                <c:pt idx="2659">
                  <c:v>10:29</c:v>
                </c:pt>
                <c:pt idx="2660">
                  <c:v>10:29</c:v>
                </c:pt>
                <c:pt idx="2661">
                  <c:v>10:29</c:v>
                </c:pt>
                <c:pt idx="2662">
                  <c:v>10:29</c:v>
                </c:pt>
                <c:pt idx="2663">
                  <c:v>10:29</c:v>
                </c:pt>
                <c:pt idx="2664">
                  <c:v>10:29</c:v>
                </c:pt>
                <c:pt idx="2665">
                  <c:v>10:29</c:v>
                </c:pt>
                <c:pt idx="2666">
                  <c:v>10:29</c:v>
                </c:pt>
                <c:pt idx="2667">
                  <c:v>10:29</c:v>
                </c:pt>
                <c:pt idx="2668">
                  <c:v>10:29</c:v>
                </c:pt>
                <c:pt idx="2669">
                  <c:v>10:29</c:v>
                </c:pt>
                <c:pt idx="2670">
                  <c:v>10:30</c:v>
                </c:pt>
                <c:pt idx="2671">
                  <c:v>10:30</c:v>
                </c:pt>
                <c:pt idx="2672">
                  <c:v>10:30</c:v>
                </c:pt>
                <c:pt idx="2673">
                  <c:v>10:30</c:v>
                </c:pt>
                <c:pt idx="2674">
                  <c:v>10:30</c:v>
                </c:pt>
                <c:pt idx="2675">
                  <c:v>10:30</c:v>
                </c:pt>
                <c:pt idx="2676">
                  <c:v>10:30</c:v>
                </c:pt>
                <c:pt idx="2677">
                  <c:v>10:30</c:v>
                </c:pt>
                <c:pt idx="2678">
                  <c:v>10:30</c:v>
                </c:pt>
                <c:pt idx="2679">
                  <c:v>10:30</c:v>
                </c:pt>
                <c:pt idx="2680">
                  <c:v>10:30</c:v>
                </c:pt>
                <c:pt idx="2681">
                  <c:v>10:30</c:v>
                </c:pt>
                <c:pt idx="2682">
                  <c:v>10:30</c:v>
                </c:pt>
                <c:pt idx="2683">
                  <c:v>10:30</c:v>
                </c:pt>
                <c:pt idx="2684">
                  <c:v>10:30</c:v>
                </c:pt>
                <c:pt idx="2685">
                  <c:v>10:30</c:v>
                </c:pt>
                <c:pt idx="2686">
                  <c:v>10:30</c:v>
                </c:pt>
                <c:pt idx="2687">
                  <c:v>10:30</c:v>
                </c:pt>
                <c:pt idx="2688">
                  <c:v>10:30</c:v>
                </c:pt>
                <c:pt idx="2689">
                  <c:v>10:30</c:v>
                </c:pt>
                <c:pt idx="2690">
                  <c:v>10:30</c:v>
                </c:pt>
                <c:pt idx="2691">
                  <c:v>10:30</c:v>
                </c:pt>
                <c:pt idx="2692">
                  <c:v>10:30</c:v>
                </c:pt>
                <c:pt idx="2693">
                  <c:v>10:30</c:v>
                </c:pt>
                <c:pt idx="2694">
                  <c:v>10:30</c:v>
                </c:pt>
                <c:pt idx="2695">
                  <c:v>10:30</c:v>
                </c:pt>
                <c:pt idx="2696">
                  <c:v>10:30</c:v>
                </c:pt>
                <c:pt idx="2697">
                  <c:v>10:30</c:v>
                </c:pt>
                <c:pt idx="2698">
                  <c:v>10:30</c:v>
                </c:pt>
                <c:pt idx="2699">
                  <c:v>10:30</c:v>
                </c:pt>
                <c:pt idx="2700">
                  <c:v>10:31</c:v>
                </c:pt>
                <c:pt idx="2701">
                  <c:v>10:31</c:v>
                </c:pt>
                <c:pt idx="2702">
                  <c:v>10:31</c:v>
                </c:pt>
                <c:pt idx="2703">
                  <c:v>10:31</c:v>
                </c:pt>
                <c:pt idx="2704">
                  <c:v>10:31</c:v>
                </c:pt>
                <c:pt idx="2705">
                  <c:v>10:31</c:v>
                </c:pt>
                <c:pt idx="2706">
                  <c:v>10:31</c:v>
                </c:pt>
                <c:pt idx="2707">
                  <c:v>10:31</c:v>
                </c:pt>
                <c:pt idx="2708">
                  <c:v>10:31</c:v>
                </c:pt>
                <c:pt idx="2709">
                  <c:v>10:31</c:v>
                </c:pt>
                <c:pt idx="2710">
                  <c:v>10:31</c:v>
                </c:pt>
                <c:pt idx="2711">
                  <c:v>10:31</c:v>
                </c:pt>
                <c:pt idx="2712">
                  <c:v>10:31</c:v>
                </c:pt>
                <c:pt idx="2713">
                  <c:v>10:31</c:v>
                </c:pt>
                <c:pt idx="2714">
                  <c:v>10:31</c:v>
                </c:pt>
                <c:pt idx="2715">
                  <c:v>10:31</c:v>
                </c:pt>
                <c:pt idx="2716">
                  <c:v>10:31</c:v>
                </c:pt>
                <c:pt idx="2717">
                  <c:v>10:31</c:v>
                </c:pt>
                <c:pt idx="2718">
                  <c:v>10:31</c:v>
                </c:pt>
                <c:pt idx="2719">
                  <c:v>10:31</c:v>
                </c:pt>
                <c:pt idx="2720">
                  <c:v>10:31</c:v>
                </c:pt>
                <c:pt idx="2721">
                  <c:v>10:31</c:v>
                </c:pt>
                <c:pt idx="2722">
                  <c:v>10:31</c:v>
                </c:pt>
                <c:pt idx="2723">
                  <c:v>10:31</c:v>
                </c:pt>
                <c:pt idx="2724">
                  <c:v>10:31</c:v>
                </c:pt>
                <c:pt idx="2725">
                  <c:v>10:31</c:v>
                </c:pt>
                <c:pt idx="2726">
                  <c:v>10:31</c:v>
                </c:pt>
                <c:pt idx="2727">
                  <c:v>10:31</c:v>
                </c:pt>
                <c:pt idx="2728">
                  <c:v>10:31</c:v>
                </c:pt>
                <c:pt idx="2729">
                  <c:v>10:31</c:v>
                </c:pt>
                <c:pt idx="2730">
                  <c:v>10:32</c:v>
                </c:pt>
                <c:pt idx="2731">
                  <c:v>10:32</c:v>
                </c:pt>
                <c:pt idx="2732">
                  <c:v>10:32</c:v>
                </c:pt>
                <c:pt idx="2733">
                  <c:v>10:32</c:v>
                </c:pt>
                <c:pt idx="2734">
                  <c:v>10:32</c:v>
                </c:pt>
                <c:pt idx="2735">
                  <c:v>10:32</c:v>
                </c:pt>
                <c:pt idx="2736">
                  <c:v>10:32</c:v>
                </c:pt>
                <c:pt idx="2737">
                  <c:v>10:32</c:v>
                </c:pt>
                <c:pt idx="2738">
                  <c:v>10:32</c:v>
                </c:pt>
                <c:pt idx="2739">
                  <c:v>10:32</c:v>
                </c:pt>
                <c:pt idx="2740">
                  <c:v>10:32</c:v>
                </c:pt>
                <c:pt idx="2741">
                  <c:v>10:32</c:v>
                </c:pt>
                <c:pt idx="2742">
                  <c:v>10:32</c:v>
                </c:pt>
                <c:pt idx="2743">
                  <c:v>10:32</c:v>
                </c:pt>
                <c:pt idx="2744">
                  <c:v>10:32</c:v>
                </c:pt>
                <c:pt idx="2745">
                  <c:v>10:32</c:v>
                </c:pt>
                <c:pt idx="2746">
                  <c:v>10:32</c:v>
                </c:pt>
                <c:pt idx="2747">
                  <c:v>10:32</c:v>
                </c:pt>
                <c:pt idx="2748">
                  <c:v>10:32</c:v>
                </c:pt>
                <c:pt idx="2749">
                  <c:v>10:32</c:v>
                </c:pt>
                <c:pt idx="2750">
                  <c:v>10:32</c:v>
                </c:pt>
                <c:pt idx="2751">
                  <c:v>10:32</c:v>
                </c:pt>
                <c:pt idx="2752">
                  <c:v>10:32</c:v>
                </c:pt>
                <c:pt idx="2753">
                  <c:v>10:32</c:v>
                </c:pt>
                <c:pt idx="2754">
                  <c:v>10:32</c:v>
                </c:pt>
                <c:pt idx="2755">
                  <c:v>10:32</c:v>
                </c:pt>
                <c:pt idx="2756">
                  <c:v>10:32</c:v>
                </c:pt>
                <c:pt idx="2757">
                  <c:v>10:32</c:v>
                </c:pt>
                <c:pt idx="2758">
                  <c:v>10:32</c:v>
                </c:pt>
                <c:pt idx="2759">
                  <c:v>10:32</c:v>
                </c:pt>
                <c:pt idx="2760">
                  <c:v>10:33</c:v>
                </c:pt>
                <c:pt idx="2761">
                  <c:v>10:33</c:v>
                </c:pt>
                <c:pt idx="2762">
                  <c:v>10:33</c:v>
                </c:pt>
                <c:pt idx="2763">
                  <c:v>10:33</c:v>
                </c:pt>
                <c:pt idx="2764">
                  <c:v>10:33</c:v>
                </c:pt>
                <c:pt idx="2765">
                  <c:v>10:33</c:v>
                </c:pt>
                <c:pt idx="2766">
                  <c:v>10:33</c:v>
                </c:pt>
                <c:pt idx="2767">
                  <c:v>10:33</c:v>
                </c:pt>
                <c:pt idx="2768">
                  <c:v>10:33</c:v>
                </c:pt>
                <c:pt idx="2769">
                  <c:v>10:33</c:v>
                </c:pt>
                <c:pt idx="2770">
                  <c:v>10:33</c:v>
                </c:pt>
                <c:pt idx="2771">
                  <c:v>10:33</c:v>
                </c:pt>
                <c:pt idx="2772">
                  <c:v>10:33</c:v>
                </c:pt>
                <c:pt idx="2773">
                  <c:v>10:33</c:v>
                </c:pt>
                <c:pt idx="2774">
                  <c:v>10:33</c:v>
                </c:pt>
                <c:pt idx="2775">
                  <c:v>10:33</c:v>
                </c:pt>
                <c:pt idx="2776">
                  <c:v>10:33</c:v>
                </c:pt>
                <c:pt idx="2777">
                  <c:v>10:33</c:v>
                </c:pt>
                <c:pt idx="2778">
                  <c:v>10:33</c:v>
                </c:pt>
                <c:pt idx="2779">
                  <c:v>10:33</c:v>
                </c:pt>
                <c:pt idx="2780">
                  <c:v>10:33</c:v>
                </c:pt>
                <c:pt idx="2781">
                  <c:v>10:33</c:v>
                </c:pt>
                <c:pt idx="2782">
                  <c:v>10:33</c:v>
                </c:pt>
                <c:pt idx="2783">
                  <c:v>10:33</c:v>
                </c:pt>
                <c:pt idx="2784">
                  <c:v>10:33</c:v>
                </c:pt>
                <c:pt idx="2785">
                  <c:v>10:33</c:v>
                </c:pt>
                <c:pt idx="2786">
                  <c:v>10:33</c:v>
                </c:pt>
                <c:pt idx="2787">
                  <c:v>10:33</c:v>
                </c:pt>
                <c:pt idx="2788">
                  <c:v>10:33</c:v>
                </c:pt>
                <c:pt idx="2789">
                  <c:v>10:33</c:v>
                </c:pt>
                <c:pt idx="2790">
                  <c:v>10:34</c:v>
                </c:pt>
                <c:pt idx="2791">
                  <c:v>10:34</c:v>
                </c:pt>
                <c:pt idx="2792">
                  <c:v>10:34</c:v>
                </c:pt>
                <c:pt idx="2793">
                  <c:v>10:34</c:v>
                </c:pt>
                <c:pt idx="2794">
                  <c:v>10:34</c:v>
                </c:pt>
                <c:pt idx="2795">
                  <c:v>10:34</c:v>
                </c:pt>
                <c:pt idx="2796">
                  <c:v>10:34</c:v>
                </c:pt>
                <c:pt idx="2797">
                  <c:v>10:34</c:v>
                </c:pt>
                <c:pt idx="2798">
                  <c:v>10:34</c:v>
                </c:pt>
                <c:pt idx="2799">
                  <c:v>10:34</c:v>
                </c:pt>
                <c:pt idx="2800">
                  <c:v>10:34</c:v>
                </c:pt>
                <c:pt idx="2801">
                  <c:v>10:34</c:v>
                </c:pt>
                <c:pt idx="2802">
                  <c:v>10:34</c:v>
                </c:pt>
                <c:pt idx="2803">
                  <c:v>10:34</c:v>
                </c:pt>
                <c:pt idx="2804">
                  <c:v>10:34</c:v>
                </c:pt>
                <c:pt idx="2805">
                  <c:v>10:34</c:v>
                </c:pt>
                <c:pt idx="2806">
                  <c:v>10:34</c:v>
                </c:pt>
                <c:pt idx="2807">
                  <c:v>10:34</c:v>
                </c:pt>
                <c:pt idx="2808">
                  <c:v>10:34</c:v>
                </c:pt>
                <c:pt idx="2809">
                  <c:v>10:34</c:v>
                </c:pt>
                <c:pt idx="2810">
                  <c:v>10:34</c:v>
                </c:pt>
                <c:pt idx="2811">
                  <c:v>10:34</c:v>
                </c:pt>
                <c:pt idx="2812">
                  <c:v>10:34</c:v>
                </c:pt>
                <c:pt idx="2813">
                  <c:v>10:34</c:v>
                </c:pt>
                <c:pt idx="2814">
                  <c:v>10:34</c:v>
                </c:pt>
                <c:pt idx="2815">
                  <c:v>10:34</c:v>
                </c:pt>
                <c:pt idx="2816">
                  <c:v>10:34</c:v>
                </c:pt>
                <c:pt idx="2817">
                  <c:v>10:34</c:v>
                </c:pt>
                <c:pt idx="2818">
                  <c:v>10:34</c:v>
                </c:pt>
                <c:pt idx="2819">
                  <c:v>10:34</c:v>
                </c:pt>
                <c:pt idx="2820">
                  <c:v>10:35</c:v>
                </c:pt>
                <c:pt idx="2821">
                  <c:v>10:35</c:v>
                </c:pt>
                <c:pt idx="2822">
                  <c:v>10:35</c:v>
                </c:pt>
                <c:pt idx="2823">
                  <c:v>10:35</c:v>
                </c:pt>
                <c:pt idx="2824">
                  <c:v>10:35</c:v>
                </c:pt>
                <c:pt idx="2825">
                  <c:v>10:35</c:v>
                </c:pt>
                <c:pt idx="2826">
                  <c:v>10:35</c:v>
                </c:pt>
                <c:pt idx="2827">
                  <c:v>10:35</c:v>
                </c:pt>
                <c:pt idx="2828">
                  <c:v>10:35</c:v>
                </c:pt>
                <c:pt idx="2829">
                  <c:v>10:35</c:v>
                </c:pt>
                <c:pt idx="2830">
                  <c:v>10:35</c:v>
                </c:pt>
                <c:pt idx="2831">
                  <c:v>10:35</c:v>
                </c:pt>
                <c:pt idx="2832">
                  <c:v>10:35</c:v>
                </c:pt>
                <c:pt idx="2833">
                  <c:v>10:35</c:v>
                </c:pt>
                <c:pt idx="2834">
                  <c:v>10:35</c:v>
                </c:pt>
                <c:pt idx="2835">
                  <c:v>10:35</c:v>
                </c:pt>
                <c:pt idx="2836">
                  <c:v>10:35</c:v>
                </c:pt>
                <c:pt idx="2837">
                  <c:v>10:35</c:v>
                </c:pt>
                <c:pt idx="2838">
                  <c:v>10:35</c:v>
                </c:pt>
                <c:pt idx="2839">
                  <c:v>10:35</c:v>
                </c:pt>
                <c:pt idx="2840">
                  <c:v>10:35</c:v>
                </c:pt>
                <c:pt idx="2841">
                  <c:v>10:35</c:v>
                </c:pt>
                <c:pt idx="2842">
                  <c:v>10:35</c:v>
                </c:pt>
                <c:pt idx="2843">
                  <c:v>10:35</c:v>
                </c:pt>
                <c:pt idx="2844">
                  <c:v>10:35</c:v>
                </c:pt>
                <c:pt idx="2845">
                  <c:v>10:35</c:v>
                </c:pt>
                <c:pt idx="2846">
                  <c:v>10:35</c:v>
                </c:pt>
                <c:pt idx="2847">
                  <c:v>10:35</c:v>
                </c:pt>
                <c:pt idx="2848">
                  <c:v>10:35</c:v>
                </c:pt>
                <c:pt idx="2849">
                  <c:v>10:35</c:v>
                </c:pt>
                <c:pt idx="2850">
                  <c:v>10:36</c:v>
                </c:pt>
                <c:pt idx="2851">
                  <c:v>10:36</c:v>
                </c:pt>
                <c:pt idx="2852">
                  <c:v>10:36</c:v>
                </c:pt>
                <c:pt idx="2853">
                  <c:v>10:36</c:v>
                </c:pt>
                <c:pt idx="2854">
                  <c:v>10:36</c:v>
                </c:pt>
                <c:pt idx="2855">
                  <c:v>10:36</c:v>
                </c:pt>
                <c:pt idx="2856">
                  <c:v>10:36</c:v>
                </c:pt>
                <c:pt idx="2857">
                  <c:v>10:36</c:v>
                </c:pt>
                <c:pt idx="2858">
                  <c:v>10:36</c:v>
                </c:pt>
                <c:pt idx="2859">
                  <c:v>10:36</c:v>
                </c:pt>
                <c:pt idx="2860">
                  <c:v>10:36</c:v>
                </c:pt>
                <c:pt idx="2861">
                  <c:v>10:36</c:v>
                </c:pt>
                <c:pt idx="2862">
                  <c:v>10:36</c:v>
                </c:pt>
                <c:pt idx="2863">
                  <c:v>10:36</c:v>
                </c:pt>
                <c:pt idx="2864">
                  <c:v>10:36</c:v>
                </c:pt>
                <c:pt idx="2865">
                  <c:v>10:36</c:v>
                </c:pt>
                <c:pt idx="2866">
                  <c:v>10:36</c:v>
                </c:pt>
                <c:pt idx="2867">
                  <c:v>10:36</c:v>
                </c:pt>
                <c:pt idx="2868">
                  <c:v>10:36</c:v>
                </c:pt>
                <c:pt idx="2869">
                  <c:v>10:36</c:v>
                </c:pt>
                <c:pt idx="2870">
                  <c:v>10:36</c:v>
                </c:pt>
                <c:pt idx="2871">
                  <c:v>10:36</c:v>
                </c:pt>
                <c:pt idx="2872">
                  <c:v>10:36</c:v>
                </c:pt>
                <c:pt idx="2873">
                  <c:v>10:36</c:v>
                </c:pt>
                <c:pt idx="2874">
                  <c:v>10:36</c:v>
                </c:pt>
                <c:pt idx="2875">
                  <c:v>10:36</c:v>
                </c:pt>
                <c:pt idx="2876">
                  <c:v>10:36</c:v>
                </c:pt>
                <c:pt idx="2877">
                  <c:v>10:36</c:v>
                </c:pt>
                <c:pt idx="2878">
                  <c:v>10:36</c:v>
                </c:pt>
                <c:pt idx="2879">
                  <c:v>10:36</c:v>
                </c:pt>
                <c:pt idx="2880">
                  <c:v>10:37</c:v>
                </c:pt>
                <c:pt idx="2881">
                  <c:v>10:37</c:v>
                </c:pt>
                <c:pt idx="2882">
                  <c:v>10:37</c:v>
                </c:pt>
                <c:pt idx="2883">
                  <c:v>10:37</c:v>
                </c:pt>
                <c:pt idx="2884">
                  <c:v>10:37</c:v>
                </c:pt>
                <c:pt idx="2885">
                  <c:v>10:37</c:v>
                </c:pt>
                <c:pt idx="2886">
                  <c:v>10:37</c:v>
                </c:pt>
                <c:pt idx="2887">
                  <c:v>10:37</c:v>
                </c:pt>
                <c:pt idx="2888">
                  <c:v>10:37</c:v>
                </c:pt>
                <c:pt idx="2889">
                  <c:v>10:37</c:v>
                </c:pt>
                <c:pt idx="2890">
                  <c:v>10:37</c:v>
                </c:pt>
                <c:pt idx="2891">
                  <c:v>10:37</c:v>
                </c:pt>
                <c:pt idx="2892">
                  <c:v>10:37</c:v>
                </c:pt>
                <c:pt idx="2893">
                  <c:v>10:37</c:v>
                </c:pt>
                <c:pt idx="2894">
                  <c:v>10:37</c:v>
                </c:pt>
                <c:pt idx="2895">
                  <c:v>10:37</c:v>
                </c:pt>
                <c:pt idx="2896">
                  <c:v>10:37</c:v>
                </c:pt>
                <c:pt idx="2897">
                  <c:v>10:37</c:v>
                </c:pt>
                <c:pt idx="2898">
                  <c:v>10:37</c:v>
                </c:pt>
                <c:pt idx="2899">
                  <c:v>10:37</c:v>
                </c:pt>
                <c:pt idx="2900">
                  <c:v>10:37</c:v>
                </c:pt>
                <c:pt idx="2901">
                  <c:v>10:37</c:v>
                </c:pt>
                <c:pt idx="2902">
                  <c:v>10:37</c:v>
                </c:pt>
                <c:pt idx="2903">
                  <c:v>10:37</c:v>
                </c:pt>
                <c:pt idx="2904">
                  <c:v>10:37</c:v>
                </c:pt>
                <c:pt idx="2905">
                  <c:v>10:37</c:v>
                </c:pt>
                <c:pt idx="2906">
                  <c:v>10:37</c:v>
                </c:pt>
                <c:pt idx="2907">
                  <c:v>10:37</c:v>
                </c:pt>
                <c:pt idx="2908">
                  <c:v>10:37</c:v>
                </c:pt>
                <c:pt idx="2909">
                  <c:v>10:37</c:v>
                </c:pt>
                <c:pt idx="2910">
                  <c:v>10:38</c:v>
                </c:pt>
                <c:pt idx="2911">
                  <c:v>10:38</c:v>
                </c:pt>
                <c:pt idx="2912">
                  <c:v>10:38</c:v>
                </c:pt>
                <c:pt idx="2913">
                  <c:v>10:38</c:v>
                </c:pt>
                <c:pt idx="2914">
                  <c:v>10:38</c:v>
                </c:pt>
                <c:pt idx="2915">
                  <c:v>10:38</c:v>
                </c:pt>
                <c:pt idx="2916">
                  <c:v>10:38</c:v>
                </c:pt>
                <c:pt idx="2917">
                  <c:v>10:38</c:v>
                </c:pt>
                <c:pt idx="2918">
                  <c:v>10:38</c:v>
                </c:pt>
                <c:pt idx="2919">
                  <c:v>10:38</c:v>
                </c:pt>
                <c:pt idx="2920">
                  <c:v>10:38</c:v>
                </c:pt>
                <c:pt idx="2921">
                  <c:v>10:38</c:v>
                </c:pt>
                <c:pt idx="2922">
                  <c:v>10:38</c:v>
                </c:pt>
                <c:pt idx="2923">
                  <c:v>10:38</c:v>
                </c:pt>
                <c:pt idx="2924">
                  <c:v>10:38</c:v>
                </c:pt>
                <c:pt idx="2925">
                  <c:v>10:38</c:v>
                </c:pt>
                <c:pt idx="2926">
                  <c:v>10:38</c:v>
                </c:pt>
                <c:pt idx="2927">
                  <c:v>10:38</c:v>
                </c:pt>
                <c:pt idx="2928">
                  <c:v>10:38</c:v>
                </c:pt>
                <c:pt idx="2929">
                  <c:v>10:38</c:v>
                </c:pt>
                <c:pt idx="2930">
                  <c:v>10:38</c:v>
                </c:pt>
                <c:pt idx="2931">
                  <c:v>10:38</c:v>
                </c:pt>
                <c:pt idx="2932">
                  <c:v>10:38</c:v>
                </c:pt>
                <c:pt idx="2933">
                  <c:v>10:38</c:v>
                </c:pt>
                <c:pt idx="2934">
                  <c:v>10:38</c:v>
                </c:pt>
                <c:pt idx="2935">
                  <c:v>10:38</c:v>
                </c:pt>
                <c:pt idx="2936">
                  <c:v>10:38</c:v>
                </c:pt>
                <c:pt idx="2937">
                  <c:v>10:38</c:v>
                </c:pt>
                <c:pt idx="2938">
                  <c:v>10:38</c:v>
                </c:pt>
                <c:pt idx="2939">
                  <c:v>10:38</c:v>
                </c:pt>
                <c:pt idx="2940">
                  <c:v>10:39</c:v>
                </c:pt>
                <c:pt idx="2941">
                  <c:v>10:39</c:v>
                </c:pt>
                <c:pt idx="2942">
                  <c:v>10:39</c:v>
                </c:pt>
                <c:pt idx="2943">
                  <c:v>10:39</c:v>
                </c:pt>
                <c:pt idx="2944">
                  <c:v>10:39</c:v>
                </c:pt>
                <c:pt idx="2945">
                  <c:v>10:39</c:v>
                </c:pt>
                <c:pt idx="2946">
                  <c:v>10:39</c:v>
                </c:pt>
                <c:pt idx="2947">
                  <c:v>10:39</c:v>
                </c:pt>
                <c:pt idx="2948">
                  <c:v>10:39</c:v>
                </c:pt>
                <c:pt idx="2949">
                  <c:v>10:39</c:v>
                </c:pt>
                <c:pt idx="2950">
                  <c:v>10:39</c:v>
                </c:pt>
                <c:pt idx="2951">
                  <c:v>10:39</c:v>
                </c:pt>
                <c:pt idx="2952">
                  <c:v>10:39</c:v>
                </c:pt>
                <c:pt idx="2953">
                  <c:v>10:39</c:v>
                </c:pt>
                <c:pt idx="2954">
                  <c:v>10:39</c:v>
                </c:pt>
                <c:pt idx="2955">
                  <c:v>10:39</c:v>
                </c:pt>
                <c:pt idx="2956">
                  <c:v>10:39</c:v>
                </c:pt>
                <c:pt idx="2957">
                  <c:v>10:39</c:v>
                </c:pt>
                <c:pt idx="2958">
                  <c:v>10:39</c:v>
                </c:pt>
                <c:pt idx="2959">
                  <c:v>10:39</c:v>
                </c:pt>
                <c:pt idx="2960">
                  <c:v>10:39</c:v>
                </c:pt>
                <c:pt idx="2961">
                  <c:v>10:39</c:v>
                </c:pt>
                <c:pt idx="2962">
                  <c:v>10:39</c:v>
                </c:pt>
                <c:pt idx="2963">
                  <c:v>10:39</c:v>
                </c:pt>
                <c:pt idx="2964">
                  <c:v>10:39</c:v>
                </c:pt>
                <c:pt idx="2965">
                  <c:v>10:39</c:v>
                </c:pt>
                <c:pt idx="2966">
                  <c:v>10:39</c:v>
                </c:pt>
                <c:pt idx="2967">
                  <c:v>10:39</c:v>
                </c:pt>
                <c:pt idx="2968">
                  <c:v>10:39</c:v>
                </c:pt>
                <c:pt idx="2969">
                  <c:v>10:39</c:v>
                </c:pt>
                <c:pt idx="2970">
                  <c:v>10:40</c:v>
                </c:pt>
                <c:pt idx="2971">
                  <c:v>10:40</c:v>
                </c:pt>
                <c:pt idx="2972">
                  <c:v>10:40</c:v>
                </c:pt>
                <c:pt idx="2973">
                  <c:v>10:40</c:v>
                </c:pt>
                <c:pt idx="2974">
                  <c:v>10:40</c:v>
                </c:pt>
                <c:pt idx="2975">
                  <c:v>10:40</c:v>
                </c:pt>
                <c:pt idx="2976">
                  <c:v>10:40</c:v>
                </c:pt>
                <c:pt idx="2977">
                  <c:v>10:40</c:v>
                </c:pt>
                <c:pt idx="2978">
                  <c:v>10:40</c:v>
                </c:pt>
                <c:pt idx="2979">
                  <c:v>10:40</c:v>
                </c:pt>
                <c:pt idx="2980">
                  <c:v>10:40</c:v>
                </c:pt>
                <c:pt idx="2981">
                  <c:v>10:40</c:v>
                </c:pt>
                <c:pt idx="2982">
                  <c:v>10:40</c:v>
                </c:pt>
                <c:pt idx="2983">
                  <c:v>10:40</c:v>
                </c:pt>
                <c:pt idx="2984">
                  <c:v>10:40</c:v>
                </c:pt>
                <c:pt idx="2985">
                  <c:v>10:40</c:v>
                </c:pt>
                <c:pt idx="2986">
                  <c:v>10:40</c:v>
                </c:pt>
                <c:pt idx="2987">
                  <c:v>10:40</c:v>
                </c:pt>
                <c:pt idx="2988">
                  <c:v>10:40</c:v>
                </c:pt>
                <c:pt idx="2989">
                  <c:v>10:40</c:v>
                </c:pt>
                <c:pt idx="2990">
                  <c:v>10:40</c:v>
                </c:pt>
                <c:pt idx="2991">
                  <c:v>10:40</c:v>
                </c:pt>
                <c:pt idx="2992">
                  <c:v>10:40</c:v>
                </c:pt>
                <c:pt idx="2993">
                  <c:v>10:40</c:v>
                </c:pt>
                <c:pt idx="2994">
                  <c:v>10:40</c:v>
                </c:pt>
                <c:pt idx="2995">
                  <c:v>10:40</c:v>
                </c:pt>
                <c:pt idx="2996">
                  <c:v>10:40</c:v>
                </c:pt>
                <c:pt idx="2997">
                  <c:v>10:40</c:v>
                </c:pt>
                <c:pt idx="2998">
                  <c:v>10:40</c:v>
                </c:pt>
                <c:pt idx="2999">
                  <c:v>10:40</c:v>
                </c:pt>
                <c:pt idx="3000">
                  <c:v>10:41</c:v>
                </c:pt>
                <c:pt idx="3001">
                  <c:v>10:41</c:v>
                </c:pt>
                <c:pt idx="3002">
                  <c:v>10:41</c:v>
                </c:pt>
                <c:pt idx="3003">
                  <c:v>10:41</c:v>
                </c:pt>
                <c:pt idx="3004">
                  <c:v>10:41</c:v>
                </c:pt>
                <c:pt idx="3005">
                  <c:v>10:41</c:v>
                </c:pt>
                <c:pt idx="3006">
                  <c:v>10:41</c:v>
                </c:pt>
                <c:pt idx="3007">
                  <c:v>10:41</c:v>
                </c:pt>
                <c:pt idx="3008">
                  <c:v>10:41</c:v>
                </c:pt>
                <c:pt idx="3009">
                  <c:v>10:41</c:v>
                </c:pt>
                <c:pt idx="3010">
                  <c:v>10:41</c:v>
                </c:pt>
                <c:pt idx="3011">
                  <c:v>10:41</c:v>
                </c:pt>
                <c:pt idx="3012">
                  <c:v>10:41</c:v>
                </c:pt>
                <c:pt idx="3013">
                  <c:v>10:41</c:v>
                </c:pt>
                <c:pt idx="3014">
                  <c:v>10:41</c:v>
                </c:pt>
                <c:pt idx="3015">
                  <c:v>10:41</c:v>
                </c:pt>
                <c:pt idx="3016">
                  <c:v>10:41</c:v>
                </c:pt>
                <c:pt idx="3017">
                  <c:v>10:41</c:v>
                </c:pt>
                <c:pt idx="3018">
                  <c:v>10:41</c:v>
                </c:pt>
                <c:pt idx="3019">
                  <c:v>10:41</c:v>
                </c:pt>
                <c:pt idx="3020">
                  <c:v>10:41</c:v>
                </c:pt>
                <c:pt idx="3021">
                  <c:v>10:41</c:v>
                </c:pt>
                <c:pt idx="3022">
                  <c:v>10:41</c:v>
                </c:pt>
                <c:pt idx="3023">
                  <c:v>10:41</c:v>
                </c:pt>
                <c:pt idx="3024">
                  <c:v>10:41</c:v>
                </c:pt>
                <c:pt idx="3025">
                  <c:v>10:41</c:v>
                </c:pt>
                <c:pt idx="3026">
                  <c:v>10:41</c:v>
                </c:pt>
                <c:pt idx="3027">
                  <c:v>10:41</c:v>
                </c:pt>
                <c:pt idx="3028">
                  <c:v>10:41</c:v>
                </c:pt>
                <c:pt idx="3029">
                  <c:v>10:41</c:v>
                </c:pt>
                <c:pt idx="3030">
                  <c:v>10:42</c:v>
                </c:pt>
                <c:pt idx="3031">
                  <c:v>10:42</c:v>
                </c:pt>
                <c:pt idx="3032">
                  <c:v>10:42</c:v>
                </c:pt>
                <c:pt idx="3033">
                  <c:v>10:42</c:v>
                </c:pt>
                <c:pt idx="3034">
                  <c:v>10:42</c:v>
                </c:pt>
                <c:pt idx="3035">
                  <c:v>10:42</c:v>
                </c:pt>
                <c:pt idx="3036">
                  <c:v>10:42</c:v>
                </c:pt>
                <c:pt idx="3037">
                  <c:v>10:42</c:v>
                </c:pt>
                <c:pt idx="3038">
                  <c:v>10:42</c:v>
                </c:pt>
                <c:pt idx="3039">
                  <c:v>10:42</c:v>
                </c:pt>
                <c:pt idx="3040">
                  <c:v>10:42</c:v>
                </c:pt>
                <c:pt idx="3041">
                  <c:v>10:42</c:v>
                </c:pt>
                <c:pt idx="3042">
                  <c:v>10:42</c:v>
                </c:pt>
                <c:pt idx="3043">
                  <c:v>10:42</c:v>
                </c:pt>
                <c:pt idx="3044">
                  <c:v>10:42</c:v>
                </c:pt>
                <c:pt idx="3045">
                  <c:v>10:42</c:v>
                </c:pt>
                <c:pt idx="3046">
                  <c:v>10:42</c:v>
                </c:pt>
                <c:pt idx="3047">
                  <c:v>10:42</c:v>
                </c:pt>
                <c:pt idx="3048">
                  <c:v>10:42</c:v>
                </c:pt>
                <c:pt idx="3049">
                  <c:v>10:42</c:v>
                </c:pt>
                <c:pt idx="3050">
                  <c:v>10:42</c:v>
                </c:pt>
                <c:pt idx="3051">
                  <c:v>10:42</c:v>
                </c:pt>
                <c:pt idx="3052">
                  <c:v>10:42</c:v>
                </c:pt>
                <c:pt idx="3053">
                  <c:v>10:42</c:v>
                </c:pt>
                <c:pt idx="3054">
                  <c:v>10:42</c:v>
                </c:pt>
                <c:pt idx="3055">
                  <c:v>10:42</c:v>
                </c:pt>
                <c:pt idx="3056">
                  <c:v>10:42</c:v>
                </c:pt>
                <c:pt idx="3057">
                  <c:v>10:42</c:v>
                </c:pt>
                <c:pt idx="3058">
                  <c:v>10:42</c:v>
                </c:pt>
                <c:pt idx="3059">
                  <c:v>10:42</c:v>
                </c:pt>
                <c:pt idx="3060">
                  <c:v>10:43</c:v>
                </c:pt>
                <c:pt idx="3061">
                  <c:v>10:43</c:v>
                </c:pt>
                <c:pt idx="3062">
                  <c:v>10:43</c:v>
                </c:pt>
                <c:pt idx="3063">
                  <c:v>10:43</c:v>
                </c:pt>
                <c:pt idx="3064">
                  <c:v>10:43</c:v>
                </c:pt>
                <c:pt idx="3065">
                  <c:v>10:43</c:v>
                </c:pt>
                <c:pt idx="3066">
                  <c:v>10:43</c:v>
                </c:pt>
                <c:pt idx="3067">
                  <c:v>10:43</c:v>
                </c:pt>
                <c:pt idx="3068">
                  <c:v>10:43</c:v>
                </c:pt>
                <c:pt idx="3069">
                  <c:v>10:43</c:v>
                </c:pt>
                <c:pt idx="3070">
                  <c:v>10:43</c:v>
                </c:pt>
                <c:pt idx="3071">
                  <c:v>10:43</c:v>
                </c:pt>
                <c:pt idx="3072">
                  <c:v>10:43</c:v>
                </c:pt>
                <c:pt idx="3073">
                  <c:v>10:43</c:v>
                </c:pt>
                <c:pt idx="3074">
                  <c:v>10:43</c:v>
                </c:pt>
                <c:pt idx="3075">
                  <c:v>10:43</c:v>
                </c:pt>
                <c:pt idx="3076">
                  <c:v>10:43</c:v>
                </c:pt>
                <c:pt idx="3077">
                  <c:v>10:43</c:v>
                </c:pt>
                <c:pt idx="3078">
                  <c:v>10:43</c:v>
                </c:pt>
                <c:pt idx="3079">
                  <c:v>10:43</c:v>
                </c:pt>
                <c:pt idx="3080">
                  <c:v>10:43</c:v>
                </c:pt>
                <c:pt idx="3081">
                  <c:v>10:43</c:v>
                </c:pt>
                <c:pt idx="3082">
                  <c:v>10:43</c:v>
                </c:pt>
                <c:pt idx="3083">
                  <c:v>10:43</c:v>
                </c:pt>
                <c:pt idx="3084">
                  <c:v>10:43</c:v>
                </c:pt>
                <c:pt idx="3085">
                  <c:v>10:43</c:v>
                </c:pt>
                <c:pt idx="3086">
                  <c:v>10:43</c:v>
                </c:pt>
                <c:pt idx="3087">
                  <c:v>10:43</c:v>
                </c:pt>
                <c:pt idx="3088">
                  <c:v>10:43</c:v>
                </c:pt>
                <c:pt idx="3089">
                  <c:v>10:43</c:v>
                </c:pt>
                <c:pt idx="3090">
                  <c:v>10:44</c:v>
                </c:pt>
                <c:pt idx="3091">
                  <c:v>10:44</c:v>
                </c:pt>
                <c:pt idx="3092">
                  <c:v>10:44</c:v>
                </c:pt>
                <c:pt idx="3093">
                  <c:v>10:44</c:v>
                </c:pt>
                <c:pt idx="3094">
                  <c:v>10:44</c:v>
                </c:pt>
                <c:pt idx="3095">
                  <c:v>10:44</c:v>
                </c:pt>
                <c:pt idx="3096">
                  <c:v>10:44</c:v>
                </c:pt>
                <c:pt idx="3097">
                  <c:v>10:44</c:v>
                </c:pt>
                <c:pt idx="3098">
                  <c:v>10:44</c:v>
                </c:pt>
                <c:pt idx="3099">
                  <c:v>10:44</c:v>
                </c:pt>
                <c:pt idx="3100">
                  <c:v>10:44</c:v>
                </c:pt>
                <c:pt idx="3101">
                  <c:v>10:44</c:v>
                </c:pt>
                <c:pt idx="3102">
                  <c:v>10:44</c:v>
                </c:pt>
                <c:pt idx="3103">
                  <c:v>10:44</c:v>
                </c:pt>
                <c:pt idx="3104">
                  <c:v>10:44</c:v>
                </c:pt>
                <c:pt idx="3105">
                  <c:v>10:44</c:v>
                </c:pt>
                <c:pt idx="3106">
                  <c:v>10:44</c:v>
                </c:pt>
                <c:pt idx="3107">
                  <c:v>10:44</c:v>
                </c:pt>
                <c:pt idx="3108">
                  <c:v>10:44</c:v>
                </c:pt>
                <c:pt idx="3109">
                  <c:v>10:44</c:v>
                </c:pt>
                <c:pt idx="3110">
                  <c:v>10:44</c:v>
                </c:pt>
                <c:pt idx="3111">
                  <c:v>10:44</c:v>
                </c:pt>
                <c:pt idx="3112">
                  <c:v>10:44</c:v>
                </c:pt>
                <c:pt idx="3113">
                  <c:v>10:44</c:v>
                </c:pt>
                <c:pt idx="3114">
                  <c:v>10:44</c:v>
                </c:pt>
                <c:pt idx="3115">
                  <c:v>10:44</c:v>
                </c:pt>
                <c:pt idx="3116">
                  <c:v>10:44</c:v>
                </c:pt>
                <c:pt idx="3117">
                  <c:v>10:44</c:v>
                </c:pt>
                <c:pt idx="3118">
                  <c:v>10:44</c:v>
                </c:pt>
                <c:pt idx="3119">
                  <c:v>10:44</c:v>
                </c:pt>
                <c:pt idx="3120">
                  <c:v>10:45</c:v>
                </c:pt>
                <c:pt idx="3121">
                  <c:v>10:45</c:v>
                </c:pt>
                <c:pt idx="3122">
                  <c:v>10:45</c:v>
                </c:pt>
                <c:pt idx="3123">
                  <c:v>10:45</c:v>
                </c:pt>
                <c:pt idx="3124">
                  <c:v>10:45</c:v>
                </c:pt>
                <c:pt idx="3125">
                  <c:v>10:45</c:v>
                </c:pt>
                <c:pt idx="3126">
                  <c:v>10:45</c:v>
                </c:pt>
                <c:pt idx="3127">
                  <c:v>10:45</c:v>
                </c:pt>
                <c:pt idx="3128">
                  <c:v>10:45</c:v>
                </c:pt>
                <c:pt idx="3129">
                  <c:v>10:45</c:v>
                </c:pt>
                <c:pt idx="3130">
                  <c:v>10:45</c:v>
                </c:pt>
                <c:pt idx="3131">
                  <c:v>10:45</c:v>
                </c:pt>
                <c:pt idx="3132">
                  <c:v>10:45</c:v>
                </c:pt>
                <c:pt idx="3133">
                  <c:v>10:45</c:v>
                </c:pt>
                <c:pt idx="3134">
                  <c:v>10:45</c:v>
                </c:pt>
                <c:pt idx="3135">
                  <c:v>10:45</c:v>
                </c:pt>
                <c:pt idx="3136">
                  <c:v>10:45</c:v>
                </c:pt>
                <c:pt idx="3137">
                  <c:v>10:45</c:v>
                </c:pt>
                <c:pt idx="3138">
                  <c:v>10:45</c:v>
                </c:pt>
                <c:pt idx="3139">
                  <c:v>10:45</c:v>
                </c:pt>
                <c:pt idx="3140">
                  <c:v>10:45</c:v>
                </c:pt>
                <c:pt idx="3141">
                  <c:v>10:45</c:v>
                </c:pt>
                <c:pt idx="3142">
                  <c:v>10:45</c:v>
                </c:pt>
                <c:pt idx="3143">
                  <c:v>10:45</c:v>
                </c:pt>
                <c:pt idx="3144">
                  <c:v>10:45</c:v>
                </c:pt>
                <c:pt idx="3145">
                  <c:v>10:45</c:v>
                </c:pt>
                <c:pt idx="3146">
                  <c:v>10:45</c:v>
                </c:pt>
                <c:pt idx="3147">
                  <c:v>10:45</c:v>
                </c:pt>
                <c:pt idx="3148">
                  <c:v>10:45</c:v>
                </c:pt>
                <c:pt idx="3149">
                  <c:v>10:45</c:v>
                </c:pt>
                <c:pt idx="3150">
                  <c:v>10:46</c:v>
                </c:pt>
                <c:pt idx="3151">
                  <c:v>10:46</c:v>
                </c:pt>
                <c:pt idx="3152">
                  <c:v>10:46</c:v>
                </c:pt>
                <c:pt idx="3153">
                  <c:v>10:46</c:v>
                </c:pt>
                <c:pt idx="3154">
                  <c:v>10:46</c:v>
                </c:pt>
                <c:pt idx="3155">
                  <c:v>10:46</c:v>
                </c:pt>
                <c:pt idx="3156">
                  <c:v>10:46</c:v>
                </c:pt>
                <c:pt idx="3157">
                  <c:v>10:46</c:v>
                </c:pt>
                <c:pt idx="3158">
                  <c:v>10:46</c:v>
                </c:pt>
                <c:pt idx="3159">
                  <c:v>10:46</c:v>
                </c:pt>
                <c:pt idx="3160">
                  <c:v>10:46</c:v>
                </c:pt>
                <c:pt idx="3161">
                  <c:v>10:46</c:v>
                </c:pt>
                <c:pt idx="3162">
                  <c:v>10:46</c:v>
                </c:pt>
                <c:pt idx="3163">
                  <c:v>10:46</c:v>
                </c:pt>
                <c:pt idx="3164">
                  <c:v>10:46</c:v>
                </c:pt>
                <c:pt idx="3165">
                  <c:v>10:46</c:v>
                </c:pt>
                <c:pt idx="3166">
                  <c:v>10:46</c:v>
                </c:pt>
                <c:pt idx="3167">
                  <c:v>10:46</c:v>
                </c:pt>
                <c:pt idx="3168">
                  <c:v>10:46</c:v>
                </c:pt>
                <c:pt idx="3169">
                  <c:v>10:46</c:v>
                </c:pt>
                <c:pt idx="3170">
                  <c:v>10:46</c:v>
                </c:pt>
                <c:pt idx="3171">
                  <c:v>10:46</c:v>
                </c:pt>
                <c:pt idx="3172">
                  <c:v>10:46</c:v>
                </c:pt>
                <c:pt idx="3173">
                  <c:v>10:46</c:v>
                </c:pt>
                <c:pt idx="3174">
                  <c:v>10:46</c:v>
                </c:pt>
                <c:pt idx="3175">
                  <c:v>10:46</c:v>
                </c:pt>
                <c:pt idx="3176">
                  <c:v>10:46</c:v>
                </c:pt>
                <c:pt idx="3177">
                  <c:v>10:46</c:v>
                </c:pt>
                <c:pt idx="3178">
                  <c:v>10:46</c:v>
                </c:pt>
                <c:pt idx="3179">
                  <c:v>10:46</c:v>
                </c:pt>
                <c:pt idx="3180">
                  <c:v>10:47</c:v>
                </c:pt>
                <c:pt idx="3181">
                  <c:v>10:47</c:v>
                </c:pt>
                <c:pt idx="3182">
                  <c:v>10:47</c:v>
                </c:pt>
                <c:pt idx="3183">
                  <c:v>10:47</c:v>
                </c:pt>
                <c:pt idx="3184">
                  <c:v>10:47</c:v>
                </c:pt>
                <c:pt idx="3185">
                  <c:v>10:47</c:v>
                </c:pt>
                <c:pt idx="3186">
                  <c:v>10:47</c:v>
                </c:pt>
                <c:pt idx="3187">
                  <c:v>10:47</c:v>
                </c:pt>
                <c:pt idx="3188">
                  <c:v>10:47</c:v>
                </c:pt>
                <c:pt idx="3189">
                  <c:v>10:47</c:v>
                </c:pt>
                <c:pt idx="3190">
                  <c:v>10:47</c:v>
                </c:pt>
                <c:pt idx="3191">
                  <c:v>10:47</c:v>
                </c:pt>
                <c:pt idx="3192">
                  <c:v>10:47</c:v>
                </c:pt>
                <c:pt idx="3193">
                  <c:v>10:47</c:v>
                </c:pt>
                <c:pt idx="3194">
                  <c:v>10:47</c:v>
                </c:pt>
                <c:pt idx="3195">
                  <c:v>10:47</c:v>
                </c:pt>
                <c:pt idx="3196">
                  <c:v>10:47</c:v>
                </c:pt>
                <c:pt idx="3197">
                  <c:v>10:47</c:v>
                </c:pt>
                <c:pt idx="3198">
                  <c:v>10:47</c:v>
                </c:pt>
                <c:pt idx="3199">
                  <c:v>10:47</c:v>
                </c:pt>
                <c:pt idx="3200">
                  <c:v>10:47</c:v>
                </c:pt>
                <c:pt idx="3201">
                  <c:v>10:47</c:v>
                </c:pt>
                <c:pt idx="3202">
                  <c:v>10:47</c:v>
                </c:pt>
                <c:pt idx="3203">
                  <c:v>10:47</c:v>
                </c:pt>
                <c:pt idx="3204">
                  <c:v>10:47</c:v>
                </c:pt>
                <c:pt idx="3205">
                  <c:v>10:47</c:v>
                </c:pt>
                <c:pt idx="3206">
                  <c:v>10:47</c:v>
                </c:pt>
                <c:pt idx="3207">
                  <c:v>10:47</c:v>
                </c:pt>
                <c:pt idx="3208">
                  <c:v>10:47</c:v>
                </c:pt>
                <c:pt idx="3209">
                  <c:v>10:47</c:v>
                </c:pt>
                <c:pt idx="3210">
                  <c:v>10:48</c:v>
                </c:pt>
                <c:pt idx="3211">
                  <c:v>10:48</c:v>
                </c:pt>
                <c:pt idx="3212">
                  <c:v>10:48</c:v>
                </c:pt>
                <c:pt idx="3213">
                  <c:v>10:48</c:v>
                </c:pt>
                <c:pt idx="3214">
                  <c:v>10:48</c:v>
                </c:pt>
                <c:pt idx="3215">
                  <c:v>10:48</c:v>
                </c:pt>
                <c:pt idx="3216">
                  <c:v>10:48</c:v>
                </c:pt>
                <c:pt idx="3217">
                  <c:v>10:48</c:v>
                </c:pt>
                <c:pt idx="3218">
                  <c:v>10:48</c:v>
                </c:pt>
                <c:pt idx="3219">
                  <c:v>10:48</c:v>
                </c:pt>
                <c:pt idx="3220">
                  <c:v>10:48</c:v>
                </c:pt>
                <c:pt idx="3221">
                  <c:v>10:48</c:v>
                </c:pt>
                <c:pt idx="3222">
                  <c:v>10:48</c:v>
                </c:pt>
                <c:pt idx="3223">
                  <c:v>10:48</c:v>
                </c:pt>
                <c:pt idx="3224">
                  <c:v>10:48</c:v>
                </c:pt>
                <c:pt idx="3225">
                  <c:v>10:48</c:v>
                </c:pt>
                <c:pt idx="3226">
                  <c:v>10:48</c:v>
                </c:pt>
                <c:pt idx="3227">
                  <c:v>10:48</c:v>
                </c:pt>
                <c:pt idx="3228">
                  <c:v>10:48</c:v>
                </c:pt>
                <c:pt idx="3229">
                  <c:v>10:48</c:v>
                </c:pt>
                <c:pt idx="3230">
                  <c:v>10:48</c:v>
                </c:pt>
                <c:pt idx="3231">
                  <c:v>10:48</c:v>
                </c:pt>
                <c:pt idx="3232">
                  <c:v>10:48</c:v>
                </c:pt>
                <c:pt idx="3233">
                  <c:v>10:48</c:v>
                </c:pt>
                <c:pt idx="3234">
                  <c:v>10:48</c:v>
                </c:pt>
                <c:pt idx="3235">
                  <c:v>10:48</c:v>
                </c:pt>
                <c:pt idx="3236">
                  <c:v>10:48</c:v>
                </c:pt>
                <c:pt idx="3237">
                  <c:v>10:48</c:v>
                </c:pt>
                <c:pt idx="3238">
                  <c:v>10:48</c:v>
                </c:pt>
                <c:pt idx="3239">
                  <c:v>10:48</c:v>
                </c:pt>
                <c:pt idx="3240">
                  <c:v>10:49</c:v>
                </c:pt>
                <c:pt idx="3241">
                  <c:v>10:49</c:v>
                </c:pt>
                <c:pt idx="3242">
                  <c:v>10:49</c:v>
                </c:pt>
                <c:pt idx="3243">
                  <c:v>10:49</c:v>
                </c:pt>
                <c:pt idx="3244">
                  <c:v>10:49</c:v>
                </c:pt>
                <c:pt idx="3245">
                  <c:v>10:49</c:v>
                </c:pt>
                <c:pt idx="3246">
                  <c:v>10:49</c:v>
                </c:pt>
                <c:pt idx="3247">
                  <c:v>10:49</c:v>
                </c:pt>
                <c:pt idx="3248">
                  <c:v>10:49</c:v>
                </c:pt>
                <c:pt idx="3249">
                  <c:v>10:49</c:v>
                </c:pt>
                <c:pt idx="3250">
                  <c:v>10:49</c:v>
                </c:pt>
                <c:pt idx="3251">
                  <c:v>10:49</c:v>
                </c:pt>
                <c:pt idx="3252">
                  <c:v>10:49</c:v>
                </c:pt>
                <c:pt idx="3253">
                  <c:v>10:49</c:v>
                </c:pt>
                <c:pt idx="3254">
                  <c:v>10:49</c:v>
                </c:pt>
                <c:pt idx="3255">
                  <c:v>10:49</c:v>
                </c:pt>
                <c:pt idx="3256">
                  <c:v>10:49</c:v>
                </c:pt>
                <c:pt idx="3257">
                  <c:v>10:49</c:v>
                </c:pt>
                <c:pt idx="3258">
                  <c:v>10:49</c:v>
                </c:pt>
                <c:pt idx="3259">
                  <c:v>10:49</c:v>
                </c:pt>
                <c:pt idx="3260">
                  <c:v>10:49</c:v>
                </c:pt>
                <c:pt idx="3261">
                  <c:v>10:49</c:v>
                </c:pt>
                <c:pt idx="3262">
                  <c:v>10:49</c:v>
                </c:pt>
                <c:pt idx="3263">
                  <c:v>10:49</c:v>
                </c:pt>
                <c:pt idx="3264">
                  <c:v>10:49</c:v>
                </c:pt>
                <c:pt idx="3265">
                  <c:v>10:49</c:v>
                </c:pt>
                <c:pt idx="3266">
                  <c:v>10:49</c:v>
                </c:pt>
                <c:pt idx="3267">
                  <c:v>10:49</c:v>
                </c:pt>
                <c:pt idx="3268">
                  <c:v>10:49</c:v>
                </c:pt>
                <c:pt idx="3269">
                  <c:v>10:49</c:v>
                </c:pt>
                <c:pt idx="3270">
                  <c:v>10:50</c:v>
                </c:pt>
                <c:pt idx="3271">
                  <c:v>10:50</c:v>
                </c:pt>
                <c:pt idx="3272">
                  <c:v>10:50</c:v>
                </c:pt>
                <c:pt idx="3273">
                  <c:v>10:50</c:v>
                </c:pt>
                <c:pt idx="3274">
                  <c:v>10:50</c:v>
                </c:pt>
                <c:pt idx="3275">
                  <c:v>10:50</c:v>
                </c:pt>
                <c:pt idx="3276">
                  <c:v>10:50</c:v>
                </c:pt>
                <c:pt idx="3277">
                  <c:v>10:50</c:v>
                </c:pt>
                <c:pt idx="3278">
                  <c:v>10:50</c:v>
                </c:pt>
                <c:pt idx="3279">
                  <c:v>10:50</c:v>
                </c:pt>
                <c:pt idx="3280">
                  <c:v>10:50</c:v>
                </c:pt>
                <c:pt idx="3281">
                  <c:v>10:50</c:v>
                </c:pt>
                <c:pt idx="3282">
                  <c:v>10:50</c:v>
                </c:pt>
                <c:pt idx="3283">
                  <c:v>10:50</c:v>
                </c:pt>
                <c:pt idx="3284">
                  <c:v>10:50</c:v>
                </c:pt>
                <c:pt idx="3285">
                  <c:v>10:50</c:v>
                </c:pt>
                <c:pt idx="3286">
                  <c:v>10:50</c:v>
                </c:pt>
                <c:pt idx="3287">
                  <c:v>10:50</c:v>
                </c:pt>
                <c:pt idx="3288">
                  <c:v>10:50</c:v>
                </c:pt>
                <c:pt idx="3289">
                  <c:v>10:50</c:v>
                </c:pt>
                <c:pt idx="3290">
                  <c:v>10:50</c:v>
                </c:pt>
                <c:pt idx="3291">
                  <c:v>10:50</c:v>
                </c:pt>
                <c:pt idx="3292">
                  <c:v>10:50</c:v>
                </c:pt>
                <c:pt idx="3293">
                  <c:v>10:50</c:v>
                </c:pt>
                <c:pt idx="3294">
                  <c:v>10:50</c:v>
                </c:pt>
                <c:pt idx="3295">
                  <c:v>10:50</c:v>
                </c:pt>
                <c:pt idx="3296">
                  <c:v>10:50</c:v>
                </c:pt>
                <c:pt idx="3297">
                  <c:v>10:50</c:v>
                </c:pt>
                <c:pt idx="3298">
                  <c:v>10:50</c:v>
                </c:pt>
                <c:pt idx="3299">
                  <c:v>10:50</c:v>
                </c:pt>
                <c:pt idx="3300">
                  <c:v>10:51</c:v>
                </c:pt>
                <c:pt idx="3301">
                  <c:v>10:51</c:v>
                </c:pt>
                <c:pt idx="3302">
                  <c:v>10:51</c:v>
                </c:pt>
                <c:pt idx="3303">
                  <c:v>10:51</c:v>
                </c:pt>
                <c:pt idx="3304">
                  <c:v>10:51</c:v>
                </c:pt>
                <c:pt idx="3305">
                  <c:v>10:51</c:v>
                </c:pt>
                <c:pt idx="3306">
                  <c:v>10:51</c:v>
                </c:pt>
                <c:pt idx="3307">
                  <c:v>10:51</c:v>
                </c:pt>
                <c:pt idx="3308">
                  <c:v>10:51</c:v>
                </c:pt>
                <c:pt idx="3309">
                  <c:v>10:51</c:v>
                </c:pt>
                <c:pt idx="3310">
                  <c:v>10:51</c:v>
                </c:pt>
                <c:pt idx="3311">
                  <c:v>10:51</c:v>
                </c:pt>
                <c:pt idx="3312">
                  <c:v>10:51</c:v>
                </c:pt>
                <c:pt idx="3313">
                  <c:v>10:51</c:v>
                </c:pt>
                <c:pt idx="3314">
                  <c:v>10:51</c:v>
                </c:pt>
                <c:pt idx="3315">
                  <c:v>10:51</c:v>
                </c:pt>
                <c:pt idx="3316">
                  <c:v>10:51</c:v>
                </c:pt>
                <c:pt idx="3317">
                  <c:v>10:51</c:v>
                </c:pt>
                <c:pt idx="3318">
                  <c:v>10:51</c:v>
                </c:pt>
                <c:pt idx="3319">
                  <c:v>10:51</c:v>
                </c:pt>
                <c:pt idx="3320">
                  <c:v>10:51</c:v>
                </c:pt>
                <c:pt idx="3321">
                  <c:v>10:51</c:v>
                </c:pt>
                <c:pt idx="3322">
                  <c:v>10:51</c:v>
                </c:pt>
                <c:pt idx="3323">
                  <c:v>10:51</c:v>
                </c:pt>
                <c:pt idx="3324">
                  <c:v>10:51</c:v>
                </c:pt>
                <c:pt idx="3325">
                  <c:v>10:51</c:v>
                </c:pt>
                <c:pt idx="3326">
                  <c:v>10:51</c:v>
                </c:pt>
                <c:pt idx="3327">
                  <c:v>10:51</c:v>
                </c:pt>
                <c:pt idx="3328">
                  <c:v>10:51</c:v>
                </c:pt>
                <c:pt idx="3329">
                  <c:v>10:51</c:v>
                </c:pt>
                <c:pt idx="3330">
                  <c:v>10:52</c:v>
                </c:pt>
                <c:pt idx="3331">
                  <c:v>10:52</c:v>
                </c:pt>
                <c:pt idx="3332">
                  <c:v>10:52</c:v>
                </c:pt>
                <c:pt idx="3333">
                  <c:v>10:52</c:v>
                </c:pt>
                <c:pt idx="3334">
                  <c:v>10:52</c:v>
                </c:pt>
                <c:pt idx="3335">
                  <c:v>10:52</c:v>
                </c:pt>
                <c:pt idx="3336">
                  <c:v>10:52</c:v>
                </c:pt>
                <c:pt idx="3337">
                  <c:v>10:52</c:v>
                </c:pt>
                <c:pt idx="3338">
                  <c:v>10:52</c:v>
                </c:pt>
                <c:pt idx="3339">
                  <c:v>10:52</c:v>
                </c:pt>
                <c:pt idx="3340">
                  <c:v>10:52</c:v>
                </c:pt>
                <c:pt idx="3341">
                  <c:v>10:52</c:v>
                </c:pt>
                <c:pt idx="3342">
                  <c:v>10:52</c:v>
                </c:pt>
                <c:pt idx="3343">
                  <c:v>10:52</c:v>
                </c:pt>
                <c:pt idx="3344">
                  <c:v>10:52</c:v>
                </c:pt>
                <c:pt idx="3345">
                  <c:v>10:52</c:v>
                </c:pt>
                <c:pt idx="3346">
                  <c:v>10:52</c:v>
                </c:pt>
                <c:pt idx="3347">
                  <c:v>10:52</c:v>
                </c:pt>
                <c:pt idx="3348">
                  <c:v>10:52</c:v>
                </c:pt>
                <c:pt idx="3349">
                  <c:v>10:52</c:v>
                </c:pt>
                <c:pt idx="3350">
                  <c:v>10:52</c:v>
                </c:pt>
                <c:pt idx="3351">
                  <c:v>10:52</c:v>
                </c:pt>
                <c:pt idx="3352">
                  <c:v>10:52</c:v>
                </c:pt>
                <c:pt idx="3353">
                  <c:v>10:52</c:v>
                </c:pt>
                <c:pt idx="3354">
                  <c:v>10:52</c:v>
                </c:pt>
                <c:pt idx="3355">
                  <c:v>10:52</c:v>
                </c:pt>
                <c:pt idx="3356">
                  <c:v>10:52</c:v>
                </c:pt>
                <c:pt idx="3357">
                  <c:v>10:52</c:v>
                </c:pt>
                <c:pt idx="3358">
                  <c:v>10:52</c:v>
                </c:pt>
                <c:pt idx="3359">
                  <c:v>10:52</c:v>
                </c:pt>
                <c:pt idx="3360">
                  <c:v>10:53</c:v>
                </c:pt>
                <c:pt idx="3361">
                  <c:v>10:53</c:v>
                </c:pt>
                <c:pt idx="3362">
                  <c:v>10:53</c:v>
                </c:pt>
                <c:pt idx="3363">
                  <c:v>10:53</c:v>
                </c:pt>
                <c:pt idx="3364">
                  <c:v>10:53</c:v>
                </c:pt>
                <c:pt idx="3365">
                  <c:v>10:53</c:v>
                </c:pt>
                <c:pt idx="3366">
                  <c:v>10:53</c:v>
                </c:pt>
                <c:pt idx="3367">
                  <c:v>10:53</c:v>
                </c:pt>
                <c:pt idx="3368">
                  <c:v>10:53</c:v>
                </c:pt>
                <c:pt idx="3369">
                  <c:v>10:53</c:v>
                </c:pt>
                <c:pt idx="3370">
                  <c:v>10:53</c:v>
                </c:pt>
                <c:pt idx="3371">
                  <c:v>10:53</c:v>
                </c:pt>
                <c:pt idx="3372">
                  <c:v>10:53</c:v>
                </c:pt>
                <c:pt idx="3373">
                  <c:v>10:53</c:v>
                </c:pt>
                <c:pt idx="3374">
                  <c:v>10:53</c:v>
                </c:pt>
                <c:pt idx="3375">
                  <c:v>10:53</c:v>
                </c:pt>
                <c:pt idx="3376">
                  <c:v>10:53</c:v>
                </c:pt>
                <c:pt idx="3377">
                  <c:v>10:53</c:v>
                </c:pt>
                <c:pt idx="3378">
                  <c:v>10:53</c:v>
                </c:pt>
                <c:pt idx="3379">
                  <c:v>10:53</c:v>
                </c:pt>
                <c:pt idx="3380">
                  <c:v>10:53</c:v>
                </c:pt>
                <c:pt idx="3381">
                  <c:v>10:53</c:v>
                </c:pt>
                <c:pt idx="3382">
                  <c:v>10:53</c:v>
                </c:pt>
                <c:pt idx="3383">
                  <c:v>10:53</c:v>
                </c:pt>
                <c:pt idx="3384">
                  <c:v>10:53</c:v>
                </c:pt>
                <c:pt idx="3385">
                  <c:v>10:53</c:v>
                </c:pt>
                <c:pt idx="3386">
                  <c:v>10:53</c:v>
                </c:pt>
                <c:pt idx="3387">
                  <c:v>10:53</c:v>
                </c:pt>
                <c:pt idx="3388">
                  <c:v>10:53</c:v>
                </c:pt>
                <c:pt idx="3389">
                  <c:v>10:53</c:v>
                </c:pt>
                <c:pt idx="3390">
                  <c:v>10:54</c:v>
                </c:pt>
                <c:pt idx="3391">
                  <c:v>10:54</c:v>
                </c:pt>
                <c:pt idx="3392">
                  <c:v>10:54</c:v>
                </c:pt>
                <c:pt idx="3393">
                  <c:v>10:54</c:v>
                </c:pt>
                <c:pt idx="3394">
                  <c:v>10:54</c:v>
                </c:pt>
                <c:pt idx="3395">
                  <c:v>10:54</c:v>
                </c:pt>
                <c:pt idx="3396">
                  <c:v>10:54</c:v>
                </c:pt>
                <c:pt idx="3397">
                  <c:v>10:54</c:v>
                </c:pt>
                <c:pt idx="3398">
                  <c:v>10:54</c:v>
                </c:pt>
                <c:pt idx="3399">
                  <c:v>10:54</c:v>
                </c:pt>
                <c:pt idx="3400">
                  <c:v>10:54</c:v>
                </c:pt>
                <c:pt idx="3401">
                  <c:v>10:54</c:v>
                </c:pt>
                <c:pt idx="3402">
                  <c:v>10:54</c:v>
                </c:pt>
                <c:pt idx="3403">
                  <c:v>10:54</c:v>
                </c:pt>
                <c:pt idx="3404">
                  <c:v>10:54</c:v>
                </c:pt>
                <c:pt idx="3405">
                  <c:v>10:54</c:v>
                </c:pt>
                <c:pt idx="3406">
                  <c:v>10:54</c:v>
                </c:pt>
                <c:pt idx="3407">
                  <c:v>10:54</c:v>
                </c:pt>
                <c:pt idx="3408">
                  <c:v>10:54</c:v>
                </c:pt>
                <c:pt idx="3409">
                  <c:v>10:54</c:v>
                </c:pt>
                <c:pt idx="3410">
                  <c:v>10:54</c:v>
                </c:pt>
                <c:pt idx="3411">
                  <c:v>10:54</c:v>
                </c:pt>
                <c:pt idx="3412">
                  <c:v>10:54</c:v>
                </c:pt>
                <c:pt idx="3413">
                  <c:v>10:54</c:v>
                </c:pt>
                <c:pt idx="3414">
                  <c:v>10:54</c:v>
                </c:pt>
                <c:pt idx="3415">
                  <c:v>10:54</c:v>
                </c:pt>
                <c:pt idx="3416">
                  <c:v>10:54</c:v>
                </c:pt>
                <c:pt idx="3417">
                  <c:v>10:54</c:v>
                </c:pt>
                <c:pt idx="3418">
                  <c:v>10:54</c:v>
                </c:pt>
                <c:pt idx="3419">
                  <c:v>10:54</c:v>
                </c:pt>
                <c:pt idx="3420">
                  <c:v>10:55</c:v>
                </c:pt>
                <c:pt idx="3421">
                  <c:v>10:55</c:v>
                </c:pt>
                <c:pt idx="3422">
                  <c:v>10:55</c:v>
                </c:pt>
                <c:pt idx="3423">
                  <c:v>10:55</c:v>
                </c:pt>
                <c:pt idx="3424">
                  <c:v>10:55</c:v>
                </c:pt>
                <c:pt idx="3425">
                  <c:v>10:55</c:v>
                </c:pt>
                <c:pt idx="3426">
                  <c:v>10:55</c:v>
                </c:pt>
                <c:pt idx="3427">
                  <c:v>10:55</c:v>
                </c:pt>
                <c:pt idx="3428">
                  <c:v>10:55</c:v>
                </c:pt>
                <c:pt idx="3429">
                  <c:v>10:55</c:v>
                </c:pt>
                <c:pt idx="3430">
                  <c:v>10:55</c:v>
                </c:pt>
                <c:pt idx="3431">
                  <c:v>10:55</c:v>
                </c:pt>
                <c:pt idx="3432">
                  <c:v>10:55</c:v>
                </c:pt>
                <c:pt idx="3433">
                  <c:v>10:55</c:v>
                </c:pt>
                <c:pt idx="3434">
                  <c:v>10:55</c:v>
                </c:pt>
                <c:pt idx="3435">
                  <c:v>10:55</c:v>
                </c:pt>
                <c:pt idx="3436">
                  <c:v>10:55</c:v>
                </c:pt>
                <c:pt idx="3437">
                  <c:v>10:55</c:v>
                </c:pt>
                <c:pt idx="3438">
                  <c:v>10:55</c:v>
                </c:pt>
                <c:pt idx="3439">
                  <c:v>10:55</c:v>
                </c:pt>
                <c:pt idx="3440">
                  <c:v>10:55</c:v>
                </c:pt>
                <c:pt idx="3441">
                  <c:v>10:55</c:v>
                </c:pt>
                <c:pt idx="3442">
                  <c:v>10:55</c:v>
                </c:pt>
                <c:pt idx="3443">
                  <c:v>10:55</c:v>
                </c:pt>
                <c:pt idx="3444">
                  <c:v>10:55</c:v>
                </c:pt>
                <c:pt idx="3445">
                  <c:v>10:55</c:v>
                </c:pt>
                <c:pt idx="3446">
                  <c:v>10:55</c:v>
                </c:pt>
                <c:pt idx="3447">
                  <c:v>10:55</c:v>
                </c:pt>
                <c:pt idx="3448">
                  <c:v>10:55</c:v>
                </c:pt>
                <c:pt idx="3449">
                  <c:v>10:55</c:v>
                </c:pt>
                <c:pt idx="3450">
                  <c:v>10:56</c:v>
                </c:pt>
                <c:pt idx="3451">
                  <c:v>10:56</c:v>
                </c:pt>
                <c:pt idx="3452">
                  <c:v>10:56</c:v>
                </c:pt>
                <c:pt idx="3453">
                  <c:v>10:56</c:v>
                </c:pt>
                <c:pt idx="3454">
                  <c:v>10:56</c:v>
                </c:pt>
                <c:pt idx="3455">
                  <c:v>10:56</c:v>
                </c:pt>
                <c:pt idx="3456">
                  <c:v>10:56</c:v>
                </c:pt>
                <c:pt idx="3457">
                  <c:v>10:56</c:v>
                </c:pt>
                <c:pt idx="3458">
                  <c:v>10:56</c:v>
                </c:pt>
                <c:pt idx="3459">
                  <c:v>10:56</c:v>
                </c:pt>
                <c:pt idx="3460">
                  <c:v>10:56</c:v>
                </c:pt>
                <c:pt idx="3461">
                  <c:v>10:56</c:v>
                </c:pt>
                <c:pt idx="3462">
                  <c:v>10:56</c:v>
                </c:pt>
                <c:pt idx="3463">
                  <c:v>10:56</c:v>
                </c:pt>
                <c:pt idx="3464">
                  <c:v>10:56</c:v>
                </c:pt>
                <c:pt idx="3465">
                  <c:v>10:56</c:v>
                </c:pt>
                <c:pt idx="3466">
                  <c:v>10:56</c:v>
                </c:pt>
                <c:pt idx="3467">
                  <c:v>10:56</c:v>
                </c:pt>
                <c:pt idx="3468">
                  <c:v>10:56</c:v>
                </c:pt>
                <c:pt idx="3469">
                  <c:v>10:56</c:v>
                </c:pt>
                <c:pt idx="3470">
                  <c:v>10:56</c:v>
                </c:pt>
                <c:pt idx="3471">
                  <c:v>10:56</c:v>
                </c:pt>
                <c:pt idx="3472">
                  <c:v>10:56</c:v>
                </c:pt>
                <c:pt idx="3473">
                  <c:v>10:56</c:v>
                </c:pt>
                <c:pt idx="3474">
                  <c:v>10:56</c:v>
                </c:pt>
                <c:pt idx="3475">
                  <c:v>10:56</c:v>
                </c:pt>
                <c:pt idx="3476">
                  <c:v>10:56</c:v>
                </c:pt>
                <c:pt idx="3477">
                  <c:v>10:56</c:v>
                </c:pt>
                <c:pt idx="3478">
                  <c:v>10:56</c:v>
                </c:pt>
                <c:pt idx="3479">
                  <c:v>10:56</c:v>
                </c:pt>
                <c:pt idx="3480">
                  <c:v>10:57</c:v>
                </c:pt>
                <c:pt idx="3481">
                  <c:v>10:57</c:v>
                </c:pt>
                <c:pt idx="3482">
                  <c:v>10:57</c:v>
                </c:pt>
                <c:pt idx="3483">
                  <c:v>10:57</c:v>
                </c:pt>
                <c:pt idx="3484">
                  <c:v>10:57</c:v>
                </c:pt>
                <c:pt idx="3485">
                  <c:v>10:57</c:v>
                </c:pt>
                <c:pt idx="3486">
                  <c:v>10:57</c:v>
                </c:pt>
                <c:pt idx="3487">
                  <c:v>10:57</c:v>
                </c:pt>
                <c:pt idx="3488">
                  <c:v>10:57</c:v>
                </c:pt>
                <c:pt idx="3489">
                  <c:v>10:57</c:v>
                </c:pt>
                <c:pt idx="3490">
                  <c:v>10:57</c:v>
                </c:pt>
                <c:pt idx="3491">
                  <c:v>10:57</c:v>
                </c:pt>
                <c:pt idx="3492">
                  <c:v>10:57</c:v>
                </c:pt>
                <c:pt idx="3493">
                  <c:v>10:57</c:v>
                </c:pt>
                <c:pt idx="3494">
                  <c:v>10:57</c:v>
                </c:pt>
                <c:pt idx="3495">
                  <c:v>10:57</c:v>
                </c:pt>
                <c:pt idx="3496">
                  <c:v>10:57</c:v>
                </c:pt>
                <c:pt idx="3497">
                  <c:v>10:57</c:v>
                </c:pt>
                <c:pt idx="3498">
                  <c:v>10:57</c:v>
                </c:pt>
                <c:pt idx="3499">
                  <c:v>10:57</c:v>
                </c:pt>
                <c:pt idx="3500">
                  <c:v>10:57</c:v>
                </c:pt>
                <c:pt idx="3501">
                  <c:v>10:57</c:v>
                </c:pt>
                <c:pt idx="3502">
                  <c:v>10:57</c:v>
                </c:pt>
                <c:pt idx="3503">
                  <c:v>10:57</c:v>
                </c:pt>
                <c:pt idx="3504">
                  <c:v>10:57</c:v>
                </c:pt>
                <c:pt idx="3505">
                  <c:v>10:57</c:v>
                </c:pt>
                <c:pt idx="3506">
                  <c:v>10:57</c:v>
                </c:pt>
                <c:pt idx="3507">
                  <c:v>10:57</c:v>
                </c:pt>
                <c:pt idx="3508">
                  <c:v>10:57</c:v>
                </c:pt>
                <c:pt idx="3509">
                  <c:v>10:57</c:v>
                </c:pt>
                <c:pt idx="3510">
                  <c:v>10:58</c:v>
                </c:pt>
                <c:pt idx="3511">
                  <c:v>10:58</c:v>
                </c:pt>
                <c:pt idx="3512">
                  <c:v>10:58</c:v>
                </c:pt>
                <c:pt idx="3513">
                  <c:v>10:58</c:v>
                </c:pt>
                <c:pt idx="3514">
                  <c:v>10:58</c:v>
                </c:pt>
                <c:pt idx="3515">
                  <c:v>10:58</c:v>
                </c:pt>
                <c:pt idx="3516">
                  <c:v>10:58</c:v>
                </c:pt>
                <c:pt idx="3517">
                  <c:v>10:58</c:v>
                </c:pt>
                <c:pt idx="3518">
                  <c:v>10:58</c:v>
                </c:pt>
                <c:pt idx="3519">
                  <c:v>10:58</c:v>
                </c:pt>
                <c:pt idx="3520">
                  <c:v>10:58</c:v>
                </c:pt>
                <c:pt idx="3521">
                  <c:v>10:58</c:v>
                </c:pt>
                <c:pt idx="3522">
                  <c:v>10:58</c:v>
                </c:pt>
                <c:pt idx="3523">
                  <c:v>10:58</c:v>
                </c:pt>
                <c:pt idx="3524">
                  <c:v>10:58</c:v>
                </c:pt>
                <c:pt idx="3525">
                  <c:v>10:58</c:v>
                </c:pt>
                <c:pt idx="3526">
                  <c:v>10:58</c:v>
                </c:pt>
                <c:pt idx="3527">
                  <c:v>10:58</c:v>
                </c:pt>
                <c:pt idx="3528">
                  <c:v>10:58</c:v>
                </c:pt>
                <c:pt idx="3529">
                  <c:v>10:58</c:v>
                </c:pt>
                <c:pt idx="3530">
                  <c:v>10:58</c:v>
                </c:pt>
                <c:pt idx="3531">
                  <c:v>10:58</c:v>
                </c:pt>
                <c:pt idx="3532">
                  <c:v>10:58</c:v>
                </c:pt>
                <c:pt idx="3533">
                  <c:v>10:58</c:v>
                </c:pt>
                <c:pt idx="3534">
                  <c:v>10:58</c:v>
                </c:pt>
                <c:pt idx="3535">
                  <c:v>10:58</c:v>
                </c:pt>
                <c:pt idx="3536">
                  <c:v>10:58</c:v>
                </c:pt>
                <c:pt idx="3537">
                  <c:v>10:58</c:v>
                </c:pt>
                <c:pt idx="3538">
                  <c:v>10:58</c:v>
                </c:pt>
                <c:pt idx="3539">
                  <c:v>10:58</c:v>
                </c:pt>
                <c:pt idx="3540">
                  <c:v>10:59</c:v>
                </c:pt>
                <c:pt idx="3541">
                  <c:v>10:59</c:v>
                </c:pt>
                <c:pt idx="3542">
                  <c:v>10:59</c:v>
                </c:pt>
                <c:pt idx="3543">
                  <c:v>10:59</c:v>
                </c:pt>
                <c:pt idx="3544">
                  <c:v>10:59</c:v>
                </c:pt>
                <c:pt idx="3545">
                  <c:v>10:59</c:v>
                </c:pt>
                <c:pt idx="3546">
                  <c:v>10:59</c:v>
                </c:pt>
                <c:pt idx="3547">
                  <c:v>10:59</c:v>
                </c:pt>
                <c:pt idx="3548">
                  <c:v>10:59</c:v>
                </c:pt>
                <c:pt idx="3549">
                  <c:v>10:59</c:v>
                </c:pt>
                <c:pt idx="3550">
                  <c:v>10:59</c:v>
                </c:pt>
                <c:pt idx="3551">
                  <c:v>10:59</c:v>
                </c:pt>
                <c:pt idx="3552">
                  <c:v>10:59</c:v>
                </c:pt>
                <c:pt idx="3553">
                  <c:v>10:59</c:v>
                </c:pt>
                <c:pt idx="3554">
                  <c:v>10:59</c:v>
                </c:pt>
                <c:pt idx="3555">
                  <c:v>10:59</c:v>
                </c:pt>
                <c:pt idx="3556">
                  <c:v>10:59</c:v>
                </c:pt>
                <c:pt idx="3557">
                  <c:v>10:59</c:v>
                </c:pt>
                <c:pt idx="3558">
                  <c:v>10:59</c:v>
                </c:pt>
                <c:pt idx="3559">
                  <c:v>10:59</c:v>
                </c:pt>
                <c:pt idx="3560">
                  <c:v>10:59</c:v>
                </c:pt>
                <c:pt idx="3561">
                  <c:v>10:59</c:v>
                </c:pt>
                <c:pt idx="3562">
                  <c:v>10:59</c:v>
                </c:pt>
                <c:pt idx="3563">
                  <c:v>10:59</c:v>
                </c:pt>
                <c:pt idx="3564">
                  <c:v>10:59</c:v>
                </c:pt>
                <c:pt idx="3565">
                  <c:v>10:59</c:v>
                </c:pt>
                <c:pt idx="3566">
                  <c:v>10:59</c:v>
                </c:pt>
                <c:pt idx="3567">
                  <c:v>10:59</c:v>
                </c:pt>
                <c:pt idx="3568">
                  <c:v>10:59</c:v>
                </c:pt>
                <c:pt idx="3569">
                  <c:v>10:59</c:v>
                </c:pt>
                <c:pt idx="3570">
                  <c:v>11:00</c:v>
                </c:pt>
                <c:pt idx="3571">
                  <c:v>11:00</c:v>
                </c:pt>
                <c:pt idx="3572">
                  <c:v>11:00</c:v>
                </c:pt>
                <c:pt idx="3573">
                  <c:v>11:00</c:v>
                </c:pt>
                <c:pt idx="3574">
                  <c:v>11:00</c:v>
                </c:pt>
                <c:pt idx="3575">
                  <c:v>11:00</c:v>
                </c:pt>
                <c:pt idx="3576">
                  <c:v>11:00</c:v>
                </c:pt>
                <c:pt idx="3577">
                  <c:v>11:00</c:v>
                </c:pt>
                <c:pt idx="3578">
                  <c:v>11:00</c:v>
                </c:pt>
                <c:pt idx="3579">
                  <c:v>11:00</c:v>
                </c:pt>
                <c:pt idx="3580">
                  <c:v>11:00</c:v>
                </c:pt>
                <c:pt idx="3581">
                  <c:v>11:00</c:v>
                </c:pt>
                <c:pt idx="3582">
                  <c:v>11:00</c:v>
                </c:pt>
                <c:pt idx="3583">
                  <c:v>11:00</c:v>
                </c:pt>
                <c:pt idx="3584">
                  <c:v>11:00</c:v>
                </c:pt>
                <c:pt idx="3585">
                  <c:v>11:00</c:v>
                </c:pt>
                <c:pt idx="3586">
                  <c:v>11:00</c:v>
                </c:pt>
                <c:pt idx="3587">
                  <c:v>11:00</c:v>
                </c:pt>
                <c:pt idx="3588">
                  <c:v>11:00</c:v>
                </c:pt>
                <c:pt idx="3589">
                  <c:v>11:00</c:v>
                </c:pt>
                <c:pt idx="3590">
                  <c:v>11:00</c:v>
                </c:pt>
                <c:pt idx="3591">
                  <c:v>11:00</c:v>
                </c:pt>
                <c:pt idx="3592">
                  <c:v>11:00</c:v>
                </c:pt>
                <c:pt idx="3593">
                  <c:v>11:00</c:v>
                </c:pt>
                <c:pt idx="3594">
                  <c:v>11:00</c:v>
                </c:pt>
                <c:pt idx="3595">
                  <c:v>11:00</c:v>
                </c:pt>
                <c:pt idx="3596">
                  <c:v>11:00</c:v>
                </c:pt>
                <c:pt idx="3597">
                  <c:v>11:00</c:v>
                </c:pt>
                <c:pt idx="3598">
                  <c:v>11:00</c:v>
                </c:pt>
                <c:pt idx="3599">
                  <c:v>11:00</c:v>
                </c:pt>
                <c:pt idx="3600">
                  <c:v>11:01</c:v>
                </c:pt>
                <c:pt idx="3601">
                  <c:v>11:01</c:v>
                </c:pt>
                <c:pt idx="3602">
                  <c:v>11:01</c:v>
                </c:pt>
                <c:pt idx="3603">
                  <c:v>11:01</c:v>
                </c:pt>
                <c:pt idx="3604">
                  <c:v>11:01</c:v>
                </c:pt>
                <c:pt idx="3605">
                  <c:v>11:01</c:v>
                </c:pt>
                <c:pt idx="3606">
                  <c:v>11:01</c:v>
                </c:pt>
                <c:pt idx="3607">
                  <c:v>11:01</c:v>
                </c:pt>
                <c:pt idx="3608">
                  <c:v>11:01</c:v>
                </c:pt>
                <c:pt idx="3609">
                  <c:v>11:01</c:v>
                </c:pt>
                <c:pt idx="3610">
                  <c:v>11:01</c:v>
                </c:pt>
                <c:pt idx="3611">
                  <c:v>11:01</c:v>
                </c:pt>
                <c:pt idx="3612">
                  <c:v>11:01</c:v>
                </c:pt>
                <c:pt idx="3613">
                  <c:v>11:01</c:v>
                </c:pt>
                <c:pt idx="3614">
                  <c:v>11:01</c:v>
                </c:pt>
                <c:pt idx="3615">
                  <c:v>11:01</c:v>
                </c:pt>
                <c:pt idx="3616">
                  <c:v>11:01</c:v>
                </c:pt>
                <c:pt idx="3617">
                  <c:v>11:01</c:v>
                </c:pt>
                <c:pt idx="3618">
                  <c:v>11:01</c:v>
                </c:pt>
                <c:pt idx="3619">
                  <c:v>11:01</c:v>
                </c:pt>
                <c:pt idx="3620">
                  <c:v>11:01</c:v>
                </c:pt>
                <c:pt idx="3621">
                  <c:v>11:01</c:v>
                </c:pt>
                <c:pt idx="3622">
                  <c:v>11:01</c:v>
                </c:pt>
                <c:pt idx="3623">
                  <c:v>11:01</c:v>
                </c:pt>
                <c:pt idx="3624">
                  <c:v>11:01</c:v>
                </c:pt>
                <c:pt idx="3625">
                  <c:v>11:01</c:v>
                </c:pt>
                <c:pt idx="3626">
                  <c:v>11:01</c:v>
                </c:pt>
                <c:pt idx="3627">
                  <c:v>11:01</c:v>
                </c:pt>
                <c:pt idx="3628">
                  <c:v>11:01</c:v>
                </c:pt>
                <c:pt idx="3629">
                  <c:v>11:01</c:v>
                </c:pt>
                <c:pt idx="3630">
                  <c:v>11:02</c:v>
                </c:pt>
                <c:pt idx="3631">
                  <c:v>11:02</c:v>
                </c:pt>
                <c:pt idx="3632">
                  <c:v>11:02</c:v>
                </c:pt>
                <c:pt idx="3633">
                  <c:v>11:02</c:v>
                </c:pt>
                <c:pt idx="3634">
                  <c:v>11:02</c:v>
                </c:pt>
                <c:pt idx="3635">
                  <c:v>11:02</c:v>
                </c:pt>
                <c:pt idx="3636">
                  <c:v>11:02</c:v>
                </c:pt>
                <c:pt idx="3637">
                  <c:v>11:02</c:v>
                </c:pt>
                <c:pt idx="3638">
                  <c:v>11:02</c:v>
                </c:pt>
                <c:pt idx="3639">
                  <c:v>11:02</c:v>
                </c:pt>
                <c:pt idx="3640">
                  <c:v>11:02</c:v>
                </c:pt>
                <c:pt idx="3641">
                  <c:v>11:02</c:v>
                </c:pt>
                <c:pt idx="3642">
                  <c:v>11:02</c:v>
                </c:pt>
                <c:pt idx="3643">
                  <c:v>11:02</c:v>
                </c:pt>
                <c:pt idx="3644">
                  <c:v>11:02</c:v>
                </c:pt>
                <c:pt idx="3645">
                  <c:v>11:02</c:v>
                </c:pt>
                <c:pt idx="3646">
                  <c:v>11:02</c:v>
                </c:pt>
                <c:pt idx="3647">
                  <c:v>11:02</c:v>
                </c:pt>
                <c:pt idx="3648">
                  <c:v>11:02</c:v>
                </c:pt>
                <c:pt idx="3649">
                  <c:v>11:02</c:v>
                </c:pt>
                <c:pt idx="3650">
                  <c:v>11:02</c:v>
                </c:pt>
                <c:pt idx="3651">
                  <c:v>11:02</c:v>
                </c:pt>
                <c:pt idx="3652">
                  <c:v>11:02</c:v>
                </c:pt>
                <c:pt idx="3653">
                  <c:v>11:02</c:v>
                </c:pt>
                <c:pt idx="3654">
                  <c:v>11:02</c:v>
                </c:pt>
                <c:pt idx="3655">
                  <c:v>11:02</c:v>
                </c:pt>
                <c:pt idx="3656">
                  <c:v>11:02</c:v>
                </c:pt>
                <c:pt idx="3657">
                  <c:v>11:02</c:v>
                </c:pt>
                <c:pt idx="3658">
                  <c:v>11:02</c:v>
                </c:pt>
                <c:pt idx="3659">
                  <c:v>11:02</c:v>
                </c:pt>
                <c:pt idx="3660">
                  <c:v>11:03</c:v>
                </c:pt>
                <c:pt idx="3661">
                  <c:v>11:03</c:v>
                </c:pt>
                <c:pt idx="3662">
                  <c:v>11:03</c:v>
                </c:pt>
                <c:pt idx="3663">
                  <c:v>11:03</c:v>
                </c:pt>
                <c:pt idx="3664">
                  <c:v>11:03</c:v>
                </c:pt>
                <c:pt idx="3665">
                  <c:v>11:03</c:v>
                </c:pt>
                <c:pt idx="3666">
                  <c:v>11:03</c:v>
                </c:pt>
                <c:pt idx="3667">
                  <c:v>11:03</c:v>
                </c:pt>
                <c:pt idx="3668">
                  <c:v>11:03</c:v>
                </c:pt>
                <c:pt idx="3669">
                  <c:v>11:03</c:v>
                </c:pt>
                <c:pt idx="3670">
                  <c:v>11:03</c:v>
                </c:pt>
                <c:pt idx="3671">
                  <c:v>11:03</c:v>
                </c:pt>
                <c:pt idx="3672">
                  <c:v>11:03</c:v>
                </c:pt>
                <c:pt idx="3673">
                  <c:v>11:03</c:v>
                </c:pt>
                <c:pt idx="3674">
                  <c:v>11:03</c:v>
                </c:pt>
                <c:pt idx="3675">
                  <c:v>11:03</c:v>
                </c:pt>
                <c:pt idx="3676">
                  <c:v>11:03</c:v>
                </c:pt>
                <c:pt idx="3677">
                  <c:v>11:03</c:v>
                </c:pt>
                <c:pt idx="3678">
                  <c:v>11:03</c:v>
                </c:pt>
                <c:pt idx="3679">
                  <c:v>11:03</c:v>
                </c:pt>
                <c:pt idx="3680">
                  <c:v>11:03</c:v>
                </c:pt>
                <c:pt idx="3681">
                  <c:v>11:03</c:v>
                </c:pt>
                <c:pt idx="3682">
                  <c:v>11:03</c:v>
                </c:pt>
                <c:pt idx="3683">
                  <c:v>11:03</c:v>
                </c:pt>
                <c:pt idx="3684">
                  <c:v>11:03</c:v>
                </c:pt>
                <c:pt idx="3685">
                  <c:v>11:03</c:v>
                </c:pt>
                <c:pt idx="3686">
                  <c:v>11:03</c:v>
                </c:pt>
                <c:pt idx="3687">
                  <c:v>11:03</c:v>
                </c:pt>
                <c:pt idx="3688">
                  <c:v>11:03</c:v>
                </c:pt>
                <c:pt idx="3689">
                  <c:v>11:03</c:v>
                </c:pt>
                <c:pt idx="3690">
                  <c:v>11:04</c:v>
                </c:pt>
                <c:pt idx="3691">
                  <c:v>11:04</c:v>
                </c:pt>
                <c:pt idx="3692">
                  <c:v>11:04</c:v>
                </c:pt>
                <c:pt idx="3693">
                  <c:v>11:04</c:v>
                </c:pt>
                <c:pt idx="3694">
                  <c:v>11:04</c:v>
                </c:pt>
                <c:pt idx="3695">
                  <c:v>11:04</c:v>
                </c:pt>
                <c:pt idx="3696">
                  <c:v>11:04</c:v>
                </c:pt>
                <c:pt idx="3697">
                  <c:v>11:04</c:v>
                </c:pt>
                <c:pt idx="3698">
                  <c:v>11:04</c:v>
                </c:pt>
                <c:pt idx="3699">
                  <c:v>11:04</c:v>
                </c:pt>
                <c:pt idx="3700">
                  <c:v>11:04</c:v>
                </c:pt>
                <c:pt idx="3701">
                  <c:v>11:04</c:v>
                </c:pt>
                <c:pt idx="3702">
                  <c:v>11:04</c:v>
                </c:pt>
                <c:pt idx="3703">
                  <c:v>11:04</c:v>
                </c:pt>
                <c:pt idx="3704">
                  <c:v>11:04</c:v>
                </c:pt>
                <c:pt idx="3705">
                  <c:v>11:04</c:v>
                </c:pt>
                <c:pt idx="3706">
                  <c:v>11:04</c:v>
                </c:pt>
                <c:pt idx="3707">
                  <c:v>11:04</c:v>
                </c:pt>
                <c:pt idx="3708">
                  <c:v>11:04</c:v>
                </c:pt>
                <c:pt idx="3709">
                  <c:v>11:04</c:v>
                </c:pt>
                <c:pt idx="3710">
                  <c:v>11:04</c:v>
                </c:pt>
                <c:pt idx="3711">
                  <c:v>11:04</c:v>
                </c:pt>
                <c:pt idx="3712">
                  <c:v>11:04</c:v>
                </c:pt>
                <c:pt idx="3713">
                  <c:v>11:04</c:v>
                </c:pt>
                <c:pt idx="3714">
                  <c:v>11:04</c:v>
                </c:pt>
                <c:pt idx="3715">
                  <c:v>11:04</c:v>
                </c:pt>
                <c:pt idx="3716">
                  <c:v>11:04</c:v>
                </c:pt>
                <c:pt idx="3717">
                  <c:v>11:04</c:v>
                </c:pt>
                <c:pt idx="3718">
                  <c:v>11:04</c:v>
                </c:pt>
                <c:pt idx="3719">
                  <c:v>11:04</c:v>
                </c:pt>
                <c:pt idx="3720">
                  <c:v>11:05</c:v>
                </c:pt>
                <c:pt idx="3721">
                  <c:v>11:05</c:v>
                </c:pt>
                <c:pt idx="3722">
                  <c:v>11:05</c:v>
                </c:pt>
                <c:pt idx="3723">
                  <c:v>11:05</c:v>
                </c:pt>
                <c:pt idx="3724">
                  <c:v>11:05</c:v>
                </c:pt>
                <c:pt idx="3725">
                  <c:v>11:05</c:v>
                </c:pt>
                <c:pt idx="3726">
                  <c:v>11:05</c:v>
                </c:pt>
                <c:pt idx="3727">
                  <c:v>11:05</c:v>
                </c:pt>
                <c:pt idx="3728">
                  <c:v>11:05</c:v>
                </c:pt>
                <c:pt idx="3729">
                  <c:v>11:05</c:v>
                </c:pt>
                <c:pt idx="3730">
                  <c:v>11:05</c:v>
                </c:pt>
                <c:pt idx="3731">
                  <c:v>11:05</c:v>
                </c:pt>
                <c:pt idx="3732">
                  <c:v>11:05</c:v>
                </c:pt>
                <c:pt idx="3733">
                  <c:v>11:05</c:v>
                </c:pt>
                <c:pt idx="3734">
                  <c:v>11:05</c:v>
                </c:pt>
                <c:pt idx="3735">
                  <c:v>11:05</c:v>
                </c:pt>
                <c:pt idx="3736">
                  <c:v>11:05</c:v>
                </c:pt>
                <c:pt idx="3737">
                  <c:v>11:05</c:v>
                </c:pt>
                <c:pt idx="3738">
                  <c:v>11:05</c:v>
                </c:pt>
                <c:pt idx="3739">
                  <c:v>11:05</c:v>
                </c:pt>
                <c:pt idx="3740">
                  <c:v>11:05</c:v>
                </c:pt>
                <c:pt idx="3741">
                  <c:v>11:05</c:v>
                </c:pt>
                <c:pt idx="3742">
                  <c:v>11:05</c:v>
                </c:pt>
                <c:pt idx="3743">
                  <c:v>11:05</c:v>
                </c:pt>
                <c:pt idx="3744">
                  <c:v>11:05</c:v>
                </c:pt>
                <c:pt idx="3745">
                  <c:v>11:05</c:v>
                </c:pt>
                <c:pt idx="3746">
                  <c:v>11:05</c:v>
                </c:pt>
                <c:pt idx="3747">
                  <c:v>11:05</c:v>
                </c:pt>
                <c:pt idx="3748">
                  <c:v>11:05</c:v>
                </c:pt>
                <c:pt idx="3749">
                  <c:v>11:05</c:v>
                </c:pt>
                <c:pt idx="3750">
                  <c:v>11:06</c:v>
                </c:pt>
                <c:pt idx="3751">
                  <c:v>11:06</c:v>
                </c:pt>
                <c:pt idx="3752">
                  <c:v>11:06</c:v>
                </c:pt>
                <c:pt idx="3753">
                  <c:v>11:06</c:v>
                </c:pt>
                <c:pt idx="3754">
                  <c:v>11:06</c:v>
                </c:pt>
                <c:pt idx="3755">
                  <c:v>11:06</c:v>
                </c:pt>
                <c:pt idx="3756">
                  <c:v>11:06</c:v>
                </c:pt>
                <c:pt idx="3757">
                  <c:v>11:06</c:v>
                </c:pt>
                <c:pt idx="3758">
                  <c:v>11:06</c:v>
                </c:pt>
                <c:pt idx="3759">
                  <c:v>11:06</c:v>
                </c:pt>
                <c:pt idx="3760">
                  <c:v>11:06</c:v>
                </c:pt>
                <c:pt idx="3761">
                  <c:v>11:06</c:v>
                </c:pt>
                <c:pt idx="3762">
                  <c:v>11:06</c:v>
                </c:pt>
                <c:pt idx="3763">
                  <c:v>11:06</c:v>
                </c:pt>
                <c:pt idx="3764">
                  <c:v>11:06</c:v>
                </c:pt>
                <c:pt idx="3765">
                  <c:v>11:06</c:v>
                </c:pt>
                <c:pt idx="3766">
                  <c:v>11:06</c:v>
                </c:pt>
                <c:pt idx="3767">
                  <c:v>11:06</c:v>
                </c:pt>
                <c:pt idx="3768">
                  <c:v>11:06</c:v>
                </c:pt>
                <c:pt idx="3769">
                  <c:v>11:06</c:v>
                </c:pt>
                <c:pt idx="3770">
                  <c:v>11:06</c:v>
                </c:pt>
                <c:pt idx="3771">
                  <c:v>11:06</c:v>
                </c:pt>
                <c:pt idx="3772">
                  <c:v>11:06</c:v>
                </c:pt>
                <c:pt idx="3773">
                  <c:v>11:06</c:v>
                </c:pt>
                <c:pt idx="3774">
                  <c:v>11:06</c:v>
                </c:pt>
                <c:pt idx="3775">
                  <c:v>11:06</c:v>
                </c:pt>
                <c:pt idx="3776">
                  <c:v>11:06</c:v>
                </c:pt>
                <c:pt idx="3777">
                  <c:v>11:06</c:v>
                </c:pt>
                <c:pt idx="3778">
                  <c:v>11:06</c:v>
                </c:pt>
                <c:pt idx="3779">
                  <c:v>11:06</c:v>
                </c:pt>
                <c:pt idx="3780">
                  <c:v>11:07</c:v>
                </c:pt>
                <c:pt idx="3781">
                  <c:v>11:07</c:v>
                </c:pt>
                <c:pt idx="3782">
                  <c:v>11:07</c:v>
                </c:pt>
                <c:pt idx="3783">
                  <c:v>11:07</c:v>
                </c:pt>
                <c:pt idx="3784">
                  <c:v>11:07</c:v>
                </c:pt>
                <c:pt idx="3785">
                  <c:v>11:07</c:v>
                </c:pt>
                <c:pt idx="3786">
                  <c:v>11:07</c:v>
                </c:pt>
                <c:pt idx="3787">
                  <c:v>11:07</c:v>
                </c:pt>
                <c:pt idx="3788">
                  <c:v>11:07</c:v>
                </c:pt>
                <c:pt idx="3789">
                  <c:v>11:07</c:v>
                </c:pt>
                <c:pt idx="3790">
                  <c:v>11:07</c:v>
                </c:pt>
                <c:pt idx="3791">
                  <c:v>11:07</c:v>
                </c:pt>
                <c:pt idx="3792">
                  <c:v>11:07</c:v>
                </c:pt>
                <c:pt idx="3793">
                  <c:v>11:07</c:v>
                </c:pt>
                <c:pt idx="3794">
                  <c:v>11:07</c:v>
                </c:pt>
                <c:pt idx="3795">
                  <c:v>11:07</c:v>
                </c:pt>
                <c:pt idx="3796">
                  <c:v>11:07</c:v>
                </c:pt>
                <c:pt idx="3797">
                  <c:v>11:07</c:v>
                </c:pt>
                <c:pt idx="3798">
                  <c:v>11:07</c:v>
                </c:pt>
                <c:pt idx="3799">
                  <c:v>11:07</c:v>
                </c:pt>
                <c:pt idx="3800">
                  <c:v>11:07</c:v>
                </c:pt>
                <c:pt idx="3801">
                  <c:v>11:07</c:v>
                </c:pt>
                <c:pt idx="3802">
                  <c:v>11:07</c:v>
                </c:pt>
                <c:pt idx="3803">
                  <c:v>11:07</c:v>
                </c:pt>
                <c:pt idx="3804">
                  <c:v>11:07</c:v>
                </c:pt>
                <c:pt idx="3805">
                  <c:v>11:07</c:v>
                </c:pt>
                <c:pt idx="3806">
                  <c:v>11:07</c:v>
                </c:pt>
                <c:pt idx="3807">
                  <c:v>11:07</c:v>
                </c:pt>
                <c:pt idx="3808">
                  <c:v>11:07</c:v>
                </c:pt>
                <c:pt idx="3809">
                  <c:v>11:07</c:v>
                </c:pt>
                <c:pt idx="3810">
                  <c:v>11:08</c:v>
                </c:pt>
                <c:pt idx="3811">
                  <c:v>11:08</c:v>
                </c:pt>
                <c:pt idx="3812">
                  <c:v>11:08</c:v>
                </c:pt>
                <c:pt idx="3813">
                  <c:v>11:08</c:v>
                </c:pt>
                <c:pt idx="3814">
                  <c:v>11:08</c:v>
                </c:pt>
                <c:pt idx="3815">
                  <c:v>11:08</c:v>
                </c:pt>
                <c:pt idx="3816">
                  <c:v>11:08</c:v>
                </c:pt>
                <c:pt idx="3817">
                  <c:v>11:08</c:v>
                </c:pt>
                <c:pt idx="3818">
                  <c:v>11:08</c:v>
                </c:pt>
                <c:pt idx="3819">
                  <c:v>11:08</c:v>
                </c:pt>
                <c:pt idx="3820">
                  <c:v>11:08</c:v>
                </c:pt>
                <c:pt idx="3821">
                  <c:v>11:08</c:v>
                </c:pt>
                <c:pt idx="3822">
                  <c:v>11:08</c:v>
                </c:pt>
                <c:pt idx="3823">
                  <c:v>11:08</c:v>
                </c:pt>
                <c:pt idx="3824">
                  <c:v>11:08</c:v>
                </c:pt>
                <c:pt idx="3825">
                  <c:v>11:08</c:v>
                </c:pt>
                <c:pt idx="3826">
                  <c:v>11:08</c:v>
                </c:pt>
                <c:pt idx="3827">
                  <c:v>11:08</c:v>
                </c:pt>
                <c:pt idx="3828">
                  <c:v>11:08</c:v>
                </c:pt>
                <c:pt idx="3829">
                  <c:v>11:08</c:v>
                </c:pt>
                <c:pt idx="3830">
                  <c:v>11:08</c:v>
                </c:pt>
                <c:pt idx="3831">
                  <c:v>11:08</c:v>
                </c:pt>
                <c:pt idx="3832">
                  <c:v>11:08</c:v>
                </c:pt>
                <c:pt idx="3833">
                  <c:v>11:08</c:v>
                </c:pt>
                <c:pt idx="3834">
                  <c:v>11:08</c:v>
                </c:pt>
                <c:pt idx="3835">
                  <c:v>11:08</c:v>
                </c:pt>
                <c:pt idx="3836">
                  <c:v>11:08</c:v>
                </c:pt>
                <c:pt idx="3837">
                  <c:v>11:08</c:v>
                </c:pt>
                <c:pt idx="3838">
                  <c:v>11:08</c:v>
                </c:pt>
                <c:pt idx="3839">
                  <c:v>11:08</c:v>
                </c:pt>
                <c:pt idx="3840">
                  <c:v>11:09</c:v>
                </c:pt>
                <c:pt idx="3841">
                  <c:v>11:09</c:v>
                </c:pt>
                <c:pt idx="3842">
                  <c:v>11:09</c:v>
                </c:pt>
                <c:pt idx="3843">
                  <c:v>11:09</c:v>
                </c:pt>
                <c:pt idx="3844">
                  <c:v>11:09</c:v>
                </c:pt>
                <c:pt idx="3845">
                  <c:v>11:09</c:v>
                </c:pt>
                <c:pt idx="3846">
                  <c:v>11:09</c:v>
                </c:pt>
                <c:pt idx="3847">
                  <c:v>11:09</c:v>
                </c:pt>
                <c:pt idx="3848">
                  <c:v>11:09</c:v>
                </c:pt>
                <c:pt idx="3849">
                  <c:v>11:09</c:v>
                </c:pt>
                <c:pt idx="3850">
                  <c:v>11:09</c:v>
                </c:pt>
                <c:pt idx="3851">
                  <c:v>11:09</c:v>
                </c:pt>
                <c:pt idx="3852">
                  <c:v>11:09</c:v>
                </c:pt>
                <c:pt idx="3853">
                  <c:v>11:09</c:v>
                </c:pt>
                <c:pt idx="3854">
                  <c:v>11:09</c:v>
                </c:pt>
                <c:pt idx="3855">
                  <c:v>11:09</c:v>
                </c:pt>
                <c:pt idx="3856">
                  <c:v>11:09</c:v>
                </c:pt>
                <c:pt idx="3857">
                  <c:v>11:09</c:v>
                </c:pt>
                <c:pt idx="3858">
                  <c:v>11:09</c:v>
                </c:pt>
                <c:pt idx="3859">
                  <c:v>11:09</c:v>
                </c:pt>
                <c:pt idx="3860">
                  <c:v>11:09</c:v>
                </c:pt>
                <c:pt idx="3861">
                  <c:v>11:09</c:v>
                </c:pt>
                <c:pt idx="3862">
                  <c:v>11:09</c:v>
                </c:pt>
                <c:pt idx="3863">
                  <c:v>11:09</c:v>
                </c:pt>
                <c:pt idx="3864">
                  <c:v>11:09</c:v>
                </c:pt>
                <c:pt idx="3865">
                  <c:v>11:09</c:v>
                </c:pt>
                <c:pt idx="3866">
                  <c:v>11:09</c:v>
                </c:pt>
                <c:pt idx="3867">
                  <c:v>11:09</c:v>
                </c:pt>
                <c:pt idx="3868">
                  <c:v>11:09</c:v>
                </c:pt>
                <c:pt idx="3869">
                  <c:v>11:09</c:v>
                </c:pt>
                <c:pt idx="3870">
                  <c:v>11:10</c:v>
                </c:pt>
                <c:pt idx="3871">
                  <c:v>11:10</c:v>
                </c:pt>
                <c:pt idx="3872">
                  <c:v>11:10</c:v>
                </c:pt>
                <c:pt idx="3873">
                  <c:v>11:10</c:v>
                </c:pt>
                <c:pt idx="3874">
                  <c:v>11:10</c:v>
                </c:pt>
                <c:pt idx="3875">
                  <c:v>11:10</c:v>
                </c:pt>
                <c:pt idx="3876">
                  <c:v>11:10</c:v>
                </c:pt>
                <c:pt idx="3877">
                  <c:v>11:10</c:v>
                </c:pt>
                <c:pt idx="3878">
                  <c:v>11:10</c:v>
                </c:pt>
                <c:pt idx="3879">
                  <c:v>11:10</c:v>
                </c:pt>
                <c:pt idx="3880">
                  <c:v>11:10</c:v>
                </c:pt>
                <c:pt idx="3881">
                  <c:v>11:10</c:v>
                </c:pt>
                <c:pt idx="3882">
                  <c:v>11:10</c:v>
                </c:pt>
                <c:pt idx="3883">
                  <c:v>11:10</c:v>
                </c:pt>
                <c:pt idx="3884">
                  <c:v>11:10</c:v>
                </c:pt>
                <c:pt idx="3885">
                  <c:v>11:10</c:v>
                </c:pt>
                <c:pt idx="3886">
                  <c:v>11:10</c:v>
                </c:pt>
                <c:pt idx="3887">
                  <c:v>11:10</c:v>
                </c:pt>
                <c:pt idx="3888">
                  <c:v>11:10</c:v>
                </c:pt>
                <c:pt idx="3889">
                  <c:v>11:10</c:v>
                </c:pt>
                <c:pt idx="3890">
                  <c:v>11:10</c:v>
                </c:pt>
                <c:pt idx="3891">
                  <c:v>11:10</c:v>
                </c:pt>
                <c:pt idx="3892">
                  <c:v>11:10</c:v>
                </c:pt>
                <c:pt idx="3893">
                  <c:v>11:10</c:v>
                </c:pt>
                <c:pt idx="3894">
                  <c:v>11:10</c:v>
                </c:pt>
                <c:pt idx="3895">
                  <c:v>11:10</c:v>
                </c:pt>
                <c:pt idx="3896">
                  <c:v>11:10</c:v>
                </c:pt>
                <c:pt idx="3897">
                  <c:v>11:10</c:v>
                </c:pt>
                <c:pt idx="3898">
                  <c:v>11:10</c:v>
                </c:pt>
                <c:pt idx="3899">
                  <c:v>11:10</c:v>
                </c:pt>
                <c:pt idx="3900">
                  <c:v>11:11</c:v>
                </c:pt>
                <c:pt idx="3901">
                  <c:v>11:11</c:v>
                </c:pt>
                <c:pt idx="3902">
                  <c:v>11:11</c:v>
                </c:pt>
                <c:pt idx="3903">
                  <c:v>11:11</c:v>
                </c:pt>
                <c:pt idx="3904">
                  <c:v>11:11</c:v>
                </c:pt>
                <c:pt idx="3905">
                  <c:v>11:11</c:v>
                </c:pt>
                <c:pt idx="3906">
                  <c:v>11:11</c:v>
                </c:pt>
                <c:pt idx="3907">
                  <c:v>11:11</c:v>
                </c:pt>
                <c:pt idx="3908">
                  <c:v>11:11</c:v>
                </c:pt>
                <c:pt idx="3909">
                  <c:v>11:11</c:v>
                </c:pt>
                <c:pt idx="3910">
                  <c:v>11:11</c:v>
                </c:pt>
                <c:pt idx="3911">
                  <c:v>11:11</c:v>
                </c:pt>
                <c:pt idx="3912">
                  <c:v>11:11</c:v>
                </c:pt>
                <c:pt idx="3913">
                  <c:v>11:11</c:v>
                </c:pt>
                <c:pt idx="3914">
                  <c:v>11:11</c:v>
                </c:pt>
                <c:pt idx="3915">
                  <c:v>11:11</c:v>
                </c:pt>
                <c:pt idx="3916">
                  <c:v>11:11</c:v>
                </c:pt>
                <c:pt idx="3917">
                  <c:v>11:11</c:v>
                </c:pt>
                <c:pt idx="3918">
                  <c:v>11:11</c:v>
                </c:pt>
                <c:pt idx="3919">
                  <c:v>11:11</c:v>
                </c:pt>
                <c:pt idx="3920">
                  <c:v>11:11</c:v>
                </c:pt>
                <c:pt idx="3921">
                  <c:v>11:11</c:v>
                </c:pt>
                <c:pt idx="3922">
                  <c:v>11:11</c:v>
                </c:pt>
                <c:pt idx="3923">
                  <c:v>11:11</c:v>
                </c:pt>
                <c:pt idx="3924">
                  <c:v>11:11</c:v>
                </c:pt>
                <c:pt idx="3925">
                  <c:v>11:11</c:v>
                </c:pt>
                <c:pt idx="3926">
                  <c:v>11:11</c:v>
                </c:pt>
                <c:pt idx="3927">
                  <c:v>11:11</c:v>
                </c:pt>
                <c:pt idx="3928">
                  <c:v>11:11</c:v>
                </c:pt>
                <c:pt idx="3929">
                  <c:v>11:11</c:v>
                </c:pt>
                <c:pt idx="3930">
                  <c:v>11:12</c:v>
                </c:pt>
                <c:pt idx="3931">
                  <c:v>11:12</c:v>
                </c:pt>
                <c:pt idx="3932">
                  <c:v>11:12</c:v>
                </c:pt>
                <c:pt idx="3933">
                  <c:v>11:12</c:v>
                </c:pt>
                <c:pt idx="3934">
                  <c:v>11:12</c:v>
                </c:pt>
                <c:pt idx="3935">
                  <c:v>11:12</c:v>
                </c:pt>
                <c:pt idx="3936">
                  <c:v>11:12</c:v>
                </c:pt>
                <c:pt idx="3937">
                  <c:v>11:12</c:v>
                </c:pt>
                <c:pt idx="3938">
                  <c:v>11:12</c:v>
                </c:pt>
                <c:pt idx="3939">
                  <c:v>11:12</c:v>
                </c:pt>
                <c:pt idx="3940">
                  <c:v>11:12</c:v>
                </c:pt>
                <c:pt idx="3941">
                  <c:v>11:12</c:v>
                </c:pt>
                <c:pt idx="3942">
                  <c:v>11:12</c:v>
                </c:pt>
                <c:pt idx="3943">
                  <c:v>11:12</c:v>
                </c:pt>
                <c:pt idx="3944">
                  <c:v>11:12</c:v>
                </c:pt>
                <c:pt idx="3945">
                  <c:v>11:12</c:v>
                </c:pt>
                <c:pt idx="3946">
                  <c:v>11:12</c:v>
                </c:pt>
                <c:pt idx="3947">
                  <c:v>11:12</c:v>
                </c:pt>
                <c:pt idx="3948">
                  <c:v>11:12</c:v>
                </c:pt>
                <c:pt idx="3949">
                  <c:v>11:12</c:v>
                </c:pt>
                <c:pt idx="3950">
                  <c:v>11:12</c:v>
                </c:pt>
                <c:pt idx="3951">
                  <c:v>11:12</c:v>
                </c:pt>
                <c:pt idx="3952">
                  <c:v>11:12</c:v>
                </c:pt>
                <c:pt idx="3953">
                  <c:v>11:12</c:v>
                </c:pt>
                <c:pt idx="3954">
                  <c:v>11:12</c:v>
                </c:pt>
                <c:pt idx="3955">
                  <c:v>11:12</c:v>
                </c:pt>
                <c:pt idx="3956">
                  <c:v>11:12</c:v>
                </c:pt>
                <c:pt idx="3957">
                  <c:v>11:12</c:v>
                </c:pt>
                <c:pt idx="3958">
                  <c:v>11:12</c:v>
                </c:pt>
                <c:pt idx="3959">
                  <c:v>11:12</c:v>
                </c:pt>
                <c:pt idx="3960">
                  <c:v>11:13</c:v>
                </c:pt>
                <c:pt idx="3961">
                  <c:v>11:13</c:v>
                </c:pt>
                <c:pt idx="3962">
                  <c:v>11:13</c:v>
                </c:pt>
                <c:pt idx="3963">
                  <c:v>11:13</c:v>
                </c:pt>
                <c:pt idx="3964">
                  <c:v>11:13</c:v>
                </c:pt>
                <c:pt idx="3965">
                  <c:v>11:13</c:v>
                </c:pt>
                <c:pt idx="3966">
                  <c:v>11:13</c:v>
                </c:pt>
                <c:pt idx="3967">
                  <c:v>11:13</c:v>
                </c:pt>
                <c:pt idx="3968">
                  <c:v>11:13</c:v>
                </c:pt>
                <c:pt idx="3969">
                  <c:v>11:13</c:v>
                </c:pt>
                <c:pt idx="3970">
                  <c:v>11:13</c:v>
                </c:pt>
                <c:pt idx="3971">
                  <c:v>11:13</c:v>
                </c:pt>
                <c:pt idx="3972">
                  <c:v>11:13</c:v>
                </c:pt>
                <c:pt idx="3973">
                  <c:v>11:13</c:v>
                </c:pt>
                <c:pt idx="3974">
                  <c:v>11:13</c:v>
                </c:pt>
                <c:pt idx="3975">
                  <c:v>11:13</c:v>
                </c:pt>
                <c:pt idx="3976">
                  <c:v>11:13</c:v>
                </c:pt>
                <c:pt idx="3977">
                  <c:v>11:13</c:v>
                </c:pt>
                <c:pt idx="3978">
                  <c:v>11:13</c:v>
                </c:pt>
                <c:pt idx="3979">
                  <c:v>11:13</c:v>
                </c:pt>
                <c:pt idx="3980">
                  <c:v>11:13</c:v>
                </c:pt>
                <c:pt idx="3981">
                  <c:v>11:13</c:v>
                </c:pt>
                <c:pt idx="3982">
                  <c:v>11:13</c:v>
                </c:pt>
                <c:pt idx="3983">
                  <c:v>11:13</c:v>
                </c:pt>
                <c:pt idx="3984">
                  <c:v>11:13</c:v>
                </c:pt>
                <c:pt idx="3985">
                  <c:v>11:13</c:v>
                </c:pt>
                <c:pt idx="3986">
                  <c:v>11:13</c:v>
                </c:pt>
                <c:pt idx="3987">
                  <c:v>11:13</c:v>
                </c:pt>
                <c:pt idx="3988">
                  <c:v>11:13</c:v>
                </c:pt>
                <c:pt idx="3989">
                  <c:v>11:13</c:v>
                </c:pt>
                <c:pt idx="3990">
                  <c:v>11:14</c:v>
                </c:pt>
                <c:pt idx="3991">
                  <c:v>11:14</c:v>
                </c:pt>
                <c:pt idx="3992">
                  <c:v>11:14</c:v>
                </c:pt>
                <c:pt idx="3993">
                  <c:v>11:14</c:v>
                </c:pt>
                <c:pt idx="3994">
                  <c:v>11:14</c:v>
                </c:pt>
                <c:pt idx="3995">
                  <c:v>11:14</c:v>
                </c:pt>
                <c:pt idx="3996">
                  <c:v>11:14</c:v>
                </c:pt>
                <c:pt idx="3997">
                  <c:v>11:14</c:v>
                </c:pt>
                <c:pt idx="3998">
                  <c:v>11:14</c:v>
                </c:pt>
                <c:pt idx="3999">
                  <c:v>11:14</c:v>
                </c:pt>
                <c:pt idx="4000">
                  <c:v>11:14</c:v>
                </c:pt>
                <c:pt idx="4001">
                  <c:v>11:14</c:v>
                </c:pt>
                <c:pt idx="4002">
                  <c:v>11:14</c:v>
                </c:pt>
                <c:pt idx="4003">
                  <c:v>11:14</c:v>
                </c:pt>
                <c:pt idx="4004">
                  <c:v>11:14</c:v>
                </c:pt>
                <c:pt idx="4005">
                  <c:v>11:14</c:v>
                </c:pt>
                <c:pt idx="4006">
                  <c:v>11:14</c:v>
                </c:pt>
                <c:pt idx="4007">
                  <c:v>11:14</c:v>
                </c:pt>
                <c:pt idx="4008">
                  <c:v>11:14</c:v>
                </c:pt>
                <c:pt idx="4009">
                  <c:v>11:14</c:v>
                </c:pt>
                <c:pt idx="4010">
                  <c:v>11:14</c:v>
                </c:pt>
                <c:pt idx="4011">
                  <c:v>11:14</c:v>
                </c:pt>
                <c:pt idx="4012">
                  <c:v>11:14</c:v>
                </c:pt>
                <c:pt idx="4013">
                  <c:v>11:14</c:v>
                </c:pt>
                <c:pt idx="4014">
                  <c:v>11:14</c:v>
                </c:pt>
                <c:pt idx="4015">
                  <c:v>11:14</c:v>
                </c:pt>
                <c:pt idx="4016">
                  <c:v>11:14</c:v>
                </c:pt>
                <c:pt idx="4017">
                  <c:v>11:14</c:v>
                </c:pt>
                <c:pt idx="4018">
                  <c:v>11:14</c:v>
                </c:pt>
                <c:pt idx="4019">
                  <c:v>11:14</c:v>
                </c:pt>
                <c:pt idx="4020">
                  <c:v>11:15</c:v>
                </c:pt>
                <c:pt idx="4021">
                  <c:v>11:15</c:v>
                </c:pt>
                <c:pt idx="4022">
                  <c:v>11:15</c:v>
                </c:pt>
                <c:pt idx="4023">
                  <c:v>11:15</c:v>
                </c:pt>
                <c:pt idx="4024">
                  <c:v>11:15</c:v>
                </c:pt>
                <c:pt idx="4025">
                  <c:v>11:15</c:v>
                </c:pt>
                <c:pt idx="4026">
                  <c:v>11:15</c:v>
                </c:pt>
                <c:pt idx="4027">
                  <c:v>11:15</c:v>
                </c:pt>
                <c:pt idx="4028">
                  <c:v>11:15</c:v>
                </c:pt>
                <c:pt idx="4029">
                  <c:v>11:15</c:v>
                </c:pt>
                <c:pt idx="4030">
                  <c:v>11:15</c:v>
                </c:pt>
                <c:pt idx="4031">
                  <c:v>11:15</c:v>
                </c:pt>
                <c:pt idx="4032">
                  <c:v>11:15</c:v>
                </c:pt>
                <c:pt idx="4033">
                  <c:v>11:15</c:v>
                </c:pt>
                <c:pt idx="4034">
                  <c:v>11:15</c:v>
                </c:pt>
                <c:pt idx="4035">
                  <c:v>11:15</c:v>
                </c:pt>
                <c:pt idx="4036">
                  <c:v>11:15</c:v>
                </c:pt>
                <c:pt idx="4037">
                  <c:v>11:15</c:v>
                </c:pt>
                <c:pt idx="4038">
                  <c:v>11:15</c:v>
                </c:pt>
                <c:pt idx="4039">
                  <c:v>11:15</c:v>
                </c:pt>
                <c:pt idx="4040">
                  <c:v>11:15</c:v>
                </c:pt>
                <c:pt idx="4041">
                  <c:v>11:15</c:v>
                </c:pt>
                <c:pt idx="4042">
                  <c:v>11:15</c:v>
                </c:pt>
                <c:pt idx="4043">
                  <c:v>11:15</c:v>
                </c:pt>
                <c:pt idx="4044">
                  <c:v>11:15</c:v>
                </c:pt>
                <c:pt idx="4045">
                  <c:v>11:15</c:v>
                </c:pt>
                <c:pt idx="4046">
                  <c:v>11:15</c:v>
                </c:pt>
                <c:pt idx="4047">
                  <c:v>11:15</c:v>
                </c:pt>
                <c:pt idx="4048">
                  <c:v>11:15</c:v>
                </c:pt>
                <c:pt idx="4049">
                  <c:v>11:15</c:v>
                </c:pt>
                <c:pt idx="4050">
                  <c:v>11:16</c:v>
                </c:pt>
                <c:pt idx="4051">
                  <c:v>11:16</c:v>
                </c:pt>
                <c:pt idx="4052">
                  <c:v>11:16</c:v>
                </c:pt>
                <c:pt idx="4053">
                  <c:v>11:16</c:v>
                </c:pt>
                <c:pt idx="4054">
                  <c:v>11:16</c:v>
                </c:pt>
                <c:pt idx="4055">
                  <c:v>11:16</c:v>
                </c:pt>
                <c:pt idx="4056">
                  <c:v>11:16</c:v>
                </c:pt>
                <c:pt idx="4057">
                  <c:v>11:16</c:v>
                </c:pt>
                <c:pt idx="4058">
                  <c:v>11:16</c:v>
                </c:pt>
                <c:pt idx="4059">
                  <c:v>11:16</c:v>
                </c:pt>
                <c:pt idx="4060">
                  <c:v>11:16</c:v>
                </c:pt>
                <c:pt idx="4061">
                  <c:v>11:16</c:v>
                </c:pt>
                <c:pt idx="4062">
                  <c:v>11:16</c:v>
                </c:pt>
                <c:pt idx="4063">
                  <c:v>11:16</c:v>
                </c:pt>
                <c:pt idx="4064">
                  <c:v>11:16</c:v>
                </c:pt>
                <c:pt idx="4065">
                  <c:v>11:16</c:v>
                </c:pt>
                <c:pt idx="4066">
                  <c:v>11:16</c:v>
                </c:pt>
                <c:pt idx="4067">
                  <c:v>11:16</c:v>
                </c:pt>
                <c:pt idx="4068">
                  <c:v>11:16</c:v>
                </c:pt>
                <c:pt idx="4069">
                  <c:v>11:16</c:v>
                </c:pt>
                <c:pt idx="4070">
                  <c:v>11:16</c:v>
                </c:pt>
                <c:pt idx="4071">
                  <c:v>11:16</c:v>
                </c:pt>
                <c:pt idx="4072">
                  <c:v>11:16</c:v>
                </c:pt>
                <c:pt idx="4073">
                  <c:v>11:16</c:v>
                </c:pt>
                <c:pt idx="4074">
                  <c:v>11:16</c:v>
                </c:pt>
                <c:pt idx="4075">
                  <c:v>11:16</c:v>
                </c:pt>
                <c:pt idx="4076">
                  <c:v>11:16</c:v>
                </c:pt>
                <c:pt idx="4077">
                  <c:v>11:16</c:v>
                </c:pt>
                <c:pt idx="4078">
                  <c:v>11:16</c:v>
                </c:pt>
                <c:pt idx="4079">
                  <c:v>11:16</c:v>
                </c:pt>
                <c:pt idx="4080">
                  <c:v>11:17</c:v>
                </c:pt>
                <c:pt idx="4081">
                  <c:v>11:17</c:v>
                </c:pt>
                <c:pt idx="4082">
                  <c:v>11:17</c:v>
                </c:pt>
                <c:pt idx="4083">
                  <c:v>11:17</c:v>
                </c:pt>
                <c:pt idx="4084">
                  <c:v>11:17</c:v>
                </c:pt>
                <c:pt idx="4085">
                  <c:v>11:17</c:v>
                </c:pt>
                <c:pt idx="4086">
                  <c:v>11:17</c:v>
                </c:pt>
                <c:pt idx="4087">
                  <c:v>11:17</c:v>
                </c:pt>
                <c:pt idx="4088">
                  <c:v>11:17</c:v>
                </c:pt>
                <c:pt idx="4089">
                  <c:v>11:17</c:v>
                </c:pt>
                <c:pt idx="4090">
                  <c:v>11:17</c:v>
                </c:pt>
                <c:pt idx="4091">
                  <c:v>11:17</c:v>
                </c:pt>
                <c:pt idx="4092">
                  <c:v>11:17</c:v>
                </c:pt>
                <c:pt idx="4093">
                  <c:v>11:17</c:v>
                </c:pt>
                <c:pt idx="4094">
                  <c:v>11:17</c:v>
                </c:pt>
                <c:pt idx="4095">
                  <c:v>11:17</c:v>
                </c:pt>
                <c:pt idx="4096">
                  <c:v>11:17</c:v>
                </c:pt>
                <c:pt idx="4097">
                  <c:v>11:17</c:v>
                </c:pt>
                <c:pt idx="4098">
                  <c:v>11:17</c:v>
                </c:pt>
                <c:pt idx="4099">
                  <c:v>11:17</c:v>
                </c:pt>
                <c:pt idx="4100">
                  <c:v>11:17</c:v>
                </c:pt>
                <c:pt idx="4101">
                  <c:v>11:17</c:v>
                </c:pt>
                <c:pt idx="4102">
                  <c:v>11:17</c:v>
                </c:pt>
                <c:pt idx="4103">
                  <c:v>11:17</c:v>
                </c:pt>
                <c:pt idx="4104">
                  <c:v>11:17</c:v>
                </c:pt>
                <c:pt idx="4105">
                  <c:v>11:17</c:v>
                </c:pt>
                <c:pt idx="4106">
                  <c:v>11:17</c:v>
                </c:pt>
                <c:pt idx="4107">
                  <c:v>11:17</c:v>
                </c:pt>
                <c:pt idx="4108">
                  <c:v>11:17</c:v>
                </c:pt>
                <c:pt idx="4109">
                  <c:v>11:17</c:v>
                </c:pt>
                <c:pt idx="4110">
                  <c:v>11:18</c:v>
                </c:pt>
                <c:pt idx="4111">
                  <c:v>11:18</c:v>
                </c:pt>
                <c:pt idx="4112">
                  <c:v>11:18</c:v>
                </c:pt>
                <c:pt idx="4113">
                  <c:v>11:18</c:v>
                </c:pt>
                <c:pt idx="4114">
                  <c:v>11:18</c:v>
                </c:pt>
                <c:pt idx="4115">
                  <c:v>11:18</c:v>
                </c:pt>
                <c:pt idx="4116">
                  <c:v>11:18</c:v>
                </c:pt>
                <c:pt idx="4117">
                  <c:v>11:18</c:v>
                </c:pt>
                <c:pt idx="4118">
                  <c:v>11:18</c:v>
                </c:pt>
                <c:pt idx="4119">
                  <c:v>11:18</c:v>
                </c:pt>
                <c:pt idx="4120">
                  <c:v>11:18</c:v>
                </c:pt>
                <c:pt idx="4121">
                  <c:v>11:18</c:v>
                </c:pt>
                <c:pt idx="4122">
                  <c:v>11:18</c:v>
                </c:pt>
                <c:pt idx="4123">
                  <c:v>11:18</c:v>
                </c:pt>
                <c:pt idx="4124">
                  <c:v>11:18</c:v>
                </c:pt>
                <c:pt idx="4125">
                  <c:v>11:18</c:v>
                </c:pt>
                <c:pt idx="4126">
                  <c:v>11:18</c:v>
                </c:pt>
                <c:pt idx="4127">
                  <c:v>11:18</c:v>
                </c:pt>
                <c:pt idx="4128">
                  <c:v>11:18</c:v>
                </c:pt>
                <c:pt idx="4129">
                  <c:v>11:18</c:v>
                </c:pt>
                <c:pt idx="4130">
                  <c:v>11:18</c:v>
                </c:pt>
                <c:pt idx="4131">
                  <c:v>11:18</c:v>
                </c:pt>
                <c:pt idx="4132">
                  <c:v>11:18</c:v>
                </c:pt>
                <c:pt idx="4133">
                  <c:v>11:18</c:v>
                </c:pt>
                <c:pt idx="4134">
                  <c:v>11:18</c:v>
                </c:pt>
                <c:pt idx="4135">
                  <c:v>11:18</c:v>
                </c:pt>
                <c:pt idx="4136">
                  <c:v>11:18</c:v>
                </c:pt>
                <c:pt idx="4137">
                  <c:v>11:18</c:v>
                </c:pt>
                <c:pt idx="4138">
                  <c:v>11:18</c:v>
                </c:pt>
                <c:pt idx="4139">
                  <c:v>11:18</c:v>
                </c:pt>
                <c:pt idx="4140">
                  <c:v>11:19</c:v>
                </c:pt>
                <c:pt idx="4141">
                  <c:v>11:19</c:v>
                </c:pt>
                <c:pt idx="4142">
                  <c:v>11:19</c:v>
                </c:pt>
                <c:pt idx="4143">
                  <c:v>11:19</c:v>
                </c:pt>
                <c:pt idx="4144">
                  <c:v>11:19</c:v>
                </c:pt>
                <c:pt idx="4145">
                  <c:v>11:19</c:v>
                </c:pt>
                <c:pt idx="4146">
                  <c:v>11:19</c:v>
                </c:pt>
                <c:pt idx="4147">
                  <c:v>11:19</c:v>
                </c:pt>
                <c:pt idx="4148">
                  <c:v>11:19</c:v>
                </c:pt>
                <c:pt idx="4149">
                  <c:v>11:19</c:v>
                </c:pt>
                <c:pt idx="4150">
                  <c:v>11:19</c:v>
                </c:pt>
                <c:pt idx="4151">
                  <c:v>11:19</c:v>
                </c:pt>
                <c:pt idx="4152">
                  <c:v>11:19</c:v>
                </c:pt>
                <c:pt idx="4153">
                  <c:v>11:19</c:v>
                </c:pt>
                <c:pt idx="4154">
                  <c:v>11:19</c:v>
                </c:pt>
                <c:pt idx="4155">
                  <c:v>11:19</c:v>
                </c:pt>
                <c:pt idx="4156">
                  <c:v>11:19</c:v>
                </c:pt>
                <c:pt idx="4157">
                  <c:v>11:19</c:v>
                </c:pt>
                <c:pt idx="4158">
                  <c:v>11:19</c:v>
                </c:pt>
                <c:pt idx="4159">
                  <c:v>11:19</c:v>
                </c:pt>
                <c:pt idx="4160">
                  <c:v>11:19</c:v>
                </c:pt>
                <c:pt idx="4161">
                  <c:v>11:19</c:v>
                </c:pt>
                <c:pt idx="4162">
                  <c:v>11:19</c:v>
                </c:pt>
                <c:pt idx="4163">
                  <c:v>11:19</c:v>
                </c:pt>
                <c:pt idx="4164">
                  <c:v>11:19</c:v>
                </c:pt>
                <c:pt idx="4165">
                  <c:v>11:19</c:v>
                </c:pt>
                <c:pt idx="4166">
                  <c:v>11:19</c:v>
                </c:pt>
                <c:pt idx="4167">
                  <c:v>11:19</c:v>
                </c:pt>
                <c:pt idx="4168">
                  <c:v>11:19</c:v>
                </c:pt>
                <c:pt idx="4169">
                  <c:v>11:19</c:v>
                </c:pt>
                <c:pt idx="4170">
                  <c:v>11:20</c:v>
                </c:pt>
                <c:pt idx="4171">
                  <c:v>11:20</c:v>
                </c:pt>
                <c:pt idx="4172">
                  <c:v>11:20</c:v>
                </c:pt>
                <c:pt idx="4173">
                  <c:v>11:20</c:v>
                </c:pt>
                <c:pt idx="4174">
                  <c:v>11:20</c:v>
                </c:pt>
                <c:pt idx="4175">
                  <c:v>11:20</c:v>
                </c:pt>
                <c:pt idx="4176">
                  <c:v>11:20</c:v>
                </c:pt>
                <c:pt idx="4177">
                  <c:v>11:20</c:v>
                </c:pt>
                <c:pt idx="4178">
                  <c:v>11:20</c:v>
                </c:pt>
                <c:pt idx="4179">
                  <c:v>11:20</c:v>
                </c:pt>
                <c:pt idx="4180">
                  <c:v>11:20</c:v>
                </c:pt>
                <c:pt idx="4181">
                  <c:v>11:20</c:v>
                </c:pt>
                <c:pt idx="4182">
                  <c:v>11:20</c:v>
                </c:pt>
                <c:pt idx="4183">
                  <c:v>11:20</c:v>
                </c:pt>
                <c:pt idx="4184">
                  <c:v>11:20</c:v>
                </c:pt>
                <c:pt idx="4185">
                  <c:v>11:20</c:v>
                </c:pt>
                <c:pt idx="4186">
                  <c:v>11:20</c:v>
                </c:pt>
                <c:pt idx="4187">
                  <c:v>11:20</c:v>
                </c:pt>
                <c:pt idx="4188">
                  <c:v>11:20</c:v>
                </c:pt>
                <c:pt idx="4189">
                  <c:v>11:20</c:v>
                </c:pt>
                <c:pt idx="4190">
                  <c:v>11:20</c:v>
                </c:pt>
                <c:pt idx="4191">
                  <c:v>11:20</c:v>
                </c:pt>
                <c:pt idx="4192">
                  <c:v>11:20</c:v>
                </c:pt>
                <c:pt idx="4193">
                  <c:v>11:20</c:v>
                </c:pt>
                <c:pt idx="4194">
                  <c:v>11:20</c:v>
                </c:pt>
                <c:pt idx="4195">
                  <c:v>11:20</c:v>
                </c:pt>
                <c:pt idx="4196">
                  <c:v>11:20</c:v>
                </c:pt>
                <c:pt idx="4197">
                  <c:v>11:20</c:v>
                </c:pt>
                <c:pt idx="4198">
                  <c:v>11:20</c:v>
                </c:pt>
                <c:pt idx="4199">
                  <c:v>11:20</c:v>
                </c:pt>
                <c:pt idx="4200">
                  <c:v>11:21</c:v>
                </c:pt>
                <c:pt idx="4201">
                  <c:v>11:21</c:v>
                </c:pt>
                <c:pt idx="4202">
                  <c:v>11:21</c:v>
                </c:pt>
                <c:pt idx="4203">
                  <c:v>11:21</c:v>
                </c:pt>
                <c:pt idx="4204">
                  <c:v>11:21</c:v>
                </c:pt>
                <c:pt idx="4205">
                  <c:v>11:21</c:v>
                </c:pt>
                <c:pt idx="4206">
                  <c:v>11:21</c:v>
                </c:pt>
                <c:pt idx="4207">
                  <c:v>11:21</c:v>
                </c:pt>
                <c:pt idx="4208">
                  <c:v>11:21</c:v>
                </c:pt>
                <c:pt idx="4209">
                  <c:v>11:21</c:v>
                </c:pt>
                <c:pt idx="4210">
                  <c:v>11:21</c:v>
                </c:pt>
                <c:pt idx="4211">
                  <c:v>11:21</c:v>
                </c:pt>
                <c:pt idx="4212">
                  <c:v>11:21</c:v>
                </c:pt>
                <c:pt idx="4213">
                  <c:v>11:21</c:v>
                </c:pt>
                <c:pt idx="4214">
                  <c:v>11:21</c:v>
                </c:pt>
                <c:pt idx="4215">
                  <c:v>11:21</c:v>
                </c:pt>
                <c:pt idx="4216">
                  <c:v>11:21</c:v>
                </c:pt>
                <c:pt idx="4217">
                  <c:v>11:21</c:v>
                </c:pt>
                <c:pt idx="4218">
                  <c:v>11:21</c:v>
                </c:pt>
                <c:pt idx="4219">
                  <c:v>11:21</c:v>
                </c:pt>
                <c:pt idx="4220">
                  <c:v>11:21</c:v>
                </c:pt>
                <c:pt idx="4221">
                  <c:v>11:21</c:v>
                </c:pt>
                <c:pt idx="4222">
                  <c:v>11:21</c:v>
                </c:pt>
                <c:pt idx="4223">
                  <c:v>11:21</c:v>
                </c:pt>
                <c:pt idx="4224">
                  <c:v>11:21</c:v>
                </c:pt>
                <c:pt idx="4225">
                  <c:v>11:21</c:v>
                </c:pt>
                <c:pt idx="4226">
                  <c:v>11:21</c:v>
                </c:pt>
                <c:pt idx="4227">
                  <c:v>11:21</c:v>
                </c:pt>
                <c:pt idx="4228">
                  <c:v>11:21</c:v>
                </c:pt>
                <c:pt idx="4229">
                  <c:v>11:21</c:v>
                </c:pt>
                <c:pt idx="4230">
                  <c:v>11:22</c:v>
                </c:pt>
                <c:pt idx="4231">
                  <c:v>11:22</c:v>
                </c:pt>
                <c:pt idx="4232">
                  <c:v>11:22</c:v>
                </c:pt>
                <c:pt idx="4233">
                  <c:v>11:22</c:v>
                </c:pt>
                <c:pt idx="4234">
                  <c:v>11:22</c:v>
                </c:pt>
                <c:pt idx="4235">
                  <c:v>11:22</c:v>
                </c:pt>
                <c:pt idx="4236">
                  <c:v>11:22</c:v>
                </c:pt>
                <c:pt idx="4237">
                  <c:v>11:22</c:v>
                </c:pt>
                <c:pt idx="4238">
                  <c:v>11:22</c:v>
                </c:pt>
                <c:pt idx="4239">
                  <c:v>11:22</c:v>
                </c:pt>
                <c:pt idx="4240">
                  <c:v>11:22</c:v>
                </c:pt>
                <c:pt idx="4241">
                  <c:v>11:22</c:v>
                </c:pt>
                <c:pt idx="4242">
                  <c:v>11:22</c:v>
                </c:pt>
                <c:pt idx="4243">
                  <c:v>11:22</c:v>
                </c:pt>
                <c:pt idx="4244">
                  <c:v>11:22</c:v>
                </c:pt>
                <c:pt idx="4245">
                  <c:v>11:22</c:v>
                </c:pt>
                <c:pt idx="4246">
                  <c:v>11:22</c:v>
                </c:pt>
                <c:pt idx="4247">
                  <c:v>11:22</c:v>
                </c:pt>
                <c:pt idx="4248">
                  <c:v>11:22</c:v>
                </c:pt>
                <c:pt idx="4249">
                  <c:v>11:22</c:v>
                </c:pt>
                <c:pt idx="4250">
                  <c:v>11:22</c:v>
                </c:pt>
                <c:pt idx="4251">
                  <c:v>11:22</c:v>
                </c:pt>
                <c:pt idx="4252">
                  <c:v>11:22</c:v>
                </c:pt>
                <c:pt idx="4253">
                  <c:v>11:22</c:v>
                </c:pt>
                <c:pt idx="4254">
                  <c:v>11:22</c:v>
                </c:pt>
                <c:pt idx="4255">
                  <c:v>11:22</c:v>
                </c:pt>
                <c:pt idx="4256">
                  <c:v>11:22</c:v>
                </c:pt>
                <c:pt idx="4257">
                  <c:v>11:22</c:v>
                </c:pt>
                <c:pt idx="4258">
                  <c:v>11:22</c:v>
                </c:pt>
                <c:pt idx="4259">
                  <c:v>11:22</c:v>
                </c:pt>
                <c:pt idx="4260">
                  <c:v>11:23</c:v>
                </c:pt>
                <c:pt idx="4261">
                  <c:v>11:23</c:v>
                </c:pt>
                <c:pt idx="4262">
                  <c:v>11:23</c:v>
                </c:pt>
                <c:pt idx="4263">
                  <c:v>11:23</c:v>
                </c:pt>
                <c:pt idx="4264">
                  <c:v>11:23</c:v>
                </c:pt>
                <c:pt idx="4265">
                  <c:v>11:23</c:v>
                </c:pt>
                <c:pt idx="4266">
                  <c:v>11:23</c:v>
                </c:pt>
                <c:pt idx="4267">
                  <c:v>11:23</c:v>
                </c:pt>
                <c:pt idx="4268">
                  <c:v>11:23</c:v>
                </c:pt>
                <c:pt idx="4269">
                  <c:v>11:23</c:v>
                </c:pt>
                <c:pt idx="4270">
                  <c:v>11:23</c:v>
                </c:pt>
                <c:pt idx="4271">
                  <c:v>11:23</c:v>
                </c:pt>
                <c:pt idx="4272">
                  <c:v>11:23</c:v>
                </c:pt>
                <c:pt idx="4273">
                  <c:v>11:23</c:v>
                </c:pt>
                <c:pt idx="4274">
                  <c:v>11:23</c:v>
                </c:pt>
                <c:pt idx="4275">
                  <c:v>11:23</c:v>
                </c:pt>
                <c:pt idx="4276">
                  <c:v>11:23</c:v>
                </c:pt>
                <c:pt idx="4277">
                  <c:v>11:23</c:v>
                </c:pt>
                <c:pt idx="4278">
                  <c:v>11:23</c:v>
                </c:pt>
                <c:pt idx="4279">
                  <c:v>11:23</c:v>
                </c:pt>
                <c:pt idx="4280">
                  <c:v>11:23</c:v>
                </c:pt>
                <c:pt idx="4281">
                  <c:v>11:23</c:v>
                </c:pt>
                <c:pt idx="4282">
                  <c:v>11:23</c:v>
                </c:pt>
                <c:pt idx="4283">
                  <c:v>11:23</c:v>
                </c:pt>
                <c:pt idx="4284">
                  <c:v>11:23</c:v>
                </c:pt>
                <c:pt idx="4285">
                  <c:v>11:23</c:v>
                </c:pt>
                <c:pt idx="4286">
                  <c:v>11:23</c:v>
                </c:pt>
                <c:pt idx="4287">
                  <c:v>11:23</c:v>
                </c:pt>
                <c:pt idx="4288">
                  <c:v>11:23</c:v>
                </c:pt>
                <c:pt idx="4289">
                  <c:v>11:23</c:v>
                </c:pt>
                <c:pt idx="4290">
                  <c:v>11:24</c:v>
                </c:pt>
                <c:pt idx="4291">
                  <c:v>11:24</c:v>
                </c:pt>
                <c:pt idx="4292">
                  <c:v>11:24</c:v>
                </c:pt>
                <c:pt idx="4293">
                  <c:v>11:24</c:v>
                </c:pt>
                <c:pt idx="4294">
                  <c:v>11:24</c:v>
                </c:pt>
                <c:pt idx="4295">
                  <c:v>11:24</c:v>
                </c:pt>
                <c:pt idx="4296">
                  <c:v>11:24</c:v>
                </c:pt>
                <c:pt idx="4297">
                  <c:v>11:24</c:v>
                </c:pt>
                <c:pt idx="4298">
                  <c:v>11:24</c:v>
                </c:pt>
                <c:pt idx="4299">
                  <c:v>11:24</c:v>
                </c:pt>
                <c:pt idx="4300">
                  <c:v>11:24</c:v>
                </c:pt>
                <c:pt idx="4301">
                  <c:v>11:24</c:v>
                </c:pt>
                <c:pt idx="4302">
                  <c:v>11:24</c:v>
                </c:pt>
                <c:pt idx="4303">
                  <c:v>11:24</c:v>
                </c:pt>
                <c:pt idx="4304">
                  <c:v>11:24</c:v>
                </c:pt>
                <c:pt idx="4305">
                  <c:v>11:24</c:v>
                </c:pt>
                <c:pt idx="4306">
                  <c:v>11:24</c:v>
                </c:pt>
                <c:pt idx="4307">
                  <c:v>11:24</c:v>
                </c:pt>
                <c:pt idx="4308">
                  <c:v>11:24</c:v>
                </c:pt>
                <c:pt idx="4309">
                  <c:v>11:24</c:v>
                </c:pt>
                <c:pt idx="4310">
                  <c:v>11:24</c:v>
                </c:pt>
                <c:pt idx="4311">
                  <c:v>11:24</c:v>
                </c:pt>
                <c:pt idx="4312">
                  <c:v>11:24</c:v>
                </c:pt>
                <c:pt idx="4313">
                  <c:v>11:24</c:v>
                </c:pt>
                <c:pt idx="4314">
                  <c:v>11:24</c:v>
                </c:pt>
                <c:pt idx="4315">
                  <c:v>11:24</c:v>
                </c:pt>
                <c:pt idx="4316">
                  <c:v>11:24</c:v>
                </c:pt>
                <c:pt idx="4317">
                  <c:v>11:24</c:v>
                </c:pt>
                <c:pt idx="4318">
                  <c:v>11:24</c:v>
                </c:pt>
                <c:pt idx="4319">
                  <c:v>11:24</c:v>
                </c:pt>
                <c:pt idx="4320">
                  <c:v>11:25</c:v>
                </c:pt>
                <c:pt idx="4321">
                  <c:v>11:25</c:v>
                </c:pt>
                <c:pt idx="4322">
                  <c:v>11:25</c:v>
                </c:pt>
                <c:pt idx="4323">
                  <c:v>11:25</c:v>
                </c:pt>
                <c:pt idx="4324">
                  <c:v>11:25</c:v>
                </c:pt>
                <c:pt idx="4325">
                  <c:v>11:25</c:v>
                </c:pt>
                <c:pt idx="4326">
                  <c:v>11:25</c:v>
                </c:pt>
                <c:pt idx="4327">
                  <c:v>11:25</c:v>
                </c:pt>
                <c:pt idx="4328">
                  <c:v>11:25</c:v>
                </c:pt>
                <c:pt idx="4329">
                  <c:v>11:25</c:v>
                </c:pt>
                <c:pt idx="4330">
                  <c:v>11:25</c:v>
                </c:pt>
                <c:pt idx="4331">
                  <c:v>11:25</c:v>
                </c:pt>
                <c:pt idx="4332">
                  <c:v>11:25</c:v>
                </c:pt>
                <c:pt idx="4333">
                  <c:v>11:25</c:v>
                </c:pt>
                <c:pt idx="4334">
                  <c:v>11:25</c:v>
                </c:pt>
                <c:pt idx="4335">
                  <c:v>11:25</c:v>
                </c:pt>
                <c:pt idx="4336">
                  <c:v>11:25</c:v>
                </c:pt>
                <c:pt idx="4337">
                  <c:v>11:25</c:v>
                </c:pt>
                <c:pt idx="4338">
                  <c:v>11:25</c:v>
                </c:pt>
                <c:pt idx="4339">
                  <c:v>11:25</c:v>
                </c:pt>
                <c:pt idx="4340">
                  <c:v>11:25</c:v>
                </c:pt>
                <c:pt idx="4341">
                  <c:v>11:25</c:v>
                </c:pt>
                <c:pt idx="4342">
                  <c:v>11:25</c:v>
                </c:pt>
                <c:pt idx="4343">
                  <c:v>11:25</c:v>
                </c:pt>
                <c:pt idx="4344">
                  <c:v>11:25</c:v>
                </c:pt>
                <c:pt idx="4345">
                  <c:v>11:25</c:v>
                </c:pt>
                <c:pt idx="4346">
                  <c:v>11:25</c:v>
                </c:pt>
                <c:pt idx="4347">
                  <c:v>11:25</c:v>
                </c:pt>
                <c:pt idx="4348">
                  <c:v>11:25</c:v>
                </c:pt>
                <c:pt idx="4349">
                  <c:v>11:25</c:v>
                </c:pt>
                <c:pt idx="4350">
                  <c:v>11:26</c:v>
                </c:pt>
                <c:pt idx="4351">
                  <c:v>11:26</c:v>
                </c:pt>
                <c:pt idx="4352">
                  <c:v>11:26</c:v>
                </c:pt>
                <c:pt idx="4353">
                  <c:v>11:26</c:v>
                </c:pt>
                <c:pt idx="4354">
                  <c:v>11:26</c:v>
                </c:pt>
                <c:pt idx="4355">
                  <c:v>11:26</c:v>
                </c:pt>
                <c:pt idx="4356">
                  <c:v>11:26</c:v>
                </c:pt>
                <c:pt idx="4357">
                  <c:v>11:26</c:v>
                </c:pt>
                <c:pt idx="4358">
                  <c:v>11:26</c:v>
                </c:pt>
                <c:pt idx="4359">
                  <c:v>11:26</c:v>
                </c:pt>
                <c:pt idx="4360">
                  <c:v>11:26</c:v>
                </c:pt>
                <c:pt idx="4361">
                  <c:v>11:26</c:v>
                </c:pt>
                <c:pt idx="4362">
                  <c:v>11:26</c:v>
                </c:pt>
                <c:pt idx="4363">
                  <c:v>11:26</c:v>
                </c:pt>
                <c:pt idx="4364">
                  <c:v>11:26</c:v>
                </c:pt>
                <c:pt idx="4365">
                  <c:v>11:26</c:v>
                </c:pt>
                <c:pt idx="4366">
                  <c:v>11:26</c:v>
                </c:pt>
                <c:pt idx="4367">
                  <c:v>11:26</c:v>
                </c:pt>
                <c:pt idx="4368">
                  <c:v>11:26</c:v>
                </c:pt>
                <c:pt idx="4369">
                  <c:v>11:26</c:v>
                </c:pt>
                <c:pt idx="4370">
                  <c:v>11:26</c:v>
                </c:pt>
                <c:pt idx="4371">
                  <c:v>11:26</c:v>
                </c:pt>
                <c:pt idx="4372">
                  <c:v>11:26</c:v>
                </c:pt>
                <c:pt idx="4373">
                  <c:v>11:26</c:v>
                </c:pt>
                <c:pt idx="4374">
                  <c:v>11:26</c:v>
                </c:pt>
                <c:pt idx="4375">
                  <c:v>11:26</c:v>
                </c:pt>
                <c:pt idx="4376">
                  <c:v>11:26</c:v>
                </c:pt>
                <c:pt idx="4377">
                  <c:v>11:26</c:v>
                </c:pt>
                <c:pt idx="4378">
                  <c:v>11:26</c:v>
                </c:pt>
                <c:pt idx="4379">
                  <c:v>11:26</c:v>
                </c:pt>
                <c:pt idx="4380">
                  <c:v>11:27</c:v>
                </c:pt>
                <c:pt idx="4381">
                  <c:v>11:27</c:v>
                </c:pt>
                <c:pt idx="4382">
                  <c:v>11:27</c:v>
                </c:pt>
                <c:pt idx="4383">
                  <c:v>11:27</c:v>
                </c:pt>
                <c:pt idx="4384">
                  <c:v>11:27</c:v>
                </c:pt>
                <c:pt idx="4385">
                  <c:v>11:27</c:v>
                </c:pt>
                <c:pt idx="4386">
                  <c:v>11:27</c:v>
                </c:pt>
                <c:pt idx="4387">
                  <c:v>11:27</c:v>
                </c:pt>
                <c:pt idx="4388">
                  <c:v>11:27</c:v>
                </c:pt>
                <c:pt idx="4389">
                  <c:v>11:27</c:v>
                </c:pt>
                <c:pt idx="4390">
                  <c:v>11:27</c:v>
                </c:pt>
                <c:pt idx="4391">
                  <c:v>11:27</c:v>
                </c:pt>
                <c:pt idx="4392">
                  <c:v>11:27</c:v>
                </c:pt>
                <c:pt idx="4393">
                  <c:v>11:27</c:v>
                </c:pt>
                <c:pt idx="4394">
                  <c:v>11:27</c:v>
                </c:pt>
                <c:pt idx="4395">
                  <c:v>11:27</c:v>
                </c:pt>
                <c:pt idx="4396">
                  <c:v>11:27</c:v>
                </c:pt>
                <c:pt idx="4397">
                  <c:v>11:27</c:v>
                </c:pt>
                <c:pt idx="4398">
                  <c:v>11:27</c:v>
                </c:pt>
                <c:pt idx="4399">
                  <c:v>11:27</c:v>
                </c:pt>
                <c:pt idx="4400">
                  <c:v>11:27</c:v>
                </c:pt>
                <c:pt idx="4401">
                  <c:v>11:27</c:v>
                </c:pt>
                <c:pt idx="4402">
                  <c:v>11:27</c:v>
                </c:pt>
                <c:pt idx="4403">
                  <c:v>11:27</c:v>
                </c:pt>
                <c:pt idx="4404">
                  <c:v>11:27</c:v>
                </c:pt>
                <c:pt idx="4405">
                  <c:v>11:27</c:v>
                </c:pt>
                <c:pt idx="4406">
                  <c:v>11:27</c:v>
                </c:pt>
                <c:pt idx="4407">
                  <c:v>11:27</c:v>
                </c:pt>
                <c:pt idx="4408">
                  <c:v>11:27</c:v>
                </c:pt>
                <c:pt idx="4409">
                  <c:v>11:27</c:v>
                </c:pt>
                <c:pt idx="4410">
                  <c:v>11:28</c:v>
                </c:pt>
                <c:pt idx="4411">
                  <c:v>11:28</c:v>
                </c:pt>
                <c:pt idx="4412">
                  <c:v>11:28</c:v>
                </c:pt>
                <c:pt idx="4413">
                  <c:v>11:28</c:v>
                </c:pt>
                <c:pt idx="4414">
                  <c:v>11:28</c:v>
                </c:pt>
                <c:pt idx="4415">
                  <c:v>11:28</c:v>
                </c:pt>
                <c:pt idx="4416">
                  <c:v>11:28</c:v>
                </c:pt>
                <c:pt idx="4417">
                  <c:v>11:28</c:v>
                </c:pt>
                <c:pt idx="4418">
                  <c:v>11:28</c:v>
                </c:pt>
                <c:pt idx="4419">
                  <c:v>11:28</c:v>
                </c:pt>
                <c:pt idx="4420">
                  <c:v>11:28</c:v>
                </c:pt>
                <c:pt idx="4421">
                  <c:v>11:28</c:v>
                </c:pt>
                <c:pt idx="4422">
                  <c:v>11:28</c:v>
                </c:pt>
                <c:pt idx="4423">
                  <c:v>11:28</c:v>
                </c:pt>
                <c:pt idx="4424">
                  <c:v>11:28</c:v>
                </c:pt>
                <c:pt idx="4425">
                  <c:v>11:28</c:v>
                </c:pt>
                <c:pt idx="4426">
                  <c:v>11:28</c:v>
                </c:pt>
                <c:pt idx="4427">
                  <c:v>11:28</c:v>
                </c:pt>
                <c:pt idx="4428">
                  <c:v>11:28</c:v>
                </c:pt>
                <c:pt idx="4429">
                  <c:v>11:28</c:v>
                </c:pt>
                <c:pt idx="4430">
                  <c:v>11:28</c:v>
                </c:pt>
                <c:pt idx="4431">
                  <c:v>11:28</c:v>
                </c:pt>
                <c:pt idx="4432">
                  <c:v>11:28</c:v>
                </c:pt>
                <c:pt idx="4433">
                  <c:v>11:28</c:v>
                </c:pt>
                <c:pt idx="4434">
                  <c:v>11:28</c:v>
                </c:pt>
                <c:pt idx="4435">
                  <c:v>11:28</c:v>
                </c:pt>
                <c:pt idx="4436">
                  <c:v>11:28</c:v>
                </c:pt>
                <c:pt idx="4437">
                  <c:v>11:28</c:v>
                </c:pt>
                <c:pt idx="4438">
                  <c:v>11:28</c:v>
                </c:pt>
                <c:pt idx="4439">
                  <c:v>11:28</c:v>
                </c:pt>
                <c:pt idx="4440">
                  <c:v>11:29</c:v>
                </c:pt>
                <c:pt idx="4441">
                  <c:v>11:29</c:v>
                </c:pt>
                <c:pt idx="4442">
                  <c:v>11:29</c:v>
                </c:pt>
                <c:pt idx="4443">
                  <c:v>11:29</c:v>
                </c:pt>
                <c:pt idx="4444">
                  <c:v>11:29</c:v>
                </c:pt>
                <c:pt idx="4445">
                  <c:v>11:29</c:v>
                </c:pt>
                <c:pt idx="4446">
                  <c:v>11:29</c:v>
                </c:pt>
                <c:pt idx="4447">
                  <c:v>11:29</c:v>
                </c:pt>
                <c:pt idx="4448">
                  <c:v>11:29</c:v>
                </c:pt>
                <c:pt idx="4449">
                  <c:v>11:29</c:v>
                </c:pt>
                <c:pt idx="4450">
                  <c:v>11:29</c:v>
                </c:pt>
                <c:pt idx="4451">
                  <c:v>11:29</c:v>
                </c:pt>
                <c:pt idx="4452">
                  <c:v>11:29</c:v>
                </c:pt>
                <c:pt idx="4453">
                  <c:v>11:29</c:v>
                </c:pt>
                <c:pt idx="4454">
                  <c:v>11:29</c:v>
                </c:pt>
                <c:pt idx="4455">
                  <c:v>11:29</c:v>
                </c:pt>
                <c:pt idx="4456">
                  <c:v>11:29</c:v>
                </c:pt>
                <c:pt idx="4457">
                  <c:v>11:29</c:v>
                </c:pt>
                <c:pt idx="4458">
                  <c:v>11:29</c:v>
                </c:pt>
                <c:pt idx="4459">
                  <c:v>11:29</c:v>
                </c:pt>
                <c:pt idx="4460">
                  <c:v>11:29</c:v>
                </c:pt>
                <c:pt idx="4461">
                  <c:v>11:29</c:v>
                </c:pt>
                <c:pt idx="4462">
                  <c:v>11:29</c:v>
                </c:pt>
                <c:pt idx="4463">
                  <c:v>11:29</c:v>
                </c:pt>
                <c:pt idx="4464">
                  <c:v>11:29</c:v>
                </c:pt>
                <c:pt idx="4465">
                  <c:v>11:29</c:v>
                </c:pt>
                <c:pt idx="4466">
                  <c:v>11:29</c:v>
                </c:pt>
                <c:pt idx="4467">
                  <c:v>11:29</c:v>
                </c:pt>
                <c:pt idx="4468">
                  <c:v>11:29</c:v>
                </c:pt>
                <c:pt idx="4469">
                  <c:v>11:29</c:v>
                </c:pt>
                <c:pt idx="4470">
                  <c:v>11:30</c:v>
                </c:pt>
                <c:pt idx="4471">
                  <c:v>11:30</c:v>
                </c:pt>
                <c:pt idx="4472">
                  <c:v>11:30</c:v>
                </c:pt>
                <c:pt idx="4473">
                  <c:v>11:30</c:v>
                </c:pt>
                <c:pt idx="4474">
                  <c:v>11:30</c:v>
                </c:pt>
                <c:pt idx="4475">
                  <c:v>11:30</c:v>
                </c:pt>
                <c:pt idx="4476">
                  <c:v>11:30</c:v>
                </c:pt>
                <c:pt idx="4477">
                  <c:v>11:30</c:v>
                </c:pt>
                <c:pt idx="4478">
                  <c:v>11:30</c:v>
                </c:pt>
                <c:pt idx="4479">
                  <c:v>11:30</c:v>
                </c:pt>
                <c:pt idx="4480">
                  <c:v>11:30</c:v>
                </c:pt>
                <c:pt idx="4481">
                  <c:v>11:30</c:v>
                </c:pt>
                <c:pt idx="4482">
                  <c:v>11:30</c:v>
                </c:pt>
                <c:pt idx="4483">
                  <c:v>11:30</c:v>
                </c:pt>
                <c:pt idx="4484">
                  <c:v>11:30</c:v>
                </c:pt>
                <c:pt idx="4485">
                  <c:v>11:30</c:v>
                </c:pt>
                <c:pt idx="4486">
                  <c:v>11:30</c:v>
                </c:pt>
                <c:pt idx="4487">
                  <c:v>11:30</c:v>
                </c:pt>
                <c:pt idx="4488">
                  <c:v>11:30</c:v>
                </c:pt>
                <c:pt idx="4489">
                  <c:v>11:30</c:v>
                </c:pt>
                <c:pt idx="4490">
                  <c:v>11:30</c:v>
                </c:pt>
                <c:pt idx="4491">
                  <c:v>11:30</c:v>
                </c:pt>
                <c:pt idx="4492">
                  <c:v>11:30</c:v>
                </c:pt>
                <c:pt idx="4493">
                  <c:v>11:30</c:v>
                </c:pt>
                <c:pt idx="4494">
                  <c:v>11:30</c:v>
                </c:pt>
                <c:pt idx="4495">
                  <c:v>11:30</c:v>
                </c:pt>
                <c:pt idx="4496">
                  <c:v>11:30</c:v>
                </c:pt>
                <c:pt idx="4497">
                  <c:v>11:30</c:v>
                </c:pt>
                <c:pt idx="4498">
                  <c:v>11:30</c:v>
                </c:pt>
                <c:pt idx="4499">
                  <c:v>11:30</c:v>
                </c:pt>
                <c:pt idx="4500">
                  <c:v>11:31</c:v>
                </c:pt>
                <c:pt idx="4501">
                  <c:v>11:31</c:v>
                </c:pt>
                <c:pt idx="4502">
                  <c:v>11:31</c:v>
                </c:pt>
                <c:pt idx="4503">
                  <c:v>11:31</c:v>
                </c:pt>
                <c:pt idx="4504">
                  <c:v>11:31</c:v>
                </c:pt>
                <c:pt idx="4505">
                  <c:v>11:31</c:v>
                </c:pt>
                <c:pt idx="4506">
                  <c:v>11:31</c:v>
                </c:pt>
                <c:pt idx="4507">
                  <c:v>11:31</c:v>
                </c:pt>
                <c:pt idx="4508">
                  <c:v>11:31</c:v>
                </c:pt>
                <c:pt idx="4509">
                  <c:v>11:31</c:v>
                </c:pt>
                <c:pt idx="4510">
                  <c:v>11:31</c:v>
                </c:pt>
                <c:pt idx="4511">
                  <c:v>11:31</c:v>
                </c:pt>
                <c:pt idx="4512">
                  <c:v>11:31</c:v>
                </c:pt>
                <c:pt idx="4513">
                  <c:v>11:31</c:v>
                </c:pt>
                <c:pt idx="4514">
                  <c:v>11:31</c:v>
                </c:pt>
                <c:pt idx="4515">
                  <c:v>11:31</c:v>
                </c:pt>
                <c:pt idx="4516">
                  <c:v>11:31</c:v>
                </c:pt>
                <c:pt idx="4517">
                  <c:v>11:31</c:v>
                </c:pt>
                <c:pt idx="4518">
                  <c:v>11:31</c:v>
                </c:pt>
                <c:pt idx="4519">
                  <c:v>11:31</c:v>
                </c:pt>
                <c:pt idx="4520">
                  <c:v>11:31</c:v>
                </c:pt>
                <c:pt idx="4521">
                  <c:v>11:31</c:v>
                </c:pt>
                <c:pt idx="4522">
                  <c:v>11:31</c:v>
                </c:pt>
                <c:pt idx="4523">
                  <c:v>11:31</c:v>
                </c:pt>
                <c:pt idx="4524">
                  <c:v>11:31</c:v>
                </c:pt>
                <c:pt idx="4525">
                  <c:v>11:31</c:v>
                </c:pt>
                <c:pt idx="4526">
                  <c:v>11:31</c:v>
                </c:pt>
                <c:pt idx="4527">
                  <c:v>11:31</c:v>
                </c:pt>
                <c:pt idx="4528">
                  <c:v>11:31</c:v>
                </c:pt>
                <c:pt idx="4529">
                  <c:v>11:31</c:v>
                </c:pt>
                <c:pt idx="4530">
                  <c:v>11:32</c:v>
                </c:pt>
                <c:pt idx="4531">
                  <c:v>11:32</c:v>
                </c:pt>
                <c:pt idx="4532">
                  <c:v>11:32</c:v>
                </c:pt>
                <c:pt idx="4533">
                  <c:v>11:32</c:v>
                </c:pt>
                <c:pt idx="4534">
                  <c:v>11:32</c:v>
                </c:pt>
                <c:pt idx="4535">
                  <c:v>11:32</c:v>
                </c:pt>
                <c:pt idx="4536">
                  <c:v>11:32</c:v>
                </c:pt>
                <c:pt idx="4537">
                  <c:v>11:32</c:v>
                </c:pt>
                <c:pt idx="4538">
                  <c:v>11:32</c:v>
                </c:pt>
                <c:pt idx="4539">
                  <c:v>11:32</c:v>
                </c:pt>
                <c:pt idx="4540">
                  <c:v>11:32</c:v>
                </c:pt>
                <c:pt idx="4541">
                  <c:v>11:32</c:v>
                </c:pt>
                <c:pt idx="4542">
                  <c:v>11:32</c:v>
                </c:pt>
                <c:pt idx="4543">
                  <c:v>11:32</c:v>
                </c:pt>
                <c:pt idx="4544">
                  <c:v>11:32</c:v>
                </c:pt>
                <c:pt idx="4545">
                  <c:v>11:32</c:v>
                </c:pt>
                <c:pt idx="4546">
                  <c:v>11:32</c:v>
                </c:pt>
                <c:pt idx="4547">
                  <c:v>11:32</c:v>
                </c:pt>
                <c:pt idx="4548">
                  <c:v>11:32</c:v>
                </c:pt>
                <c:pt idx="4549">
                  <c:v>11:32</c:v>
                </c:pt>
                <c:pt idx="4550">
                  <c:v>11:32</c:v>
                </c:pt>
                <c:pt idx="4551">
                  <c:v>11:32</c:v>
                </c:pt>
                <c:pt idx="4552">
                  <c:v>11:32</c:v>
                </c:pt>
                <c:pt idx="4553">
                  <c:v>11:32</c:v>
                </c:pt>
                <c:pt idx="4554">
                  <c:v>11:32</c:v>
                </c:pt>
                <c:pt idx="4555">
                  <c:v>11:32</c:v>
                </c:pt>
                <c:pt idx="4556">
                  <c:v>11:32</c:v>
                </c:pt>
                <c:pt idx="4557">
                  <c:v>11:32</c:v>
                </c:pt>
                <c:pt idx="4558">
                  <c:v>11:32</c:v>
                </c:pt>
                <c:pt idx="4559">
                  <c:v>11:32</c:v>
                </c:pt>
                <c:pt idx="4560">
                  <c:v>11:33</c:v>
                </c:pt>
                <c:pt idx="4561">
                  <c:v>11:33</c:v>
                </c:pt>
                <c:pt idx="4562">
                  <c:v>11:33</c:v>
                </c:pt>
                <c:pt idx="4563">
                  <c:v>11:33</c:v>
                </c:pt>
                <c:pt idx="4564">
                  <c:v>11:33</c:v>
                </c:pt>
                <c:pt idx="4565">
                  <c:v>11:33</c:v>
                </c:pt>
                <c:pt idx="4566">
                  <c:v>11:33</c:v>
                </c:pt>
                <c:pt idx="4567">
                  <c:v>11:33</c:v>
                </c:pt>
                <c:pt idx="4568">
                  <c:v>11:33</c:v>
                </c:pt>
                <c:pt idx="4569">
                  <c:v>11:33</c:v>
                </c:pt>
                <c:pt idx="4570">
                  <c:v>11:33</c:v>
                </c:pt>
                <c:pt idx="4571">
                  <c:v>11:33</c:v>
                </c:pt>
                <c:pt idx="4572">
                  <c:v>11:33</c:v>
                </c:pt>
                <c:pt idx="4573">
                  <c:v>11:33</c:v>
                </c:pt>
                <c:pt idx="4574">
                  <c:v>11:33</c:v>
                </c:pt>
                <c:pt idx="4575">
                  <c:v>11:33</c:v>
                </c:pt>
                <c:pt idx="4576">
                  <c:v>11:33</c:v>
                </c:pt>
                <c:pt idx="4577">
                  <c:v>11:33</c:v>
                </c:pt>
                <c:pt idx="4578">
                  <c:v>11:33</c:v>
                </c:pt>
                <c:pt idx="4579">
                  <c:v>11:33</c:v>
                </c:pt>
                <c:pt idx="4580">
                  <c:v>11:33</c:v>
                </c:pt>
                <c:pt idx="4581">
                  <c:v>11:33</c:v>
                </c:pt>
                <c:pt idx="4582">
                  <c:v>11:33</c:v>
                </c:pt>
                <c:pt idx="4583">
                  <c:v>11:33</c:v>
                </c:pt>
                <c:pt idx="4584">
                  <c:v>11:33</c:v>
                </c:pt>
                <c:pt idx="4585">
                  <c:v>11:33</c:v>
                </c:pt>
                <c:pt idx="4586">
                  <c:v>11:33</c:v>
                </c:pt>
                <c:pt idx="4587">
                  <c:v>11:33</c:v>
                </c:pt>
                <c:pt idx="4588">
                  <c:v>11:33</c:v>
                </c:pt>
                <c:pt idx="4589">
                  <c:v>11:33</c:v>
                </c:pt>
                <c:pt idx="4590">
                  <c:v>11:34</c:v>
                </c:pt>
                <c:pt idx="4591">
                  <c:v>11:34</c:v>
                </c:pt>
                <c:pt idx="4592">
                  <c:v>11:34</c:v>
                </c:pt>
                <c:pt idx="4593">
                  <c:v>11:34</c:v>
                </c:pt>
                <c:pt idx="4594">
                  <c:v>11:34</c:v>
                </c:pt>
                <c:pt idx="4595">
                  <c:v>11:34</c:v>
                </c:pt>
                <c:pt idx="4596">
                  <c:v>11:34</c:v>
                </c:pt>
                <c:pt idx="4597">
                  <c:v>11:34</c:v>
                </c:pt>
                <c:pt idx="4598">
                  <c:v>11:34</c:v>
                </c:pt>
                <c:pt idx="4599">
                  <c:v>11:34</c:v>
                </c:pt>
                <c:pt idx="4600">
                  <c:v>11:34</c:v>
                </c:pt>
                <c:pt idx="4601">
                  <c:v>11:34</c:v>
                </c:pt>
                <c:pt idx="4602">
                  <c:v>11:34</c:v>
                </c:pt>
                <c:pt idx="4603">
                  <c:v>11:34</c:v>
                </c:pt>
                <c:pt idx="4604">
                  <c:v>11:34</c:v>
                </c:pt>
                <c:pt idx="4605">
                  <c:v>11:34</c:v>
                </c:pt>
                <c:pt idx="4606">
                  <c:v>11:34</c:v>
                </c:pt>
                <c:pt idx="4607">
                  <c:v>11:34</c:v>
                </c:pt>
                <c:pt idx="4608">
                  <c:v>11:34</c:v>
                </c:pt>
                <c:pt idx="4609">
                  <c:v>11:34</c:v>
                </c:pt>
                <c:pt idx="4610">
                  <c:v>11:34</c:v>
                </c:pt>
                <c:pt idx="4611">
                  <c:v>11:34</c:v>
                </c:pt>
                <c:pt idx="4612">
                  <c:v>11:34</c:v>
                </c:pt>
                <c:pt idx="4613">
                  <c:v>11:34</c:v>
                </c:pt>
                <c:pt idx="4614">
                  <c:v>11:34</c:v>
                </c:pt>
                <c:pt idx="4615">
                  <c:v>11:34</c:v>
                </c:pt>
                <c:pt idx="4616">
                  <c:v>11:34</c:v>
                </c:pt>
                <c:pt idx="4617">
                  <c:v>11:34</c:v>
                </c:pt>
                <c:pt idx="4618">
                  <c:v>11:34</c:v>
                </c:pt>
                <c:pt idx="4619">
                  <c:v>11:34</c:v>
                </c:pt>
                <c:pt idx="4620">
                  <c:v>11:35</c:v>
                </c:pt>
                <c:pt idx="4621">
                  <c:v>11:35</c:v>
                </c:pt>
                <c:pt idx="4622">
                  <c:v>11:35</c:v>
                </c:pt>
                <c:pt idx="4623">
                  <c:v>11:35</c:v>
                </c:pt>
                <c:pt idx="4624">
                  <c:v>11:35</c:v>
                </c:pt>
                <c:pt idx="4625">
                  <c:v>11:35</c:v>
                </c:pt>
                <c:pt idx="4626">
                  <c:v>11:35</c:v>
                </c:pt>
                <c:pt idx="4627">
                  <c:v>11:35</c:v>
                </c:pt>
                <c:pt idx="4628">
                  <c:v>11:35</c:v>
                </c:pt>
                <c:pt idx="4629">
                  <c:v>11:35</c:v>
                </c:pt>
                <c:pt idx="4630">
                  <c:v>11:35</c:v>
                </c:pt>
                <c:pt idx="4631">
                  <c:v>11:35</c:v>
                </c:pt>
                <c:pt idx="4632">
                  <c:v>11:35</c:v>
                </c:pt>
                <c:pt idx="4633">
                  <c:v>11:35</c:v>
                </c:pt>
                <c:pt idx="4634">
                  <c:v>11:35</c:v>
                </c:pt>
                <c:pt idx="4635">
                  <c:v>11:35</c:v>
                </c:pt>
                <c:pt idx="4636">
                  <c:v>11:35</c:v>
                </c:pt>
                <c:pt idx="4637">
                  <c:v>11:35</c:v>
                </c:pt>
                <c:pt idx="4638">
                  <c:v>11:35</c:v>
                </c:pt>
                <c:pt idx="4639">
                  <c:v>11:35</c:v>
                </c:pt>
                <c:pt idx="4640">
                  <c:v>11:35</c:v>
                </c:pt>
                <c:pt idx="4641">
                  <c:v>11:35</c:v>
                </c:pt>
                <c:pt idx="4642">
                  <c:v>11:35</c:v>
                </c:pt>
                <c:pt idx="4643">
                  <c:v>11:35</c:v>
                </c:pt>
                <c:pt idx="4644">
                  <c:v>11:35</c:v>
                </c:pt>
                <c:pt idx="4645">
                  <c:v>11:35</c:v>
                </c:pt>
                <c:pt idx="4646">
                  <c:v>11:35</c:v>
                </c:pt>
                <c:pt idx="4647">
                  <c:v>11:35</c:v>
                </c:pt>
                <c:pt idx="4648">
                  <c:v>11:35</c:v>
                </c:pt>
                <c:pt idx="4649">
                  <c:v>11:35</c:v>
                </c:pt>
                <c:pt idx="4650">
                  <c:v>11:36</c:v>
                </c:pt>
                <c:pt idx="4651">
                  <c:v>11:36</c:v>
                </c:pt>
                <c:pt idx="4652">
                  <c:v>11:36</c:v>
                </c:pt>
                <c:pt idx="4653">
                  <c:v>11:36</c:v>
                </c:pt>
                <c:pt idx="4654">
                  <c:v>11:36</c:v>
                </c:pt>
                <c:pt idx="4655">
                  <c:v>11:36</c:v>
                </c:pt>
                <c:pt idx="4656">
                  <c:v>11:36</c:v>
                </c:pt>
                <c:pt idx="4657">
                  <c:v>11:36</c:v>
                </c:pt>
                <c:pt idx="4658">
                  <c:v>11:36</c:v>
                </c:pt>
                <c:pt idx="4659">
                  <c:v>11:36</c:v>
                </c:pt>
                <c:pt idx="4660">
                  <c:v>11:36</c:v>
                </c:pt>
                <c:pt idx="4661">
                  <c:v>11:36</c:v>
                </c:pt>
                <c:pt idx="4662">
                  <c:v>11:36</c:v>
                </c:pt>
                <c:pt idx="4663">
                  <c:v>11:36</c:v>
                </c:pt>
                <c:pt idx="4664">
                  <c:v>11:36</c:v>
                </c:pt>
                <c:pt idx="4665">
                  <c:v>11:36</c:v>
                </c:pt>
                <c:pt idx="4666">
                  <c:v>11:36</c:v>
                </c:pt>
                <c:pt idx="4667">
                  <c:v>11:36</c:v>
                </c:pt>
                <c:pt idx="4668">
                  <c:v>11:36</c:v>
                </c:pt>
                <c:pt idx="4669">
                  <c:v>11:36</c:v>
                </c:pt>
                <c:pt idx="4670">
                  <c:v>11:36</c:v>
                </c:pt>
                <c:pt idx="4671">
                  <c:v>11:36</c:v>
                </c:pt>
                <c:pt idx="4672">
                  <c:v>11:36</c:v>
                </c:pt>
                <c:pt idx="4673">
                  <c:v>11:36</c:v>
                </c:pt>
                <c:pt idx="4674">
                  <c:v>11:36</c:v>
                </c:pt>
                <c:pt idx="4675">
                  <c:v>11:36</c:v>
                </c:pt>
                <c:pt idx="4676">
                  <c:v>11:36</c:v>
                </c:pt>
                <c:pt idx="4677">
                  <c:v>11:36</c:v>
                </c:pt>
                <c:pt idx="4678">
                  <c:v>11:36</c:v>
                </c:pt>
                <c:pt idx="4679">
                  <c:v>11:36</c:v>
                </c:pt>
                <c:pt idx="4680">
                  <c:v>11:37</c:v>
                </c:pt>
                <c:pt idx="4681">
                  <c:v>11:37</c:v>
                </c:pt>
                <c:pt idx="4682">
                  <c:v>11:37</c:v>
                </c:pt>
                <c:pt idx="4683">
                  <c:v>11:37</c:v>
                </c:pt>
                <c:pt idx="4684">
                  <c:v>11:37</c:v>
                </c:pt>
                <c:pt idx="4685">
                  <c:v>11:37</c:v>
                </c:pt>
                <c:pt idx="4686">
                  <c:v>11:37</c:v>
                </c:pt>
                <c:pt idx="4687">
                  <c:v>11:37</c:v>
                </c:pt>
                <c:pt idx="4688">
                  <c:v>11:37</c:v>
                </c:pt>
                <c:pt idx="4689">
                  <c:v>11:37</c:v>
                </c:pt>
                <c:pt idx="4690">
                  <c:v>11:37</c:v>
                </c:pt>
                <c:pt idx="4691">
                  <c:v>11:37</c:v>
                </c:pt>
                <c:pt idx="4692">
                  <c:v>11:37</c:v>
                </c:pt>
                <c:pt idx="4693">
                  <c:v>11:37</c:v>
                </c:pt>
                <c:pt idx="4694">
                  <c:v>11:37</c:v>
                </c:pt>
                <c:pt idx="4695">
                  <c:v>11:37</c:v>
                </c:pt>
                <c:pt idx="4696">
                  <c:v>11:37</c:v>
                </c:pt>
                <c:pt idx="4697">
                  <c:v>11:37</c:v>
                </c:pt>
                <c:pt idx="4698">
                  <c:v>11:37</c:v>
                </c:pt>
                <c:pt idx="4699">
                  <c:v>11:37</c:v>
                </c:pt>
                <c:pt idx="4700">
                  <c:v>11:37</c:v>
                </c:pt>
                <c:pt idx="4701">
                  <c:v>11:37</c:v>
                </c:pt>
                <c:pt idx="4702">
                  <c:v>11:37</c:v>
                </c:pt>
                <c:pt idx="4703">
                  <c:v>11:37</c:v>
                </c:pt>
                <c:pt idx="4704">
                  <c:v>11:37</c:v>
                </c:pt>
                <c:pt idx="4705">
                  <c:v>11:37</c:v>
                </c:pt>
                <c:pt idx="4706">
                  <c:v>11:37</c:v>
                </c:pt>
                <c:pt idx="4707">
                  <c:v>11:37</c:v>
                </c:pt>
                <c:pt idx="4708">
                  <c:v>11:37</c:v>
                </c:pt>
                <c:pt idx="4709">
                  <c:v>11:37</c:v>
                </c:pt>
                <c:pt idx="4710">
                  <c:v>11:38</c:v>
                </c:pt>
                <c:pt idx="4711">
                  <c:v>11:38</c:v>
                </c:pt>
                <c:pt idx="4712">
                  <c:v>11:38</c:v>
                </c:pt>
                <c:pt idx="4713">
                  <c:v>11:38</c:v>
                </c:pt>
                <c:pt idx="4714">
                  <c:v>11:38</c:v>
                </c:pt>
                <c:pt idx="4715">
                  <c:v>11:38</c:v>
                </c:pt>
                <c:pt idx="4716">
                  <c:v>11:38</c:v>
                </c:pt>
                <c:pt idx="4717">
                  <c:v>11:38</c:v>
                </c:pt>
                <c:pt idx="4718">
                  <c:v>11:38</c:v>
                </c:pt>
                <c:pt idx="4719">
                  <c:v>11:38</c:v>
                </c:pt>
                <c:pt idx="4720">
                  <c:v>11:38</c:v>
                </c:pt>
                <c:pt idx="4721">
                  <c:v>11:38</c:v>
                </c:pt>
                <c:pt idx="4722">
                  <c:v>11:38</c:v>
                </c:pt>
                <c:pt idx="4723">
                  <c:v>11:38</c:v>
                </c:pt>
                <c:pt idx="4724">
                  <c:v>11:38</c:v>
                </c:pt>
                <c:pt idx="4725">
                  <c:v>11:38</c:v>
                </c:pt>
                <c:pt idx="4726">
                  <c:v>11:38</c:v>
                </c:pt>
                <c:pt idx="4727">
                  <c:v>11:38</c:v>
                </c:pt>
                <c:pt idx="4728">
                  <c:v>11:38</c:v>
                </c:pt>
                <c:pt idx="4729">
                  <c:v>11:38</c:v>
                </c:pt>
                <c:pt idx="4730">
                  <c:v>11:38</c:v>
                </c:pt>
                <c:pt idx="4731">
                  <c:v>11:38</c:v>
                </c:pt>
                <c:pt idx="4732">
                  <c:v>11:38</c:v>
                </c:pt>
                <c:pt idx="4733">
                  <c:v>11:38</c:v>
                </c:pt>
                <c:pt idx="4734">
                  <c:v>11:38</c:v>
                </c:pt>
                <c:pt idx="4735">
                  <c:v>11:38</c:v>
                </c:pt>
                <c:pt idx="4736">
                  <c:v>11:38</c:v>
                </c:pt>
                <c:pt idx="4737">
                  <c:v>11:38</c:v>
                </c:pt>
                <c:pt idx="4738">
                  <c:v>11:38</c:v>
                </c:pt>
                <c:pt idx="4739">
                  <c:v>11:38</c:v>
                </c:pt>
                <c:pt idx="4740">
                  <c:v>11:39</c:v>
                </c:pt>
                <c:pt idx="4741">
                  <c:v>11:39</c:v>
                </c:pt>
                <c:pt idx="4742">
                  <c:v>11:39</c:v>
                </c:pt>
                <c:pt idx="4743">
                  <c:v>11:39</c:v>
                </c:pt>
                <c:pt idx="4744">
                  <c:v>11:39</c:v>
                </c:pt>
                <c:pt idx="4745">
                  <c:v>11:39</c:v>
                </c:pt>
                <c:pt idx="4746">
                  <c:v>11:39</c:v>
                </c:pt>
                <c:pt idx="4747">
                  <c:v>11:39</c:v>
                </c:pt>
                <c:pt idx="4748">
                  <c:v>11:39</c:v>
                </c:pt>
                <c:pt idx="4749">
                  <c:v>11:39</c:v>
                </c:pt>
                <c:pt idx="4750">
                  <c:v>11:39</c:v>
                </c:pt>
                <c:pt idx="4751">
                  <c:v>11:39</c:v>
                </c:pt>
                <c:pt idx="4752">
                  <c:v>11:39</c:v>
                </c:pt>
                <c:pt idx="4753">
                  <c:v>11:39</c:v>
                </c:pt>
                <c:pt idx="4754">
                  <c:v>11:39</c:v>
                </c:pt>
                <c:pt idx="4755">
                  <c:v>11:39</c:v>
                </c:pt>
                <c:pt idx="4756">
                  <c:v>11:39</c:v>
                </c:pt>
                <c:pt idx="4757">
                  <c:v>11:39</c:v>
                </c:pt>
                <c:pt idx="4758">
                  <c:v>11:39</c:v>
                </c:pt>
                <c:pt idx="4759">
                  <c:v>11:39</c:v>
                </c:pt>
                <c:pt idx="4760">
                  <c:v>11:39</c:v>
                </c:pt>
                <c:pt idx="4761">
                  <c:v>11:39</c:v>
                </c:pt>
                <c:pt idx="4762">
                  <c:v>11:39</c:v>
                </c:pt>
                <c:pt idx="4763">
                  <c:v>11:39</c:v>
                </c:pt>
                <c:pt idx="4764">
                  <c:v>11:39</c:v>
                </c:pt>
                <c:pt idx="4765">
                  <c:v>11:39</c:v>
                </c:pt>
                <c:pt idx="4766">
                  <c:v>11:39</c:v>
                </c:pt>
                <c:pt idx="4767">
                  <c:v>11:39</c:v>
                </c:pt>
                <c:pt idx="4768">
                  <c:v>11:39</c:v>
                </c:pt>
                <c:pt idx="4769">
                  <c:v>11:39</c:v>
                </c:pt>
                <c:pt idx="4770">
                  <c:v>11:40</c:v>
                </c:pt>
                <c:pt idx="4771">
                  <c:v>11:40</c:v>
                </c:pt>
                <c:pt idx="4772">
                  <c:v>11:40</c:v>
                </c:pt>
                <c:pt idx="4773">
                  <c:v>11:40</c:v>
                </c:pt>
                <c:pt idx="4774">
                  <c:v>11:40</c:v>
                </c:pt>
                <c:pt idx="4775">
                  <c:v>11:40</c:v>
                </c:pt>
                <c:pt idx="4776">
                  <c:v>11:40</c:v>
                </c:pt>
                <c:pt idx="4777">
                  <c:v>11:40</c:v>
                </c:pt>
                <c:pt idx="4778">
                  <c:v>11:40</c:v>
                </c:pt>
                <c:pt idx="4779">
                  <c:v>11:40</c:v>
                </c:pt>
                <c:pt idx="4780">
                  <c:v>11:40</c:v>
                </c:pt>
                <c:pt idx="4781">
                  <c:v>11:40</c:v>
                </c:pt>
                <c:pt idx="4782">
                  <c:v>11:40</c:v>
                </c:pt>
                <c:pt idx="4783">
                  <c:v>11:40</c:v>
                </c:pt>
                <c:pt idx="4784">
                  <c:v>11:40</c:v>
                </c:pt>
                <c:pt idx="4785">
                  <c:v>11:40</c:v>
                </c:pt>
                <c:pt idx="4786">
                  <c:v>11:40</c:v>
                </c:pt>
                <c:pt idx="4787">
                  <c:v>11:40</c:v>
                </c:pt>
                <c:pt idx="4788">
                  <c:v>11:40</c:v>
                </c:pt>
                <c:pt idx="4789">
                  <c:v>11:40</c:v>
                </c:pt>
                <c:pt idx="4790">
                  <c:v>11:40</c:v>
                </c:pt>
                <c:pt idx="4791">
                  <c:v>11:40</c:v>
                </c:pt>
                <c:pt idx="4792">
                  <c:v>11:40</c:v>
                </c:pt>
                <c:pt idx="4793">
                  <c:v>11:40</c:v>
                </c:pt>
                <c:pt idx="4794">
                  <c:v>11:40</c:v>
                </c:pt>
                <c:pt idx="4795">
                  <c:v>11:40</c:v>
                </c:pt>
                <c:pt idx="4796">
                  <c:v>11:40</c:v>
                </c:pt>
                <c:pt idx="4797">
                  <c:v>11:40</c:v>
                </c:pt>
                <c:pt idx="4798">
                  <c:v>11:40</c:v>
                </c:pt>
                <c:pt idx="4799">
                  <c:v>11:40</c:v>
                </c:pt>
                <c:pt idx="4800">
                  <c:v>11:41</c:v>
                </c:pt>
                <c:pt idx="4801">
                  <c:v>11:41</c:v>
                </c:pt>
                <c:pt idx="4802">
                  <c:v>11:41</c:v>
                </c:pt>
                <c:pt idx="4803">
                  <c:v>11:41</c:v>
                </c:pt>
                <c:pt idx="4804">
                  <c:v>11:41</c:v>
                </c:pt>
                <c:pt idx="4805">
                  <c:v>11:41</c:v>
                </c:pt>
                <c:pt idx="4806">
                  <c:v>11:41</c:v>
                </c:pt>
                <c:pt idx="4807">
                  <c:v>11:41</c:v>
                </c:pt>
                <c:pt idx="4808">
                  <c:v>11:41</c:v>
                </c:pt>
                <c:pt idx="4809">
                  <c:v>11:41</c:v>
                </c:pt>
                <c:pt idx="4810">
                  <c:v>11:41</c:v>
                </c:pt>
                <c:pt idx="4811">
                  <c:v>11:41</c:v>
                </c:pt>
                <c:pt idx="4812">
                  <c:v>11:41</c:v>
                </c:pt>
                <c:pt idx="4813">
                  <c:v>11:41</c:v>
                </c:pt>
                <c:pt idx="4814">
                  <c:v>11:41</c:v>
                </c:pt>
                <c:pt idx="4815">
                  <c:v>11:41</c:v>
                </c:pt>
                <c:pt idx="4816">
                  <c:v>11:41</c:v>
                </c:pt>
                <c:pt idx="4817">
                  <c:v>11:41</c:v>
                </c:pt>
                <c:pt idx="4818">
                  <c:v>11:41</c:v>
                </c:pt>
                <c:pt idx="4819">
                  <c:v>11:41</c:v>
                </c:pt>
                <c:pt idx="4820">
                  <c:v>11:41</c:v>
                </c:pt>
                <c:pt idx="4821">
                  <c:v>11:41</c:v>
                </c:pt>
                <c:pt idx="4822">
                  <c:v>11:41</c:v>
                </c:pt>
                <c:pt idx="4823">
                  <c:v>11:41</c:v>
                </c:pt>
                <c:pt idx="4824">
                  <c:v>11:41</c:v>
                </c:pt>
                <c:pt idx="4825">
                  <c:v>11:41</c:v>
                </c:pt>
                <c:pt idx="4826">
                  <c:v>11:41</c:v>
                </c:pt>
                <c:pt idx="4827">
                  <c:v>11:41</c:v>
                </c:pt>
                <c:pt idx="4828">
                  <c:v>11:41</c:v>
                </c:pt>
                <c:pt idx="4829">
                  <c:v>11:41</c:v>
                </c:pt>
                <c:pt idx="4830">
                  <c:v>11:42</c:v>
                </c:pt>
                <c:pt idx="4831">
                  <c:v>11:42</c:v>
                </c:pt>
                <c:pt idx="4832">
                  <c:v>11:42</c:v>
                </c:pt>
                <c:pt idx="4833">
                  <c:v>11:42</c:v>
                </c:pt>
                <c:pt idx="4834">
                  <c:v>11:42</c:v>
                </c:pt>
                <c:pt idx="4835">
                  <c:v>11:42</c:v>
                </c:pt>
                <c:pt idx="4836">
                  <c:v>11:42</c:v>
                </c:pt>
                <c:pt idx="4837">
                  <c:v>11:42</c:v>
                </c:pt>
                <c:pt idx="4838">
                  <c:v>11:42</c:v>
                </c:pt>
                <c:pt idx="4839">
                  <c:v>11:42</c:v>
                </c:pt>
                <c:pt idx="4840">
                  <c:v>11:42</c:v>
                </c:pt>
                <c:pt idx="4841">
                  <c:v>11:42</c:v>
                </c:pt>
                <c:pt idx="4842">
                  <c:v>11:42</c:v>
                </c:pt>
                <c:pt idx="4843">
                  <c:v>11:42</c:v>
                </c:pt>
                <c:pt idx="4844">
                  <c:v>11:42</c:v>
                </c:pt>
                <c:pt idx="4845">
                  <c:v>11:42</c:v>
                </c:pt>
                <c:pt idx="4846">
                  <c:v>11:42</c:v>
                </c:pt>
                <c:pt idx="4847">
                  <c:v>11:42</c:v>
                </c:pt>
                <c:pt idx="4848">
                  <c:v>11:42</c:v>
                </c:pt>
                <c:pt idx="4849">
                  <c:v>11:42</c:v>
                </c:pt>
                <c:pt idx="4850">
                  <c:v>11:42</c:v>
                </c:pt>
                <c:pt idx="4851">
                  <c:v>11:42</c:v>
                </c:pt>
                <c:pt idx="4852">
                  <c:v>11:42</c:v>
                </c:pt>
                <c:pt idx="4853">
                  <c:v>11:42</c:v>
                </c:pt>
                <c:pt idx="4854">
                  <c:v>11:42</c:v>
                </c:pt>
                <c:pt idx="4855">
                  <c:v>11:42</c:v>
                </c:pt>
                <c:pt idx="4856">
                  <c:v>11:42</c:v>
                </c:pt>
                <c:pt idx="4857">
                  <c:v>11:42</c:v>
                </c:pt>
                <c:pt idx="4858">
                  <c:v>11:42</c:v>
                </c:pt>
                <c:pt idx="4859">
                  <c:v>11:42</c:v>
                </c:pt>
                <c:pt idx="4860">
                  <c:v>11:43</c:v>
                </c:pt>
                <c:pt idx="4861">
                  <c:v>11:43</c:v>
                </c:pt>
                <c:pt idx="4862">
                  <c:v>11:43</c:v>
                </c:pt>
                <c:pt idx="4863">
                  <c:v>11:43</c:v>
                </c:pt>
                <c:pt idx="4864">
                  <c:v>11:43</c:v>
                </c:pt>
                <c:pt idx="4865">
                  <c:v>11:43</c:v>
                </c:pt>
                <c:pt idx="4866">
                  <c:v>11:43</c:v>
                </c:pt>
                <c:pt idx="4867">
                  <c:v>11:43</c:v>
                </c:pt>
                <c:pt idx="4868">
                  <c:v>11:43</c:v>
                </c:pt>
                <c:pt idx="4869">
                  <c:v>11:43</c:v>
                </c:pt>
                <c:pt idx="4870">
                  <c:v>11:43</c:v>
                </c:pt>
                <c:pt idx="4871">
                  <c:v>11:43</c:v>
                </c:pt>
                <c:pt idx="4872">
                  <c:v>11:43</c:v>
                </c:pt>
                <c:pt idx="4873">
                  <c:v>11:43</c:v>
                </c:pt>
                <c:pt idx="4874">
                  <c:v>11:43</c:v>
                </c:pt>
                <c:pt idx="4875">
                  <c:v>11:43</c:v>
                </c:pt>
                <c:pt idx="4876">
                  <c:v>11:43</c:v>
                </c:pt>
                <c:pt idx="4877">
                  <c:v>11:43</c:v>
                </c:pt>
                <c:pt idx="4878">
                  <c:v>11:43</c:v>
                </c:pt>
                <c:pt idx="4879">
                  <c:v>11:43</c:v>
                </c:pt>
                <c:pt idx="4880">
                  <c:v>11:43</c:v>
                </c:pt>
                <c:pt idx="4881">
                  <c:v>11:43</c:v>
                </c:pt>
                <c:pt idx="4882">
                  <c:v>11:43</c:v>
                </c:pt>
                <c:pt idx="4883">
                  <c:v>11:43</c:v>
                </c:pt>
                <c:pt idx="4884">
                  <c:v>11:43</c:v>
                </c:pt>
                <c:pt idx="4885">
                  <c:v>11:43</c:v>
                </c:pt>
                <c:pt idx="4886">
                  <c:v>11:43</c:v>
                </c:pt>
                <c:pt idx="4887">
                  <c:v>11:43</c:v>
                </c:pt>
                <c:pt idx="4888">
                  <c:v>11:43</c:v>
                </c:pt>
                <c:pt idx="4889">
                  <c:v>11:43</c:v>
                </c:pt>
                <c:pt idx="4890">
                  <c:v>11:44</c:v>
                </c:pt>
                <c:pt idx="4891">
                  <c:v>11:44</c:v>
                </c:pt>
                <c:pt idx="4892">
                  <c:v>11:44</c:v>
                </c:pt>
                <c:pt idx="4893">
                  <c:v>11:44</c:v>
                </c:pt>
                <c:pt idx="4894">
                  <c:v>11:44</c:v>
                </c:pt>
                <c:pt idx="4895">
                  <c:v>11:44</c:v>
                </c:pt>
                <c:pt idx="4896">
                  <c:v>11:44</c:v>
                </c:pt>
                <c:pt idx="4897">
                  <c:v>11:44</c:v>
                </c:pt>
                <c:pt idx="4898">
                  <c:v>11:44</c:v>
                </c:pt>
                <c:pt idx="4899">
                  <c:v>11:44</c:v>
                </c:pt>
                <c:pt idx="4900">
                  <c:v>11:44</c:v>
                </c:pt>
                <c:pt idx="4901">
                  <c:v>11:44</c:v>
                </c:pt>
                <c:pt idx="4902">
                  <c:v>11:44</c:v>
                </c:pt>
                <c:pt idx="4903">
                  <c:v>11:44</c:v>
                </c:pt>
                <c:pt idx="4904">
                  <c:v>11:44</c:v>
                </c:pt>
                <c:pt idx="4905">
                  <c:v>11:44</c:v>
                </c:pt>
                <c:pt idx="4906">
                  <c:v>11:44</c:v>
                </c:pt>
                <c:pt idx="4907">
                  <c:v>11:44</c:v>
                </c:pt>
                <c:pt idx="4908">
                  <c:v>11:44</c:v>
                </c:pt>
                <c:pt idx="4909">
                  <c:v>11:44</c:v>
                </c:pt>
                <c:pt idx="4910">
                  <c:v>11:44</c:v>
                </c:pt>
                <c:pt idx="4911">
                  <c:v>11:44</c:v>
                </c:pt>
                <c:pt idx="4912">
                  <c:v>11:44</c:v>
                </c:pt>
                <c:pt idx="4913">
                  <c:v>11:44</c:v>
                </c:pt>
                <c:pt idx="4914">
                  <c:v>11:44</c:v>
                </c:pt>
                <c:pt idx="4915">
                  <c:v>11:44</c:v>
                </c:pt>
                <c:pt idx="4916">
                  <c:v>11:44</c:v>
                </c:pt>
                <c:pt idx="4917">
                  <c:v>11:44</c:v>
                </c:pt>
                <c:pt idx="4918">
                  <c:v>11:44</c:v>
                </c:pt>
                <c:pt idx="4919">
                  <c:v>11:44</c:v>
                </c:pt>
                <c:pt idx="4920">
                  <c:v>11:45</c:v>
                </c:pt>
                <c:pt idx="4921">
                  <c:v>11:45</c:v>
                </c:pt>
                <c:pt idx="4922">
                  <c:v>11:45</c:v>
                </c:pt>
                <c:pt idx="4923">
                  <c:v>11:45</c:v>
                </c:pt>
                <c:pt idx="4924">
                  <c:v>11:45</c:v>
                </c:pt>
                <c:pt idx="4925">
                  <c:v>11:45</c:v>
                </c:pt>
                <c:pt idx="4926">
                  <c:v>11:45</c:v>
                </c:pt>
                <c:pt idx="4927">
                  <c:v>11:45</c:v>
                </c:pt>
                <c:pt idx="4928">
                  <c:v>11:45</c:v>
                </c:pt>
                <c:pt idx="4929">
                  <c:v>11:45</c:v>
                </c:pt>
                <c:pt idx="4930">
                  <c:v>11:45</c:v>
                </c:pt>
                <c:pt idx="4931">
                  <c:v>11:45</c:v>
                </c:pt>
                <c:pt idx="4932">
                  <c:v>11:45</c:v>
                </c:pt>
                <c:pt idx="4933">
                  <c:v>11:45</c:v>
                </c:pt>
                <c:pt idx="4934">
                  <c:v>11:45</c:v>
                </c:pt>
                <c:pt idx="4935">
                  <c:v>11:45</c:v>
                </c:pt>
                <c:pt idx="4936">
                  <c:v>11:45</c:v>
                </c:pt>
                <c:pt idx="4937">
                  <c:v>11:45</c:v>
                </c:pt>
                <c:pt idx="4938">
                  <c:v>11:45</c:v>
                </c:pt>
                <c:pt idx="4939">
                  <c:v>11:45</c:v>
                </c:pt>
                <c:pt idx="4940">
                  <c:v>11:45</c:v>
                </c:pt>
                <c:pt idx="4941">
                  <c:v>11:45</c:v>
                </c:pt>
                <c:pt idx="4942">
                  <c:v>11:45</c:v>
                </c:pt>
                <c:pt idx="4943">
                  <c:v>11:45</c:v>
                </c:pt>
                <c:pt idx="4944">
                  <c:v>11:45</c:v>
                </c:pt>
                <c:pt idx="4945">
                  <c:v>11:45</c:v>
                </c:pt>
                <c:pt idx="4946">
                  <c:v>11:45</c:v>
                </c:pt>
                <c:pt idx="4947">
                  <c:v>11:45</c:v>
                </c:pt>
                <c:pt idx="4948">
                  <c:v>11:45</c:v>
                </c:pt>
                <c:pt idx="4949">
                  <c:v>11:45</c:v>
                </c:pt>
                <c:pt idx="4950">
                  <c:v>11:46</c:v>
                </c:pt>
                <c:pt idx="4951">
                  <c:v>11:46</c:v>
                </c:pt>
                <c:pt idx="4952">
                  <c:v>11:46</c:v>
                </c:pt>
                <c:pt idx="4953">
                  <c:v>11:46</c:v>
                </c:pt>
                <c:pt idx="4954">
                  <c:v>11:46</c:v>
                </c:pt>
                <c:pt idx="4955">
                  <c:v>11:46</c:v>
                </c:pt>
                <c:pt idx="4956">
                  <c:v>11:46</c:v>
                </c:pt>
                <c:pt idx="4957">
                  <c:v>11:46</c:v>
                </c:pt>
                <c:pt idx="4958">
                  <c:v>11:46</c:v>
                </c:pt>
                <c:pt idx="4959">
                  <c:v>11:46</c:v>
                </c:pt>
                <c:pt idx="4960">
                  <c:v>11:46</c:v>
                </c:pt>
                <c:pt idx="4961">
                  <c:v>11:46</c:v>
                </c:pt>
                <c:pt idx="4962">
                  <c:v>11:46</c:v>
                </c:pt>
                <c:pt idx="4963">
                  <c:v>11:46</c:v>
                </c:pt>
                <c:pt idx="4964">
                  <c:v>11:46</c:v>
                </c:pt>
                <c:pt idx="4965">
                  <c:v>11:46</c:v>
                </c:pt>
                <c:pt idx="4966">
                  <c:v>11:46</c:v>
                </c:pt>
                <c:pt idx="4967">
                  <c:v>11:46</c:v>
                </c:pt>
                <c:pt idx="4968">
                  <c:v>11:46</c:v>
                </c:pt>
                <c:pt idx="4969">
                  <c:v>11:46</c:v>
                </c:pt>
                <c:pt idx="4970">
                  <c:v>11:46</c:v>
                </c:pt>
                <c:pt idx="4971">
                  <c:v>11:46</c:v>
                </c:pt>
                <c:pt idx="4972">
                  <c:v>11:46</c:v>
                </c:pt>
                <c:pt idx="4973">
                  <c:v>11:46</c:v>
                </c:pt>
                <c:pt idx="4974">
                  <c:v>11:46</c:v>
                </c:pt>
                <c:pt idx="4975">
                  <c:v>11:46</c:v>
                </c:pt>
                <c:pt idx="4976">
                  <c:v>11:46</c:v>
                </c:pt>
                <c:pt idx="4977">
                  <c:v>11:46</c:v>
                </c:pt>
                <c:pt idx="4978">
                  <c:v>11:46</c:v>
                </c:pt>
                <c:pt idx="4979">
                  <c:v>11:46</c:v>
                </c:pt>
                <c:pt idx="4980">
                  <c:v>11:47</c:v>
                </c:pt>
                <c:pt idx="4981">
                  <c:v>11:47</c:v>
                </c:pt>
                <c:pt idx="4982">
                  <c:v>11:47</c:v>
                </c:pt>
                <c:pt idx="4983">
                  <c:v>11:47</c:v>
                </c:pt>
                <c:pt idx="4984">
                  <c:v>11:47</c:v>
                </c:pt>
                <c:pt idx="4985">
                  <c:v>11:47</c:v>
                </c:pt>
                <c:pt idx="4986">
                  <c:v>11:47</c:v>
                </c:pt>
                <c:pt idx="4987">
                  <c:v>11:47</c:v>
                </c:pt>
                <c:pt idx="4988">
                  <c:v>11:47</c:v>
                </c:pt>
                <c:pt idx="4989">
                  <c:v>11:47</c:v>
                </c:pt>
                <c:pt idx="4990">
                  <c:v>11:47</c:v>
                </c:pt>
                <c:pt idx="4991">
                  <c:v>11:47</c:v>
                </c:pt>
                <c:pt idx="4992">
                  <c:v>11:47</c:v>
                </c:pt>
                <c:pt idx="4993">
                  <c:v>11:47</c:v>
                </c:pt>
                <c:pt idx="4994">
                  <c:v>11:47</c:v>
                </c:pt>
                <c:pt idx="4995">
                  <c:v>11:47</c:v>
                </c:pt>
                <c:pt idx="4996">
                  <c:v>11:47</c:v>
                </c:pt>
                <c:pt idx="4997">
                  <c:v>11:47</c:v>
                </c:pt>
                <c:pt idx="4998">
                  <c:v>11:47</c:v>
                </c:pt>
                <c:pt idx="4999">
                  <c:v>11:47</c:v>
                </c:pt>
                <c:pt idx="5000">
                  <c:v>11:47</c:v>
                </c:pt>
                <c:pt idx="5001">
                  <c:v>11:47</c:v>
                </c:pt>
                <c:pt idx="5002">
                  <c:v>11:47</c:v>
                </c:pt>
                <c:pt idx="5003">
                  <c:v>11:47</c:v>
                </c:pt>
                <c:pt idx="5004">
                  <c:v>11:47</c:v>
                </c:pt>
                <c:pt idx="5005">
                  <c:v>11:47</c:v>
                </c:pt>
                <c:pt idx="5006">
                  <c:v>11:47</c:v>
                </c:pt>
                <c:pt idx="5007">
                  <c:v>11:47</c:v>
                </c:pt>
                <c:pt idx="5008">
                  <c:v>11:47</c:v>
                </c:pt>
                <c:pt idx="5009">
                  <c:v>11:47</c:v>
                </c:pt>
                <c:pt idx="5010">
                  <c:v>11:48</c:v>
                </c:pt>
                <c:pt idx="5011">
                  <c:v>11:48</c:v>
                </c:pt>
                <c:pt idx="5012">
                  <c:v>11:48</c:v>
                </c:pt>
                <c:pt idx="5013">
                  <c:v>11:48</c:v>
                </c:pt>
                <c:pt idx="5014">
                  <c:v>11:48</c:v>
                </c:pt>
                <c:pt idx="5015">
                  <c:v>11:48</c:v>
                </c:pt>
                <c:pt idx="5016">
                  <c:v>11:48</c:v>
                </c:pt>
                <c:pt idx="5017">
                  <c:v>11:48</c:v>
                </c:pt>
                <c:pt idx="5018">
                  <c:v>11:48</c:v>
                </c:pt>
                <c:pt idx="5019">
                  <c:v>11:48</c:v>
                </c:pt>
                <c:pt idx="5020">
                  <c:v>11:48</c:v>
                </c:pt>
                <c:pt idx="5021">
                  <c:v>11:48</c:v>
                </c:pt>
                <c:pt idx="5022">
                  <c:v>11:48</c:v>
                </c:pt>
                <c:pt idx="5023">
                  <c:v>11:48</c:v>
                </c:pt>
                <c:pt idx="5024">
                  <c:v>11:48</c:v>
                </c:pt>
                <c:pt idx="5025">
                  <c:v>11:48</c:v>
                </c:pt>
                <c:pt idx="5026">
                  <c:v>11:48</c:v>
                </c:pt>
                <c:pt idx="5027">
                  <c:v>11:48</c:v>
                </c:pt>
                <c:pt idx="5028">
                  <c:v>11:48</c:v>
                </c:pt>
                <c:pt idx="5029">
                  <c:v>11:48</c:v>
                </c:pt>
                <c:pt idx="5030">
                  <c:v>11:48</c:v>
                </c:pt>
                <c:pt idx="5031">
                  <c:v>11:48</c:v>
                </c:pt>
                <c:pt idx="5032">
                  <c:v>11:48</c:v>
                </c:pt>
                <c:pt idx="5033">
                  <c:v>11:48</c:v>
                </c:pt>
                <c:pt idx="5034">
                  <c:v>11:48</c:v>
                </c:pt>
                <c:pt idx="5035">
                  <c:v>11:48</c:v>
                </c:pt>
                <c:pt idx="5036">
                  <c:v>11:48</c:v>
                </c:pt>
                <c:pt idx="5037">
                  <c:v>11:48</c:v>
                </c:pt>
                <c:pt idx="5038">
                  <c:v>11:48</c:v>
                </c:pt>
                <c:pt idx="5039">
                  <c:v>11:48</c:v>
                </c:pt>
                <c:pt idx="5040">
                  <c:v>11:49</c:v>
                </c:pt>
                <c:pt idx="5041">
                  <c:v>11:49</c:v>
                </c:pt>
                <c:pt idx="5042">
                  <c:v>11:49</c:v>
                </c:pt>
                <c:pt idx="5043">
                  <c:v>11:49</c:v>
                </c:pt>
                <c:pt idx="5044">
                  <c:v>11:49</c:v>
                </c:pt>
                <c:pt idx="5045">
                  <c:v>11:49</c:v>
                </c:pt>
                <c:pt idx="5046">
                  <c:v>11:49</c:v>
                </c:pt>
                <c:pt idx="5047">
                  <c:v>11:49</c:v>
                </c:pt>
                <c:pt idx="5048">
                  <c:v>11:49</c:v>
                </c:pt>
                <c:pt idx="5049">
                  <c:v>11:49</c:v>
                </c:pt>
                <c:pt idx="5050">
                  <c:v>11:49</c:v>
                </c:pt>
                <c:pt idx="5051">
                  <c:v>11:49</c:v>
                </c:pt>
                <c:pt idx="5052">
                  <c:v>11:49</c:v>
                </c:pt>
                <c:pt idx="5053">
                  <c:v>11:49</c:v>
                </c:pt>
                <c:pt idx="5054">
                  <c:v>11:49</c:v>
                </c:pt>
                <c:pt idx="5055">
                  <c:v>11:49</c:v>
                </c:pt>
                <c:pt idx="5056">
                  <c:v>11:49</c:v>
                </c:pt>
                <c:pt idx="5057">
                  <c:v>11:49</c:v>
                </c:pt>
                <c:pt idx="5058">
                  <c:v>11:49</c:v>
                </c:pt>
                <c:pt idx="5059">
                  <c:v>11:49</c:v>
                </c:pt>
                <c:pt idx="5060">
                  <c:v>11:49</c:v>
                </c:pt>
                <c:pt idx="5061">
                  <c:v>11:49</c:v>
                </c:pt>
                <c:pt idx="5062">
                  <c:v>11:49</c:v>
                </c:pt>
                <c:pt idx="5063">
                  <c:v>11:49</c:v>
                </c:pt>
                <c:pt idx="5064">
                  <c:v>11:49</c:v>
                </c:pt>
                <c:pt idx="5065">
                  <c:v>11:49</c:v>
                </c:pt>
                <c:pt idx="5066">
                  <c:v>11:49</c:v>
                </c:pt>
                <c:pt idx="5067">
                  <c:v>11:49</c:v>
                </c:pt>
                <c:pt idx="5068">
                  <c:v>11:49</c:v>
                </c:pt>
                <c:pt idx="5069">
                  <c:v>11:49</c:v>
                </c:pt>
                <c:pt idx="5070">
                  <c:v>11:50</c:v>
                </c:pt>
                <c:pt idx="5071">
                  <c:v>11:50</c:v>
                </c:pt>
                <c:pt idx="5072">
                  <c:v>11:50</c:v>
                </c:pt>
                <c:pt idx="5073">
                  <c:v>11:50</c:v>
                </c:pt>
                <c:pt idx="5074">
                  <c:v>11:50</c:v>
                </c:pt>
                <c:pt idx="5075">
                  <c:v>11:50</c:v>
                </c:pt>
                <c:pt idx="5076">
                  <c:v>11:50</c:v>
                </c:pt>
                <c:pt idx="5077">
                  <c:v>11:50</c:v>
                </c:pt>
                <c:pt idx="5078">
                  <c:v>11:50</c:v>
                </c:pt>
                <c:pt idx="5079">
                  <c:v>11:50</c:v>
                </c:pt>
                <c:pt idx="5080">
                  <c:v>11:50</c:v>
                </c:pt>
                <c:pt idx="5081">
                  <c:v>11:50</c:v>
                </c:pt>
                <c:pt idx="5082">
                  <c:v>11:50</c:v>
                </c:pt>
                <c:pt idx="5083">
                  <c:v>11:50</c:v>
                </c:pt>
                <c:pt idx="5084">
                  <c:v>11:50</c:v>
                </c:pt>
                <c:pt idx="5085">
                  <c:v>11:50</c:v>
                </c:pt>
                <c:pt idx="5086">
                  <c:v>11:50</c:v>
                </c:pt>
                <c:pt idx="5087">
                  <c:v>11:50</c:v>
                </c:pt>
                <c:pt idx="5088">
                  <c:v>11:50</c:v>
                </c:pt>
                <c:pt idx="5089">
                  <c:v>11:50</c:v>
                </c:pt>
                <c:pt idx="5090">
                  <c:v>11:50</c:v>
                </c:pt>
                <c:pt idx="5091">
                  <c:v>11:50</c:v>
                </c:pt>
                <c:pt idx="5092">
                  <c:v>11:50</c:v>
                </c:pt>
                <c:pt idx="5093">
                  <c:v>11:50</c:v>
                </c:pt>
                <c:pt idx="5094">
                  <c:v>11:50</c:v>
                </c:pt>
                <c:pt idx="5095">
                  <c:v>11:50</c:v>
                </c:pt>
                <c:pt idx="5096">
                  <c:v>11:50</c:v>
                </c:pt>
                <c:pt idx="5097">
                  <c:v>11:50</c:v>
                </c:pt>
                <c:pt idx="5098">
                  <c:v>11:50</c:v>
                </c:pt>
                <c:pt idx="5099">
                  <c:v>11:50</c:v>
                </c:pt>
                <c:pt idx="5100">
                  <c:v>11:51</c:v>
                </c:pt>
                <c:pt idx="5101">
                  <c:v>11:51</c:v>
                </c:pt>
                <c:pt idx="5102">
                  <c:v>11:51</c:v>
                </c:pt>
                <c:pt idx="5103">
                  <c:v>11:51</c:v>
                </c:pt>
                <c:pt idx="5104">
                  <c:v>11:51</c:v>
                </c:pt>
                <c:pt idx="5105">
                  <c:v>11:51</c:v>
                </c:pt>
                <c:pt idx="5106">
                  <c:v>11:51</c:v>
                </c:pt>
                <c:pt idx="5107">
                  <c:v>11:51</c:v>
                </c:pt>
                <c:pt idx="5108">
                  <c:v>11:51</c:v>
                </c:pt>
                <c:pt idx="5109">
                  <c:v>11:51</c:v>
                </c:pt>
                <c:pt idx="5110">
                  <c:v>11:51</c:v>
                </c:pt>
                <c:pt idx="5111">
                  <c:v>11:51</c:v>
                </c:pt>
                <c:pt idx="5112">
                  <c:v>11:51</c:v>
                </c:pt>
                <c:pt idx="5113">
                  <c:v>11:51</c:v>
                </c:pt>
                <c:pt idx="5114">
                  <c:v>11:51</c:v>
                </c:pt>
                <c:pt idx="5115">
                  <c:v>11:51</c:v>
                </c:pt>
                <c:pt idx="5116">
                  <c:v>11:51</c:v>
                </c:pt>
                <c:pt idx="5117">
                  <c:v>11:51</c:v>
                </c:pt>
                <c:pt idx="5118">
                  <c:v>11:51</c:v>
                </c:pt>
                <c:pt idx="5119">
                  <c:v>11:51</c:v>
                </c:pt>
                <c:pt idx="5120">
                  <c:v>11:51</c:v>
                </c:pt>
                <c:pt idx="5121">
                  <c:v>11:51</c:v>
                </c:pt>
                <c:pt idx="5122">
                  <c:v>11:51</c:v>
                </c:pt>
                <c:pt idx="5123">
                  <c:v>11:51</c:v>
                </c:pt>
                <c:pt idx="5124">
                  <c:v>11:51</c:v>
                </c:pt>
                <c:pt idx="5125">
                  <c:v>11:51</c:v>
                </c:pt>
                <c:pt idx="5126">
                  <c:v>11:51</c:v>
                </c:pt>
                <c:pt idx="5127">
                  <c:v>11:51</c:v>
                </c:pt>
                <c:pt idx="5128">
                  <c:v>11:51</c:v>
                </c:pt>
                <c:pt idx="5129">
                  <c:v>11:51</c:v>
                </c:pt>
                <c:pt idx="5130">
                  <c:v>11:52</c:v>
                </c:pt>
                <c:pt idx="5131">
                  <c:v>11:52</c:v>
                </c:pt>
                <c:pt idx="5132">
                  <c:v>11:52</c:v>
                </c:pt>
                <c:pt idx="5133">
                  <c:v>11:52</c:v>
                </c:pt>
                <c:pt idx="5134">
                  <c:v>11:52</c:v>
                </c:pt>
                <c:pt idx="5135">
                  <c:v>11:52</c:v>
                </c:pt>
                <c:pt idx="5136">
                  <c:v>11:52</c:v>
                </c:pt>
                <c:pt idx="5137">
                  <c:v>11:52</c:v>
                </c:pt>
                <c:pt idx="5138">
                  <c:v>11:52</c:v>
                </c:pt>
                <c:pt idx="5139">
                  <c:v>11:52</c:v>
                </c:pt>
                <c:pt idx="5140">
                  <c:v>11:52</c:v>
                </c:pt>
                <c:pt idx="5141">
                  <c:v>11:52</c:v>
                </c:pt>
                <c:pt idx="5142">
                  <c:v>11:52</c:v>
                </c:pt>
                <c:pt idx="5143">
                  <c:v>11:52</c:v>
                </c:pt>
                <c:pt idx="5144">
                  <c:v>11:52</c:v>
                </c:pt>
                <c:pt idx="5145">
                  <c:v>11:52</c:v>
                </c:pt>
                <c:pt idx="5146">
                  <c:v>11:52</c:v>
                </c:pt>
                <c:pt idx="5147">
                  <c:v>11:52</c:v>
                </c:pt>
                <c:pt idx="5148">
                  <c:v>11:52</c:v>
                </c:pt>
                <c:pt idx="5149">
                  <c:v>11:52</c:v>
                </c:pt>
                <c:pt idx="5150">
                  <c:v>11:52</c:v>
                </c:pt>
                <c:pt idx="5151">
                  <c:v>11:52</c:v>
                </c:pt>
                <c:pt idx="5152">
                  <c:v>11:52</c:v>
                </c:pt>
                <c:pt idx="5153">
                  <c:v>11:52</c:v>
                </c:pt>
                <c:pt idx="5154">
                  <c:v>11:52</c:v>
                </c:pt>
                <c:pt idx="5155">
                  <c:v>11:52</c:v>
                </c:pt>
                <c:pt idx="5156">
                  <c:v>11:52</c:v>
                </c:pt>
                <c:pt idx="5157">
                  <c:v>11:52</c:v>
                </c:pt>
                <c:pt idx="5158">
                  <c:v>11:52</c:v>
                </c:pt>
                <c:pt idx="5159">
                  <c:v>11:52</c:v>
                </c:pt>
                <c:pt idx="5160">
                  <c:v>11:53</c:v>
                </c:pt>
                <c:pt idx="5161">
                  <c:v>11:53</c:v>
                </c:pt>
                <c:pt idx="5162">
                  <c:v>11:53</c:v>
                </c:pt>
                <c:pt idx="5163">
                  <c:v>11:53</c:v>
                </c:pt>
                <c:pt idx="5164">
                  <c:v>11:53</c:v>
                </c:pt>
                <c:pt idx="5165">
                  <c:v>11:53</c:v>
                </c:pt>
                <c:pt idx="5166">
                  <c:v>11:53</c:v>
                </c:pt>
                <c:pt idx="5167">
                  <c:v>11:53</c:v>
                </c:pt>
                <c:pt idx="5168">
                  <c:v>11:53</c:v>
                </c:pt>
                <c:pt idx="5169">
                  <c:v>11:53</c:v>
                </c:pt>
                <c:pt idx="5170">
                  <c:v>11:53</c:v>
                </c:pt>
                <c:pt idx="5171">
                  <c:v>11:53</c:v>
                </c:pt>
                <c:pt idx="5172">
                  <c:v>11:53</c:v>
                </c:pt>
                <c:pt idx="5173">
                  <c:v>11:53</c:v>
                </c:pt>
                <c:pt idx="5174">
                  <c:v>11:53</c:v>
                </c:pt>
                <c:pt idx="5175">
                  <c:v>11:53</c:v>
                </c:pt>
                <c:pt idx="5176">
                  <c:v>11:53</c:v>
                </c:pt>
                <c:pt idx="5177">
                  <c:v>11:53</c:v>
                </c:pt>
                <c:pt idx="5178">
                  <c:v>11:53</c:v>
                </c:pt>
                <c:pt idx="5179">
                  <c:v>11:53</c:v>
                </c:pt>
                <c:pt idx="5180">
                  <c:v>11:53</c:v>
                </c:pt>
                <c:pt idx="5181">
                  <c:v>11:53</c:v>
                </c:pt>
                <c:pt idx="5182">
                  <c:v>11:53</c:v>
                </c:pt>
                <c:pt idx="5183">
                  <c:v>11:53</c:v>
                </c:pt>
                <c:pt idx="5184">
                  <c:v>11:53</c:v>
                </c:pt>
                <c:pt idx="5185">
                  <c:v>11:53</c:v>
                </c:pt>
                <c:pt idx="5186">
                  <c:v>11:53</c:v>
                </c:pt>
                <c:pt idx="5187">
                  <c:v>11:53</c:v>
                </c:pt>
                <c:pt idx="5188">
                  <c:v>11:53</c:v>
                </c:pt>
                <c:pt idx="5189">
                  <c:v>11:53</c:v>
                </c:pt>
                <c:pt idx="5190">
                  <c:v>11:54</c:v>
                </c:pt>
                <c:pt idx="5191">
                  <c:v>11:54</c:v>
                </c:pt>
                <c:pt idx="5192">
                  <c:v>11:54</c:v>
                </c:pt>
                <c:pt idx="5193">
                  <c:v>11:54</c:v>
                </c:pt>
                <c:pt idx="5194">
                  <c:v>11:54</c:v>
                </c:pt>
                <c:pt idx="5195">
                  <c:v>11:54</c:v>
                </c:pt>
                <c:pt idx="5196">
                  <c:v>11:54</c:v>
                </c:pt>
                <c:pt idx="5197">
                  <c:v>11:54</c:v>
                </c:pt>
                <c:pt idx="5198">
                  <c:v>11:54</c:v>
                </c:pt>
                <c:pt idx="5199">
                  <c:v>11:54</c:v>
                </c:pt>
                <c:pt idx="5200">
                  <c:v>11:54</c:v>
                </c:pt>
                <c:pt idx="5201">
                  <c:v>11:54</c:v>
                </c:pt>
                <c:pt idx="5202">
                  <c:v>11:54</c:v>
                </c:pt>
                <c:pt idx="5203">
                  <c:v>11:54</c:v>
                </c:pt>
                <c:pt idx="5204">
                  <c:v>11:54</c:v>
                </c:pt>
                <c:pt idx="5205">
                  <c:v>11:54</c:v>
                </c:pt>
                <c:pt idx="5206">
                  <c:v>11:54</c:v>
                </c:pt>
                <c:pt idx="5207">
                  <c:v>11:54</c:v>
                </c:pt>
                <c:pt idx="5208">
                  <c:v>11:54</c:v>
                </c:pt>
                <c:pt idx="5209">
                  <c:v>11:54</c:v>
                </c:pt>
                <c:pt idx="5210">
                  <c:v>11:54</c:v>
                </c:pt>
                <c:pt idx="5211">
                  <c:v>11:54</c:v>
                </c:pt>
                <c:pt idx="5212">
                  <c:v>11:54</c:v>
                </c:pt>
                <c:pt idx="5213">
                  <c:v>11:54</c:v>
                </c:pt>
                <c:pt idx="5214">
                  <c:v>11:54</c:v>
                </c:pt>
                <c:pt idx="5215">
                  <c:v>11:54</c:v>
                </c:pt>
                <c:pt idx="5216">
                  <c:v>11:54</c:v>
                </c:pt>
                <c:pt idx="5217">
                  <c:v>11:54</c:v>
                </c:pt>
                <c:pt idx="5218">
                  <c:v>11:54</c:v>
                </c:pt>
                <c:pt idx="5219">
                  <c:v>11:54</c:v>
                </c:pt>
                <c:pt idx="5220">
                  <c:v>11:55</c:v>
                </c:pt>
                <c:pt idx="5221">
                  <c:v>11:55</c:v>
                </c:pt>
                <c:pt idx="5222">
                  <c:v>11:55</c:v>
                </c:pt>
                <c:pt idx="5223">
                  <c:v>11:55</c:v>
                </c:pt>
                <c:pt idx="5224">
                  <c:v>11:55</c:v>
                </c:pt>
                <c:pt idx="5225">
                  <c:v>11:55</c:v>
                </c:pt>
                <c:pt idx="5226">
                  <c:v>11:55</c:v>
                </c:pt>
                <c:pt idx="5227">
                  <c:v>11:55</c:v>
                </c:pt>
                <c:pt idx="5228">
                  <c:v>11:55</c:v>
                </c:pt>
                <c:pt idx="5229">
                  <c:v>11:55</c:v>
                </c:pt>
                <c:pt idx="5230">
                  <c:v>11:55</c:v>
                </c:pt>
                <c:pt idx="5231">
                  <c:v>11:55</c:v>
                </c:pt>
                <c:pt idx="5232">
                  <c:v>11:55</c:v>
                </c:pt>
                <c:pt idx="5233">
                  <c:v>11:55</c:v>
                </c:pt>
                <c:pt idx="5234">
                  <c:v>11:55</c:v>
                </c:pt>
                <c:pt idx="5235">
                  <c:v>11:55</c:v>
                </c:pt>
                <c:pt idx="5236">
                  <c:v>11:55</c:v>
                </c:pt>
                <c:pt idx="5237">
                  <c:v>11:55</c:v>
                </c:pt>
                <c:pt idx="5238">
                  <c:v>11:55</c:v>
                </c:pt>
                <c:pt idx="5239">
                  <c:v>11:55</c:v>
                </c:pt>
                <c:pt idx="5240">
                  <c:v>11:55</c:v>
                </c:pt>
                <c:pt idx="5241">
                  <c:v>11:55</c:v>
                </c:pt>
                <c:pt idx="5242">
                  <c:v>11:55</c:v>
                </c:pt>
                <c:pt idx="5243">
                  <c:v>11:55</c:v>
                </c:pt>
                <c:pt idx="5244">
                  <c:v>11:55</c:v>
                </c:pt>
                <c:pt idx="5245">
                  <c:v>11:55</c:v>
                </c:pt>
                <c:pt idx="5246">
                  <c:v>11:55</c:v>
                </c:pt>
                <c:pt idx="5247">
                  <c:v>11:55</c:v>
                </c:pt>
                <c:pt idx="5248">
                  <c:v>11:55</c:v>
                </c:pt>
                <c:pt idx="5249">
                  <c:v>11:55</c:v>
                </c:pt>
                <c:pt idx="5250">
                  <c:v>11:56</c:v>
                </c:pt>
                <c:pt idx="5251">
                  <c:v>11:56</c:v>
                </c:pt>
                <c:pt idx="5252">
                  <c:v>11:56</c:v>
                </c:pt>
                <c:pt idx="5253">
                  <c:v>11:56</c:v>
                </c:pt>
                <c:pt idx="5254">
                  <c:v>11:56</c:v>
                </c:pt>
                <c:pt idx="5255">
                  <c:v>11:56</c:v>
                </c:pt>
                <c:pt idx="5256">
                  <c:v>11:56</c:v>
                </c:pt>
                <c:pt idx="5257">
                  <c:v>11:56</c:v>
                </c:pt>
                <c:pt idx="5258">
                  <c:v>11:56</c:v>
                </c:pt>
                <c:pt idx="5259">
                  <c:v>11:56</c:v>
                </c:pt>
                <c:pt idx="5260">
                  <c:v>11:56</c:v>
                </c:pt>
                <c:pt idx="5261">
                  <c:v>11:56</c:v>
                </c:pt>
                <c:pt idx="5262">
                  <c:v>11:56</c:v>
                </c:pt>
                <c:pt idx="5263">
                  <c:v>11:56</c:v>
                </c:pt>
                <c:pt idx="5264">
                  <c:v>11:56</c:v>
                </c:pt>
                <c:pt idx="5265">
                  <c:v>11:56</c:v>
                </c:pt>
                <c:pt idx="5266">
                  <c:v>11:56</c:v>
                </c:pt>
                <c:pt idx="5267">
                  <c:v>11:56</c:v>
                </c:pt>
                <c:pt idx="5268">
                  <c:v>11:56</c:v>
                </c:pt>
                <c:pt idx="5269">
                  <c:v>11:56</c:v>
                </c:pt>
                <c:pt idx="5270">
                  <c:v>11:56</c:v>
                </c:pt>
                <c:pt idx="5271">
                  <c:v>11:56</c:v>
                </c:pt>
                <c:pt idx="5272">
                  <c:v>11:56</c:v>
                </c:pt>
                <c:pt idx="5273">
                  <c:v>11:56</c:v>
                </c:pt>
                <c:pt idx="5274">
                  <c:v>11:56</c:v>
                </c:pt>
                <c:pt idx="5275">
                  <c:v>11:56</c:v>
                </c:pt>
                <c:pt idx="5276">
                  <c:v>11:56</c:v>
                </c:pt>
                <c:pt idx="5277">
                  <c:v>11:56</c:v>
                </c:pt>
                <c:pt idx="5278">
                  <c:v>11:56</c:v>
                </c:pt>
                <c:pt idx="5279">
                  <c:v>11:56</c:v>
                </c:pt>
                <c:pt idx="5280">
                  <c:v>11:57</c:v>
                </c:pt>
                <c:pt idx="5281">
                  <c:v>11:57</c:v>
                </c:pt>
                <c:pt idx="5282">
                  <c:v>11:57</c:v>
                </c:pt>
                <c:pt idx="5283">
                  <c:v>11:57</c:v>
                </c:pt>
                <c:pt idx="5284">
                  <c:v>11:57</c:v>
                </c:pt>
                <c:pt idx="5285">
                  <c:v>11:57</c:v>
                </c:pt>
                <c:pt idx="5286">
                  <c:v>11:57</c:v>
                </c:pt>
                <c:pt idx="5287">
                  <c:v>11:57</c:v>
                </c:pt>
                <c:pt idx="5288">
                  <c:v>11:57</c:v>
                </c:pt>
                <c:pt idx="5289">
                  <c:v>11:57</c:v>
                </c:pt>
                <c:pt idx="5290">
                  <c:v>11:57</c:v>
                </c:pt>
                <c:pt idx="5291">
                  <c:v>11:57</c:v>
                </c:pt>
                <c:pt idx="5292">
                  <c:v>11:57</c:v>
                </c:pt>
                <c:pt idx="5293">
                  <c:v>11:57</c:v>
                </c:pt>
                <c:pt idx="5294">
                  <c:v>11:57</c:v>
                </c:pt>
                <c:pt idx="5295">
                  <c:v>11:57</c:v>
                </c:pt>
                <c:pt idx="5296">
                  <c:v>11:57</c:v>
                </c:pt>
                <c:pt idx="5297">
                  <c:v>11:57</c:v>
                </c:pt>
                <c:pt idx="5298">
                  <c:v>11:57</c:v>
                </c:pt>
                <c:pt idx="5299">
                  <c:v>11:57</c:v>
                </c:pt>
                <c:pt idx="5300">
                  <c:v>11:57</c:v>
                </c:pt>
                <c:pt idx="5301">
                  <c:v>11:57</c:v>
                </c:pt>
                <c:pt idx="5302">
                  <c:v>11:57</c:v>
                </c:pt>
                <c:pt idx="5303">
                  <c:v>11:57</c:v>
                </c:pt>
                <c:pt idx="5304">
                  <c:v>11:57</c:v>
                </c:pt>
                <c:pt idx="5305">
                  <c:v>11:57</c:v>
                </c:pt>
                <c:pt idx="5306">
                  <c:v>11:57</c:v>
                </c:pt>
                <c:pt idx="5307">
                  <c:v>11:57</c:v>
                </c:pt>
                <c:pt idx="5308">
                  <c:v>11:57</c:v>
                </c:pt>
                <c:pt idx="5309">
                  <c:v>11:57</c:v>
                </c:pt>
                <c:pt idx="5310">
                  <c:v>11:58</c:v>
                </c:pt>
                <c:pt idx="5311">
                  <c:v>11:58</c:v>
                </c:pt>
                <c:pt idx="5312">
                  <c:v>11:58</c:v>
                </c:pt>
                <c:pt idx="5313">
                  <c:v>11:58</c:v>
                </c:pt>
                <c:pt idx="5314">
                  <c:v>11:58</c:v>
                </c:pt>
                <c:pt idx="5315">
                  <c:v>11:58</c:v>
                </c:pt>
                <c:pt idx="5316">
                  <c:v>11:58</c:v>
                </c:pt>
                <c:pt idx="5317">
                  <c:v>11:58</c:v>
                </c:pt>
                <c:pt idx="5318">
                  <c:v>11:58</c:v>
                </c:pt>
                <c:pt idx="5319">
                  <c:v>11:58</c:v>
                </c:pt>
                <c:pt idx="5320">
                  <c:v>11:58</c:v>
                </c:pt>
                <c:pt idx="5321">
                  <c:v>11:58</c:v>
                </c:pt>
                <c:pt idx="5322">
                  <c:v>11:58</c:v>
                </c:pt>
                <c:pt idx="5323">
                  <c:v>11:58</c:v>
                </c:pt>
                <c:pt idx="5324">
                  <c:v>11:58</c:v>
                </c:pt>
                <c:pt idx="5325">
                  <c:v>11:58</c:v>
                </c:pt>
                <c:pt idx="5326">
                  <c:v>11:58</c:v>
                </c:pt>
                <c:pt idx="5327">
                  <c:v>11:58</c:v>
                </c:pt>
                <c:pt idx="5328">
                  <c:v>11:58</c:v>
                </c:pt>
                <c:pt idx="5329">
                  <c:v>11:58</c:v>
                </c:pt>
                <c:pt idx="5330">
                  <c:v>11:58</c:v>
                </c:pt>
                <c:pt idx="5331">
                  <c:v>11:58</c:v>
                </c:pt>
                <c:pt idx="5332">
                  <c:v>11:58</c:v>
                </c:pt>
                <c:pt idx="5333">
                  <c:v>11:58</c:v>
                </c:pt>
                <c:pt idx="5334">
                  <c:v>11:58</c:v>
                </c:pt>
                <c:pt idx="5335">
                  <c:v>11:58</c:v>
                </c:pt>
                <c:pt idx="5336">
                  <c:v>11:58</c:v>
                </c:pt>
                <c:pt idx="5337">
                  <c:v>11:58</c:v>
                </c:pt>
                <c:pt idx="5338">
                  <c:v>11:58</c:v>
                </c:pt>
                <c:pt idx="5339">
                  <c:v>11:58</c:v>
                </c:pt>
                <c:pt idx="5340">
                  <c:v>11:59</c:v>
                </c:pt>
                <c:pt idx="5341">
                  <c:v>11:59</c:v>
                </c:pt>
                <c:pt idx="5342">
                  <c:v>11:59</c:v>
                </c:pt>
                <c:pt idx="5343">
                  <c:v>11:59</c:v>
                </c:pt>
                <c:pt idx="5344">
                  <c:v>11:59</c:v>
                </c:pt>
                <c:pt idx="5345">
                  <c:v>11:59</c:v>
                </c:pt>
                <c:pt idx="5346">
                  <c:v>11:59</c:v>
                </c:pt>
                <c:pt idx="5347">
                  <c:v>11:59</c:v>
                </c:pt>
                <c:pt idx="5348">
                  <c:v>11:59</c:v>
                </c:pt>
                <c:pt idx="5349">
                  <c:v>11:59</c:v>
                </c:pt>
                <c:pt idx="5350">
                  <c:v>11:59</c:v>
                </c:pt>
                <c:pt idx="5351">
                  <c:v>11:59</c:v>
                </c:pt>
                <c:pt idx="5352">
                  <c:v>11:59</c:v>
                </c:pt>
                <c:pt idx="5353">
                  <c:v>11:59</c:v>
                </c:pt>
                <c:pt idx="5354">
                  <c:v>11:59</c:v>
                </c:pt>
                <c:pt idx="5355">
                  <c:v>11:59</c:v>
                </c:pt>
                <c:pt idx="5356">
                  <c:v>11:59</c:v>
                </c:pt>
                <c:pt idx="5357">
                  <c:v>11:59</c:v>
                </c:pt>
                <c:pt idx="5358">
                  <c:v>11:59</c:v>
                </c:pt>
                <c:pt idx="5359">
                  <c:v>11:59</c:v>
                </c:pt>
                <c:pt idx="5360">
                  <c:v>11:59</c:v>
                </c:pt>
                <c:pt idx="5361">
                  <c:v>11:59</c:v>
                </c:pt>
                <c:pt idx="5362">
                  <c:v>11:59</c:v>
                </c:pt>
                <c:pt idx="5363">
                  <c:v>11:59</c:v>
                </c:pt>
                <c:pt idx="5364">
                  <c:v>11:59</c:v>
                </c:pt>
                <c:pt idx="5365">
                  <c:v>11:59</c:v>
                </c:pt>
                <c:pt idx="5366">
                  <c:v>11:59</c:v>
                </c:pt>
                <c:pt idx="5367">
                  <c:v>11:59</c:v>
                </c:pt>
                <c:pt idx="5368">
                  <c:v>11:59</c:v>
                </c:pt>
                <c:pt idx="5369">
                  <c:v>11:59</c:v>
                </c:pt>
                <c:pt idx="5370">
                  <c:v>12:00</c:v>
                </c:pt>
                <c:pt idx="5371">
                  <c:v>12:00</c:v>
                </c:pt>
                <c:pt idx="5372">
                  <c:v>12:00</c:v>
                </c:pt>
                <c:pt idx="5373">
                  <c:v>12:00</c:v>
                </c:pt>
                <c:pt idx="5374">
                  <c:v>12:00</c:v>
                </c:pt>
                <c:pt idx="5375">
                  <c:v>12:00</c:v>
                </c:pt>
                <c:pt idx="5376">
                  <c:v>12:00</c:v>
                </c:pt>
                <c:pt idx="5377">
                  <c:v>12:00</c:v>
                </c:pt>
                <c:pt idx="5378">
                  <c:v>12:00</c:v>
                </c:pt>
                <c:pt idx="5379">
                  <c:v>12:00</c:v>
                </c:pt>
                <c:pt idx="5380">
                  <c:v>12:00</c:v>
                </c:pt>
                <c:pt idx="5381">
                  <c:v>12:00</c:v>
                </c:pt>
                <c:pt idx="5382">
                  <c:v>12:00</c:v>
                </c:pt>
                <c:pt idx="5383">
                  <c:v>12:00</c:v>
                </c:pt>
                <c:pt idx="5384">
                  <c:v>12:00</c:v>
                </c:pt>
                <c:pt idx="5385">
                  <c:v>12:00</c:v>
                </c:pt>
                <c:pt idx="5386">
                  <c:v>12:00</c:v>
                </c:pt>
                <c:pt idx="5387">
                  <c:v>12:00</c:v>
                </c:pt>
                <c:pt idx="5388">
                  <c:v>12:00</c:v>
                </c:pt>
                <c:pt idx="5389">
                  <c:v>12:00</c:v>
                </c:pt>
                <c:pt idx="5390">
                  <c:v>12:00</c:v>
                </c:pt>
                <c:pt idx="5391">
                  <c:v>12:00</c:v>
                </c:pt>
                <c:pt idx="5392">
                  <c:v>12:00</c:v>
                </c:pt>
                <c:pt idx="5393">
                  <c:v>12:00</c:v>
                </c:pt>
                <c:pt idx="5394">
                  <c:v>12:00</c:v>
                </c:pt>
                <c:pt idx="5395">
                  <c:v>12:00</c:v>
                </c:pt>
                <c:pt idx="5396">
                  <c:v>12:00</c:v>
                </c:pt>
                <c:pt idx="5397">
                  <c:v>12:00</c:v>
                </c:pt>
                <c:pt idx="5398">
                  <c:v>12:00</c:v>
                </c:pt>
                <c:pt idx="5399">
                  <c:v>12:00</c:v>
                </c:pt>
                <c:pt idx="5400">
                  <c:v>12:01</c:v>
                </c:pt>
                <c:pt idx="5401">
                  <c:v>12:01</c:v>
                </c:pt>
                <c:pt idx="5402">
                  <c:v>12:01</c:v>
                </c:pt>
                <c:pt idx="5403">
                  <c:v>12:01</c:v>
                </c:pt>
                <c:pt idx="5404">
                  <c:v>12:01</c:v>
                </c:pt>
                <c:pt idx="5405">
                  <c:v>12:01</c:v>
                </c:pt>
                <c:pt idx="5406">
                  <c:v>12:01</c:v>
                </c:pt>
                <c:pt idx="5407">
                  <c:v>12:01</c:v>
                </c:pt>
                <c:pt idx="5408">
                  <c:v>12:01</c:v>
                </c:pt>
                <c:pt idx="5409">
                  <c:v>12:01</c:v>
                </c:pt>
                <c:pt idx="5410">
                  <c:v>12:01</c:v>
                </c:pt>
                <c:pt idx="5411">
                  <c:v>12:01</c:v>
                </c:pt>
                <c:pt idx="5412">
                  <c:v>12:01</c:v>
                </c:pt>
                <c:pt idx="5413">
                  <c:v>12:01</c:v>
                </c:pt>
                <c:pt idx="5414">
                  <c:v>12:01</c:v>
                </c:pt>
                <c:pt idx="5415">
                  <c:v>12:01</c:v>
                </c:pt>
                <c:pt idx="5416">
                  <c:v>12:01</c:v>
                </c:pt>
                <c:pt idx="5417">
                  <c:v>12:01</c:v>
                </c:pt>
                <c:pt idx="5418">
                  <c:v>12:01</c:v>
                </c:pt>
                <c:pt idx="5419">
                  <c:v>12:01</c:v>
                </c:pt>
                <c:pt idx="5420">
                  <c:v>12:01</c:v>
                </c:pt>
                <c:pt idx="5421">
                  <c:v>12:01</c:v>
                </c:pt>
                <c:pt idx="5422">
                  <c:v>12:01</c:v>
                </c:pt>
                <c:pt idx="5423">
                  <c:v>12:01</c:v>
                </c:pt>
                <c:pt idx="5424">
                  <c:v>12:01</c:v>
                </c:pt>
                <c:pt idx="5425">
                  <c:v>12:01</c:v>
                </c:pt>
                <c:pt idx="5426">
                  <c:v>12:01</c:v>
                </c:pt>
                <c:pt idx="5427">
                  <c:v>12:01</c:v>
                </c:pt>
                <c:pt idx="5428">
                  <c:v>12:01</c:v>
                </c:pt>
                <c:pt idx="5429">
                  <c:v>12:01</c:v>
                </c:pt>
                <c:pt idx="5430">
                  <c:v>12:02</c:v>
                </c:pt>
                <c:pt idx="5431">
                  <c:v>12:02</c:v>
                </c:pt>
                <c:pt idx="5432">
                  <c:v>12:02</c:v>
                </c:pt>
                <c:pt idx="5433">
                  <c:v>12:02</c:v>
                </c:pt>
                <c:pt idx="5434">
                  <c:v>12:02</c:v>
                </c:pt>
                <c:pt idx="5435">
                  <c:v>12:02</c:v>
                </c:pt>
                <c:pt idx="5436">
                  <c:v>12:02</c:v>
                </c:pt>
                <c:pt idx="5437">
                  <c:v>12:02</c:v>
                </c:pt>
                <c:pt idx="5438">
                  <c:v>12:02</c:v>
                </c:pt>
                <c:pt idx="5439">
                  <c:v>12:02</c:v>
                </c:pt>
                <c:pt idx="5440">
                  <c:v>12:02</c:v>
                </c:pt>
                <c:pt idx="5441">
                  <c:v>12:02</c:v>
                </c:pt>
                <c:pt idx="5442">
                  <c:v>12:02</c:v>
                </c:pt>
                <c:pt idx="5443">
                  <c:v>12:02</c:v>
                </c:pt>
                <c:pt idx="5444">
                  <c:v>12:02</c:v>
                </c:pt>
                <c:pt idx="5445">
                  <c:v>12:02</c:v>
                </c:pt>
                <c:pt idx="5446">
                  <c:v>12:02</c:v>
                </c:pt>
                <c:pt idx="5447">
                  <c:v>12:02</c:v>
                </c:pt>
                <c:pt idx="5448">
                  <c:v>12:02</c:v>
                </c:pt>
                <c:pt idx="5449">
                  <c:v>12:02</c:v>
                </c:pt>
                <c:pt idx="5450">
                  <c:v>12:02</c:v>
                </c:pt>
                <c:pt idx="5451">
                  <c:v>12:02</c:v>
                </c:pt>
                <c:pt idx="5452">
                  <c:v>12:02</c:v>
                </c:pt>
                <c:pt idx="5453">
                  <c:v>12:02</c:v>
                </c:pt>
                <c:pt idx="5454">
                  <c:v>12:02</c:v>
                </c:pt>
                <c:pt idx="5455">
                  <c:v>12:02</c:v>
                </c:pt>
                <c:pt idx="5456">
                  <c:v>12:02</c:v>
                </c:pt>
                <c:pt idx="5457">
                  <c:v>12:02</c:v>
                </c:pt>
                <c:pt idx="5458">
                  <c:v>12:02</c:v>
                </c:pt>
                <c:pt idx="5459">
                  <c:v>12:02</c:v>
                </c:pt>
                <c:pt idx="5460">
                  <c:v>12:03</c:v>
                </c:pt>
                <c:pt idx="5461">
                  <c:v>12:03</c:v>
                </c:pt>
                <c:pt idx="5462">
                  <c:v>12:03</c:v>
                </c:pt>
                <c:pt idx="5463">
                  <c:v>12:03</c:v>
                </c:pt>
                <c:pt idx="5464">
                  <c:v>12:03</c:v>
                </c:pt>
                <c:pt idx="5465">
                  <c:v>12:03</c:v>
                </c:pt>
                <c:pt idx="5466">
                  <c:v>12:03</c:v>
                </c:pt>
                <c:pt idx="5467">
                  <c:v>12:03</c:v>
                </c:pt>
                <c:pt idx="5468">
                  <c:v>12:03</c:v>
                </c:pt>
                <c:pt idx="5469">
                  <c:v>12:03</c:v>
                </c:pt>
                <c:pt idx="5470">
                  <c:v>12:03</c:v>
                </c:pt>
                <c:pt idx="5471">
                  <c:v>12:03</c:v>
                </c:pt>
                <c:pt idx="5472">
                  <c:v>12:03</c:v>
                </c:pt>
                <c:pt idx="5473">
                  <c:v>12:03</c:v>
                </c:pt>
                <c:pt idx="5474">
                  <c:v>12:03</c:v>
                </c:pt>
                <c:pt idx="5475">
                  <c:v>12:03</c:v>
                </c:pt>
                <c:pt idx="5476">
                  <c:v>12:03</c:v>
                </c:pt>
                <c:pt idx="5477">
                  <c:v>12:03</c:v>
                </c:pt>
                <c:pt idx="5478">
                  <c:v>12:03</c:v>
                </c:pt>
                <c:pt idx="5479">
                  <c:v>12:03</c:v>
                </c:pt>
                <c:pt idx="5480">
                  <c:v>12:03</c:v>
                </c:pt>
                <c:pt idx="5481">
                  <c:v>12:03</c:v>
                </c:pt>
                <c:pt idx="5482">
                  <c:v>12:03</c:v>
                </c:pt>
                <c:pt idx="5483">
                  <c:v>12:03</c:v>
                </c:pt>
                <c:pt idx="5484">
                  <c:v>12:03</c:v>
                </c:pt>
                <c:pt idx="5485">
                  <c:v>12:03</c:v>
                </c:pt>
                <c:pt idx="5486">
                  <c:v>12:03</c:v>
                </c:pt>
                <c:pt idx="5487">
                  <c:v>12:03</c:v>
                </c:pt>
                <c:pt idx="5488">
                  <c:v>12:03</c:v>
                </c:pt>
                <c:pt idx="5489">
                  <c:v>12:03</c:v>
                </c:pt>
                <c:pt idx="5490">
                  <c:v>12:04</c:v>
                </c:pt>
                <c:pt idx="5491">
                  <c:v>12:04</c:v>
                </c:pt>
                <c:pt idx="5492">
                  <c:v>12:04</c:v>
                </c:pt>
                <c:pt idx="5493">
                  <c:v>12:04</c:v>
                </c:pt>
                <c:pt idx="5494">
                  <c:v>12:04</c:v>
                </c:pt>
                <c:pt idx="5495">
                  <c:v>12:04</c:v>
                </c:pt>
                <c:pt idx="5496">
                  <c:v>12:04</c:v>
                </c:pt>
                <c:pt idx="5497">
                  <c:v>12:04</c:v>
                </c:pt>
                <c:pt idx="5498">
                  <c:v>12:04</c:v>
                </c:pt>
                <c:pt idx="5499">
                  <c:v>12:04</c:v>
                </c:pt>
                <c:pt idx="5500">
                  <c:v>12:04</c:v>
                </c:pt>
                <c:pt idx="5501">
                  <c:v>12:04</c:v>
                </c:pt>
                <c:pt idx="5502">
                  <c:v>12:04</c:v>
                </c:pt>
                <c:pt idx="5503">
                  <c:v>12:04</c:v>
                </c:pt>
                <c:pt idx="5504">
                  <c:v>12:04</c:v>
                </c:pt>
                <c:pt idx="5505">
                  <c:v>12:04</c:v>
                </c:pt>
                <c:pt idx="5506">
                  <c:v>12:04</c:v>
                </c:pt>
                <c:pt idx="5507">
                  <c:v>12:04</c:v>
                </c:pt>
                <c:pt idx="5508">
                  <c:v>12:04</c:v>
                </c:pt>
                <c:pt idx="5509">
                  <c:v>12:04</c:v>
                </c:pt>
                <c:pt idx="5510">
                  <c:v>12:04</c:v>
                </c:pt>
                <c:pt idx="5511">
                  <c:v>12:04</c:v>
                </c:pt>
                <c:pt idx="5512">
                  <c:v>12:04</c:v>
                </c:pt>
                <c:pt idx="5513">
                  <c:v>12:04</c:v>
                </c:pt>
                <c:pt idx="5514">
                  <c:v>12:04</c:v>
                </c:pt>
                <c:pt idx="5515">
                  <c:v>12:04</c:v>
                </c:pt>
                <c:pt idx="5516">
                  <c:v>12:04</c:v>
                </c:pt>
                <c:pt idx="5517">
                  <c:v>12:04</c:v>
                </c:pt>
                <c:pt idx="5518">
                  <c:v>12:04</c:v>
                </c:pt>
                <c:pt idx="5519">
                  <c:v>12:04</c:v>
                </c:pt>
                <c:pt idx="5520">
                  <c:v>12:05</c:v>
                </c:pt>
                <c:pt idx="5521">
                  <c:v>12:05</c:v>
                </c:pt>
                <c:pt idx="5522">
                  <c:v>12:05</c:v>
                </c:pt>
                <c:pt idx="5523">
                  <c:v>12:05</c:v>
                </c:pt>
                <c:pt idx="5524">
                  <c:v>12:05</c:v>
                </c:pt>
                <c:pt idx="5525">
                  <c:v>12:05</c:v>
                </c:pt>
                <c:pt idx="5526">
                  <c:v>12:05</c:v>
                </c:pt>
                <c:pt idx="5527">
                  <c:v>12:05</c:v>
                </c:pt>
                <c:pt idx="5528">
                  <c:v>12:05</c:v>
                </c:pt>
                <c:pt idx="5529">
                  <c:v>12:05</c:v>
                </c:pt>
                <c:pt idx="5530">
                  <c:v>12:05</c:v>
                </c:pt>
                <c:pt idx="5531">
                  <c:v>12:05</c:v>
                </c:pt>
                <c:pt idx="5532">
                  <c:v>12:05</c:v>
                </c:pt>
                <c:pt idx="5533">
                  <c:v>12:05</c:v>
                </c:pt>
                <c:pt idx="5534">
                  <c:v>12:05</c:v>
                </c:pt>
                <c:pt idx="5535">
                  <c:v>12:05</c:v>
                </c:pt>
                <c:pt idx="5536">
                  <c:v>12:05</c:v>
                </c:pt>
                <c:pt idx="5537">
                  <c:v>12:05</c:v>
                </c:pt>
                <c:pt idx="5538">
                  <c:v>12:05</c:v>
                </c:pt>
                <c:pt idx="5539">
                  <c:v>12:05</c:v>
                </c:pt>
                <c:pt idx="5540">
                  <c:v>12:05</c:v>
                </c:pt>
                <c:pt idx="5541">
                  <c:v>12:05</c:v>
                </c:pt>
                <c:pt idx="5542">
                  <c:v>12:05</c:v>
                </c:pt>
                <c:pt idx="5543">
                  <c:v>12:05</c:v>
                </c:pt>
                <c:pt idx="5544">
                  <c:v>12:05</c:v>
                </c:pt>
                <c:pt idx="5545">
                  <c:v>12:05</c:v>
                </c:pt>
                <c:pt idx="5546">
                  <c:v>12:05</c:v>
                </c:pt>
                <c:pt idx="5547">
                  <c:v>12:05</c:v>
                </c:pt>
                <c:pt idx="5548">
                  <c:v>12:05</c:v>
                </c:pt>
                <c:pt idx="5549">
                  <c:v>12:05</c:v>
                </c:pt>
                <c:pt idx="5550">
                  <c:v>12:06</c:v>
                </c:pt>
                <c:pt idx="5551">
                  <c:v>12:06</c:v>
                </c:pt>
                <c:pt idx="5552">
                  <c:v>12:06</c:v>
                </c:pt>
                <c:pt idx="5553">
                  <c:v>12:06</c:v>
                </c:pt>
                <c:pt idx="5554">
                  <c:v>12:06</c:v>
                </c:pt>
                <c:pt idx="5555">
                  <c:v>12:06</c:v>
                </c:pt>
                <c:pt idx="5556">
                  <c:v>12:06</c:v>
                </c:pt>
                <c:pt idx="5557">
                  <c:v>12:06</c:v>
                </c:pt>
                <c:pt idx="5558">
                  <c:v>12:06</c:v>
                </c:pt>
                <c:pt idx="5559">
                  <c:v>12:06</c:v>
                </c:pt>
                <c:pt idx="5560">
                  <c:v>12:06</c:v>
                </c:pt>
                <c:pt idx="5561">
                  <c:v>12:06</c:v>
                </c:pt>
                <c:pt idx="5562">
                  <c:v>12:06</c:v>
                </c:pt>
                <c:pt idx="5563">
                  <c:v>12:06</c:v>
                </c:pt>
                <c:pt idx="5564">
                  <c:v>12:06</c:v>
                </c:pt>
                <c:pt idx="5565">
                  <c:v>12:06</c:v>
                </c:pt>
                <c:pt idx="5566">
                  <c:v>12:06</c:v>
                </c:pt>
                <c:pt idx="5567">
                  <c:v>12:06</c:v>
                </c:pt>
                <c:pt idx="5568">
                  <c:v>12:06</c:v>
                </c:pt>
                <c:pt idx="5569">
                  <c:v>12:06</c:v>
                </c:pt>
                <c:pt idx="5570">
                  <c:v>12:06</c:v>
                </c:pt>
                <c:pt idx="5571">
                  <c:v>12:06</c:v>
                </c:pt>
                <c:pt idx="5572">
                  <c:v>12:06</c:v>
                </c:pt>
                <c:pt idx="5573">
                  <c:v>12:06</c:v>
                </c:pt>
                <c:pt idx="5574">
                  <c:v>12:06</c:v>
                </c:pt>
                <c:pt idx="5575">
                  <c:v>12:06</c:v>
                </c:pt>
                <c:pt idx="5576">
                  <c:v>12:06</c:v>
                </c:pt>
                <c:pt idx="5577">
                  <c:v>12:06</c:v>
                </c:pt>
                <c:pt idx="5578">
                  <c:v>12:06</c:v>
                </c:pt>
                <c:pt idx="5579">
                  <c:v>12:06</c:v>
                </c:pt>
                <c:pt idx="5580">
                  <c:v>12:07</c:v>
                </c:pt>
                <c:pt idx="5581">
                  <c:v>12:07</c:v>
                </c:pt>
                <c:pt idx="5582">
                  <c:v>12:07</c:v>
                </c:pt>
                <c:pt idx="5583">
                  <c:v>12:07</c:v>
                </c:pt>
                <c:pt idx="5584">
                  <c:v>12:07</c:v>
                </c:pt>
                <c:pt idx="5585">
                  <c:v>12:07</c:v>
                </c:pt>
                <c:pt idx="5586">
                  <c:v>12:07</c:v>
                </c:pt>
                <c:pt idx="5587">
                  <c:v>12:07</c:v>
                </c:pt>
                <c:pt idx="5588">
                  <c:v>12:07</c:v>
                </c:pt>
                <c:pt idx="5589">
                  <c:v>12:07</c:v>
                </c:pt>
                <c:pt idx="5590">
                  <c:v>12:07</c:v>
                </c:pt>
                <c:pt idx="5591">
                  <c:v>12:07</c:v>
                </c:pt>
                <c:pt idx="5592">
                  <c:v>12:07</c:v>
                </c:pt>
                <c:pt idx="5593">
                  <c:v>12:07</c:v>
                </c:pt>
                <c:pt idx="5594">
                  <c:v>12:07</c:v>
                </c:pt>
                <c:pt idx="5595">
                  <c:v>12:07</c:v>
                </c:pt>
                <c:pt idx="5596">
                  <c:v>12:07</c:v>
                </c:pt>
                <c:pt idx="5597">
                  <c:v>12:07</c:v>
                </c:pt>
                <c:pt idx="5598">
                  <c:v>12:07</c:v>
                </c:pt>
                <c:pt idx="5599">
                  <c:v>12:07</c:v>
                </c:pt>
                <c:pt idx="5600">
                  <c:v>12:07</c:v>
                </c:pt>
                <c:pt idx="5601">
                  <c:v>12:07</c:v>
                </c:pt>
                <c:pt idx="5602">
                  <c:v>12:07</c:v>
                </c:pt>
                <c:pt idx="5603">
                  <c:v>12:07</c:v>
                </c:pt>
                <c:pt idx="5604">
                  <c:v>12:07</c:v>
                </c:pt>
                <c:pt idx="5605">
                  <c:v>12:07</c:v>
                </c:pt>
                <c:pt idx="5606">
                  <c:v>12:07</c:v>
                </c:pt>
                <c:pt idx="5607">
                  <c:v>12:07</c:v>
                </c:pt>
                <c:pt idx="5608">
                  <c:v>12:07</c:v>
                </c:pt>
                <c:pt idx="5609">
                  <c:v>12:07</c:v>
                </c:pt>
                <c:pt idx="5610">
                  <c:v>12:08</c:v>
                </c:pt>
                <c:pt idx="5611">
                  <c:v>12:08</c:v>
                </c:pt>
                <c:pt idx="5612">
                  <c:v>12:08</c:v>
                </c:pt>
                <c:pt idx="5613">
                  <c:v>12:08</c:v>
                </c:pt>
                <c:pt idx="5614">
                  <c:v>12:08</c:v>
                </c:pt>
                <c:pt idx="5615">
                  <c:v>12:08</c:v>
                </c:pt>
                <c:pt idx="5616">
                  <c:v>12:08</c:v>
                </c:pt>
                <c:pt idx="5617">
                  <c:v>12:08</c:v>
                </c:pt>
                <c:pt idx="5618">
                  <c:v>12:08</c:v>
                </c:pt>
                <c:pt idx="5619">
                  <c:v>12:08</c:v>
                </c:pt>
                <c:pt idx="5620">
                  <c:v>12:08</c:v>
                </c:pt>
                <c:pt idx="5621">
                  <c:v>12:08</c:v>
                </c:pt>
                <c:pt idx="5622">
                  <c:v>12:08</c:v>
                </c:pt>
                <c:pt idx="5623">
                  <c:v>12:08</c:v>
                </c:pt>
                <c:pt idx="5624">
                  <c:v>12:08</c:v>
                </c:pt>
                <c:pt idx="5625">
                  <c:v>12:08</c:v>
                </c:pt>
                <c:pt idx="5626">
                  <c:v>12:08</c:v>
                </c:pt>
                <c:pt idx="5627">
                  <c:v>12:08</c:v>
                </c:pt>
                <c:pt idx="5628">
                  <c:v>12:08</c:v>
                </c:pt>
                <c:pt idx="5629">
                  <c:v>12:08</c:v>
                </c:pt>
                <c:pt idx="5630">
                  <c:v>12:08</c:v>
                </c:pt>
                <c:pt idx="5631">
                  <c:v>12:08</c:v>
                </c:pt>
                <c:pt idx="5632">
                  <c:v>12:08</c:v>
                </c:pt>
                <c:pt idx="5633">
                  <c:v>12:08</c:v>
                </c:pt>
                <c:pt idx="5634">
                  <c:v>12:08</c:v>
                </c:pt>
                <c:pt idx="5635">
                  <c:v>12:08</c:v>
                </c:pt>
                <c:pt idx="5636">
                  <c:v>12:08</c:v>
                </c:pt>
                <c:pt idx="5637">
                  <c:v>12:08</c:v>
                </c:pt>
                <c:pt idx="5638">
                  <c:v>12:08</c:v>
                </c:pt>
                <c:pt idx="5639">
                  <c:v>12:08</c:v>
                </c:pt>
                <c:pt idx="5640">
                  <c:v>12:09</c:v>
                </c:pt>
                <c:pt idx="5641">
                  <c:v>12:09</c:v>
                </c:pt>
                <c:pt idx="5642">
                  <c:v>12:09</c:v>
                </c:pt>
                <c:pt idx="5643">
                  <c:v>12:09</c:v>
                </c:pt>
                <c:pt idx="5644">
                  <c:v>12:09</c:v>
                </c:pt>
                <c:pt idx="5645">
                  <c:v>12:09</c:v>
                </c:pt>
                <c:pt idx="5646">
                  <c:v>12:09</c:v>
                </c:pt>
                <c:pt idx="5647">
                  <c:v>12:09</c:v>
                </c:pt>
                <c:pt idx="5648">
                  <c:v>12:09</c:v>
                </c:pt>
                <c:pt idx="5649">
                  <c:v>12:09</c:v>
                </c:pt>
                <c:pt idx="5650">
                  <c:v>12:09</c:v>
                </c:pt>
                <c:pt idx="5651">
                  <c:v>12:09</c:v>
                </c:pt>
                <c:pt idx="5652">
                  <c:v>12:09</c:v>
                </c:pt>
                <c:pt idx="5653">
                  <c:v>12:09</c:v>
                </c:pt>
                <c:pt idx="5654">
                  <c:v>12:09</c:v>
                </c:pt>
                <c:pt idx="5655">
                  <c:v>12:09</c:v>
                </c:pt>
                <c:pt idx="5656">
                  <c:v>12:09</c:v>
                </c:pt>
                <c:pt idx="5657">
                  <c:v>12:09</c:v>
                </c:pt>
                <c:pt idx="5658">
                  <c:v>12:09</c:v>
                </c:pt>
                <c:pt idx="5659">
                  <c:v>12:09</c:v>
                </c:pt>
                <c:pt idx="5660">
                  <c:v>12:09</c:v>
                </c:pt>
                <c:pt idx="5661">
                  <c:v>12:09</c:v>
                </c:pt>
                <c:pt idx="5662">
                  <c:v>12:09</c:v>
                </c:pt>
                <c:pt idx="5663">
                  <c:v>12:09</c:v>
                </c:pt>
                <c:pt idx="5664">
                  <c:v>12:09</c:v>
                </c:pt>
                <c:pt idx="5665">
                  <c:v>12:09</c:v>
                </c:pt>
                <c:pt idx="5666">
                  <c:v>12:09</c:v>
                </c:pt>
                <c:pt idx="5667">
                  <c:v>12:09</c:v>
                </c:pt>
                <c:pt idx="5668">
                  <c:v>12:09</c:v>
                </c:pt>
                <c:pt idx="5669">
                  <c:v>12:09</c:v>
                </c:pt>
                <c:pt idx="5670">
                  <c:v>12:10</c:v>
                </c:pt>
                <c:pt idx="5671">
                  <c:v>12:10</c:v>
                </c:pt>
                <c:pt idx="5672">
                  <c:v>12:10</c:v>
                </c:pt>
                <c:pt idx="5673">
                  <c:v>12:10</c:v>
                </c:pt>
                <c:pt idx="5674">
                  <c:v>12:10</c:v>
                </c:pt>
                <c:pt idx="5675">
                  <c:v>12:10</c:v>
                </c:pt>
                <c:pt idx="5676">
                  <c:v>12:10</c:v>
                </c:pt>
                <c:pt idx="5677">
                  <c:v>12:10</c:v>
                </c:pt>
                <c:pt idx="5678">
                  <c:v>12:10</c:v>
                </c:pt>
                <c:pt idx="5679">
                  <c:v>12:10</c:v>
                </c:pt>
                <c:pt idx="5680">
                  <c:v>12:10</c:v>
                </c:pt>
                <c:pt idx="5681">
                  <c:v>12:10</c:v>
                </c:pt>
                <c:pt idx="5682">
                  <c:v>12:10</c:v>
                </c:pt>
                <c:pt idx="5683">
                  <c:v>12:10</c:v>
                </c:pt>
                <c:pt idx="5684">
                  <c:v>12:10</c:v>
                </c:pt>
                <c:pt idx="5685">
                  <c:v>12:10</c:v>
                </c:pt>
                <c:pt idx="5686">
                  <c:v>12:10</c:v>
                </c:pt>
                <c:pt idx="5687">
                  <c:v>12:10</c:v>
                </c:pt>
                <c:pt idx="5688">
                  <c:v>12:10</c:v>
                </c:pt>
                <c:pt idx="5689">
                  <c:v>12:10</c:v>
                </c:pt>
                <c:pt idx="5690">
                  <c:v>12:10</c:v>
                </c:pt>
                <c:pt idx="5691">
                  <c:v>12:10</c:v>
                </c:pt>
                <c:pt idx="5692">
                  <c:v>12:10</c:v>
                </c:pt>
                <c:pt idx="5693">
                  <c:v>12:10</c:v>
                </c:pt>
                <c:pt idx="5694">
                  <c:v>12:10</c:v>
                </c:pt>
                <c:pt idx="5695">
                  <c:v>12:10</c:v>
                </c:pt>
                <c:pt idx="5696">
                  <c:v>12:10</c:v>
                </c:pt>
                <c:pt idx="5697">
                  <c:v>12:10</c:v>
                </c:pt>
                <c:pt idx="5698">
                  <c:v>12:10</c:v>
                </c:pt>
                <c:pt idx="5699">
                  <c:v>12:10</c:v>
                </c:pt>
                <c:pt idx="5700">
                  <c:v>12:11</c:v>
                </c:pt>
                <c:pt idx="5701">
                  <c:v>12:11</c:v>
                </c:pt>
                <c:pt idx="5702">
                  <c:v>12:11</c:v>
                </c:pt>
                <c:pt idx="5703">
                  <c:v>12:11</c:v>
                </c:pt>
                <c:pt idx="5704">
                  <c:v>12:11</c:v>
                </c:pt>
                <c:pt idx="5705">
                  <c:v>12:11</c:v>
                </c:pt>
                <c:pt idx="5706">
                  <c:v>12:11</c:v>
                </c:pt>
                <c:pt idx="5707">
                  <c:v>12:11</c:v>
                </c:pt>
                <c:pt idx="5708">
                  <c:v>12:11</c:v>
                </c:pt>
                <c:pt idx="5709">
                  <c:v>12:11</c:v>
                </c:pt>
                <c:pt idx="5710">
                  <c:v>12:11</c:v>
                </c:pt>
                <c:pt idx="5711">
                  <c:v>12:11</c:v>
                </c:pt>
                <c:pt idx="5712">
                  <c:v>12:11</c:v>
                </c:pt>
                <c:pt idx="5713">
                  <c:v>12:11</c:v>
                </c:pt>
                <c:pt idx="5714">
                  <c:v>12:11</c:v>
                </c:pt>
                <c:pt idx="5715">
                  <c:v>12:11</c:v>
                </c:pt>
                <c:pt idx="5716">
                  <c:v>12:11</c:v>
                </c:pt>
                <c:pt idx="5717">
                  <c:v>12:11</c:v>
                </c:pt>
                <c:pt idx="5718">
                  <c:v>12:11</c:v>
                </c:pt>
                <c:pt idx="5719">
                  <c:v>12:11</c:v>
                </c:pt>
                <c:pt idx="5720">
                  <c:v>12:11</c:v>
                </c:pt>
                <c:pt idx="5721">
                  <c:v>12:11</c:v>
                </c:pt>
                <c:pt idx="5722">
                  <c:v>12:11</c:v>
                </c:pt>
                <c:pt idx="5723">
                  <c:v>12:11</c:v>
                </c:pt>
                <c:pt idx="5724">
                  <c:v>12:11</c:v>
                </c:pt>
                <c:pt idx="5725">
                  <c:v>12:11</c:v>
                </c:pt>
                <c:pt idx="5726">
                  <c:v>12:11</c:v>
                </c:pt>
                <c:pt idx="5727">
                  <c:v>12:11</c:v>
                </c:pt>
                <c:pt idx="5728">
                  <c:v>12:11</c:v>
                </c:pt>
                <c:pt idx="5729">
                  <c:v>12:11</c:v>
                </c:pt>
                <c:pt idx="5730">
                  <c:v>12:12</c:v>
                </c:pt>
                <c:pt idx="5731">
                  <c:v>12:12</c:v>
                </c:pt>
                <c:pt idx="5732">
                  <c:v>12:12</c:v>
                </c:pt>
                <c:pt idx="5733">
                  <c:v>12:12</c:v>
                </c:pt>
                <c:pt idx="5734">
                  <c:v>12:12</c:v>
                </c:pt>
                <c:pt idx="5735">
                  <c:v>12:12</c:v>
                </c:pt>
                <c:pt idx="5736">
                  <c:v>12:12</c:v>
                </c:pt>
                <c:pt idx="5737">
                  <c:v>12:12</c:v>
                </c:pt>
                <c:pt idx="5738">
                  <c:v>12:12</c:v>
                </c:pt>
                <c:pt idx="5739">
                  <c:v>12:12</c:v>
                </c:pt>
                <c:pt idx="5740">
                  <c:v>12:12</c:v>
                </c:pt>
                <c:pt idx="5741">
                  <c:v>12:12</c:v>
                </c:pt>
                <c:pt idx="5742">
                  <c:v>12:12</c:v>
                </c:pt>
                <c:pt idx="5743">
                  <c:v>12:12</c:v>
                </c:pt>
                <c:pt idx="5744">
                  <c:v>12:12</c:v>
                </c:pt>
                <c:pt idx="5745">
                  <c:v>12:12</c:v>
                </c:pt>
                <c:pt idx="5746">
                  <c:v>12:12</c:v>
                </c:pt>
                <c:pt idx="5747">
                  <c:v>12:12</c:v>
                </c:pt>
                <c:pt idx="5748">
                  <c:v>12:12</c:v>
                </c:pt>
                <c:pt idx="5749">
                  <c:v>12:12</c:v>
                </c:pt>
                <c:pt idx="5750">
                  <c:v>12:12</c:v>
                </c:pt>
                <c:pt idx="5751">
                  <c:v>12:12</c:v>
                </c:pt>
                <c:pt idx="5752">
                  <c:v>12:12</c:v>
                </c:pt>
                <c:pt idx="5753">
                  <c:v>12:12</c:v>
                </c:pt>
                <c:pt idx="5754">
                  <c:v>12:12</c:v>
                </c:pt>
                <c:pt idx="5755">
                  <c:v>12:12</c:v>
                </c:pt>
                <c:pt idx="5756">
                  <c:v>12:12</c:v>
                </c:pt>
                <c:pt idx="5757">
                  <c:v>12:12</c:v>
                </c:pt>
                <c:pt idx="5758">
                  <c:v>12:12</c:v>
                </c:pt>
                <c:pt idx="5759">
                  <c:v>12:12</c:v>
                </c:pt>
                <c:pt idx="5760">
                  <c:v>12:13</c:v>
                </c:pt>
                <c:pt idx="5761">
                  <c:v>12:13</c:v>
                </c:pt>
                <c:pt idx="5762">
                  <c:v>12:13</c:v>
                </c:pt>
                <c:pt idx="5763">
                  <c:v>12:13</c:v>
                </c:pt>
                <c:pt idx="5764">
                  <c:v>12:13</c:v>
                </c:pt>
                <c:pt idx="5765">
                  <c:v>12:13</c:v>
                </c:pt>
                <c:pt idx="5766">
                  <c:v>12:13</c:v>
                </c:pt>
                <c:pt idx="5767">
                  <c:v>12:13</c:v>
                </c:pt>
                <c:pt idx="5768">
                  <c:v>12:13</c:v>
                </c:pt>
                <c:pt idx="5769">
                  <c:v>12:13</c:v>
                </c:pt>
                <c:pt idx="5770">
                  <c:v>12:13</c:v>
                </c:pt>
                <c:pt idx="5771">
                  <c:v>12:13</c:v>
                </c:pt>
                <c:pt idx="5772">
                  <c:v>12:13</c:v>
                </c:pt>
                <c:pt idx="5773">
                  <c:v>12:13</c:v>
                </c:pt>
                <c:pt idx="5774">
                  <c:v>12:13</c:v>
                </c:pt>
                <c:pt idx="5775">
                  <c:v>12:13</c:v>
                </c:pt>
                <c:pt idx="5776">
                  <c:v>12:13</c:v>
                </c:pt>
                <c:pt idx="5777">
                  <c:v>12:13</c:v>
                </c:pt>
                <c:pt idx="5778">
                  <c:v>12:13</c:v>
                </c:pt>
                <c:pt idx="5779">
                  <c:v>12:13</c:v>
                </c:pt>
                <c:pt idx="5780">
                  <c:v>12:13</c:v>
                </c:pt>
                <c:pt idx="5781">
                  <c:v>12:13</c:v>
                </c:pt>
                <c:pt idx="5782">
                  <c:v>12:13</c:v>
                </c:pt>
                <c:pt idx="5783">
                  <c:v>12:13</c:v>
                </c:pt>
                <c:pt idx="5784">
                  <c:v>12:13</c:v>
                </c:pt>
                <c:pt idx="5785">
                  <c:v>12:13</c:v>
                </c:pt>
                <c:pt idx="5786">
                  <c:v>12:13</c:v>
                </c:pt>
                <c:pt idx="5787">
                  <c:v>12:13</c:v>
                </c:pt>
                <c:pt idx="5788">
                  <c:v>12:13</c:v>
                </c:pt>
                <c:pt idx="5789">
                  <c:v>12:13</c:v>
                </c:pt>
                <c:pt idx="5790">
                  <c:v>12:14</c:v>
                </c:pt>
                <c:pt idx="5791">
                  <c:v>12:14</c:v>
                </c:pt>
                <c:pt idx="5792">
                  <c:v>12:14</c:v>
                </c:pt>
                <c:pt idx="5793">
                  <c:v>12:14</c:v>
                </c:pt>
                <c:pt idx="5794">
                  <c:v>12:14</c:v>
                </c:pt>
                <c:pt idx="5795">
                  <c:v>12:14</c:v>
                </c:pt>
                <c:pt idx="5796">
                  <c:v>12:14</c:v>
                </c:pt>
                <c:pt idx="5797">
                  <c:v>12:14</c:v>
                </c:pt>
                <c:pt idx="5798">
                  <c:v>12:14</c:v>
                </c:pt>
                <c:pt idx="5799">
                  <c:v>12:14</c:v>
                </c:pt>
                <c:pt idx="5800">
                  <c:v>12:14</c:v>
                </c:pt>
                <c:pt idx="5801">
                  <c:v>12:14</c:v>
                </c:pt>
                <c:pt idx="5802">
                  <c:v>12:14</c:v>
                </c:pt>
                <c:pt idx="5803">
                  <c:v>12:14</c:v>
                </c:pt>
                <c:pt idx="5804">
                  <c:v>12:14</c:v>
                </c:pt>
                <c:pt idx="5805">
                  <c:v>12:14</c:v>
                </c:pt>
                <c:pt idx="5806">
                  <c:v>12:14</c:v>
                </c:pt>
                <c:pt idx="5807">
                  <c:v>12:14</c:v>
                </c:pt>
                <c:pt idx="5808">
                  <c:v>12:14</c:v>
                </c:pt>
                <c:pt idx="5809">
                  <c:v>12:14</c:v>
                </c:pt>
                <c:pt idx="5810">
                  <c:v>12:14</c:v>
                </c:pt>
                <c:pt idx="5811">
                  <c:v>12:14</c:v>
                </c:pt>
                <c:pt idx="5812">
                  <c:v>12:14</c:v>
                </c:pt>
                <c:pt idx="5813">
                  <c:v>12:14</c:v>
                </c:pt>
                <c:pt idx="5814">
                  <c:v>12:14</c:v>
                </c:pt>
                <c:pt idx="5815">
                  <c:v>12:14</c:v>
                </c:pt>
                <c:pt idx="5816">
                  <c:v>12:14</c:v>
                </c:pt>
                <c:pt idx="5817">
                  <c:v>12:14</c:v>
                </c:pt>
                <c:pt idx="5818">
                  <c:v>12:14</c:v>
                </c:pt>
                <c:pt idx="5819">
                  <c:v>12:14</c:v>
                </c:pt>
                <c:pt idx="5820">
                  <c:v>12:15</c:v>
                </c:pt>
                <c:pt idx="5821">
                  <c:v>12:15</c:v>
                </c:pt>
                <c:pt idx="5822">
                  <c:v>12:15</c:v>
                </c:pt>
                <c:pt idx="5823">
                  <c:v>12:15</c:v>
                </c:pt>
                <c:pt idx="5824">
                  <c:v>12:15</c:v>
                </c:pt>
                <c:pt idx="5825">
                  <c:v>12:15</c:v>
                </c:pt>
                <c:pt idx="5826">
                  <c:v>12:15</c:v>
                </c:pt>
                <c:pt idx="5827">
                  <c:v>12:15</c:v>
                </c:pt>
                <c:pt idx="5828">
                  <c:v>12:15</c:v>
                </c:pt>
                <c:pt idx="5829">
                  <c:v>12:15</c:v>
                </c:pt>
                <c:pt idx="5830">
                  <c:v>12:15</c:v>
                </c:pt>
                <c:pt idx="5831">
                  <c:v>12:15</c:v>
                </c:pt>
                <c:pt idx="5832">
                  <c:v>12:15</c:v>
                </c:pt>
                <c:pt idx="5833">
                  <c:v>12:15</c:v>
                </c:pt>
                <c:pt idx="5834">
                  <c:v>12:15</c:v>
                </c:pt>
                <c:pt idx="5835">
                  <c:v>12:15</c:v>
                </c:pt>
                <c:pt idx="5836">
                  <c:v>12:15</c:v>
                </c:pt>
                <c:pt idx="5837">
                  <c:v>12:15</c:v>
                </c:pt>
                <c:pt idx="5838">
                  <c:v>12:15</c:v>
                </c:pt>
                <c:pt idx="5839">
                  <c:v>12:15</c:v>
                </c:pt>
                <c:pt idx="5840">
                  <c:v>12:15</c:v>
                </c:pt>
                <c:pt idx="5841">
                  <c:v>12:15</c:v>
                </c:pt>
                <c:pt idx="5842">
                  <c:v>12:15</c:v>
                </c:pt>
                <c:pt idx="5843">
                  <c:v>12:15</c:v>
                </c:pt>
                <c:pt idx="5844">
                  <c:v>12:15</c:v>
                </c:pt>
                <c:pt idx="5845">
                  <c:v>12:15</c:v>
                </c:pt>
                <c:pt idx="5846">
                  <c:v>12:15</c:v>
                </c:pt>
                <c:pt idx="5847">
                  <c:v>12:15</c:v>
                </c:pt>
                <c:pt idx="5848">
                  <c:v>12:15</c:v>
                </c:pt>
                <c:pt idx="5849">
                  <c:v>12:15</c:v>
                </c:pt>
                <c:pt idx="5850">
                  <c:v>12:16</c:v>
                </c:pt>
                <c:pt idx="5851">
                  <c:v>12:16</c:v>
                </c:pt>
                <c:pt idx="5852">
                  <c:v>12:16</c:v>
                </c:pt>
                <c:pt idx="5853">
                  <c:v>12:16</c:v>
                </c:pt>
                <c:pt idx="5854">
                  <c:v>12:16</c:v>
                </c:pt>
                <c:pt idx="5855">
                  <c:v>12:16</c:v>
                </c:pt>
                <c:pt idx="5856">
                  <c:v>12:16</c:v>
                </c:pt>
                <c:pt idx="5857">
                  <c:v>12:16</c:v>
                </c:pt>
                <c:pt idx="5858">
                  <c:v>12:16</c:v>
                </c:pt>
                <c:pt idx="5859">
                  <c:v>12:16</c:v>
                </c:pt>
                <c:pt idx="5860">
                  <c:v>12:16</c:v>
                </c:pt>
                <c:pt idx="5861">
                  <c:v>12:16</c:v>
                </c:pt>
                <c:pt idx="5862">
                  <c:v>12:16</c:v>
                </c:pt>
                <c:pt idx="5863">
                  <c:v>12:16</c:v>
                </c:pt>
                <c:pt idx="5864">
                  <c:v>12:16</c:v>
                </c:pt>
                <c:pt idx="5865">
                  <c:v>12:16</c:v>
                </c:pt>
                <c:pt idx="5866">
                  <c:v>12:16</c:v>
                </c:pt>
                <c:pt idx="5867">
                  <c:v>12:16</c:v>
                </c:pt>
                <c:pt idx="5868">
                  <c:v>12:16</c:v>
                </c:pt>
                <c:pt idx="5869">
                  <c:v>12:16</c:v>
                </c:pt>
                <c:pt idx="5870">
                  <c:v>12:16</c:v>
                </c:pt>
                <c:pt idx="5871">
                  <c:v>12:16</c:v>
                </c:pt>
                <c:pt idx="5872">
                  <c:v>12:16</c:v>
                </c:pt>
                <c:pt idx="5873">
                  <c:v>12:16</c:v>
                </c:pt>
                <c:pt idx="5874">
                  <c:v>12:16</c:v>
                </c:pt>
                <c:pt idx="5875">
                  <c:v>12:16</c:v>
                </c:pt>
                <c:pt idx="5876">
                  <c:v>12:16</c:v>
                </c:pt>
                <c:pt idx="5877">
                  <c:v>12:16</c:v>
                </c:pt>
                <c:pt idx="5878">
                  <c:v>12:16</c:v>
                </c:pt>
                <c:pt idx="5879">
                  <c:v>12:16</c:v>
                </c:pt>
                <c:pt idx="5880">
                  <c:v>12:17</c:v>
                </c:pt>
                <c:pt idx="5881">
                  <c:v>12:17</c:v>
                </c:pt>
                <c:pt idx="5882">
                  <c:v>12:17</c:v>
                </c:pt>
                <c:pt idx="5883">
                  <c:v>12:17</c:v>
                </c:pt>
                <c:pt idx="5884">
                  <c:v>12:17</c:v>
                </c:pt>
                <c:pt idx="5885">
                  <c:v>12:17</c:v>
                </c:pt>
                <c:pt idx="5886">
                  <c:v>12:17</c:v>
                </c:pt>
                <c:pt idx="5887">
                  <c:v>12:17</c:v>
                </c:pt>
                <c:pt idx="5888">
                  <c:v>12:17</c:v>
                </c:pt>
                <c:pt idx="5889">
                  <c:v>12:17</c:v>
                </c:pt>
                <c:pt idx="5890">
                  <c:v>12:17</c:v>
                </c:pt>
                <c:pt idx="5891">
                  <c:v>12:17</c:v>
                </c:pt>
                <c:pt idx="5892">
                  <c:v>12:17</c:v>
                </c:pt>
                <c:pt idx="5893">
                  <c:v>12:17</c:v>
                </c:pt>
                <c:pt idx="5894">
                  <c:v>12:17</c:v>
                </c:pt>
                <c:pt idx="5895">
                  <c:v>12:17</c:v>
                </c:pt>
                <c:pt idx="5896">
                  <c:v>12:17</c:v>
                </c:pt>
                <c:pt idx="5897">
                  <c:v>12:17</c:v>
                </c:pt>
                <c:pt idx="5898">
                  <c:v>12:17</c:v>
                </c:pt>
                <c:pt idx="5899">
                  <c:v>12:17</c:v>
                </c:pt>
                <c:pt idx="5900">
                  <c:v>12:17</c:v>
                </c:pt>
                <c:pt idx="5901">
                  <c:v>12:17</c:v>
                </c:pt>
                <c:pt idx="5902">
                  <c:v>12:17</c:v>
                </c:pt>
                <c:pt idx="5903">
                  <c:v>12:17</c:v>
                </c:pt>
                <c:pt idx="5904">
                  <c:v>12:17</c:v>
                </c:pt>
                <c:pt idx="5905">
                  <c:v>12:17</c:v>
                </c:pt>
                <c:pt idx="5906">
                  <c:v>12:17</c:v>
                </c:pt>
                <c:pt idx="5907">
                  <c:v>12:17</c:v>
                </c:pt>
                <c:pt idx="5908">
                  <c:v>12:17</c:v>
                </c:pt>
                <c:pt idx="5909">
                  <c:v>12:17</c:v>
                </c:pt>
                <c:pt idx="5910">
                  <c:v>12:18</c:v>
                </c:pt>
                <c:pt idx="5911">
                  <c:v>12:18</c:v>
                </c:pt>
                <c:pt idx="5912">
                  <c:v>12:18</c:v>
                </c:pt>
                <c:pt idx="5913">
                  <c:v>12:18</c:v>
                </c:pt>
                <c:pt idx="5914">
                  <c:v>12:18</c:v>
                </c:pt>
                <c:pt idx="5915">
                  <c:v>12:18</c:v>
                </c:pt>
                <c:pt idx="5916">
                  <c:v>12:18</c:v>
                </c:pt>
                <c:pt idx="5917">
                  <c:v>12:18</c:v>
                </c:pt>
                <c:pt idx="5918">
                  <c:v>12:18</c:v>
                </c:pt>
                <c:pt idx="5919">
                  <c:v>12:18</c:v>
                </c:pt>
                <c:pt idx="5920">
                  <c:v>12:18</c:v>
                </c:pt>
                <c:pt idx="5921">
                  <c:v>12:18</c:v>
                </c:pt>
                <c:pt idx="5922">
                  <c:v>12:18</c:v>
                </c:pt>
                <c:pt idx="5923">
                  <c:v>12:18</c:v>
                </c:pt>
                <c:pt idx="5924">
                  <c:v>12:18</c:v>
                </c:pt>
                <c:pt idx="5925">
                  <c:v>12:18</c:v>
                </c:pt>
                <c:pt idx="5926">
                  <c:v>12:18</c:v>
                </c:pt>
                <c:pt idx="5927">
                  <c:v>12:18</c:v>
                </c:pt>
                <c:pt idx="5928">
                  <c:v>12:18</c:v>
                </c:pt>
                <c:pt idx="5929">
                  <c:v>12:18</c:v>
                </c:pt>
                <c:pt idx="5930">
                  <c:v>12:18</c:v>
                </c:pt>
                <c:pt idx="5931">
                  <c:v>12:18</c:v>
                </c:pt>
                <c:pt idx="5932">
                  <c:v>12:18</c:v>
                </c:pt>
                <c:pt idx="5933">
                  <c:v>12:18</c:v>
                </c:pt>
                <c:pt idx="5934">
                  <c:v>12:18</c:v>
                </c:pt>
                <c:pt idx="5935">
                  <c:v>12:18</c:v>
                </c:pt>
                <c:pt idx="5936">
                  <c:v>12:18</c:v>
                </c:pt>
                <c:pt idx="5937">
                  <c:v>12:18</c:v>
                </c:pt>
                <c:pt idx="5938">
                  <c:v>12:18</c:v>
                </c:pt>
                <c:pt idx="5939">
                  <c:v>12:18</c:v>
                </c:pt>
                <c:pt idx="5940">
                  <c:v>12:19</c:v>
                </c:pt>
                <c:pt idx="5941">
                  <c:v>12:19</c:v>
                </c:pt>
                <c:pt idx="5942">
                  <c:v>12:19</c:v>
                </c:pt>
                <c:pt idx="5943">
                  <c:v>12:19</c:v>
                </c:pt>
                <c:pt idx="5944">
                  <c:v>12:19</c:v>
                </c:pt>
                <c:pt idx="5945">
                  <c:v>12:19</c:v>
                </c:pt>
                <c:pt idx="5946">
                  <c:v>12:19</c:v>
                </c:pt>
                <c:pt idx="5947">
                  <c:v>12:19</c:v>
                </c:pt>
                <c:pt idx="5948">
                  <c:v>12:19</c:v>
                </c:pt>
                <c:pt idx="5949">
                  <c:v>12:19</c:v>
                </c:pt>
                <c:pt idx="5950">
                  <c:v>12:19</c:v>
                </c:pt>
                <c:pt idx="5951">
                  <c:v>12:19</c:v>
                </c:pt>
                <c:pt idx="5952">
                  <c:v>12:19</c:v>
                </c:pt>
                <c:pt idx="5953">
                  <c:v>12:19</c:v>
                </c:pt>
                <c:pt idx="5954">
                  <c:v>12:19</c:v>
                </c:pt>
                <c:pt idx="5955">
                  <c:v>12:19</c:v>
                </c:pt>
                <c:pt idx="5956">
                  <c:v>12:19</c:v>
                </c:pt>
                <c:pt idx="5957">
                  <c:v>12:19</c:v>
                </c:pt>
                <c:pt idx="5958">
                  <c:v>12:19</c:v>
                </c:pt>
                <c:pt idx="5959">
                  <c:v>12:19</c:v>
                </c:pt>
                <c:pt idx="5960">
                  <c:v>12:19</c:v>
                </c:pt>
                <c:pt idx="5961">
                  <c:v>12:19</c:v>
                </c:pt>
                <c:pt idx="5962">
                  <c:v>12:19</c:v>
                </c:pt>
                <c:pt idx="5963">
                  <c:v>12:19</c:v>
                </c:pt>
                <c:pt idx="5964">
                  <c:v>12:19</c:v>
                </c:pt>
                <c:pt idx="5965">
                  <c:v>12:19</c:v>
                </c:pt>
                <c:pt idx="5966">
                  <c:v>12:19</c:v>
                </c:pt>
                <c:pt idx="5967">
                  <c:v>12:19</c:v>
                </c:pt>
                <c:pt idx="5968">
                  <c:v>12:19</c:v>
                </c:pt>
                <c:pt idx="5969">
                  <c:v>12:19</c:v>
                </c:pt>
                <c:pt idx="5970">
                  <c:v>12:20</c:v>
                </c:pt>
                <c:pt idx="5971">
                  <c:v>12:20</c:v>
                </c:pt>
                <c:pt idx="5972">
                  <c:v>12:20</c:v>
                </c:pt>
                <c:pt idx="5973">
                  <c:v>12:20</c:v>
                </c:pt>
                <c:pt idx="5974">
                  <c:v>12:20</c:v>
                </c:pt>
                <c:pt idx="5975">
                  <c:v>12:20</c:v>
                </c:pt>
                <c:pt idx="5976">
                  <c:v>12:20</c:v>
                </c:pt>
                <c:pt idx="5977">
                  <c:v>12:20</c:v>
                </c:pt>
                <c:pt idx="5978">
                  <c:v>12:20</c:v>
                </c:pt>
                <c:pt idx="5979">
                  <c:v>12:20</c:v>
                </c:pt>
                <c:pt idx="5980">
                  <c:v>12:20</c:v>
                </c:pt>
                <c:pt idx="5981">
                  <c:v>12:20</c:v>
                </c:pt>
                <c:pt idx="5982">
                  <c:v>12:20</c:v>
                </c:pt>
                <c:pt idx="5983">
                  <c:v>12:20</c:v>
                </c:pt>
                <c:pt idx="5984">
                  <c:v>12:20</c:v>
                </c:pt>
                <c:pt idx="5985">
                  <c:v>12:20</c:v>
                </c:pt>
                <c:pt idx="5986">
                  <c:v>12:20</c:v>
                </c:pt>
                <c:pt idx="5987">
                  <c:v>12:20</c:v>
                </c:pt>
                <c:pt idx="5988">
                  <c:v>12:20</c:v>
                </c:pt>
                <c:pt idx="5989">
                  <c:v>12:20</c:v>
                </c:pt>
                <c:pt idx="5990">
                  <c:v>12:20</c:v>
                </c:pt>
                <c:pt idx="5991">
                  <c:v>12:20</c:v>
                </c:pt>
                <c:pt idx="5992">
                  <c:v>12:20</c:v>
                </c:pt>
                <c:pt idx="5993">
                  <c:v>12:20</c:v>
                </c:pt>
                <c:pt idx="5994">
                  <c:v>12:20</c:v>
                </c:pt>
                <c:pt idx="5995">
                  <c:v>12:20</c:v>
                </c:pt>
                <c:pt idx="5996">
                  <c:v>12:20</c:v>
                </c:pt>
                <c:pt idx="5997">
                  <c:v>12:20</c:v>
                </c:pt>
                <c:pt idx="5998">
                  <c:v>12:20</c:v>
                </c:pt>
                <c:pt idx="5999">
                  <c:v>12:20</c:v>
                </c:pt>
                <c:pt idx="6000">
                  <c:v>12:21</c:v>
                </c:pt>
                <c:pt idx="6001">
                  <c:v>12:21</c:v>
                </c:pt>
                <c:pt idx="6002">
                  <c:v>12:21</c:v>
                </c:pt>
                <c:pt idx="6003">
                  <c:v>12:21</c:v>
                </c:pt>
                <c:pt idx="6004">
                  <c:v>12:21</c:v>
                </c:pt>
                <c:pt idx="6005">
                  <c:v>12:21</c:v>
                </c:pt>
                <c:pt idx="6006">
                  <c:v>12:21</c:v>
                </c:pt>
                <c:pt idx="6007">
                  <c:v>12:21</c:v>
                </c:pt>
                <c:pt idx="6008">
                  <c:v>12:21</c:v>
                </c:pt>
                <c:pt idx="6009">
                  <c:v>12:21</c:v>
                </c:pt>
                <c:pt idx="6010">
                  <c:v>12:21</c:v>
                </c:pt>
                <c:pt idx="6011">
                  <c:v>12:21</c:v>
                </c:pt>
                <c:pt idx="6012">
                  <c:v>12:21</c:v>
                </c:pt>
                <c:pt idx="6013">
                  <c:v>12:21</c:v>
                </c:pt>
                <c:pt idx="6014">
                  <c:v>12:21</c:v>
                </c:pt>
                <c:pt idx="6015">
                  <c:v>12:21</c:v>
                </c:pt>
                <c:pt idx="6016">
                  <c:v>12:21</c:v>
                </c:pt>
                <c:pt idx="6017">
                  <c:v>12:21</c:v>
                </c:pt>
                <c:pt idx="6018">
                  <c:v>12:21</c:v>
                </c:pt>
                <c:pt idx="6019">
                  <c:v>12:21</c:v>
                </c:pt>
                <c:pt idx="6020">
                  <c:v>12:21</c:v>
                </c:pt>
                <c:pt idx="6021">
                  <c:v>12:21</c:v>
                </c:pt>
                <c:pt idx="6022">
                  <c:v>12:21</c:v>
                </c:pt>
                <c:pt idx="6023">
                  <c:v>12:21</c:v>
                </c:pt>
                <c:pt idx="6024">
                  <c:v>12:21</c:v>
                </c:pt>
                <c:pt idx="6025">
                  <c:v>12:21</c:v>
                </c:pt>
                <c:pt idx="6026">
                  <c:v>12:21</c:v>
                </c:pt>
                <c:pt idx="6027">
                  <c:v>12:21</c:v>
                </c:pt>
                <c:pt idx="6028">
                  <c:v>12:21</c:v>
                </c:pt>
                <c:pt idx="6029">
                  <c:v>12:21</c:v>
                </c:pt>
                <c:pt idx="6030">
                  <c:v>12:22</c:v>
                </c:pt>
                <c:pt idx="6031">
                  <c:v>12:22</c:v>
                </c:pt>
                <c:pt idx="6032">
                  <c:v>12:22</c:v>
                </c:pt>
                <c:pt idx="6033">
                  <c:v>12:22</c:v>
                </c:pt>
                <c:pt idx="6034">
                  <c:v>12:22</c:v>
                </c:pt>
                <c:pt idx="6035">
                  <c:v>12:22</c:v>
                </c:pt>
                <c:pt idx="6036">
                  <c:v>12:22</c:v>
                </c:pt>
                <c:pt idx="6037">
                  <c:v>12:22</c:v>
                </c:pt>
                <c:pt idx="6038">
                  <c:v>12:22</c:v>
                </c:pt>
                <c:pt idx="6039">
                  <c:v>12:22</c:v>
                </c:pt>
                <c:pt idx="6040">
                  <c:v>12:22</c:v>
                </c:pt>
                <c:pt idx="6041">
                  <c:v>12:22</c:v>
                </c:pt>
                <c:pt idx="6042">
                  <c:v>12:22</c:v>
                </c:pt>
                <c:pt idx="6043">
                  <c:v>12:22</c:v>
                </c:pt>
                <c:pt idx="6044">
                  <c:v>12:22</c:v>
                </c:pt>
                <c:pt idx="6045">
                  <c:v>12:22</c:v>
                </c:pt>
                <c:pt idx="6046">
                  <c:v>12:22</c:v>
                </c:pt>
                <c:pt idx="6047">
                  <c:v>12:22</c:v>
                </c:pt>
                <c:pt idx="6048">
                  <c:v>12:22</c:v>
                </c:pt>
                <c:pt idx="6049">
                  <c:v>12:22</c:v>
                </c:pt>
                <c:pt idx="6050">
                  <c:v>12:22</c:v>
                </c:pt>
                <c:pt idx="6051">
                  <c:v>12:22</c:v>
                </c:pt>
                <c:pt idx="6052">
                  <c:v>12:22</c:v>
                </c:pt>
                <c:pt idx="6053">
                  <c:v>12:22</c:v>
                </c:pt>
                <c:pt idx="6054">
                  <c:v>12:22</c:v>
                </c:pt>
                <c:pt idx="6055">
                  <c:v>12:22</c:v>
                </c:pt>
                <c:pt idx="6056">
                  <c:v>12:22</c:v>
                </c:pt>
                <c:pt idx="6057">
                  <c:v>12:22</c:v>
                </c:pt>
                <c:pt idx="6058">
                  <c:v>12:22</c:v>
                </c:pt>
                <c:pt idx="6059">
                  <c:v>12:22</c:v>
                </c:pt>
                <c:pt idx="6060">
                  <c:v>12:23</c:v>
                </c:pt>
                <c:pt idx="6061">
                  <c:v>12:23</c:v>
                </c:pt>
                <c:pt idx="6062">
                  <c:v>12:23</c:v>
                </c:pt>
                <c:pt idx="6063">
                  <c:v>12:23</c:v>
                </c:pt>
                <c:pt idx="6064">
                  <c:v>12:23</c:v>
                </c:pt>
                <c:pt idx="6065">
                  <c:v>12:23</c:v>
                </c:pt>
                <c:pt idx="6066">
                  <c:v>12:23</c:v>
                </c:pt>
                <c:pt idx="6067">
                  <c:v>12:23</c:v>
                </c:pt>
                <c:pt idx="6068">
                  <c:v>12:23</c:v>
                </c:pt>
                <c:pt idx="6069">
                  <c:v>12:23</c:v>
                </c:pt>
                <c:pt idx="6070">
                  <c:v>12:23</c:v>
                </c:pt>
                <c:pt idx="6071">
                  <c:v>12:23</c:v>
                </c:pt>
                <c:pt idx="6072">
                  <c:v>12:23</c:v>
                </c:pt>
                <c:pt idx="6073">
                  <c:v>12:23</c:v>
                </c:pt>
                <c:pt idx="6074">
                  <c:v>12:23</c:v>
                </c:pt>
                <c:pt idx="6075">
                  <c:v>12:23</c:v>
                </c:pt>
                <c:pt idx="6076">
                  <c:v>12:23</c:v>
                </c:pt>
                <c:pt idx="6077">
                  <c:v>12:23</c:v>
                </c:pt>
                <c:pt idx="6078">
                  <c:v>12:23</c:v>
                </c:pt>
                <c:pt idx="6079">
                  <c:v>12:23</c:v>
                </c:pt>
                <c:pt idx="6080">
                  <c:v>12:23</c:v>
                </c:pt>
                <c:pt idx="6081">
                  <c:v>12:23</c:v>
                </c:pt>
                <c:pt idx="6082">
                  <c:v>12:23</c:v>
                </c:pt>
                <c:pt idx="6083">
                  <c:v>12:23</c:v>
                </c:pt>
                <c:pt idx="6084">
                  <c:v>12:23</c:v>
                </c:pt>
                <c:pt idx="6085">
                  <c:v>12:23</c:v>
                </c:pt>
                <c:pt idx="6086">
                  <c:v>12:23</c:v>
                </c:pt>
                <c:pt idx="6087">
                  <c:v>12:23</c:v>
                </c:pt>
                <c:pt idx="6088">
                  <c:v>12:23</c:v>
                </c:pt>
                <c:pt idx="6089">
                  <c:v>12:23</c:v>
                </c:pt>
                <c:pt idx="6090">
                  <c:v>12:24</c:v>
                </c:pt>
                <c:pt idx="6091">
                  <c:v>12:24</c:v>
                </c:pt>
                <c:pt idx="6092">
                  <c:v>12:24</c:v>
                </c:pt>
                <c:pt idx="6093">
                  <c:v>12:24</c:v>
                </c:pt>
                <c:pt idx="6094">
                  <c:v>12:24</c:v>
                </c:pt>
                <c:pt idx="6095">
                  <c:v>12:24</c:v>
                </c:pt>
                <c:pt idx="6096">
                  <c:v>12:24</c:v>
                </c:pt>
                <c:pt idx="6097">
                  <c:v>12:24</c:v>
                </c:pt>
                <c:pt idx="6098">
                  <c:v>12:24</c:v>
                </c:pt>
                <c:pt idx="6099">
                  <c:v>12:24</c:v>
                </c:pt>
                <c:pt idx="6100">
                  <c:v>12:24</c:v>
                </c:pt>
                <c:pt idx="6101">
                  <c:v>12:24</c:v>
                </c:pt>
                <c:pt idx="6102">
                  <c:v>12:24</c:v>
                </c:pt>
                <c:pt idx="6103">
                  <c:v>12:24</c:v>
                </c:pt>
                <c:pt idx="6104">
                  <c:v>12:24</c:v>
                </c:pt>
                <c:pt idx="6105">
                  <c:v>12:24</c:v>
                </c:pt>
                <c:pt idx="6106">
                  <c:v>12:24</c:v>
                </c:pt>
                <c:pt idx="6107">
                  <c:v>12:24</c:v>
                </c:pt>
                <c:pt idx="6108">
                  <c:v>12:24</c:v>
                </c:pt>
                <c:pt idx="6109">
                  <c:v>12:24</c:v>
                </c:pt>
                <c:pt idx="6110">
                  <c:v>12:24</c:v>
                </c:pt>
                <c:pt idx="6111">
                  <c:v>12:24</c:v>
                </c:pt>
                <c:pt idx="6112">
                  <c:v>12:24</c:v>
                </c:pt>
                <c:pt idx="6113">
                  <c:v>12:24</c:v>
                </c:pt>
                <c:pt idx="6114">
                  <c:v>12:24</c:v>
                </c:pt>
                <c:pt idx="6115">
                  <c:v>12:24</c:v>
                </c:pt>
                <c:pt idx="6116">
                  <c:v>12:24</c:v>
                </c:pt>
                <c:pt idx="6117">
                  <c:v>12:24</c:v>
                </c:pt>
                <c:pt idx="6118">
                  <c:v>12:24</c:v>
                </c:pt>
                <c:pt idx="6119">
                  <c:v>12:24</c:v>
                </c:pt>
                <c:pt idx="6120">
                  <c:v>12:25</c:v>
                </c:pt>
                <c:pt idx="6121">
                  <c:v>12:25</c:v>
                </c:pt>
                <c:pt idx="6122">
                  <c:v>12:25</c:v>
                </c:pt>
                <c:pt idx="6123">
                  <c:v>12:25</c:v>
                </c:pt>
                <c:pt idx="6124">
                  <c:v>12:25</c:v>
                </c:pt>
                <c:pt idx="6125">
                  <c:v>12:25</c:v>
                </c:pt>
                <c:pt idx="6126">
                  <c:v>12:25</c:v>
                </c:pt>
                <c:pt idx="6127">
                  <c:v>12:25</c:v>
                </c:pt>
                <c:pt idx="6128">
                  <c:v>12:25</c:v>
                </c:pt>
                <c:pt idx="6129">
                  <c:v>12:25</c:v>
                </c:pt>
                <c:pt idx="6130">
                  <c:v>12:25</c:v>
                </c:pt>
                <c:pt idx="6131">
                  <c:v>12:25</c:v>
                </c:pt>
                <c:pt idx="6132">
                  <c:v>12:25</c:v>
                </c:pt>
                <c:pt idx="6133">
                  <c:v>12:25</c:v>
                </c:pt>
                <c:pt idx="6134">
                  <c:v>12:25</c:v>
                </c:pt>
                <c:pt idx="6135">
                  <c:v>12:25</c:v>
                </c:pt>
                <c:pt idx="6136">
                  <c:v>12:25</c:v>
                </c:pt>
                <c:pt idx="6137">
                  <c:v>12:25</c:v>
                </c:pt>
                <c:pt idx="6138">
                  <c:v>12:25</c:v>
                </c:pt>
                <c:pt idx="6139">
                  <c:v>12:25</c:v>
                </c:pt>
                <c:pt idx="6140">
                  <c:v>12:25</c:v>
                </c:pt>
                <c:pt idx="6141">
                  <c:v>12:25</c:v>
                </c:pt>
                <c:pt idx="6142">
                  <c:v>12:25</c:v>
                </c:pt>
                <c:pt idx="6143">
                  <c:v>12:25</c:v>
                </c:pt>
                <c:pt idx="6144">
                  <c:v>12:25</c:v>
                </c:pt>
                <c:pt idx="6145">
                  <c:v>12:25</c:v>
                </c:pt>
                <c:pt idx="6146">
                  <c:v>12:25</c:v>
                </c:pt>
                <c:pt idx="6147">
                  <c:v>12:25</c:v>
                </c:pt>
                <c:pt idx="6148">
                  <c:v>12:25</c:v>
                </c:pt>
                <c:pt idx="6149">
                  <c:v>12:25</c:v>
                </c:pt>
                <c:pt idx="6150">
                  <c:v>12:26</c:v>
                </c:pt>
                <c:pt idx="6151">
                  <c:v>12:26</c:v>
                </c:pt>
                <c:pt idx="6152">
                  <c:v>12:26</c:v>
                </c:pt>
                <c:pt idx="6153">
                  <c:v>12:26</c:v>
                </c:pt>
                <c:pt idx="6154">
                  <c:v>12:26</c:v>
                </c:pt>
                <c:pt idx="6155">
                  <c:v>12:26</c:v>
                </c:pt>
                <c:pt idx="6156">
                  <c:v>12:26</c:v>
                </c:pt>
                <c:pt idx="6157">
                  <c:v>12:26</c:v>
                </c:pt>
                <c:pt idx="6158">
                  <c:v>12:26</c:v>
                </c:pt>
                <c:pt idx="6159">
                  <c:v>12:26</c:v>
                </c:pt>
                <c:pt idx="6160">
                  <c:v>12:26</c:v>
                </c:pt>
                <c:pt idx="6161">
                  <c:v>12:26</c:v>
                </c:pt>
                <c:pt idx="6162">
                  <c:v>12:26</c:v>
                </c:pt>
                <c:pt idx="6163">
                  <c:v>12:26</c:v>
                </c:pt>
                <c:pt idx="6164">
                  <c:v>12:26</c:v>
                </c:pt>
                <c:pt idx="6165">
                  <c:v>12:26</c:v>
                </c:pt>
                <c:pt idx="6166">
                  <c:v>12:26</c:v>
                </c:pt>
                <c:pt idx="6167">
                  <c:v>12:26</c:v>
                </c:pt>
                <c:pt idx="6168">
                  <c:v>12:26</c:v>
                </c:pt>
                <c:pt idx="6169">
                  <c:v>12:26</c:v>
                </c:pt>
                <c:pt idx="6170">
                  <c:v>12:26</c:v>
                </c:pt>
                <c:pt idx="6171">
                  <c:v>12:26</c:v>
                </c:pt>
                <c:pt idx="6172">
                  <c:v>12:26</c:v>
                </c:pt>
                <c:pt idx="6173">
                  <c:v>12:26</c:v>
                </c:pt>
                <c:pt idx="6174">
                  <c:v>12:26</c:v>
                </c:pt>
                <c:pt idx="6175">
                  <c:v>12:26</c:v>
                </c:pt>
                <c:pt idx="6176">
                  <c:v>12:26</c:v>
                </c:pt>
                <c:pt idx="6177">
                  <c:v>12:26</c:v>
                </c:pt>
                <c:pt idx="6178">
                  <c:v>12:26</c:v>
                </c:pt>
                <c:pt idx="6179">
                  <c:v>12:26</c:v>
                </c:pt>
                <c:pt idx="6180">
                  <c:v>12:27</c:v>
                </c:pt>
                <c:pt idx="6181">
                  <c:v>12:27</c:v>
                </c:pt>
                <c:pt idx="6182">
                  <c:v>12:27</c:v>
                </c:pt>
                <c:pt idx="6183">
                  <c:v>12:27</c:v>
                </c:pt>
                <c:pt idx="6184">
                  <c:v>12:27</c:v>
                </c:pt>
                <c:pt idx="6185">
                  <c:v>12:27</c:v>
                </c:pt>
                <c:pt idx="6186">
                  <c:v>12:27</c:v>
                </c:pt>
                <c:pt idx="6187">
                  <c:v>12:27</c:v>
                </c:pt>
                <c:pt idx="6188">
                  <c:v>12:27</c:v>
                </c:pt>
                <c:pt idx="6189">
                  <c:v>12:27</c:v>
                </c:pt>
                <c:pt idx="6190">
                  <c:v>12:27</c:v>
                </c:pt>
                <c:pt idx="6191">
                  <c:v>12:27</c:v>
                </c:pt>
                <c:pt idx="6192">
                  <c:v>12:27</c:v>
                </c:pt>
                <c:pt idx="6193">
                  <c:v>12:27</c:v>
                </c:pt>
                <c:pt idx="6194">
                  <c:v>12:27</c:v>
                </c:pt>
                <c:pt idx="6195">
                  <c:v>12:27</c:v>
                </c:pt>
                <c:pt idx="6196">
                  <c:v>12:27</c:v>
                </c:pt>
                <c:pt idx="6197">
                  <c:v>12:27</c:v>
                </c:pt>
                <c:pt idx="6198">
                  <c:v>12:27</c:v>
                </c:pt>
                <c:pt idx="6199">
                  <c:v>12:27</c:v>
                </c:pt>
                <c:pt idx="6200">
                  <c:v>12:27</c:v>
                </c:pt>
                <c:pt idx="6201">
                  <c:v>12:27</c:v>
                </c:pt>
                <c:pt idx="6202">
                  <c:v>12:27</c:v>
                </c:pt>
                <c:pt idx="6203">
                  <c:v>12:27</c:v>
                </c:pt>
                <c:pt idx="6204">
                  <c:v>12:27</c:v>
                </c:pt>
                <c:pt idx="6205">
                  <c:v>12:27</c:v>
                </c:pt>
                <c:pt idx="6206">
                  <c:v>12:27</c:v>
                </c:pt>
                <c:pt idx="6207">
                  <c:v>12:27</c:v>
                </c:pt>
                <c:pt idx="6208">
                  <c:v>12:27</c:v>
                </c:pt>
                <c:pt idx="6209">
                  <c:v>12:27</c:v>
                </c:pt>
                <c:pt idx="6210">
                  <c:v>12:28</c:v>
                </c:pt>
                <c:pt idx="6211">
                  <c:v>12:28</c:v>
                </c:pt>
                <c:pt idx="6212">
                  <c:v>12:28</c:v>
                </c:pt>
                <c:pt idx="6213">
                  <c:v>12:28</c:v>
                </c:pt>
                <c:pt idx="6214">
                  <c:v>12:28</c:v>
                </c:pt>
                <c:pt idx="6215">
                  <c:v>12:28</c:v>
                </c:pt>
                <c:pt idx="6216">
                  <c:v>12:28</c:v>
                </c:pt>
                <c:pt idx="6217">
                  <c:v>12:28</c:v>
                </c:pt>
                <c:pt idx="6218">
                  <c:v>12:28</c:v>
                </c:pt>
                <c:pt idx="6219">
                  <c:v>12:28</c:v>
                </c:pt>
                <c:pt idx="6220">
                  <c:v>12:28</c:v>
                </c:pt>
                <c:pt idx="6221">
                  <c:v>12:28</c:v>
                </c:pt>
                <c:pt idx="6222">
                  <c:v>12:28</c:v>
                </c:pt>
                <c:pt idx="6223">
                  <c:v>12:28</c:v>
                </c:pt>
                <c:pt idx="6224">
                  <c:v>12:28</c:v>
                </c:pt>
                <c:pt idx="6225">
                  <c:v>12:28</c:v>
                </c:pt>
                <c:pt idx="6226">
                  <c:v>12:28</c:v>
                </c:pt>
                <c:pt idx="6227">
                  <c:v>12:28</c:v>
                </c:pt>
                <c:pt idx="6228">
                  <c:v>12:28</c:v>
                </c:pt>
                <c:pt idx="6229">
                  <c:v>12:28</c:v>
                </c:pt>
                <c:pt idx="6230">
                  <c:v>12:28</c:v>
                </c:pt>
                <c:pt idx="6231">
                  <c:v>12:28</c:v>
                </c:pt>
                <c:pt idx="6232">
                  <c:v>12:28</c:v>
                </c:pt>
                <c:pt idx="6233">
                  <c:v>12:28</c:v>
                </c:pt>
                <c:pt idx="6234">
                  <c:v>12:28</c:v>
                </c:pt>
                <c:pt idx="6235">
                  <c:v>12:28</c:v>
                </c:pt>
                <c:pt idx="6236">
                  <c:v>12:28</c:v>
                </c:pt>
                <c:pt idx="6237">
                  <c:v>12:28</c:v>
                </c:pt>
                <c:pt idx="6238">
                  <c:v>12:28</c:v>
                </c:pt>
                <c:pt idx="6239">
                  <c:v>12:28</c:v>
                </c:pt>
                <c:pt idx="6240">
                  <c:v>12:29</c:v>
                </c:pt>
                <c:pt idx="6241">
                  <c:v>12:29</c:v>
                </c:pt>
                <c:pt idx="6242">
                  <c:v>12:29</c:v>
                </c:pt>
                <c:pt idx="6243">
                  <c:v>12:29</c:v>
                </c:pt>
                <c:pt idx="6244">
                  <c:v>12:29</c:v>
                </c:pt>
                <c:pt idx="6245">
                  <c:v>12:29</c:v>
                </c:pt>
                <c:pt idx="6246">
                  <c:v>12:29</c:v>
                </c:pt>
                <c:pt idx="6247">
                  <c:v>12:29</c:v>
                </c:pt>
                <c:pt idx="6248">
                  <c:v>12:29</c:v>
                </c:pt>
                <c:pt idx="6249">
                  <c:v>12:29</c:v>
                </c:pt>
                <c:pt idx="6250">
                  <c:v>12:29</c:v>
                </c:pt>
                <c:pt idx="6251">
                  <c:v>12:29</c:v>
                </c:pt>
                <c:pt idx="6252">
                  <c:v>12:29</c:v>
                </c:pt>
                <c:pt idx="6253">
                  <c:v>12:29</c:v>
                </c:pt>
                <c:pt idx="6254">
                  <c:v>12:29</c:v>
                </c:pt>
                <c:pt idx="6255">
                  <c:v>12:29</c:v>
                </c:pt>
                <c:pt idx="6256">
                  <c:v>12:29</c:v>
                </c:pt>
                <c:pt idx="6257">
                  <c:v>12:29</c:v>
                </c:pt>
                <c:pt idx="6258">
                  <c:v>12:29</c:v>
                </c:pt>
                <c:pt idx="6259">
                  <c:v>12:29</c:v>
                </c:pt>
                <c:pt idx="6260">
                  <c:v>12:29</c:v>
                </c:pt>
                <c:pt idx="6261">
                  <c:v>12:29</c:v>
                </c:pt>
                <c:pt idx="6262">
                  <c:v>12:29</c:v>
                </c:pt>
                <c:pt idx="6263">
                  <c:v>12:29</c:v>
                </c:pt>
                <c:pt idx="6264">
                  <c:v>12:29</c:v>
                </c:pt>
                <c:pt idx="6265">
                  <c:v>12:29</c:v>
                </c:pt>
                <c:pt idx="6266">
                  <c:v>12:29</c:v>
                </c:pt>
                <c:pt idx="6267">
                  <c:v>12:29</c:v>
                </c:pt>
                <c:pt idx="6268">
                  <c:v>12:29</c:v>
                </c:pt>
                <c:pt idx="6269">
                  <c:v>12:29</c:v>
                </c:pt>
                <c:pt idx="6270">
                  <c:v>12:30</c:v>
                </c:pt>
                <c:pt idx="6271">
                  <c:v>12:30</c:v>
                </c:pt>
                <c:pt idx="6272">
                  <c:v>12:30</c:v>
                </c:pt>
                <c:pt idx="6273">
                  <c:v>12:30</c:v>
                </c:pt>
                <c:pt idx="6274">
                  <c:v>12:30</c:v>
                </c:pt>
                <c:pt idx="6275">
                  <c:v>12:30</c:v>
                </c:pt>
                <c:pt idx="6276">
                  <c:v>12:30</c:v>
                </c:pt>
                <c:pt idx="6277">
                  <c:v>12:30</c:v>
                </c:pt>
                <c:pt idx="6278">
                  <c:v>12:30</c:v>
                </c:pt>
                <c:pt idx="6279">
                  <c:v>12:30</c:v>
                </c:pt>
                <c:pt idx="6280">
                  <c:v>12:30</c:v>
                </c:pt>
                <c:pt idx="6281">
                  <c:v>12:30</c:v>
                </c:pt>
                <c:pt idx="6282">
                  <c:v>12:30</c:v>
                </c:pt>
                <c:pt idx="6283">
                  <c:v>12:30</c:v>
                </c:pt>
                <c:pt idx="6284">
                  <c:v>12:30</c:v>
                </c:pt>
                <c:pt idx="6285">
                  <c:v>12:30</c:v>
                </c:pt>
                <c:pt idx="6286">
                  <c:v>12:30</c:v>
                </c:pt>
                <c:pt idx="6287">
                  <c:v>12:30</c:v>
                </c:pt>
                <c:pt idx="6288">
                  <c:v>12:30</c:v>
                </c:pt>
                <c:pt idx="6289">
                  <c:v>12:30</c:v>
                </c:pt>
                <c:pt idx="6290">
                  <c:v>12:30</c:v>
                </c:pt>
                <c:pt idx="6291">
                  <c:v>12:30</c:v>
                </c:pt>
                <c:pt idx="6292">
                  <c:v>12:30</c:v>
                </c:pt>
                <c:pt idx="6293">
                  <c:v>12:30</c:v>
                </c:pt>
                <c:pt idx="6294">
                  <c:v>12:30</c:v>
                </c:pt>
                <c:pt idx="6295">
                  <c:v>12:30</c:v>
                </c:pt>
                <c:pt idx="6296">
                  <c:v>12:30</c:v>
                </c:pt>
                <c:pt idx="6297">
                  <c:v>12:30</c:v>
                </c:pt>
                <c:pt idx="6298">
                  <c:v>12:30</c:v>
                </c:pt>
                <c:pt idx="6299">
                  <c:v>12:30</c:v>
                </c:pt>
                <c:pt idx="6300">
                  <c:v>12:31</c:v>
                </c:pt>
                <c:pt idx="6301">
                  <c:v>12:31</c:v>
                </c:pt>
                <c:pt idx="6302">
                  <c:v>12:31</c:v>
                </c:pt>
                <c:pt idx="6303">
                  <c:v>12:31</c:v>
                </c:pt>
                <c:pt idx="6304">
                  <c:v>12:31</c:v>
                </c:pt>
                <c:pt idx="6305">
                  <c:v>12:31</c:v>
                </c:pt>
                <c:pt idx="6306">
                  <c:v>12:31</c:v>
                </c:pt>
                <c:pt idx="6307">
                  <c:v>12:31</c:v>
                </c:pt>
                <c:pt idx="6308">
                  <c:v>12:31</c:v>
                </c:pt>
                <c:pt idx="6309">
                  <c:v>12:31</c:v>
                </c:pt>
                <c:pt idx="6310">
                  <c:v>12:31</c:v>
                </c:pt>
                <c:pt idx="6311">
                  <c:v>12:31</c:v>
                </c:pt>
                <c:pt idx="6312">
                  <c:v>12:31</c:v>
                </c:pt>
                <c:pt idx="6313">
                  <c:v>12:31</c:v>
                </c:pt>
                <c:pt idx="6314">
                  <c:v>12:31</c:v>
                </c:pt>
                <c:pt idx="6315">
                  <c:v>12:31</c:v>
                </c:pt>
                <c:pt idx="6316">
                  <c:v>12:31</c:v>
                </c:pt>
                <c:pt idx="6317">
                  <c:v>12:31</c:v>
                </c:pt>
                <c:pt idx="6318">
                  <c:v>12:31</c:v>
                </c:pt>
                <c:pt idx="6319">
                  <c:v>12:31</c:v>
                </c:pt>
                <c:pt idx="6320">
                  <c:v>12:31</c:v>
                </c:pt>
                <c:pt idx="6321">
                  <c:v>12:31</c:v>
                </c:pt>
                <c:pt idx="6322">
                  <c:v>12:31</c:v>
                </c:pt>
                <c:pt idx="6323">
                  <c:v>12:31</c:v>
                </c:pt>
                <c:pt idx="6324">
                  <c:v>12:31</c:v>
                </c:pt>
                <c:pt idx="6325">
                  <c:v>12:31</c:v>
                </c:pt>
                <c:pt idx="6326">
                  <c:v>12:31</c:v>
                </c:pt>
                <c:pt idx="6327">
                  <c:v>12:31</c:v>
                </c:pt>
                <c:pt idx="6328">
                  <c:v>12:31</c:v>
                </c:pt>
                <c:pt idx="6329">
                  <c:v>12:31</c:v>
                </c:pt>
                <c:pt idx="6330">
                  <c:v>12:32</c:v>
                </c:pt>
                <c:pt idx="6331">
                  <c:v>12:32</c:v>
                </c:pt>
                <c:pt idx="6332">
                  <c:v>12:32</c:v>
                </c:pt>
                <c:pt idx="6333">
                  <c:v>12:32</c:v>
                </c:pt>
                <c:pt idx="6334">
                  <c:v>12:32</c:v>
                </c:pt>
                <c:pt idx="6335">
                  <c:v>12:32</c:v>
                </c:pt>
                <c:pt idx="6336">
                  <c:v>12:32</c:v>
                </c:pt>
                <c:pt idx="6337">
                  <c:v>12:32</c:v>
                </c:pt>
                <c:pt idx="6338">
                  <c:v>12:32</c:v>
                </c:pt>
                <c:pt idx="6339">
                  <c:v>12:32</c:v>
                </c:pt>
                <c:pt idx="6340">
                  <c:v>12:32</c:v>
                </c:pt>
                <c:pt idx="6341">
                  <c:v>12:32</c:v>
                </c:pt>
                <c:pt idx="6342">
                  <c:v>12:32</c:v>
                </c:pt>
                <c:pt idx="6343">
                  <c:v>12:32</c:v>
                </c:pt>
                <c:pt idx="6344">
                  <c:v>12:32</c:v>
                </c:pt>
                <c:pt idx="6345">
                  <c:v>12:32</c:v>
                </c:pt>
                <c:pt idx="6346">
                  <c:v>12:32</c:v>
                </c:pt>
                <c:pt idx="6347">
                  <c:v>12:32</c:v>
                </c:pt>
                <c:pt idx="6348">
                  <c:v>12:32</c:v>
                </c:pt>
                <c:pt idx="6349">
                  <c:v>12:32</c:v>
                </c:pt>
                <c:pt idx="6350">
                  <c:v>12:32</c:v>
                </c:pt>
                <c:pt idx="6351">
                  <c:v>12:32</c:v>
                </c:pt>
                <c:pt idx="6352">
                  <c:v>12:32</c:v>
                </c:pt>
                <c:pt idx="6353">
                  <c:v>12:32</c:v>
                </c:pt>
                <c:pt idx="6354">
                  <c:v>12:32</c:v>
                </c:pt>
                <c:pt idx="6355">
                  <c:v>12:32</c:v>
                </c:pt>
                <c:pt idx="6356">
                  <c:v>12:32</c:v>
                </c:pt>
                <c:pt idx="6357">
                  <c:v>12:32</c:v>
                </c:pt>
                <c:pt idx="6358">
                  <c:v>12:32</c:v>
                </c:pt>
                <c:pt idx="6359">
                  <c:v>12:32</c:v>
                </c:pt>
                <c:pt idx="6360">
                  <c:v>12:33</c:v>
                </c:pt>
                <c:pt idx="6361">
                  <c:v>12:33</c:v>
                </c:pt>
                <c:pt idx="6362">
                  <c:v>12:33</c:v>
                </c:pt>
                <c:pt idx="6363">
                  <c:v>12:33</c:v>
                </c:pt>
                <c:pt idx="6364">
                  <c:v>12:33</c:v>
                </c:pt>
                <c:pt idx="6365">
                  <c:v>12:33</c:v>
                </c:pt>
                <c:pt idx="6366">
                  <c:v>12:33</c:v>
                </c:pt>
                <c:pt idx="6367">
                  <c:v>12:33</c:v>
                </c:pt>
                <c:pt idx="6368">
                  <c:v>12:33</c:v>
                </c:pt>
                <c:pt idx="6369">
                  <c:v>12:33</c:v>
                </c:pt>
                <c:pt idx="6370">
                  <c:v>12:33</c:v>
                </c:pt>
                <c:pt idx="6371">
                  <c:v>12:33</c:v>
                </c:pt>
                <c:pt idx="6372">
                  <c:v>12:33</c:v>
                </c:pt>
                <c:pt idx="6373">
                  <c:v>12:33</c:v>
                </c:pt>
                <c:pt idx="6374">
                  <c:v>12:33</c:v>
                </c:pt>
                <c:pt idx="6375">
                  <c:v>12:33</c:v>
                </c:pt>
                <c:pt idx="6376">
                  <c:v>12:33</c:v>
                </c:pt>
                <c:pt idx="6377">
                  <c:v>12:33</c:v>
                </c:pt>
                <c:pt idx="6378">
                  <c:v>12:33</c:v>
                </c:pt>
                <c:pt idx="6379">
                  <c:v>12:33</c:v>
                </c:pt>
                <c:pt idx="6380">
                  <c:v>12:33</c:v>
                </c:pt>
                <c:pt idx="6381">
                  <c:v>12:33</c:v>
                </c:pt>
                <c:pt idx="6382">
                  <c:v>12:33</c:v>
                </c:pt>
                <c:pt idx="6383">
                  <c:v>12:33</c:v>
                </c:pt>
                <c:pt idx="6384">
                  <c:v>12:33</c:v>
                </c:pt>
                <c:pt idx="6385">
                  <c:v>12:33</c:v>
                </c:pt>
                <c:pt idx="6386">
                  <c:v>12:33</c:v>
                </c:pt>
                <c:pt idx="6387">
                  <c:v>12:33</c:v>
                </c:pt>
                <c:pt idx="6388">
                  <c:v>12:33</c:v>
                </c:pt>
                <c:pt idx="6389">
                  <c:v>12:33</c:v>
                </c:pt>
                <c:pt idx="6390">
                  <c:v>12:34</c:v>
                </c:pt>
                <c:pt idx="6391">
                  <c:v>12:34</c:v>
                </c:pt>
                <c:pt idx="6392">
                  <c:v>12:34</c:v>
                </c:pt>
                <c:pt idx="6393">
                  <c:v>12:34</c:v>
                </c:pt>
                <c:pt idx="6394">
                  <c:v>12:34</c:v>
                </c:pt>
                <c:pt idx="6395">
                  <c:v>12:34</c:v>
                </c:pt>
                <c:pt idx="6396">
                  <c:v>12:34</c:v>
                </c:pt>
                <c:pt idx="6397">
                  <c:v>12:34</c:v>
                </c:pt>
                <c:pt idx="6398">
                  <c:v>12:34</c:v>
                </c:pt>
                <c:pt idx="6399">
                  <c:v>12:34</c:v>
                </c:pt>
                <c:pt idx="6400">
                  <c:v>12:34</c:v>
                </c:pt>
                <c:pt idx="6401">
                  <c:v>12:34</c:v>
                </c:pt>
                <c:pt idx="6402">
                  <c:v>12:34</c:v>
                </c:pt>
                <c:pt idx="6403">
                  <c:v>12:34</c:v>
                </c:pt>
                <c:pt idx="6404">
                  <c:v>12:34</c:v>
                </c:pt>
                <c:pt idx="6405">
                  <c:v>12:34</c:v>
                </c:pt>
                <c:pt idx="6406">
                  <c:v>12:34</c:v>
                </c:pt>
                <c:pt idx="6407">
                  <c:v>12:34</c:v>
                </c:pt>
                <c:pt idx="6408">
                  <c:v>12:34</c:v>
                </c:pt>
                <c:pt idx="6409">
                  <c:v>12:34</c:v>
                </c:pt>
                <c:pt idx="6410">
                  <c:v>12:34</c:v>
                </c:pt>
                <c:pt idx="6411">
                  <c:v>12:34</c:v>
                </c:pt>
                <c:pt idx="6412">
                  <c:v>12:34</c:v>
                </c:pt>
                <c:pt idx="6413">
                  <c:v>12:34</c:v>
                </c:pt>
                <c:pt idx="6414">
                  <c:v>12:34</c:v>
                </c:pt>
                <c:pt idx="6415">
                  <c:v>12:34</c:v>
                </c:pt>
                <c:pt idx="6416">
                  <c:v>12:34</c:v>
                </c:pt>
                <c:pt idx="6417">
                  <c:v>12:34</c:v>
                </c:pt>
                <c:pt idx="6418">
                  <c:v>12:34</c:v>
                </c:pt>
                <c:pt idx="6419">
                  <c:v>12:34</c:v>
                </c:pt>
                <c:pt idx="6420">
                  <c:v>12:35</c:v>
                </c:pt>
                <c:pt idx="6421">
                  <c:v>12:35</c:v>
                </c:pt>
                <c:pt idx="6422">
                  <c:v>12:35</c:v>
                </c:pt>
                <c:pt idx="6423">
                  <c:v>12:35</c:v>
                </c:pt>
                <c:pt idx="6424">
                  <c:v>12:35</c:v>
                </c:pt>
                <c:pt idx="6425">
                  <c:v>12:35</c:v>
                </c:pt>
                <c:pt idx="6426">
                  <c:v>12:35</c:v>
                </c:pt>
                <c:pt idx="6427">
                  <c:v>12:35</c:v>
                </c:pt>
                <c:pt idx="6428">
                  <c:v>12:35</c:v>
                </c:pt>
                <c:pt idx="6429">
                  <c:v>12:35</c:v>
                </c:pt>
                <c:pt idx="6430">
                  <c:v>12:35</c:v>
                </c:pt>
                <c:pt idx="6431">
                  <c:v>12:35</c:v>
                </c:pt>
                <c:pt idx="6432">
                  <c:v>12:35</c:v>
                </c:pt>
                <c:pt idx="6433">
                  <c:v>12:35</c:v>
                </c:pt>
                <c:pt idx="6434">
                  <c:v>12:35</c:v>
                </c:pt>
                <c:pt idx="6435">
                  <c:v>12:35</c:v>
                </c:pt>
                <c:pt idx="6436">
                  <c:v>12:35</c:v>
                </c:pt>
                <c:pt idx="6437">
                  <c:v>12:35</c:v>
                </c:pt>
                <c:pt idx="6438">
                  <c:v>12:35</c:v>
                </c:pt>
                <c:pt idx="6439">
                  <c:v>12:35</c:v>
                </c:pt>
                <c:pt idx="6440">
                  <c:v>12:35</c:v>
                </c:pt>
                <c:pt idx="6441">
                  <c:v>12:35</c:v>
                </c:pt>
                <c:pt idx="6442">
                  <c:v>12:35</c:v>
                </c:pt>
                <c:pt idx="6443">
                  <c:v>12:35</c:v>
                </c:pt>
                <c:pt idx="6444">
                  <c:v>12:35</c:v>
                </c:pt>
                <c:pt idx="6445">
                  <c:v>12:35</c:v>
                </c:pt>
                <c:pt idx="6446">
                  <c:v>12:35</c:v>
                </c:pt>
                <c:pt idx="6447">
                  <c:v>12:35</c:v>
                </c:pt>
                <c:pt idx="6448">
                  <c:v>12:35</c:v>
                </c:pt>
                <c:pt idx="6449">
                  <c:v>12:35</c:v>
                </c:pt>
                <c:pt idx="6450">
                  <c:v>12:36</c:v>
                </c:pt>
                <c:pt idx="6451">
                  <c:v>12:36</c:v>
                </c:pt>
                <c:pt idx="6452">
                  <c:v>12:36</c:v>
                </c:pt>
                <c:pt idx="6453">
                  <c:v>12:36</c:v>
                </c:pt>
                <c:pt idx="6454">
                  <c:v>12:36</c:v>
                </c:pt>
                <c:pt idx="6455">
                  <c:v>12:36</c:v>
                </c:pt>
                <c:pt idx="6456">
                  <c:v>12:36</c:v>
                </c:pt>
                <c:pt idx="6457">
                  <c:v>12:36</c:v>
                </c:pt>
                <c:pt idx="6458">
                  <c:v>12:36</c:v>
                </c:pt>
                <c:pt idx="6459">
                  <c:v>12:36</c:v>
                </c:pt>
                <c:pt idx="6460">
                  <c:v>12:36</c:v>
                </c:pt>
                <c:pt idx="6461">
                  <c:v>12:36</c:v>
                </c:pt>
                <c:pt idx="6462">
                  <c:v>12:36</c:v>
                </c:pt>
                <c:pt idx="6463">
                  <c:v>12:36</c:v>
                </c:pt>
                <c:pt idx="6464">
                  <c:v>12:36</c:v>
                </c:pt>
                <c:pt idx="6465">
                  <c:v>12:36</c:v>
                </c:pt>
                <c:pt idx="6466">
                  <c:v>12:36</c:v>
                </c:pt>
                <c:pt idx="6467">
                  <c:v>12:36</c:v>
                </c:pt>
                <c:pt idx="6468">
                  <c:v>12:36</c:v>
                </c:pt>
                <c:pt idx="6469">
                  <c:v>12:36</c:v>
                </c:pt>
                <c:pt idx="6470">
                  <c:v>12:36</c:v>
                </c:pt>
                <c:pt idx="6471">
                  <c:v>12:36</c:v>
                </c:pt>
                <c:pt idx="6472">
                  <c:v>12:36</c:v>
                </c:pt>
                <c:pt idx="6473">
                  <c:v>12:36</c:v>
                </c:pt>
                <c:pt idx="6474">
                  <c:v>12:36</c:v>
                </c:pt>
                <c:pt idx="6475">
                  <c:v>12:36</c:v>
                </c:pt>
                <c:pt idx="6476">
                  <c:v>12:36</c:v>
                </c:pt>
                <c:pt idx="6477">
                  <c:v>12:36</c:v>
                </c:pt>
                <c:pt idx="6478">
                  <c:v>12:36</c:v>
                </c:pt>
                <c:pt idx="6479">
                  <c:v>12:36</c:v>
                </c:pt>
                <c:pt idx="6480">
                  <c:v>12:37</c:v>
                </c:pt>
                <c:pt idx="6481">
                  <c:v>12:37</c:v>
                </c:pt>
                <c:pt idx="6482">
                  <c:v>12:37</c:v>
                </c:pt>
                <c:pt idx="6483">
                  <c:v>12:37</c:v>
                </c:pt>
                <c:pt idx="6484">
                  <c:v>12:37</c:v>
                </c:pt>
                <c:pt idx="6485">
                  <c:v>12:37</c:v>
                </c:pt>
                <c:pt idx="6486">
                  <c:v>12:37</c:v>
                </c:pt>
                <c:pt idx="6487">
                  <c:v>12:37</c:v>
                </c:pt>
                <c:pt idx="6488">
                  <c:v>12:37</c:v>
                </c:pt>
                <c:pt idx="6489">
                  <c:v>12:37</c:v>
                </c:pt>
                <c:pt idx="6490">
                  <c:v>12:37</c:v>
                </c:pt>
                <c:pt idx="6491">
                  <c:v>12:37</c:v>
                </c:pt>
                <c:pt idx="6492">
                  <c:v>12:37</c:v>
                </c:pt>
                <c:pt idx="6493">
                  <c:v>12:37</c:v>
                </c:pt>
                <c:pt idx="6494">
                  <c:v>12:37</c:v>
                </c:pt>
                <c:pt idx="6495">
                  <c:v>12:37</c:v>
                </c:pt>
                <c:pt idx="6496">
                  <c:v>12:37</c:v>
                </c:pt>
                <c:pt idx="6497">
                  <c:v>12:37</c:v>
                </c:pt>
                <c:pt idx="6498">
                  <c:v>12:37</c:v>
                </c:pt>
                <c:pt idx="6499">
                  <c:v>12:37</c:v>
                </c:pt>
                <c:pt idx="6500">
                  <c:v>12:37</c:v>
                </c:pt>
                <c:pt idx="6501">
                  <c:v>12:37</c:v>
                </c:pt>
                <c:pt idx="6502">
                  <c:v>12:37</c:v>
                </c:pt>
                <c:pt idx="6503">
                  <c:v>12:37</c:v>
                </c:pt>
                <c:pt idx="6504">
                  <c:v>12:37</c:v>
                </c:pt>
                <c:pt idx="6505">
                  <c:v>12:37</c:v>
                </c:pt>
                <c:pt idx="6506">
                  <c:v>12:37</c:v>
                </c:pt>
                <c:pt idx="6507">
                  <c:v>12:37</c:v>
                </c:pt>
                <c:pt idx="6508">
                  <c:v>12:37</c:v>
                </c:pt>
                <c:pt idx="6509">
                  <c:v>12:37</c:v>
                </c:pt>
                <c:pt idx="6510">
                  <c:v>12:38</c:v>
                </c:pt>
                <c:pt idx="6511">
                  <c:v>12:38</c:v>
                </c:pt>
                <c:pt idx="6512">
                  <c:v>12:38</c:v>
                </c:pt>
                <c:pt idx="6513">
                  <c:v>12:38</c:v>
                </c:pt>
                <c:pt idx="6514">
                  <c:v>12:38</c:v>
                </c:pt>
                <c:pt idx="6515">
                  <c:v>12:38</c:v>
                </c:pt>
                <c:pt idx="6516">
                  <c:v>12:38</c:v>
                </c:pt>
                <c:pt idx="6517">
                  <c:v>12:38</c:v>
                </c:pt>
                <c:pt idx="6518">
                  <c:v>12:38</c:v>
                </c:pt>
                <c:pt idx="6519">
                  <c:v>12:38</c:v>
                </c:pt>
                <c:pt idx="6520">
                  <c:v>12:38</c:v>
                </c:pt>
                <c:pt idx="6521">
                  <c:v>12:38</c:v>
                </c:pt>
                <c:pt idx="6522">
                  <c:v>12:38</c:v>
                </c:pt>
                <c:pt idx="6523">
                  <c:v>12:38</c:v>
                </c:pt>
                <c:pt idx="6524">
                  <c:v>12:38</c:v>
                </c:pt>
                <c:pt idx="6525">
                  <c:v>12:38</c:v>
                </c:pt>
                <c:pt idx="6526">
                  <c:v>12:38</c:v>
                </c:pt>
                <c:pt idx="6527">
                  <c:v>12:38</c:v>
                </c:pt>
                <c:pt idx="6528">
                  <c:v>12:38</c:v>
                </c:pt>
                <c:pt idx="6529">
                  <c:v>12:38</c:v>
                </c:pt>
                <c:pt idx="6530">
                  <c:v>12:38</c:v>
                </c:pt>
                <c:pt idx="6531">
                  <c:v>12:38</c:v>
                </c:pt>
                <c:pt idx="6532">
                  <c:v>12:38</c:v>
                </c:pt>
                <c:pt idx="6533">
                  <c:v>12:38</c:v>
                </c:pt>
                <c:pt idx="6534">
                  <c:v>12:38</c:v>
                </c:pt>
                <c:pt idx="6535">
                  <c:v>12:38</c:v>
                </c:pt>
                <c:pt idx="6536">
                  <c:v>12:38</c:v>
                </c:pt>
                <c:pt idx="6537">
                  <c:v>12:38</c:v>
                </c:pt>
                <c:pt idx="6538">
                  <c:v>12:38</c:v>
                </c:pt>
                <c:pt idx="6539">
                  <c:v>12:38</c:v>
                </c:pt>
                <c:pt idx="6540">
                  <c:v>12:39</c:v>
                </c:pt>
                <c:pt idx="6541">
                  <c:v>12:39</c:v>
                </c:pt>
                <c:pt idx="6542">
                  <c:v>12:39</c:v>
                </c:pt>
                <c:pt idx="6543">
                  <c:v>12:39</c:v>
                </c:pt>
                <c:pt idx="6544">
                  <c:v>12:39</c:v>
                </c:pt>
                <c:pt idx="6545">
                  <c:v>12:39</c:v>
                </c:pt>
                <c:pt idx="6546">
                  <c:v>12:39</c:v>
                </c:pt>
                <c:pt idx="6547">
                  <c:v>12:39</c:v>
                </c:pt>
                <c:pt idx="6548">
                  <c:v>12:39</c:v>
                </c:pt>
                <c:pt idx="6549">
                  <c:v>12:39</c:v>
                </c:pt>
                <c:pt idx="6550">
                  <c:v>12:39</c:v>
                </c:pt>
                <c:pt idx="6551">
                  <c:v>12:39</c:v>
                </c:pt>
                <c:pt idx="6552">
                  <c:v>12:39</c:v>
                </c:pt>
                <c:pt idx="6553">
                  <c:v>12:39</c:v>
                </c:pt>
                <c:pt idx="6554">
                  <c:v>12:39</c:v>
                </c:pt>
                <c:pt idx="6555">
                  <c:v>12:39</c:v>
                </c:pt>
                <c:pt idx="6556">
                  <c:v>12:39</c:v>
                </c:pt>
                <c:pt idx="6557">
                  <c:v>12:39</c:v>
                </c:pt>
                <c:pt idx="6558">
                  <c:v>12:39</c:v>
                </c:pt>
                <c:pt idx="6559">
                  <c:v>12:39</c:v>
                </c:pt>
                <c:pt idx="6560">
                  <c:v>12:39</c:v>
                </c:pt>
                <c:pt idx="6561">
                  <c:v>12:39</c:v>
                </c:pt>
                <c:pt idx="6562">
                  <c:v>12:39</c:v>
                </c:pt>
                <c:pt idx="6563">
                  <c:v>12:39</c:v>
                </c:pt>
                <c:pt idx="6564">
                  <c:v>12:39</c:v>
                </c:pt>
                <c:pt idx="6565">
                  <c:v>12:39</c:v>
                </c:pt>
                <c:pt idx="6566">
                  <c:v>12:39</c:v>
                </c:pt>
                <c:pt idx="6567">
                  <c:v>12:39</c:v>
                </c:pt>
                <c:pt idx="6568">
                  <c:v>12:39</c:v>
                </c:pt>
                <c:pt idx="6569">
                  <c:v>12:39</c:v>
                </c:pt>
                <c:pt idx="6570">
                  <c:v>12:40</c:v>
                </c:pt>
                <c:pt idx="6571">
                  <c:v>12:40</c:v>
                </c:pt>
                <c:pt idx="6572">
                  <c:v>12:40</c:v>
                </c:pt>
                <c:pt idx="6573">
                  <c:v>12:40</c:v>
                </c:pt>
                <c:pt idx="6574">
                  <c:v>12:40</c:v>
                </c:pt>
                <c:pt idx="6575">
                  <c:v>12:40</c:v>
                </c:pt>
                <c:pt idx="6576">
                  <c:v>12:40</c:v>
                </c:pt>
                <c:pt idx="6577">
                  <c:v>12:40</c:v>
                </c:pt>
                <c:pt idx="6578">
                  <c:v>12:40</c:v>
                </c:pt>
                <c:pt idx="6579">
                  <c:v>12:40</c:v>
                </c:pt>
                <c:pt idx="6580">
                  <c:v>12:40</c:v>
                </c:pt>
                <c:pt idx="6581">
                  <c:v>12:40</c:v>
                </c:pt>
                <c:pt idx="6582">
                  <c:v>12:40</c:v>
                </c:pt>
                <c:pt idx="6583">
                  <c:v>12:40</c:v>
                </c:pt>
                <c:pt idx="6584">
                  <c:v>12:40</c:v>
                </c:pt>
                <c:pt idx="6585">
                  <c:v>12:40</c:v>
                </c:pt>
                <c:pt idx="6586">
                  <c:v>12:40</c:v>
                </c:pt>
                <c:pt idx="6587">
                  <c:v>12:40</c:v>
                </c:pt>
                <c:pt idx="6588">
                  <c:v>12:40</c:v>
                </c:pt>
                <c:pt idx="6589">
                  <c:v>12:40</c:v>
                </c:pt>
                <c:pt idx="6590">
                  <c:v>12:40</c:v>
                </c:pt>
                <c:pt idx="6591">
                  <c:v>12:40</c:v>
                </c:pt>
                <c:pt idx="6592">
                  <c:v>12:40</c:v>
                </c:pt>
                <c:pt idx="6593">
                  <c:v>12:40</c:v>
                </c:pt>
                <c:pt idx="6594">
                  <c:v>12:40</c:v>
                </c:pt>
                <c:pt idx="6595">
                  <c:v>12:40</c:v>
                </c:pt>
                <c:pt idx="6596">
                  <c:v>12:40</c:v>
                </c:pt>
                <c:pt idx="6597">
                  <c:v>12:40</c:v>
                </c:pt>
                <c:pt idx="6598">
                  <c:v>12:40</c:v>
                </c:pt>
                <c:pt idx="6599">
                  <c:v>12:40</c:v>
                </c:pt>
                <c:pt idx="6600">
                  <c:v>12:41</c:v>
                </c:pt>
                <c:pt idx="6601">
                  <c:v>12:41</c:v>
                </c:pt>
                <c:pt idx="6602">
                  <c:v>12:41</c:v>
                </c:pt>
                <c:pt idx="6603">
                  <c:v>12:41</c:v>
                </c:pt>
                <c:pt idx="6604">
                  <c:v>12:41</c:v>
                </c:pt>
                <c:pt idx="6605">
                  <c:v>12:41</c:v>
                </c:pt>
                <c:pt idx="6606">
                  <c:v>12:41</c:v>
                </c:pt>
                <c:pt idx="6607">
                  <c:v>12:41</c:v>
                </c:pt>
                <c:pt idx="6608">
                  <c:v>12:41</c:v>
                </c:pt>
                <c:pt idx="6609">
                  <c:v>12:41</c:v>
                </c:pt>
                <c:pt idx="6610">
                  <c:v>12:41</c:v>
                </c:pt>
                <c:pt idx="6611">
                  <c:v>12:41</c:v>
                </c:pt>
                <c:pt idx="6612">
                  <c:v>12:41</c:v>
                </c:pt>
                <c:pt idx="6613">
                  <c:v>12:41</c:v>
                </c:pt>
                <c:pt idx="6614">
                  <c:v>12:41</c:v>
                </c:pt>
                <c:pt idx="6615">
                  <c:v>12:41</c:v>
                </c:pt>
                <c:pt idx="6616">
                  <c:v>12:41</c:v>
                </c:pt>
                <c:pt idx="6617">
                  <c:v>12:41</c:v>
                </c:pt>
                <c:pt idx="6618">
                  <c:v>12:41</c:v>
                </c:pt>
                <c:pt idx="6619">
                  <c:v>12:41</c:v>
                </c:pt>
                <c:pt idx="6620">
                  <c:v>12:41</c:v>
                </c:pt>
                <c:pt idx="6621">
                  <c:v>12:41</c:v>
                </c:pt>
                <c:pt idx="6622">
                  <c:v>12:41</c:v>
                </c:pt>
                <c:pt idx="6623">
                  <c:v>12:41</c:v>
                </c:pt>
                <c:pt idx="6624">
                  <c:v>12:41</c:v>
                </c:pt>
                <c:pt idx="6625">
                  <c:v>12:41</c:v>
                </c:pt>
                <c:pt idx="6626">
                  <c:v>12:41</c:v>
                </c:pt>
                <c:pt idx="6627">
                  <c:v>12:41</c:v>
                </c:pt>
                <c:pt idx="6628">
                  <c:v>12:41</c:v>
                </c:pt>
                <c:pt idx="6629">
                  <c:v>12:41</c:v>
                </c:pt>
                <c:pt idx="6630">
                  <c:v>12:42</c:v>
                </c:pt>
                <c:pt idx="6631">
                  <c:v>12:42</c:v>
                </c:pt>
                <c:pt idx="6632">
                  <c:v>12:42</c:v>
                </c:pt>
                <c:pt idx="6633">
                  <c:v>12:42</c:v>
                </c:pt>
                <c:pt idx="6634">
                  <c:v>12:42</c:v>
                </c:pt>
                <c:pt idx="6635">
                  <c:v>12:42</c:v>
                </c:pt>
                <c:pt idx="6636">
                  <c:v>12:42</c:v>
                </c:pt>
                <c:pt idx="6637">
                  <c:v>12:42</c:v>
                </c:pt>
                <c:pt idx="6638">
                  <c:v>12:42</c:v>
                </c:pt>
                <c:pt idx="6639">
                  <c:v>12:42</c:v>
                </c:pt>
                <c:pt idx="6640">
                  <c:v>12:42</c:v>
                </c:pt>
                <c:pt idx="6641">
                  <c:v>12:42</c:v>
                </c:pt>
                <c:pt idx="6642">
                  <c:v>12:42</c:v>
                </c:pt>
                <c:pt idx="6643">
                  <c:v>12:42</c:v>
                </c:pt>
                <c:pt idx="6644">
                  <c:v>12:42</c:v>
                </c:pt>
                <c:pt idx="6645">
                  <c:v>12:42</c:v>
                </c:pt>
                <c:pt idx="6646">
                  <c:v>12:42</c:v>
                </c:pt>
                <c:pt idx="6647">
                  <c:v>12:42</c:v>
                </c:pt>
                <c:pt idx="6648">
                  <c:v>12:42</c:v>
                </c:pt>
                <c:pt idx="6649">
                  <c:v>12:42</c:v>
                </c:pt>
                <c:pt idx="6650">
                  <c:v>12:42</c:v>
                </c:pt>
                <c:pt idx="6651">
                  <c:v>12:42</c:v>
                </c:pt>
                <c:pt idx="6652">
                  <c:v>12:42</c:v>
                </c:pt>
                <c:pt idx="6653">
                  <c:v>12:42</c:v>
                </c:pt>
                <c:pt idx="6654">
                  <c:v>12:42</c:v>
                </c:pt>
                <c:pt idx="6655">
                  <c:v>12:42</c:v>
                </c:pt>
                <c:pt idx="6656">
                  <c:v>12:42</c:v>
                </c:pt>
                <c:pt idx="6657">
                  <c:v>12:42</c:v>
                </c:pt>
                <c:pt idx="6658">
                  <c:v>12:42</c:v>
                </c:pt>
                <c:pt idx="6659">
                  <c:v>12:42</c:v>
                </c:pt>
                <c:pt idx="6660">
                  <c:v>12:43</c:v>
                </c:pt>
                <c:pt idx="6661">
                  <c:v>12:43</c:v>
                </c:pt>
                <c:pt idx="6662">
                  <c:v>12:43</c:v>
                </c:pt>
                <c:pt idx="6663">
                  <c:v>12:43</c:v>
                </c:pt>
                <c:pt idx="6664">
                  <c:v>12:43</c:v>
                </c:pt>
                <c:pt idx="6665">
                  <c:v>12:43</c:v>
                </c:pt>
                <c:pt idx="6666">
                  <c:v>12:43</c:v>
                </c:pt>
                <c:pt idx="6667">
                  <c:v>12:43</c:v>
                </c:pt>
                <c:pt idx="6668">
                  <c:v>12:43</c:v>
                </c:pt>
                <c:pt idx="6669">
                  <c:v>12:43</c:v>
                </c:pt>
                <c:pt idx="6670">
                  <c:v>12:43</c:v>
                </c:pt>
                <c:pt idx="6671">
                  <c:v>12:43</c:v>
                </c:pt>
                <c:pt idx="6672">
                  <c:v>12:43</c:v>
                </c:pt>
                <c:pt idx="6673">
                  <c:v>12:43</c:v>
                </c:pt>
                <c:pt idx="6674">
                  <c:v>12:43</c:v>
                </c:pt>
                <c:pt idx="6675">
                  <c:v>12:43</c:v>
                </c:pt>
                <c:pt idx="6676">
                  <c:v>12:43</c:v>
                </c:pt>
                <c:pt idx="6677">
                  <c:v>12:43</c:v>
                </c:pt>
                <c:pt idx="6678">
                  <c:v>12:43</c:v>
                </c:pt>
                <c:pt idx="6679">
                  <c:v>12:43</c:v>
                </c:pt>
                <c:pt idx="6680">
                  <c:v>12:43</c:v>
                </c:pt>
                <c:pt idx="6681">
                  <c:v>12:43</c:v>
                </c:pt>
                <c:pt idx="6682">
                  <c:v>12:43</c:v>
                </c:pt>
                <c:pt idx="6683">
                  <c:v>12:43</c:v>
                </c:pt>
                <c:pt idx="6684">
                  <c:v>12:43</c:v>
                </c:pt>
                <c:pt idx="6685">
                  <c:v>12:43</c:v>
                </c:pt>
                <c:pt idx="6686">
                  <c:v>12:43</c:v>
                </c:pt>
                <c:pt idx="6687">
                  <c:v>12:43</c:v>
                </c:pt>
                <c:pt idx="6688">
                  <c:v>12:43</c:v>
                </c:pt>
                <c:pt idx="6689">
                  <c:v>12:43</c:v>
                </c:pt>
                <c:pt idx="6690">
                  <c:v>12:44</c:v>
                </c:pt>
                <c:pt idx="6691">
                  <c:v>12:44</c:v>
                </c:pt>
                <c:pt idx="6692">
                  <c:v>12:44</c:v>
                </c:pt>
                <c:pt idx="6693">
                  <c:v>12:44</c:v>
                </c:pt>
                <c:pt idx="6694">
                  <c:v>12:44</c:v>
                </c:pt>
                <c:pt idx="6695">
                  <c:v>12:44</c:v>
                </c:pt>
                <c:pt idx="6696">
                  <c:v>12:44</c:v>
                </c:pt>
                <c:pt idx="6697">
                  <c:v>12:44</c:v>
                </c:pt>
                <c:pt idx="6698">
                  <c:v>12:44</c:v>
                </c:pt>
                <c:pt idx="6699">
                  <c:v>12:44</c:v>
                </c:pt>
                <c:pt idx="6700">
                  <c:v>12:44</c:v>
                </c:pt>
                <c:pt idx="6701">
                  <c:v>12:44</c:v>
                </c:pt>
                <c:pt idx="6702">
                  <c:v>12:44</c:v>
                </c:pt>
                <c:pt idx="6703">
                  <c:v>12:44</c:v>
                </c:pt>
                <c:pt idx="6704">
                  <c:v>12:44</c:v>
                </c:pt>
                <c:pt idx="6705">
                  <c:v>12:44</c:v>
                </c:pt>
                <c:pt idx="6706">
                  <c:v>12:44</c:v>
                </c:pt>
                <c:pt idx="6707">
                  <c:v>12:44</c:v>
                </c:pt>
                <c:pt idx="6708">
                  <c:v>12:44</c:v>
                </c:pt>
                <c:pt idx="6709">
                  <c:v>12:44</c:v>
                </c:pt>
                <c:pt idx="6710">
                  <c:v>12:44</c:v>
                </c:pt>
                <c:pt idx="6711">
                  <c:v>12:44</c:v>
                </c:pt>
                <c:pt idx="6712">
                  <c:v>12:44</c:v>
                </c:pt>
                <c:pt idx="6713">
                  <c:v>12:44</c:v>
                </c:pt>
                <c:pt idx="6714">
                  <c:v>12:44</c:v>
                </c:pt>
                <c:pt idx="6715">
                  <c:v>12:44</c:v>
                </c:pt>
                <c:pt idx="6716">
                  <c:v>12:44</c:v>
                </c:pt>
                <c:pt idx="6717">
                  <c:v>12:44</c:v>
                </c:pt>
                <c:pt idx="6718">
                  <c:v>12:44</c:v>
                </c:pt>
                <c:pt idx="6719">
                  <c:v>12:44</c:v>
                </c:pt>
                <c:pt idx="6720">
                  <c:v>12:45</c:v>
                </c:pt>
                <c:pt idx="6721">
                  <c:v>12:45</c:v>
                </c:pt>
                <c:pt idx="6722">
                  <c:v>12:45</c:v>
                </c:pt>
                <c:pt idx="6723">
                  <c:v>12:45</c:v>
                </c:pt>
                <c:pt idx="6724">
                  <c:v>12:45</c:v>
                </c:pt>
                <c:pt idx="6725">
                  <c:v>12:45</c:v>
                </c:pt>
                <c:pt idx="6726">
                  <c:v>12:45</c:v>
                </c:pt>
                <c:pt idx="6727">
                  <c:v>12:45</c:v>
                </c:pt>
                <c:pt idx="6728">
                  <c:v>12:45</c:v>
                </c:pt>
                <c:pt idx="6729">
                  <c:v>12:45</c:v>
                </c:pt>
                <c:pt idx="6730">
                  <c:v>12:45</c:v>
                </c:pt>
                <c:pt idx="6731">
                  <c:v>12:45</c:v>
                </c:pt>
                <c:pt idx="6732">
                  <c:v>12:45</c:v>
                </c:pt>
                <c:pt idx="6733">
                  <c:v>12:45</c:v>
                </c:pt>
                <c:pt idx="6734">
                  <c:v>12:45</c:v>
                </c:pt>
                <c:pt idx="6735">
                  <c:v>12:45</c:v>
                </c:pt>
                <c:pt idx="6736">
                  <c:v>12:45</c:v>
                </c:pt>
                <c:pt idx="6737">
                  <c:v>12:45</c:v>
                </c:pt>
                <c:pt idx="6738">
                  <c:v>12:45</c:v>
                </c:pt>
                <c:pt idx="6739">
                  <c:v>12:45</c:v>
                </c:pt>
                <c:pt idx="6740">
                  <c:v>12:45</c:v>
                </c:pt>
                <c:pt idx="6741">
                  <c:v>12:45</c:v>
                </c:pt>
                <c:pt idx="6742">
                  <c:v>12:45</c:v>
                </c:pt>
                <c:pt idx="6743">
                  <c:v>12:45</c:v>
                </c:pt>
                <c:pt idx="6744">
                  <c:v>12:45</c:v>
                </c:pt>
                <c:pt idx="6745">
                  <c:v>12:45</c:v>
                </c:pt>
                <c:pt idx="6746">
                  <c:v>12:45</c:v>
                </c:pt>
                <c:pt idx="6747">
                  <c:v>12:45</c:v>
                </c:pt>
                <c:pt idx="6748">
                  <c:v>12:45</c:v>
                </c:pt>
                <c:pt idx="6749">
                  <c:v>12:45</c:v>
                </c:pt>
                <c:pt idx="6750">
                  <c:v>12:46</c:v>
                </c:pt>
                <c:pt idx="6751">
                  <c:v>12:46</c:v>
                </c:pt>
                <c:pt idx="6752">
                  <c:v>12:46</c:v>
                </c:pt>
                <c:pt idx="6753">
                  <c:v>12:46</c:v>
                </c:pt>
                <c:pt idx="6754">
                  <c:v>12:46</c:v>
                </c:pt>
                <c:pt idx="6755">
                  <c:v>12:46</c:v>
                </c:pt>
                <c:pt idx="6756">
                  <c:v>12:46</c:v>
                </c:pt>
                <c:pt idx="6757">
                  <c:v>12:46</c:v>
                </c:pt>
                <c:pt idx="6758">
                  <c:v>12:46</c:v>
                </c:pt>
                <c:pt idx="6759">
                  <c:v>12:46</c:v>
                </c:pt>
                <c:pt idx="6760">
                  <c:v>12:46</c:v>
                </c:pt>
                <c:pt idx="6761">
                  <c:v>12:46</c:v>
                </c:pt>
                <c:pt idx="6762">
                  <c:v>12:46</c:v>
                </c:pt>
                <c:pt idx="6763">
                  <c:v>12:46</c:v>
                </c:pt>
                <c:pt idx="6764">
                  <c:v>12:46</c:v>
                </c:pt>
                <c:pt idx="6765">
                  <c:v>12:46</c:v>
                </c:pt>
                <c:pt idx="6766">
                  <c:v>12:46</c:v>
                </c:pt>
                <c:pt idx="6767">
                  <c:v>12:46</c:v>
                </c:pt>
                <c:pt idx="6768">
                  <c:v>12:46</c:v>
                </c:pt>
                <c:pt idx="6769">
                  <c:v>12:46</c:v>
                </c:pt>
                <c:pt idx="6770">
                  <c:v>12:46</c:v>
                </c:pt>
                <c:pt idx="6771">
                  <c:v>12:46</c:v>
                </c:pt>
                <c:pt idx="6772">
                  <c:v>12:46</c:v>
                </c:pt>
                <c:pt idx="6773">
                  <c:v>12:46</c:v>
                </c:pt>
                <c:pt idx="6774">
                  <c:v>12:46</c:v>
                </c:pt>
                <c:pt idx="6775">
                  <c:v>12:46</c:v>
                </c:pt>
                <c:pt idx="6776">
                  <c:v>12:46</c:v>
                </c:pt>
                <c:pt idx="6777">
                  <c:v>12:46</c:v>
                </c:pt>
                <c:pt idx="6778">
                  <c:v>12:46</c:v>
                </c:pt>
                <c:pt idx="6779">
                  <c:v>12:46</c:v>
                </c:pt>
                <c:pt idx="6780">
                  <c:v>12:47</c:v>
                </c:pt>
                <c:pt idx="6781">
                  <c:v>12:47</c:v>
                </c:pt>
                <c:pt idx="6782">
                  <c:v>12:47</c:v>
                </c:pt>
                <c:pt idx="6783">
                  <c:v>12:47</c:v>
                </c:pt>
                <c:pt idx="6784">
                  <c:v>12:47</c:v>
                </c:pt>
                <c:pt idx="6785">
                  <c:v>12:47</c:v>
                </c:pt>
                <c:pt idx="6786">
                  <c:v>12:47</c:v>
                </c:pt>
                <c:pt idx="6787">
                  <c:v>12:47</c:v>
                </c:pt>
                <c:pt idx="6788">
                  <c:v>12:47</c:v>
                </c:pt>
                <c:pt idx="6789">
                  <c:v>12:47</c:v>
                </c:pt>
                <c:pt idx="6790">
                  <c:v>12:47</c:v>
                </c:pt>
                <c:pt idx="6791">
                  <c:v>12:47</c:v>
                </c:pt>
                <c:pt idx="6792">
                  <c:v>12:47</c:v>
                </c:pt>
                <c:pt idx="6793">
                  <c:v>12:47</c:v>
                </c:pt>
                <c:pt idx="6794">
                  <c:v>12:47</c:v>
                </c:pt>
                <c:pt idx="6795">
                  <c:v>12:47</c:v>
                </c:pt>
                <c:pt idx="6796">
                  <c:v>12:47</c:v>
                </c:pt>
                <c:pt idx="6797">
                  <c:v>12:47</c:v>
                </c:pt>
                <c:pt idx="6798">
                  <c:v>12:47</c:v>
                </c:pt>
                <c:pt idx="6799">
                  <c:v>12:47</c:v>
                </c:pt>
                <c:pt idx="6800">
                  <c:v>12:47</c:v>
                </c:pt>
                <c:pt idx="6801">
                  <c:v>12:47</c:v>
                </c:pt>
                <c:pt idx="6802">
                  <c:v>12:47</c:v>
                </c:pt>
                <c:pt idx="6803">
                  <c:v>12:47</c:v>
                </c:pt>
                <c:pt idx="6804">
                  <c:v>12:47</c:v>
                </c:pt>
                <c:pt idx="6805">
                  <c:v>12:47</c:v>
                </c:pt>
                <c:pt idx="6806">
                  <c:v>12:47</c:v>
                </c:pt>
                <c:pt idx="6807">
                  <c:v>12:47</c:v>
                </c:pt>
                <c:pt idx="6808">
                  <c:v>12:47</c:v>
                </c:pt>
                <c:pt idx="6809">
                  <c:v>12:47</c:v>
                </c:pt>
                <c:pt idx="6810">
                  <c:v>12:48</c:v>
                </c:pt>
                <c:pt idx="6811">
                  <c:v>12:48</c:v>
                </c:pt>
                <c:pt idx="6812">
                  <c:v>12:48</c:v>
                </c:pt>
                <c:pt idx="6813">
                  <c:v>12:48</c:v>
                </c:pt>
                <c:pt idx="6814">
                  <c:v>12:48</c:v>
                </c:pt>
                <c:pt idx="6815">
                  <c:v>12:48</c:v>
                </c:pt>
                <c:pt idx="6816">
                  <c:v>12:48</c:v>
                </c:pt>
                <c:pt idx="6817">
                  <c:v>12:48</c:v>
                </c:pt>
                <c:pt idx="6818">
                  <c:v>12:48</c:v>
                </c:pt>
                <c:pt idx="6819">
                  <c:v>12:48</c:v>
                </c:pt>
                <c:pt idx="6820">
                  <c:v>12:48</c:v>
                </c:pt>
                <c:pt idx="6821">
                  <c:v>12:48</c:v>
                </c:pt>
                <c:pt idx="6822">
                  <c:v>12:48</c:v>
                </c:pt>
                <c:pt idx="6823">
                  <c:v>12:48</c:v>
                </c:pt>
                <c:pt idx="6824">
                  <c:v>12:48</c:v>
                </c:pt>
                <c:pt idx="6825">
                  <c:v>12:48</c:v>
                </c:pt>
                <c:pt idx="6826">
                  <c:v>12:48</c:v>
                </c:pt>
                <c:pt idx="6827">
                  <c:v>12:48</c:v>
                </c:pt>
                <c:pt idx="6828">
                  <c:v>12:48</c:v>
                </c:pt>
                <c:pt idx="6829">
                  <c:v>12:48</c:v>
                </c:pt>
                <c:pt idx="6830">
                  <c:v>12:48</c:v>
                </c:pt>
                <c:pt idx="6831">
                  <c:v>12:48</c:v>
                </c:pt>
                <c:pt idx="6832">
                  <c:v>12:48</c:v>
                </c:pt>
                <c:pt idx="6833">
                  <c:v>12:48</c:v>
                </c:pt>
                <c:pt idx="6834">
                  <c:v>12:48</c:v>
                </c:pt>
                <c:pt idx="6835">
                  <c:v>12:48</c:v>
                </c:pt>
                <c:pt idx="6836">
                  <c:v>12:48</c:v>
                </c:pt>
                <c:pt idx="6837">
                  <c:v>12:48</c:v>
                </c:pt>
                <c:pt idx="6838">
                  <c:v>12:48</c:v>
                </c:pt>
                <c:pt idx="6839">
                  <c:v>12:48</c:v>
                </c:pt>
                <c:pt idx="6840">
                  <c:v>12:49</c:v>
                </c:pt>
                <c:pt idx="6841">
                  <c:v>12:49</c:v>
                </c:pt>
                <c:pt idx="6842">
                  <c:v>12:49</c:v>
                </c:pt>
                <c:pt idx="6843">
                  <c:v>12:49</c:v>
                </c:pt>
                <c:pt idx="6844">
                  <c:v>12:49</c:v>
                </c:pt>
                <c:pt idx="6845">
                  <c:v>12:49</c:v>
                </c:pt>
                <c:pt idx="6846">
                  <c:v>12:49</c:v>
                </c:pt>
                <c:pt idx="6847">
                  <c:v>12:49</c:v>
                </c:pt>
                <c:pt idx="6848">
                  <c:v>12:49</c:v>
                </c:pt>
                <c:pt idx="6849">
                  <c:v>12:49</c:v>
                </c:pt>
                <c:pt idx="6850">
                  <c:v>12:49</c:v>
                </c:pt>
                <c:pt idx="6851">
                  <c:v>12:49</c:v>
                </c:pt>
                <c:pt idx="6852">
                  <c:v>12:49</c:v>
                </c:pt>
                <c:pt idx="6853">
                  <c:v>12:49</c:v>
                </c:pt>
                <c:pt idx="6854">
                  <c:v>12:49</c:v>
                </c:pt>
                <c:pt idx="6855">
                  <c:v>12:49</c:v>
                </c:pt>
                <c:pt idx="6856">
                  <c:v>12:49</c:v>
                </c:pt>
                <c:pt idx="6857">
                  <c:v>12:49</c:v>
                </c:pt>
                <c:pt idx="6858">
                  <c:v>12:49</c:v>
                </c:pt>
                <c:pt idx="6859">
                  <c:v>12:49</c:v>
                </c:pt>
                <c:pt idx="6860">
                  <c:v>12:49</c:v>
                </c:pt>
                <c:pt idx="6861">
                  <c:v>12:49</c:v>
                </c:pt>
                <c:pt idx="6862">
                  <c:v>12:49</c:v>
                </c:pt>
                <c:pt idx="6863">
                  <c:v>12:49</c:v>
                </c:pt>
                <c:pt idx="6864">
                  <c:v>12:49</c:v>
                </c:pt>
                <c:pt idx="6865">
                  <c:v>12:49</c:v>
                </c:pt>
                <c:pt idx="6866">
                  <c:v>12:49</c:v>
                </c:pt>
                <c:pt idx="6867">
                  <c:v>12:49</c:v>
                </c:pt>
                <c:pt idx="6868">
                  <c:v>12:49</c:v>
                </c:pt>
                <c:pt idx="6869">
                  <c:v>12:49</c:v>
                </c:pt>
                <c:pt idx="6870">
                  <c:v>12:50</c:v>
                </c:pt>
                <c:pt idx="6871">
                  <c:v>12:50</c:v>
                </c:pt>
                <c:pt idx="6872">
                  <c:v>12:50</c:v>
                </c:pt>
                <c:pt idx="6873">
                  <c:v>12:50</c:v>
                </c:pt>
                <c:pt idx="6874">
                  <c:v>12:50</c:v>
                </c:pt>
                <c:pt idx="6875">
                  <c:v>12:50</c:v>
                </c:pt>
                <c:pt idx="6876">
                  <c:v>12:50</c:v>
                </c:pt>
                <c:pt idx="6877">
                  <c:v>12:50</c:v>
                </c:pt>
                <c:pt idx="6878">
                  <c:v>12:50</c:v>
                </c:pt>
                <c:pt idx="6879">
                  <c:v>12:50</c:v>
                </c:pt>
                <c:pt idx="6880">
                  <c:v>12:50</c:v>
                </c:pt>
                <c:pt idx="6881">
                  <c:v>12:50</c:v>
                </c:pt>
                <c:pt idx="6882">
                  <c:v>12:50</c:v>
                </c:pt>
                <c:pt idx="6883">
                  <c:v>12:50</c:v>
                </c:pt>
                <c:pt idx="6884">
                  <c:v>12:50</c:v>
                </c:pt>
                <c:pt idx="6885">
                  <c:v>12:50</c:v>
                </c:pt>
                <c:pt idx="6886">
                  <c:v>12:50</c:v>
                </c:pt>
                <c:pt idx="6887">
                  <c:v>12:50</c:v>
                </c:pt>
                <c:pt idx="6888">
                  <c:v>12:50</c:v>
                </c:pt>
                <c:pt idx="6889">
                  <c:v>12:50</c:v>
                </c:pt>
                <c:pt idx="6890">
                  <c:v>12:50</c:v>
                </c:pt>
                <c:pt idx="6891">
                  <c:v>12:50</c:v>
                </c:pt>
                <c:pt idx="6892">
                  <c:v>12:50</c:v>
                </c:pt>
                <c:pt idx="6893">
                  <c:v>12:50</c:v>
                </c:pt>
                <c:pt idx="6894">
                  <c:v>12:50</c:v>
                </c:pt>
                <c:pt idx="6895">
                  <c:v>12:50</c:v>
                </c:pt>
                <c:pt idx="6896">
                  <c:v>12:50</c:v>
                </c:pt>
                <c:pt idx="6897">
                  <c:v>12:50</c:v>
                </c:pt>
                <c:pt idx="6898">
                  <c:v>12:50</c:v>
                </c:pt>
                <c:pt idx="6899">
                  <c:v>12:50</c:v>
                </c:pt>
                <c:pt idx="6900">
                  <c:v>12:51</c:v>
                </c:pt>
                <c:pt idx="6901">
                  <c:v>12:51</c:v>
                </c:pt>
                <c:pt idx="6902">
                  <c:v>12:51</c:v>
                </c:pt>
                <c:pt idx="6903">
                  <c:v>12:51</c:v>
                </c:pt>
                <c:pt idx="6904">
                  <c:v>12:51</c:v>
                </c:pt>
                <c:pt idx="6905">
                  <c:v>12:51</c:v>
                </c:pt>
                <c:pt idx="6906">
                  <c:v>12:51</c:v>
                </c:pt>
                <c:pt idx="6907">
                  <c:v>12:51</c:v>
                </c:pt>
                <c:pt idx="6908">
                  <c:v>12:51</c:v>
                </c:pt>
                <c:pt idx="6909">
                  <c:v>12:51</c:v>
                </c:pt>
                <c:pt idx="6910">
                  <c:v>12:51</c:v>
                </c:pt>
                <c:pt idx="6911">
                  <c:v>12:51</c:v>
                </c:pt>
                <c:pt idx="6912">
                  <c:v>12:51</c:v>
                </c:pt>
                <c:pt idx="6913">
                  <c:v>12:51</c:v>
                </c:pt>
                <c:pt idx="6914">
                  <c:v>12:51</c:v>
                </c:pt>
                <c:pt idx="6915">
                  <c:v>12:51</c:v>
                </c:pt>
                <c:pt idx="6916">
                  <c:v>12:51</c:v>
                </c:pt>
                <c:pt idx="6917">
                  <c:v>12:51</c:v>
                </c:pt>
                <c:pt idx="6918">
                  <c:v>12:51</c:v>
                </c:pt>
                <c:pt idx="6919">
                  <c:v>12:51</c:v>
                </c:pt>
                <c:pt idx="6920">
                  <c:v>12:51</c:v>
                </c:pt>
                <c:pt idx="6921">
                  <c:v>12:51</c:v>
                </c:pt>
                <c:pt idx="6922">
                  <c:v>12:51</c:v>
                </c:pt>
                <c:pt idx="6923">
                  <c:v>12:51</c:v>
                </c:pt>
                <c:pt idx="6924">
                  <c:v>12:51</c:v>
                </c:pt>
                <c:pt idx="6925">
                  <c:v>12:51</c:v>
                </c:pt>
                <c:pt idx="6926">
                  <c:v>12:51</c:v>
                </c:pt>
                <c:pt idx="6927">
                  <c:v>12:51</c:v>
                </c:pt>
                <c:pt idx="6928">
                  <c:v>12:51</c:v>
                </c:pt>
                <c:pt idx="6929">
                  <c:v>12:51</c:v>
                </c:pt>
                <c:pt idx="6930">
                  <c:v>12:52</c:v>
                </c:pt>
                <c:pt idx="6931">
                  <c:v>12:52</c:v>
                </c:pt>
                <c:pt idx="6932">
                  <c:v>12:52</c:v>
                </c:pt>
                <c:pt idx="6933">
                  <c:v>12:52</c:v>
                </c:pt>
                <c:pt idx="6934">
                  <c:v>12:52</c:v>
                </c:pt>
                <c:pt idx="6935">
                  <c:v>12:52</c:v>
                </c:pt>
                <c:pt idx="6936">
                  <c:v>12:52</c:v>
                </c:pt>
                <c:pt idx="6937">
                  <c:v>12:52</c:v>
                </c:pt>
                <c:pt idx="6938">
                  <c:v>12:52</c:v>
                </c:pt>
                <c:pt idx="6939">
                  <c:v>12:52</c:v>
                </c:pt>
                <c:pt idx="6940">
                  <c:v>12:52</c:v>
                </c:pt>
                <c:pt idx="6941">
                  <c:v>12:52</c:v>
                </c:pt>
                <c:pt idx="6942">
                  <c:v>12:52</c:v>
                </c:pt>
                <c:pt idx="6943">
                  <c:v>12:52</c:v>
                </c:pt>
                <c:pt idx="6944">
                  <c:v>12:52</c:v>
                </c:pt>
                <c:pt idx="6945">
                  <c:v>12:52</c:v>
                </c:pt>
                <c:pt idx="6946">
                  <c:v>12:52</c:v>
                </c:pt>
                <c:pt idx="6947">
                  <c:v>12:52</c:v>
                </c:pt>
                <c:pt idx="6948">
                  <c:v>12:52</c:v>
                </c:pt>
                <c:pt idx="6949">
                  <c:v>12:52</c:v>
                </c:pt>
                <c:pt idx="6950">
                  <c:v>12:52</c:v>
                </c:pt>
                <c:pt idx="6951">
                  <c:v>12:52</c:v>
                </c:pt>
                <c:pt idx="6952">
                  <c:v>12:52</c:v>
                </c:pt>
                <c:pt idx="6953">
                  <c:v>12:52</c:v>
                </c:pt>
                <c:pt idx="6954">
                  <c:v>12:52</c:v>
                </c:pt>
                <c:pt idx="6955">
                  <c:v>12:52</c:v>
                </c:pt>
                <c:pt idx="6956">
                  <c:v>12:52</c:v>
                </c:pt>
                <c:pt idx="6957">
                  <c:v>12:52</c:v>
                </c:pt>
                <c:pt idx="6958">
                  <c:v>12:52</c:v>
                </c:pt>
                <c:pt idx="6959">
                  <c:v>12:52</c:v>
                </c:pt>
                <c:pt idx="6960">
                  <c:v>12:53</c:v>
                </c:pt>
                <c:pt idx="6961">
                  <c:v>12:53</c:v>
                </c:pt>
                <c:pt idx="6962">
                  <c:v>12:53</c:v>
                </c:pt>
                <c:pt idx="6963">
                  <c:v>12:53</c:v>
                </c:pt>
                <c:pt idx="6964">
                  <c:v>12:53</c:v>
                </c:pt>
                <c:pt idx="6965">
                  <c:v>12:53</c:v>
                </c:pt>
                <c:pt idx="6966">
                  <c:v>12:53</c:v>
                </c:pt>
                <c:pt idx="6967">
                  <c:v>12:53</c:v>
                </c:pt>
                <c:pt idx="6968">
                  <c:v>12:53</c:v>
                </c:pt>
                <c:pt idx="6969">
                  <c:v>12:53</c:v>
                </c:pt>
                <c:pt idx="6970">
                  <c:v>12:53</c:v>
                </c:pt>
                <c:pt idx="6971">
                  <c:v>12:53</c:v>
                </c:pt>
                <c:pt idx="6972">
                  <c:v>12:53</c:v>
                </c:pt>
                <c:pt idx="6973">
                  <c:v>12:53</c:v>
                </c:pt>
                <c:pt idx="6974">
                  <c:v>12:53</c:v>
                </c:pt>
                <c:pt idx="6975">
                  <c:v>12:53</c:v>
                </c:pt>
                <c:pt idx="6976">
                  <c:v>12:53</c:v>
                </c:pt>
                <c:pt idx="6977">
                  <c:v>12:53</c:v>
                </c:pt>
                <c:pt idx="6978">
                  <c:v>12:53</c:v>
                </c:pt>
                <c:pt idx="6979">
                  <c:v>12:53</c:v>
                </c:pt>
                <c:pt idx="6980">
                  <c:v>12:53</c:v>
                </c:pt>
                <c:pt idx="6981">
                  <c:v>12:53</c:v>
                </c:pt>
                <c:pt idx="6982">
                  <c:v>12:53</c:v>
                </c:pt>
                <c:pt idx="6983">
                  <c:v>12:53</c:v>
                </c:pt>
                <c:pt idx="6984">
                  <c:v>12:53</c:v>
                </c:pt>
                <c:pt idx="6985">
                  <c:v>12:53</c:v>
                </c:pt>
                <c:pt idx="6986">
                  <c:v>12:53</c:v>
                </c:pt>
                <c:pt idx="6987">
                  <c:v>12:53</c:v>
                </c:pt>
                <c:pt idx="6988">
                  <c:v>12:53</c:v>
                </c:pt>
                <c:pt idx="6989">
                  <c:v>12:53</c:v>
                </c:pt>
                <c:pt idx="6990">
                  <c:v>12:54</c:v>
                </c:pt>
                <c:pt idx="6991">
                  <c:v>12:54</c:v>
                </c:pt>
                <c:pt idx="6992">
                  <c:v>12:54</c:v>
                </c:pt>
                <c:pt idx="6993">
                  <c:v>12:54</c:v>
                </c:pt>
                <c:pt idx="6994">
                  <c:v>12:54</c:v>
                </c:pt>
                <c:pt idx="6995">
                  <c:v>12:54</c:v>
                </c:pt>
                <c:pt idx="6996">
                  <c:v>12:54</c:v>
                </c:pt>
                <c:pt idx="6997">
                  <c:v>12:54</c:v>
                </c:pt>
                <c:pt idx="6998">
                  <c:v>12:54</c:v>
                </c:pt>
                <c:pt idx="6999">
                  <c:v>12:54</c:v>
                </c:pt>
                <c:pt idx="7000">
                  <c:v>12:54</c:v>
                </c:pt>
                <c:pt idx="7001">
                  <c:v>12:54</c:v>
                </c:pt>
                <c:pt idx="7002">
                  <c:v>12:54</c:v>
                </c:pt>
                <c:pt idx="7003">
                  <c:v>12:54</c:v>
                </c:pt>
                <c:pt idx="7004">
                  <c:v>12:54</c:v>
                </c:pt>
                <c:pt idx="7005">
                  <c:v>12:54</c:v>
                </c:pt>
                <c:pt idx="7006">
                  <c:v>12:54</c:v>
                </c:pt>
                <c:pt idx="7007">
                  <c:v>12:54</c:v>
                </c:pt>
                <c:pt idx="7008">
                  <c:v>12:54</c:v>
                </c:pt>
                <c:pt idx="7009">
                  <c:v>12:54</c:v>
                </c:pt>
                <c:pt idx="7010">
                  <c:v>12:54</c:v>
                </c:pt>
                <c:pt idx="7011">
                  <c:v>12:54</c:v>
                </c:pt>
                <c:pt idx="7012">
                  <c:v>12:54</c:v>
                </c:pt>
                <c:pt idx="7013">
                  <c:v>12:54</c:v>
                </c:pt>
                <c:pt idx="7014">
                  <c:v>12:54</c:v>
                </c:pt>
                <c:pt idx="7015">
                  <c:v>12:54</c:v>
                </c:pt>
                <c:pt idx="7016">
                  <c:v>12:54</c:v>
                </c:pt>
                <c:pt idx="7017">
                  <c:v>12:54</c:v>
                </c:pt>
                <c:pt idx="7018">
                  <c:v>12:54</c:v>
                </c:pt>
                <c:pt idx="7019">
                  <c:v>12:54</c:v>
                </c:pt>
                <c:pt idx="7020">
                  <c:v>12:55</c:v>
                </c:pt>
                <c:pt idx="7021">
                  <c:v>12:55</c:v>
                </c:pt>
                <c:pt idx="7022">
                  <c:v>12:55</c:v>
                </c:pt>
                <c:pt idx="7023">
                  <c:v>12:55</c:v>
                </c:pt>
                <c:pt idx="7024">
                  <c:v>12:55</c:v>
                </c:pt>
                <c:pt idx="7025">
                  <c:v>12:55</c:v>
                </c:pt>
                <c:pt idx="7026">
                  <c:v>12:55</c:v>
                </c:pt>
                <c:pt idx="7027">
                  <c:v>12:55</c:v>
                </c:pt>
                <c:pt idx="7028">
                  <c:v>12:55</c:v>
                </c:pt>
                <c:pt idx="7029">
                  <c:v>12:55</c:v>
                </c:pt>
                <c:pt idx="7030">
                  <c:v>12:55</c:v>
                </c:pt>
                <c:pt idx="7031">
                  <c:v>12:55</c:v>
                </c:pt>
                <c:pt idx="7032">
                  <c:v>12:55</c:v>
                </c:pt>
                <c:pt idx="7033">
                  <c:v>12:55</c:v>
                </c:pt>
                <c:pt idx="7034">
                  <c:v>12:55</c:v>
                </c:pt>
                <c:pt idx="7035">
                  <c:v>12:55</c:v>
                </c:pt>
                <c:pt idx="7036">
                  <c:v>12:55</c:v>
                </c:pt>
                <c:pt idx="7037">
                  <c:v>12:55</c:v>
                </c:pt>
                <c:pt idx="7038">
                  <c:v>12:55</c:v>
                </c:pt>
                <c:pt idx="7039">
                  <c:v>12:55</c:v>
                </c:pt>
                <c:pt idx="7040">
                  <c:v>12:55</c:v>
                </c:pt>
                <c:pt idx="7041">
                  <c:v>12:55</c:v>
                </c:pt>
                <c:pt idx="7042">
                  <c:v>12:55</c:v>
                </c:pt>
                <c:pt idx="7043">
                  <c:v>12:55</c:v>
                </c:pt>
                <c:pt idx="7044">
                  <c:v>12:55</c:v>
                </c:pt>
                <c:pt idx="7045">
                  <c:v>12:55</c:v>
                </c:pt>
                <c:pt idx="7046">
                  <c:v>12:55</c:v>
                </c:pt>
                <c:pt idx="7047">
                  <c:v>12:55</c:v>
                </c:pt>
                <c:pt idx="7048">
                  <c:v>12:55</c:v>
                </c:pt>
                <c:pt idx="7049">
                  <c:v>12:55</c:v>
                </c:pt>
                <c:pt idx="7050">
                  <c:v>12:56</c:v>
                </c:pt>
                <c:pt idx="7051">
                  <c:v>12:56</c:v>
                </c:pt>
                <c:pt idx="7052">
                  <c:v>12:56</c:v>
                </c:pt>
                <c:pt idx="7053">
                  <c:v>12:56</c:v>
                </c:pt>
                <c:pt idx="7054">
                  <c:v>12:56</c:v>
                </c:pt>
                <c:pt idx="7055">
                  <c:v>12:56</c:v>
                </c:pt>
                <c:pt idx="7056">
                  <c:v>12:56</c:v>
                </c:pt>
                <c:pt idx="7057">
                  <c:v>12:56</c:v>
                </c:pt>
                <c:pt idx="7058">
                  <c:v>12:56</c:v>
                </c:pt>
                <c:pt idx="7059">
                  <c:v>12:56</c:v>
                </c:pt>
                <c:pt idx="7060">
                  <c:v>12:56</c:v>
                </c:pt>
                <c:pt idx="7061">
                  <c:v>12:56</c:v>
                </c:pt>
                <c:pt idx="7062">
                  <c:v>12:56</c:v>
                </c:pt>
                <c:pt idx="7063">
                  <c:v>12:56</c:v>
                </c:pt>
                <c:pt idx="7064">
                  <c:v>12:56</c:v>
                </c:pt>
                <c:pt idx="7065">
                  <c:v>12:56</c:v>
                </c:pt>
                <c:pt idx="7066">
                  <c:v>12:56</c:v>
                </c:pt>
                <c:pt idx="7067">
                  <c:v>12:56</c:v>
                </c:pt>
                <c:pt idx="7068">
                  <c:v>12:56</c:v>
                </c:pt>
                <c:pt idx="7069">
                  <c:v>12:56</c:v>
                </c:pt>
                <c:pt idx="7070">
                  <c:v>12:56</c:v>
                </c:pt>
                <c:pt idx="7071">
                  <c:v>12:56</c:v>
                </c:pt>
                <c:pt idx="7072">
                  <c:v>12:56</c:v>
                </c:pt>
                <c:pt idx="7073">
                  <c:v>12:56</c:v>
                </c:pt>
                <c:pt idx="7074">
                  <c:v>12:56</c:v>
                </c:pt>
                <c:pt idx="7075">
                  <c:v>12:56</c:v>
                </c:pt>
                <c:pt idx="7076">
                  <c:v>12:56</c:v>
                </c:pt>
                <c:pt idx="7077">
                  <c:v>12:56</c:v>
                </c:pt>
                <c:pt idx="7078">
                  <c:v>12:56</c:v>
                </c:pt>
                <c:pt idx="7079">
                  <c:v>12:56</c:v>
                </c:pt>
                <c:pt idx="7080">
                  <c:v>12:57</c:v>
                </c:pt>
                <c:pt idx="7081">
                  <c:v>12:57</c:v>
                </c:pt>
                <c:pt idx="7082">
                  <c:v>12:57</c:v>
                </c:pt>
                <c:pt idx="7083">
                  <c:v>12:57</c:v>
                </c:pt>
                <c:pt idx="7084">
                  <c:v>12:57</c:v>
                </c:pt>
                <c:pt idx="7085">
                  <c:v>12:57</c:v>
                </c:pt>
                <c:pt idx="7086">
                  <c:v>12:57</c:v>
                </c:pt>
                <c:pt idx="7087">
                  <c:v>12:57</c:v>
                </c:pt>
                <c:pt idx="7088">
                  <c:v>12:57</c:v>
                </c:pt>
                <c:pt idx="7089">
                  <c:v>12:57</c:v>
                </c:pt>
                <c:pt idx="7090">
                  <c:v>12:57</c:v>
                </c:pt>
                <c:pt idx="7091">
                  <c:v>12:57</c:v>
                </c:pt>
                <c:pt idx="7092">
                  <c:v>12:57</c:v>
                </c:pt>
                <c:pt idx="7093">
                  <c:v>12:57</c:v>
                </c:pt>
                <c:pt idx="7094">
                  <c:v>12:57</c:v>
                </c:pt>
                <c:pt idx="7095">
                  <c:v>12:57</c:v>
                </c:pt>
                <c:pt idx="7096">
                  <c:v>12:57</c:v>
                </c:pt>
                <c:pt idx="7097">
                  <c:v>12:57</c:v>
                </c:pt>
                <c:pt idx="7098">
                  <c:v>12:57</c:v>
                </c:pt>
                <c:pt idx="7099">
                  <c:v>12:57</c:v>
                </c:pt>
                <c:pt idx="7100">
                  <c:v>12:57</c:v>
                </c:pt>
                <c:pt idx="7101">
                  <c:v>12:57</c:v>
                </c:pt>
                <c:pt idx="7102">
                  <c:v>12:57</c:v>
                </c:pt>
                <c:pt idx="7103">
                  <c:v>12:57</c:v>
                </c:pt>
                <c:pt idx="7104">
                  <c:v>12:57</c:v>
                </c:pt>
                <c:pt idx="7105">
                  <c:v>12:57</c:v>
                </c:pt>
                <c:pt idx="7106">
                  <c:v>12:57</c:v>
                </c:pt>
                <c:pt idx="7107">
                  <c:v>12:57</c:v>
                </c:pt>
                <c:pt idx="7108">
                  <c:v>12:57</c:v>
                </c:pt>
                <c:pt idx="7109">
                  <c:v>12:57</c:v>
                </c:pt>
                <c:pt idx="7110">
                  <c:v>12:58</c:v>
                </c:pt>
                <c:pt idx="7111">
                  <c:v>12:58</c:v>
                </c:pt>
                <c:pt idx="7112">
                  <c:v>12:58</c:v>
                </c:pt>
                <c:pt idx="7113">
                  <c:v>12:58</c:v>
                </c:pt>
                <c:pt idx="7114">
                  <c:v>12:58</c:v>
                </c:pt>
                <c:pt idx="7115">
                  <c:v>12:58</c:v>
                </c:pt>
                <c:pt idx="7116">
                  <c:v>12:58</c:v>
                </c:pt>
                <c:pt idx="7117">
                  <c:v>12:58</c:v>
                </c:pt>
                <c:pt idx="7118">
                  <c:v>12:58</c:v>
                </c:pt>
                <c:pt idx="7119">
                  <c:v>12:58</c:v>
                </c:pt>
                <c:pt idx="7120">
                  <c:v>12:58</c:v>
                </c:pt>
                <c:pt idx="7121">
                  <c:v>12:58</c:v>
                </c:pt>
                <c:pt idx="7122">
                  <c:v>12:58</c:v>
                </c:pt>
                <c:pt idx="7123">
                  <c:v>12:58</c:v>
                </c:pt>
                <c:pt idx="7124">
                  <c:v>12:58</c:v>
                </c:pt>
                <c:pt idx="7125">
                  <c:v>12:58</c:v>
                </c:pt>
                <c:pt idx="7126">
                  <c:v>12:58</c:v>
                </c:pt>
                <c:pt idx="7127">
                  <c:v>12:58</c:v>
                </c:pt>
                <c:pt idx="7128">
                  <c:v>12:58</c:v>
                </c:pt>
                <c:pt idx="7129">
                  <c:v>12:58</c:v>
                </c:pt>
                <c:pt idx="7130">
                  <c:v>12:58</c:v>
                </c:pt>
                <c:pt idx="7131">
                  <c:v>12:58</c:v>
                </c:pt>
                <c:pt idx="7132">
                  <c:v>12:58</c:v>
                </c:pt>
                <c:pt idx="7133">
                  <c:v>12:58</c:v>
                </c:pt>
                <c:pt idx="7134">
                  <c:v>12:58</c:v>
                </c:pt>
                <c:pt idx="7135">
                  <c:v>12:58</c:v>
                </c:pt>
                <c:pt idx="7136">
                  <c:v>12:58</c:v>
                </c:pt>
                <c:pt idx="7137">
                  <c:v>12:58</c:v>
                </c:pt>
                <c:pt idx="7138">
                  <c:v>12:58</c:v>
                </c:pt>
                <c:pt idx="7139">
                  <c:v>12:58</c:v>
                </c:pt>
                <c:pt idx="7140">
                  <c:v>12:59</c:v>
                </c:pt>
                <c:pt idx="7141">
                  <c:v>12:59</c:v>
                </c:pt>
                <c:pt idx="7142">
                  <c:v>12:59</c:v>
                </c:pt>
                <c:pt idx="7143">
                  <c:v>12:59</c:v>
                </c:pt>
                <c:pt idx="7144">
                  <c:v>12:59</c:v>
                </c:pt>
                <c:pt idx="7145">
                  <c:v>12:59</c:v>
                </c:pt>
                <c:pt idx="7146">
                  <c:v>12:59</c:v>
                </c:pt>
                <c:pt idx="7147">
                  <c:v>12:59</c:v>
                </c:pt>
                <c:pt idx="7148">
                  <c:v>12:59</c:v>
                </c:pt>
                <c:pt idx="7149">
                  <c:v>12:59</c:v>
                </c:pt>
                <c:pt idx="7150">
                  <c:v>12:59</c:v>
                </c:pt>
                <c:pt idx="7151">
                  <c:v>12:59</c:v>
                </c:pt>
                <c:pt idx="7152">
                  <c:v>12:59</c:v>
                </c:pt>
                <c:pt idx="7153">
                  <c:v>12:59</c:v>
                </c:pt>
                <c:pt idx="7154">
                  <c:v>12:59</c:v>
                </c:pt>
                <c:pt idx="7155">
                  <c:v>12:59</c:v>
                </c:pt>
                <c:pt idx="7156">
                  <c:v>12:59</c:v>
                </c:pt>
                <c:pt idx="7157">
                  <c:v>12:59</c:v>
                </c:pt>
                <c:pt idx="7158">
                  <c:v>12:59</c:v>
                </c:pt>
                <c:pt idx="7159">
                  <c:v>12:59</c:v>
                </c:pt>
                <c:pt idx="7160">
                  <c:v>12:59</c:v>
                </c:pt>
                <c:pt idx="7161">
                  <c:v>12:59</c:v>
                </c:pt>
                <c:pt idx="7162">
                  <c:v>12:59</c:v>
                </c:pt>
                <c:pt idx="7163">
                  <c:v>12:59</c:v>
                </c:pt>
                <c:pt idx="7164">
                  <c:v>12:59</c:v>
                </c:pt>
                <c:pt idx="7165">
                  <c:v>12:59</c:v>
                </c:pt>
                <c:pt idx="7166">
                  <c:v>12:59</c:v>
                </c:pt>
                <c:pt idx="7167">
                  <c:v>12:59</c:v>
                </c:pt>
                <c:pt idx="7168">
                  <c:v>12:59</c:v>
                </c:pt>
                <c:pt idx="7169">
                  <c:v>12:59</c:v>
                </c:pt>
                <c:pt idx="7170">
                  <c:v>13:00</c:v>
                </c:pt>
                <c:pt idx="7171">
                  <c:v>13:00</c:v>
                </c:pt>
                <c:pt idx="7172">
                  <c:v>13:00</c:v>
                </c:pt>
                <c:pt idx="7173">
                  <c:v>13:00</c:v>
                </c:pt>
                <c:pt idx="7174">
                  <c:v>13:00</c:v>
                </c:pt>
                <c:pt idx="7175">
                  <c:v>13:00</c:v>
                </c:pt>
                <c:pt idx="7176">
                  <c:v>13:00</c:v>
                </c:pt>
                <c:pt idx="7177">
                  <c:v>13:00</c:v>
                </c:pt>
                <c:pt idx="7178">
                  <c:v>13:00</c:v>
                </c:pt>
                <c:pt idx="7179">
                  <c:v>13:00</c:v>
                </c:pt>
                <c:pt idx="7180">
                  <c:v>13:00</c:v>
                </c:pt>
                <c:pt idx="7181">
                  <c:v>13:00</c:v>
                </c:pt>
                <c:pt idx="7182">
                  <c:v>13:00</c:v>
                </c:pt>
                <c:pt idx="7183">
                  <c:v>13:00</c:v>
                </c:pt>
                <c:pt idx="7184">
                  <c:v>13:00</c:v>
                </c:pt>
                <c:pt idx="7185">
                  <c:v>13:00</c:v>
                </c:pt>
                <c:pt idx="7186">
                  <c:v>13:00</c:v>
                </c:pt>
                <c:pt idx="7187">
                  <c:v>13:00</c:v>
                </c:pt>
                <c:pt idx="7188">
                  <c:v>13:00</c:v>
                </c:pt>
                <c:pt idx="7189">
                  <c:v>13:00</c:v>
                </c:pt>
                <c:pt idx="7190">
                  <c:v>13:00</c:v>
                </c:pt>
                <c:pt idx="7191">
                  <c:v>13:00</c:v>
                </c:pt>
                <c:pt idx="7192">
                  <c:v>13:00</c:v>
                </c:pt>
                <c:pt idx="7193">
                  <c:v>13:00</c:v>
                </c:pt>
                <c:pt idx="7194">
                  <c:v>13:00</c:v>
                </c:pt>
                <c:pt idx="7195">
                  <c:v>13:00</c:v>
                </c:pt>
                <c:pt idx="7196">
                  <c:v>13:00</c:v>
                </c:pt>
                <c:pt idx="7197">
                  <c:v>13:00</c:v>
                </c:pt>
                <c:pt idx="7198">
                  <c:v>13:00</c:v>
                </c:pt>
                <c:pt idx="7199">
                  <c:v>13:00</c:v>
                </c:pt>
                <c:pt idx="7200">
                  <c:v>13:01</c:v>
                </c:pt>
                <c:pt idx="7201">
                  <c:v>13:01</c:v>
                </c:pt>
                <c:pt idx="7202">
                  <c:v>13:01</c:v>
                </c:pt>
                <c:pt idx="7203">
                  <c:v>13:01</c:v>
                </c:pt>
                <c:pt idx="7204">
                  <c:v>13:01</c:v>
                </c:pt>
                <c:pt idx="7205">
                  <c:v>13:01</c:v>
                </c:pt>
                <c:pt idx="7206">
                  <c:v>13:01</c:v>
                </c:pt>
                <c:pt idx="7207">
                  <c:v>13:01</c:v>
                </c:pt>
                <c:pt idx="7208">
                  <c:v>13:01</c:v>
                </c:pt>
                <c:pt idx="7209">
                  <c:v>13:01</c:v>
                </c:pt>
                <c:pt idx="7210">
                  <c:v>13:01</c:v>
                </c:pt>
                <c:pt idx="7211">
                  <c:v>13:01</c:v>
                </c:pt>
                <c:pt idx="7212">
                  <c:v>13:01</c:v>
                </c:pt>
                <c:pt idx="7213">
                  <c:v>13:01</c:v>
                </c:pt>
                <c:pt idx="7214">
                  <c:v>13:01</c:v>
                </c:pt>
                <c:pt idx="7215">
                  <c:v>13:01</c:v>
                </c:pt>
                <c:pt idx="7216">
                  <c:v>13:01</c:v>
                </c:pt>
                <c:pt idx="7217">
                  <c:v>13:01</c:v>
                </c:pt>
                <c:pt idx="7218">
                  <c:v>13:01</c:v>
                </c:pt>
                <c:pt idx="7219">
                  <c:v>13:01</c:v>
                </c:pt>
                <c:pt idx="7220">
                  <c:v>13:01</c:v>
                </c:pt>
                <c:pt idx="7221">
                  <c:v>13:01</c:v>
                </c:pt>
                <c:pt idx="7222">
                  <c:v>13:01</c:v>
                </c:pt>
                <c:pt idx="7223">
                  <c:v>13:01</c:v>
                </c:pt>
                <c:pt idx="7224">
                  <c:v>13:01</c:v>
                </c:pt>
                <c:pt idx="7225">
                  <c:v>13:01</c:v>
                </c:pt>
                <c:pt idx="7226">
                  <c:v>13:01</c:v>
                </c:pt>
                <c:pt idx="7227">
                  <c:v>13:01</c:v>
                </c:pt>
                <c:pt idx="7228">
                  <c:v>13:01</c:v>
                </c:pt>
                <c:pt idx="7229">
                  <c:v>13:01</c:v>
                </c:pt>
                <c:pt idx="7230">
                  <c:v>13:02</c:v>
                </c:pt>
                <c:pt idx="7231">
                  <c:v>13:02</c:v>
                </c:pt>
                <c:pt idx="7232">
                  <c:v>13:02</c:v>
                </c:pt>
                <c:pt idx="7233">
                  <c:v>13:02</c:v>
                </c:pt>
                <c:pt idx="7234">
                  <c:v>13:02</c:v>
                </c:pt>
                <c:pt idx="7235">
                  <c:v>13:02</c:v>
                </c:pt>
                <c:pt idx="7236">
                  <c:v>13:02</c:v>
                </c:pt>
                <c:pt idx="7237">
                  <c:v>13:02</c:v>
                </c:pt>
                <c:pt idx="7238">
                  <c:v>13:02</c:v>
                </c:pt>
                <c:pt idx="7239">
                  <c:v>13:02</c:v>
                </c:pt>
                <c:pt idx="7240">
                  <c:v>13:02</c:v>
                </c:pt>
                <c:pt idx="7241">
                  <c:v>13:02</c:v>
                </c:pt>
                <c:pt idx="7242">
                  <c:v>13:02</c:v>
                </c:pt>
                <c:pt idx="7243">
                  <c:v>13:02</c:v>
                </c:pt>
                <c:pt idx="7244">
                  <c:v>13:02</c:v>
                </c:pt>
                <c:pt idx="7245">
                  <c:v>13:02</c:v>
                </c:pt>
                <c:pt idx="7246">
                  <c:v>13:02</c:v>
                </c:pt>
                <c:pt idx="7247">
                  <c:v>13:02</c:v>
                </c:pt>
                <c:pt idx="7248">
                  <c:v>13:02</c:v>
                </c:pt>
                <c:pt idx="7249">
                  <c:v>13:02</c:v>
                </c:pt>
                <c:pt idx="7250">
                  <c:v>13:02</c:v>
                </c:pt>
                <c:pt idx="7251">
                  <c:v>13:02</c:v>
                </c:pt>
                <c:pt idx="7252">
                  <c:v>13:02</c:v>
                </c:pt>
                <c:pt idx="7253">
                  <c:v>13:02</c:v>
                </c:pt>
                <c:pt idx="7254">
                  <c:v>13:02</c:v>
                </c:pt>
                <c:pt idx="7255">
                  <c:v>13:02</c:v>
                </c:pt>
                <c:pt idx="7256">
                  <c:v>13:02</c:v>
                </c:pt>
                <c:pt idx="7257">
                  <c:v>13:02</c:v>
                </c:pt>
                <c:pt idx="7258">
                  <c:v>13:02</c:v>
                </c:pt>
                <c:pt idx="7259">
                  <c:v>13:02</c:v>
                </c:pt>
                <c:pt idx="7260">
                  <c:v>13:03</c:v>
                </c:pt>
                <c:pt idx="7261">
                  <c:v>13:03</c:v>
                </c:pt>
                <c:pt idx="7262">
                  <c:v>13:03</c:v>
                </c:pt>
                <c:pt idx="7263">
                  <c:v>13:03</c:v>
                </c:pt>
                <c:pt idx="7264">
                  <c:v>13:03</c:v>
                </c:pt>
                <c:pt idx="7265">
                  <c:v>13:03</c:v>
                </c:pt>
                <c:pt idx="7266">
                  <c:v>13:03</c:v>
                </c:pt>
                <c:pt idx="7267">
                  <c:v>13:03</c:v>
                </c:pt>
                <c:pt idx="7268">
                  <c:v>13:03</c:v>
                </c:pt>
                <c:pt idx="7269">
                  <c:v>13:03</c:v>
                </c:pt>
                <c:pt idx="7270">
                  <c:v>13:03</c:v>
                </c:pt>
                <c:pt idx="7271">
                  <c:v>13:03</c:v>
                </c:pt>
                <c:pt idx="7272">
                  <c:v>13:03</c:v>
                </c:pt>
                <c:pt idx="7273">
                  <c:v>13:03</c:v>
                </c:pt>
                <c:pt idx="7274">
                  <c:v>13:03</c:v>
                </c:pt>
                <c:pt idx="7275">
                  <c:v>13:03</c:v>
                </c:pt>
                <c:pt idx="7276">
                  <c:v>13:03</c:v>
                </c:pt>
                <c:pt idx="7277">
                  <c:v>13:03</c:v>
                </c:pt>
                <c:pt idx="7278">
                  <c:v>13:03</c:v>
                </c:pt>
                <c:pt idx="7279">
                  <c:v>13:03</c:v>
                </c:pt>
                <c:pt idx="7280">
                  <c:v>13:03</c:v>
                </c:pt>
                <c:pt idx="7281">
                  <c:v>13:03</c:v>
                </c:pt>
                <c:pt idx="7282">
                  <c:v>13:03</c:v>
                </c:pt>
                <c:pt idx="7283">
                  <c:v>13:03</c:v>
                </c:pt>
                <c:pt idx="7284">
                  <c:v>13:03</c:v>
                </c:pt>
                <c:pt idx="7285">
                  <c:v>13:03</c:v>
                </c:pt>
                <c:pt idx="7286">
                  <c:v>13:03</c:v>
                </c:pt>
                <c:pt idx="7287">
                  <c:v>13:03</c:v>
                </c:pt>
                <c:pt idx="7288">
                  <c:v>13:03</c:v>
                </c:pt>
                <c:pt idx="7289">
                  <c:v>13:03</c:v>
                </c:pt>
                <c:pt idx="7290">
                  <c:v>13:04</c:v>
                </c:pt>
                <c:pt idx="7291">
                  <c:v>13:04</c:v>
                </c:pt>
                <c:pt idx="7292">
                  <c:v>13:04</c:v>
                </c:pt>
                <c:pt idx="7293">
                  <c:v>13:04</c:v>
                </c:pt>
                <c:pt idx="7294">
                  <c:v>13:04</c:v>
                </c:pt>
                <c:pt idx="7295">
                  <c:v>13:04</c:v>
                </c:pt>
                <c:pt idx="7296">
                  <c:v>13:04</c:v>
                </c:pt>
                <c:pt idx="7297">
                  <c:v>13:04</c:v>
                </c:pt>
                <c:pt idx="7298">
                  <c:v>13:04</c:v>
                </c:pt>
                <c:pt idx="7299">
                  <c:v>13:04</c:v>
                </c:pt>
                <c:pt idx="7300">
                  <c:v>13:04</c:v>
                </c:pt>
                <c:pt idx="7301">
                  <c:v>13:04</c:v>
                </c:pt>
                <c:pt idx="7302">
                  <c:v>13:04</c:v>
                </c:pt>
                <c:pt idx="7303">
                  <c:v>13:04</c:v>
                </c:pt>
                <c:pt idx="7304">
                  <c:v>13:04</c:v>
                </c:pt>
                <c:pt idx="7305">
                  <c:v>13:04</c:v>
                </c:pt>
                <c:pt idx="7306">
                  <c:v>13:04</c:v>
                </c:pt>
                <c:pt idx="7307">
                  <c:v>13:04</c:v>
                </c:pt>
                <c:pt idx="7308">
                  <c:v>13:04</c:v>
                </c:pt>
                <c:pt idx="7309">
                  <c:v>13:04</c:v>
                </c:pt>
                <c:pt idx="7310">
                  <c:v>13:04</c:v>
                </c:pt>
                <c:pt idx="7311">
                  <c:v>13:04</c:v>
                </c:pt>
                <c:pt idx="7312">
                  <c:v>13:04</c:v>
                </c:pt>
                <c:pt idx="7313">
                  <c:v>13:04</c:v>
                </c:pt>
                <c:pt idx="7314">
                  <c:v>13:04</c:v>
                </c:pt>
                <c:pt idx="7315">
                  <c:v>13:04</c:v>
                </c:pt>
                <c:pt idx="7316">
                  <c:v>13:04</c:v>
                </c:pt>
                <c:pt idx="7317">
                  <c:v>13:04</c:v>
                </c:pt>
                <c:pt idx="7318">
                  <c:v>13:04</c:v>
                </c:pt>
                <c:pt idx="7319">
                  <c:v>13:04</c:v>
                </c:pt>
                <c:pt idx="7320">
                  <c:v>13:05</c:v>
                </c:pt>
                <c:pt idx="7321">
                  <c:v>13:05</c:v>
                </c:pt>
                <c:pt idx="7322">
                  <c:v>13:05</c:v>
                </c:pt>
                <c:pt idx="7323">
                  <c:v>13:05</c:v>
                </c:pt>
                <c:pt idx="7324">
                  <c:v>13:05</c:v>
                </c:pt>
                <c:pt idx="7325">
                  <c:v>13:05</c:v>
                </c:pt>
                <c:pt idx="7326">
                  <c:v>13:05</c:v>
                </c:pt>
                <c:pt idx="7327">
                  <c:v>13:05</c:v>
                </c:pt>
                <c:pt idx="7328">
                  <c:v>13:05</c:v>
                </c:pt>
                <c:pt idx="7329">
                  <c:v>13:05</c:v>
                </c:pt>
                <c:pt idx="7330">
                  <c:v>13:05</c:v>
                </c:pt>
                <c:pt idx="7331">
                  <c:v>13:05</c:v>
                </c:pt>
                <c:pt idx="7332">
                  <c:v>13:05</c:v>
                </c:pt>
                <c:pt idx="7333">
                  <c:v>13:05</c:v>
                </c:pt>
                <c:pt idx="7334">
                  <c:v>13:05</c:v>
                </c:pt>
                <c:pt idx="7335">
                  <c:v>13:05</c:v>
                </c:pt>
                <c:pt idx="7336">
                  <c:v>13:05</c:v>
                </c:pt>
                <c:pt idx="7337">
                  <c:v>13:05</c:v>
                </c:pt>
                <c:pt idx="7338">
                  <c:v>13:05</c:v>
                </c:pt>
                <c:pt idx="7339">
                  <c:v>13:05</c:v>
                </c:pt>
                <c:pt idx="7340">
                  <c:v>13:05</c:v>
                </c:pt>
                <c:pt idx="7341">
                  <c:v>13:05</c:v>
                </c:pt>
                <c:pt idx="7342">
                  <c:v>13:05</c:v>
                </c:pt>
                <c:pt idx="7343">
                  <c:v>13:05</c:v>
                </c:pt>
                <c:pt idx="7344">
                  <c:v>13:05</c:v>
                </c:pt>
                <c:pt idx="7345">
                  <c:v>13:05</c:v>
                </c:pt>
                <c:pt idx="7346">
                  <c:v>13:05</c:v>
                </c:pt>
                <c:pt idx="7347">
                  <c:v>13:05</c:v>
                </c:pt>
                <c:pt idx="7348">
                  <c:v>13:05</c:v>
                </c:pt>
                <c:pt idx="7349">
                  <c:v>13:05</c:v>
                </c:pt>
                <c:pt idx="7350">
                  <c:v>13:06</c:v>
                </c:pt>
                <c:pt idx="7351">
                  <c:v>13:06</c:v>
                </c:pt>
                <c:pt idx="7352">
                  <c:v>13:06</c:v>
                </c:pt>
                <c:pt idx="7353">
                  <c:v>13:06</c:v>
                </c:pt>
                <c:pt idx="7354">
                  <c:v>13:06</c:v>
                </c:pt>
                <c:pt idx="7355">
                  <c:v>13:06</c:v>
                </c:pt>
                <c:pt idx="7356">
                  <c:v>13:06</c:v>
                </c:pt>
                <c:pt idx="7357">
                  <c:v>13:06</c:v>
                </c:pt>
                <c:pt idx="7358">
                  <c:v>13:06</c:v>
                </c:pt>
                <c:pt idx="7359">
                  <c:v>13:06</c:v>
                </c:pt>
                <c:pt idx="7360">
                  <c:v>13:06</c:v>
                </c:pt>
                <c:pt idx="7361">
                  <c:v>13:06</c:v>
                </c:pt>
                <c:pt idx="7362">
                  <c:v>13:06</c:v>
                </c:pt>
                <c:pt idx="7363">
                  <c:v>13:06</c:v>
                </c:pt>
                <c:pt idx="7364">
                  <c:v>13:06</c:v>
                </c:pt>
                <c:pt idx="7365">
                  <c:v>13:06</c:v>
                </c:pt>
                <c:pt idx="7366">
                  <c:v>13:06</c:v>
                </c:pt>
                <c:pt idx="7367">
                  <c:v>13:06</c:v>
                </c:pt>
                <c:pt idx="7368">
                  <c:v>13:06</c:v>
                </c:pt>
                <c:pt idx="7369">
                  <c:v>13:06</c:v>
                </c:pt>
                <c:pt idx="7370">
                  <c:v>13:06</c:v>
                </c:pt>
                <c:pt idx="7371">
                  <c:v>13:06</c:v>
                </c:pt>
                <c:pt idx="7372">
                  <c:v>13:06</c:v>
                </c:pt>
                <c:pt idx="7373">
                  <c:v>13:06</c:v>
                </c:pt>
                <c:pt idx="7374">
                  <c:v>13:06</c:v>
                </c:pt>
                <c:pt idx="7375">
                  <c:v>13:06</c:v>
                </c:pt>
                <c:pt idx="7376">
                  <c:v>13:06</c:v>
                </c:pt>
                <c:pt idx="7377">
                  <c:v>13:06</c:v>
                </c:pt>
                <c:pt idx="7378">
                  <c:v>13:06</c:v>
                </c:pt>
                <c:pt idx="7379">
                  <c:v>13:06</c:v>
                </c:pt>
                <c:pt idx="7380">
                  <c:v>13:07</c:v>
                </c:pt>
                <c:pt idx="7381">
                  <c:v>13:07</c:v>
                </c:pt>
                <c:pt idx="7382">
                  <c:v>13:07</c:v>
                </c:pt>
                <c:pt idx="7383">
                  <c:v>13:07</c:v>
                </c:pt>
                <c:pt idx="7384">
                  <c:v>13:07</c:v>
                </c:pt>
                <c:pt idx="7385">
                  <c:v>13:07</c:v>
                </c:pt>
                <c:pt idx="7386">
                  <c:v>13:07</c:v>
                </c:pt>
                <c:pt idx="7387">
                  <c:v>13:07</c:v>
                </c:pt>
                <c:pt idx="7388">
                  <c:v>13:07</c:v>
                </c:pt>
                <c:pt idx="7389">
                  <c:v>13:07</c:v>
                </c:pt>
                <c:pt idx="7390">
                  <c:v>13:07</c:v>
                </c:pt>
                <c:pt idx="7391">
                  <c:v>13:07</c:v>
                </c:pt>
                <c:pt idx="7392">
                  <c:v>13:07</c:v>
                </c:pt>
                <c:pt idx="7393">
                  <c:v>13:07</c:v>
                </c:pt>
                <c:pt idx="7394">
                  <c:v>13:07</c:v>
                </c:pt>
                <c:pt idx="7395">
                  <c:v>13:07</c:v>
                </c:pt>
                <c:pt idx="7396">
                  <c:v>13:07</c:v>
                </c:pt>
                <c:pt idx="7397">
                  <c:v>13:07</c:v>
                </c:pt>
                <c:pt idx="7398">
                  <c:v>13:07</c:v>
                </c:pt>
                <c:pt idx="7399">
                  <c:v>13:07</c:v>
                </c:pt>
                <c:pt idx="7400">
                  <c:v>13:07</c:v>
                </c:pt>
                <c:pt idx="7401">
                  <c:v>13:07</c:v>
                </c:pt>
                <c:pt idx="7402">
                  <c:v>13:07</c:v>
                </c:pt>
                <c:pt idx="7403">
                  <c:v>13:07</c:v>
                </c:pt>
                <c:pt idx="7404">
                  <c:v>13:07</c:v>
                </c:pt>
                <c:pt idx="7405">
                  <c:v>13:07</c:v>
                </c:pt>
                <c:pt idx="7406">
                  <c:v>13:07</c:v>
                </c:pt>
                <c:pt idx="7407">
                  <c:v>13:07</c:v>
                </c:pt>
                <c:pt idx="7408">
                  <c:v>13:07</c:v>
                </c:pt>
                <c:pt idx="7409">
                  <c:v>13:07</c:v>
                </c:pt>
                <c:pt idx="7410">
                  <c:v>13:08</c:v>
                </c:pt>
                <c:pt idx="7411">
                  <c:v>13:08</c:v>
                </c:pt>
                <c:pt idx="7412">
                  <c:v>13:08</c:v>
                </c:pt>
                <c:pt idx="7413">
                  <c:v>13:08</c:v>
                </c:pt>
                <c:pt idx="7414">
                  <c:v>13:08</c:v>
                </c:pt>
                <c:pt idx="7415">
                  <c:v>13:08</c:v>
                </c:pt>
                <c:pt idx="7416">
                  <c:v>13:08</c:v>
                </c:pt>
                <c:pt idx="7417">
                  <c:v>13:08</c:v>
                </c:pt>
                <c:pt idx="7418">
                  <c:v>13:08</c:v>
                </c:pt>
                <c:pt idx="7419">
                  <c:v>13:08</c:v>
                </c:pt>
                <c:pt idx="7420">
                  <c:v>13:08</c:v>
                </c:pt>
                <c:pt idx="7421">
                  <c:v>13:08</c:v>
                </c:pt>
                <c:pt idx="7422">
                  <c:v>13:08</c:v>
                </c:pt>
                <c:pt idx="7423">
                  <c:v>13:08</c:v>
                </c:pt>
                <c:pt idx="7424">
                  <c:v>13:08</c:v>
                </c:pt>
                <c:pt idx="7425">
                  <c:v>13:08</c:v>
                </c:pt>
                <c:pt idx="7426">
                  <c:v>13:08</c:v>
                </c:pt>
                <c:pt idx="7427">
                  <c:v>13:08</c:v>
                </c:pt>
                <c:pt idx="7428">
                  <c:v>13:08</c:v>
                </c:pt>
                <c:pt idx="7429">
                  <c:v>13:08</c:v>
                </c:pt>
                <c:pt idx="7430">
                  <c:v>13:08</c:v>
                </c:pt>
                <c:pt idx="7431">
                  <c:v>13:08</c:v>
                </c:pt>
                <c:pt idx="7432">
                  <c:v>13:08</c:v>
                </c:pt>
                <c:pt idx="7433">
                  <c:v>13:08</c:v>
                </c:pt>
                <c:pt idx="7434">
                  <c:v>13:08</c:v>
                </c:pt>
                <c:pt idx="7435">
                  <c:v>13:08</c:v>
                </c:pt>
                <c:pt idx="7436">
                  <c:v>13:08</c:v>
                </c:pt>
                <c:pt idx="7437">
                  <c:v>13:08</c:v>
                </c:pt>
                <c:pt idx="7438">
                  <c:v>13:08</c:v>
                </c:pt>
                <c:pt idx="7439">
                  <c:v>13:08</c:v>
                </c:pt>
                <c:pt idx="7440">
                  <c:v>13:09</c:v>
                </c:pt>
                <c:pt idx="7441">
                  <c:v>13:09</c:v>
                </c:pt>
                <c:pt idx="7442">
                  <c:v>13:09</c:v>
                </c:pt>
                <c:pt idx="7443">
                  <c:v>13:09</c:v>
                </c:pt>
                <c:pt idx="7444">
                  <c:v>13:09</c:v>
                </c:pt>
                <c:pt idx="7445">
                  <c:v>13:09</c:v>
                </c:pt>
                <c:pt idx="7446">
                  <c:v>13:09</c:v>
                </c:pt>
                <c:pt idx="7447">
                  <c:v>13:09</c:v>
                </c:pt>
                <c:pt idx="7448">
                  <c:v>13:09</c:v>
                </c:pt>
                <c:pt idx="7449">
                  <c:v>13:09</c:v>
                </c:pt>
                <c:pt idx="7450">
                  <c:v>13:09</c:v>
                </c:pt>
                <c:pt idx="7451">
                  <c:v>13:09</c:v>
                </c:pt>
                <c:pt idx="7452">
                  <c:v>13:09</c:v>
                </c:pt>
                <c:pt idx="7453">
                  <c:v>13:09</c:v>
                </c:pt>
                <c:pt idx="7454">
                  <c:v>13:09</c:v>
                </c:pt>
                <c:pt idx="7455">
                  <c:v>13:09</c:v>
                </c:pt>
                <c:pt idx="7456">
                  <c:v>13:09</c:v>
                </c:pt>
                <c:pt idx="7457">
                  <c:v>13:09</c:v>
                </c:pt>
                <c:pt idx="7458">
                  <c:v>13:09</c:v>
                </c:pt>
                <c:pt idx="7459">
                  <c:v>13:09</c:v>
                </c:pt>
                <c:pt idx="7460">
                  <c:v>13:09</c:v>
                </c:pt>
                <c:pt idx="7461">
                  <c:v>13:09</c:v>
                </c:pt>
                <c:pt idx="7462">
                  <c:v>13:09</c:v>
                </c:pt>
                <c:pt idx="7463">
                  <c:v>13:09</c:v>
                </c:pt>
                <c:pt idx="7464">
                  <c:v>13:09</c:v>
                </c:pt>
                <c:pt idx="7465">
                  <c:v>13:09</c:v>
                </c:pt>
                <c:pt idx="7466">
                  <c:v>13:09</c:v>
                </c:pt>
                <c:pt idx="7467">
                  <c:v>13:09</c:v>
                </c:pt>
                <c:pt idx="7468">
                  <c:v>13:09</c:v>
                </c:pt>
                <c:pt idx="7469">
                  <c:v>13:09</c:v>
                </c:pt>
                <c:pt idx="7470">
                  <c:v>13:10</c:v>
                </c:pt>
                <c:pt idx="7471">
                  <c:v>13:10</c:v>
                </c:pt>
                <c:pt idx="7472">
                  <c:v>13:10</c:v>
                </c:pt>
                <c:pt idx="7473">
                  <c:v>13:10</c:v>
                </c:pt>
                <c:pt idx="7474">
                  <c:v>13:10</c:v>
                </c:pt>
                <c:pt idx="7475">
                  <c:v>13:10</c:v>
                </c:pt>
                <c:pt idx="7476">
                  <c:v>13:10</c:v>
                </c:pt>
                <c:pt idx="7477">
                  <c:v>13:10</c:v>
                </c:pt>
                <c:pt idx="7478">
                  <c:v>13:10</c:v>
                </c:pt>
                <c:pt idx="7479">
                  <c:v>13:10</c:v>
                </c:pt>
                <c:pt idx="7480">
                  <c:v>13:10</c:v>
                </c:pt>
                <c:pt idx="7481">
                  <c:v>13:10</c:v>
                </c:pt>
                <c:pt idx="7482">
                  <c:v>13:10</c:v>
                </c:pt>
                <c:pt idx="7483">
                  <c:v>13:10</c:v>
                </c:pt>
                <c:pt idx="7484">
                  <c:v>13:10</c:v>
                </c:pt>
                <c:pt idx="7485">
                  <c:v>13:10</c:v>
                </c:pt>
                <c:pt idx="7486">
                  <c:v>13:10</c:v>
                </c:pt>
                <c:pt idx="7487">
                  <c:v>13:10</c:v>
                </c:pt>
                <c:pt idx="7488">
                  <c:v>13:10</c:v>
                </c:pt>
                <c:pt idx="7489">
                  <c:v>13:10</c:v>
                </c:pt>
                <c:pt idx="7490">
                  <c:v>13:10</c:v>
                </c:pt>
                <c:pt idx="7491">
                  <c:v>13:10</c:v>
                </c:pt>
                <c:pt idx="7492">
                  <c:v>13:10</c:v>
                </c:pt>
                <c:pt idx="7493">
                  <c:v>13:10</c:v>
                </c:pt>
                <c:pt idx="7494">
                  <c:v>13:10</c:v>
                </c:pt>
                <c:pt idx="7495">
                  <c:v>13:10</c:v>
                </c:pt>
                <c:pt idx="7496">
                  <c:v>13:10</c:v>
                </c:pt>
                <c:pt idx="7497">
                  <c:v>13:10</c:v>
                </c:pt>
                <c:pt idx="7498">
                  <c:v>13:10</c:v>
                </c:pt>
                <c:pt idx="7499">
                  <c:v>13:10</c:v>
                </c:pt>
                <c:pt idx="7500">
                  <c:v>13:11</c:v>
                </c:pt>
                <c:pt idx="7501">
                  <c:v>13:11</c:v>
                </c:pt>
                <c:pt idx="7502">
                  <c:v>13:11</c:v>
                </c:pt>
                <c:pt idx="7503">
                  <c:v>13:11</c:v>
                </c:pt>
                <c:pt idx="7504">
                  <c:v>13:11</c:v>
                </c:pt>
                <c:pt idx="7505">
                  <c:v>13:11</c:v>
                </c:pt>
                <c:pt idx="7506">
                  <c:v>13:11</c:v>
                </c:pt>
                <c:pt idx="7507">
                  <c:v>13:11</c:v>
                </c:pt>
                <c:pt idx="7508">
                  <c:v>13:11</c:v>
                </c:pt>
                <c:pt idx="7509">
                  <c:v>13:11</c:v>
                </c:pt>
                <c:pt idx="7510">
                  <c:v>13:11</c:v>
                </c:pt>
                <c:pt idx="7511">
                  <c:v>13:11</c:v>
                </c:pt>
                <c:pt idx="7512">
                  <c:v>13:11</c:v>
                </c:pt>
                <c:pt idx="7513">
                  <c:v>13:11</c:v>
                </c:pt>
                <c:pt idx="7514">
                  <c:v>13:11</c:v>
                </c:pt>
                <c:pt idx="7515">
                  <c:v>13:11</c:v>
                </c:pt>
                <c:pt idx="7516">
                  <c:v>13:11</c:v>
                </c:pt>
                <c:pt idx="7517">
                  <c:v>13:11</c:v>
                </c:pt>
                <c:pt idx="7518">
                  <c:v>13:11</c:v>
                </c:pt>
                <c:pt idx="7519">
                  <c:v>13:11</c:v>
                </c:pt>
                <c:pt idx="7520">
                  <c:v>13:11</c:v>
                </c:pt>
                <c:pt idx="7521">
                  <c:v>13:11</c:v>
                </c:pt>
                <c:pt idx="7522">
                  <c:v>13:11</c:v>
                </c:pt>
                <c:pt idx="7523">
                  <c:v>13:11</c:v>
                </c:pt>
                <c:pt idx="7524">
                  <c:v>13:11</c:v>
                </c:pt>
                <c:pt idx="7525">
                  <c:v>13:11</c:v>
                </c:pt>
                <c:pt idx="7526">
                  <c:v>13:11</c:v>
                </c:pt>
                <c:pt idx="7527">
                  <c:v>13:11</c:v>
                </c:pt>
                <c:pt idx="7528">
                  <c:v>13:11</c:v>
                </c:pt>
                <c:pt idx="7529">
                  <c:v>13:11</c:v>
                </c:pt>
                <c:pt idx="7530">
                  <c:v>13:12</c:v>
                </c:pt>
                <c:pt idx="7531">
                  <c:v>13:12</c:v>
                </c:pt>
                <c:pt idx="7532">
                  <c:v>13:12</c:v>
                </c:pt>
                <c:pt idx="7533">
                  <c:v>13:12</c:v>
                </c:pt>
                <c:pt idx="7534">
                  <c:v>13:12</c:v>
                </c:pt>
                <c:pt idx="7535">
                  <c:v>13:12</c:v>
                </c:pt>
                <c:pt idx="7536">
                  <c:v>13:12</c:v>
                </c:pt>
                <c:pt idx="7537">
                  <c:v>13:12</c:v>
                </c:pt>
                <c:pt idx="7538">
                  <c:v>13:12</c:v>
                </c:pt>
                <c:pt idx="7539">
                  <c:v>13:12</c:v>
                </c:pt>
                <c:pt idx="7540">
                  <c:v>13:12</c:v>
                </c:pt>
                <c:pt idx="7541">
                  <c:v>13:12</c:v>
                </c:pt>
                <c:pt idx="7542">
                  <c:v>13:12</c:v>
                </c:pt>
                <c:pt idx="7543">
                  <c:v>13:12</c:v>
                </c:pt>
                <c:pt idx="7544">
                  <c:v>13:12</c:v>
                </c:pt>
                <c:pt idx="7545">
                  <c:v>13:12</c:v>
                </c:pt>
                <c:pt idx="7546">
                  <c:v>13:12</c:v>
                </c:pt>
                <c:pt idx="7547">
                  <c:v>13:12</c:v>
                </c:pt>
                <c:pt idx="7548">
                  <c:v>13:12</c:v>
                </c:pt>
                <c:pt idx="7549">
                  <c:v>13:12</c:v>
                </c:pt>
                <c:pt idx="7550">
                  <c:v>13:12</c:v>
                </c:pt>
                <c:pt idx="7551">
                  <c:v>13:12</c:v>
                </c:pt>
                <c:pt idx="7552">
                  <c:v>13:12</c:v>
                </c:pt>
                <c:pt idx="7553">
                  <c:v>13:12</c:v>
                </c:pt>
                <c:pt idx="7554">
                  <c:v>13:12</c:v>
                </c:pt>
                <c:pt idx="7555">
                  <c:v>13:12</c:v>
                </c:pt>
                <c:pt idx="7556">
                  <c:v>13:12</c:v>
                </c:pt>
                <c:pt idx="7557">
                  <c:v>13:12</c:v>
                </c:pt>
                <c:pt idx="7558">
                  <c:v>13:12</c:v>
                </c:pt>
                <c:pt idx="7559">
                  <c:v>13:12</c:v>
                </c:pt>
                <c:pt idx="7560">
                  <c:v>13:13</c:v>
                </c:pt>
                <c:pt idx="7561">
                  <c:v>13:13</c:v>
                </c:pt>
                <c:pt idx="7562">
                  <c:v>13:13</c:v>
                </c:pt>
                <c:pt idx="7563">
                  <c:v>13:13</c:v>
                </c:pt>
                <c:pt idx="7564">
                  <c:v>13:13</c:v>
                </c:pt>
                <c:pt idx="7565">
                  <c:v>13:13</c:v>
                </c:pt>
                <c:pt idx="7566">
                  <c:v>13:13</c:v>
                </c:pt>
                <c:pt idx="7567">
                  <c:v>13:13</c:v>
                </c:pt>
                <c:pt idx="7568">
                  <c:v>13:13</c:v>
                </c:pt>
                <c:pt idx="7569">
                  <c:v>13:13</c:v>
                </c:pt>
                <c:pt idx="7570">
                  <c:v>13:13</c:v>
                </c:pt>
                <c:pt idx="7571">
                  <c:v>13:13</c:v>
                </c:pt>
                <c:pt idx="7572">
                  <c:v>13:13</c:v>
                </c:pt>
                <c:pt idx="7573">
                  <c:v>13:13</c:v>
                </c:pt>
                <c:pt idx="7574">
                  <c:v>13:13</c:v>
                </c:pt>
                <c:pt idx="7575">
                  <c:v>13:13</c:v>
                </c:pt>
                <c:pt idx="7576">
                  <c:v>13:13</c:v>
                </c:pt>
                <c:pt idx="7577">
                  <c:v>13:13</c:v>
                </c:pt>
                <c:pt idx="7578">
                  <c:v>13:13</c:v>
                </c:pt>
                <c:pt idx="7579">
                  <c:v>13:13</c:v>
                </c:pt>
                <c:pt idx="7580">
                  <c:v>13:13</c:v>
                </c:pt>
                <c:pt idx="7581">
                  <c:v>13:13</c:v>
                </c:pt>
                <c:pt idx="7582">
                  <c:v>13:13</c:v>
                </c:pt>
                <c:pt idx="7583">
                  <c:v>13:13</c:v>
                </c:pt>
                <c:pt idx="7584">
                  <c:v>13:13</c:v>
                </c:pt>
                <c:pt idx="7585">
                  <c:v>13:13</c:v>
                </c:pt>
                <c:pt idx="7586">
                  <c:v>13:13</c:v>
                </c:pt>
                <c:pt idx="7587">
                  <c:v>13:13</c:v>
                </c:pt>
                <c:pt idx="7588">
                  <c:v>13:13</c:v>
                </c:pt>
                <c:pt idx="7589">
                  <c:v>13:13</c:v>
                </c:pt>
                <c:pt idx="7590">
                  <c:v>13:14</c:v>
                </c:pt>
                <c:pt idx="7591">
                  <c:v>13:14</c:v>
                </c:pt>
                <c:pt idx="7592">
                  <c:v>13:14</c:v>
                </c:pt>
                <c:pt idx="7593">
                  <c:v>13:14</c:v>
                </c:pt>
                <c:pt idx="7594">
                  <c:v>13:14</c:v>
                </c:pt>
                <c:pt idx="7595">
                  <c:v>13:14</c:v>
                </c:pt>
                <c:pt idx="7596">
                  <c:v>13:14</c:v>
                </c:pt>
                <c:pt idx="7597">
                  <c:v>13:14</c:v>
                </c:pt>
                <c:pt idx="7598">
                  <c:v>13:14</c:v>
                </c:pt>
                <c:pt idx="7599">
                  <c:v>13:14</c:v>
                </c:pt>
                <c:pt idx="7600">
                  <c:v>13:14</c:v>
                </c:pt>
                <c:pt idx="7601">
                  <c:v>13:14</c:v>
                </c:pt>
                <c:pt idx="7602">
                  <c:v>13:14</c:v>
                </c:pt>
                <c:pt idx="7603">
                  <c:v>13:14</c:v>
                </c:pt>
                <c:pt idx="7604">
                  <c:v>13:14</c:v>
                </c:pt>
                <c:pt idx="7605">
                  <c:v>13:14</c:v>
                </c:pt>
                <c:pt idx="7606">
                  <c:v>13:14</c:v>
                </c:pt>
                <c:pt idx="7607">
                  <c:v>13:14</c:v>
                </c:pt>
                <c:pt idx="7608">
                  <c:v>13:14</c:v>
                </c:pt>
                <c:pt idx="7609">
                  <c:v>13:14</c:v>
                </c:pt>
                <c:pt idx="7610">
                  <c:v>13:14</c:v>
                </c:pt>
                <c:pt idx="7611">
                  <c:v>13:14</c:v>
                </c:pt>
                <c:pt idx="7612">
                  <c:v>13:14</c:v>
                </c:pt>
                <c:pt idx="7613">
                  <c:v>13:14</c:v>
                </c:pt>
                <c:pt idx="7614">
                  <c:v>13:14</c:v>
                </c:pt>
                <c:pt idx="7615">
                  <c:v>13:14</c:v>
                </c:pt>
                <c:pt idx="7616">
                  <c:v>13:14</c:v>
                </c:pt>
                <c:pt idx="7617">
                  <c:v>13:14</c:v>
                </c:pt>
                <c:pt idx="7618">
                  <c:v>13:14</c:v>
                </c:pt>
                <c:pt idx="7619">
                  <c:v>13:14</c:v>
                </c:pt>
                <c:pt idx="7620">
                  <c:v>13:15</c:v>
                </c:pt>
                <c:pt idx="7621">
                  <c:v>13:15</c:v>
                </c:pt>
                <c:pt idx="7622">
                  <c:v>13:15</c:v>
                </c:pt>
                <c:pt idx="7623">
                  <c:v>13:15</c:v>
                </c:pt>
                <c:pt idx="7624">
                  <c:v>13:15</c:v>
                </c:pt>
                <c:pt idx="7625">
                  <c:v>13:15</c:v>
                </c:pt>
                <c:pt idx="7626">
                  <c:v>13:15</c:v>
                </c:pt>
                <c:pt idx="7627">
                  <c:v>13:15</c:v>
                </c:pt>
                <c:pt idx="7628">
                  <c:v>13:15</c:v>
                </c:pt>
                <c:pt idx="7629">
                  <c:v>13:15</c:v>
                </c:pt>
                <c:pt idx="7630">
                  <c:v>13:15</c:v>
                </c:pt>
                <c:pt idx="7631">
                  <c:v>13:15</c:v>
                </c:pt>
                <c:pt idx="7632">
                  <c:v>13:15</c:v>
                </c:pt>
                <c:pt idx="7633">
                  <c:v>13:15</c:v>
                </c:pt>
                <c:pt idx="7634">
                  <c:v>13:15</c:v>
                </c:pt>
                <c:pt idx="7635">
                  <c:v>13:15</c:v>
                </c:pt>
                <c:pt idx="7636">
                  <c:v>13:15</c:v>
                </c:pt>
                <c:pt idx="7637">
                  <c:v>13:15</c:v>
                </c:pt>
                <c:pt idx="7638">
                  <c:v>13:15</c:v>
                </c:pt>
                <c:pt idx="7639">
                  <c:v>13:15</c:v>
                </c:pt>
                <c:pt idx="7640">
                  <c:v>13:15</c:v>
                </c:pt>
                <c:pt idx="7641">
                  <c:v>13:15</c:v>
                </c:pt>
                <c:pt idx="7642">
                  <c:v>13:15</c:v>
                </c:pt>
                <c:pt idx="7643">
                  <c:v>13:15</c:v>
                </c:pt>
                <c:pt idx="7644">
                  <c:v>13:15</c:v>
                </c:pt>
                <c:pt idx="7645">
                  <c:v>13:15</c:v>
                </c:pt>
                <c:pt idx="7646">
                  <c:v>13:15</c:v>
                </c:pt>
                <c:pt idx="7647">
                  <c:v>13:15</c:v>
                </c:pt>
                <c:pt idx="7648">
                  <c:v>13:15</c:v>
                </c:pt>
                <c:pt idx="7649">
                  <c:v>13:15</c:v>
                </c:pt>
                <c:pt idx="7650">
                  <c:v>13:16</c:v>
                </c:pt>
                <c:pt idx="7651">
                  <c:v>13:16</c:v>
                </c:pt>
                <c:pt idx="7652">
                  <c:v>13:16</c:v>
                </c:pt>
                <c:pt idx="7653">
                  <c:v>13:16</c:v>
                </c:pt>
                <c:pt idx="7654">
                  <c:v>13:16</c:v>
                </c:pt>
                <c:pt idx="7655">
                  <c:v>13:16</c:v>
                </c:pt>
                <c:pt idx="7656">
                  <c:v>13:16</c:v>
                </c:pt>
                <c:pt idx="7657">
                  <c:v>13:16</c:v>
                </c:pt>
                <c:pt idx="7658">
                  <c:v>13:16</c:v>
                </c:pt>
                <c:pt idx="7659">
                  <c:v>13:16</c:v>
                </c:pt>
                <c:pt idx="7660">
                  <c:v>13:16</c:v>
                </c:pt>
                <c:pt idx="7661">
                  <c:v>13:16</c:v>
                </c:pt>
                <c:pt idx="7662">
                  <c:v>13:16</c:v>
                </c:pt>
                <c:pt idx="7663">
                  <c:v>13:16</c:v>
                </c:pt>
                <c:pt idx="7664">
                  <c:v>13:16</c:v>
                </c:pt>
                <c:pt idx="7665">
                  <c:v>13:16</c:v>
                </c:pt>
                <c:pt idx="7666">
                  <c:v>13:16</c:v>
                </c:pt>
                <c:pt idx="7667">
                  <c:v>13:16</c:v>
                </c:pt>
                <c:pt idx="7668">
                  <c:v>13:16</c:v>
                </c:pt>
                <c:pt idx="7669">
                  <c:v>13:16</c:v>
                </c:pt>
                <c:pt idx="7670">
                  <c:v>13:16</c:v>
                </c:pt>
                <c:pt idx="7671">
                  <c:v>13:16</c:v>
                </c:pt>
                <c:pt idx="7672">
                  <c:v>13:16</c:v>
                </c:pt>
                <c:pt idx="7673">
                  <c:v>13:16</c:v>
                </c:pt>
                <c:pt idx="7674">
                  <c:v>13:16</c:v>
                </c:pt>
                <c:pt idx="7675">
                  <c:v>13:16</c:v>
                </c:pt>
                <c:pt idx="7676">
                  <c:v>13:16</c:v>
                </c:pt>
                <c:pt idx="7677">
                  <c:v>13:16</c:v>
                </c:pt>
                <c:pt idx="7678">
                  <c:v>13:16</c:v>
                </c:pt>
                <c:pt idx="7679">
                  <c:v>13:16</c:v>
                </c:pt>
                <c:pt idx="7680">
                  <c:v>13:17</c:v>
                </c:pt>
                <c:pt idx="7681">
                  <c:v>13:17</c:v>
                </c:pt>
                <c:pt idx="7682">
                  <c:v>13:17</c:v>
                </c:pt>
                <c:pt idx="7683">
                  <c:v>13:17</c:v>
                </c:pt>
                <c:pt idx="7684">
                  <c:v>13:17</c:v>
                </c:pt>
                <c:pt idx="7685">
                  <c:v>13:17</c:v>
                </c:pt>
                <c:pt idx="7686">
                  <c:v>13:17</c:v>
                </c:pt>
                <c:pt idx="7687">
                  <c:v>13:17</c:v>
                </c:pt>
                <c:pt idx="7688">
                  <c:v>13:17</c:v>
                </c:pt>
                <c:pt idx="7689">
                  <c:v>13:17</c:v>
                </c:pt>
                <c:pt idx="7690">
                  <c:v>13:17</c:v>
                </c:pt>
                <c:pt idx="7691">
                  <c:v>13:17</c:v>
                </c:pt>
                <c:pt idx="7692">
                  <c:v>13:17</c:v>
                </c:pt>
                <c:pt idx="7693">
                  <c:v>13:17</c:v>
                </c:pt>
                <c:pt idx="7694">
                  <c:v>13:17</c:v>
                </c:pt>
                <c:pt idx="7695">
                  <c:v>13:17</c:v>
                </c:pt>
                <c:pt idx="7696">
                  <c:v>13:17</c:v>
                </c:pt>
                <c:pt idx="7697">
                  <c:v>13:17</c:v>
                </c:pt>
                <c:pt idx="7698">
                  <c:v>13:17</c:v>
                </c:pt>
                <c:pt idx="7699">
                  <c:v>13:17</c:v>
                </c:pt>
                <c:pt idx="7700">
                  <c:v>13:17</c:v>
                </c:pt>
                <c:pt idx="7701">
                  <c:v>13:17</c:v>
                </c:pt>
                <c:pt idx="7702">
                  <c:v>13:17</c:v>
                </c:pt>
                <c:pt idx="7703">
                  <c:v>13:17</c:v>
                </c:pt>
                <c:pt idx="7704">
                  <c:v>13:17</c:v>
                </c:pt>
                <c:pt idx="7705">
                  <c:v>13:17</c:v>
                </c:pt>
                <c:pt idx="7706">
                  <c:v>13:17</c:v>
                </c:pt>
                <c:pt idx="7707">
                  <c:v>13:17</c:v>
                </c:pt>
                <c:pt idx="7708">
                  <c:v>13:17</c:v>
                </c:pt>
                <c:pt idx="7709">
                  <c:v>13:17</c:v>
                </c:pt>
                <c:pt idx="7710">
                  <c:v>13:18</c:v>
                </c:pt>
                <c:pt idx="7711">
                  <c:v>13:18</c:v>
                </c:pt>
                <c:pt idx="7712">
                  <c:v>13:18</c:v>
                </c:pt>
                <c:pt idx="7713">
                  <c:v>13:18</c:v>
                </c:pt>
                <c:pt idx="7714">
                  <c:v>13:18</c:v>
                </c:pt>
                <c:pt idx="7715">
                  <c:v>13:18</c:v>
                </c:pt>
                <c:pt idx="7716">
                  <c:v>13:18</c:v>
                </c:pt>
                <c:pt idx="7717">
                  <c:v>13:18</c:v>
                </c:pt>
                <c:pt idx="7718">
                  <c:v>13:18</c:v>
                </c:pt>
                <c:pt idx="7719">
                  <c:v>13:18</c:v>
                </c:pt>
                <c:pt idx="7720">
                  <c:v>13:18</c:v>
                </c:pt>
                <c:pt idx="7721">
                  <c:v>13:18</c:v>
                </c:pt>
                <c:pt idx="7722">
                  <c:v>13:18</c:v>
                </c:pt>
                <c:pt idx="7723">
                  <c:v>13:18</c:v>
                </c:pt>
                <c:pt idx="7724">
                  <c:v>13:18</c:v>
                </c:pt>
                <c:pt idx="7725">
                  <c:v>13:18</c:v>
                </c:pt>
                <c:pt idx="7726">
                  <c:v>13:18</c:v>
                </c:pt>
                <c:pt idx="7727">
                  <c:v>13:18</c:v>
                </c:pt>
                <c:pt idx="7728">
                  <c:v>13:18</c:v>
                </c:pt>
                <c:pt idx="7729">
                  <c:v>13:18</c:v>
                </c:pt>
                <c:pt idx="7730">
                  <c:v>13:18</c:v>
                </c:pt>
                <c:pt idx="7731">
                  <c:v>13:18</c:v>
                </c:pt>
                <c:pt idx="7732">
                  <c:v>13:18</c:v>
                </c:pt>
                <c:pt idx="7733">
                  <c:v>13:18</c:v>
                </c:pt>
                <c:pt idx="7734">
                  <c:v>13:18</c:v>
                </c:pt>
                <c:pt idx="7735">
                  <c:v>13:18</c:v>
                </c:pt>
                <c:pt idx="7736">
                  <c:v>13:18</c:v>
                </c:pt>
                <c:pt idx="7737">
                  <c:v>13:18</c:v>
                </c:pt>
                <c:pt idx="7738">
                  <c:v>13:18</c:v>
                </c:pt>
                <c:pt idx="7739">
                  <c:v>13:18</c:v>
                </c:pt>
                <c:pt idx="7740">
                  <c:v>13:19</c:v>
                </c:pt>
                <c:pt idx="7741">
                  <c:v>13:19</c:v>
                </c:pt>
                <c:pt idx="7742">
                  <c:v>13:19</c:v>
                </c:pt>
                <c:pt idx="7743">
                  <c:v>13:19</c:v>
                </c:pt>
                <c:pt idx="7744">
                  <c:v>13:19</c:v>
                </c:pt>
                <c:pt idx="7745">
                  <c:v>13:19</c:v>
                </c:pt>
                <c:pt idx="7746">
                  <c:v>13:19</c:v>
                </c:pt>
                <c:pt idx="7747">
                  <c:v>13:19</c:v>
                </c:pt>
                <c:pt idx="7748">
                  <c:v>13:19</c:v>
                </c:pt>
                <c:pt idx="7749">
                  <c:v>13:19</c:v>
                </c:pt>
                <c:pt idx="7750">
                  <c:v>13:19</c:v>
                </c:pt>
                <c:pt idx="7751">
                  <c:v>13:19</c:v>
                </c:pt>
                <c:pt idx="7752">
                  <c:v>13:19</c:v>
                </c:pt>
                <c:pt idx="7753">
                  <c:v>13:19</c:v>
                </c:pt>
                <c:pt idx="7754">
                  <c:v>13:19</c:v>
                </c:pt>
                <c:pt idx="7755">
                  <c:v>13:19</c:v>
                </c:pt>
                <c:pt idx="7756">
                  <c:v>13:19</c:v>
                </c:pt>
                <c:pt idx="7757">
                  <c:v>13:19</c:v>
                </c:pt>
                <c:pt idx="7758">
                  <c:v>13:19</c:v>
                </c:pt>
                <c:pt idx="7759">
                  <c:v>13:19</c:v>
                </c:pt>
                <c:pt idx="7760">
                  <c:v>13:19</c:v>
                </c:pt>
                <c:pt idx="7761">
                  <c:v>13:19</c:v>
                </c:pt>
                <c:pt idx="7762">
                  <c:v>13:19</c:v>
                </c:pt>
                <c:pt idx="7763">
                  <c:v>13:19</c:v>
                </c:pt>
                <c:pt idx="7764">
                  <c:v>13:19</c:v>
                </c:pt>
                <c:pt idx="7765">
                  <c:v>13:19</c:v>
                </c:pt>
                <c:pt idx="7766">
                  <c:v>13:19</c:v>
                </c:pt>
                <c:pt idx="7767">
                  <c:v>13:19</c:v>
                </c:pt>
                <c:pt idx="7768">
                  <c:v>13:19</c:v>
                </c:pt>
                <c:pt idx="7769">
                  <c:v>13:19</c:v>
                </c:pt>
                <c:pt idx="7770">
                  <c:v>13:20</c:v>
                </c:pt>
                <c:pt idx="7771">
                  <c:v>13:20</c:v>
                </c:pt>
                <c:pt idx="7772">
                  <c:v>13:20</c:v>
                </c:pt>
                <c:pt idx="7773">
                  <c:v>13:20</c:v>
                </c:pt>
                <c:pt idx="7774">
                  <c:v>13:20</c:v>
                </c:pt>
                <c:pt idx="7775">
                  <c:v>13:20</c:v>
                </c:pt>
                <c:pt idx="7776">
                  <c:v>13:20</c:v>
                </c:pt>
                <c:pt idx="7777">
                  <c:v>13:20</c:v>
                </c:pt>
                <c:pt idx="7778">
                  <c:v>13:20</c:v>
                </c:pt>
                <c:pt idx="7779">
                  <c:v>13:20</c:v>
                </c:pt>
                <c:pt idx="7780">
                  <c:v>13:20</c:v>
                </c:pt>
                <c:pt idx="7781">
                  <c:v>13:20</c:v>
                </c:pt>
                <c:pt idx="7782">
                  <c:v>13:20</c:v>
                </c:pt>
                <c:pt idx="7783">
                  <c:v>13:20</c:v>
                </c:pt>
                <c:pt idx="7784">
                  <c:v>13:20</c:v>
                </c:pt>
                <c:pt idx="7785">
                  <c:v>13:20</c:v>
                </c:pt>
                <c:pt idx="7786">
                  <c:v>13:20</c:v>
                </c:pt>
                <c:pt idx="7787">
                  <c:v>13:20</c:v>
                </c:pt>
                <c:pt idx="7788">
                  <c:v>13:20</c:v>
                </c:pt>
                <c:pt idx="7789">
                  <c:v>13:20</c:v>
                </c:pt>
                <c:pt idx="7790">
                  <c:v>13:20</c:v>
                </c:pt>
                <c:pt idx="7791">
                  <c:v>13:20</c:v>
                </c:pt>
                <c:pt idx="7792">
                  <c:v>13:20</c:v>
                </c:pt>
                <c:pt idx="7793">
                  <c:v>13:20</c:v>
                </c:pt>
                <c:pt idx="7794">
                  <c:v>13:20</c:v>
                </c:pt>
                <c:pt idx="7795">
                  <c:v>13:20</c:v>
                </c:pt>
                <c:pt idx="7796">
                  <c:v>13:20</c:v>
                </c:pt>
                <c:pt idx="7797">
                  <c:v>13:20</c:v>
                </c:pt>
                <c:pt idx="7798">
                  <c:v>13:20</c:v>
                </c:pt>
                <c:pt idx="7799">
                  <c:v>13:20</c:v>
                </c:pt>
                <c:pt idx="7800">
                  <c:v>13:21</c:v>
                </c:pt>
                <c:pt idx="7801">
                  <c:v>13:21</c:v>
                </c:pt>
                <c:pt idx="7802">
                  <c:v>13:21</c:v>
                </c:pt>
                <c:pt idx="7803">
                  <c:v>13:21</c:v>
                </c:pt>
                <c:pt idx="7804">
                  <c:v>13:21</c:v>
                </c:pt>
                <c:pt idx="7805">
                  <c:v>13:21</c:v>
                </c:pt>
                <c:pt idx="7806">
                  <c:v>13:21</c:v>
                </c:pt>
                <c:pt idx="7807">
                  <c:v>13:21</c:v>
                </c:pt>
                <c:pt idx="7808">
                  <c:v>13:21</c:v>
                </c:pt>
                <c:pt idx="7809">
                  <c:v>13:21</c:v>
                </c:pt>
                <c:pt idx="7810">
                  <c:v>13:21</c:v>
                </c:pt>
                <c:pt idx="7811">
                  <c:v>13:21</c:v>
                </c:pt>
                <c:pt idx="7812">
                  <c:v>13:21</c:v>
                </c:pt>
                <c:pt idx="7813">
                  <c:v>13:21</c:v>
                </c:pt>
                <c:pt idx="7814">
                  <c:v>13:21</c:v>
                </c:pt>
                <c:pt idx="7815">
                  <c:v>13:21</c:v>
                </c:pt>
                <c:pt idx="7816">
                  <c:v>13:21</c:v>
                </c:pt>
                <c:pt idx="7817">
                  <c:v>13:21</c:v>
                </c:pt>
                <c:pt idx="7818">
                  <c:v>13:21</c:v>
                </c:pt>
                <c:pt idx="7819">
                  <c:v>13:21</c:v>
                </c:pt>
                <c:pt idx="7820">
                  <c:v>13:21</c:v>
                </c:pt>
                <c:pt idx="7821">
                  <c:v>13:21</c:v>
                </c:pt>
                <c:pt idx="7822">
                  <c:v>13:21</c:v>
                </c:pt>
                <c:pt idx="7823">
                  <c:v>13:21</c:v>
                </c:pt>
                <c:pt idx="7824">
                  <c:v>13:21</c:v>
                </c:pt>
                <c:pt idx="7825">
                  <c:v>13:21</c:v>
                </c:pt>
                <c:pt idx="7826">
                  <c:v>13:21</c:v>
                </c:pt>
                <c:pt idx="7827">
                  <c:v>13:21</c:v>
                </c:pt>
                <c:pt idx="7828">
                  <c:v>13:21</c:v>
                </c:pt>
                <c:pt idx="7829">
                  <c:v>13:21</c:v>
                </c:pt>
                <c:pt idx="7830">
                  <c:v>13:22</c:v>
                </c:pt>
                <c:pt idx="7831">
                  <c:v>13:22</c:v>
                </c:pt>
                <c:pt idx="7832">
                  <c:v>13:22</c:v>
                </c:pt>
                <c:pt idx="7833">
                  <c:v>13:22</c:v>
                </c:pt>
                <c:pt idx="7834">
                  <c:v>13:22</c:v>
                </c:pt>
                <c:pt idx="7835">
                  <c:v>13:22</c:v>
                </c:pt>
                <c:pt idx="7836">
                  <c:v>13:22</c:v>
                </c:pt>
                <c:pt idx="7837">
                  <c:v>13:22</c:v>
                </c:pt>
                <c:pt idx="7838">
                  <c:v>13:22</c:v>
                </c:pt>
                <c:pt idx="7839">
                  <c:v>13:22</c:v>
                </c:pt>
                <c:pt idx="7840">
                  <c:v>13:22</c:v>
                </c:pt>
                <c:pt idx="7841">
                  <c:v>13:22</c:v>
                </c:pt>
                <c:pt idx="7842">
                  <c:v>13:22</c:v>
                </c:pt>
                <c:pt idx="7843">
                  <c:v>13:22</c:v>
                </c:pt>
                <c:pt idx="7844">
                  <c:v>13:22</c:v>
                </c:pt>
                <c:pt idx="7845">
                  <c:v>13:22</c:v>
                </c:pt>
                <c:pt idx="7846">
                  <c:v>13:22</c:v>
                </c:pt>
                <c:pt idx="7847">
                  <c:v>13:22</c:v>
                </c:pt>
                <c:pt idx="7848">
                  <c:v>13:22</c:v>
                </c:pt>
                <c:pt idx="7849">
                  <c:v>13:22</c:v>
                </c:pt>
                <c:pt idx="7850">
                  <c:v>13:22</c:v>
                </c:pt>
                <c:pt idx="7851">
                  <c:v>13:22</c:v>
                </c:pt>
                <c:pt idx="7852">
                  <c:v>13:22</c:v>
                </c:pt>
                <c:pt idx="7853">
                  <c:v>13:22</c:v>
                </c:pt>
                <c:pt idx="7854">
                  <c:v>13:22</c:v>
                </c:pt>
                <c:pt idx="7855">
                  <c:v>13:22</c:v>
                </c:pt>
                <c:pt idx="7856">
                  <c:v>13:22</c:v>
                </c:pt>
                <c:pt idx="7857">
                  <c:v>13:22</c:v>
                </c:pt>
                <c:pt idx="7858">
                  <c:v>13:22</c:v>
                </c:pt>
                <c:pt idx="7859">
                  <c:v>13:22</c:v>
                </c:pt>
                <c:pt idx="7860">
                  <c:v>13:23</c:v>
                </c:pt>
                <c:pt idx="7861">
                  <c:v>13:23</c:v>
                </c:pt>
                <c:pt idx="7862">
                  <c:v>13:23</c:v>
                </c:pt>
                <c:pt idx="7863">
                  <c:v>13:23</c:v>
                </c:pt>
                <c:pt idx="7864">
                  <c:v>13:23</c:v>
                </c:pt>
                <c:pt idx="7865">
                  <c:v>13:23</c:v>
                </c:pt>
                <c:pt idx="7866">
                  <c:v>13:23</c:v>
                </c:pt>
                <c:pt idx="7867">
                  <c:v>13:23</c:v>
                </c:pt>
                <c:pt idx="7868">
                  <c:v>13:23</c:v>
                </c:pt>
                <c:pt idx="7869">
                  <c:v>13:23</c:v>
                </c:pt>
                <c:pt idx="7870">
                  <c:v>13:23</c:v>
                </c:pt>
                <c:pt idx="7871">
                  <c:v>13:23</c:v>
                </c:pt>
                <c:pt idx="7872">
                  <c:v>13:23</c:v>
                </c:pt>
                <c:pt idx="7873">
                  <c:v>13:23</c:v>
                </c:pt>
                <c:pt idx="7874">
                  <c:v>13:23</c:v>
                </c:pt>
                <c:pt idx="7875">
                  <c:v>13:23</c:v>
                </c:pt>
                <c:pt idx="7876">
                  <c:v>13:23</c:v>
                </c:pt>
                <c:pt idx="7877">
                  <c:v>13:23</c:v>
                </c:pt>
                <c:pt idx="7878">
                  <c:v>13:23</c:v>
                </c:pt>
                <c:pt idx="7879">
                  <c:v>13:23</c:v>
                </c:pt>
                <c:pt idx="7880">
                  <c:v>13:23</c:v>
                </c:pt>
                <c:pt idx="7881">
                  <c:v>13:23</c:v>
                </c:pt>
                <c:pt idx="7882">
                  <c:v>13:23</c:v>
                </c:pt>
                <c:pt idx="7883">
                  <c:v>13:23</c:v>
                </c:pt>
                <c:pt idx="7884">
                  <c:v>13:23</c:v>
                </c:pt>
                <c:pt idx="7885">
                  <c:v>13:23</c:v>
                </c:pt>
                <c:pt idx="7886">
                  <c:v>13:23</c:v>
                </c:pt>
                <c:pt idx="7887">
                  <c:v>13:23</c:v>
                </c:pt>
                <c:pt idx="7888">
                  <c:v>13:23</c:v>
                </c:pt>
                <c:pt idx="7889">
                  <c:v>13:23</c:v>
                </c:pt>
                <c:pt idx="7890">
                  <c:v>13:24</c:v>
                </c:pt>
                <c:pt idx="7891">
                  <c:v>13:24</c:v>
                </c:pt>
                <c:pt idx="7892">
                  <c:v>13:24</c:v>
                </c:pt>
                <c:pt idx="7893">
                  <c:v>13:24</c:v>
                </c:pt>
                <c:pt idx="7894">
                  <c:v>13:24</c:v>
                </c:pt>
                <c:pt idx="7895">
                  <c:v>13:24</c:v>
                </c:pt>
                <c:pt idx="7896">
                  <c:v>13:24</c:v>
                </c:pt>
                <c:pt idx="7897">
                  <c:v>13:24</c:v>
                </c:pt>
                <c:pt idx="7898">
                  <c:v>13:24</c:v>
                </c:pt>
                <c:pt idx="7899">
                  <c:v>13:24</c:v>
                </c:pt>
                <c:pt idx="7900">
                  <c:v>13:24</c:v>
                </c:pt>
                <c:pt idx="7901">
                  <c:v>13:24</c:v>
                </c:pt>
                <c:pt idx="7902">
                  <c:v>13:24</c:v>
                </c:pt>
                <c:pt idx="7903">
                  <c:v>13:24</c:v>
                </c:pt>
                <c:pt idx="7904">
                  <c:v>13:24</c:v>
                </c:pt>
                <c:pt idx="7905">
                  <c:v>13:24</c:v>
                </c:pt>
                <c:pt idx="7906">
                  <c:v>13:24</c:v>
                </c:pt>
                <c:pt idx="7907">
                  <c:v>13:24</c:v>
                </c:pt>
                <c:pt idx="7908">
                  <c:v>13:24</c:v>
                </c:pt>
                <c:pt idx="7909">
                  <c:v>13:24</c:v>
                </c:pt>
                <c:pt idx="7910">
                  <c:v>13:24</c:v>
                </c:pt>
                <c:pt idx="7911">
                  <c:v>13:24</c:v>
                </c:pt>
                <c:pt idx="7912">
                  <c:v>13:24</c:v>
                </c:pt>
                <c:pt idx="7913">
                  <c:v>13:24</c:v>
                </c:pt>
                <c:pt idx="7914">
                  <c:v>13:24</c:v>
                </c:pt>
                <c:pt idx="7915">
                  <c:v>13:24</c:v>
                </c:pt>
                <c:pt idx="7916">
                  <c:v>13:24</c:v>
                </c:pt>
                <c:pt idx="7917">
                  <c:v>13:24</c:v>
                </c:pt>
                <c:pt idx="7918">
                  <c:v>13:24</c:v>
                </c:pt>
                <c:pt idx="7919">
                  <c:v>13:24</c:v>
                </c:pt>
                <c:pt idx="7920">
                  <c:v>13:25</c:v>
                </c:pt>
                <c:pt idx="7921">
                  <c:v>13:25</c:v>
                </c:pt>
                <c:pt idx="7922">
                  <c:v>13:25</c:v>
                </c:pt>
                <c:pt idx="7923">
                  <c:v>13:25</c:v>
                </c:pt>
                <c:pt idx="7924">
                  <c:v>13:25</c:v>
                </c:pt>
                <c:pt idx="7925">
                  <c:v>13:25</c:v>
                </c:pt>
                <c:pt idx="7926">
                  <c:v>13:25</c:v>
                </c:pt>
                <c:pt idx="7927">
                  <c:v>13:25</c:v>
                </c:pt>
                <c:pt idx="7928">
                  <c:v>13:25</c:v>
                </c:pt>
                <c:pt idx="7929">
                  <c:v>13:25</c:v>
                </c:pt>
                <c:pt idx="7930">
                  <c:v>13:25</c:v>
                </c:pt>
                <c:pt idx="7931">
                  <c:v>13:25</c:v>
                </c:pt>
                <c:pt idx="7932">
                  <c:v>13:25</c:v>
                </c:pt>
                <c:pt idx="7933">
                  <c:v>13:25</c:v>
                </c:pt>
                <c:pt idx="7934">
                  <c:v>13:25</c:v>
                </c:pt>
                <c:pt idx="7935">
                  <c:v>13:25</c:v>
                </c:pt>
                <c:pt idx="7936">
                  <c:v>13:25</c:v>
                </c:pt>
                <c:pt idx="7937">
                  <c:v>13:25</c:v>
                </c:pt>
                <c:pt idx="7938">
                  <c:v>13:25</c:v>
                </c:pt>
                <c:pt idx="7939">
                  <c:v>13:25</c:v>
                </c:pt>
                <c:pt idx="7940">
                  <c:v>13:25</c:v>
                </c:pt>
                <c:pt idx="7941">
                  <c:v>13:25</c:v>
                </c:pt>
                <c:pt idx="7942">
                  <c:v>13:25</c:v>
                </c:pt>
                <c:pt idx="7943">
                  <c:v>13:25</c:v>
                </c:pt>
                <c:pt idx="7944">
                  <c:v>13:25</c:v>
                </c:pt>
                <c:pt idx="7945">
                  <c:v>13:25</c:v>
                </c:pt>
                <c:pt idx="7946">
                  <c:v>13:25</c:v>
                </c:pt>
                <c:pt idx="7947">
                  <c:v>13:25</c:v>
                </c:pt>
                <c:pt idx="7948">
                  <c:v>13:25</c:v>
                </c:pt>
                <c:pt idx="7949">
                  <c:v>13:25</c:v>
                </c:pt>
                <c:pt idx="7950">
                  <c:v>13:26</c:v>
                </c:pt>
                <c:pt idx="7951">
                  <c:v>13:26</c:v>
                </c:pt>
                <c:pt idx="7952">
                  <c:v>13:26</c:v>
                </c:pt>
                <c:pt idx="7953">
                  <c:v>13:26</c:v>
                </c:pt>
                <c:pt idx="7954">
                  <c:v>13:26</c:v>
                </c:pt>
                <c:pt idx="7955">
                  <c:v>13:26</c:v>
                </c:pt>
                <c:pt idx="7956">
                  <c:v>13:26</c:v>
                </c:pt>
                <c:pt idx="7957">
                  <c:v>13:26</c:v>
                </c:pt>
                <c:pt idx="7958">
                  <c:v>13:26</c:v>
                </c:pt>
                <c:pt idx="7959">
                  <c:v>13:26</c:v>
                </c:pt>
                <c:pt idx="7960">
                  <c:v>13:26</c:v>
                </c:pt>
                <c:pt idx="7961">
                  <c:v>13:26</c:v>
                </c:pt>
                <c:pt idx="7962">
                  <c:v>13:26</c:v>
                </c:pt>
                <c:pt idx="7963">
                  <c:v>13:26</c:v>
                </c:pt>
                <c:pt idx="7964">
                  <c:v>13:26</c:v>
                </c:pt>
                <c:pt idx="7965">
                  <c:v>13:26</c:v>
                </c:pt>
                <c:pt idx="7966">
                  <c:v>13:26</c:v>
                </c:pt>
                <c:pt idx="7967">
                  <c:v>13:26</c:v>
                </c:pt>
                <c:pt idx="7968">
                  <c:v>13:26</c:v>
                </c:pt>
                <c:pt idx="7969">
                  <c:v>13:26</c:v>
                </c:pt>
                <c:pt idx="7970">
                  <c:v>13:26</c:v>
                </c:pt>
                <c:pt idx="7971">
                  <c:v>13:26</c:v>
                </c:pt>
                <c:pt idx="7972">
                  <c:v>13:26</c:v>
                </c:pt>
                <c:pt idx="7973">
                  <c:v>13:26</c:v>
                </c:pt>
                <c:pt idx="7974">
                  <c:v>13:26</c:v>
                </c:pt>
                <c:pt idx="7975">
                  <c:v>13:26</c:v>
                </c:pt>
                <c:pt idx="7976">
                  <c:v>13:26</c:v>
                </c:pt>
                <c:pt idx="7977">
                  <c:v>13:26</c:v>
                </c:pt>
                <c:pt idx="7978">
                  <c:v>13:26</c:v>
                </c:pt>
                <c:pt idx="7979">
                  <c:v>13:26</c:v>
                </c:pt>
                <c:pt idx="7980">
                  <c:v>13:27</c:v>
                </c:pt>
                <c:pt idx="7981">
                  <c:v>13:27</c:v>
                </c:pt>
                <c:pt idx="7982">
                  <c:v>13:27</c:v>
                </c:pt>
                <c:pt idx="7983">
                  <c:v>13:27</c:v>
                </c:pt>
                <c:pt idx="7984">
                  <c:v>13:27</c:v>
                </c:pt>
                <c:pt idx="7985">
                  <c:v>13:27</c:v>
                </c:pt>
                <c:pt idx="7986">
                  <c:v>13:27</c:v>
                </c:pt>
                <c:pt idx="7987">
                  <c:v>13:27</c:v>
                </c:pt>
                <c:pt idx="7988">
                  <c:v>13:27</c:v>
                </c:pt>
                <c:pt idx="7989">
                  <c:v>13:27</c:v>
                </c:pt>
                <c:pt idx="7990">
                  <c:v>13:27</c:v>
                </c:pt>
                <c:pt idx="7991">
                  <c:v>13:27</c:v>
                </c:pt>
                <c:pt idx="7992">
                  <c:v>13:27</c:v>
                </c:pt>
                <c:pt idx="7993">
                  <c:v>13:27</c:v>
                </c:pt>
                <c:pt idx="7994">
                  <c:v>13:27</c:v>
                </c:pt>
                <c:pt idx="7995">
                  <c:v>13:27</c:v>
                </c:pt>
                <c:pt idx="7996">
                  <c:v>13:27</c:v>
                </c:pt>
                <c:pt idx="7997">
                  <c:v>13:27</c:v>
                </c:pt>
                <c:pt idx="7998">
                  <c:v>13:27</c:v>
                </c:pt>
                <c:pt idx="7999">
                  <c:v>13:27</c:v>
                </c:pt>
                <c:pt idx="8000">
                  <c:v>13:27</c:v>
                </c:pt>
                <c:pt idx="8001">
                  <c:v>13:27</c:v>
                </c:pt>
                <c:pt idx="8002">
                  <c:v>13:27</c:v>
                </c:pt>
                <c:pt idx="8003">
                  <c:v>13:27</c:v>
                </c:pt>
                <c:pt idx="8004">
                  <c:v>13:27</c:v>
                </c:pt>
                <c:pt idx="8005">
                  <c:v>13:27</c:v>
                </c:pt>
                <c:pt idx="8006">
                  <c:v>13:27</c:v>
                </c:pt>
                <c:pt idx="8007">
                  <c:v>13:27</c:v>
                </c:pt>
                <c:pt idx="8008">
                  <c:v>13:27</c:v>
                </c:pt>
                <c:pt idx="8009">
                  <c:v>13:27</c:v>
                </c:pt>
                <c:pt idx="8010">
                  <c:v>13:28</c:v>
                </c:pt>
                <c:pt idx="8011">
                  <c:v>13:28</c:v>
                </c:pt>
                <c:pt idx="8012">
                  <c:v>13:28</c:v>
                </c:pt>
                <c:pt idx="8013">
                  <c:v>13:28</c:v>
                </c:pt>
                <c:pt idx="8014">
                  <c:v>13:28</c:v>
                </c:pt>
                <c:pt idx="8015">
                  <c:v>13:28</c:v>
                </c:pt>
                <c:pt idx="8016">
                  <c:v>13:28</c:v>
                </c:pt>
                <c:pt idx="8017">
                  <c:v>13:28</c:v>
                </c:pt>
                <c:pt idx="8018">
                  <c:v>13:28</c:v>
                </c:pt>
                <c:pt idx="8019">
                  <c:v>13:28</c:v>
                </c:pt>
                <c:pt idx="8020">
                  <c:v>13:28</c:v>
                </c:pt>
                <c:pt idx="8021">
                  <c:v>13:28</c:v>
                </c:pt>
                <c:pt idx="8022">
                  <c:v>13:28</c:v>
                </c:pt>
                <c:pt idx="8023">
                  <c:v>13:28</c:v>
                </c:pt>
                <c:pt idx="8024">
                  <c:v>13:28</c:v>
                </c:pt>
                <c:pt idx="8025">
                  <c:v>13:28</c:v>
                </c:pt>
                <c:pt idx="8026">
                  <c:v>13:28</c:v>
                </c:pt>
                <c:pt idx="8027">
                  <c:v>13:28</c:v>
                </c:pt>
                <c:pt idx="8028">
                  <c:v>13:28</c:v>
                </c:pt>
                <c:pt idx="8029">
                  <c:v>13:28</c:v>
                </c:pt>
                <c:pt idx="8030">
                  <c:v>13:28</c:v>
                </c:pt>
                <c:pt idx="8031">
                  <c:v>13:28</c:v>
                </c:pt>
                <c:pt idx="8032">
                  <c:v>13:28</c:v>
                </c:pt>
                <c:pt idx="8033">
                  <c:v>13:28</c:v>
                </c:pt>
                <c:pt idx="8034">
                  <c:v>13:28</c:v>
                </c:pt>
                <c:pt idx="8035">
                  <c:v>13:28</c:v>
                </c:pt>
                <c:pt idx="8036">
                  <c:v>13:28</c:v>
                </c:pt>
                <c:pt idx="8037">
                  <c:v>13:28</c:v>
                </c:pt>
                <c:pt idx="8038">
                  <c:v>13:28</c:v>
                </c:pt>
                <c:pt idx="8039">
                  <c:v>13:28</c:v>
                </c:pt>
                <c:pt idx="8040">
                  <c:v>13:29</c:v>
                </c:pt>
                <c:pt idx="8041">
                  <c:v>13:29</c:v>
                </c:pt>
                <c:pt idx="8042">
                  <c:v>13:29</c:v>
                </c:pt>
                <c:pt idx="8043">
                  <c:v>13:29</c:v>
                </c:pt>
                <c:pt idx="8044">
                  <c:v>13:29</c:v>
                </c:pt>
                <c:pt idx="8045">
                  <c:v>13:29</c:v>
                </c:pt>
                <c:pt idx="8046">
                  <c:v>13:29</c:v>
                </c:pt>
                <c:pt idx="8047">
                  <c:v>13:29</c:v>
                </c:pt>
                <c:pt idx="8048">
                  <c:v>13:29</c:v>
                </c:pt>
                <c:pt idx="8049">
                  <c:v>13:29</c:v>
                </c:pt>
                <c:pt idx="8050">
                  <c:v>13:29</c:v>
                </c:pt>
                <c:pt idx="8051">
                  <c:v>13:29</c:v>
                </c:pt>
                <c:pt idx="8052">
                  <c:v>13:29</c:v>
                </c:pt>
                <c:pt idx="8053">
                  <c:v>13:29</c:v>
                </c:pt>
                <c:pt idx="8054">
                  <c:v>13:29</c:v>
                </c:pt>
                <c:pt idx="8055">
                  <c:v>13:29</c:v>
                </c:pt>
                <c:pt idx="8056">
                  <c:v>13:29</c:v>
                </c:pt>
                <c:pt idx="8057">
                  <c:v>13:29</c:v>
                </c:pt>
                <c:pt idx="8058">
                  <c:v>13:29</c:v>
                </c:pt>
                <c:pt idx="8059">
                  <c:v>13:29</c:v>
                </c:pt>
                <c:pt idx="8060">
                  <c:v>13:29</c:v>
                </c:pt>
                <c:pt idx="8061">
                  <c:v>13:29</c:v>
                </c:pt>
                <c:pt idx="8062">
                  <c:v>13:29</c:v>
                </c:pt>
                <c:pt idx="8063">
                  <c:v>13:29</c:v>
                </c:pt>
                <c:pt idx="8064">
                  <c:v>13:29</c:v>
                </c:pt>
                <c:pt idx="8065">
                  <c:v>13:29</c:v>
                </c:pt>
                <c:pt idx="8066">
                  <c:v>13:29</c:v>
                </c:pt>
                <c:pt idx="8067">
                  <c:v>13:29</c:v>
                </c:pt>
                <c:pt idx="8068">
                  <c:v>13:29</c:v>
                </c:pt>
                <c:pt idx="8069">
                  <c:v>13:29</c:v>
                </c:pt>
                <c:pt idx="8070">
                  <c:v>13:30</c:v>
                </c:pt>
                <c:pt idx="8071">
                  <c:v>13:30</c:v>
                </c:pt>
                <c:pt idx="8072">
                  <c:v>13:30</c:v>
                </c:pt>
                <c:pt idx="8073">
                  <c:v>13:30</c:v>
                </c:pt>
                <c:pt idx="8074">
                  <c:v>13:30</c:v>
                </c:pt>
                <c:pt idx="8075">
                  <c:v>13:30</c:v>
                </c:pt>
                <c:pt idx="8076">
                  <c:v>13:30</c:v>
                </c:pt>
                <c:pt idx="8077">
                  <c:v>13:30</c:v>
                </c:pt>
                <c:pt idx="8078">
                  <c:v>13:30</c:v>
                </c:pt>
                <c:pt idx="8079">
                  <c:v>13:30</c:v>
                </c:pt>
                <c:pt idx="8080">
                  <c:v>13:30</c:v>
                </c:pt>
                <c:pt idx="8081">
                  <c:v>13:30</c:v>
                </c:pt>
                <c:pt idx="8082">
                  <c:v>13:30</c:v>
                </c:pt>
                <c:pt idx="8083">
                  <c:v>13:30</c:v>
                </c:pt>
                <c:pt idx="8084">
                  <c:v>13:30</c:v>
                </c:pt>
                <c:pt idx="8085">
                  <c:v>13:30</c:v>
                </c:pt>
                <c:pt idx="8086">
                  <c:v>13:30</c:v>
                </c:pt>
                <c:pt idx="8087">
                  <c:v>13:30</c:v>
                </c:pt>
                <c:pt idx="8088">
                  <c:v>13:30</c:v>
                </c:pt>
                <c:pt idx="8089">
                  <c:v>13:30</c:v>
                </c:pt>
                <c:pt idx="8090">
                  <c:v>13:30</c:v>
                </c:pt>
                <c:pt idx="8091">
                  <c:v>13:30</c:v>
                </c:pt>
                <c:pt idx="8092">
                  <c:v>13:30</c:v>
                </c:pt>
                <c:pt idx="8093">
                  <c:v>13:30</c:v>
                </c:pt>
                <c:pt idx="8094">
                  <c:v>13:30</c:v>
                </c:pt>
                <c:pt idx="8095">
                  <c:v>13:30</c:v>
                </c:pt>
                <c:pt idx="8096">
                  <c:v>13:30</c:v>
                </c:pt>
                <c:pt idx="8097">
                  <c:v>13:30</c:v>
                </c:pt>
                <c:pt idx="8098">
                  <c:v>13:30</c:v>
                </c:pt>
                <c:pt idx="8099">
                  <c:v>13:30</c:v>
                </c:pt>
                <c:pt idx="8100">
                  <c:v>13:31</c:v>
                </c:pt>
                <c:pt idx="8101">
                  <c:v>13:31</c:v>
                </c:pt>
                <c:pt idx="8102">
                  <c:v>13:31</c:v>
                </c:pt>
                <c:pt idx="8103">
                  <c:v>13:31</c:v>
                </c:pt>
                <c:pt idx="8104">
                  <c:v>13:31</c:v>
                </c:pt>
                <c:pt idx="8105">
                  <c:v>13:31</c:v>
                </c:pt>
                <c:pt idx="8106">
                  <c:v>13:31</c:v>
                </c:pt>
                <c:pt idx="8107">
                  <c:v>13:31</c:v>
                </c:pt>
                <c:pt idx="8108">
                  <c:v>13:31</c:v>
                </c:pt>
                <c:pt idx="8109">
                  <c:v>13:31</c:v>
                </c:pt>
                <c:pt idx="8110">
                  <c:v>13:31</c:v>
                </c:pt>
                <c:pt idx="8111">
                  <c:v>13:31</c:v>
                </c:pt>
                <c:pt idx="8112">
                  <c:v>13:31</c:v>
                </c:pt>
                <c:pt idx="8113">
                  <c:v>13:31</c:v>
                </c:pt>
                <c:pt idx="8114">
                  <c:v>13:31</c:v>
                </c:pt>
                <c:pt idx="8115">
                  <c:v>13:31</c:v>
                </c:pt>
                <c:pt idx="8116">
                  <c:v>13:31</c:v>
                </c:pt>
                <c:pt idx="8117">
                  <c:v>13:31</c:v>
                </c:pt>
                <c:pt idx="8118">
                  <c:v>13:31</c:v>
                </c:pt>
                <c:pt idx="8119">
                  <c:v>13:31</c:v>
                </c:pt>
                <c:pt idx="8120">
                  <c:v>13:31</c:v>
                </c:pt>
                <c:pt idx="8121">
                  <c:v>13:31</c:v>
                </c:pt>
                <c:pt idx="8122">
                  <c:v>13:31</c:v>
                </c:pt>
                <c:pt idx="8123">
                  <c:v>13:31</c:v>
                </c:pt>
                <c:pt idx="8124">
                  <c:v>13:31</c:v>
                </c:pt>
                <c:pt idx="8125">
                  <c:v>13:31</c:v>
                </c:pt>
                <c:pt idx="8126">
                  <c:v>13:31</c:v>
                </c:pt>
                <c:pt idx="8127">
                  <c:v>13:31</c:v>
                </c:pt>
                <c:pt idx="8128">
                  <c:v>13:31</c:v>
                </c:pt>
                <c:pt idx="8129">
                  <c:v>13:31</c:v>
                </c:pt>
                <c:pt idx="8130">
                  <c:v>13:32</c:v>
                </c:pt>
                <c:pt idx="8131">
                  <c:v>13:32</c:v>
                </c:pt>
                <c:pt idx="8132">
                  <c:v>13:32</c:v>
                </c:pt>
                <c:pt idx="8133">
                  <c:v>13:32</c:v>
                </c:pt>
                <c:pt idx="8134">
                  <c:v>13:32</c:v>
                </c:pt>
                <c:pt idx="8135">
                  <c:v>13:32</c:v>
                </c:pt>
                <c:pt idx="8136">
                  <c:v>13:32</c:v>
                </c:pt>
                <c:pt idx="8137">
                  <c:v>13:32</c:v>
                </c:pt>
                <c:pt idx="8138">
                  <c:v>13:32</c:v>
                </c:pt>
                <c:pt idx="8139">
                  <c:v>13:32</c:v>
                </c:pt>
                <c:pt idx="8140">
                  <c:v>13:32</c:v>
                </c:pt>
                <c:pt idx="8141">
                  <c:v>13:32</c:v>
                </c:pt>
                <c:pt idx="8142">
                  <c:v>13:32</c:v>
                </c:pt>
                <c:pt idx="8143">
                  <c:v>13:32</c:v>
                </c:pt>
                <c:pt idx="8144">
                  <c:v>13:32</c:v>
                </c:pt>
                <c:pt idx="8145">
                  <c:v>13:32</c:v>
                </c:pt>
                <c:pt idx="8146">
                  <c:v>13:32</c:v>
                </c:pt>
                <c:pt idx="8147">
                  <c:v>13:32</c:v>
                </c:pt>
                <c:pt idx="8148">
                  <c:v>13:32</c:v>
                </c:pt>
                <c:pt idx="8149">
                  <c:v>13:32</c:v>
                </c:pt>
                <c:pt idx="8150">
                  <c:v>13:32</c:v>
                </c:pt>
                <c:pt idx="8151">
                  <c:v>13:32</c:v>
                </c:pt>
                <c:pt idx="8152">
                  <c:v>13:32</c:v>
                </c:pt>
                <c:pt idx="8153">
                  <c:v>13:32</c:v>
                </c:pt>
                <c:pt idx="8154">
                  <c:v>13:32</c:v>
                </c:pt>
                <c:pt idx="8155">
                  <c:v>13:32</c:v>
                </c:pt>
                <c:pt idx="8156">
                  <c:v>13:32</c:v>
                </c:pt>
                <c:pt idx="8157">
                  <c:v>13:32</c:v>
                </c:pt>
                <c:pt idx="8158">
                  <c:v>13:32</c:v>
                </c:pt>
                <c:pt idx="8159">
                  <c:v>13:32</c:v>
                </c:pt>
                <c:pt idx="8160">
                  <c:v>13:33</c:v>
                </c:pt>
                <c:pt idx="8161">
                  <c:v>13:33</c:v>
                </c:pt>
                <c:pt idx="8162">
                  <c:v>13:33</c:v>
                </c:pt>
                <c:pt idx="8163">
                  <c:v>13:33</c:v>
                </c:pt>
                <c:pt idx="8164">
                  <c:v>13:33</c:v>
                </c:pt>
                <c:pt idx="8165">
                  <c:v>13:33</c:v>
                </c:pt>
                <c:pt idx="8166">
                  <c:v>13:33</c:v>
                </c:pt>
                <c:pt idx="8167">
                  <c:v>13:33</c:v>
                </c:pt>
                <c:pt idx="8168">
                  <c:v>13:33</c:v>
                </c:pt>
                <c:pt idx="8169">
                  <c:v>13:33</c:v>
                </c:pt>
                <c:pt idx="8170">
                  <c:v>13:33</c:v>
                </c:pt>
                <c:pt idx="8171">
                  <c:v>13:33</c:v>
                </c:pt>
                <c:pt idx="8172">
                  <c:v>13:33</c:v>
                </c:pt>
                <c:pt idx="8173">
                  <c:v>13:33</c:v>
                </c:pt>
                <c:pt idx="8174">
                  <c:v>13:33</c:v>
                </c:pt>
                <c:pt idx="8175">
                  <c:v>13:33</c:v>
                </c:pt>
                <c:pt idx="8176">
                  <c:v>13:33</c:v>
                </c:pt>
                <c:pt idx="8177">
                  <c:v>13:33</c:v>
                </c:pt>
                <c:pt idx="8178">
                  <c:v>13:33</c:v>
                </c:pt>
                <c:pt idx="8179">
                  <c:v>13:33</c:v>
                </c:pt>
                <c:pt idx="8180">
                  <c:v>13:33</c:v>
                </c:pt>
                <c:pt idx="8181">
                  <c:v>13:33</c:v>
                </c:pt>
                <c:pt idx="8182">
                  <c:v>13:33</c:v>
                </c:pt>
                <c:pt idx="8183">
                  <c:v>13:33</c:v>
                </c:pt>
                <c:pt idx="8184">
                  <c:v>13:33</c:v>
                </c:pt>
                <c:pt idx="8185">
                  <c:v>13:33</c:v>
                </c:pt>
                <c:pt idx="8186">
                  <c:v>13:33</c:v>
                </c:pt>
                <c:pt idx="8187">
                  <c:v>13:33</c:v>
                </c:pt>
                <c:pt idx="8188">
                  <c:v>13:33</c:v>
                </c:pt>
                <c:pt idx="8189">
                  <c:v>13:33</c:v>
                </c:pt>
                <c:pt idx="8190">
                  <c:v>13:34</c:v>
                </c:pt>
                <c:pt idx="8191">
                  <c:v>13:34</c:v>
                </c:pt>
                <c:pt idx="8192">
                  <c:v>13:34</c:v>
                </c:pt>
                <c:pt idx="8193">
                  <c:v>13:34</c:v>
                </c:pt>
                <c:pt idx="8194">
                  <c:v>13:34</c:v>
                </c:pt>
                <c:pt idx="8195">
                  <c:v>13:34</c:v>
                </c:pt>
                <c:pt idx="8196">
                  <c:v>13:34</c:v>
                </c:pt>
                <c:pt idx="8197">
                  <c:v>13:34</c:v>
                </c:pt>
                <c:pt idx="8198">
                  <c:v>13:34</c:v>
                </c:pt>
                <c:pt idx="8199">
                  <c:v>13:34</c:v>
                </c:pt>
                <c:pt idx="8200">
                  <c:v>13:34</c:v>
                </c:pt>
                <c:pt idx="8201">
                  <c:v>13:34</c:v>
                </c:pt>
                <c:pt idx="8202">
                  <c:v>13:34</c:v>
                </c:pt>
                <c:pt idx="8203">
                  <c:v>13:34</c:v>
                </c:pt>
                <c:pt idx="8204">
                  <c:v>13:34</c:v>
                </c:pt>
                <c:pt idx="8205">
                  <c:v>13:34</c:v>
                </c:pt>
                <c:pt idx="8206">
                  <c:v>13:34</c:v>
                </c:pt>
                <c:pt idx="8207">
                  <c:v>13:34</c:v>
                </c:pt>
                <c:pt idx="8208">
                  <c:v>13:34</c:v>
                </c:pt>
                <c:pt idx="8209">
                  <c:v>13:34</c:v>
                </c:pt>
                <c:pt idx="8210">
                  <c:v>13:34</c:v>
                </c:pt>
                <c:pt idx="8211">
                  <c:v>13:34</c:v>
                </c:pt>
                <c:pt idx="8212">
                  <c:v>13:34</c:v>
                </c:pt>
                <c:pt idx="8213">
                  <c:v>13:34</c:v>
                </c:pt>
                <c:pt idx="8214">
                  <c:v>13:34</c:v>
                </c:pt>
                <c:pt idx="8215">
                  <c:v>13:34</c:v>
                </c:pt>
                <c:pt idx="8216">
                  <c:v>13:34</c:v>
                </c:pt>
                <c:pt idx="8217">
                  <c:v>13:34</c:v>
                </c:pt>
                <c:pt idx="8218">
                  <c:v>13:34</c:v>
                </c:pt>
                <c:pt idx="8219">
                  <c:v>13:34</c:v>
                </c:pt>
                <c:pt idx="8220">
                  <c:v>13:35</c:v>
                </c:pt>
                <c:pt idx="8221">
                  <c:v>13:35</c:v>
                </c:pt>
                <c:pt idx="8222">
                  <c:v>13:35</c:v>
                </c:pt>
                <c:pt idx="8223">
                  <c:v>13:35</c:v>
                </c:pt>
                <c:pt idx="8224">
                  <c:v>13:35</c:v>
                </c:pt>
                <c:pt idx="8225">
                  <c:v>13:35</c:v>
                </c:pt>
                <c:pt idx="8226">
                  <c:v>13:35</c:v>
                </c:pt>
                <c:pt idx="8227">
                  <c:v>13:35</c:v>
                </c:pt>
                <c:pt idx="8228">
                  <c:v>13:35</c:v>
                </c:pt>
                <c:pt idx="8229">
                  <c:v>13:35</c:v>
                </c:pt>
                <c:pt idx="8230">
                  <c:v>13:35</c:v>
                </c:pt>
                <c:pt idx="8231">
                  <c:v>13:35</c:v>
                </c:pt>
                <c:pt idx="8232">
                  <c:v>13:35</c:v>
                </c:pt>
                <c:pt idx="8233">
                  <c:v>13:35</c:v>
                </c:pt>
                <c:pt idx="8234">
                  <c:v>13:35</c:v>
                </c:pt>
                <c:pt idx="8235">
                  <c:v>13:35</c:v>
                </c:pt>
                <c:pt idx="8236">
                  <c:v>13:35</c:v>
                </c:pt>
                <c:pt idx="8237">
                  <c:v>13:35</c:v>
                </c:pt>
                <c:pt idx="8238">
                  <c:v>13:35</c:v>
                </c:pt>
                <c:pt idx="8239">
                  <c:v>13:35</c:v>
                </c:pt>
                <c:pt idx="8240">
                  <c:v>13:35</c:v>
                </c:pt>
                <c:pt idx="8241">
                  <c:v>13:35</c:v>
                </c:pt>
                <c:pt idx="8242">
                  <c:v>13:35</c:v>
                </c:pt>
                <c:pt idx="8243">
                  <c:v>13:35</c:v>
                </c:pt>
                <c:pt idx="8244">
                  <c:v>13:35</c:v>
                </c:pt>
                <c:pt idx="8245">
                  <c:v>13:35</c:v>
                </c:pt>
                <c:pt idx="8246">
                  <c:v>13:35</c:v>
                </c:pt>
                <c:pt idx="8247">
                  <c:v>13:35</c:v>
                </c:pt>
                <c:pt idx="8248">
                  <c:v>13:35</c:v>
                </c:pt>
                <c:pt idx="8249">
                  <c:v>13:35</c:v>
                </c:pt>
                <c:pt idx="8250">
                  <c:v>13:36</c:v>
                </c:pt>
                <c:pt idx="8251">
                  <c:v>13:36</c:v>
                </c:pt>
                <c:pt idx="8252">
                  <c:v>13:36</c:v>
                </c:pt>
                <c:pt idx="8253">
                  <c:v>13:36</c:v>
                </c:pt>
                <c:pt idx="8254">
                  <c:v>13:36</c:v>
                </c:pt>
                <c:pt idx="8255">
                  <c:v>13:36</c:v>
                </c:pt>
                <c:pt idx="8256">
                  <c:v>13:36</c:v>
                </c:pt>
                <c:pt idx="8257">
                  <c:v>13:36</c:v>
                </c:pt>
                <c:pt idx="8258">
                  <c:v>13:36</c:v>
                </c:pt>
                <c:pt idx="8259">
                  <c:v>13:36</c:v>
                </c:pt>
                <c:pt idx="8260">
                  <c:v>13:36</c:v>
                </c:pt>
                <c:pt idx="8261">
                  <c:v>13:36</c:v>
                </c:pt>
                <c:pt idx="8262">
                  <c:v>13:36</c:v>
                </c:pt>
                <c:pt idx="8263">
                  <c:v>13:36</c:v>
                </c:pt>
                <c:pt idx="8264">
                  <c:v>13:36</c:v>
                </c:pt>
                <c:pt idx="8265">
                  <c:v>13:36</c:v>
                </c:pt>
                <c:pt idx="8266">
                  <c:v>13:36</c:v>
                </c:pt>
                <c:pt idx="8267">
                  <c:v>13:36</c:v>
                </c:pt>
                <c:pt idx="8268">
                  <c:v>13:36</c:v>
                </c:pt>
                <c:pt idx="8269">
                  <c:v>13:36</c:v>
                </c:pt>
                <c:pt idx="8270">
                  <c:v>13:36</c:v>
                </c:pt>
                <c:pt idx="8271">
                  <c:v>13:36</c:v>
                </c:pt>
                <c:pt idx="8272">
                  <c:v>13:36</c:v>
                </c:pt>
                <c:pt idx="8273">
                  <c:v>13:36</c:v>
                </c:pt>
                <c:pt idx="8274">
                  <c:v>13:36</c:v>
                </c:pt>
                <c:pt idx="8275">
                  <c:v>13:36</c:v>
                </c:pt>
                <c:pt idx="8276">
                  <c:v>13:36</c:v>
                </c:pt>
                <c:pt idx="8277">
                  <c:v>13:36</c:v>
                </c:pt>
                <c:pt idx="8278">
                  <c:v>13:36</c:v>
                </c:pt>
                <c:pt idx="8279">
                  <c:v>13:36</c:v>
                </c:pt>
                <c:pt idx="8280">
                  <c:v>13:37</c:v>
                </c:pt>
                <c:pt idx="8281">
                  <c:v>13:37</c:v>
                </c:pt>
                <c:pt idx="8282">
                  <c:v>13:37</c:v>
                </c:pt>
                <c:pt idx="8283">
                  <c:v>13:37</c:v>
                </c:pt>
                <c:pt idx="8284">
                  <c:v>13:37</c:v>
                </c:pt>
                <c:pt idx="8285">
                  <c:v>13:37</c:v>
                </c:pt>
                <c:pt idx="8286">
                  <c:v>13:37</c:v>
                </c:pt>
                <c:pt idx="8287">
                  <c:v>13:37</c:v>
                </c:pt>
                <c:pt idx="8288">
                  <c:v>13:37</c:v>
                </c:pt>
                <c:pt idx="8289">
                  <c:v>13:37</c:v>
                </c:pt>
                <c:pt idx="8290">
                  <c:v>13:37</c:v>
                </c:pt>
                <c:pt idx="8291">
                  <c:v>13:37</c:v>
                </c:pt>
                <c:pt idx="8292">
                  <c:v>13:37</c:v>
                </c:pt>
                <c:pt idx="8293">
                  <c:v>13:37</c:v>
                </c:pt>
                <c:pt idx="8294">
                  <c:v>13:37</c:v>
                </c:pt>
                <c:pt idx="8295">
                  <c:v>13:37</c:v>
                </c:pt>
                <c:pt idx="8296">
                  <c:v>13:37</c:v>
                </c:pt>
                <c:pt idx="8297">
                  <c:v>13:37</c:v>
                </c:pt>
                <c:pt idx="8298">
                  <c:v>13:37</c:v>
                </c:pt>
                <c:pt idx="8299">
                  <c:v>13:37</c:v>
                </c:pt>
                <c:pt idx="8300">
                  <c:v>13:37</c:v>
                </c:pt>
                <c:pt idx="8301">
                  <c:v>13:37</c:v>
                </c:pt>
                <c:pt idx="8302">
                  <c:v>13:37</c:v>
                </c:pt>
                <c:pt idx="8303">
                  <c:v>13:37</c:v>
                </c:pt>
                <c:pt idx="8304">
                  <c:v>13:37</c:v>
                </c:pt>
                <c:pt idx="8305">
                  <c:v>13:37</c:v>
                </c:pt>
                <c:pt idx="8306">
                  <c:v>13:37</c:v>
                </c:pt>
                <c:pt idx="8307">
                  <c:v>13:37</c:v>
                </c:pt>
                <c:pt idx="8308">
                  <c:v>13:37</c:v>
                </c:pt>
                <c:pt idx="8309">
                  <c:v>13:37</c:v>
                </c:pt>
                <c:pt idx="8310">
                  <c:v>13:38</c:v>
                </c:pt>
                <c:pt idx="8311">
                  <c:v>13:38</c:v>
                </c:pt>
                <c:pt idx="8312">
                  <c:v>13:38</c:v>
                </c:pt>
                <c:pt idx="8313">
                  <c:v>13:38</c:v>
                </c:pt>
                <c:pt idx="8314">
                  <c:v>13:38</c:v>
                </c:pt>
                <c:pt idx="8315">
                  <c:v>13:38</c:v>
                </c:pt>
                <c:pt idx="8316">
                  <c:v>13:38</c:v>
                </c:pt>
                <c:pt idx="8317">
                  <c:v>13:38</c:v>
                </c:pt>
                <c:pt idx="8318">
                  <c:v>13:38</c:v>
                </c:pt>
                <c:pt idx="8319">
                  <c:v>13:38</c:v>
                </c:pt>
                <c:pt idx="8320">
                  <c:v>13:38</c:v>
                </c:pt>
                <c:pt idx="8321">
                  <c:v>13:38</c:v>
                </c:pt>
                <c:pt idx="8322">
                  <c:v>13:38</c:v>
                </c:pt>
                <c:pt idx="8323">
                  <c:v>13:38</c:v>
                </c:pt>
                <c:pt idx="8324">
                  <c:v>13:38</c:v>
                </c:pt>
                <c:pt idx="8325">
                  <c:v>13:38</c:v>
                </c:pt>
                <c:pt idx="8326">
                  <c:v>13:38</c:v>
                </c:pt>
                <c:pt idx="8327">
                  <c:v>13:38</c:v>
                </c:pt>
                <c:pt idx="8328">
                  <c:v>13:38</c:v>
                </c:pt>
                <c:pt idx="8329">
                  <c:v>13:38</c:v>
                </c:pt>
                <c:pt idx="8330">
                  <c:v>13:38</c:v>
                </c:pt>
                <c:pt idx="8331">
                  <c:v>13:38</c:v>
                </c:pt>
                <c:pt idx="8332">
                  <c:v>13:38</c:v>
                </c:pt>
                <c:pt idx="8333">
                  <c:v>13:38</c:v>
                </c:pt>
                <c:pt idx="8334">
                  <c:v>13:38</c:v>
                </c:pt>
                <c:pt idx="8335">
                  <c:v>13:38</c:v>
                </c:pt>
                <c:pt idx="8336">
                  <c:v>13:38</c:v>
                </c:pt>
                <c:pt idx="8337">
                  <c:v>13:38</c:v>
                </c:pt>
                <c:pt idx="8338">
                  <c:v>13:38</c:v>
                </c:pt>
                <c:pt idx="8339">
                  <c:v>13:38</c:v>
                </c:pt>
                <c:pt idx="8340">
                  <c:v>13:39</c:v>
                </c:pt>
                <c:pt idx="8341">
                  <c:v>13:39</c:v>
                </c:pt>
                <c:pt idx="8342">
                  <c:v>13:39</c:v>
                </c:pt>
                <c:pt idx="8343">
                  <c:v>13:39</c:v>
                </c:pt>
                <c:pt idx="8344">
                  <c:v>13:39</c:v>
                </c:pt>
                <c:pt idx="8345">
                  <c:v>13:39</c:v>
                </c:pt>
                <c:pt idx="8346">
                  <c:v>13:39</c:v>
                </c:pt>
                <c:pt idx="8347">
                  <c:v>13:39</c:v>
                </c:pt>
                <c:pt idx="8348">
                  <c:v>13:39</c:v>
                </c:pt>
                <c:pt idx="8349">
                  <c:v>13:39</c:v>
                </c:pt>
                <c:pt idx="8350">
                  <c:v>13:39</c:v>
                </c:pt>
                <c:pt idx="8351">
                  <c:v>13:39</c:v>
                </c:pt>
                <c:pt idx="8352">
                  <c:v>13:39</c:v>
                </c:pt>
                <c:pt idx="8353">
                  <c:v>13:39</c:v>
                </c:pt>
                <c:pt idx="8354">
                  <c:v>13:39</c:v>
                </c:pt>
                <c:pt idx="8355">
                  <c:v>13:39</c:v>
                </c:pt>
                <c:pt idx="8356">
                  <c:v>13:39</c:v>
                </c:pt>
                <c:pt idx="8357">
                  <c:v>13:39</c:v>
                </c:pt>
                <c:pt idx="8358">
                  <c:v>13:39</c:v>
                </c:pt>
                <c:pt idx="8359">
                  <c:v>13:39</c:v>
                </c:pt>
                <c:pt idx="8360">
                  <c:v>13:39</c:v>
                </c:pt>
                <c:pt idx="8361">
                  <c:v>13:39</c:v>
                </c:pt>
                <c:pt idx="8362">
                  <c:v>13:39</c:v>
                </c:pt>
                <c:pt idx="8363">
                  <c:v>13:39</c:v>
                </c:pt>
                <c:pt idx="8364">
                  <c:v>13:39</c:v>
                </c:pt>
                <c:pt idx="8365">
                  <c:v>13:39</c:v>
                </c:pt>
                <c:pt idx="8366">
                  <c:v>13:39</c:v>
                </c:pt>
                <c:pt idx="8367">
                  <c:v>13:39</c:v>
                </c:pt>
                <c:pt idx="8368">
                  <c:v>13:39</c:v>
                </c:pt>
                <c:pt idx="8369">
                  <c:v>13:39</c:v>
                </c:pt>
                <c:pt idx="8370">
                  <c:v>13:40</c:v>
                </c:pt>
                <c:pt idx="8371">
                  <c:v>13:40</c:v>
                </c:pt>
                <c:pt idx="8372">
                  <c:v>13:40</c:v>
                </c:pt>
                <c:pt idx="8373">
                  <c:v>13:40</c:v>
                </c:pt>
                <c:pt idx="8374">
                  <c:v>13:40</c:v>
                </c:pt>
                <c:pt idx="8375">
                  <c:v>13:40</c:v>
                </c:pt>
                <c:pt idx="8376">
                  <c:v>13:40</c:v>
                </c:pt>
                <c:pt idx="8377">
                  <c:v>13:40</c:v>
                </c:pt>
                <c:pt idx="8378">
                  <c:v>13:40</c:v>
                </c:pt>
                <c:pt idx="8379">
                  <c:v>13:40</c:v>
                </c:pt>
                <c:pt idx="8380">
                  <c:v>13:40</c:v>
                </c:pt>
                <c:pt idx="8381">
                  <c:v>13:40</c:v>
                </c:pt>
                <c:pt idx="8382">
                  <c:v>13:40</c:v>
                </c:pt>
                <c:pt idx="8383">
                  <c:v>13:40</c:v>
                </c:pt>
                <c:pt idx="8384">
                  <c:v>13:40</c:v>
                </c:pt>
                <c:pt idx="8385">
                  <c:v>13:40</c:v>
                </c:pt>
                <c:pt idx="8386">
                  <c:v>13:40</c:v>
                </c:pt>
                <c:pt idx="8387">
                  <c:v>13:40</c:v>
                </c:pt>
                <c:pt idx="8388">
                  <c:v>13:40</c:v>
                </c:pt>
                <c:pt idx="8389">
                  <c:v>13:40</c:v>
                </c:pt>
                <c:pt idx="8390">
                  <c:v>13:40</c:v>
                </c:pt>
                <c:pt idx="8391">
                  <c:v>13:40</c:v>
                </c:pt>
                <c:pt idx="8392">
                  <c:v>13:40</c:v>
                </c:pt>
                <c:pt idx="8393">
                  <c:v>13:40</c:v>
                </c:pt>
                <c:pt idx="8394">
                  <c:v>13:40</c:v>
                </c:pt>
                <c:pt idx="8395">
                  <c:v>13:40</c:v>
                </c:pt>
                <c:pt idx="8396">
                  <c:v>13:40</c:v>
                </c:pt>
                <c:pt idx="8397">
                  <c:v>13:40</c:v>
                </c:pt>
                <c:pt idx="8398">
                  <c:v>13:40</c:v>
                </c:pt>
                <c:pt idx="8399">
                  <c:v>13:40</c:v>
                </c:pt>
                <c:pt idx="8400">
                  <c:v>13:41</c:v>
                </c:pt>
                <c:pt idx="8401">
                  <c:v>13:41</c:v>
                </c:pt>
                <c:pt idx="8402">
                  <c:v>13:41</c:v>
                </c:pt>
                <c:pt idx="8403">
                  <c:v>13:41</c:v>
                </c:pt>
                <c:pt idx="8404">
                  <c:v>13:41</c:v>
                </c:pt>
                <c:pt idx="8405">
                  <c:v>13:41</c:v>
                </c:pt>
                <c:pt idx="8406">
                  <c:v>13:41</c:v>
                </c:pt>
                <c:pt idx="8407">
                  <c:v>13:41</c:v>
                </c:pt>
                <c:pt idx="8408">
                  <c:v>13:41</c:v>
                </c:pt>
                <c:pt idx="8409">
                  <c:v>13:41</c:v>
                </c:pt>
                <c:pt idx="8410">
                  <c:v>13:41</c:v>
                </c:pt>
                <c:pt idx="8411">
                  <c:v>13:41</c:v>
                </c:pt>
                <c:pt idx="8412">
                  <c:v>13:41</c:v>
                </c:pt>
                <c:pt idx="8413">
                  <c:v>13:41</c:v>
                </c:pt>
                <c:pt idx="8414">
                  <c:v>13:41</c:v>
                </c:pt>
                <c:pt idx="8415">
                  <c:v>13:41</c:v>
                </c:pt>
                <c:pt idx="8416">
                  <c:v>13:41</c:v>
                </c:pt>
                <c:pt idx="8417">
                  <c:v>13:41</c:v>
                </c:pt>
                <c:pt idx="8418">
                  <c:v>13:41</c:v>
                </c:pt>
                <c:pt idx="8419">
                  <c:v>13:41</c:v>
                </c:pt>
                <c:pt idx="8420">
                  <c:v>13:41</c:v>
                </c:pt>
                <c:pt idx="8421">
                  <c:v>13:41</c:v>
                </c:pt>
                <c:pt idx="8422">
                  <c:v>13:41</c:v>
                </c:pt>
                <c:pt idx="8423">
                  <c:v>13:41</c:v>
                </c:pt>
                <c:pt idx="8424">
                  <c:v>13:41</c:v>
                </c:pt>
                <c:pt idx="8425">
                  <c:v>13:41</c:v>
                </c:pt>
                <c:pt idx="8426">
                  <c:v>13:41</c:v>
                </c:pt>
                <c:pt idx="8427">
                  <c:v>13:41</c:v>
                </c:pt>
                <c:pt idx="8428">
                  <c:v>13:41</c:v>
                </c:pt>
                <c:pt idx="8429">
                  <c:v>13:41</c:v>
                </c:pt>
                <c:pt idx="8430">
                  <c:v>13:42</c:v>
                </c:pt>
                <c:pt idx="8431">
                  <c:v>13:42</c:v>
                </c:pt>
                <c:pt idx="8432">
                  <c:v>13:42</c:v>
                </c:pt>
                <c:pt idx="8433">
                  <c:v>13:42</c:v>
                </c:pt>
                <c:pt idx="8434">
                  <c:v>13:42</c:v>
                </c:pt>
                <c:pt idx="8435">
                  <c:v>13:42</c:v>
                </c:pt>
                <c:pt idx="8436">
                  <c:v>13:42</c:v>
                </c:pt>
                <c:pt idx="8437">
                  <c:v>13:42</c:v>
                </c:pt>
                <c:pt idx="8438">
                  <c:v>13:42</c:v>
                </c:pt>
                <c:pt idx="8439">
                  <c:v>13:42</c:v>
                </c:pt>
                <c:pt idx="8440">
                  <c:v>13:42</c:v>
                </c:pt>
                <c:pt idx="8441">
                  <c:v>13:42</c:v>
                </c:pt>
                <c:pt idx="8442">
                  <c:v>13:42</c:v>
                </c:pt>
                <c:pt idx="8443">
                  <c:v>13:42</c:v>
                </c:pt>
                <c:pt idx="8444">
                  <c:v>13:42</c:v>
                </c:pt>
                <c:pt idx="8445">
                  <c:v>13:42</c:v>
                </c:pt>
                <c:pt idx="8446">
                  <c:v>13:42</c:v>
                </c:pt>
                <c:pt idx="8447">
                  <c:v>13:42</c:v>
                </c:pt>
                <c:pt idx="8448">
                  <c:v>13:42</c:v>
                </c:pt>
                <c:pt idx="8449">
                  <c:v>13:42</c:v>
                </c:pt>
                <c:pt idx="8450">
                  <c:v>13:42</c:v>
                </c:pt>
                <c:pt idx="8451">
                  <c:v>13:42</c:v>
                </c:pt>
                <c:pt idx="8452">
                  <c:v>13:42</c:v>
                </c:pt>
                <c:pt idx="8453">
                  <c:v>13:42</c:v>
                </c:pt>
                <c:pt idx="8454">
                  <c:v>13:42</c:v>
                </c:pt>
                <c:pt idx="8455">
                  <c:v>13:42</c:v>
                </c:pt>
                <c:pt idx="8456">
                  <c:v>13:42</c:v>
                </c:pt>
                <c:pt idx="8457">
                  <c:v>13:42</c:v>
                </c:pt>
                <c:pt idx="8458">
                  <c:v>13:42</c:v>
                </c:pt>
                <c:pt idx="8459">
                  <c:v>13:42</c:v>
                </c:pt>
                <c:pt idx="8460">
                  <c:v>13:43</c:v>
                </c:pt>
                <c:pt idx="8461">
                  <c:v>13:43</c:v>
                </c:pt>
                <c:pt idx="8462">
                  <c:v>13:43</c:v>
                </c:pt>
                <c:pt idx="8463">
                  <c:v>13:43</c:v>
                </c:pt>
                <c:pt idx="8464">
                  <c:v>13:43</c:v>
                </c:pt>
                <c:pt idx="8465">
                  <c:v>13:43</c:v>
                </c:pt>
                <c:pt idx="8466">
                  <c:v>13:43</c:v>
                </c:pt>
                <c:pt idx="8467">
                  <c:v>13:43</c:v>
                </c:pt>
                <c:pt idx="8468">
                  <c:v>13:43</c:v>
                </c:pt>
                <c:pt idx="8469">
                  <c:v>13:43</c:v>
                </c:pt>
                <c:pt idx="8470">
                  <c:v>13:43</c:v>
                </c:pt>
                <c:pt idx="8471">
                  <c:v>13:43</c:v>
                </c:pt>
                <c:pt idx="8472">
                  <c:v>13:43</c:v>
                </c:pt>
                <c:pt idx="8473">
                  <c:v>13:43</c:v>
                </c:pt>
                <c:pt idx="8474">
                  <c:v>13:43</c:v>
                </c:pt>
                <c:pt idx="8475">
                  <c:v>13:43</c:v>
                </c:pt>
                <c:pt idx="8476">
                  <c:v>13:43</c:v>
                </c:pt>
                <c:pt idx="8477">
                  <c:v>13:43</c:v>
                </c:pt>
                <c:pt idx="8478">
                  <c:v>13:43</c:v>
                </c:pt>
                <c:pt idx="8479">
                  <c:v>13:43</c:v>
                </c:pt>
                <c:pt idx="8480">
                  <c:v>13:43</c:v>
                </c:pt>
                <c:pt idx="8481">
                  <c:v>13:43</c:v>
                </c:pt>
                <c:pt idx="8482">
                  <c:v>13:43</c:v>
                </c:pt>
                <c:pt idx="8483">
                  <c:v>13:43</c:v>
                </c:pt>
                <c:pt idx="8484">
                  <c:v>13:43</c:v>
                </c:pt>
                <c:pt idx="8485">
                  <c:v>13:43</c:v>
                </c:pt>
                <c:pt idx="8486">
                  <c:v>13:43</c:v>
                </c:pt>
                <c:pt idx="8487">
                  <c:v>13:43</c:v>
                </c:pt>
                <c:pt idx="8488">
                  <c:v>13:43</c:v>
                </c:pt>
                <c:pt idx="8489">
                  <c:v>13:43</c:v>
                </c:pt>
                <c:pt idx="8490">
                  <c:v>13:44</c:v>
                </c:pt>
                <c:pt idx="8491">
                  <c:v>13:44</c:v>
                </c:pt>
                <c:pt idx="8492">
                  <c:v>13:44</c:v>
                </c:pt>
                <c:pt idx="8493">
                  <c:v>13:44</c:v>
                </c:pt>
                <c:pt idx="8494">
                  <c:v>13:44</c:v>
                </c:pt>
                <c:pt idx="8495">
                  <c:v>13:44</c:v>
                </c:pt>
                <c:pt idx="8496">
                  <c:v>13:44</c:v>
                </c:pt>
                <c:pt idx="8497">
                  <c:v>13:44</c:v>
                </c:pt>
                <c:pt idx="8498">
                  <c:v>13:44</c:v>
                </c:pt>
                <c:pt idx="8499">
                  <c:v>13:44</c:v>
                </c:pt>
                <c:pt idx="8500">
                  <c:v>13:44</c:v>
                </c:pt>
                <c:pt idx="8501">
                  <c:v>13:44</c:v>
                </c:pt>
                <c:pt idx="8502">
                  <c:v>13:44</c:v>
                </c:pt>
                <c:pt idx="8503">
                  <c:v>13:44</c:v>
                </c:pt>
                <c:pt idx="8504">
                  <c:v>13:44</c:v>
                </c:pt>
                <c:pt idx="8505">
                  <c:v>13:44</c:v>
                </c:pt>
                <c:pt idx="8506">
                  <c:v>13:44</c:v>
                </c:pt>
                <c:pt idx="8507">
                  <c:v>13:44</c:v>
                </c:pt>
                <c:pt idx="8508">
                  <c:v>13:44</c:v>
                </c:pt>
                <c:pt idx="8509">
                  <c:v>13:44</c:v>
                </c:pt>
                <c:pt idx="8510">
                  <c:v>13:44</c:v>
                </c:pt>
                <c:pt idx="8511">
                  <c:v>13:44</c:v>
                </c:pt>
                <c:pt idx="8512">
                  <c:v>13:44</c:v>
                </c:pt>
                <c:pt idx="8513">
                  <c:v>13:44</c:v>
                </c:pt>
                <c:pt idx="8514">
                  <c:v>13:44</c:v>
                </c:pt>
                <c:pt idx="8515">
                  <c:v>13:44</c:v>
                </c:pt>
                <c:pt idx="8516">
                  <c:v>13:44</c:v>
                </c:pt>
                <c:pt idx="8517">
                  <c:v>13:44</c:v>
                </c:pt>
                <c:pt idx="8518">
                  <c:v>13:44</c:v>
                </c:pt>
                <c:pt idx="8519">
                  <c:v>13:44</c:v>
                </c:pt>
                <c:pt idx="8520">
                  <c:v>13:45</c:v>
                </c:pt>
                <c:pt idx="8521">
                  <c:v>13:45</c:v>
                </c:pt>
                <c:pt idx="8522">
                  <c:v>13:45</c:v>
                </c:pt>
                <c:pt idx="8523">
                  <c:v>13:45</c:v>
                </c:pt>
                <c:pt idx="8524">
                  <c:v>13:45</c:v>
                </c:pt>
                <c:pt idx="8525">
                  <c:v>13:45</c:v>
                </c:pt>
                <c:pt idx="8526">
                  <c:v>13:45</c:v>
                </c:pt>
                <c:pt idx="8527">
                  <c:v>13:45</c:v>
                </c:pt>
                <c:pt idx="8528">
                  <c:v>13:45</c:v>
                </c:pt>
                <c:pt idx="8529">
                  <c:v>13:45</c:v>
                </c:pt>
                <c:pt idx="8530">
                  <c:v>13:45</c:v>
                </c:pt>
                <c:pt idx="8531">
                  <c:v>13:45</c:v>
                </c:pt>
                <c:pt idx="8532">
                  <c:v>13:45</c:v>
                </c:pt>
                <c:pt idx="8533">
                  <c:v>13:45</c:v>
                </c:pt>
                <c:pt idx="8534">
                  <c:v>13:45</c:v>
                </c:pt>
                <c:pt idx="8535">
                  <c:v>13:45</c:v>
                </c:pt>
                <c:pt idx="8536">
                  <c:v>13:45</c:v>
                </c:pt>
                <c:pt idx="8537">
                  <c:v>13:45</c:v>
                </c:pt>
                <c:pt idx="8538">
                  <c:v>13:45</c:v>
                </c:pt>
                <c:pt idx="8539">
                  <c:v>13:45</c:v>
                </c:pt>
                <c:pt idx="8540">
                  <c:v>13:45</c:v>
                </c:pt>
                <c:pt idx="8541">
                  <c:v>13:45</c:v>
                </c:pt>
                <c:pt idx="8542">
                  <c:v>13:45</c:v>
                </c:pt>
                <c:pt idx="8543">
                  <c:v>13:45</c:v>
                </c:pt>
                <c:pt idx="8544">
                  <c:v>13:45</c:v>
                </c:pt>
                <c:pt idx="8545">
                  <c:v>13:45</c:v>
                </c:pt>
                <c:pt idx="8546">
                  <c:v>13:45</c:v>
                </c:pt>
                <c:pt idx="8547">
                  <c:v>13:45</c:v>
                </c:pt>
                <c:pt idx="8548">
                  <c:v>13:45</c:v>
                </c:pt>
                <c:pt idx="8549">
                  <c:v>13:45</c:v>
                </c:pt>
                <c:pt idx="8550">
                  <c:v>13:46</c:v>
                </c:pt>
                <c:pt idx="8551">
                  <c:v>13:46</c:v>
                </c:pt>
                <c:pt idx="8552">
                  <c:v>13:46</c:v>
                </c:pt>
                <c:pt idx="8553">
                  <c:v>13:46</c:v>
                </c:pt>
                <c:pt idx="8554">
                  <c:v>13:46</c:v>
                </c:pt>
                <c:pt idx="8555">
                  <c:v>13:46</c:v>
                </c:pt>
                <c:pt idx="8556">
                  <c:v>13:46</c:v>
                </c:pt>
                <c:pt idx="8557">
                  <c:v>13:46</c:v>
                </c:pt>
                <c:pt idx="8558">
                  <c:v>13:46</c:v>
                </c:pt>
                <c:pt idx="8559">
                  <c:v>13:46</c:v>
                </c:pt>
                <c:pt idx="8560">
                  <c:v>13:46</c:v>
                </c:pt>
                <c:pt idx="8561">
                  <c:v>13:46</c:v>
                </c:pt>
                <c:pt idx="8562">
                  <c:v>13:46</c:v>
                </c:pt>
                <c:pt idx="8563">
                  <c:v>13:46</c:v>
                </c:pt>
                <c:pt idx="8564">
                  <c:v>13:46</c:v>
                </c:pt>
                <c:pt idx="8565">
                  <c:v>13:46</c:v>
                </c:pt>
                <c:pt idx="8566">
                  <c:v>13:46</c:v>
                </c:pt>
                <c:pt idx="8567">
                  <c:v>13:46</c:v>
                </c:pt>
                <c:pt idx="8568">
                  <c:v>13:46</c:v>
                </c:pt>
                <c:pt idx="8569">
                  <c:v>13:46</c:v>
                </c:pt>
                <c:pt idx="8570">
                  <c:v>13:46</c:v>
                </c:pt>
                <c:pt idx="8571">
                  <c:v>13:46</c:v>
                </c:pt>
                <c:pt idx="8572">
                  <c:v>13:46</c:v>
                </c:pt>
                <c:pt idx="8573">
                  <c:v>13:46</c:v>
                </c:pt>
                <c:pt idx="8574">
                  <c:v>13:46</c:v>
                </c:pt>
                <c:pt idx="8575">
                  <c:v>13:46</c:v>
                </c:pt>
                <c:pt idx="8576">
                  <c:v>13:46</c:v>
                </c:pt>
                <c:pt idx="8577">
                  <c:v>13:46</c:v>
                </c:pt>
                <c:pt idx="8578">
                  <c:v>13:46</c:v>
                </c:pt>
                <c:pt idx="8579">
                  <c:v>13:46</c:v>
                </c:pt>
                <c:pt idx="8580">
                  <c:v>13:47</c:v>
                </c:pt>
                <c:pt idx="8581">
                  <c:v>13:47</c:v>
                </c:pt>
                <c:pt idx="8582">
                  <c:v>13:47</c:v>
                </c:pt>
                <c:pt idx="8583">
                  <c:v>13:47</c:v>
                </c:pt>
                <c:pt idx="8584">
                  <c:v>13:47</c:v>
                </c:pt>
                <c:pt idx="8585">
                  <c:v>13:47</c:v>
                </c:pt>
                <c:pt idx="8586">
                  <c:v>13:47</c:v>
                </c:pt>
                <c:pt idx="8587">
                  <c:v>13:47</c:v>
                </c:pt>
                <c:pt idx="8588">
                  <c:v>13:47</c:v>
                </c:pt>
                <c:pt idx="8589">
                  <c:v>13:47</c:v>
                </c:pt>
                <c:pt idx="8590">
                  <c:v>13:47</c:v>
                </c:pt>
                <c:pt idx="8591">
                  <c:v>13:47</c:v>
                </c:pt>
                <c:pt idx="8592">
                  <c:v>13:47</c:v>
                </c:pt>
                <c:pt idx="8593">
                  <c:v>13:47</c:v>
                </c:pt>
                <c:pt idx="8594">
                  <c:v>13:47</c:v>
                </c:pt>
                <c:pt idx="8595">
                  <c:v>13:47</c:v>
                </c:pt>
                <c:pt idx="8596">
                  <c:v>13:47</c:v>
                </c:pt>
                <c:pt idx="8597">
                  <c:v>13:47</c:v>
                </c:pt>
                <c:pt idx="8598">
                  <c:v>13:47</c:v>
                </c:pt>
                <c:pt idx="8599">
                  <c:v>13:47</c:v>
                </c:pt>
                <c:pt idx="8600">
                  <c:v>13:47</c:v>
                </c:pt>
                <c:pt idx="8601">
                  <c:v>13:47</c:v>
                </c:pt>
                <c:pt idx="8602">
                  <c:v>13:47</c:v>
                </c:pt>
                <c:pt idx="8603">
                  <c:v>13:47</c:v>
                </c:pt>
                <c:pt idx="8604">
                  <c:v>13:47</c:v>
                </c:pt>
                <c:pt idx="8605">
                  <c:v>13:47</c:v>
                </c:pt>
                <c:pt idx="8606">
                  <c:v>13:47</c:v>
                </c:pt>
                <c:pt idx="8607">
                  <c:v>13:47</c:v>
                </c:pt>
                <c:pt idx="8608">
                  <c:v>13:47</c:v>
                </c:pt>
                <c:pt idx="8609">
                  <c:v>13:47</c:v>
                </c:pt>
                <c:pt idx="8610">
                  <c:v>13:48</c:v>
                </c:pt>
                <c:pt idx="8611">
                  <c:v>13:48</c:v>
                </c:pt>
                <c:pt idx="8612">
                  <c:v>13:48</c:v>
                </c:pt>
                <c:pt idx="8613">
                  <c:v>13:48</c:v>
                </c:pt>
                <c:pt idx="8614">
                  <c:v>13:48</c:v>
                </c:pt>
                <c:pt idx="8615">
                  <c:v>13:48</c:v>
                </c:pt>
                <c:pt idx="8616">
                  <c:v>13:48</c:v>
                </c:pt>
                <c:pt idx="8617">
                  <c:v>13:48</c:v>
                </c:pt>
                <c:pt idx="8618">
                  <c:v>13:48</c:v>
                </c:pt>
                <c:pt idx="8619">
                  <c:v>13:48</c:v>
                </c:pt>
                <c:pt idx="8620">
                  <c:v>13:48</c:v>
                </c:pt>
                <c:pt idx="8621">
                  <c:v>13:48</c:v>
                </c:pt>
                <c:pt idx="8622">
                  <c:v>13:48</c:v>
                </c:pt>
                <c:pt idx="8623">
                  <c:v>13:48</c:v>
                </c:pt>
                <c:pt idx="8624">
                  <c:v>13:48</c:v>
                </c:pt>
                <c:pt idx="8625">
                  <c:v>13:48</c:v>
                </c:pt>
                <c:pt idx="8626">
                  <c:v>13:48</c:v>
                </c:pt>
                <c:pt idx="8627">
                  <c:v>13:48</c:v>
                </c:pt>
                <c:pt idx="8628">
                  <c:v>13:48</c:v>
                </c:pt>
                <c:pt idx="8629">
                  <c:v>13:48</c:v>
                </c:pt>
                <c:pt idx="8630">
                  <c:v>13:48</c:v>
                </c:pt>
                <c:pt idx="8631">
                  <c:v>13:48</c:v>
                </c:pt>
                <c:pt idx="8632">
                  <c:v>13:48</c:v>
                </c:pt>
                <c:pt idx="8633">
                  <c:v>13:48</c:v>
                </c:pt>
                <c:pt idx="8634">
                  <c:v>13:48</c:v>
                </c:pt>
                <c:pt idx="8635">
                  <c:v>13:48</c:v>
                </c:pt>
                <c:pt idx="8636">
                  <c:v>13:48</c:v>
                </c:pt>
                <c:pt idx="8637">
                  <c:v>13:48</c:v>
                </c:pt>
                <c:pt idx="8638">
                  <c:v>13:48</c:v>
                </c:pt>
                <c:pt idx="8639">
                  <c:v>13:48</c:v>
                </c:pt>
                <c:pt idx="8640">
                  <c:v>13:49</c:v>
                </c:pt>
                <c:pt idx="8641">
                  <c:v>13:49</c:v>
                </c:pt>
                <c:pt idx="8642">
                  <c:v>13:49</c:v>
                </c:pt>
                <c:pt idx="8643">
                  <c:v>13:49</c:v>
                </c:pt>
                <c:pt idx="8644">
                  <c:v>13:49</c:v>
                </c:pt>
                <c:pt idx="8645">
                  <c:v>13:49</c:v>
                </c:pt>
                <c:pt idx="8646">
                  <c:v>13:49</c:v>
                </c:pt>
                <c:pt idx="8647">
                  <c:v>13:49</c:v>
                </c:pt>
                <c:pt idx="8648">
                  <c:v>13:49</c:v>
                </c:pt>
                <c:pt idx="8649">
                  <c:v>13:49</c:v>
                </c:pt>
                <c:pt idx="8650">
                  <c:v>13:49</c:v>
                </c:pt>
                <c:pt idx="8651">
                  <c:v>13:49</c:v>
                </c:pt>
                <c:pt idx="8652">
                  <c:v>13:49</c:v>
                </c:pt>
                <c:pt idx="8653">
                  <c:v>13:49</c:v>
                </c:pt>
                <c:pt idx="8654">
                  <c:v>13:49</c:v>
                </c:pt>
                <c:pt idx="8655">
                  <c:v>13:49</c:v>
                </c:pt>
                <c:pt idx="8656">
                  <c:v>13:49</c:v>
                </c:pt>
                <c:pt idx="8657">
                  <c:v>13:49</c:v>
                </c:pt>
                <c:pt idx="8658">
                  <c:v>13:49</c:v>
                </c:pt>
                <c:pt idx="8659">
                  <c:v>13:49</c:v>
                </c:pt>
                <c:pt idx="8660">
                  <c:v>13:49</c:v>
                </c:pt>
                <c:pt idx="8661">
                  <c:v>13:49</c:v>
                </c:pt>
                <c:pt idx="8662">
                  <c:v>13:49</c:v>
                </c:pt>
                <c:pt idx="8663">
                  <c:v>13:49</c:v>
                </c:pt>
                <c:pt idx="8664">
                  <c:v>13:49</c:v>
                </c:pt>
                <c:pt idx="8665">
                  <c:v>13:49</c:v>
                </c:pt>
                <c:pt idx="8666">
                  <c:v>13:49</c:v>
                </c:pt>
                <c:pt idx="8667">
                  <c:v>13:49</c:v>
                </c:pt>
                <c:pt idx="8668">
                  <c:v>13:49</c:v>
                </c:pt>
                <c:pt idx="8669">
                  <c:v>13:49</c:v>
                </c:pt>
                <c:pt idx="8670">
                  <c:v>13:50</c:v>
                </c:pt>
                <c:pt idx="8671">
                  <c:v>13:50</c:v>
                </c:pt>
                <c:pt idx="8672">
                  <c:v>13:50</c:v>
                </c:pt>
                <c:pt idx="8673">
                  <c:v>13:50</c:v>
                </c:pt>
                <c:pt idx="8674">
                  <c:v>13:50</c:v>
                </c:pt>
                <c:pt idx="8675">
                  <c:v>13:50</c:v>
                </c:pt>
                <c:pt idx="8676">
                  <c:v>13:50</c:v>
                </c:pt>
                <c:pt idx="8677">
                  <c:v>13:50</c:v>
                </c:pt>
                <c:pt idx="8678">
                  <c:v>13:50</c:v>
                </c:pt>
                <c:pt idx="8679">
                  <c:v>13:50</c:v>
                </c:pt>
                <c:pt idx="8680">
                  <c:v>13:50</c:v>
                </c:pt>
                <c:pt idx="8681">
                  <c:v>13:50</c:v>
                </c:pt>
                <c:pt idx="8682">
                  <c:v>13:50</c:v>
                </c:pt>
                <c:pt idx="8683">
                  <c:v>13:50</c:v>
                </c:pt>
                <c:pt idx="8684">
                  <c:v>13:50</c:v>
                </c:pt>
                <c:pt idx="8685">
                  <c:v>13:50</c:v>
                </c:pt>
                <c:pt idx="8686">
                  <c:v>13:50</c:v>
                </c:pt>
                <c:pt idx="8687">
                  <c:v>13:50</c:v>
                </c:pt>
                <c:pt idx="8688">
                  <c:v>13:50</c:v>
                </c:pt>
                <c:pt idx="8689">
                  <c:v>13:50</c:v>
                </c:pt>
                <c:pt idx="8690">
                  <c:v>13:50</c:v>
                </c:pt>
                <c:pt idx="8691">
                  <c:v>13:50</c:v>
                </c:pt>
                <c:pt idx="8692">
                  <c:v>13:50</c:v>
                </c:pt>
                <c:pt idx="8693">
                  <c:v>13:50</c:v>
                </c:pt>
                <c:pt idx="8694">
                  <c:v>13:50</c:v>
                </c:pt>
                <c:pt idx="8695">
                  <c:v>13:50</c:v>
                </c:pt>
                <c:pt idx="8696">
                  <c:v>13:50</c:v>
                </c:pt>
                <c:pt idx="8697">
                  <c:v>13:50</c:v>
                </c:pt>
                <c:pt idx="8698">
                  <c:v>13:50</c:v>
                </c:pt>
                <c:pt idx="8699">
                  <c:v>13:50</c:v>
                </c:pt>
                <c:pt idx="8700">
                  <c:v>13:51</c:v>
                </c:pt>
                <c:pt idx="8701">
                  <c:v>13:51</c:v>
                </c:pt>
                <c:pt idx="8702">
                  <c:v>13:51</c:v>
                </c:pt>
                <c:pt idx="8703">
                  <c:v>13:51</c:v>
                </c:pt>
                <c:pt idx="8704">
                  <c:v>13:51</c:v>
                </c:pt>
                <c:pt idx="8705">
                  <c:v>13:51</c:v>
                </c:pt>
                <c:pt idx="8706">
                  <c:v>13:51</c:v>
                </c:pt>
                <c:pt idx="8707">
                  <c:v>13:51</c:v>
                </c:pt>
                <c:pt idx="8708">
                  <c:v>13:51</c:v>
                </c:pt>
                <c:pt idx="8709">
                  <c:v>13:51</c:v>
                </c:pt>
                <c:pt idx="8710">
                  <c:v>13:51</c:v>
                </c:pt>
                <c:pt idx="8711">
                  <c:v>13:51</c:v>
                </c:pt>
                <c:pt idx="8712">
                  <c:v>13:51</c:v>
                </c:pt>
                <c:pt idx="8713">
                  <c:v>13:51</c:v>
                </c:pt>
                <c:pt idx="8714">
                  <c:v>13:51</c:v>
                </c:pt>
                <c:pt idx="8715">
                  <c:v>13:51</c:v>
                </c:pt>
                <c:pt idx="8716">
                  <c:v>13:51</c:v>
                </c:pt>
                <c:pt idx="8717">
                  <c:v>13:51</c:v>
                </c:pt>
                <c:pt idx="8718">
                  <c:v>13:51</c:v>
                </c:pt>
                <c:pt idx="8719">
                  <c:v>13:51</c:v>
                </c:pt>
                <c:pt idx="8720">
                  <c:v>13:51</c:v>
                </c:pt>
                <c:pt idx="8721">
                  <c:v>13:51</c:v>
                </c:pt>
                <c:pt idx="8722">
                  <c:v>13:51</c:v>
                </c:pt>
                <c:pt idx="8723">
                  <c:v>13:51</c:v>
                </c:pt>
                <c:pt idx="8724">
                  <c:v>13:51</c:v>
                </c:pt>
                <c:pt idx="8725">
                  <c:v>13:51</c:v>
                </c:pt>
                <c:pt idx="8726">
                  <c:v>13:51</c:v>
                </c:pt>
                <c:pt idx="8727">
                  <c:v>13:51</c:v>
                </c:pt>
                <c:pt idx="8728">
                  <c:v>13:51</c:v>
                </c:pt>
                <c:pt idx="8729">
                  <c:v>13:51</c:v>
                </c:pt>
                <c:pt idx="8730">
                  <c:v>13:52</c:v>
                </c:pt>
                <c:pt idx="8731">
                  <c:v>13:52</c:v>
                </c:pt>
                <c:pt idx="8732">
                  <c:v>13:52</c:v>
                </c:pt>
                <c:pt idx="8733">
                  <c:v>13:52</c:v>
                </c:pt>
                <c:pt idx="8734">
                  <c:v>13:52</c:v>
                </c:pt>
                <c:pt idx="8735">
                  <c:v>13:52</c:v>
                </c:pt>
                <c:pt idx="8736">
                  <c:v>13:52</c:v>
                </c:pt>
                <c:pt idx="8737">
                  <c:v>13:52</c:v>
                </c:pt>
                <c:pt idx="8738">
                  <c:v>13:52</c:v>
                </c:pt>
                <c:pt idx="8739">
                  <c:v>13:52</c:v>
                </c:pt>
                <c:pt idx="8740">
                  <c:v>13:52</c:v>
                </c:pt>
                <c:pt idx="8741">
                  <c:v>13:52</c:v>
                </c:pt>
                <c:pt idx="8742">
                  <c:v>13:52</c:v>
                </c:pt>
                <c:pt idx="8743">
                  <c:v>13:52</c:v>
                </c:pt>
                <c:pt idx="8744">
                  <c:v>13:52</c:v>
                </c:pt>
                <c:pt idx="8745">
                  <c:v>13:52</c:v>
                </c:pt>
                <c:pt idx="8746">
                  <c:v>13:52</c:v>
                </c:pt>
                <c:pt idx="8747">
                  <c:v>13:52</c:v>
                </c:pt>
                <c:pt idx="8748">
                  <c:v>13:52</c:v>
                </c:pt>
                <c:pt idx="8749">
                  <c:v>13:52</c:v>
                </c:pt>
                <c:pt idx="8750">
                  <c:v>13:52</c:v>
                </c:pt>
                <c:pt idx="8751">
                  <c:v>13:52</c:v>
                </c:pt>
                <c:pt idx="8752">
                  <c:v>13:52</c:v>
                </c:pt>
                <c:pt idx="8753">
                  <c:v>13:52</c:v>
                </c:pt>
                <c:pt idx="8754">
                  <c:v>13:52</c:v>
                </c:pt>
                <c:pt idx="8755">
                  <c:v>13:52</c:v>
                </c:pt>
                <c:pt idx="8756">
                  <c:v>13:52</c:v>
                </c:pt>
                <c:pt idx="8757">
                  <c:v>13:52</c:v>
                </c:pt>
                <c:pt idx="8758">
                  <c:v>13:52</c:v>
                </c:pt>
                <c:pt idx="8759">
                  <c:v>13:52</c:v>
                </c:pt>
                <c:pt idx="8760">
                  <c:v>13:53</c:v>
                </c:pt>
                <c:pt idx="8761">
                  <c:v>13:53</c:v>
                </c:pt>
                <c:pt idx="8762">
                  <c:v>13:53</c:v>
                </c:pt>
                <c:pt idx="8763">
                  <c:v>13:53</c:v>
                </c:pt>
                <c:pt idx="8764">
                  <c:v>13:53</c:v>
                </c:pt>
                <c:pt idx="8765">
                  <c:v>13:53</c:v>
                </c:pt>
                <c:pt idx="8766">
                  <c:v>13:53</c:v>
                </c:pt>
                <c:pt idx="8767">
                  <c:v>13:53</c:v>
                </c:pt>
                <c:pt idx="8768">
                  <c:v>13:53</c:v>
                </c:pt>
                <c:pt idx="8769">
                  <c:v>13:53</c:v>
                </c:pt>
                <c:pt idx="8770">
                  <c:v>13:53</c:v>
                </c:pt>
                <c:pt idx="8771">
                  <c:v>13:53</c:v>
                </c:pt>
                <c:pt idx="8772">
                  <c:v>13:53</c:v>
                </c:pt>
                <c:pt idx="8773">
                  <c:v>13:53</c:v>
                </c:pt>
                <c:pt idx="8774">
                  <c:v>13:53</c:v>
                </c:pt>
                <c:pt idx="8775">
                  <c:v>13:53</c:v>
                </c:pt>
                <c:pt idx="8776">
                  <c:v>13:53</c:v>
                </c:pt>
                <c:pt idx="8777">
                  <c:v>13:53</c:v>
                </c:pt>
                <c:pt idx="8778">
                  <c:v>13:53</c:v>
                </c:pt>
                <c:pt idx="8779">
                  <c:v>13:53</c:v>
                </c:pt>
                <c:pt idx="8780">
                  <c:v>13:53</c:v>
                </c:pt>
                <c:pt idx="8781">
                  <c:v>13:53</c:v>
                </c:pt>
                <c:pt idx="8782">
                  <c:v>13:53</c:v>
                </c:pt>
                <c:pt idx="8783">
                  <c:v>13:53</c:v>
                </c:pt>
                <c:pt idx="8784">
                  <c:v>13:53</c:v>
                </c:pt>
                <c:pt idx="8785">
                  <c:v>13:53</c:v>
                </c:pt>
                <c:pt idx="8786">
                  <c:v>13:53</c:v>
                </c:pt>
                <c:pt idx="8787">
                  <c:v>13:53</c:v>
                </c:pt>
                <c:pt idx="8788">
                  <c:v>13:53</c:v>
                </c:pt>
                <c:pt idx="8789">
                  <c:v>13:53</c:v>
                </c:pt>
                <c:pt idx="8790">
                  <c:v>13:54</c:v>
                </c:pt>
                <c:pt idx="8791">
                  <c:v>13:54</c:v>
                </c:pt>
                <c:pt idx="8792">
                  <c:v>13:54</c:v>
                </c:pt>
                <c:pt idx="8793">
                  <c:v>13:54</c:v>
                </c:pt>
                <c:pt idx="8794">
                  <c:v>13:54</c:v>
                </c:pt>
                <c:pt idx="8795">
                  <c:v>13:54</c:v>
                </c:pt>
                <c:pt idx="8796">
                  <c:v>13:54</c:v>
                </c:pt>
                <c:pt idx="8797">
                  <c:v>13:54</c:v>
                </c:pt>
                <c:pt idx="8798">
                  <c:v>13:54</c:v>
                </c:pt>
                <c:pt idx="8799">
                  <c:v>13:54</c:v>
                </c:pt>
                <c:pt idx="8800">
                  <c:v>13:54</c:v>
                </c:pt>
                <c:pt idx="8801">
                  <c:v>13:54</c:v>
                </c:pt>
                <c:pt idx="8802">
                  <c:v>13:54</c:v>
                </c:pt>
                <c:pt idx="8803">
                  <c:v>13:54</c:v>
                </c:pt>
                <c:pt idx="8804">
                  <c:v>13:54</c:v>
                </c:pt>
                <c:pt idx="8805">
                  <c:v>13:54</c:v>
                </c:pt>
                <c:pt idx="8806">
                  <c:v>13:54</c:v>
                </c:pt>
                <c:pt idx="8807">
                  <c:v>13:54</c:v>
                </c:pt>
                <c:pt idx="8808">
                  <c:v>13:54</c:v>
                </c:pt>
                <c:pt idx="8809">
                  <c:v>13:54</c:v>
                </c:pt>
                <c:pt idx="8810">
                  <c:v>13:54</c:v>
                </c:pt>
                <c:pt idx="8811">
                  <c:v>13:54</c:v>
                </c:pt>
                <c:pt idx="8812">
                  <c:v>13:54</c:v>
                </c:pt>
                <c:pt idx="8813">
                  <c:v>13:54</c:v>
                </c:pt>
                <c:pt idx="8814">
                  <c:v>13:54</c:v>
                </c:pt>
                <c:pt idx="8815">
                  <c:v>13:54</c:v>
                </c:pt>
                <c:pt idx="8816">
                  <c:v>13:54</c:v>
                </c:pt>
                <c:pt idx="8817">
                  <c:v>13:54</c:v>
                </c:pt>
                <c:pt idx="8818">
                  <c:v>13:54</c:v>
                </c:pt>
                <c:pt idx="8819">
                  <c:v>13:54</c:v>
                </c:pt>
                <c:pt idx="8820">
                  <c:v>13:55</c:v>
                </c:pt>
                <c:pt idx="8821">
                  <c:v>13:55</c:v>
                </c:pt>
                <c:pt idx="8822">
                  <c:v>13:55</c:v>
                </c:pt>
                <c:pt idx="8823">
                  <c:v>13:55</c:v>
                </c:pt>
                <c:pt idx="8824">
                  <c:v>13:55</c:v>
                </c:pt>
                <c:pt idx="8825">
                  <c:v>13:55</c:v>
                </c:pt>
                <c:pt idx="8826">
                  <c:v>13:55</c:v>
                </c:pt>
                <c:pt idx="8827">
                  <c:v>13:55</c:v>
                </c:pt>
                <c:pt idx="8828">
                  <c:v>13:55</c:v>
                </c:pt>
                <c:pt idx="8829">
                  <c:v>13:55</c:v>
                </c:pt>
                <c:pt idx="8830">
                  <c:v>13:55</c:v>
                </c:pt>
                <c:pt idx="8831">
                  <c:v>13:55</c:v>
                </c:pt>
                <c:pt idx="8832">
                  <c:v>13:55</c:v>
                </c:pt>
                <c:pt idx="8833">
                  <c:v>13:55</c:v>
                </c:pt>
                <c:pt idx="8834">
                  <c:v>13:55</c:v>
                </c:pt>
                <c:pt idx="8835">
                  <c:v>13:55</c:v>
                </c:pt>
                <c:pt idx="8836">
                  <c:v>13:55</c:v>
                </c:pt>
                <c:pt idx="8837">
                  <c:v>13:55</c:v>
                </c:pt>
                <c:pt idx="8838">
                  <c:v>13:55</c:v>
                </c:pt>
                <c:pt idx="8839">
                  <c:v>13:55</c:v>
                </c:pt>
                <c:pt idx="8840">
                  <c:v>13:55</c:v>
                </c:pt>
                <c:pt idx="8841">
                  <c:v>13:55</c:v>
                </c:pt>
                <c:pt idx="8842">
                  <c:v>13:55</c:v>
                </c:pt>
                <c:pt idx="8843">
                  <c:v>13:55</c:v>
                </c:pt>
                <c:pt idx="8844">
                  <c:v>13:55</c:v>
                </c:pt>
                <c:pt idx="8845">
                  <c:v>13:55</c:v>
                </c:pt>
                <c:pt idx="8846">
                  <c:v>13:55</c:v>
                </c:pt>
                <c:pt idx="8847">
                  <c:v>13:55</c:v>
                </c:pt>
                <c:pt idx="8848">
                  <c:v>13:55</c:v>
                </c:pt>
                <c:pt idx="8849">
                  <c:v>13:55</c:v>
                </c:pt>
                <c:pt idx="8850">
                  <c:v>13:56</c:v>
                </c:pt>
                <c:pt idx="8851">
                  <c:v>13:56</c:v>
                </c:pt>
                <c:pt idx="8852">
                  <c:v>13:56</c:v>
                </c:pt>
                <c:pt idx="8853">
                  <c:v>13:56</c:v>
                </c:pt>
                <c:pt idx="8854">
                  <c:v>13:56</c:v>
                </c:pt>
                <c:pt idx="8855">
                  <c:v>13:56</c:v>
                </c:pt>
                <c:pt idx="8856">
                  <c:v>13:56</c:v>
                </c:pt>
                <c:pt idx="8857">
                  <c:v>13:56</c:v>
                </c:pt>
                <c:pt idx="8858">
                  <c:v>13:56</c:v>
                </c:pt>
                <c:pt idx="8859">
                  <c:v>13:56</c:v>
                </c:pt>
                <c:pt idx="8860">
                  <c:v>13:56</c:v>
                </c:pt>
                <c:pt idx="8861">
                  <c:v>13:56</c:v>
                </c:pt>
                <c:pt idx="8862">
                  <c:v>13:56</c:v>
                </c:pt>
                <c:pt idx="8863">
                  <c:v>13:56</c:v>
                </c:pt>
                <c:pt idx="8864">
                  <c:v>13:56</c:v>
                </c:pt>
                <c:pt idx="8865">
                  <c:v>13:56</c:v>
                </c:pt>
                <c:pt idx="8866">
                  <c:v>13:56</c:v>
                </c:pt>
                <c:pt idx="8867">
                  <c:v>13:56</c:v>
                </c:pt>
                <c:pt idx="8868">
                  <c:v>13:56</c:v>
                </c:pt>
                <c:pt idx="8869">
                  <c:v>13:56</c:v>
                </c:pt>
                <c:pt idx="8870">
                  <c:v>13:56</c:v>
                </c:pt>
                <c:pt idx="8871">
                  <c:v>13:56</c:v>
                </c:pt>
                <c:pt idx="8872">
                  <c:v>13:56</c:v>
                </c:pt>
                <c:pt idx="8873">
                  <c:v>13:56</c:v>
                </c:pt>
                <c:pt idx="8874">
                  <c:v>13:56</c:v>
                </c:pt>
                <c:pt idx="8875">
                  <c:v>13:56</c:v>
                </c:pt>
                <c:pt idx="8876">
                  <c:v>13:56</c:v>
                </c:pt>
                <c:pt idx="8877">
                  <c:v>13:56</c:v>
                </c:pt>
                <c:pt idx="8878">
                  <c:v>13:56</c:v>
                </c:pt>
                <c:pt idx="8879">
                  <c:v>13:56</c:v>
                </c:pt>
                <c:pt idx="8880">
                  <c:v>13:57</c:v>
                </c:pt>
                <c:pt idx="8881">
                  <c:v>13:57</c:v>
                </c:pt>
                <c:pt idx="8882">
                  <c:v>13:57</c:v>
                </c:pt>
                <c:pt idx="8883">
                  <c:v>13:57</c:v>
                </c:pt>
                <c:pt idx="8884">
                  <c:v>13:57</c:v>
                </c:pt>
                <c:pt idx="8885">
                  <c:v>13:57</c:v>
                </c:pt>
                <c:pt idx="8886">
                  <c:v>13:57</c:v>
                </c:pt>
                <c:pt idx="8887">
                  <c:v>13:57</c:v>
                </c:pt>
                <c:pt idx="8888">
                  <c:v>13:57</c:v>
                </c:pt>
                <c:pt idx="8889">
                  <c:v>13:57</c:v>
                </c:pt>
                <c:pt idx="8890">
                  <c:v>13:57</c:v>
                </c:pt>
                <c:pt idx="8891">
                  <c:v>13:57</c:v>
                </c:pt>
                <c:pt idx="8892">
                  <c:v>13:57</c:v>
                </c:pt>
                <c:pt idx="8893">
                  <c:v>13:57</c:v>
                </c:pt>
                <c:pt idx="8894">
                  <c:v>13:57</c:v>
                </c:pt>
                <c:pt idx="8895">
                  <c:v>13:57</c:v>
                </c:pt>
                <c:pt idx="8896">
                  <c:v>13:57</c:v>
                </c:pt>
                <c:pt idx="8897">
                  <c:v>13:57</c:v>
                </c:pt>
                <c:pt idx="8898">
                  <c:v>13:57</c:v>
                </c:pt>
                <c:pt idx="8899">
                  <c:v>13:57</c:v>
                </c:pt>
                <c:pt idx="8900">
                  <c:v>13:57</c:v>
                </c:pt>
                <c:pt idx="8901">
                  <c:v>13:57</c:v>
                </c:pt>
                <c:pt idx="8902">
                  <c:v>13:57</c:v>
                </c:pt>
                <c:pt idx="8903">
                  <c:v>13:57</c:v>
                </c:pt>
                <c:pt idx="8904">
                  <c:v>13:57</c:v>
                </c:pt>
                <c:pt idx="8905">
                  <c:v>13:57</c:v>
                </c:pt>
                <c:pt idx="8906">
                  <c:v>13:57</c:v>
                </c:pt>
                <c:pt idx="8907">
                  <c:v>13:57</c:v>
                </c:pt>
                <c:pt idx="8908">
                  <c:v>13:57</c:v>
                </c:pt>
                <c:pt idx="8909">
                  <c:v>13:57</c:v>
                </c:pt>
                <c:pt idx="8910">
                  <c:v>13:58</c:v>
                </c:pt>
                <c:pt idx="8911">
                  <c:v>13:58</c:v>
                </c:pt>
                <c:pt idx="8912">
                  <c:v>13:58</c:v>
                </c:pt>
                <c:pt idx="8913">
                  <c:v>13:58</c:v>
                </c:pt>
                <c:pt idx="8914">
                  <c:v>13:58</c:v>
                </c:pt>
                <c:pt idx="8915">
                  <c:v>13:58</c:v>
                </c:pt>
                <c:pt idx="8916">
                  <c:v>13:58</c:v>
                </c:pt>
                <c:pt idx="8917">
                  <c:v>13:58</c:v>
                </c:pt>
                <c:pt idx="8918">
                  <c:v>13:58</c:v>
                </c:pt>
                <c:pt idx="8919">
                  <c:v>13:58</c:v>
                </c:pt>
                <c:pt idx="8920">
                  <c:v>13:58</c:v>
                </c:pt>
                <c:pt idx="8921">
                  <c:v>13:58</c:v>
                </c:pt>
                <c:pt idx="8922">
                  <c:v>13:58</c:v>
                </c:pt>
                <c:pt idx="8923">
                  <c:v>13:58</c:v>
                </c:pt>
                <c:pt idx="8924">
                  <c:v>13:58</c:v>
                </c:pt>
                <c:pt idx="8925">
                  <c:v>13:58</c:v>
                </c:pt>
                <c:pt idx="8926">
                  <c:v>13:58</c:v>
                </c:pt>
                <c:pt idx="8927">
                  <c:v>13:58</c:v>
                </c:pt>
                <c:pt idx="8928">
                  <c:v>13:58</c:v>
                </c:pt>
                <c:pt idx="8929">
                  <c:v>13:58</c:v>
                </c:pt>
                <c:pt idx="8930">
                  <c:v>13:58</c:v>
                </c:pt>
                <c:pt idx="8931">
                  <c:v>13:58</c:v>
                </c:pt>
                <c:pt idx="8932">
                  <c:v>13:58</c:v>
                </c:pt>
                <c:pt idx="8933">
                  <c:v>13:58</c:v>
                </c:pt>
                <c:pt idx="8934">
                  <c:v>13:58</c:v>
                </c:pt>
                <c:pt idx="8935">
                  <c:v>13:58</c:v>
                </c:pt>
                <c:pt idx="8936">
                  <c:v>13:58</c:v>
                </c:pt>
                <c:pt idx="8937">
                  <c:v>13:58</c:v>
                </c:pt>
                <c:pt idx="8938">
                  <c:v>13:58</c:v>
                </c:pt>
                <c:pt idx="8939">
                  <c:v>13:58</c:v>
                </c:pt>
                <c:pt idx="8940">
                  <c:v>13:59</c:v>
                </c:pt>
                <c:pt idx="8941">
                  <c:v>13:59</c:v>
                </c:pt>
                <c:pt idx="8942">
                  <c:v>13:59</c:v>
                </c:pt>
                <c:pt idx="8943">
                  <c:v>13:59</c:v>
                </c:pt>
                <c:pt idx="8944">
                  <c:v>13:59</c:v>
                </c:pt>
                <c:pt idx="8945">
                  <c:v>13:59</c:v>
                </c:pt>
                <c:pt idx="8946">
                  <c:v>13:59</c:v>
                </c:pt>
                <c:pt idx="8947">
                  <c:v>13:59</c:v>
                </c:pt>
                <c:pt idx="8948">
                  <c:v>13:59</c:v>
                </c:pt>
                <c:pt idx="8949">
                  <c:v>13:59</c:v>
                </c:pt>
                <c:pt idx="8950">
                  <c:v>13:59</c:v>
                </c:pt>
                <c:pt idx="8951">
                  <c:v>13:59</c:v>
                </c:pt>
                <c:pt idx="8952">
                  <c:v>13:59</c:v>
                </c:pt>
                <c:pt idx="8953">
                  <c:v>13:59</c:v>
                </c:pt>
                <c:pt idx="8954">
                  <c:v>13:59</c:v>
                </c:pt>
                <c:pt idx="8955">
                  <c:v>13:59</c:v>
                </c:pt>
                <c:pt idx="8956">
                  <c:v>13:59</c:v>
                </c:pt>
                <c:pt idx="8957">
                  <c:v>13:59</c:v>
                </c:pt>
                <c:pt idx="8958">
                  <c:v>13:59</c:v>
                </c:pt>
                <c:pt idx="8959">
                  <c:v>13:59</c:v>
                </c:pt>
                <c:pt idx="8960">
                  <c:v>13:59</c:v>
                </c:pt>
                <c:pt idx="8961">
                  <c:v>13:59</c:v>
                </c:pt>
                <c:pt idx="8962">
                  <c:v>13:59</c:v>
                </c:pt>
                <c:pt idx="8963">
                  <c:v>13:59</c:v>
                </c:pt>
                <c:pt idx="8964">
                  <c:v>13:59</c:v>
                </c:pt>
                <c:pt idx="8965">
                  <c:v>13:59</c:v>
                </c:pt>
                <c:pt idx="8966">
                  <c:v>13:59</c:v>
                </c:pt>
                <c:pt idx="8967">
                  <c:v>13:59</c:v>
                </c:pt>
                <c:pt idx="8968">
                  <c:v>13:59</c:v>
                </c:pt>
                <c:pt idx="8969">
                  <c:v>13:59</c:v>
                </c:pt>
                <c:pt idx="8970">
                  <c:v>14:00</c:v>
                </c:pt>
                <c:pt idx="8971">
                  <c:v>14:00</c:v>
                </c:pt>
                <c:pt idx="8972">
                  <c:v>14:00</c:v>
                </c:pt>
                <c:pt idx="8973">
                  <c:v>14:00</c:v>
                </c:pt>
                <c:pt idx="8974">
                  <c:v>14:00</c:v>
                </c:pt>
                <c:pt idx="8975">
                  <c:v>14:00</c:v>
                </c:pt>
                <c:pt idx="8976">
                  <c:v>14:00</c:v>
                </c:pt>
                <c:pt idx="8977">
                  <c:v>14:00</c:v>
                </c:pt>
                <c:pt idx="8978">
                  <c:v>14:00</c:v>
                </c:pt>
                <c:pt idx="8979">
                  <c:v>14:00</c:v>
                </c:pt>
                <c:pt idx="8980">
                  <c:v>14:00</c:v>
                </c:pt>
                <c:pt idx="8981">
                  <c:v>14:00</c:v>
                </c:pt>
                <c:pt idx="8982">
                  <c:v>14:00</c:v>
                </c:pt>
                <c:pt idx="8983">
                  <c:v>14:00</c:v>
                </c:pt>
                <c:pt idx="8984">
                  <c:v>14:00</c:v>
                </c:pt>
                <c:pt idx="8985">
                  <c:v>14:00</c:v>
                </c:pt>
                <c:pt idx="8986">
                  <c:v>14:00</c:v>
                </c:pt>
                <c:pt idx="8987">
                  <c:v>14:00</c:v>
                </c:pt>
                <c:pt idx="8988">
                  <c:v>14:00</c:v>
                </c:pt>
                <c:pt idx="8989">
                  <c:v>14:00</c:v>
                </c:pt>
                <c:pt idx="8990">
                  <c:v>14:00</c:v>
                </c:pt>
                <c:pt idx="8991">
                  <c:v>14:00</c:v>
                </c:pt>
                <c:pt idx="8992">
                  <c:v>14:00</c:v>
                </c:pt>
                <c:pt idx="8993">
                  <c:v>14:00</c:v>
                </c:pt>
                <c:pt idx="8994">
                  <c:v>14:00</c:v>
                </c:pt>
                <c:pt idx="8995">
                  <c:v>14:00</c:v>
                </c:pt>
                <c:pt idx="8996">
                  <c:v>14:00</c:v>
                </c:pt>
                <c:pt idx="8997">
                  <c:v>14:00</c:v>
                </c:pt>
                <c:pt idx="8998">
                  <c:v>14:00</c:v>
                </c:pt>
                <c:pt idx="8999">
                  <c:v>14:00</c:v>
                </c:pt>
                <c:pt idx="9000">
                  <c:v>14:01</c:v>
                </c:pt>
                <c:pt idx="9001">
                  <c:v>14:01</c:v>
                </c:pt>
                <c:pt idx="9002">
                  <c:v>14:01</c:v>
                </c:pt>
                <c:pt idx="9003">
                  <c:v>14:01</c:v>
                </c:pt>
                <c:pt idx="9004">
                  <c:v>14:01</c:v>
                </c:pt>
                <c:pt idx="9005">
                  <c:v>14:01</c:v>
                </c:pt>
                <c:pt idx="9006">
                  <c:v>14:01</c:v>
                </c:pt>
                <c:pt idx="9007">
                  <c:v>14:01</c:v>
                </c:pt>
                <c:pt idx="9008">
                  <c:v>14:01</c:v>
                </c:pt>
                <c:pt idx="9009">
                  <c:v>14:01</c:v>
                </c:pt>
                <c:pt idx="9010">
                  <c:v>14:01</c:v>
                </c:pt>
                <c:pt idx="9011">
                  <c:v>14:01</c:v>
                </c:pt>
                <c:pt idx="9012">
                  <c:v>14:01</c:v>
                </c:pt>
                <c:pt idx="9013">
                  <c:v>14:01</c:v>
                </c:pt>
                <c:pt idx="9014">
                  <c:v>14:01</c:v>
                </c:pt>
                <c:pt idx="9015">
                  <c:v>14:01</c:v>
                </c:pt>
                <c:pt idx="9016">
                  <c:v>14:01</c:v>
                </c:pt>
                <c:pt idx="9017">
                  <c:v>14:01</c:v>
                </c:pt>
                <c:pt idx="9018">
                  <c:v>14:01</c:v>
                </c:pt>
                <c:pt idx="9019">
                  <c:v>14:01</c:v>
                </c:pt>
                <c:pt idx="9020">
                  <c:v>14:01</c:v>
                </c:pt>
                <c:pt idx="9021">
                  <c:v>14:01</c:v>
                </c:pt>
                <c:pt idx="9022">
                  <c:v>14:01</c:v>
                </c:pt>
                <c:pt idx="9023">
                  <c:v>14:01</c:v>
                </c:pt>
                <c:pt idx="9024">
                  <c:v>14:01</c:v>
                </c:pt>
                <c:pt idx="9025">
                  <c:v>14:01</c:v>
                </c:pt>
                <c:pt idx="9026">
                  <c:v>14:01</c:v>
                </c:pt>
                <c:pt idx="9027">
                  <c:v>14:01</c:v>
                </c:pt>
                <c:pt idx="9028">
                  <c:v>14:01</c:v>
                </c:pt>
                <c:pt idx="9029">
                  <c:v>14:01</c:v>
                </c:pt>
                <c:pt idx="9030">
                  <c:v>14:02</c:v>
                </c:pt>
                <c:pt idx="9031">
                  <c:v>14:02</c:v>
                </c:pt>
                <c:pt idx="9032">
                  <c:v>14:02</c:v>
                </c:pt>
                <c:pt idx="9033">
                  <c:v>14:02</c:v>
                </c:pt>
                <c:pt idx="9034">
                  <c:v>14:02</c:v>
                </c:pt>
                <c:pt idx="9035">
                  <c:v>14:02</c:v>
                </c:pt>
                <c:pt idx="9036">
                  <c:v>14:02</c:v>
                </c:pt>
                <c:pt idx="9037">
                  <c:v>14:02</c:v>
                </c:pt>
                <c:pt idx="9038">
                  <c:v>14:02</c:v>
                </c:pt>
                <c:pt idx="9039">
                  <c:v>14:02</c:v>
                </c:pt>
                <c:pt idx="9040">
                  <c:v>14:02</c:v>
                </c:pt>
                <c:pt idx="9041">
                  <c:v>14:02</c:v>
                </c:pt>
                <c:pt idx="9042">
                  <c:v>14:02</c:v>
                </c:pt>
                <c:pt idx="9043">
                  <c:v>14:02</c:v>
                </c:pt>
                <c:pt idx="9044">
                  <c:v>14:02</c:v>
                </c:pt>
                <c:pt idx="9045">
                  <c:v>14:02</c:v>
                </c:pt>
                <c:pt idx="9046">
                  <c:v>14:02</c:v>
                </c:pt>
                <c:pt idx="9047">
                  <c:v>14:02</c:v>
                </c:pt>
                <c:pt idx="9048">
                  <c:v>14:02</c:v>
                </c:pt>
                <c:pt idx="9049">
                  <c:v>14:02</c:v>
                </c:pt>
                <c:pt idx="9050">
                  <c:v>14:02</c:v>
                </c:pt>
                <c:pt idx="9051">
                  <c:v>14:02</c:v>
                </c:pt>
                <c:pt idx="9052">
                  <c:v>14:02</c:v>
                </c:pt>
                <c:pt idx="9053">
                  <c:v>14:02</c:v>
                </c:pt>
                <c:pt idx="9054">
                  <c:v>14:02</c:v>
                </c:pt>
                <c:pt idx="9055">
                  <c:v>14:02</c:v>
                </c:pt>
                <c:pt idx="9056">
                  <c:v>14:02</c:v>
                </c:pt>
                <c:pt idx="9057">
                  <c:v>14:02</c:v>
                </c:pt>
                <c:pt idx="9058">
                  <c:v>14:02</c:v>
                </c:pt>
                <c:pt idx="9059">
                  <c:v>14:02</c:v>
                </c:pt>
                <c:pt idx="9060">
                  <c:v>14:03</c:v>
                </c:pt>
                <c:pt idx="9061">
                  <c:v>14:03</c:v>
                </c:pt>
                <c:pt idx="9062">
                  <c:v>14:03</c:v>
                </c:pt>
                <c:pt idx="9063">
                  <c:v>14:03</c:v>
                </c:pt>
                <c:pt idx="9064">
                  <c:v>14:03</c:v>
                </c:pt>
                <c:pt idx="9065">
                  <c:v>14:03</c:v>
                </c:pt>
                <c:pt idx="9066">
                  <c:v>14:03</c:v>
                </c:pt>
                <c:pt idx="9067">
                  <c:v>14:03</c:v>
                </c:pt>
                <c:pt idx="9068">
                  <c:v>14:03</c:v>
                </c:pt>
                <c:pt idx="9069">
                  <c:v>14:03</c:v>
                </c:pt>
                <c:pt idx="9070">
                  <c:v>14:03</c:v>
                </c:pt>
                <c:pt idx="9071">
                  <c:v>14:03</c:v>
                </c:pt>
                <c:pt idx="9072">
                  <c:v>14:03</c:v>
                </c:pt>
                <c:pt idx="9073">
                  <c:v>14:03</c:v>
                </c:pt>
                <c:pt idx="9074">
                  <c:v>14:03</c:v>
                </c:pt>
                <c:pt idx="9075">
                  <c:v>14:03</c:v>
                </c:pt>
                <c:pt idx="9076">
                  <c:v>14:03</c:v>
                </c:pt>
                <c:pt idx="9077">
                  <c:v>14:03</c:v>
                </c:pt>
                <c:pt idx="9078">
                  <c:v>14:03</c:v>
                </c:pt>
                <c:pt idx="9079">
                  <c:v>14:03</c:v>
                </c:pt>
                <c:pt idx="9080">
                  <c:v>14:03</c:v>
                </c:pt>
                <c:pt idx="9081">
                  <c:v>14:03</c:v>
                </c:pt>
                <c:pt idx="9082">
                  <c:v>14:03</c:v>
                </c:pt>
                <c:pt idx="9083">
                  <c:v>14:03</c:v>
                </c:pt>
                <c:pt idx="9084">
                  <c:v>14:03</c:v>
                </c:pt>
                <c:pt idx="9085">
                  <c:v>14:03</c:v>
                </c:pt>
                <c:pt idx="9086">
                  <c:v>14:03</c:v>
                </c:pt>
                <c:pt idx="9087">
                  <c:v>14:03</c:v>
                </c:pt>
                <c:pt idx="9088">
                  <c:v>14:03</c:v>
                </c:pt>
                <c:pt idx="9089">
                  <c:v>14:03</c:v>
                </c:pt>
                <c:pt idx="9090">
                  <c:v>14:04</c:v>
                </c:pt>
                <c:pt idx="9091">
                  <c:v>14:04</c:v>
                </c:pt>
                <c:pt idx="9092">
                  <c:v>14:04</c:v>
                </c:pt>
                <c:pt idx="9093">
                  <c:v>14:04</c:v>
                </c:pt>
                <c:pt idx="9094">
                  <c:v>14:04</c:v>
                </c:pt>
                <c:pt idx="9095">
                  <c:v>14:04</c:v>
                </c:pt>
                <c:pt idx="9096">
                  <c:v>14:04</c:v>
                </c:pt>
                <c:pt idx="9097">
                  <c:v>14:04</c:v>
                </c:pt>
                <c:pt idx="9098">
                  <c:v>14:04</c:v>
                </c:pt>
                <c:pt idx="9099">
                  <c:v>14:04</c:v>
                </c:pt>
                <c:pt idx="9100">
                  <c:v>14:04</c:v>
                </c:pt>
                <c:pt idx="9101">
                  <c:v>14:04</c:v>
                </c:pt>
                <c:pt idx="9102">
                  <c:v>14:04</c:v>
                </c:pt>
                <c:pt idx="9103">
                  <c:v>14:04</c:v>
                </c:pt>
                <c:pt idx="9104">
                  <c:v>14:04</c:v>
                </c:pt>
                <c:pt idx="9105">
                  <c:v>14:04</c:v>
                </c:pt>
                <c:pt idx="9106">
                  <c:v>14:04</c:v>
                </c:pt>
                <c:pt idx="9107">
                  <c:v>14:04</c:v>
                </c:pt>
                <c:pt idx="9108">
                  <c:v>14:04</c:v>
                </c:pt>
                <c:pt idx="9109">
                  <c:v>14:04</c:v>
                </c:pt>
                <c:pt idx="9110">
                  <c:v>14:04</c:v>
                </c:pt>
                <c:pt idx="9111">
                  <c:v>14:04</c:v>
                </c:pt>
                <c:pt idx="9112">
                  <c:v>14:04</c:v>
                </c:pt>
                <c:pt idx="9113">
                  <c:v>14:04</c:v>
                </c:pt>
                <c:pt idx="9114">
                  <c:v>14:04</c:v>
                </c:pt>
                <c:pt idx="9115">
                  <c:v>14:04</c:v>
                </c:pt>
                <c:pt idx="9116">
                  <c:v>14:04</c:v>
                </c:pt>
                <c:pt idx="9117">
                  <c:v>14:04</c:v>
                </c:pt>
                <c:pt idx="9118">
                  <c:v>14:04</c:v>
                </c:pt>
                <c:pt idx="9119">
                  <c:v>14:04</c:v>
                </c:pt>
                <c:pt idx="9120">
                  <c:v>14:05</c:v>
                </c:pt>
                <c:pt idx="9121">
                  <c:v>14:05</c:v>
                </c:pt>
                <c:pt idx="9122">
                  <c:v>14:05</c:v>
                </c:pt>
                <c:pt idx="9123">
                  <c:v>14:05</c:v>
                </c:pt>
                <c:pt idx="9124">
                  <c:v>14:05</c:v>
                </c:pt>
                <c:pt idx="9125">
                  <c:v>14:05</c:v>
                </c:pt>
                <c:pt idx="9126">
                  <c:v>14:05</c:v>
                </c:pt>
                <c:pt idx="9127">
                  <c:v>14:05</c:v>
                </c:pt>
                <c:pt idx="9128">
                  <c:v>14:05</c:v>
                </c:pt>
                <c:pt idx="9129">
                  <c:v>14:05</c:v>
                </c:pt>
                <c:pt idx="9130">
                  <c:v>14:05</c:v>
                </c:pt>
                <c:pt idx="9131">
                  <c:v>14:05</c:v>
                </c:pt>
                <c:pt idx="9132">
                  <c:v>14:05</c:v>
                </c:pt>
                <c:pt idx="9133">
                  <c:v>14:05</c:v>
                </c:pt>
                <c:pt idx="9134">
                  <c:v>14:05</c:v>
                </c:pt>
                <c:pt idx="9135">
                  <c:v>14:05</c:v>
                </c:pt>
                <c:pt idx="9136">
                  <c:v>14:05</c:v>
                </c:pt>
                <c:pt idx="9137">
                  <c:v>14:05</c:v>
                </c:pt>
                <c:pt idx="9138">
                  <c:v>14:05</c:v>
                </c:pt>
                <c:pt idx="9139">
                  <c:v>14:05</c:v>
                </c:pt>
                <c:pt idx="9140">
                  <c:v>14:05</c:v>
                </c:pt>
                <c:pt idx="9141">
                  <c:v>14:05</c:v>
                </c:pt>
                <c:pt idx="9142">
                  <c:v>14:05</c:v>
                </c:pt>
                <c:pt idx="9143">
                  <c:v>14:05</c:v>
                </c:pt>
                <c:pt idx="9144">
                  <c:v>14:05</c:v>
                </c:pt>
                <c:pt idx="9145">
                  <c:v>14:05</c:v>
                </c:pt>
                <c:pt idx="9146">
                  <c:v>14:05</c:v>
                </c:pt>
                <c:pt idx="9147">
                  <c:v>14:05</c:v>
                </c:pt>
                <c:pt idx="9148">
                  <c:v>14:05</c:v>
                </c:pt>
                <c:pt idx="9149">
                  <c:v>14:05</c:v>
                </c:pt>
                <c:pt idx="9150">
                  <c:v>14:06</c:v>
                </c:pt>
                <c:pt idx="9151">
                  <c:v>14:06</c:v>
                </c:pt>
                <c:pt idx="9152">
                  <c:v>14:06</c:v>
                </c:pt>
                <c:pt idx="9153">
                  <c:v>14:06</c:v>
                </c:pt>
                <c:pt idx="9154">
                  <c:v>14:06</c:v>
                </c:pt>
                <c:pt idx="9155">
                  <c:v>14:06</c:v>
                </c:pt>
                <c:pt idx="9156">
                  <c:v>14:06</c:v>
                </c:pt>
                <c:pt idx="9157">
                  <c:v>14:06</c:v>
                </c:pt>
                <c:pt idx="9158">
                  <c:v>14:06</c:v>
                </c:pt>
                <c:pt idx="9159">
                  <c:v>14:06</c:v>
                </c:pt>
                <c:pt idx="9160">
                  <c:v>14:06</c:v>
                </c:pt>
                <c:pt idx="9161">
                  <c:v>14:06</c:v>
                </c:pt>
                <c:pt idx="9162">
                  <c:v>14:06</c:v>
                </c:pt>
                <c:pt idx="9163">
                  <c:v>14:06</c:v>
                </c:pt>
                <c:pt idx="9164">
                  <c:v>14:06</c:v>
                </c:pt>
                <c:pt idx="9165">
                  <c:v>14:06</c:v>
                </c:pt>
                <c:pt idx="9166">
                  <c:v>14:06</c:v>
                </c:pt>
                <c:pt idx="9167">
                  <c:v>14:06</c:v>
                </c:pt>
                <c:pt idx="9168">
                  <c:v>14:06</c:v>
                </c:pt>
                <c:pt idx="9169">
                  <c:v>14:06</c:v>
                </c:pt>
                <c:pt idx="9170">
                  <c:v>14:06</c:v>
                </c:pt>
                <c:pt idx="9171">
                  <c:v>14:06</c:v>
                </c:pt>
                <c:pt idx="9172">
                  <c:v>14:06</c:v>
                </c:pt>
                <c:pt idx="9173">
                  <c:v>14:06</c:v>
                </c:pt>
                <c:pt idx="9174">
                  <c:v>14:06</c:v>
                </c:pt>
                <c:pt idx="9175">
                  <c:v>14:06</c:v>
                </c:pt>
                <c:pt idx="9176">
                  <c:v>14:06</c:v>
                </c:pt>
                <c:pt idx="9177">
                  <c:v>14:06</c:v>
                </c:pt>
                <c:pt idx="9178">
                  <c:v>14:06</c:v>
                </c:pt>
                <c:pt idx="9179">
                  <c:v>14:06</c:v>
                </c:pt>
                <c:pt idx="9180">
                  <c:v>14:07</c:v>
                </c:pt>
                <c:pt idx="9181">
                  <c:v>14:07</c:v>
                </c:pt>
                <c:pt idx="9182">
                  <c:v>14:07</c:v>
                </c:pt>
                <c:pt idx="9183">
                  <c:v>14:07</c:v>
                </c:pt>
                <c:pt idx="9184">
                  <c:v>14:07</c:v>
                </c:pt>
                <c:pt idx="9185">
                  <c:v>14:07</c:v>
                </c:pt>
                <c:pt idx="9186">
                  <c:v>14:07</c:v>
                </c:pt>
                <c:pt idx="9187">
                  <c:v>14:07</c:v>
                </c:pt>
                <c:pt idx="9188">
                  <c:v>14:07</c:v>
                </c:pt>
                <c:pt idx="9189">
                  <c:v>14:07</c:v>
                </c:pt>
                <c:pt idx="9190">
                  <c:v>14:07</c:v>
                </c:pt>
                <c:pt idx="9191">
                  <c:v>14:07</c:v>
                </c:pt>
                <c:pt idx="9192">
                  <c:v>14:07</c:v>
                </c:pt>
                <c:pt idx="9193">
                  <c:v>14:07</c:v>
                </c:pt>
                <c:pt idx="9194">
                  <c:v>14:07</c:v>
                </c:pt>
                <c:pt idx="9195">
                  <c:v>14:07</c:v>
                </c:pt>
                <c:pt idx="9196">
                  <c:v>14:07</c:v>
                </c:pt>
                <c:pt idx="9197">
                  <c:v>14:07</c:v>
                </c:pt>
                <c:pt idx="9198">
                  <c:v>14:07</c:v>
                </c:pt>
                <c:pt idx="9199">
                  <c:v>14:07</c:v>
                </c:pt>
                <c:pt idx="9200">
                  <c:v>14:07</c:v>
                </c:pt>
                <c:pt idx="9201">
                  <c:v>14:07</c:v>
                </c:pt>
                <c:pt idx="9202">
                  <c:v>14:07</c:v>
                </c:pt>
                <c:pt idx="9203">
                  <c:v>14:07</c:v>
                </c:pt>
                <c:pt idx="9204">
                  <c:v>14:07</c:v>
                </c:pt>
                <c:pt idx="9205">
                  <c:v>14:07</c:v>
                </c:pt>
                <c:pt idx="9206">
                  <c:v>14:07</c:v>
                </c:pt>
                <c:pt idx="9207">
                  <c:v>14:07</c:v>
                </c:pt>
                <c:pt idx="9208">
                  <c:v>14:07</c:v>
                </c:pt>
                <c:pt idx="9209">
                  <c:v>14:07</c:v>
                </c:pt>
                <c:pt idx="9210">
                  <c:v>14:08</c:v>
                </c:pt>
                <c:pt idx="9211">
                  <c:v>14:08</c:v>
                </c:pt>
                <c:pt idx="9212">
                  <c:v>14:08</c:v>
                </c:pt>
                <c:pt idx="9213">
                  <c:v>14:08</c:v>
                </c:pt>
                <c:pt idx="9214">
                  <c:v>14:08</c:v>
                </c:pt>
                <c:pt idx="9215">
                  <c:v>14:08</c:v>
                </c:pt>
                <c:pt idx="9216">
                  <c:v>14:08</c:v>
                </c:pt>
                <c:pt idx="9217">
                  <c:v>14:08</c:v>
                </c:pt>
                <c:pt idx="9218">
                  <c:v>14:08</c:v>
                </c:pt>
                <c:pt idx="9219">
                  <c:v>14:08</c:v>
                </c:pt>
                <c:pt idx="9220">
                  <c:v>14:08</c:v>
                </c:pt>
                <c:pt idx="9221">
                  <c:v>14:08</c:v>
                </c:pt>
                <c:pt idx="9222">
                  <c:v>14:08</c:v>
                </c:pt>
                <c:pt idx="9223">
                  <c:v>14:08</c:v>
                </c:pt>
                <c:pt idx="9224">
                  <c:v>14:08</c:v>
                </c:pt>
                <c:pt idx="9225">
                  <c:v>14:08</c:v>
                </c:pt>
                <c:pt idx="9226">
                  <c:v>14:08</c:v>
                </c:pt>
                <c:pt idx="9227">
                  <c:v>14:08</c:v>
                </c:pt>
                <c:pt idx="9228">
                  <c:v>14:08</c:v>
                </c:pt>
                <c:pt idx="9229">
                  <c:v>14:08</c:v>
                </c:pt>
                <c:pt idx="9230">
                  <c:v>14:08</c:v>
                </c:pt>
                <c:pt idx="9231">
                  <c:v>14:08</c:v>
                </c:pt>
                <c:pt idx="9232">
                  <c:v>14:08</c:v>
                </c:pt>
                <c:pt idx="9233">
                  <c:v>14:08</c:v>
                </c:pt>
                <c:pt idx="9234">
                  <c:v>14:08</c:v>
                </c:pt>
                <c:pt idx="9235">
                  <c:v>14:08</c:v>
                </c:pt>
                <c:pt idx="9236">
                  <c:v>14:08</c:v>
                </c:pt>
                <c:pt idx="9237">
                  <c:v>14:08</c:v>
                </c:pt>
                <c:pt idx="9238">
                  <c:v>14:08</c:v>
                </c:pt>
                <c:pt idx="9239">
                  <c:v>14:08</c:v>
                </c:pt>
                <c:pt idx="9240">
                  <c:v>14:09</c:v>
                </c:pt>
                <c:pt idx="9241">
                  <c:v>14:09</c:v>
                </c:pt>
                <c:pt idx="9242">
                  <c:v>14:09</c:v>
                </c:pt>
                <c:pt idx="9243">
                  <c:v>14:09</c:v>
                </c:pt>
                <c:pt idx="9244">
                  <c:v>14:09</c:v>
                </c:pt>
                <c:pt idx="9245">
                  <c:v>14:09</c:v>
                </c:pt>
                <c:pt idx="9246">
                  <c:v>14:09</c:v>
                </c:pt>
                <c:pt idx="9247">
                  <c:v>14:09</c:v>
                </c:pt>
                <c:pt idx="9248">
                  <c:v>14:09</c:v>
                </c:pt>
                <c:pt idx="9249">
                  <c:v>14:09</c:v>
                </c:pt>
                <c:pt idx="9250">
                  <c:v>14:09</c:v>
                </c:pt>
                <c:pt idx="9251">
                  <c:v>14:09</c:v>
                </c:pt>
                <c:pt idx="9252">
                  <c:v>14:09</c:v>
                </c:pt>
                <c:pt idx="9253">
                  <c:v>14:09</c:v>
                </c:pt>
                <c:pt idx="9254">
                  <c:v>14:09</c:v>
                </c:pt>
                <c:pt idx="9255">
                  <c:v>14:09</c:v>
                </c:pt>
                <c:pt idx="9256">
                  <c:v>14:09</c:v>
                </c:pt>
                <c:pt idx="9257">
                  <c:v>14:09</c:v>
                </c:pt>
                <c:pt idx="9258">
                  <c:v>14:09</c:v>
                </c:pt>
                <c:pt idx="9259">
                  <c:v>14:09</c:v>
                </c:pt>
                <c:pt idx="9260">
                  <c:v>14:09</c:v>
                </c:pt>
                <c:pt idx="9261">
                  <c:v>14:09</c:v>
                </c:pt>
                <c:pt idx="9262">
                  <c:v>14:09</c:v>
                </c:pt>
                <c:pt idx="9263">
                  <c:v>14:09</c:v>
                </c:pt>
                <c:pt idx="9264">
                  <c:v>14:09</c:v>
                </c:pt>
                <c:pt idx="9265">
                  <c:v>14:09</c:v>
                </c:pt>
                <c:pt idx="9266">
                  <c:v>14:09</c:v>
                </c:pt>
                <c:pt idx="9267">
                  <c:v>14:09</c:v>
                </c:pt>
                <c:pt idx="9268">
                  <c:v>14:09</c:v>
                </c:pt>
                <c:pt idx="9269">
                  <c:v>14:09</c:v>
                </c:pt>
                <c:pt idx="9270">
                  <c:v>14:10</c:v>
                </c:pt>
                <c:pt idx="9271">
                  <c:v>14:10</c:v>
                </c:pt>
                <c:pt idx="9272">
                  <c:v>14:10</c:v>
                </c:pt>
                <c:pt idx="9273">
                  <c:v>14:10</c:v>
                </c:pt>
                <c:pt idx="9274">
                  <c:v>14:10</c:v>
                </c:pt>
                <c:pt idx="9275">
                  <c:v>14:10</c:v>
                </c:pt>
                <c:pt idx="9276">
                  <c:v>14:10</c:v>
                </c:pt>
                <c:pt idx="9277">
                  <c:v>14:10</c:v>
                </c:pt>
                <c:pt idx="9278">
                  <c:v>14:10</c:v>
                </c:pt>
                <c:pt idx="9279">
                  <c:v>14:10</c:v>
                </c:pt>
                <c:pt idx="9280">
                  <c:v>14:10</c:v>
                </c:pt>
                <c:pt idx="9281">
                  <c:v>14:10</c:v>
                </c:pt>
                <c:pt idx="9282">
                  <c:v>14:10</c:v>
                </c:pt>
                <c:pt idx="9283">
                  <c:v>14:10</c:v>
                </c:pt>
                <c:pt idx="9284">
                  <c:v>14:10</c:v>
                </c:pt>
                <c:pt idx="9285">
                  <c:v>14:10</c:v>
                </c:pt>
                <c:pt idx="9286">
                  <c:v>14:10</c:v>
                </c:pt>
                <c:pt idx="9287">
                  <c:v>14:10</c:v>
                </c:pt>
                <c:pt idx="9288">
                  <c:v>14:10</c:v>
                </c:pt>
                <c:pt idx="9289">
                  <c:v>14:10</c:v>
                </c:pt>
                <c:pt idx="9290">
                  <c:v>14:10</c:v>
                </c:pt>
                <c:pt idx="9291">
                  <c:v>14:10</c:v>
                </c:pt>
                <c:pt idx="9292">
                  <c:v>14:10</c:v>
                </c:pt>
                <c:pt idx="9293">
                  <c:v>14:10</c:v>
                </c:pt>
                <c:pt idx="9294">
                  <c:v>14:10</c:v>
                </c:pt>
                <c:pt idx="9295">
                  <c:v>14:10</c:v>
                </c:pt>
                <c:pt idx="9296">
                  <c:v>14:10</c:v>
                </c:pt>
                <c:pt idx="9297">
                  <c:v>14:10</c:v>
                </c:pt>
                <c:pt idx="9298">
                  <c:v>14:10</c:v>
                </c:pt>
                <c:pt idx="9299">
                  <c:v>14:10</c:v>
                </c:pt>
                <c:pt idx="9300">
                  <c:v>14:11</c:v>
                </c:pt>
                <c:pt idx="9301">
                  <c:v>14:11</c:v>
                </c:pt>
                <c:pt idx="9302">
                  <c:v>14:11</c:v>
                </c:pt>
                <c:pt idx="9303">
                  <c:v>14:11</c:v>
                </c:pt>
                <c:pt idx="9304">
                  <c:v>14:11</c:v>
                </c:pt>
                <c:pt idx="9305">
                  <c:v>14:11</c:v>
                </c:pt>
                <c:pt idx="9306">
                  <c:v>14:11</c:v>
                </c:pt>
                <c:pt idx="9307">
                  <c:v>14:11</c:v>
                </c:pt>
                <c:pt idx="9308">
                  <c:v>14:11</c:v>
                </c:pt>
                <c:pt idx="9309">
                  <c:v>14:11</c:v>
                </c:pt>
                <c:pt idx="9310">
                  <c:v>14:11</c:v>
                </c:pt>
                <c:pt idx="9311">
                  <c:v>14:11</c:v>
                </c:pt>
                <c:pt idx="9312">
                  <c:v>14:11</c:v>
                </c:pt>
                <c:pt idx="9313">
                  <c:v>14:11</c:v>
                </c:pt>
                <c:pt idx="9314">
                  <c:v>14:11</c:v>
                </c:pt>
                <c:pt idx="9315">
                  <c:v>14:11</c:v>
                </c:pt>
                <c:pt idx="9316">
                  <c:v>14:11</c:v>
                </c:pt>
                <c:pt idx="9317">
                  <c:v>14:11</c:v>
                </c:pt>
                <c:pt idx="9318">
                  <c:v>14:11</c:v>
                </c:pt>
                <c:pt idx="9319">
                  <c:v>14:11</c:v>
                </c:pt>
                <c:pt idx="9320">
                  <c:v>14:11</c:v>
                </c:pt>
                <c:pt idx="9321">
                  <c:v>14:11</c:v>
                </c:pt>
                <c:pt idx="9322">
                  <c:v>14:11</c:v>
                </c:pt>
                <c:pt idx="9323">
                  <c:v>14:11</c:v>
                </c:pt>
                <c:pt idx="9324">
                  <c:v>14:11</c:v>
                </c:pt>
                <c:pt idx="9325">
                  <c:v>14:11</c:v>
                </c:pt>
                <c:pt idx="9326">
                  <c:v>14:11</c:v>
                </c:pt>
                <c:pt idx="9327">
                  <c:v>14:11</c:v>
                </c:pt>
                <c:pt idx="9328">
                  <c:v>14:11</c:v>
                </c:pt>
                <c:pt idx="9329">
                  <c:v>14:11</c:v>
                </c:pt>
                <c:pt idx="9330">
                  <c:v>14:12</c:v>
                </c:pt>
                <c:pt idx="9331">
                  <c:v>14:12</c:v>
                </c:pt>
                <c:pt idx="9332">
                  <c:v>14:12</c:v>
                </c:pt>
                <c:pt idx="9333">
                  <c:v>14:12</c:v>
                </c:pt>
                <c:pt idx="9334">
                  <c:v>14:12</c:v>
                </c:pt>
                <c:pt idx="9335">
                  <c:v>14:12</c:v>
                </c:pt>
                <c:pt idx="9336">
                  <c:v>14:12</c:v>
                </c:pt>
                <c:pt idx="9337">
                  <c:v>14:12</c:v>
                </c:pt>
                <c:pt idx="9338">
                  <c:v>14:12</c:v>
                </c:pt>
                <c:pt idx="9339">
                  <c:v>14:12</c:v>
                </c:pt>
                <c:pt idx="9340">
                  <c:v>14:12</c:v>
                </c:pt>
                <c:pt idx="9341">
                  <c:v>14:12</c:v>
                </c:pt>
                <c:pt idx="9342">
                  <c:v>14:12</c:v>
                </c:pt>
                <c:pt idx="9343">
                  <c:v>14:12</c:v>
                </c:pt>
                <c:pt idx="9344">
                  <c:v>14:12</c:v>
                </c:pt>
                <c:pt idx="9345">
                  <c:v>14:12</c:v>
                </c:pt>
                <c:pt idx="9346">
                  <c:v>14:12</c:v>
                </c:pt>
                <c:pt idx="9347">
                  <c:v>14:12</c:v>
                </c:pt>
                <c:pt idx="9348">
                  <c:v>14:12</c:v>
                </c:pt>
                <c:pt idx="9349">
                  <c:v>14:12</c:v>
                </c:pt>
                <c:pt idx="9350">
                  <c:v>14:12</c:v>
                </c:pt>
                <c:pt idx="9351">
                  <c:v>14:12</c:v>
                </c:pt>
                <c:pt idx="9352">
                  <c:v>14:12</c:v>
                </c:pt>
                <c:pt idx="9353">
                  <c:v>14:12</c:v>
                </c:pt>
                <c:pt idx="9354">
                  <c:v>14:12</c:v>
                </c:pt>
                <c:pt idx="9355">
                  <c:v>14:12</c:v>
                </c:pt>
                <c:pt idx="9356">
                  <c:v>14:12</c:v>
                </c:pt>
                <c:pt idx="9357">
                  <c:v>14:12</c:v>
                </c:pt>
                <c:pt idx="9358">
                  <c:v>14:12</c:v>
                </c:pt>
                <c:pt idx="9359">
                  <c:v>14:12</c:v>
                </c:pt>
                <c:pt idx="9360">
                  <c:v>14:13</c:v>
                </c:pt>
                <c:pt idx="9361">
                  <c:v>14:13</c:v>
                </c:pt>
                <c:pt idx="9362">
                  <c:v>14:13</c:v>
                </c:pt>
                <c:pt idx="9363">
                  <c:v>14:13</c:v>
                </c:pt>
                <c:pt idx="9364">
                  <c:v>14:13</c:v>
                </c:pt>
                <c:pt idx="9365">
                  <c:v>14:13</c:v>
                </c:pt>
                <c:pt idx="9366">
                  <c:v>14:13</c:v>
                </c:pt>
                <c:pt idx="9367">
                  <c:v>14:13</c:v>
                </c:pt>
                <c:pt idx="9368">
                  <c:v>14:13</c:v>
                </c:pt>
                <c:pt idx="9369">
                  <c:v>14:13</c:v>
                </c:pt>
                <c:pt idx="9370">
                  <c:v>14:13</c:v>
                </c:pt>
                <c:pt idx="9371">
                  <c:v>14:13</c:v>
                </c:pt>
                <c:pt idx="9372">
                  <c:v>14:13</c:v>
                </c:pt>
                <c:pt idx="9373">
                  <c:v>14:13</c:v>
                </c:pt>
                <c:pt idx="9374">
                  <c:v>14:13</c:v>
                </c:pt>
                <c:pt idx="9375">
                  <c:v>14:13</c:v>
                </c:pt>
                <c:pt idx="9376">
                  <c:v>14:13</c:v>
                </c:pt>
                <c:pt idx="9377">
                  <c:v>14:13</c:v>
                </c:pt>
                <c:pt idx="9378">
                  <c:v>14:13</c:v>
                </c:pt>
                <c:pt idx="9379">
                  <c:v>14:13</c:v>
                </c:pt>
                <c:pt idx="9380">
                  <c:v>14:13</c:v>
                </c:pt>
                <c:pt idx="9381">
                  <c:v>14:13</c:v>
                </c:pt>
                <c:pt idx="9382">
                  <c:v>14:13</c:v>
                </c:pt>
                <c:pt idx="9383">
                  <c:v>14:13</c:v>
                </c:pt>
                <c:pt idx="9384">
                  <c:v>14:13</c:v>
                </c:pt>
                <c:pt idx="9385">
                  <c:v>14:13</c:v>
                </c:pt>
                <c:pt idx="9386">
                  <c:v>14:13</c:v>
                </c:pt>
                <c:pt idx="9387">
                  <c:v>14:13</c:v>
                </c:pt>
                <c:pt idx="9388">
                  <c:v>14:13</c:v>
                </c:pt>
                <c:pt idx="9389">
                  <c:v>14:13</c:v>
                </c:pt>
                <c:pt idx="9390">
                  <c:v>14:14</c:v>
                </c:pt>
                <c:pt idx="9391">
                  <c:v>14:14</c:v>
                </c:pt>
                <c:pt idx="9392">
                  <c:v>14:14</c:v>
                </c:pt>
                <c:pt idx="9393">
                  <c:v>14:14</c:v>
                </c:pt>
                <c:pt idx="9394">
                  <c:v>14:14</c:v>
                </c:pt>
                <c:pt idx="9395">
                  <c:v>14:14</c:v>
                </c:pt>
                <c:pt idx="9396">
                  <c:v>14:14</c:v>
                </c:pt>
                <c:pt idx="9397">
                  <c:v>14:14</c:v>
                </c:pt>
                <c:pt idx="9398">
                  <c:v>14:14</c:v>
                </c:pt>
                <c:pt idx="9399">
                  <c:v>14:14</c:v>
                </c:pt>
                <c:pt idx="9400">
                  <c:v>14:14</c:v>
                </c:pt>
                <c:pt idx="9401">
                  <c:v>14:14</c:v>
                </c:pt>
                <c:pt idx="9402">
                  <c:v>14:14</c:v>
                </c:pt>
                <c:pt idx="9403">
                  <c:v>14:14</c:v>
                </c:pt>
                <c:pt idx="9404">
                  <c:v>14:14</c:v>
                </c:pt>
                <c:pt idx="9405">
                  <c:v>14:14</c:v>
                </c:pt>
                <c:pt idx="9406">
                  <c:v>14:14</c:v>
                </c:pt>
                <c:pt idx="9407">
                  <c:v>14:14</c:v>
                </c:pt>
                <c:pt idx="9408">
                  <c:v>14:14</c:v>
                </c:pt>
                <c:pt idx="9409">
                  <c:v>14:14</c:v>
                </c:pt>
                <c:pt idx="9410">
                  <c:v>14:14</c:v>
                </c:pt>
                <c:pt idx="9411">
                  <c:v>14:14</c:v>
                </c:pt>
                <c:pt idx="9412">
                  <c:v>14:14</c:v>
                </c:pt>
                <c:pt idx="9413">
                  <c:v>14:14</c:v>
                </c:pt>
                <c:pt idx="9414">
                  <c:v>14:14</c:v>
                </c:pt>
                <c:pt idx="9415">
                  <c:v>14:14</c:v>
                </c:pt>
                <c:pt idx="9416">
                  <c:v>14:14</c:v>
                </c:pt>
                <c:pt idx="9417">
                  <c:v>14:14</c:v>
                </c:pt>
                <c:pt idx="9418">
                  <c:v>14:14</c:v>
                </c:pt>
                <c:pt idx="9419">
                  <c:v>14:14</c:v>
                </c:pt>
                <c:pt idx="9420">
                  <c:v>14:15</c:v>
                </c:pt>
                <c:pt idx="9421">
                  <c:v>14:15</c:v>
                </c:pt>
                <c:pt idx="9422">
                  <c:v>14:15</c:v>
                </c:pt>
                <c:pt idx="9423">
                  <c:v>14:15</c:v>
                </c:pt>
                <c:pt idx="9424">
                  <c:v>14:15</c:v>
                </c:pt>
                <c:pt idx="9425">
                  <c:v>14:15</c:v>
                </c:pt>
                <c:pt idx="9426">
                  <c:v>14:15</c:v>
                </c:pt>
                <c:pt idx="9427">
                  <c:v>14:15</c:v>
                </c:pt>
                <c:pt idx="9428">
                  <c:v>14:15</c:v>
                </c:pt>
                <c:pt idx="9429">
                  <c:v>14:15</c:v>
                </c:pt>
                <c:pt idx="9430">
                  <c:v>14:15</c:v>
                </c:pt>
                <c:pt idx="9431">
                  <c:v>14:15</c:v>
                </c:pt>
                <c:pt idx="9432">
                  <c:v>14:15</c:v>
                </c:pt>
                <c:pt idx="9433">
                  <c:v>14:15</c:v>
                </c:pt>
                <c:pt idx="9434">
                  <c:v>14:15</c:v>
                </c:pt>
                <c:pt idx="9435">
                  <c:v>14:15</c:v>
                </c:pt>
                <c:pt idx="9436">
                  <c:v>14:15</c:v>
                </c:pt>
                <c:pt idx="9437">
                  <c:v>14:15</c:v>
                </c:pt>
                <c:pt idx="9438">
                  <c:v>14:15</c:v>
                </c:pt>
                <c:pt idx="9439">
                  <c:v>14:15</c:v>
                </c:pt>
                <c:pt idx="9440">
                  <c:v>14:15</c:v>
                </c:pt>
                <c:pt idx="9441">
                  <c:v>14:15</c:v>
                </c:pt>
                <c:pt idx="9442">
                  <c:v>14:15</c:v>
                </c:pt>
                <c:pt idx="9443">
                  <c:v>14:15</c:v>
                </c:pt>
                <c:pt idx="9444">
                  <c:v>14:15</c:v>
                </c:pt>
                <c:pt idx="9445">
                  <c:v>14:15</c:v>
                </c:pt>
                <c:pt idx="9446">
                  <c:v>14:15</c:v>
                </c:pt>
                <c:pt idx="9447">
                  <c:v>14:15</c:v>
                </c:pt>
                <c:pt idx="9448">
                  <c:v>14:15</c:v>
                </c:pt>
                <c:pt idx="9449">
                  <c:v>14:15</c:v>
                </c:pt>
                <c:pt idx="9450">
                  <c:v>14:16</c:v>
                </c:pt>
                <c:pt idx="9451">
                  <c:v>14:16</c:v>
                </c:pt>
                <c:pt idx="9452">
                  <c:v>14:16</c:v>
                </c:pt>
                <c:pt idx="9453">
                  <c:v>14:16</c:v>
                </c:pt>
                <c:pt idx="9454">
                  <c:v>14:16</c:v>
                </c:pt>
                <c:pt idx="9455">
                  <c:v>14:16</c:v>
                </c:pt>
                <c:pt idx="9456">
                  <c:v>14:16</c:v>
                </c:pt>
                <c:pt idx="9457">
                  <c:v>14:16</c:v>
                </c:pt>
                <c:pt idx="9458">
                  <c:v>14:16</c:v>
                </c:pt>
                <c:pt idx="9459">
                  <c:v>14:16</c:v>
                </c:pt>
                <c:pt idx="9460">
                  <c:v>14:16</c:v>
                </c:pt>
                <c:pt idx="9461">
                  <c:v>14:16</c:v>
                </c:pt>
                <c:pt idx="9462">
                  <c:v>14:16</c:v>
                </c:pt>
                <c:pt idx="9463">
                  <c:v>14:16</c:v>
                </c:pt>
                <c:pt idx="9464">
                  <c:v>14:16</c:v>
                </c:pt>
                <c:pt idx="9465">
                  <c:v>14:16</c:v>
                </c:pt>
                <c:pt idx="9466">
                  <c:v>14:16</c:v>
                </c:pt>
                <c:pt idx="9467">
                  <c:v>14:16</c:v>
                </c:pt>
                <c:pt idx="9468">
                  <c:v>14:16</c:v>
                </c:pt>
                <c:pt idx="9469">
                  <c:v>14:16</c:v>
                </c:pt>
                <c:pt idx="9470">
                  <c:v>14:16</c:v>
                </c:pt>
                <c:pt idx="9471">
                  <c:v>14:16</c:v>
                </c:pt>
                <c:pt idx="9472">
                  <c:v>14:16</c:v>
                </c:pt>
                <c:pt idx="9473">
                  <c:v>14:16</c:v>
                </c:pt>
                <c:pt idx="9474">
                  <c:v>14:16</c:v>
                </c:pt>
                <c:pt idx="9475">
                  <c:v>14:16</c:v>
                </c:pt>
                <c:pt idx="9476">
                  <c:v>14:16</c:v>
                </c:pt>
                <c:pt idx="9477">
                  <c:v>14:16</c:v>
                </c:pt>
                <c:pt idx="9478">
                  <c:v>14:16</c:v>
                </c:pt>
                <c:pt idx="9479">
                  <c:v>14:16</c:v>
                </c:pt>
                <c:pt idx="9480">
                  <c:v>14:17</c:v>
                </c:pt>
                <c:pt idx="9481">
                  <c:v>14:17</c:v>
                </c:pt>
                <c:pt idx="9482">
                  <c:v>14:17</c:v>
                </c:pt>
                <c:pt idx="9483">
                  <c:v>14:17</c:v>
                </c:pt>
                <c:pt idx="9484">
                  <c:v>14:17</c:v>
                </c:pt>
                <c:pt idx="9485">
                  <c:v>14:17</c:v>
                </c:pt>
                <c:pt idx="9486">
                  <c:v>14:17</c:v>
                </c:pt>
                <c:pt idx="9487">
                  <c:v>14:17</c:v>
                </c:pt>
                <c:pt idx="9488">
                  <c:v>14:17</c:v>
                </c:pt>
                <c:pt idx="9489">
                  <c:v>14:17</c:v>
                </c:pt>
                <c:pt idx="9490">
                  <c:v>14:17</c:v>
                </c:pt>
                <c:pt idx="9491">
                  <c:v>14:17</c:v>
                </c:pt>
                <c:pt idx="9492">
                  <c:v>14:17</c:v>
                </c:pt>
                <c:pt idx="9493">
                  <c:v>14:17</c:v>
                </c:pt>
                <c:pt idx="9494">
                  <c:v>14:17</c:v>
                </c:pt>
                <c:pt idx="9495">
                  <c:v>14:17</c:v>
                </c:pt>
                <c:pt idx="9496">
                  <c:v>14:17</c:v>
                </c:pt>
                <c:pt idx="9497">
                  <c:v>14:17</c:v>
                </c:pt>
                <c:pt idx="9498">
                  <c:v>14:17</c:v>
                </c:pt>
                <c:pt idx="9499">
                  <c:v>14:17</c:v>
                </c:pt>
                <c:pt idx="9500">
                  <c:v>14:17</c:v>
                </c:pt>
                <c:pt idx="9501">
                  <c:v>14:17</c:v>
                </c:pt>
                <c:pt idx="9502">
                  <c:v>14:17</c:v>
                </c:pt>
                <c:pt idx="9503">
                  <c:v>14:17</c:v>
                </c:pt>
                <c:pt idx="9504">
                  <c:v>14:17</c:v>
                </c:pt>
                <c:pt idx="9505">
                  <c:v>14:17</c:v>
                </c:pt>
                <c:pt idx="9506">
                  <c:v>14:17</c:v>
                </c:pt>
                <c:pt idx="9507">
                  <c:v>14:17</c:v>
                </c:pt>
                <c:pt idx="9508">
                  <c:v>14:17</c:v>
                </c:pt>
                <c:pt idx="9509">
                  <c:v>14:17</c:v>
                </c:pt>
                <c:pt idx="9510">
                  <c:v>14:18</c:v>
                </c:pt>
                <c:pt idx="9511">
                  <c:v>14:18</c:v>
                </c:pt>
                <c:pt idx="9512">
                  <c:v>14:18</c:v>
                </c:pt>
                <c:pt idx="9513">
                  <c:v>14:18</c:v>
                </c:pt>
                <c:pt idx="9514">
                  <c:v>14:18</c:v>
                </c:pt>
                <c:pt idx="9515">
                  <c:v>14:18</c:v>
                </c:pt>
                <c:pt idx="9516">
                  <c:v>14:18</c:v>
                </c:pt>
                <c:pt idx="9517">
                  <c:v>14:18</c:v>
                </c:pt>
                <c:pt idx="9518">
                  <c:v>14:18</c:v>
                </c:pt>
                <c:pt idx="9519">
                  <c:v>14:18</c:v>
                </c:pt>
                <c:pt idx="9520">
                  <c:v>14:18</c:v>
                </c:pt>
                <c:pt idx="9521">
                  <c:v>14:18</c:v>
                </c:pt>
                <c:pt idx="9522">
                  <c:v>14:18</c:v>
                </c:pt>
                <c:pt idx="9523">
                  <c:v>14:18</c:v>
                </c:pt>
                <c:pt idx="9524">
                  <c:v>14:18</c:v>
                </c:pt>
                <c:pt idx="9525">
                  <c:v>14:18</c:v>
                </c:pt>
                <c:pt idx="9526">
                  <c:v>14:18</c:v>
                </c:pt>
                <c:pt idx="9527">
                  <c:v>14:18</c:v>
                </c:pt>
                <c:pt idx="9528">
                  <c:v>14:18</c:v>
                </c:pt>
                <c:pt idx="9529">
                  <c:v>14:18</c:v>
                </c:pt>
                <c:pt idx="9530">
                  <c:v>14:18</c:v>
                </c:pt>
                <c:pt idx="9531">
                  <c:v>14:18</c:v>
                </c:pt>
                <c:pt idx="9532">
                  <c:v>14:18</c:v>
                </c:pt>
                <c:pt idx="9533">
                  <c:v>14:18</c:v>
                </c:pt>
                <c:pt idx="9534">
                  <c:v>14:18</c:v>
                </c:pt>
                <c:pt idx="9535">
                  <c:v>14:18</c:v>
                </c:pt>
                <c:pt idx="9536">
                  <c:v>14:18</c:v>
                </c:pt>
                <c:pt idx="9537">
                  <c:v>14:18</c:v>
                </c:pt>
                <c:pt idx="9538">
                  <c:v>14:18</c:v>
                </c:pt>
                <c:pt idx="9539">
                  <c:v>14:18</c:v>
                </c:pt>
                <c:pt idx="9540">
                  <c:v>14:19</c:v>
                </c:pt>
                <c:pt idx="9541">
                  <c:v>14:19</c:v>
                </c:pt>
                <c:pt idx="9542">
                  <c:v>14:19</c:v>
                </c:pt>
                <c:pt idx="9543">
                  <c:v>14:19</c:v>
                </c:pt>
                <c:pt idx="9544">
                  <c:v>14:19</c:v>
                </c:pt>
                <c:pt idx="9545">
                  <c:v>14:19</c:v>
                </c:pt>
                <c:pt idx="9546">
                  <c:v>14:19</c:v>
                </c:pt>
                <c:pt idx="9547">
                  <c:v>14:19</c:v>
                </c:pt>
                <c:pt idx="9548">
                  <c:v>14:19</c:v>
                </c:pt>
                <c:pt idx="9549">
                  <c:v>14:19</c:v>
                </c:pt>
                <c:pt idx="9550">
                  <c:v>14:19</c:v>
                </c:pt>
                <c:pt idx="9551">
                  <c:v>14:19</c:v>
                </c:pt>
                <c:pt idx="9552">
                  <c:v>14:19</c:v>
                </c:pt>
                <c:pt idx="9553">
                  <c:v>14:19</c:v>
                </c:pt>
                <c:pt idx="9554">
                  <c:v>14:19</c:v>
                </c:pt>
                <c:pt idx="9555">
                  <c:v>14:19</c:v>
                </c:pt>
                <c:pt idx="9556">
                  <c:v>14:19</c:v>
                </c:pt>
                <c:pt idx="9557">
                  <c:v>14:19</c:v>
                </c:pt>
                <c:pt idx="9558">
                  <c:v>14:19</c:v>
                </c:pt>
                <c:pt idx="9559">
                  <c:v>14:19</c:v>
                </c:pt>
                <c:pt idx="9560">
                  <c:v>14:19</c:v>
                </c:pt>
                <c:pt idx="9561">
                  <c:v>14:19</c:v>
                </c:pt>
                <c:pt idx="9562">
                  <c:v>14:19</c:v>
                </c:pt>
                <c:pt idx="9563">
                  <c:v>14:19</c:v>
                </c:pt>
                <c:pt idx="9564">
                  <c:v>14:19</c:v>
                </c:pt>
                <c:pt idx="9565">
                  <c:v>14:19</c:v>
                </c:pt>
                <c:pt idx="9566">
                  <c:v>14:19</c:v>
                </c:pt>
                <c:pt idx="9567">
                  <c:v>14:19</c:v>
                </c:pt>
                <c:pt idx="9568">
                  <c:v>14:19</c:v>
                </c:pt>
                <c:pt idx="9569">
                  <c:v>14:19</c:v>
                </c:pt>
                <c:pt idx="9570">
                  <c:v>14:20</c:v>
                </c:pt>
                <c:pt idx="9571">
                  <c:v>14:20</c:v>
                </c:pt>
                <c:pt idx="9572">
                  <c:v>14:20</c:v>
                </c:pt>
                <c:pt idx="9573">
                  <c:v>14:20</c:v>
                </c:pt>
                <c:pt idx="9574">
                  <c:v>14:20</c:v>
                </c:pt>
                <c:pt idx="9575">
                  <c:v>14:20</c:v>
                </c:pt>
                <c:pt idx="9576">
                  <c:v>14:20</c:v>
                </c:pt>
                <c:pt idx="9577">
                  <c:v>14:20</c:v>
                </c:pt>
                <c:pt idx="9578">
                  <c:v>14:20</c:v>
                </c:pt>
                <c:pt idx="9579">
                  <c:v>14:20</c:v>
                </c:pt>
                <c:pt idx="9580">
                  <c:v>14:20</c:v>
                </c:pt>
                <c:pt idx="9581">
                  <c:v>14:20</c:v>
                </c:pt>
                <c:pt idx="9582">
                  <c:v>14:20</c:v>
                </c:pt>
                <c:pt idx="9583">
                  <c:v>14:20</c:v>
                </c:pt>
                <c:pt idx="9584">
                  <c:v>14:20</c:v>
                </c:pt>
                <c:pt idx="9585">
                  <c:v>14:20</c:v>
                </c:pt>
                <c:pt idx="9586">
                  <c:v>14:20</c:v>
                </c:pt>
                <c:pt idx="9587">
                  <c:v>14:20</c:v>
                </c:pt>
                <c:pt idx="9588">
                  <c:v>14:20</c:v>
                </c:pt>
                <c:pt idx="9589">
                  <c:v>14:20</c:v>
                </c:pt>
                <c:pt idx="9590">
                  <c:v>14:20</c:v>
                </c:pt>
                <c:pt idx="9591">
                  <c:v>14:20</c:v>
                </c:pt>
                <c:pt idx="9592">
                  <c:v>14:20</c:v>
                </c:pt>
                <c:pt idx="9593">
                  <c:v>14:20</c:v>
                </c:pt>
                <c:pt idx="9594">
                  <c:v>14:20</c:v>
                </c:pt>
                <c:pt idx="9595">
                  <c:v>14:20</c:v>
                </c:pt>
                <c:pt idx="9596">
                  <c:v>14:20</c:v>
                </c:pt>
                <c:pt idx="9597">
                  <c:v>14:20</c:v>
                </c:pt>
                <c:pt idx="9598">
                  <c:v>14:20</c:v>
                </c:pt>
                <c:pt idx="9599">
                  <c:v>14:20</c:v>
                </c:pt>
                <c:pt idx="9600">
                  <c:v>14:21</c:v>
                </c:pt>
                <c:pt idx="9601">
                  <c:v>14:21</c:v>
                </c:pt>
                <c:pt idx="9602">
                  <c:v>14:21</c:v>
                </c:pt>
                <c:pt idx="9603">
                  <c:v>14:21</c:v>
                </c:pt>
                <c:pt idx="9604">
                  <c:v>14:21</c:v>
                </c:pt>
                <c:pt idx="9605">
                  <c:v>14:21</c:v>
                </c:pt>
                <c:pt idx="9606">
                  <c:v>14:21</c:v>
                </c:pt>
                <c:pt idx="9607">
                  <c:v>14:21</c:v>
                </c:pt>
                <c:pt idx="9608">
                  <c:v>14:21</c:v>
                </c:pt>
                <c:pt idx="9609">
                  <c:v>14:21</c:v>
                </c:pt>
                <c:pt idx="9610">
                  <c:v>14:21</c:v>
                </c:pt>
                <c:pt idx="9611">
                  <c:v>14:21</c:v>
                </c:pt>
                <c:pt idx="9612">
                  <c:v>14:21</c:v>
                </c:pt>
                <c:pt idx="9613">
                  <c:v>14:21</c:v>
                </c:pt>
                <c:pt idx="9614">
                  <c:v>14:21</c:v>
                </c:pt>
                <c:pt idx="9615">
                  <c:v>14:21</c:v>
                </c:pt>
                <c:pt idx="9616">
                  <c:v>14:21</c:v>
                </c:pt>
                <c:pt idx="9617">
                  <c:v>14:21</c:v>
                </c:pt>
                <c:pt idx="9618">
                  <c:v>14:21</c:v>
                </c:pt>
                <c:pt idx="9619">
                  <c:v>14:21</c:v>
                </c:pt>
                <c:pt idx="9620">
                  <c:v>14:21</c:v>
                </c:pt>
                <c:pt idx="9621">
                  <c:v>14:21</c:v>
                </c:pt>
                <c:pt idx="9622">
                  <c:v>14:21</c:v>
                </c:pt>
                <c:pt idx="9623">
                  <c:v>14:21</c:v>
                </c:pt>
                <c:pt idx="9624">
                  <c:v>14:21</c:v>
                </c:pt>
                <c:pt idx="9625">
                  <c:v>14:21</c:v>
                </c:pt>
                <c:pt idx="9626">
                  <c:v>14:21</c:v>
                </c:pt>
                <c:pt idx="9627">
                  <c:v>14:21</c:v>
                </c:pt>
                <c:pt idx="9628">
                  <c:v>14:21</c:v>
                </c:pt>
                <c:pt idx="9629">
                  <c:v>14:21</c:v>
                </c:pt>
                <c:pt idx="9630">
                  <c:v>14:22</c:v>
                </c:pt>
                <c:pt idx="9631">
                  <c:v>14:22</c:v>
                </c:pt>
                <c:pt idx="9632">
                  <c:v>14:22</c:v>
                </c:pt>
                <c:pt idx="9633">
                  <c:v>14:22</c:v>
                </c:pt>
                <c:pt idx="9634">
                  <c:v>14:22</c:v>
                </c:pt>
                <c:pt idx="9635">
                  <c:v>14:22</c:v>
                </c:pt>
                <c:pt idx="9636">
                  <c:v>14:22</c:v>
                </c:pt>
                <c:pt idx="9637">
                  <c:v>14:22</c:v>
                </c:pt>
                <c:pt idx="9638">
                  <c:v>14:22</c:v>
                </c:pt>
                <c:pt idx="9639">
                  <c:v>14:22</c:v>
                </c:pt>
                <c:pt idx="9640">
                  <c:v>14:22</c:v>
                </c:pt>
                <c:pt idx="9641">
                  <c:v>14:22</c:v>
                </c:pt>
                <c:pt idx="9642">
                  <c:v>14:22</c:v>
                </c:pt>
                <c:pt idx="9643">
                  <c:v>14:22</c:v>
                </c:pt>
                <c:pt idx="9644">
                  <c:v>14:22</c:v>
                </c:pt>
                <c:pt idx="9645">
                  <c:v>14:22</c:v>
                </c:pt>
                <c:pt idx="9646">
                  <c:v>14:22</c:v>
                </c:pt>
                <c:pt idx="9647">
                  <c:v>14:22</c:v>
                </c:pt>
                <c:pt idx="9648">
                  <c:v>14:22</c:v>
                </c:pt>
                <c:pt idx="9649">
                  <c:v>14:22</c:v>
                </c:pt>
                <c:pt idx="9650">
                  <c:v>14:22</c:v>
                </c:pt>
                <c:pt idx="9651">
                  <c:v>14:22</c:v>
                </c:pt>
                <c:pt idx="9652">
                  <c:v>14:22</c:v>
                </c:pt>
                <c:pt idx="9653">
                  <c:v>14:22</c:v>
                </c:pt>
                <c:pt idx="9654">
                  <c:v>14:22</c:v>
                </c:pt>
                <c:pt idx="9655">
                  <c:v>14:22</c:v>
                </c:pt>
                <c:pt idx="9656">
                  <c:v>14:22</c:v>
                </c:pt>
                <c:pt idx="9657">
                  <c:v>14:22</c:v>
                </c:pt>
                <c:pt idx="9658">
                  <c:v>14:22</c:v>
                </c:pt>
                <c:pt idx="9659">
                  <c:v>14:22</c:v>
                </c:pt>
                <c:pt idx="9660">
                  <c:v>14:23</c:v>
                </c:pt>
                <c:pt idx="9661">
                  <c:v>14:23</c:v>
                </c:pt>
                <c:pt idx="9662">
                  <c:v>14:23</c:v>
                </c:pt>
                <c:pt idx="9663">
                  <c:v>14:23</c:v>
                </c:pt>
                <c:pt idx="9664">
                  <c:v>14:23</c:v>
                </c:pt>
                <c:pt idx="9665">
                  <c:v>14:23</c:v>
                </c:pt>
                <c:pt idx="9666">
                  <c:v>14:23</c:v>
                </c:pt>
                <c:pt idx="9667">
                  <c:v>14:23</c:v>
                </c:pt>
                <c:pt idx="9668">
                  <c:v>14:23</c:v>
                </c:pt>
                <c:pt idx="9669">
                  <c:v>14:23</c:v>
                </c:pt>
                <c:pt idx="9670">
                  <c:v>14:23</c:v>
                </c:pt>
                <c:pt idx="9671">
                  <c:v>14:23</c:v>
                </c:pt>
                <c:pt idx="9672">
                  <c:v>14:23</c:v>
                </c:pt>
                <c:pt idx="9673">
                  <c:v>14:23</c:v>
                </c:pt>
                <c:pt idx="9674">
                  <c:v>14:23</c:v>
                </c:pt>
                <c:pt idx="9675">
                  <c:v>14:23</c:v>
                </c:pt>
                <c:pt idx="9676">
                  <c:v>14:23</c:v>
                </c:pt>
                <c:pt idx="9677">
                  <c:v>14:23</c:v>
                </c:pt>
                <c:pt idx="9678">
                  <c:v>14:23</c:v>
                </c:pt>
                <c:pt idx="9679">
                  <c:v>14:23</c:v>
                </c:pt>
                <c:pt idx="9680">
                  <c:v>14:23</c:v>
                </c:pt>
                <c:pt idx="9681">
                  <c:v>14:23</c:v>
                </c:pt>
                <c:pt idx="9682">
                  <c:v>14:23</c:v>
                </c:pt>
                <c:pt idx="9683">
                  <c:v>14:23</c:v>
                </c:pt>
                <c:pt idx="9684">
                  <c:v>14:23</c:v>
                </c:pt>
                <c:pt idx="9685">
                  <c:v>14:23</c:v>
                </c:pt>
                <c:pt idx="9686">
                  <c:v>14:23</c:v>
                </c:pt>
                <c:pt idx="9687">
                  <c:v>14:23</c:v>
                </c:pt>
                <c:pt idx="9688">
                  <c:v>14:23</c:v>
                </c:pt>
                <c:pt idx="9689">
                  <c:v>14:23</c:v>
                </c:pt>
                <c:pt idx="9690">
                  <c:v>14:24</c:v>
                </c:pt>
                <c:pt idx="9691">
                  <c:v>14:24</c:v>
                </c:pt>
                <c:pt idx="9692">
                  <c:v>14:24</c:v>
                </c:pt>
                <c:pt idx="9693">
                  <c:v>14:24</c:v>
                </c:pt>
                <c:pt idx="9694">
                  <c:v>14:24</c:v>
                </c:pt>
                <c:pt idx="9695">
                  <c:v>14:24</c:v>
                </c:pt>
                <c:pt idx="9696">
                  <c:v>14:24</c:v>
                </c:pt>
                <c:pt idx="9697">
                  <c:v>14:24</c:v>
                </c:pt>
                <c:pt idx="9698">
                  <c:v>14:24</c:v>
                </c:pt>
                <c:pt idx="9699">
                  <c:v>14:24</c:v>
                </c:pt>
                <c:pt idx="9700">
                  <c:v>14:24</c:v>
                </c:pt>
                <c:pt idx="9701">
                  <c:v>14:24</c:v>
                </c:pt>
                <c:pt idx="9702">
                  <c:v>14:24</c:v>
                </c:pt>
                <c:pt idx="9703">
                  <c:v>14:24</c:v>
                </c:pt>
                <c:pt idx="9704">
                  <c:v>14:24</c:v>
                </c:pt>
                <c:pt idx="9705">
                  <c:v>14:24</c:v>
                </c:pt>
                <c:pt idx="9706">
                  <c:v>14:24</c:v>
                </c:pt>
                <c:pt idx="9707">
                  <c:v>14:24</c:v>
                </c:pt>
                <c:pt idx="9708">
                  <c:v>14:24</c:v>
                </c:pt>
                <c:pt idx="9709">
                  <c:v>14:24</c:v>
                </c:pt>
                <c:pt idx="9710">
                  <c:v>14:24</c:v>
                </c:pt>
                <c:pt idx="9711">
                  <c:v>14:24</c:v>
                </c:pt>
                <c:pt idx="9712">
                  <c:v>14:24</c:v>
                </c:pt>
                <c:pt idx="9713">
                  <c:v>14:24</c:v>
                </c:pt>
                <c:pt idx="9714">
                  <c:v>14:24</c:v>
                </c:pt>
                <c:pt idx="9715">
                  <c:v>14:24</c:v>
                </c:pt>
                <c:pt idx="9716">
                  <c:v>14:24</c:v>
                </c:pt>
                <c:pt idx="9717">
                  <c:v>14:24</c:v>
                </c:pt>
                <c:pt idx="9718">
                  <c:v>14:24</c:v>
                </c:pt>
                <c:pt idx="9719">
                  <c:v>14:24</c:v>
                </c:pt>
                <c:pt idx="9720">
                  <c:v>14:25</c:v>
                </c:pt>
                <c:pt idx="9721">
                  <c:v>14:25</c:v>
                </c:pt>
                <c:pt idx="9722">
                  <c:v>14:25</c:v>
                </c:pt>
                <c:pt idx="9723">
                  <c:v>14:25</c:v>
                </c:pt>
                <c:pt idx="9724">
                  <c:v>14:25</c:v>
                </c:pt>
                <c:pt idx="9725">
                  <c:v>14:25</c:v>
                </c:pt>
                <c:pt idx="9726">
                  <c:v>14:25</c:v>
                </c:pt>
                <c:pt idx="9727">
                  <c:v>14:25</c:v>
                </c:pt>
                <c:pt idx="9728">
                  <c:v>14:25</c:v>
                </c:pt>
                <c:pt idx="9729">
                  <c:v>14:25</c:v>
                </c:pt>
                <c:pt idx="9730">
                  <c:v>14:25</c:v>
                </c:pt>
                <c:pt idx="9731">
                  <c:v>14:25</c:v>
                </c:pt>
                <c:pt idx="9732">
                  <c:v>14:25</c:v>
                </c:pt>
                <c:pt idx="9733">
                  <c:v>14:25</c:v>
                </c:pt>
                <c:pt idx="9734">
                  <c:v>14:25</c:v>
                </c:pt>
                <c:pt idx="9735">
                  <c:v>14:25</c:v>
                </c:pt>
                <c:pt idx="9736">
                  <c:v>14:25</c:v>
                </c:pt>
                <c:pt idx="9737">
                  <c:v>14:25</c:v>
                </c:pt>
                <c:pt idx="9738">
                  <c:v>14:25</c:v>
                </c:pt>
                <c:pt idx="9739">
                  <c:v>14:25</c:v>
                </c:pt>
                <c:pt idx="9740">
                  <c:v>14:25</c:v>
                </c:pt>
                <c:pt idx="9741">
                  <c:v>14:25</c:v>
                </c:pt>
                <c:pt idx="9742">
                  <c:v>14:25</c:v>
                </c:pt>
                <c:pt idx="9743">
                  <c:v>14:25</c:v>
                </c:pt>
                <c:pt idx="9744">
                  <c:v>14:25</c:v>
                </c:pt>
                <c:pt idx="9745">
                  <c:v>14:25</c:v>
                </c:pt>
                <c:pt idx="9746">
                  <c:v>14:25</c:v>
                </c:pt>
                <c:pt idx="9747">
                  <c:v>14:25</c:v>
                </c:pt>
                <c:pt idx="9748">
                  <c:v>14:25</c:v>
                </c:pt>
                <c:pt idx="9749">
                  <c:v>14:25</c:v>
                </c:pt>
                <c:pt idx="9750">
                  <c:v>14:26</c:v>
                </c:pt>
                <c:pt idx="9751">
                  <c:v>14:26</c:v>
                </c:pt>
                <c:pt idx="9752">
                  <c:v>14:26</c:v>
                </c:pt>
                <c:pt idx="9753">
                  <c:v>14:26</c:v>
                </c:pt>
                <c:pt idx="9754">
                  <c:v>14:26</c:v>
                </c:pt>
                <c:pt idx="9755">
                  <c:v>14:26</c:v>
                </c:pt>
                <c:pt idx="9756">
                  <c:v>14:26</c:v>
                </c:pt>
                <c:pt idx="9757">
                  <c:v>14:26</c:v>
                </c:pt>
                <c:pt idx="9758">
                  <c:v>14:26</c:v>
                </c:pt>
                <c:pt idx="9759">
                  <c:v>14:26</c:v>
                </c:pt>
                <c:pt idx="9760">
                  <c:v>14:26</c:v>
                </c:pt>
                <c:pt idx="9761">
                  <c:v>14:26</c:v>
                </c:pt>
                <c:pt idx="9762">
                  <c:v>14:26</c:v>
                </c:pt>
                <c:pt idx="9763">
                  <c:v>14:26</c:v>
                </c:pt>
                <c:pt idx="9764">
                  <c:v>14:26</c:v>
                </c:pt>
                <c:pt idx="9765">
                  <c:v>14:26</c:v>
                </c:pt>
                <c:pt idx="9766">
                  <c:v>14:26</c:v>
                </c:pt>
                <c:pt idx="9767">
                  <c:v>14:26</c:v>
                </c:pt>
                <c:pt idx="9768">
                  <c:v>14:26</c:v>
                </c:pt>
                <c:pt idx="9769">
                  <c:v>14:26</c:v>
                </c:pt>
                <c:pt idx="9770">
                  <c:v>14:26</c:v>
                </c:pt>
                <c:pt idx="9771">
                  <c:v>14:26</c:v>
                </c:pt>
                <c:pt idx="9772">
                  <c:v>14:26</c:v>
                </c:pt>
                <c:pt idx="9773">
                  <c:v>14:26</c:v>
                </c:pt>
                <c:pt idx="9774">
                  <c:v>14:26</c:v>
                </c:pt>
                <c:pt idx="9775">
                  <c:v>14:26</c:v>
                </c:pt>
                <c:pt idx="9776">
                  <c:v>14:26</c:v>
                </c:pt>
                <c:pt idx="9777">
                  <c:v>14:26</c:v>
                </c:pt>
                <c:pt idx="9778">
                  <c:v>14:26</c:v>
                </c:pt>
                <c:pt idx="9779">
                  <c:v>14:26</c:v>
                </c:pt>
                <c:pt idx="9780">
                  <c:v>14:27</c:v>
                </c:pt>
                <c:pt idx="9781">
                  <c:v>14:27</c:v>
                </c:pt>
                <c:pt idx="9782">
                  <c:v>14:27</c:v>
                </c:pt>
                <c:pt idx="9783">
                  <c:v>14:27</c:v>
                </c:pt>
                <c:pt idx="9784">
                  <c:v>14:27</c:v>
                </c:pt>
                <c:pt idx="9785">
                  <c:v>14:27</c:v>
                </c:pt>
                <c:pt idx="9786">
                  <c:v>14:27</c:v>
                </c:pt>
                <c:pt idx="9787">
                  <c:v>14:27</c:v>
                </c:pt>
                <c:pt idx="9788">
                  <c:v>14:27</c:v>
                </c:pt>
                <c:pt idx="9789">
                  <c:v>14:27</c:v>
                </c:pt>
                <c:pt idx="9790">
                  <c:v>14:27</c:v>
                </c:pt>
                <c:pt idx="9791">
                  <c:v>14:27</c:v>
                </c:pt>
                <c:pt idx="9792">
                  <c:v>14:27</c:v>
                </c:pt>
                <c:pt idx="9793">
                  <c:v>14:27</c:v>
                </c:pt>
                <c:pt idx="9794">
                  <c:v>14:27</c:v>
                </c:pt>
                <c:pt idx="9795">
                  <c:v>14:27</c:v>
                </c:pt>
                <c:pt idx="9796">
                  <c:v>14:27</c:v>
                </c:pt>
                <c:pt idx="9797">
                  <c:v>14:27</c:v>
                </c:pt>
                <c:pt idx="9798">
                  <c:v>14:27</c:v>
                </c:pt>
                <c:pt idx="9799">
                  <c:v>14:27</c:v>
                </c:pt>
                <c:pt idx="9800">
                  <c:v>14:27</c:v>
                </c:pt>
                <c:pt idx="9801">
                  <c:v>14:27</c:v>
                </c:pt>
                <c:pt idx="9802">
                  <c:v>14:27</c:v>
                </c:pt>
                <c:pt idx="9803">
                  <c:v>14:27</c:v>
                </c:pt>
                <c:pt idx="9804">
                  <c:v>14:27</c:v>
                </c:pt>
                <c:pt idx="9805">
                  <c:v>14:27</c:v>
                </c:pt>
                <c:pt idx="9806">
                  <c:v>14:27</c:v>
                </c:pt>
                <c:pt idx="9807">
                  <c:v>14:27</c:v>
                </c:pt>
                <c:pt idx="9808">
                  <c:v>14:27</c:v>
                </c:pt>
                <c:pt idx="9809">
                  <c:v>14:27</c:v>
                </c:pt>
                <c:pt idx="9810">
                  <c:v>14:28</c:v>
                </c:pt>
                <c:pt idx="9811">
                  <c:v>14:28</c:v>
                </c:pt>
                <c:pt idx="9812">
                  <c:v>14:28</c:v>
                </c:pt>
                <c:pt idx="9813">
                  <c:v>14:28</c:v>
                </c:pt>
                <c:pt idx="9814">
                  <c:v>14:28</c:v>
                </c:pt>
                <c:pt idx="9815">
                  <c:v>14:28</c:v>
                </c:pt>
                <c:pt idx="9816">
                  <c:v>14:28</c:v>
                </c:pt>
                <c:pt idx="9817">
                  <c:v>14:28</c:v>
                </c:pt>
                <c:pt idx="9818">
                  <c:v>14:28</c:v>
                </c:pt>
                <c:pt idx="9819">
                  <c:v>14:28</c:v>
                </c:pt>
                <c:pt idx="9820">
                  <c:v>14:28</c:v>
                </c:pt>
                <c:pt idx="9821">
                  <c:v>14:28</c:v>
                </c:pt>
                <c:pt idx="9822">
                  <c:v>14:28</c:v>
                </c:pt>
                <c:pt idx="9823">
                  <c:v>14:28</c:v>
                </c:pt>
                <c:pt idx="9824">
                  <c:v>14:28</c:v>
                </c:pt>
                <c:pt idx="9825">
                  <c:v>14:28</c:v>
                </c:pt>
                <c:pt idx="9826">
                  <c:v>14:28</c:v>
                </c:pt>
                <c:pt idx="9827">
                  <c:v>14:28</c:v>
                </c:pt>
                <c:pt idx="9828">
                  <c:v>14:28</c:v>
                </c:pt>
                <c:pt idx="9829">
                  <c:v>14:28</c:v>
                </c:pt>
                <c:pt idx="9830">
                  <c:v>14:28</c:v>
                </c:pt>
                <c:pt idx="9831">
                  <c:v>14:28</c:v>
                </c:pt>
                <c:pt idx="9832">
                  <c:v>14:28</c:v>
                </c:pt>
                <c:pt idx="9833">
                  <c:v>14:28</c:v>
                </c:pt>
                <c:pt idx="9834">
                  <c:v>14:28</c:v>
                </c:pt>
                <c:pt idx="9835">
                  <c:v>14:28</c:v>
                </c:pt>
                <c:pt idx="9836">
                  <c:v>14:28</c:v>
                </c:pt>
                <c:pt idx="9837">
                  <c:v>14:28</c:v>
                </c:pt>
                <c:pt idx="9838">
                  <c:v>14:28</c:v>
                </c:pt>
                <c:pt idx="9839">
                  <c:v>14:28</c:v>
                </c:pt>
                <c:pt idx="9840">
                  <c:v>14:29</c:v>
                </c:pt>
                <c:pt idx="9841">
                  <c:v>14:29</c:v>
                </c:pt>
                <c:pt idx="9842">
                  <c:v>14:29</c:v>
                </c:pt>
                <c:pt idx="9843">
                  <c:v>14:29</c:v>
                </c:pt>
                <c:pt idx="9844">
                  <c:v>14:29</c:v>
                </c:pt>
                <c:pt idx="9845">
                  <c:v>14:29</c:v>
                </c:pt>
                <c:pt idx="9846">
                  <c:v>14:29</c:v>
                </c:pt>
                <c:pt idx="9847">
                  <c:v>14:29</c:v>
                </c:pt>
                <c:pt idx="9848">
                  <c:v>14:29</c:v>
                </c:pt>
                <c:pt idx="9849">
                  <c:v>14:29</c:v>
                </c:pt>
                <c:pt idx="9850">
                  <c:v>14:29</c:v>
                </c:pt>
                <c:pt idx="9851">
                  <c:v>14:29</c:v>
                </c:pt>
                <c:pt idx="9852">
                  <c:v>14:29</c:v>
                </c:pt>
                <c:pt idx="9853">
                  <c:v>14:29</c:v>
                </c:pt>
                <c:pt idx="9854">
                  <c:v>14:29</c:v>
                </c:pt>
                <c:pt idx="9855">
                  <c:v>14:29</c:v>
                </c:pt>
                <c:pt idx="9856">
                  <c:v>14:29</c:v>
                </c:pt>
                <c:pt idx="9857">
                  <c:v>14:29</c:v>
                </c:pt>
                <c:pt idx="9858">
                  <c:v>14:29</c:v>
                </c:pt>
                <c:pt idx="9859">
                  <c:v>14:29</c:v>
                </c:pt>
                <c:pt idx="9860">
                  <c:v>14:29</c:v>
                </c:pt>
                <c:pt idx="9861">
                  <c:v>14:29</c:v>
                </c:pt>
                <c:pt idx="9862">
                  <c:v>14:29</c:v>
                </c:pt>
                <c:pt idx="9863">
                  <c:v>14:29</c:v>
                </c:pt>
                <c:pt idx="9864">
                  <c:v>14:29</c:v>
                </c:pt>
                <c:pt idx="9865">
                  <c:v>14:29</c:v>
                </c:pt>
                <c:pt idx="9866">
                  <c:v>14:29</c:v>
                </c:pt>
                <c:pt idx="9867">
                  <c:v>14:29</c:v>
                </c:pt>
                <c:pt idx="9868">
                  <c:v>14:29</c:v>
                </c:pt>
                <c:pt idx="9869">
                  <c:v>14:29</c:v>
                </c:pt>
                <c:pt idx="9870">
                  <c:v>14:30</c:v>
                </c:pt>
                <c:pt idx="9871">
                  <c:v>14:30</c:v>
                </c:pt>
                <c:pt idx="9872">
                  <c:v>14:30</c:v>
                </c:pt>
                <c:pt idx="9873">
                  <c:v>14:30</c:v>
                </c:pt>
                <c:pt idx="9874">
                  <c:v>14:30</c:v>
                </c:pt>
                <c:pt idx="9875">
                  <c:v>14:30</c:v>
                </c:pt>
                <c:pt idx="9876">
                  <c:v>14:30</c:v>
                </c:pt>
                <c:pt idx="9877">
                  <c:v>14:30</c:v>
                </c:pt>
                <c:pt idx="9878">
                  <c:v>14:30</c:v>
                </c:pt>
                <c:pt idx="9879">
                  <c:v>14:30</c:v>
                </c:pt>
                <c:pt idx="9880">
                  <c:v>14:30</c:v>
                </c:pt>
                <c:pt idx="9881">
                  <c:v>14:30</c:v>
                </c:pt>
                <c:pt idx="9882">
                  <c:v>14:30</c:v>
                </c:pt>
                <c:pt idx="9883">
                  <c:v>14:30</c:v>
                </c:pt>
                <c:pt idx="9884">
                  <c:v>14:30</c:v>
                </c:pt>
                <c:pt idx="9885">
                  <c:v>14:30</c:v>
                </c:pt>
                <c:pt idx="9886">
                  <c:v>14:30</c:v>
                </c:pt>
                <c:pt idx="9887">
                  <c:v>14:30</c:v>
                </c:pt>
                <c:pt idx="9888">
                  <c:v>14:30</c:v>
                </c:pt>
                <c:pt idx="9889">
                  <c:v>14:30</c:v>
                </c:pt>
                <c:pt idx="9890">
                  <c:v>14:30</c:v>
                </c:pt>
                <c:pt idx="9891">
                  <c:v>14:30</c:v>
                </c:pt>
                <c:pt idx="9892">
                  <c:v>14:30</c:v>
                </c:pt>
                <c:pt idx="9893">
                  <c:v>14:30</c:v>
                </c:pt>
                <c:pt idx="9894">
                  <c:v>14:30</c:v>
                </c:pt>
                <c:pt idx="9895">
                  <c:v>14:30</c:v>
                </c:pt>
                <c:pt idx="9896">
                  <c:v>14:30</c:v>
                </c:pt>
                <c:pt idx="9897">
                  <c:v>14:30</c:v>
                </c:pt>
                <c:pt idx="9898">
                  <c:v>14:30</c:v>
                </c:pt>
                <c:pt idx="9899">
                  <c:v>14:30</c:v>
                </c:pt>
                <c:pt idx="9900">
                  <c:v>14:31</c:v>
                </c:pt>
                <c:pt idx="9901">
                  <c:v>14:31</c:v>
                </c:pt>
                <c:pt idx="9902">
                  <c:v>14:31</c:v>
                </c:pt>
                <c:pt idx="9903">
                  <c:v>14:31</c:v>
                </c:pt>
                <c:pt idx="9904">
                  <c:v>14:31</c:v>
                </c:pt>
                <c:pt idx="9905">
                  <c:v>14:31</c:v>
                </c:pt>
                <c:pt idx="9906">
                  <c:v>14:31</c:v>
                </c:pt>
                <c:pt idx="9907">
                  <c:v>14:31</c:v>
                </c:pt>
                <c:pt idx="9908">
                  <c:v>14:31</c:v>
                </c:pt>
                <c:pt idx="9909">
                  <c:v>14:31</c:v>
                </c:pt>
                <c:pt idx="9910">
                  <c:v>14:31</c:v>
                </c:pt>
                <c:pt idx="9911">
                  <c:v>14:31</c:v>
                </c:pt>
                <c:pt idx="9912">
                  <c:v>14:31</c:v>
                </c:pt>
                <c:pt idx="9913">
                  <c:v>14:31</c:v>
                </c:pt>
                <c:pt idx="9914">
                  <c:v>14:31</c:v>
                </c:pt>
                <c:pt idx="9915">
                  <c:v>14:31</c:v>
                </c:pt>
                <c:pt idx="9916">
                  <c:v>14:31</c:v>
                </c:pt>
                <c:pt idx="9917">
                  <c:v>14:31</c:v>
                </c:pt>
                <c:pt idx="9918">
                  <c:v>14:31</c:v>
                </c:pt>
                <c:pt idx="9919">
                  <c:v>14:31</c:v>
                </c:pt>
                <c:pt idx="9920">
                  <c:v>14:31</c:v>
                </c:pt>
                <c:pt idx="9921">
                  <c:v>14:31</c:v>
                </c:pt>
                <c:pt idx="9922">
                  <c:v>14:31</c:v>
                </c:pt>
                <c:pt idx="9923">
                  <c:v>14:31</c:v>
                </c:pt>
                <c:pt idx="9924">
                  <c:v>14:31</c:v>
                </c:pt>
                <c:pt idx="9925">
                  <c:v>14:31</c:v>
                </c:pt>
                <c:pt idx="9926">
                  <c:v>14:31</c:v>
                </c:pt>
                <c:pt idx="9927">
                  <c:v>14:31</c:v>
                </c:pt>
                <c:pt idx="9928">
                  <c:v>14:31</c:v>
                </c:pt>
                <c:pt idx="9929">
                  <c:v>14:31</c:v>
                </c:pt>
                <c:pt idx="9930">
                  <c:v>14:32</c:v>
                </c:pt>
                <c:pt idx="9931">
                  <c:v>14:32</c:v>
                </c:pt>
                <c:pt idx="9932">
                  <c:v>14:32</c:v>
                </c:pt>
                <c:pt idx="9933">
                  <c:v>14:32</c:v>
                </c:pt>
                <c:pt idx="9934">
                  <c:v>14:32</c:v>
                </c:pt>
                <c:pt idx="9935">
                  <c:v>14:32</c:v>
                </c:pt>
                <c:pt idx="9936">
                  <c:v>14:32</c:v>
                </c:pt>
                <c:pt idx="9937">
                  <c:v>14:32</c:v>
                </c:pt>
                <c:pt idx="9938">
                  <c:v>14:32</c:v>
                </c:pt>
                <c:pt idx="9939">
                  <c:v>14:32</c:v>
                </c:pt>
                <c:pt idx="9940">
                  <c:v>14:32</c:v>
                </c:pt>
                <c:pt idx="9941">
                  <c:v>14:32</c:v>
                </c:pt>
                <c:pt idx="9942">
                  <c:v>14:32</c:v>
                </c:pt>
                <c:pt idx="9943">
                  <c:v>14:32</c:v>
                </c:pt>
                <c:pt idx="9944">
                  <c:v>14:32</c:v>
                </c:pt>
                <c:pt idx="9945">
                  <c:v>14:32</c:v>
                </c:pt>
                <c:pt idx="9946">
                  <c:v>14:32</c:v>
                </c:pt>
                <c:pt idx="9947">
                  <c:v>14:32</c:v>
                </c:pt>
                <c:pt idx="9948">
                  <c:v>14:32</c:v>
                </c:pt>
                <c:pt idx="9949">
                  <c:v>14:32</c:v>
                </c:pt>
                <c:pt idx="9950">
                  <c:v>14:32</c:v>
                </c:pt>
                <c:pt idx="9951">
                  <c:v>14:32</c:v>
                </c:pt>
                <c:pt idx="9952">
                  <c:v>14:32</c:v>
                </c:pt>
                <c:pt idx="9953">
                  <c:v>14:32</c:v>
                </c:pt>
                <c:pt idx="9954">
                  <c:v>14:32</c:v>
                </c:pt>
                <c:pt idx="9955">
                  <c:v>14:32</c:v>
                </c:pt>
                <c:pt idx="9956">
                  <c:v>14:32</c:v>
                </c:pt>
                <c:pt idx="9957">
                  <c:v>14:32</c:v>
                </c:pt>
                <c:pt idx="9958">
                  <c:v>14:32</c:v>
                </c:pt>
                <c:pt idx="9959">
                  <c:v>14:32</c:v>
                </c:pt>
                <c:pt idx="9960">
                  <c:v>14:33</c:v>
                </c:pt>
                <c:pt idx="9961">
                  <c:v>14:33</c:v>
                </c:pt>
                <c:pt idx="9962">
                  <c:v>14:33</c:v>
                </c:pt>
                <c:pt idx="9963">
                  <c:v>14:33</c:v>
                </c:pt>
                <c:pt idx="9964">
                  <c:v>14:33</c:v>
                </c:pt>
                <c:pt idx="9965">
                  <c:v>14:33</c:v>
                </c:pt>
                <c:pt idx="9966">
                  <c:v>14:33</c:v>
                </c:pt>
                <c:pt idx="9967">
                  <c:v>14:33</c:v>
                </c:pt>
                <c:pt idx="9968">
                  <c:v>14:33</c:v>
                </c:pt>
                <c:pt idx="9969">
                  <c:v>14:33</c:v>
                </c:pt>
                <c:pt idx="9970">
                  <c:v>14:33</c:v>
                </c:pt>
                <c:pt idx="9971">
                  <c:v>14:33</c:v>
                </c:pt>
                <c:pt idx="9972">
                  <c:v>14:33</c:v>
                </c:pt>
                <c:pt idx="9973">
                  <c:v>14:33</c:v>
                </c:pt>
                <c:pt idx="9974">
                  <c:v>14:33</c:v>
                </c:pt>
                <c:pt idx="9975">
                  <c:v>14:33</c:v>
                </c:pt>
                <c:pt idx="9976">
                  <c:v>14:33</c:v>
                </c:pt>
                <c:pt idx="9977">
                  <c:v>14:33</c:v>
                </c:pt>
                <c:pt idx="9978">
                  <c:v>14:33</c:v>
                </c:pt>
                <c:pt idx="9979">
                  <c:v>14:33</c:v>
                </c:pt>
                <c:pt idx="9980">
                  <c:v>14:33</c:v>
                </c:pt>
                <c:pt idx="9981">
                  <c:v>14:33</c:v>
                </c:pt>
                <c:pt idx="9982">
                  <c:v>14:33</c:v>
                </c:pt>
                <c:pt idx="9983">
                  <c:v>14:33</c:v>
                </c:pt>
                <c:pt idx="9984">
                  <c:v>14:33</c:v>
                </c:pt>
                <c:pt idx="9985">
                  <c:v>14:33</c:v>
                </c:pt>
                <c:pt idx="9986">
                  <c:v>14:33</c:v>
                </c:pt>
                <c:pt idx="9987">
                  <c:v>14:33</c:v>
                </c:pt>
                <c:pt idx="9988">
                  <c:v>14:33</c:v>
                </c:pt>
                <c:pt idx="9989">
                  <c:v>14:33</c:v>
                </c:pt>
                <c:pt idx="9990">
                  <c:v>14:34</c:v>
                </c:pt>
                <c:pt idx="9991">
                  <c:v>14:34</c:v>
                </c:pt>
                <c:pt idx="9992">
                  <c:v>14:34</c:v>
                </c:pt>
                <c:pt idx="9993">
                  <c:v>14:34</c:v>
                </c:pt>
                <c:pt idx="9994">
                  <c:v>14:34</c:v>
                </c:pt>
                <c:pt idx="9995">
                  <c:v>14:34</c:v>
                </c:pt>
                <c:pt idx="9996">
                  <c:v>14:34</c:v>
                </c:pt>
                <c:pt idx="9997">
                  <c:v>14:34</c:v>
                </c:pt>
                <c:pt idx="9998">
                  <c:v>14:34</c:v>
                </c:pt>
                <c:pt idx="9999">
                  <c:v>14:34</c:v>
                </c:pt>
                <c:pt idx="10000">
                  <c:v>14:34</c:v>
                </c:pt>
                <c:pt idx="10001">
                  <c:v>14:34</c:v>
                </c:pt>
                <c:pt idx="10002">
                  <c:v>14:34</c:v>
                </c:pt>
                <c:pt idx="10003">
                  <c:v>14:34</c:v>
                </c:pt>
                <c:pt idx="10004">
                  <c:v>14:34</c:v>
                </c:pt>
                <c:pt idx="10005">
                  <c:v>14:34</c:v>
                </c:pt>
                <c:pt idx="10006">
                  <c:v>14:34</c:v>
                </c:pt>
                <c:pt idx="10007">
                  <c:v>14:34</c:v>
                </c:pt>
                <c:pt idx="10008">
                  <c:v>14:34</c:v>
                </c:pt>
                <c:pt idx="10009">
                  <c:v>14:34</c:v>
                </c:pt>
                <c:pt idx="10010">
                  <c:v>14:34</c:v>
                </c:pt>
                <c:pt idx="10011">
                  <c:v>14:34</c:v>
                </c:pt>
                <c:pt idx="10012">
                  <c:v>14:34</c:v>
                </c:pt>
                <c:pt idx="10013">
                  <c:v>14:34</c:v>
                </c:pt>
                <c:pt idx="10014">
                  <c:v>14:34</c:v>
                </c:pt>
                <c:pt idx="10015">
                  <c:v>14:34</c:v>
                </c:pt>
                <c:pt idx="10016">
                  <c:v>14:34</c:v>
                </c:pt>
                <c:pt idx="10017">
                  <c:v>14:34</c:v>
                </c:pt>
                <c:pt idx="10018">
                  <c:v>14:34</c:v>
                </c:pt>
                <c:pt idx="10019">
                  <c:v>14:34</c:v>
                </c:pt>
                <c:pt idx="10020">
                  <c:v>14:35</c:v>
                </c:pt>
                <c:pt idx="10021">
                  <c:v>14:35</c:v>
                </c:pt>
                <c:pt idx="10022">
                  <c:v>14:35</c:v>
                </c:pt>
                <c:pt idx="10023">
                  <c:v>14:35</c:v>
                </c:pt>
                <c:pt idx="10024">
                  <c:v>14:35</c:v>
                </c:pt>
                <c:pt idx="10025">
                  <c:v>14:35</c:v>
                </c:pt>
                <c:pt idx="10026">
                  <c:v>14:35</c:v>
                </c:pt>
                <c:pt idx="10027">
                  <c:v>14:35</c:v>
                </c:pt>
                <c:pt idx="10028">
                  <c:v>14:35</c:v>
                </c:pt>
                <c:pt idx="10029">
                  <c:v>14:35</c:v>
                </c:pt>
                <c:pt idx="10030">
                  <c:v>14:35</c:v>
                </c:pt>
                <c:pt idx="10031">
                  <c:v>14:35</c:v>
                </c:pt>
                <c:pt idx="10032">
                  <c:v>14:35</c:v>
                </c:pt>
                <c:pt idx="10033">
                  <c:v>14:35</c:v>
                </c:pt>
                <c:pt idx="10034">
                  <c:v>14:35</c:v>
                </c:pt>
                <c:pt idx="10035">
                  <c:v>14:35</c:v>
                </c:pt>
                <c:pt idx="10036">
                  <c:v>14:35</c:v>
                </c:pt>
                <c:pt idx="10037">
                  <c:v>14:35</c:v>
                </c:pt>
                <c:pt idx="10038">
                  <c:v>14:35</c:v>
                </c:pt>
                <c:pt idx="10039">
                  <c:v>14:35</c:v>
                </c:pt>
                <c:pt idx="10040">
                  <c:v>14:35</c:v>
                </c:pt>
                <c:pt idx="10041">
                  <c:v>14:35</c:v>
                </c:pt>
                <c:pt idx="10042">
                  <c:v>14:35</c:v>
                </c:pt>
                <c:pt idx="10043">
                  <c:v>14:35</c:v>
                </c:pt>
                <c:pt idx="10044">
                  <c:v>14:35</c:v>
                </c:pt>
                <c:pt idx="10045">
                  <c:v>14:35</c:v>
                </c:pt>
                <c:pt idx="10046">
                  <c:v>14:35</c:v>
                </c:pt>
                <c:pt idx="10047">
                  <c:v>14:35</c:v>
                </c:pt>
                <c:pt idx="10048">
                  <c:v>14:35</c:v>
                </c:pt>
                <c:pt idx="10049">
                  <c:v>14:35</c:v>
                </c:pt>
                <c:pt idx="10050">
                  <c:v>14:36</c:v>
                </c:pt>
                <c:pt idx="10051">
                  <c:v>14:36</c:v>
                </c:pt>
                <c:pt idx="10052">
                  <c:v>14:36</c:v>
                </c:pt>
                <c:pt idx="10053">
                  <c:v>14:36</c:v>
                </c:pt>
                <c:pt idx="10054">
                  <c:v>14:36</c:v>
                </c:pt>
                <c:pt idx="10055">
                  <c:v>14:36</c:v>
                </c:pt>
                <c:pt idx="10056">
                  <c:v>14:36</c:v>
                </c:pt>
                <c:pt idx="10057">
                  <c:v>14:36</c:v>
                </c:pt>
                <c:pt idx="10058">
                  <c:v>14:36</c:v>
                </c:pt>
                <c:pt idx="10059">
                  <c:v>14:36</c:v>
                </c:pt>
                <c:pt idx="10060">
                  <c:v>14:36</c:v>
                </c:pt>
                <c:pt idx="10061">
                  <c:v>14:36</c:v>
                </c:pt>
                <c:pt idx="10062">
                  <c:v>14:36</c:v>
                </c:pt>
                <c:pt idx="10063">
                  <c:v>14:36</c:v>
                </c:pt>
                <c:pt idx="10064">
                  <c:v>14:36</c:v>
                </c:pt>
                <c:pt idx="10065">
                  <c:v>14:36</c:v>
                </c:pt>
                <c:pt idx="10066">
                  <c:v>14:36</c:v>
                </c:pt>
                <c:pt idx="10067">
                  <c:v>14:36</c:v>
                </c:pt>
                <c:pt idx="10068">
                  <c:v>14:36</c:v>
                </c:pt>
                <c:pt idx="10069">
                  <c:v>14:36</c:v>
                </c:pt>
                <c:pt idx="10070">
                  <c:v>14:36</c:v>
                </c:pt>
                <c:pt idx="10071">
                  <c:v>14:36</c:v>
                </c:pt>
                <c:pt idx="10072">
                  <c:v>14:36</c:v>
                </c:pt>
                <c:pt idx="10073">
                  <c:v>14:36</c:v>
                </c:pt>
                <c:pt idx="10074">
                  <c:v>14:36</c:v>
                </c:pt>
                <c:pt idx="10075">
                  <c:v>14:36</c:v>
                </c:pt>
                <c:pt idx="10076">
                  <c:v>14:36</c:v>
                </c:pt>
                <c:pt idx="10077">
                  <c:v>14:36</c:v>
                </c:pt>
                <c:pt idx="10078">
                  <c:v>14:36</c:v>
                </c:pt>
                <c:pt idx="10079">
                  <c:v>14:36</c:v>
                </c:pt>
                <c:pt idx="10080">
                  <c:v>14:37</c:v>
                </c:pt>
                <c:pt idx="10081">
                  <c:v>14:37</c:v>
                </c:pt>
                <c:pt idx="10082">
                  <c:v>14:37</c:v>
                </c:pt>
                <c:pt idx="10083">
                  <c:v>14:37</c:v>
                </c:pt>
                <c:pt idx="10084">
                  <c:v>14:37</c:v>
                </c:pt>
                <c:pt idx="10085">
                  <c:v>14:37</c:v>
                </c:pt>
                <c:pt idx="10086">
                  <c:v>14:37</c:v>
                </c:pt>
                <c:pt idx="10087">
                  <c:v>14:37</c:v>
                </c:pt>
                <c:pt idx="10088">
                  <c:v>14:37</c:v>
                </c:pt>
                <c:pt idx="10089">
                  <c:v>14:37</c:v>
                </c:pt>
                <c:pt idx="10090">
                  <c:v>14:37</c:v>
                </c:pt>
                <c:pt idx="10091">
                  <c:v>14:37</c:v>
                </c:pt>
                <c:pt idx="10092">
                  <c:v>14:37</c:v>
                </c:pt>
                <c:pt idx="10093">
                  <c:v>14:37</c:v>
                </c:pt>
                <c:pt idx="10094">
                  <c:v>14:37</c:v>
                </c:pt>
                <c:pt idx="10095">
                  <c:v>14:37</c:v>
                </c:pt>
                <c:pt idx="10096">
                  <c:v>14:37</c:v>
                </c:pt>
                <c:pt idx="10097">
                  <c:v>14:37</c:v>
                </c:pt>
                <c:pt idx="10098">
                  <c:v>14:37</c:v>
                </c:pt>
                <c:pt idx="10099">
                  <c:v>14:37</c:v>
                </c:pt>
                <c:pt idx="10100">
                  <c:v>14:37</c:v>
                </c:pt>
                <c:pt idx="10101">
                  <c:v>14:37</c:v>
                </c:pt>
                <c:pt idx="10102">
                  <c:v>14:37</c:v>
                </c:pt>
                <c:pt idx="10103">
                  <c:v>14:37</c:v>
                </c:pt>
                <c:pt idx="10104">
                  <c:v>14:37</c:v>
                </c:pt>
                <c:pt idx="10105">
                  <c:v>14:37</c:v>
                </c:pt>
                <c:pt idx="10106">
                  <c:v>14:37</c:v>
                </c:pt>
                <c:pt idx="10107">
                  <c:v>14:37</c:v>
                </c:pt>
                <c:pt idx="10108">
                  <c:v>14:37</c:v>
                </c:pt>
                <c:pt idx="10109">
                  <c:v>14:37</c:v>
                </c:pt>
                <c:pt idx="10110">
                  <c:v>14:38</c:v>
                </c:pt>
                <c:pt idx="10111">
                  <c:v>14:38</c:v>
                </c:pt>
                <c:pt idx="10112">
                  <c:v>14:38</c:v>
                </c:pt>
                <c:pt idx="10113">
                  <c:v>14:38</c:v>
                </c:pt>
                <c:pt idx="10114">
                  <c:v>14:38</c:v>
                </c:pt>
                <c:pt idx="10115">
                  <c:v>14:38</c:v>
                </c:pt>
                <c:pt idx="10116">
                  <c:v>14:38</c:v>
                </c:pt>
                <c:pt idx="10117">
                  <c:v>14:38</c:v>
                </c:pt>
                <c:pt idx="10118">
                  <c:v>14:38</c:v>
                </c:pt>
                <c:pt idx="10119">
                  <c:v>14:38</c:v>
                </c:pt>
                <c:pt idx="10120">
                  <c:v>14:38</c:v>
                </c:pt>
                <c:pt idx="10121">
                  <c:v>14:38</c:v>
                </c:pt>
                <c:pt idx="10122">
                  <c:v>14:38</c:v>
                </c:pt>
                <c:pt idx="10123">
                  <c:v>14:38</c:v>
                </c:pt>
                <c:pt idx="10124">
                  <c:v>14:38</c:v>
                </c:pt>
                <c:pt idx="10125">
                  <c:v>14:38</c:v>
                </c:pt>
                <c:pt idx="10126">
                  <c:v>14:38</c:v>
                </c:pt>
                <c:pt idx="10127">
                  <c:v>14:38</c:v>
                </c:pt>
                <c:pt idx="10128">
                  <c:v>14:38</c:v>
                </c:pt>
                <c:pt idx="10129">
                  <c:v>14:38</c:v>
                </c:pt>
                <c:pt idx="10130">
                  <c:v>14:38</c:v>
                </c:pt>
                <c:pt idx="10131">
                  <c:v>14:38</c:v>
                </c:pt>
                <c:pt idx="10132">
                  <c:v>14:38</c:v>
                </c:pt>
                <c:pt idx="10133">
                  <c:v>14:38</c:v>
                </c:pt>
                <c:pt idx="10134">
                  <c:v>14:38</c:v>
                </c:pt>
                <c:pt idx="10135">
                  <c:v>14:38</c:v>
                </c:pt>
                <c:pt idx="10136">
                  <c:v>14:38</c:v>
                </c:pt>
                <c:pt idx="10137">
                  <c:v>14:38</c:v>
                </c:pt>
                <c:pt idx="10138">
                  <c:v>14:38</c:v>
                </c:pt>
                <c:pt idx="10139">
                  <c:v>14:38</c:v>
                </c:pt>
                <c:pt idx="10140">
                  <c:v>14:39</c:v>
                </c:pt>
                <c:pt idx="10141">
                  <c:v>14:39</c:v>
                </c:pt>
                <c:pt idx="10142">
                  <c:v>14:39</c:v>
                </c:pt>
                <c:pt idx="10143">
                  <c:v>14:39</c:v>
                </c:pt>
                <c:pt idx="10144">
                  <c:v>14:39</c:v>
                </c:pt>
                <c:pt idx="10145">
                  <c:v>14:39</c:v>
                </c:pt>
                <c:pt idx="10146">
                  <c:v>14:39</c:v>
                </c:pt>
                <c:pt idx="10147">
                  <c:v>14:39</c:v>
                </c:pt>
                <c:pt idx="10148">
                  <c:v>14:39</c:v>
                </c:pt>
                <c:pt idx="10149">
                  <c:v>14:39</c:v>
                </c:pt>
                <c:pt idx="10150">
                  <c:v>14:39</c:v>
                </c:pt>
                <c:pt idx="10151">
                  <c:v>14:39</c:v>
                </c:pt>
                <c:pt idx="10152">
                  <c:v>14:39</c:v>
                </c:pt>
                <c:pt idx="10153">
                  <c:v>14:39</c:v>
                </c:pt>
                <c:pt idx="10154">
                  <c:v>14:39</c:v>
                </c:pt>
                <c:pt idx="10155">
                  <c:v>14:39</c:v>
                </c:pt>
                <c:pt idx="10156">
                  <c:v>14:39</c:v>
                </c:pt>
                <c:pt idx="10157">
                  <c:v>14:39</c:v>
                </c:pt>
                <c:pt idx="10158">
                  <c:v>14:39</c:v>
                </c:pt>
                <c:pt idx="10159">
                  <c:v>14:39</c:v>
                </c:pt>
                <c:pt idx="10160">
                  <c:v>14:39</c:v>
                </c:pt>
                <c:pt idx="10161">
                  <c:v>14:39</c:v>
                </c:pt>
                <c:pt idx="10162">
                  <c:v>14:39</c:v>
                </c:pt>
                <c:pt idx="10163">
                  <c:v>14:39</c:v>
                </c:pt>
                <c:pt idx="10164">
                  <c:v>14:39</c:v>
                </c:pt>
                <c:pt idx="10165">
                  <c:v>14:39</c:v>
                </c:pt>
                <c:pt idx="10166">
                  <c:v>14:39</c:v>
                </c:pt>
                <c:pt idx="10167">
                  <c:v>14:39</c:v>
                </c:pt>
                <c:pt idx="10168">
                  <c:v>14:39</c:v>
                </c:pt>
                <c:pt idx="10169">
                  <c:v>14:39</c:v>
                </c:pt>
                <c:pt idx="10170">
                  <c:v>14:40</c:v>
                </c:pt>
                <c:pt idx="10171">
                  <c:v>14:40</c:v>
                </c:pt>
                <c:pt idx="10172">
                  <c:v>14:40</c:v>
                </c:pt>
                <c:pt idx="10173">
                  <c:v>14:40</c:v>
                </c:pt>
                <c:pt idx="10174">
                  <c:v>14:40</c:v>
                </c:pt>
                <c:pt idx="10175">
                  <c:v>14:40</c:v>
                </c:pt>
                <c:pt idx="10176">
                  <c:v>14:40</c:v>
                </c:pt>
                <c:pt idx="10177">
                  <c:v>14:40</c:v>
                </c:pt>
                <c:pt idx="10178">
                  <c:v>14:40</c:v>
                </c:pt>
                <c:pt idx="10179">
                  <c:v>14:40</c:v>
                </c:pt>
                <c:pt idx="10180">
                  <c:v>14:40</c:v>
                </c:pt>
                <c:pt idx="10181">
                  <c:v>14:40</c:v>
                </c:pt>
                <c:pt idx="10182">
                  <c:v>14:40</c:v>
                </c:pt>
                <c:pt idx="10183">
                  <c:v>14:40</c:v>
                </c:pt>
                <c:pt idx="10184">
                  <c:v>14:40</c:v>
                </c:pt>
                <c:pt idx="10185">
                  <c:v>14:40</c:v>
                </c:pt>
                <c:pt idx="10186">
                  <c:v>14:40</c:v>
                </c:pt>
                <c:pt idx="10187">
                  <c:v>14:40</c:v>
                </c:pt>
                <c:pt idx="10188">
                  <c:v>14:40</c:v>
                </c:pt>
                <c:pt idx="10189">
                  <c:v>14:40</c:v>
                </c:pt>
                <c:pt idx="10190">
                  <c:v>14:40</c:v>
                </c:pt>
                <c:pt idx="10191">
                  <c:v>14:40</c:v>
                </c:pt>
                <c:pt idx="10192">
                  <c:v>14:40</c:v>
                </c:pt>
                <c:pt idx="10193">
                  <c:v>14:40</c:v>
                </c:pt>
                <c:pt idx="10194">
                  <c:v>14:40</c:v>
                </c:pt>
                <c:pt idx="10195">
                  <c:v>14:40</c:v>
                </c:pt>
                <c:pt idx="10196">
                  <c:v>14:40</c:v>
                </c:pt>
                <c:pt idx="10197">
                  <c:v>14:40</c:v>
                </c:pt>
                <c:pt idx="10198">
                  <c:v>14:40</c:v>
                </c:pt>
                <c:pt idx="10199">
                  <c:v>14:40</c:v>
                </c:pt>
                <c:pt idx="10200">
                  <c:v>14:41</c:v>
                </c:pt>
                <c:pt idx="10201">
                  <c:v>14:41</c:v>
                </c:pt>
                <c:pt idx="10202">
                  <c:v>14:41</c:v>
                </c:pt>
                <c:pt idx="10203">
                  <c:v>14:41</c:v>
                </c:pt>
                <c:pt idx="10204">
                  <c:v>14:41</c:v>
                </c:pt>
                <c:pt idx="10205">
                  <c:v>14:41</c:v>
                </c:pt>
                <c:pt idx="10206">
                  <c:v>14:41</c:v>
                </c:pt>
                <c:pt idx="10207">
                  <c:v>14:41</c:v>
                </c:pt>
                <c:pt idx="10208">
                  <c:v>14:41</c:v>
                </c:pt>
                <c:pt idx="10209">
                  <c:v>14:41</c:v>
                </c:pt>
                <c:pt idx="10210">
                  <c:v>14:41</c:v>
                </c:pt>
                <c:pt idx="10211">
                  <c:v>14:41</c:v>
                </c:pt>
                <c:pt idx="10212">
                  <c:v>14:41</c:v>
                </c:pt>
                <c:pt idx="10213">
                  <c:v>14:41</c:v>
                </c:pt>
                <c:pt idx="10214">
                  <c:v>14:41</c:v>
                </c:pt>
                <c:pt idx="10215">
                  <c:v>14:41</c:v>
                </c:pt>
                <c:pt idx="10216">
                  <c:v>14:41</c:v>
                </c:pt>
                <c:pt idx="10217">
                  <c:v>14:41</c:v>
                </c:pt>
                <c:pt idx="10218">
                  <c:v>14:41</c:v>
                </c:pt>
                <c:pt idx="10219">
                  <c:v>14:41</c:v>
                </c:pt>
                <c:pt idx="10220">
                  <c:v>14:41</c:v>
                </c:pt>
                <c:pt idx="10221">
                  <c:v>14:41</c:v>
                </c:pt>
                <c:pt idx="10222">
                  <c:v>14:41</c:v>
                </c:pt>
                <c:pt idx="10223">
                  <c:v>14:41</c:v>
                </c:pt>
                <c:pt idx="10224">
                  <c:v>14:41</c:v>
                </c:pt>
                <c:pt idx="10225">
                  <c:v>14:41</c:v>
                </c:pt>
                <c:pt idx="10226">
                  <c:v>14:41</c:v>
                </c:pt>
                <c:pt idx="10227">
                  <c:v>14:41</c:v>
                </c:pt>
                <c:pt idx="10228">
                  <c:v>14:41</c:v>
                </c:pt>
                <c:pt idx="10229">
                  <c:v>14:41</c:v>
                </c:pt>
                <c:pt idx="10230">
                  <c:v>14:42</c:v>
                </c:pt>
                <c:pt idx="10231">
                  <c:v>14:42</c:v>
                </c:pt>
                <c:pt idx="10232">
                  <c:v>14:42</c:v>
                </c:pt>
                <c:pt idx="10233">
                  <c:v>14:42</c:v>
                </c:pt>
                <c:pt idx="10234">
                  <c:v>14:42</c:v>
                </c:pt>
                <c:pt idx="10235">
                  <c:v>14:42</c:v>
                </c:pt>
                <c:pt idx="10236">
                  <c:v>14:42</c:v>
                </c:pt>
                <c:pt idx="10237">
                  <c:v>14:42</c:v>
                </c:pt>
                <c:pt idx="10238">
                  <c:v>14:42</c:v>
                </c:pt>
                <c:pt idx="10239">
                  <c:v>14:42</c:v>
                </c:pt>
                <c:pt idx="10240">
                  <c:v>14:42</c:v>
                </c:pt>
                <c:pt idx="10241">
                  <c:v>14:42</c:v>
                </c:pt>
                <c:pt idx="10242">
                  <c:v>14:42</c:v>
                </c:pt>
                <c:pt idx="10243">
                  <c:v>14:42</c:v>
                </c:pt>
                <c:pt idx="10244">
                  <c:v>14:42</c:v>
                </c:pt>
                <c:pt idx="10245">
                  <c:v>14:42</c:v>
                </c:pt>
                <c:pt idx="10246">
                  <c:v>14:42</c:v>
                </c:pt>
                <c:pt idx="10247">
                  <c:v>14:42</c:v>
                </c:pt>
                <c:pt idx="10248">
                  <c:v>14:42</c:v>
                </c:pt>
                <c:pt idx="10249">
                  <c:v>14:42</c:v>
                </c:pt>
                <c:pt idx="10250">
                  <c:v>14:42</c:v>
                </c:pt>
                <c:pt idx="10251">
                  <c:v>14:42</c:v>
                </c:pt>
                <c:pt idx="10252">
                  <c:v>14:42</c:v>
                </c:pt>
                <c:pt idx="10253">
                  <c:v>14:42</c:v>
                </c:pt>
                <c:pt idx="10254">
                  <c:v>14:42</c:v>
                </c:pt>
                <c:pt idx="10255">
                  <c:v>14:42</c:v>
                </c:pt>
                <c:pt idx="10256">
                  <c:v>14:42</c:v>
                </c:pt>
                <c:pt idx="10257">
                  <c:v>14:42</c:v>
                </c:pt>
                <c:pt idx="10258">
                  <c:v>14:42</c:v>
                </c:pt>
                <c:pt idx="10259">
                  <c:v>14:42</c:v>
                </c:pt>
                <c:pt idx="10260">
                  <c:v>14:43</c:v>
                </c:pt>
                <c:pt idx="10261">
                  <c:v>14:43</c:v>
                </c:pt>
                <c:pt idx="10262">
                  <c:v>14:43</c:v>
                </c:pt>
                <c:pt idx="10263">
                  <c:v>14:43</c:v>
                </c:pt>
                <c:pt idx="10264">
                  <c:v>14:43</c:v>
                </c:pt>
                <c:pt idx="10265">
                  <c:v>14:43</c:v>
                </c:pt>
                <c:pt idx="10266">
                  <c:v>14:43</c:v>
                </c:pt>
                <c:pt idx="10267">
                  <c:v>14:43</c:v>
                </c:pt>
                <c:pt idx="10268">
                  <c:v>14:43</c:v>
                </c:pt>
                <c:pt idx="10269">
                  <c:v>14:43</c:v>
                </c:pt>
                <c:pt idx="10270">
                  <c:v>14:43</c:v>
                </c:pt>
                <c:pt idx="10271">
                  <c:v>14:43</c:v>
                </c:pt>
                <c:pt idx="10272">
                  <c:v>14:43</c:v>
                </c:pt>
                <c:pt idx="10273">
                  <c:v>14:43</c:v>
                </c:pt>
                <c:pt idx="10274">
                  <c:v>14:43</c:v>
                </c:pt>
                <c:pt idx="10275">
                  <c:v>14:43</c:v>
                </c:pt>
                <c:pt idx="10276">
                  <c:v>14:43</c:v>
                </c:pt>
                <c:pt idx="10277">
                  <c:v>14:43</c:v>
                </c:pt>
                <c:pt idx="10278">
                  <c:v>14:43</c:v>
                </c:pt>
                <c:pt idx="10279">
                  <c:v>14:43</c:v>
                </c:pt>
                <c:pt idx="10280">
                  <c:v>14:43</c:v>
                </c:pt>
                <c:pt idx="10281">
                  <c:v>14:43</c:v>
                </c:pt>
                <c:pt idx="10282">
                  <c:v>14:43</c:v>
                </c:pt>
                <c:pt idx="10283">
                  <c:v>14:43</c:v>
                </c:pt>
                <c:pt idx="10284">
                  <c:v>14:43</c:v>
                </c:pt>
                <c:pt idx="10285">
                  <c:v>14:43</c:v>
                </c:pt>
                <c:pt idx="10286">
                  <c:v>14:43</c:v>
                </c:pt>
                <c:pt idx="10287">
                  <c:v>14:43</c:v>
                </c:pt>
                <c:pt idx="10288">
                  <c:v>14:43</c:v>
                </c:pt>
                <c:pt idx="10289">
                  <c:v>14:43</c:v>
                </c:pt>
                <c:pt idx="10290">
                  <c:v>14:44</c:v>
                </c:pt>
                <c:pt idx="10291">
                  <c:v>14:44</c:v>
                </c:pt>
                <c:pt idx="10292">
                  <c:v>14:44</c:v>
                </c:pt>
                <c:pt idx="10293">
                  <c:v>14:44</c:v>
                </c:pt>
                <c:pt idx="10294">
                  <c:v>14:44</c:v>
                </c:pt>
                <c:pt idx="10295">
                  <c:v>14:44</c:v>
                </c:pt>
                <c:pt idx="10296">
                  <c:v>14:44</c:v>
                </c:pt>
                <c:pt idx="10297">
                  <c:v>14:44</c:v>
                </c:pt>
                <c:pt idx="10298">
                  <c:v>14:44</c:v>
                </c:pt>
                <c:pt idx="10299">
                  <c:v>14:44</c:v>
                </c:pt>
                <c:pt idx="10300">
                  <c:v>14:44</c:v>
                </c:pt>
                <c:pt idx="10301">
                  <c:v>14:44</c:v>
                </c:pt>
                <c:pt idx="10302">
                  <c:v>14:44</c:v>
                </c:pt>
                <c:pt idx="10303">
                  <c:v>14:44</c:v>
                </c:pt>
                <c:pt idx="10304">
                  <c:v>14:44</c:v>
                </c:pt>
                <c:pt idx="10305">
                  <c:v>14:44</c:v>
                </c:pt>
                <c:pt idx="10306">
                  <c:v>14:44</c:v>
                </c:pt>
                <c:pt idx="10307">
                  <c:v>14:44</c:v>
                </c:pt>
                <c:pt idx="10308">
                  <c:v>14:44</c:v>
                </c:pt>
                <c:pt idx="10309">
                  <c:v>14:44</c:v>
                </c:pt>
                <c:pt idx="10310">
                  <c:v>14:44</c:v>
                </c:pt>
                <c:pt idx="10311">
                  <c:v>14:44</c:v>
                </c:pt>
                <c:pt idx="10312">
                  <c:v>14:44</c:v>
                </c:pt>
                <c:pt idx="10313">
                  <c:v>14:44</c:v>
                </c:pt>
                <c:pt idx="10314">
                  <c:v>14:44</c:v>
                </c:pt>
                <c:pt idx="10315">
                  <c:v>14:44</c:v>
                </c:pt>
                <c:pt idx="10316">
                  <c:v>14:44</c:v>
                </c:pt>
                <c:pt idx="10317">
                  <c:v>14:44</c:v>
                </c:pt>
                <c:pt idx="10318">
                  <c:v>14:44</c:v>
                </c:pt>
                <c:pt idx="10319">
                  <c:v>14:44</c:v>
                </c:pt>
                <c:pt idx="10320">
                  <c:v>14:45</c:v>
                </c:pt>
                <c:pt idx="10321">
                  <c:v>14:45</c:v>
                </c:pt>
                <c:pt idx="10322">
                  <c:v>14:45</c:v>
                </c:pt>
                <c:pt idx="10323">
                  <c:v>14:45</c:v>
                </c:pt>
                <c:pt idx="10324">
                  <c:v>14:45</c:v>
                </c:pt>
                <c:pt idx="10325">
                  <c:v>14:45</c:v>
                </c:pt>
                <c:pt idx="10326">
                  <c:v>14:45</c:v>
                </c:pt>
                <c:pt idx="10327">
                  <c:v>14:45</c:v>
                </c:pt>
                <c:pt idx="10328">
                  <c:v>14:45</c:v>
                </c:pt>
                <c:pt idx="10329">
                  <c:v>14:45</c:v>
                </c:pt>
                <c:pt idx="10330">
                  <c:v>14:45</c:v>
                </c:pt>
                <c:pt idx="10331">
                  <c:v>14:45</c:v>
                </c:pt>
                <c:pt idx="10332">
                  <c:v>14:45</c:v>
                </c:pt>
                <c:pt idx="10333">
                  <c:v>14:45</c:v>
                </c:pt>
                <c:pt idx="10334">
                  <c:v>14:45</c:v>
                </c:pt>
                <c:pt idx="10335">
                  <c:v>14:45</c:v>
                </c:pt>
                <c:pt idx="10336">
                  <c:v>14:45</c:v>
                </c:pt>
                <c:pt idx="10337">
                  <c:v>14:45</c:v>
                </c:pt>
                <c:pt idx="10338">
                  <c:v>14:45</c:v>
                </c:pt>
                <c:pt idx="10339">
                  <c:v>14:45</c:v>
                </c:pt>
                <c:pt idx="10340">
                  <c:v>14:45</c:v>
                </c:pt>
                <c:pt idx="10341">
                  <c:v>14:45</c:v>
                </c:pt>
                <c:pt idx="10342">
                  <c:v>14:45</c:v>
                </c:pt>
                <c:pt idx="10343">
                  <c:v>14:45</c:v>
                </c:pt>
                <c:pt idx="10344">
                  <c:v>14:45</c:v>
                </c:pt>
                <c:pt idx="10345">
                  <c:v>14:45</c:v>
                </c:pt>
                <c:pt idx="10346">
                  <c:v>14:45</c:v>
                </c:pt>
                <c:pt idx="10347">
                  <c:v>14:45</c:v>
                </c:pt>
                <c:pt idx="10348">
                  <c:v>14:45</c:v>
                </c:pt>
                <c:pt idx="10349">
                  <c:v>14:45</c:v>
                </c:pt>
                <c:pt idx="10350">
                  <c:v>14:46</c:v>
                </c:pt>
                <c:pt idx="10351">
                  <c:v>14:46</c:v>
                </c:pt>
                <c:pt idx="10352">
                  <c:v>14:46</c:v>
                </c:pt>
                <c:pt idx="10353">
                  <c:v>14:46</c:v>
                </c:pt>
                <c:pt idx="10354">
                  <c:v>14:46</c:v>
                </c:pt>
                <c:pt idx="10355">
                  <c:v>14:46</c:v>
                </c:pt>
                <c:pt idx="10356">
                  <c:v>14:46</c:v>
                </c:pt>
                <c:pt idx="10357">
                  <c:v>14:46</c:v>
                </c:pt>
                <c:pt idx="10358">
                  <c:v>14:46</c:v>
                </c:pt>
                <c:pt idx="10359">
                  <c:v>14:46</c:v>
                </c:pt>
                <c:pt idx="10360">
                  <c:v>14:46</c:v>
                </c:pt>
                <c:pt idx="10361">
                  <c:v>14:46</c:v>
                </c:pt>
                <c:pt idx="10362">
                  <c:v>14:46</c:v>
                </c:pt>
                <c:pt idx="10363">
                  <c:v>14:46</c:v>
                </c:pt>
                <c:pt idx="10364">
                  <c:v>14:46</c:v>
                </c:pt>
                <c:pt idx="10365">
                  <c:v>14:46</c:v>
                </c:pt>
                <c:pt idx="10366">
                  <c:v>14:46</c:v>
                </c:pt>
                <c:pt idx="10367">
                  <c:v>14:46</c:v>
                </c:pt>
                <c:pt idx="10368">
                  <c:v>14:46</c:v>
                </c:pt>
                <c:pt idx="10369">
                  <c:v>14:46</c:v>
                </c:pt>
                <c:pt idx="10370">
                  <c:v>14:46</c:v>
                </c:pt>
                <c:pt idx="10371">
                  <c:v>14:46</c:v>
                </c:pt>
                <c:pt idx="10372">
                  <c:v>14:46</c:v>
                </c:pt>
                <c:pt idx="10373">
                  <c:v>14:46</c:v>
                </c:pt>
                <c:pt idx="10374">
                  <c:v>14:46</c:v>
                </c:pt>
                <c:pt idx="10375">
                  <c:v>14:46</c:v>
                </c:pt>
                <c:pt idx="10376">
                  <c:v>14:46</c:v>
                </c:pt>
                <c:pt idx="10377">
                  <c:v>14:46</c:v>
                </c:pt>
                <c:pt idx="10378">
                  <c:v>14:46</c:v>
                </c:pt>
                <c:pt idx="10379">
                  <c:v>14:46</c:v>
                </c:pt>
                <c:pt idx="10380">
                  <c:v>14:47</c:v>
                </c:pt>
                <c:pt idx="10381">
                  <c:v>14:47</c:v>
                </c:pt>
                <c:pt idx="10382">
                  <c:v>14:47</c:v>
                </c:pt>
                <c:pt idx="10383">
                  <c:v>14:47</c:v>
                </c:pt>
                <c:pt idx="10384">
                  <c:v>14:47</c:v>
                </c:pt>
                <c:pt idx="10385">
                  <c:v>14:47</c:v>
                </c:pt>
                <c:pt idx="10386">
                  <c:v>14:47</c:v>
                </c:pt>
                <c:pt idx="10387">
                  <c:v>14:47</c:v>
                </c:pt>
                <c:pt idx="10388">
                  <c:v>14:47</c:v>
                </c:pt>
                <c:pt idx="10389">
                  <c:v>14:47</c:v>
                </c:pt>
                <c:pt idx="10390">
                  <c:v>14:47</c:v>
                </c:pt>
                <c:pt idx="10391">
                  <c:v>14:47</c:v>
                </c:pt>
                <c:pt idx="10392">
                  <c:v>14:47</c:v>
                </c:pt>
                <c:pt idx="10393">
                  <c:v>14:47</c:v>
                </c:pt>
                <c:pt idx="10394">
                  <c:v>14:47</c:v>
                </c:pt>
                <c:pt idx="10395">
                  <c:v>14:47</c:v>
                </c:pt>
                <c:pt idx="10396">
                  <c:v>14:47</c:v>
                </c:pt>
                <c:pt idx="10397">
                  <c:v>14:47</c:v>
                </c:pt>
                <c:pt idx="10398">
                  <c:v>14:47</c:v>
                </c:pt>
                <c:pt idx="10399">
                  <c:v>14:47</c:v>
                </c:pt>
                <c:pt idx="10400">
                  <c:v>14:47</c:v>
                </c:pt>
                <c:pt idx="10401">
                  <c:v>14:47</c:v>
                </c:pt>
                <c:pt idx="10402">
                  <c:v>14:47</c:v>
                </c:pt>
                <c:pt idx="10403">
                  <c:v>14:47</c:v>
                </c:pt>
                <c:pt idx="10404">
                  <c:v>14:47</c:v>
                </c:pt>
                <c:pt idx="10405">
                  <c:v>14:47</c:v>
                </c:pt>
                <c:pt idx="10406">
                  <c:v>14:47</c:v>
                </c:pt>
                <c:pt idx="10407">
                  <c:v>14:47</c:v>
                </c:pt>
                <c:pt idx="10408">
                  <c:v>14:47</c:v>
                </c:pt>
                <c:pt idx="10409">
                  <c:v>14:47</c:v>
                </c:pt>
                <c:pt idx="10410">
                  <c:v>14:48</c:v>
                </c:pt>
                <c:pt idx="10411">
                  <c:v>14:48</c:v>
                </c:pt>
                <c:pt idx="10412">
                  <c:v>14:48</c:v>
                </c:pt>
                <c:pt idx="10413">
                  <c:v>14:48</c:v>
                </c:pt>
                <c:pt idx="10414">
                  <c:v>14:48</c:v>
                </c:pt>
                <c:pt idx="10415">
                  <c:v>14:48</c:v>
                </c:pt>
                <c:pt idx="10416">
                  <c:v>14:48</c:v>
                </c:pt>
                <c:pt idx="10417">
                  <c:v>14:48</c:v>
                </c:pt>
                <c:pt idx="10418">
                  <c:v>14:48</c:v>
                </c:pt>
                <c:pt idx="10419">
                  <c:v>14:48</c:v>
                </c:pt>
                <c:pt idx="10420">
                  <c:v>14:48</c:v>
                </c:pt>
                <c:pt idx="10421">
                  <c:v>14:48</c:v>
                </c:pt>
                <c:pt idx="10422">
                  <c:v>14:48</c:v>
                </c:pt>
                <c:pt idx="10423">
                  <c:v>14:48</c:v>
                </c:pt>
                <c:pt idx="10424">
                  <c:v>14:48</c:v>
                </c:pt>
                <c:pt idx="10425">
                  <c:v>14:48</c:v>
                </c:pt>
                <c:pt idx="10426">
                  <c:v>14:48</c:v>
                </c:pt>
                <c:pt idx="10427">
                  <c:v>14:48</c:v>
                </c:pt>
                <c:pt idx="10428">
                  <c:v>14:48</c:v>
                </c:pt>
                <c:pt idx="10429">
                  <c:v>14:48</c:v>
                </c:pt>
                <c:pt idx="10430">
                  <c:v>14:48</c:v>
                </c:pt>
                <c:pt idx="10431">
                  <c:v>14:48</c:v>
                </c:pt>
                <c:pt idx="10432">
                  <c:v>14:48</c:v>
                </c:pt>
                <c:pt idx="10433">
                  <c:v>14:48</c:v>
                </c:pt>
                <c:pt idx="10434">
                  <c:v>14:48</c:v>
                </c:pt>
                <c:pt idx="10435">
                  <c:v>14:48</c:v>
                </c:pt>
                <c:pt idx="10436">
                  <c:v>14:48</c:v>
                </c:pt>
                <c:pt idx="10437">
                  <c:v>14:48</c:v>
                </c:pt>
                <c:pt idx="10438">
                  <c:v>14:48</c:v>
                </c:pt>
                <c:pt idx="10439">
                  <c:v>14:48</c:v>
                </c:pt>
                <c:pt idx="10440">
                  <c:v>14:49</c:v>
                </c:pt>
                <c:pt idx="10441">
                  <c:v>14:49</c:v>
                </c:pt>
                <c:pt idx="10442">
                  <c:v>14:49</c:v>
                </c:pt>
                <c:pt idx="10443">
                  <c:v>14:49</c:v>
                </c:pt>
                <c:pt idx="10444">
                  <c:v>14:49</c:v>
                </c:pt>
                <c:pt idx="10445">
                  <c:v>14:49</c:v>
                </c:pt>
                <c:pt idx="10446">
                  <c:v>14:49</c:v>
                </c:pt>
                <c:pt idx="10447">
                  <c:v>14:49</c:v>
                </c:pt>
                <c:pt idx="10448">
                  <c:v>14:49</c:v>
                </c:pt>
                <c:pt idx="10449">
                  <c:v>14:49</c:v>
                </c:pt>
                <c:pt idx="10450">
                  <c:v>14:49</c:v>
                </c:pt>
                <c:pt idx="10451">
                  <c:v>14:49</c:v>
                </c:pt>
                <c:pt idx="10452">
                  <c:v>14:49</c:v>
                </c:pt>
                <c:pt idx="10453">
                  <c:v>14:49</c:v>
                </c:pt>
                <c:pt idx="10454">
                  <c:v>14:49</c:v>
                </c:pt>
                <c:pt idx="10455">
                  <c:v>14:49</c:v>
                </c:pt>
                <c:pt idx="10456">
                  <c:v>14:49</c:v>
                </c:pt>
                <c:pt idx="10457">
                  <c:v>14:49</c:v>
                </c:pt>
                <c:pt idx="10458">
                  <c:v>14:49</c:v>
                </c:pt>
                <c:pt idx="10459">
                  <c:v>14:49</c:v>
                </c:pt>
                <c:pt idx="10460">
                  <c:v>14:49</c:v>
                </c:pt>
                <c:pt idx="10461">
                  <c:v>14:49</c:v>
                </c:pt>
                <c:pt idx="10462">
                  <c:v>14:49</c:v>
                </c:pt>
                <c:pt idx="10463">
                  <c:v>14:49</c:v>
                </c:pt>
                <c:pt idx="10464">
                  <c:v>14:49</c:v>
                </c:pt>
                <c:pt idx="10465">
                  <c:v>14:49</c:v>
                </c:pt>
                <c:pt idx="10466">
                  <c:v>14:49</c:v>
                </c:pt>
                <c:pt idx="10467">
                  <c:v>14:49</c:v>
                </c:pt>
                <c:pt idx="10468">
                  <c:v>14:49</c:v>
                </c:pt>
                <c:pt idx="10469">
                  <c:v>14:49</c:v>
                </c:pt>
                <c:pt idx="10470">
                  <c:v>14:50</c:v>
                </c:pt>
                <c:pt idx="10471">
                  <c:v>14:50</c:v>
                </c:pt>
                <c:pt idx="10472">
                  <c:v>14:50</c:v>
                </c:pt>
                <c:pt idx="10473">
                  <c:v>14:50</c:v>
                </c:pt>
                <c:pt idx="10474">
                  <c:v>14:50</c:v>
                </c:pt>
                <c:pt idx="10475">
                  <c:v>14:50</c:v>
                </c:pt>
                <c:pt idx="10476">
                  <c:v>14:50</c:v>
                </c:pt>
                <c:pt idx="10477">
                  <c:v>14:50</c:v>
                </c:pt>
                <c:pt idx="10478">
                  <c:v>14:50</c:v>
                </c:pt>
                <c:pt idx="10479">
                  <c:v>14:50</c:v>
                </c:pt>
                <c:pt idx="10480">
                  <c:v>14:50</c:v>
                </c:pt>
                <c:pt idx="10481">
                  <c:v>14:50</c:v>
                </c:pt>
                <c:pt idx="10482">
                  <c:v>14:50</c:v>
                </c:pt>
                <c:pt idx="10483">
                  <c:v>14:50</c:v>
                </c:pt>
                <c:pt idx="10484">
                  <c:v>14:50</c:v>
                </c:pt>
                <c:pt idx="10485">
                  <c:v>14:50</c:v>
                </c:pt>
                <c:pt idx="10486">
                  <c:v>14:50</c:v>
                </c:pt>
                <c:pt idx="10487">
                  <c:v>14:50</c:v>
                </c:pt>
                <c:pt idx="10488">
                  <c:v>14:50</c:v>
                </c:pt>
                <c:pt idx="10489">
                  <c:v>14:50</c:v>
                </c:pt>
                <c:pt idx="10490">
                  <c:v>14:50</c:v>
                </c:pt>
                <c:pt idx="10491">
                  <c:v>14:50</c:v>
                </c:pt>
                <c:pt idx="10492">
                  <c:v>14:50</c:v>
                </c:pt>
                <c:pt idx="10493">
                  <c:v>14:50</c:v>
                </c:pt>
                <c:pt idx="10494">
                  <c:v>14:50</c:v>
                </c:pt>
                <c:pt idx="10495">
                  <c:v>14:50</c:v>
                </c:pt>
                <c:pt idx="10496">
                  <c:v>14:50</c:v>
                </c:pt>
                <c:pt idx="10497">
                  <c:v>14:50</c:v>
                </c:pt>
                <c:pt idx="10498">
                  <c:v>14:50</c:v>
                </c:pt>
                <c:pt idx="10499">
                  <c:v>14:50</c:v>
                </c:pt>
                <c:pt idx="10500">
                  <c:v>14:51</c:v>
                </c:pt>
                <c:pt idx="10501">
                  <c:v>14:51</c:v>
                </c:pt>
                <c:pt idx="10502">
                  <c:v>14:51</c:v>
                </c:pt>
                <c:pt idx="10503">
                  <c:v>14:51</c:v>
                </c:pt>
                <c:pt idx="10504">
                  <c:v>14:51</c:v>
                </c:pt>
                <c:pt idx="10505">
                  <c:v>14:51</c:v>
                </c:pt>
                <c:pt idx="10506">
                  <c:v>14:51</c:v>
                </c:pt>
                <c:pt idx="10507">
                  <c:v>14:51</c:v>
                </c:pt>
                <c:pt idx="10508">
                  <c:v>14:51</c:v>
                </c:pt>
                <c:pt idx="10509">
                  <c:v>14:51</c:v>
                </c:pt>
                <c:pt idx="10510">
                  <c:v>14:51</c:v>
                </c:pt>
                <c:pt idx="10511">
                  <c:v>14:51</c:v>
                </c:pt>
                <c:pt idx="10512">
                  <c:v>14:51</c:v>
                </c:pt>
                <c:pt idx="10513">
                  <c:v>14:51</c:v>
                </c:pt>
                <c:pt idx="10514">
                  <c:v>14:51</c:v>
                </c:pt>
                <c:pt idx="10515">
                  <c:v>14:51</c:v>
                </c:pt>
                <c:pt idx="10516">
                  <c:v>14:51</c:v>
                </c:pt>
                <c:pt idx="10517">
                  <c:v>14:51</c:v>
                </c:pt>
                <c:pt idx="10518">
                  <c:v>14:51</c:v>
                </c:pt>
                <c:pt idx="10519">
                  <c:v>14:51</c:v>
                </c:pt>
                <c:pt idx="10520">
                  <c:v>14:51</c:v>
                </c:pt>
                <c:pt idx="10521">
                  <c:v>14:51</c:v>
                </c:pt>
                <c:pt idx="10522">
                  <c:v>14:51</c:v>
                </c:pt>
                <c:pt idx="10523">
                  <c:v>14:51</c:v>
                </c:pt>
                <c:pt idx="10524">
                  <c:v>14:51</c:v>
                </c:pt>
                <c:pt idx="10525">
                  <c:v>14:51</c:v>
                </c:pt>
                <c:pt idx="10526">
                  <c:v>14:51</c:v>
                </c:pt>
                <c:pt idx="10527">
                  <c:v>14:51</c:v>
                </c:pt>
                <c:pt idx="10528">
                  <c:v>14:51</c:v>
                </c:pt>
                <c:pt idx="10529">
                  <c:v>14:51</c:v>
                </c:pt>
                <c:pt idx="10530">
                  <c:v>14:52</c:v>
                </c:pt>
                <c:pt idx="10531">
                  <c:v>14:52</c:v>
                </c:pt>
                <c:pt idx="10532">
                  <c:v>14:52</c:v>
                </c:pt>
                <c:pt idx="10533">
                  <c:v>14:52</c:v>
                </c:pt>
                <c:pt idx="10534">
                  <c:v>14:52</c:v>
                </c:pt>
                <c:pt idx="10535">
                  <c:v>14:52</c:v>
                </c:pt>
                <c:pt idx="10536">
                  <c:v>14:52</c:v>
                </c:pt>
                <c:pt idx="10537">
                  <c:v>14:52</c:v>
                </c:pt>
                <c:pt idx="10538">
                  <c:v>14:52</c:v>
                </c:pt>
                <c:pt idx="10539">
                  <c:v>14:52</c:v>
                </c:pt>
                <c:pt idx="10540">
                  <c:v>14:52</c:v>
                </c:pt>
                <c:pt idx="10541">
                  <c:v>14:52</c:v>
                </c:pt>
                <c:pt idx="10542">
                  <c:v>14:52</c:v>
                </c:pt>
                <c:pt idx="10543">
                  <c:v>14:52</c:v>
                </c:pt>
                <c:pt idx="10544">
                  <c:v>14:52</c:v>
                </c:pt>
                <c:pt idx="10545">
                  <c:v>14:52</c:v>
                </c:pt>
                <c:pt idx="10546">
                  <c:v>14:52</c:v>
                </c:pt>
                <c:pt idx="10547">
                  <c:v>14:52</c:v>
                </c:pt>
                <c:pt idx="10548">
                  <c:v>14:52</c:v>
                </c:pt>
                <c:pt idx="10549">
                  <c:v>14:52</c:v>
                </c:pt>
                <c:pt idx="10550">
                  <c:v>14:52</c:v>
                </c:pt>
                <c:pt idx="10551">
                  <c:v>14:52</c:v>
                </c:pt>
                <c:pt idx="10552">
                  <c:v>14:52</c:v>
                </c:pt>
                <c:pt idx="10553">
                  <c:v>14:52</c:v>
                </c:pt>
                <c:pt idx="10554">
                  <c:v>14:52</c:v>
                </c:pt>
                <c:pt idx="10555">
                  <c:v>14:52</c:v>
                </c:pt>
                <c:pt idx="10556">
                  <c:v>14:52</c:v>
                </c:pt>
                <c:pt idx="10557">
                  <c:v>14:52</c:v>
                </c:pt>
                <c:pt idx="10558">
                  <c:v>14:52</c:v>
                </c:pt>
                <c:pt idx="10559">
                  <c:v>14:52</c:v>
                </c:pt>
                <c:pt idx="10560">
                  <c:v>14:53</c:v>
                </c:pt>
                <c:pt idx="10561">
                  <c:v>14:53</c:v>
                </c:pt>
                <c:pt idx="10562">
                  <c:v>14:53</c:v>
                </c:pt>
                <c:pt idx="10563">
                  <c:v>14:53</c:v>
                </c:pt>
                <c:pt idx="10564">
                  <c:v>14:53</c:v>
                </c:pt>
                <c:pt idx="10565">
                  <c:v>14:53</c:v>
                </c:pt>
                <c:pt idx="10566">
                  <c:v>14:53</c:v>
                </c:pt>
                <c:pt idx="10567">
                  <c:v>14:53</c:v>
                </c:pt>
                <c:pt idx="10568">
                  <c:v>14:53</c:v>
                </c:pt>
                <c:pt idx="10569">
                  <c:v>14:53</c:v>
                </c:pt>
                <c:pt idx="10570">
                  <c:v>14:53</c:v>
                </c:pt>
                <c:pt idx="10571">
                  <c:v>14:53</c:v>
                </c:pt>
                <c:pt idx="10572">
                  <c:v>14:53</c:v>
                </c:pt>
                <c:pt idx="10573">
                  <c:v>14:53</c:v>
                </c:pt>
                <c:pt idx="10574">
                  <c:v>14:53</c:v>
                </c:pt>
                <c:pt idx="10575">
                  <c:v>14:53</c:v>
                </c:pt>
                <c:pt idx="10576">
                  <c:v>14:53</c:v>
                </c:pt>
                <c:pt idx="10577">
                  <c:v>14:53</c:v>
                </c:pt>
                <c:pt idx="10578">
                  <c:v>14:53</c:v>
                </c:pt>
                <c:pt idx="10579">
                  <c:v>14:53</c:v>
                </c:pt>
                <c:pt idx="10580">
                  <c:v>14:53</c:v>
                </c:pt>
                <c:pt idx="10581">
                  <c:v>14:53</c:v>
                </c:pt>
                <c:pt idx="10582">
                  <c:v>14:53</c:v>
                </c:pt>
                <c:pt idx="10583">
                  <c:v>14:53</c:v>
                </c:pt>
                <c:pt idx="10584">
                  <c:v>14:53</c:v>
                </c:pt>
                <c:pt idx="10585">
                  <c:v>14:53</c:v>
                </c:pt>
                <c:pt idx="10586">
                  <c:v>14:53</c:v>
                </c:pt>
                <c:pt idx="10587">
                  <c:v>14:53</c:v>
                </c:pt>
                <c:pt idx="10588">
                  <c:v>14:53</c:v>
                </c:pt>
                <c:pt idx="10589">
                  <c:v>14:53</c:v>
                </c:pt>
                <c:pt idx="10590">
                  <c:v>14:54</c:v>
                </c:pt>
                <c:pt idx="10591">
                  <c:v>14:54</c:v>
                </c:pt>
                <c:pt idx="10592">
                  <c:v>14:54</c:v>
                </c:pt>
                <c:pt idx="10593">
                  <c:v>14:54</c:v>
                </c:pt>
                <c:pt idx="10594">
                  <c:v>14:54</c:v>
                </c:pt>
                <c:pt idx="10595">
                  <c:v>14:54</c:v>
                </c:pt>
                <c:pt idx="10596">
                  <c:v>14:54</c:v>
                </c:pt>
                <c:pt idx="10597">
                  <c:v>14:54</c:v>
                </c:pt>
                <c:pt idx="10598">
                  <c:v>14:54</c:v>
                </c:pt>
                <c:pt idx="10599">
                  <c:v>14:54</c:v>
                </c:pt>
                <c:pt idx="10600">
                  <c:v>14:54</c:v>
                </c:pt>
                <c:pt idx="10601">
                  <c:v>14:54</c:v>
                </c:pt>
                <c:pt idx="10602">
                  <c:v>14:54</c:v>
                </c:pt>
                <c:pt idx="10603">
                  <c:v>14:54</c:v>
                </c:pt>
                <c:pt idx="10604">
                  <c:v>14:54</c:v>
                </c:pt>
                <c:pt idx="10605">
                  <c:v>14:54</c:v>
                </c:pt>
                <c:pt idx="10606">
                  <c:v>14:54</c:v>
                </c:pt>
                <c:pt idx="10607">
                  <c:v>14:54</c:v>
                </c:pt>
                <c:pt idx="10608">
                  <c:v>14:54</c:v>
                </c:pt>
                <c:pt idx="10609">
                  <c:v>14:54</c:v>
                </c:pt>
                <c:pt idx="10610">
                  <c:v>14:54</c:v>
                </c:pt>
                <c:pt idx="10611">
                  <c:v>14:54</c:v>
                </c:pt>
                <c:pt idx="10612">
                  <c:v>14:54</c:v>
                </c:pt>
                <c:pt idx="10613">
                  <c:v>14:54</c:v>
                </c:pt>
                <c:pt idx="10614">
                  <c:v>14:54</c:v>
                </c:pt>
                <c:pt idx="10615">
                  <c:v>14:54</c:v>
                </c:pt>
                <c:pt idx="10616">
                  <c:v>14:54</c:v>
                </c:pt>
                <c:pt idx="10617">
                  <c:v>14:54</c:v>
                </c:pt>
                <c:pt idx="10618">
                  <c:v>14:54</c:v>
                </c:pt>
                <c:pt idx="10619">
                  <c:v>14:54</c:v>
                </c:pt>
                <c:pt idx="10620">
                  <c:v>14:55</c:v>
                </c:pt>
                <c:pt idx="10621">
                  <c:v>14:55</c:v>
                </c:pt>
                <c:pt idx="10622">
                  <c:v>14:55</c:v>
                </c:pt>
                <c:pt idx="10623">
                  <c:v>14:55</c:v>
                </c:pt>
                <c:pt idx="10624">
                  <c:v>14:55</c:v>
                </c:pt>
                <c:pt idx="10625">
                  <c:v>14:55</c:v>
                </c:pt>
                <c:pt idx="10626">
                  <c:v>14:55</c:v>
                </c:pt>
                <c:pt idx="10627">
                  <c:v>14:55</c:v>
                </c:pt>
                <c:pt idx="10628">
                  <c:v>14:55</c:v>
                </c:pt>
                <c:pt idx="10629">
                  <c:v>14:55</c:v>
                </c:pt>
                <c:pt idx="10630">
                  <c:v>14:55</c:v>
                </c:pt>
                <c:pt idx="10631">
                  <c:v>14:55</c:v>
                </c:pt>
                <c:pt idx="10632">
                  <c:v>14:55</c:v>
                </c:pt>
                <c:pt idx="10633">
                  <c:v>14:55</c:v>
                </c:pt>
                <c:pt idx="10634">
                  <c:v>14:55</c:v>
                </c:pt>
                <c:pt idx="10635">
                  <c:v>14:55</c:v>
                </c:pt>
                <c:pt idx="10636">
                  <c:v>14:55</c:v>
                </c:pt>
                <c:pt idx="10637">
                  <c:v>14:55</c:v>
                </c:pt>
                <c:pt idx="10638">
                  <c:v>14:55</c:v>
                </c:pt>
                <c:pt idx="10639">
                  <c:v>14:55</c:v>
                </c:pt>
                <c:pt idx="10640">
                  <c:v>14:55</c:v>
                </c:pt>
                <c:pt idx="10641">
                  <c:v>14:55</c:v>
                </c:pt>
                <c:pt idx="10642">
                  <c:v>14:55</c:v>
                </c:pt>
                <c:pt idx="10643">
                  <c:v>14:55</c:v>
                </c:pt>
                <c:pt idx="10644">
                  <c:v>14:55</c:v>
                </c:pt>
                <c:pt idx="10645">
                  <c:v>14:55</c:v>
                </c:pt>
                <c:pt idx="10646">
                  <c:v>14:55</c:v>
                </c:pt>
                <c:pt idx="10647">
                  <c:v>14:55</c:v>
                </c:pt>
                <c:pt idx="10648">
                  <c:v>14:55</c:v>
                </c:pt>
                <c:pt idx="10649">
                  <c:v>14:55</c:v>
                </c:pt>
                <c:pt idx="10650">
                  <c:v>14:56</c:v>
                </c:pt>
                <c:pt idx="10651">
                  <c:v>14:56</c:v>
                </c:pt>
                <c:pt idx="10652">
                  <c:v>14:56</c:v>
                </c:pt>
                <c:pt idx="10653">
                  <c:v>14:56</c:v>
                </c:pt>
                <c:pt idx="10654">
                  <c:v>14:56</c:v>
                </c:pt>
                <c:pt idx="10655">
                  <c:v>14:56</c:v>
                </c:pt>
                <c:pt idx="10656">
                  <c:v>14:56</c:v>
                </c:pt>
                <c:pt idx="10657">
                  <c:v>14:56</c:v>
                </c:pt>
                <c:pt idx="10658">
                  <c:v>14:56</c:v>
                </c:pt>
                <c:pt idx="10659">
                  <c:v>14:56</c:v>
                </c:pt>
                <c:pt idx="10660">
                  <c:v>14:56</c:v>
                </c:pt>
                <c:pt idx="10661">
                  <c:v>14:56</c:v>
                </c:pt>
                <c:pt idx="10662">
                  <c:v>14:56</c:v>
                </c:pt>
                <c:pt idx="10663">
                  <c:v>14:56</c:v>
                </c:pt>
                <c:pt idx="10664">
                  <c:v>14:56</c:v>
                </c:pt>
                <c:pt idx="10665">
                  <c:v>14:56</c:v>
                </c:pt>
                <c:pt idx="10666">
                  <c:v>14:56</c:v>
                </c:pt>
                <c:pt idx="10667">
                  <c:v>14:56</c:v>
                </c:pt>
                <c:pt idx="10668">
                  <c:v>14:56</c:v>
                </c:pt>
                <c:pt idx="10669">
                  <c:v>14:56</c:v>
                </c:pt>
                <c:pt idx="10670">
                  <c:v>14:56</c:v>
                </c:pt>
                <c:pt idx="10671">
                  <c:v>14:56</c:v>
                </c:pt>
                <c:pt idx="10672">
                  <c:v>14:56</c:v>
                </c:pt>
                <c:pt idx="10673">
                  <c:v>14:56</c:v>
                </c:pt>
                <c:pt idx="10674">
                  <c:v>14:56</c:v>
                </c:pt>
                <c:pt idx="10675">
                  <c:v>14:56</c:v>
                </c:pt>
                <c:pt idx="10676">
                  <c:v>14:56</c:v>
                </c:pt>
                <c:pt idx="10677">
                  <c:v>14:56</c:v>
                </c:pt>
                <c:pt idx="10678">
                  <c:v>14:56</c:v>
                </c:pt>
                <c:pt idx="10679">
                  <c:v>14:56</c:v>
                </c:pt>
                <c:pt idx="10680">
                  <c:v>14:57</c:v>
                </c:pt>
                <c:pt idx="10681">
                  <c:v>14:57</c:v>
                </c:pt>
                <c:pt idx="10682">
                  <c:v>14:57</c:v>
                </c:pt>
                <c:pt idx="10683">
                  <c:v>14:57</c:v>
                </c:pt>
                <c:pt idx="10684">
                  <c:v>14:57</c:v>
                </c:pt>
                <c:pt idx="10685">
                  <c:v>14:57</c:v>
                </c:pt>
                <c:pt idx="10686">
                  <c:v>14:57</c:v>
                </c:pt>
                <c:pt idx="10687">
                  <c:v>14:57</c:v>
                </c:pt>
                <c:pt idx="10688">
                  <c:v>14:57</c:v>
                </c:pt>
                <c:pt idx="10689">
                  <c:v>14:57</c:v>
                </c:pt>
                <c:pt idx="10690">
                  <c:v>14:57</c:v>
                </c:pt>
                <c:pt idx="10691">
                  <c:v>14:57</c:v>
                </c:pt>
                <c:pt idx="10692">
                  <c:v>14:57</c:v>
                </c:pt>
                <c:pt idx="10693">
                  <c:v>14:57</c:v>
                </c:pt>
                <c:pt idx="10694">
                  <c:v>14:57</c:v>
                </c:pt>
                <c:pt idx="10695">
                  <c:v>14:57</c:v>
                </c:pt>
                <c:pt idx="10696">
                  <c:v>14:57</c:v>
                </c:pt>
                <c:pt idx="10697">
                  <c:v>14:57</c:v>
                </c:pt>
                <c:pt idx="10698">
                  <c:v>14:57</c:v>
                </c:pt>
                <c:pt idx="10699">
                  <c:v>14:57</c:v>
                </c:pt>
                <c:pt idx="10700">
                  <c:v>14:57</c:v>
                </c:pt>
                <c:pt idx="10701">
                  <c:v>14:57</c:v>
                </c:pt>
                <c:pt idx="10702">
                  <c:v>14:57</c:v>
                </c:pt>
                <c:pt idx="10703">
                  <c:v>14:57</c:v>
                </c:pt>
                <c:pt idx="10704">
                  <c:v>14:57</c:v>
                </c:pt>
                <c:pt idx="10705">
                  <c:v>14:57</c:v>
                </c:pt>
                <c:pt idx="10706">
                  <c:v>14:57</c:v>
                </c:pt>
                <c:pt idx="10707">
                  <c:v>14:57</c:v>
                </c:pt>
                <c:pt idx="10708">
                  <c:v>14:57</c:v>
                </c:pt>
                <c:pt idx="10709">
                  <c:v>14:57</c:v>
                </c:pt>
                <c:pt idx="10710">
                  <c:v>14:58</c:v>
                </c:pt>
                <c:pt idx="10711">
                  <c:v>14:58</c:v>
                </c:pt>
                <c:pt idx="10712">
                  <c:v>14:58</c:v>
                </c:pt>
                <c:pt idx="10713">
                  <c:v>14:58</c:v>
                </c:pt>
                <c:pt idx="10714">
                  <c:v>14:58</c:v>
                </c:pt>
                <c:pt idx="10715">
                  <c:v>14:58</c:v>
                </c:pt>
                <c:pt idx="10716">
                  <c:v>14:58</c:v>
                </c:pt>
                <c:pt idx="10717">
                  <c:v>14:58</c:v>
                </c:pt>
                <c:pt idx="10718">
                  <c:v>14:58</c:v>
                </c:pt>
                <c:pt idx="10719">
                  <c:v>14:58</c:v>
                </c:pt>
                <c:pt idx="10720">
                  <c:v>14:58</c:v>
                </c:pt>
                <c:pt idx="10721">
                  <c:v>14:58</c:v>
                </c:pt>
                <c:pt idx="10722">
                  <c:v>14:58</c:v>
                </c:pt>
                <c:pt idx="10723">
                  <c:v>14:58</c:v>
                </c:pt>
                <c:pt idx="10724">
                  <c:v>14:58</c:v>
                </c:pt>
                <c:pt idx="10725">
                  <c:v>14:58</c:v>
                </c:pt>
                <c:pt idx="10726">
                  <c:v>14:58</c:v>
                </c:pt>
                <c:pt idx="10727">
                  <c:v>14:58</c:v>
                </c:pt>
                <c:pt idx="10728">
                  <c:v>14:58</c:v>
                </c:pt>
                <c:pt idx="10729">
                  <c:v>14:58</c:v>
                </c:pt>
                <c:pt idx="10730">
                  <c:v>14:58</c:v>
                </c:pt>
                <c:pt idx="10731">
                  <c:v>14:58</c:v>
                </c:pt>
                <c:pt idx="10732">
                  <c:v>14:58</c:v>
                </c:pt>
                <c:pt idx="10733">
                  <c:v>14:58</c:v>
                </c:pt>
                <c:pt idx="10734">
                  <c:v>14:58</c:v>
                </c:pt>
                <c:pt idx="10735">
                  <c:v>14:58</c:v>
                </c:pt>
                <c:pt idx="10736">
                  <c:v>14:58</c:v>
                </c:pt>
                <c:pt idx="10737">
                  <c:v>14:58</c:v>
                </c:pt>
                <c:pt idx="10738">
                  <c:v>14:58</c:v>
                </c:pt>
                <c:pt idx="10739">
                  <c:v>14:58</c:v>
                </c:pt>
                <c:pt idx="10740">
                  <c:v>14:59</c:v>
                </c:pt>
                <c:pt idx="10741">
                  <c:v>14:59</c:v>
                </c:pt>
                <c:pt idx="10742">
                  <c:v>14:59</c:v>
                </c:pt>
                <c:pt idx="10743">
                  <c:v>14:59</c:v>
                </c:pt>
                <c:pt idx="10744">
                  <c:v>14:59</c:v>
                </c:pt>
                <c:pt idx="10745">
                  <c:v>14:59</c:v>
                </c:pt>
                <c:pt idx="10746">
                  <c:v>14:59</c:v>
                </c:pt>
                <c:pt idx="10747">
                  <c:v>14:59</c:v>
                </c:pt>
                <c:pt idx="10748">
                  <c:v>14:59</c:v>
                </c:pt>
                <c:pt idx="10749">
                  <c:v>14:59</c:v>
                </c:pt>
                <c:pt idx="10750">
                  <c:v>14:59</c:v>
                </c:pt>
                <c:pt idx="10751">
                  <c:v>14:59</c:v>
                </c:pt>
                <c:pt idx="10752">
                  <c:v>14:59</c:v>
                </c:pt>
                <c:pt idx="10753">
                  <c:v>14:59</c:v>
                </c:pt>
                <c:pt idx="10754">
                  <c:v>14:59</c:v>
                </c:pt>
                <c:pt idx="10755">
                  <c:v>14:59</c:v>
                </c:pt>
                <c:pt idx="10756">
                  <c:v>14:59</c:v>
                </c:pt>
                <c:pt idx="10757">
                  <c:v>14:59</c:v>
                </c:pt>
                <c:pt idx="10758">
                  <c:v>14:59</c:v>
                </c:pt>
                <c:pt idx="10759">
                  <c:v>14:59</c:v>
                </c:pt>
                <c:pt idx="10760">
                  <c:v>14:59</c:v>
                </c:pt>
                <c:pt idx="10761">
                  <c:v>14:59</c:v>
                </c:pt>
                <c:pt idx="10762">
                  <c:v>14:59</c:v>
                </c:pt>
                <c:pt idx="10763">
                  <c:v>14:59</c:v>
                </c:pt>
                <c:pt idx="10764">
                  <c:v>14:59</c:v>
                </c:pt>
                <c:pt idx="10765">
                  <c:v>14:59</c:v>
                </c:pt>
                <c:pt idx="10766">
                  <c:v>14:59</c:v>
                </c:pt>
                <c:pt idx="10767">
                  <c:v>14:59</c:v>
                </c:pt>
                <c:pt idx="10768">
                  <c:v>14:59</c:v>
                </c:pt>
                <c:pt idx="10769">
                  <c:v>14:59</c:v>
                </c:pt>
                <c:pt idx="10770">
                  <c:v>15:00</c:v>
                </c:pt>
                <c:pt idx="10771">
                  <c:v>15:00</c:v>
                </c:pt>
                <c:pt idx="10772">
                  <c:v>15:00</c:v>
                </c:pt>
                <c:pt idx="10773">
                  <c:v>15:00</c:v>
                </c:pt>
                <c:pt idx="10774">
                  <c:v>15:00</c:v>
                </c:pt>
                <c:pt idx="10775">
                  <c:v>15:00</c:v>
                </c:pt>
                <c:pt idx="10776">
                  <c:v>15:00</c:v>
                </c:pt>
                <c:pt idx="10777">
                  <c:v>15:00</c:v>
                </c:pt>
                <c:pt idx="10778">
                  <c:v>15:00</c:v>
                </c:pt>
                <c:pt idx="10779">
                  <c:v>15:00</c:v>
                </c:pt>
                <c:pt idx="10780">
                  <c:v>15:00</c:v>
                </c:pt>
                <c:pt idx="10781">
                  <c:v>15:00</c:v>
                </c:pt>
                <c:pt idx="10782">
                  <c:v>15:00</c:v>
                </c:pt>
                <c:pt idx="10783">
                  <c:v>15:00</c:v>
                </c:pt>
                <c:pt idx="10784">
                  <c:v>15:00</c:v>
                </c:pt>
                <c:pt idx="10785">
                  <c:v>15:00</c:v>
                </c:pt>
                <c:pt idx="10786">
                  <c:v>15:00</c:v>
                </c:pt>
                <c:pt idx="10787">
                  <c:v>15:00</c:v>
                </c:pt>
                <c:pt idx="10788">
                  <c:v>15:00</c:v>
                </c:pt>
                <c:pt idx="10789">
                  <c:v>15:00</c:v>
                </c:pt>
                <c:pt idx="10790">
                  <c:v>15:00</c:v>
                </c:pt>
                <c:pt idx="10791">
                  <c:v>15:00</c:v>
                </c:pt>
                <c:pt idx="10792">
                  <c:v>15:00</c:v>
                </c:pt>
                <c:pt idx="10793">
                  <c:v>15:00</c:v>
                </c:pt>
                <c:pt idx="10794">
                  <c:v>15:00</c:v>
                </c:pt>
                <c:pt idx="10795">
                  <c:v>15:00</c:v>
                </c:pt>
                <c:pt idx="10796">
                  <c:v>15:00</c:v>
                </c:pt>
                <c:pt idx="10797">
                  <c:v>15:00</c:v>
                </c:pt>
                <c:pt idx="10798">
                  <c:v>15:00</c:v>
                </c:pt>
                <c:pt idx="10799">
                  <c:v>15:00</c:v>
                </c:pt>
                <c:pt idx="10800">
                  <c:v>15:01</c:v>
                </c:pt>
                <c:pt idx="10801">
                  <c:v>15:01</c:v>
                </c:pt>
                <c:pt idx="10802">
                  <c:v>15:01</c:v>
                </c:pt>
                <c:pt idx="10803">
                  <c:v>15:01</c:v>
                </c:pt>
                <c:pt idx="10804">
                  <c:v>15:01</c:v>
                </c:pt>
                <c:pt idx="10805">
                  <c:v>15:01</c:v>
                </c:pt>
                <c:pt idx="10806">
                  <c:v>15:01</c:v>
                </c:pt>
                <c:pt idx="10807">
                  <c:v>15:01</c:v>
                </c:pt>
                <c:pt idx="10808">
                  <c:v>15:01</c:v>
                </c:pt>
                <c:pt idx="10809">
                  <c:v>15:01</c:v>
                </c:pt>
                <c:pt idx="10810">
                  <c:v>15:01</c:v>
                </c:pt>
                <c:pt idx="10811">
                  <c:v>15:01</c:v>
                </c:pt>
                <c:pt idx="10812">
                  <c:v>15:01</c:v>
                </c:pt>
                <c:pt idx="10813">
                  <c:v>15:01</c:v>
                </c:pt>
                <c:pt idx="10814">
                  <c:v>15:01</c:v>
                </c:pt>
                <c:pt idx="10815">
                  <c:v>15:01</c:v>
                </c:pt>
                <c:pt idx="10816">
                  <c:v>15:01</c:v>
                </c:pt>
                <c:pt idx="10817">
                  <c:v>15:01</c:v>
                </c:pt>
                <c:pt idx="10818">
                  <c:v>15:01</c:v>
                </c:pt>
                <c:pt idx="10819">
                  <c:v>15:01</c:v>
                </c:pt>
                <c:pt idx="10820">
                  <c:v>15:01</c:v>
                </c:pt>
                <c:pt idx="10821">
                  <c:v>15:01</c:v>
                </c:pt>
                <c:pt idx="10822">
                  <c:v>15:01</c:v>
                </c:pt>
                <c:pt idx="10823">
                  <c:v>15:01</c:v>
                </c:pt>
                <c:pt idx="10824">
                  <c:v>15:01</c:v>
                </c:pt>
                <c:pt idx="10825">
                  <c:v>15:01</c:v>
                </c:pt>
                <c:pt idx="10826">
                  <c:v>15:01</c:v>
                </c:pt>
                <c:pt idx="10827">
                  <c:v>15:01</c:v>
                </c:pt>
                <c:pt idx="10828">
                  <c:v>15:01</c:v>
                </c:pt>
                <c:pt idx="10829">
                  <c:v>15:01</c:v>
                </c:pt>
                <c:pt idx="10830">
                  <c:v>15:02</c:v>
                </c:pt>
                <c:pt idx="10831">
                  <c:v>15:02</c:v>
                </c:pt>
                <c:pt idx="10832">
                  <c:v>15:02</c:v>
                </c:pt>
                <c:pt idx="10833">
                  <c:v>15:02</c:v>
                </c:pt>
                <c:pt idx="10834">
                  <c:v>15:02</c:v>
                </c:pt>
                <c:pt idx="10835">
                  <c:v>15:02</c:v>
                </c:pt>
                <c:pt idx="10836">
                  <c:v>15:02</c:v>
                </c:pt>
                <c:pt idx="10837">
                  <c:v>15:02</c:v>
                </c:pt>
                <c:pt idx="10838">
                  <c:v>15:02</c:v>
                </c:pt>
                <c:pt idx="10839">
                  <c:v>15:02</c:v>
                </c:pt>
                <c:pt idx="10840">
                  <c:v>15:02</c:v>
                </c:pt>
                <c:pt idx="10841">
                  <c:v>15:02</c:v>
                </c:pt>
                <c:pt idx="10842">
                  <c:v>15:02</c:v>
                </c:pt>
                <c:pt idx="10843">
                  <c:v>15:02</c:v>
                </c:pt>
                <c:pt idx="10844">
                  <c:v>15:02</c:v>
                </c:pt>
                <c:pt idx="10845">
                  <c:v>15:02</c:v>
                </c:pt>
                <c:pt idx="10846">
                  <c:v>15:02</c:v>
                </c:pt>
                <c:pt idx="10847">
                  <c:v>15:02</c:v>
                </c:pt>
                <c:pt idx="10848">
                  <c:v>15:02</c:v>
                </c:pt>
                <c:pt idx="10849">
                  <c:v>15:02</c:v>
                </c:pt>
                <c:pt idx="10850">
                  <c:v>15:02</c:v>
                </c:pt>
                <c:pt idx="10851">
                  <c:v>15:02</c:v>
                </c:pt>
                <c:pt idx="10852">
                  <c:v>15:02</c:v>
                </c:pt>
                <c:pt idx="10853">
                  <c:v>15:02</c:v>
                </c:pt>
                <c:pt idx="10854">
                  <c:v>15:02</c:v>
                </c:pt>
                <c:pt idx="10855">
                  <c:v>15:02</c:v>
                </c:pt>
                <c:pt idx="10856">
                  <c:v>15:02</c:v>
                </c:pt>
                <c:pt idx="10857">
                  <c:v>15:02</c:v>
                </c:pt>
                <c:pt idx="10858">
                  <c:v>15:02</c:v>
                </c:pt>
                <c:pt idx="10859">
                  <c:v>15:02</c:v>
                </c:pt>
                <c:pt idx="10860">
                  <c:v>15:03</c:v>
                </c:pt>
                <c:pt idx="10861">
                  <c:v>15:03</c:v>
                </c:pt>
                <c:pt idx="10862">
                  <c:v>15:03</c:v>
                </c:pt>
                <c:pt idx="10863">
                  <c:v>15:03</c:v>
                </c:pt>
                <c:pt idx="10864">
                  <c:v>15:03</c:v>
                </c:pt>
                <c:pt idx="10865">
                  <c:v>15:03</c:v>
                </c:pt>
                <c:pt idx="10866">
                  <c:v>15:03</c:v>
                </c:pt>
                <c:pt idx="10867">
                  <c:v>15:03</c:v>
                </c:pt>
                <c:pt idx="10868">
                  <c:v>15:03</c:v>
                </c:pt>
                <c:pt idx="10869">
                  <c:v>15:03</c:v>
                </c:pt>
                <c:pt idx="10870">
                  <c:v>15:03</c:v>
                </c:pt>
                <c:pt idx="10871">
                  <c:v>15:03</c:v>
                </c:pt>
                <c:pt idx="10872">
                  <c:v>15:03</c:v>
                </c:pt>
                <c:pt idx="10873">
                  <c:v>15:03</c:v>
                </c:pt>
                <c:pt idx="10874">
                  <c:v>15:03</c:v>
                </c:pt>
                <c:pt idx="10875">
                  <c:v>15:03</c:v>
                </c:pt>
                <c:pt idx="10876">
                  <c:v>15:03</c:v>
                </c:pt>
                <c:pt idx="10877">
                  <c:v>15:03</c:v>
                </c:pt>
                <c:pt idx="10878">
                  <c:v>15:03</c:v>
                </c:pt>
                <c:pt idx="10879">
                  <c:v>15:03</c:v>
                </c:pt>
                <c:pt idx="10880">
                  <c:v>15:03</c:v>
                </c:pt>
                <c:pt idx="10881">
                  <c:v>15:03</c:v>
                </c:pt>
                <c:pt idx="10882">
                  <c:v>15:03</c:v>
                </c:pt>
                <c:pt idx="10883">
                  <c:v>15:03</c:v>
                </c:pt>
                <c:pt idx="10884">
                  <c:v>15:03</c:v>
                </c:pt>
                <c:pt idx="10885">
                  <c:v>15:03</c:v>
                </c:pt>
                <c:pt idx="10886">
                  <c:v>15:03</c:v>
                </c:pt>
                <c:pt idx="10887">
                  <c:v>15:03</c:v>
                </c:pt>
                <c:pt idx="10888">
                  <c:v>15:03</c:v>
                </c:pt>
                <c:pt idx="10889">
                  <c:v>15:03</c:v>
                </c:pt>
                <c:pt idx="10890">
                  <c:v>15:04</c:v>
                </c:pt>
                <c:pt idx="10891">
                  <c:v>15:04</c:v>
                </c:pt>
                <c:pt idx="10892">
                  <c:v>15:04</c:v>
                </c:pt>
                <c:pt idx="10893">
                  <c:v>15:04</c:v>
                </c:pt>
                <c:pt idx="10894">
                  <c:v>15:04</c:v>
                </c:pt>
                <c:pt idx="10895">
                  <c:v>15:04</c:v>
                </c:pt>
                <c:pt idx="10896">
                  <c:v>15:04</c:v>
                </c:pt>
                <c:pt idx="10897">
                  <c:v>15:04</c:v>
                </c:pt>
                <c:pt idx="10898">
                  <c:v>15:04</c:v>
                </c:pt>
                <c:pt idx="10899">
                  <c:v>15:04</c:v>
                </c:pt>
                <c:pt idx="10900">
                  <c:v>15:04</c:v>
                </c:pt>
                <c:pt idx="10901">
                  <c:v>15:04</c:v>
                </c:pt>
                <c:pt idx="10902">
                  <c:v>15:04</c:v>
                </c:pt>
                <c:pt idx="10903">
                  <c:v>15:04</c:v>
                </c:pt>
                <c:pt idx="10904">
                  <c:v>15:04</c:v>
                </c:pt>
                <c:pt idx="10905">
                  <c:v>15:04</c:v>
                </c:pt>
                <c:pt idx="10906">
                  <c:v>15:04</c:v>
                </c:pt>
                <c:pt idx="10907">
                  <c:v>15:04</c:v>
                </c:pt>
                <c:pt idx="10908">
                  <c:v>15:04</c:v>
                </c:pt>
                <c:pt idx="10909">
                  <c:v>15:04</c:v>
                </c:pt>
                <c:pt idx="10910">
                  <c:v>15:04</c:v>
                </c:pt>
                <c:pt idx="10911">
                  <c:v>15:04</c:v>
                </c:pt>
                <c:pt idx="10912">
                  <c:v>15:04</c:v>
                </c:pt>
                <c:pt idx="10913">
                  <c:v>15:04</c:v>
                </c:pt>
                <c:pt idx="10914">
                  <c:v>15:04</c:v>
                </c:pt>
                <c:pt idx="10915">
                  <c:v>15:04</c:v>
                </c:pt>
                <c:pt idx="10916">
                  <c:v>15:04</c:v>
                </c:pt>
                <c:pt idx="10917">
                  <c:v>15:04</c:v>
                </c:pt>
                <c:pt idx="10918">
                  <c:v>15:04</c:v>
                </c:pt>
                <c:pt idx="10919">
                  <c:v>15:04</c:v>
                </c:pt>
                <c:pt idx="10920">
                  <c:v>15:05</c:v>
                </c:pt>
                <c:pt idx="10921">
                  <c:v>15:05</c:v>
                </c:pt>
                <c:pt idx="10922">
                  <c:v>15:05</c:v>
                </c:pt>
                <c:pt idx="10923">
                  <c:v>15:05</c:v>
                </c:pt>
                <c:pt idx="10924">
                  <c:v>15:05</c:v>
                </c:pt>
                <c:pt idx="10925">
                  <c:v>15:05</c:v>
                </c:pt>
                <c:pt idx="10926">
                  <c:v>15:05</c:v>
                </c:pt>
                <c:pt idx="10927">
                  <c:v>15:05</c:v>
                </c:pt>
                <c:pt idx="10928">
                  <c:v>15:05</c:v>
                </c:pt>
                <c:pt idx="10929">
                  <c:v>15:05</c:v>
                </c:pt>
                <c:pt idx="10930">
                  <c:v>15:05</c:v>
                </c:pt>
                <c:pt idx="10931">
                  <c:v>15:05</c:v>
                </c:pt>
                <c:pt idx="10932">
                  <c:v>15:05</c:v>
                </c:pt>
                <c:pt idx="10933">
                  <c:v>15:05</c:v>
                </c:pt>
                <c:pt idx="10934">
                  <c:v>15:05</c:v>
                </c:pt>
                <c:pt idx="10935">
                  <c:v>15:05</c:v>
                </c:pt>
                <c:pt idx="10936">
                  <c:v>15:05</c:v>
                </c:pt>
                <c:pt idx="10937">
                  <c:v>15:05</c:v>
                </c:pt>
                <c:pt idx="10938">
                  <c:v>15:05</c:v>
                </c:pt>
                <c:pt idx="10939">
                  <c:v>15:05</c:v>
                </c:pt>
                <c:pt idx="10940">
                  <c:v>15:05</c:v>
                </c:pt>
                <c:pt idx="10941">
                  <c:v>15:05</c:v>
                </c:pt>
                <c:pt idx="10942">
                  <c:v>15:05</c:v>
                </c:pt>
                <c:pt idx="10943">
                  <c:v>15:05</c:v>
                </c:pt>
                <c:pt idx="10944">
                  <c:v>15:05</c:v>
                </c:pt>
                <c:pt idx="10945">
                  <c:v>15:05</c:v>
                </c:pt>
                <c:pt idx="10946">
                  <c:v>15:05</c:v>
                </c:pt>
                <c:pt idx="10947">
                  <c:v>15:05</c:v>
                </c:pt>
                <c:pt idx="10948">
                  <c:v>15:05</c:v>
                </c:pt>
                <c:pt idx="10949">
                  <c:v>15:05</c:v>
                </c:pt>
                <c:pt idx="10950">
                  <c:v>15:06</c:v>
                </c:pt>
                <c:pt idx="10951">
                  <c:v>15:06</c:v>
                </c:pt>
                <c:pt idx="10952">
                  <c:v>15:06</c:v>
                </c:pt>
                <c:pt idx="10953">
                  <c:v>15:06</c:v>
                </c:pt>
                <c:pt idx="10954">
                  <c:v>15:06</c:v>
                </c:pt>
                <c:pt idx="10955">
                  <c:v>15:06</c:v>
                </c:pt>
                <c:pt idx="10956">
                  <c:v>15:06</c:v>
                </c:pt>
                <c:pt idx="10957">
                  <c:v>15:06</c:v>
                </c:pt>
                <c:pt idx="10958">
                  <c:v>15:06</c:v>
                </c:pt>
                <c:pt idx="10959">
                  <c:v>15:06</c:v>
                </c:pt>
                <c:pt idx="10960">
                  <c:v>15:06</c:v>
                </c:pt>
                <c:pt idx="10961">
                  <c:v>15:06</c:v>
                </c:pt>
                <c:pt idx="10962">
                  <c:v>15:06</c:v>
                </c:pt>
                <c:pt idx="10963">
                  <c:v>15:06</c:v>
                </c:pt>
                <c:pt idx="10964">
                  <c:v>15:06</c:v>
                </c:pt>
                <c:pt idx="10965">
                  <c:v>15:06</c:v>
                </c:pt>
                <c:pt idx="10966">
                  <c:v>15:06</c:v>
                </c:pt>
                <c:pt idx="10967">
                  <c:v>15:06</c:v>
                </c:pt>
                <c:pt idx="10968">
                  <c:v>15:06</c:v>
                </c:pt>
                <c:pt idx="10969">
                  <c:v>15:06</c:v>
                </c:pt>
                <c:pt idx="10970">
                  <c:v>15:06</c:v>
                </c:pt>
                <c:pt idx="10971">
                  <c:v>15:06</c:v>
                </c:pt>
                <c:pt idx="10972">
                  <c:v>15:06</c:v>
                </c:pt>
                <c:pt idx="10973">
                  <c:v>15:06</c:v>
                </c:pt>
                <c:pt idx="10974">
                  <c:v>15:06</c:v>
                </c:pt>
                <c:pt idx="10975">
                  <c:v>15:06</c:v>
                </c:pt>
                <c:pt idx="10976">
                  <c:v>15:06</c:v>
                </c:pt>
                <c:pt idx="10977">
                  <c:v>15:06</c:v>
                </c:pt>
                <c:pt idx="10978">
                  <c:v>15:06</c:v>
                </c:pt>
                <c:pt idx="10979">
                  <c:v>15:06</c:v>
                </c:pt>
                <c:pt idx="10980">
                  <c:v>15:07</c:v>
                </c:pt>
                <c:pt idx="10981">
                  <c:v>15:07</c:v>
                </c:pt>
                <c:pt idx="10982">
                  <c:v>15:07</c:v>
                </c:pt>
                <c:pt idx="10983">
                  <c:v>15:07</c:v>
                </c:pt>
                <c:pt idx="10984">
                  <c:v>15:07</c:v>
                </c:pt>
                <c:pt idx="10985">
                  <c:v>15:07</c:v>
                </c:pt>
                <c:pt idx="10986">
                  <c:v>15:07</c:v>
                </c:pt>
                <c:pt idx="10987">
                  <c:v>15:07</c:v>
                </c:pt>
                <c:pt idx="10988">
                  <c:v>15:07</c:v>
                </c:pt>
                <c:pt idx="10989">
                  <c:v>15:07</c:v>
                </c:pt>
                <c:pt idx="10990">
                  <c:v>15:07</c:v>
                </c:pt>
                <c:pt idx="10991">
                  <c:v>15:07</c:v>
                </c:pt>
                <c:pt idx="10992">
                  <c:v>15:07</c:v>
                </c:pt>
                <c:pt idx="10993">
                  <c:v>15:07</c:v>
                </c:pt>
                <c:pt idx="10994">
                  <c:v>15:07</c:v>
                </c:pt>
                <c:pt idx="10995">
                  <c:v>15:07</c:v>
                </c:pt>
                <c:pt idx="10996">
                  <c:v>15:07</c:v>
                </c:pt>
                <c:pt idx="10997">
                  <c:v>15:07</c:v>
                </c:pt>
                <c:pt idx="10998">
                  <c:v>15:07</c:v>
                </c:pt>
                <c:pt idx="10999">
                  <c:v>15:07</c:v>
                </c:pt>
                <c:pt idx="11000">
                  <c:v>15:07</c:v>
                </c:pt>
                <c:pt idx="11001">
                  <c:v>15:07</c:v>
                </c:pt>
                <c:pt idx="11002">
                  <c:v>15:07</c:v>
                </c:pt>
                <c:pt idx="11003">
                  <c:v>15:07</c:v>
                </c:pt>
                <c:pt idx="11004">
                  <c:v>15:07</c:v>
                </c:pt>
                <c:pt idx="11005">
                  <c:v>15:07</c:v>
                </c:pt>
                <c:pt idx="11006">
                  <c:v>15:07</c:v>
                </c:pt>
                <c:pt idx="11007">
                  <c:v>15:07</c:v>
                </c:pt>
                <c:pt idx="11008">
                  <c:v>15:07</c:v>
                </c:pt>
                <c:pt idx="11009">
                  <c:v>15:07</c:v>
                </c:pt>
                <c:pt idx="11010">
                  <c:v>15:08</c:v>
                </c:pt>
                <c:pt idx="11011">
                  <c:v>15:08</c:v>
                </c:pt>
                <c:pt idx="11012">
                  <c:v>15:08</c:v>
                </c:pt>
                <c:pt idx="11013">
                  <c:v>15:08</c:v>
                </c:pt>
                <c:pt idx="11014">
                  <c:v>15:08</c:v>
                </c:pt>
                <c:pt idx="11015">
                  <c:v>15:08</c:v>
                </c:pt>
                <c:pt idx="11016">
                  <c:v>15:08</c:v>
                </c:pt>
                <c:pt idx="11017">
                  <c:v>15:08</c:v>
                </c:pt>
                <c:pt idx="11018">
                  <c:v>15:08</c:v>
                </c:pt>
                <c:pt idx="11019">
                  <c:v>15:08</c:v>
                </c:pt>
                <c:pt idx="11020">
                  <c:v>15:08</c:v>
                </c:pt>
                <c:pt idx="11021">
                  <c:v>15:08</c:v>
                </c:pt>
                <c:pt idx="11022">
                  <c:v>15:08</c:v>
                </c:pt>
                <c:pt idx="11023">
                  <c:v>15:08</c:v>
                </c:pt>
                <c:pt idx="11024">
                  <c:v>15:08</c:v>
                </c:pt>
                <c:pt idx="11025">
                  <c:v>15:08</c:v>
                </c:pt>
                <c:pt idx="11026">
                  <c:v>15:08</c:v>
                </c:pt>
                <c:pt idx="11027">
                  <c:v>15:08</c:v>
                </c:pt>
                <c:pt idx="11028">
                  <c:v>15:08</c:v>
                </c:pt>
                <c:pt idx="11029">
                  <c:v>15:08</c:v>
                </c:pt>
                <c:pt idx="11030">
                  <c:v>15:08</c:v>
                </c:pt>
                <c:pt idx="11031">
                  <c:v>15:08</c:v>
                </c:pt>
                <c:pt idx="11032">
                  <c:v>15:08</c:v>
                </c:pt>
                <c:pt idx="11033">
                  <c:v>15:08</c:v>
                </c:pt>
                <c:pt idx="11034">
                  <c:v>15:08</c:v>
                </c:pt>
                <c:pt idx="11035">
                  <c:v>15:08</c:v>
                </c:pt>
                <c:pt idx="11036">
                  <c:v>15:08</c:v>
                </c:pt>
                <c:pt idx="11037">
                  <c:v>15:08</c:v>
                </c:pt>
                <c:pt idx="11038">
                  <c:v>15:08</c:v>
                </c:pt>
                <c:pt idx="11039">
                  <c:v>15:08</c:v>
                </c:pt>
                <c:pt idx="11040">
                  <c:v>15:09</c:v>
                </c:pt>
                <c:pt idx="11041">
                  <c:v>15:09</c:v>
                </c:pt>
                <c:pt idx="11042">
                  <c:v>15:09</c:v>
                </c:pt>
                <c:pt idx="11043">
                  <c:v>15:09</c:v>
                </c:pt>
                <c:pt idx="11044">
                  <c:v>15:09</c:v>
                </c:pt>
                <c:pt idx="11045">
                  <c:v>15:09</c:v>
                </c:pt>
                <c:pt idx="11046">
                  <c:v>15:09</c:v>
                </c:pt>
                <c:pt idx="11047">
                  <c:v>15:09</c:v>
                </c:pt>
                <c:pt idx="11048">
                  <c:v>15:09</c:v>
                </c:pt>
                <c:pt idx="11049">
                  <c:v>15:09</c:v>
                </c:pt>
                <c:pt idx="11050">
                  <c:v>15:09</c:v>
                </c:pt>
                <c:pt idx="11051">
                  <c:v>15:09</c:v>
                </c:pt>
                <c:pt idx="11052">
                  <c:v>15:09</c:v>
                </c:pt>
                <c:pt idx="11053">
                  <c:v>15:09</c:v>
                </c:pt>
                <c:pt idx="11054">
                  <c:v>15:09</c:v>
                </c:pt>
                <c:pt idx="11055">
                  <c:v>15:09</c:v>
                </c:pt>
                <c:pt idx="11056">
                  <c:v>15:09</c:v>
                </c:pt>
                <c:pt idx="11057">
                  <c:v>15:09</c:v>
                </c:pt>
                <c:pt idx="11058">
                  <c:v>15:09</c:v>
                </c:pt>
                <c:pt idx="11059">
                  <c:v>15:09</c:v>
                </c:pt>
                <c:pt idx="11060">
                  <c:v>15:09</c:v>
                </c:pt>
                <c:pt idx="11061">
                  <c:v>15:09</c:v>
                </c:pt>
                <c:pt idx="11062">
                  <c:v>15:09</c:v>
                </c:pt>
                <c:pt idx="11063">
                  <c:v>15:09</c:v>
                </c:pt>
                <c:pt idx="11064">
                  <c:v>15:09</c:v>
                </c:pt>
                <c:pt idx="11065">
                  <c:v>15:09</c:v>
                </c:pt>
                <c:pt idx="11066">
                  <c:v>15:09</c:v>
                </c:pt>
                <c:pt idx="11067">
                  <c:v>15:09</c:v>
                </c:pt>
                <c:pt idx="11068">
                  <c:v>15:09</c:v>
                </c:pt>
                <c:pt idx="11069">
                  <c:v>15:09</c:v>
                </c:pt>
                <c:pt idx="11070">
                  <c:v>15:10</c:v>
                </c:pt>
                <c:pt idx="11071">
                  <c:v>15:10</c:v>
                </c:pt>
                <c:pt idx="11072">
                  <c:v>15:10</c:v>
                </c:pt>
                <c:pt idx="11073">
                  <c:v>15:10</c:v>
                </c:pt>
                <c:pt idx="11074">
                  <c:v>15:10</c:v>
                </c:pt>
                <c:pt idx="11075">
                  <c:v>15:10</c:v>
                </c:pt>
                <c:pt idx="11076">
                  <c:v>15:10</c:v>
                </c:pt>
                <c:pt idx="11077">
                  <c:v>15:10</c:v>
                </c:pt>
                <c:pt idx="11078">
                  <c:v>15:10</c:v>
                </c:pt>
                <c:pt idx="11079">
                  <c:v>15:10</c:v>
                </c:pt>
                <c:pt idx="11080">
                  <c:v>15:10</c:v>
                </c:pt>
                <c:pt idx="11081">
                  <c:v>15:10</c:v>
                </c:pt>
                <c:pt idx="11082">
                  <c:v>15:10</c:v>
                </c:pt>
                <c:pt idx="11083">
                  <c:v>15:10</c:v>
                </c:pt>
                <c:pt idx="11084">
                  <c:v>15:10</c:v>
                </c:pt>
                <c:pt idx="11085">
                  <c:v>15:10</c:v>
                </c:pt>
                <c:pt idx="11086">
                  <c:v>15:10</c:v>
                </c:pt>
                <c:pt idx="11087">
                  <c:v>15:10</c:v>
                </c:pt>
                <c:pt idx="11088">
                  <c:v>15:10</c:v>
                </c:pt>
                <c:pt idx="11089">
                  <c:v>15:10</c:v>
                </c:pt>
                <c:pt idx="11090">
                  <c:v>15:10</c:v>
                </c:pt>
                <c:pt idx="11091">
                  <c:v>15:10</c:v>
                </c:pt>
                <c:pt idx="11092">
                  <c:v>15:10</c:v>
                </c:pt>
                <c:pt idx="11093">
                  <c:v>15:10</c:v>
                </c:pt>
                <c:pt idx="11094">
                  <c:v>15:10</c:v>
                </c:pt>
                <c:pt idx="11095">
                  <c:v>15:10</c:v>
                </c:pt>
                <c:pt idx="11096">
                  <c:v>15:10</c:v>
                </c:pt>
                <c:pt idx="11097">
                  <c:v>15:10</c:v>
                </c:pt>
                <c:pt idx="11098">
                  <c:v>15:10</c:v>
                </c:pt>
                <c:pt idx="11099">
                  <c:v>15:10</c:v>
                </c:pt>
                <c:pt idx="11100">
                  <c:v>15:11</c:v>
                </c:pt>
                <c:pt idx="11101">
                  <c:v>15:11</c:v>
                </c:pt>
                <c:pt idx="11102">
                  <c:v>15:11</c:v>
                </c:pt>
                <c:pt idx="11103">
                  <c:v>15:11</c:v>
                </c:pt>
                <c:pt idx="11104">
                  <c:v>15:11</c:v>
                </c:pt>
                <c:pt idx="11105">
                  <c:v>15:11</c:v>
                </c:pt>
                <c:pt idx="11106">
                  <c:v>15:11</c:v>
                </c:pt>
                <c:pt idx="11107">
                  <c:v>15:11</c:v>
                </c:pt>
                <c:pt idx="11108">
                  <c:v>15:11</c:v>
                </c:pt>
                <c:pt idx="11109">
                  <c:v>15:11</c:v>
                </c:pt>
                <c:pt idx="11110">
                  <c:v>15:11</c:v>
                </c:pt>
                <c:pt idx="11111">
                  <c:v>15:11</c:v>
                </c:pt>
                <c:pt idx="11112">
                  <c:v>15:11</c:v>
                </c:pt>
                <c:pt idx="11113">
                  <c:v>15:11</c:v>
                </c:pt>
                <c:pt idx="11114">
                  <c:v>15:11</c:v>
                </c:pt>
                <c:pt idx="11115">
                  <c:v>15:11</c:v>
                </c:pt>
                <c:pt idx="11116">
                  <c:v>15:11</c:v>
                </c:pt>
                <c:pt idx="11117">
                  <c:v>15:11</c:v>
                </c:pt>
                <c:pt idx="11118">
                  <c:v>15:11</c:v>
                </c:pt>
                <c:pt idx="11119">
                  <c:v>15:11</c:v>
                </c:pt>
                <c:pt idx="11120">
                  <c:v>15:11</c:v>
                </c:pt>
                <c:pt idx="11121">
                  <c:v>15:11</c:v>
                </c:pt>
                <c:pt idx="11122">
                  <c:v>15:11</c:v>
                </c:pt>
                <c:pt idx="11123">
                  <c:v>15:11</c:v>
                </c:pt>
                <c:pt idx="11124">
                  <c:v>15:11</c:v>
                </c:pt>
                <c:pt idx="11125">
                  <c:v>15:11</c:v>
                </c:pt>
                <c:pt idx="11126">
                  <c:v>15:11</c:v>
                </c:pt>
                <c:pt idx="11127">
                  <c:v>15:11</c:v>
                </c:pt>
                <c:pt idx="11128">
                  <c:v>15:11</c:v>
                </c:pt>
                <c:pt idx="11129">
                  <c:v>15:11</c:v>
                </c:pt>
                <c:pt idx="11130">
                  <c:v>15:12</c:v>
                </c:pt>
                <c:pt idx="11131">
                  <c:v>15:12</c:v>
                </c:pt>
                <c:pt idx="11132">
                  <c:v>15:12</c:v>
                </c:pt>
                <c:pt idx="11133">
                  <c:v>15:12</c:v>
                </c:pt>
                <c:pt idx="11134">
                  <c:v>15:12</c:v>
                </c:pt>
                <c:pt idx="11135">
                  <c:v>15:12</c:v>
                </c:pt>
                <c:pt idx="11136">
                  <c:v>15:12</c:v>
                </c:pt>
                <c:pt idx="11137">
                  <c:v>15:12</c:v>
                </c:pt>
                <c:pt idx="11138">
                  <c:v>15:12</c:v>
                </c:pt>
                <c:pt idx="11139">
                  <c:v>15:12</c:v>
                </c:pt>
                <c:pt idx="11140">
                  <c:v>15:12</c:v>
                </c:pt>
                <c:pt idx="11141">
                  <c:v>15:12</c:v>
                </c:pt>
                <c:pt idx="11142">
                  <c:v>15:12</c:v>
                </c:pt>
                <c:pt idx="11143">
                  <c:v>15:12</c:v>
                </c:pt>
                <c:pt idx="11144">
                  <c:v>15:12</c:v>
                </c:pt>
                <c:pt idx="11145">
                  <c:v>15:12</c:v>
                </c:pt>
                <c:pt idx="11146">
                  <c:v>15:12</c:v>
                </c:pt>
                <c:pt idx="11147">
                  <c:v>15:12</c:v>
                </c:pt>
                <c:pt idx="11148">
                  <c:v>15:12</c:v>
                </c:pt>
                <c:pt idx="11149">
                  <c:v>15:12</c:v>
                </c:pt>
                <c:pt idx="11150">
                  <c:v>15:12</c:v>
                </c:pt>
                <c:pt idx="11151">
                  <c:v>15:12</c:v>
                </c:pt>
                <c:pt idx="11152">
                  <c:v>15:12</c:v>
                </c:pt>
                <c:pt idx="11153">
                  <c:v>15:12</c:v>
                </c:pt>
                <c:pt idx="11154">
                  <c:v>15:12</c:v>
                </c:pt>
                <c:pt idx="11155">
                  <c:v>15:12</c:v>
                </c:pt>
                <c:pt idx="11156">
                  <c:v>15:12</c:v>
                </c:pt>
                <c:pt idx="11157">
                  <c:v>15:12</c:v>
                </c:pt>
                <c:pt idx="11158">
                  <c:v>15:12</c:v>
                </c:pt>
                <c:pt idx="11159">
                  <c:v>15:12</c:v>
                </c:pt>
                <c:pt idx="11160">
                  <c:v>15:13</c:v>
                </c:pt>
                <c:pt idx="11161">
                  <c:v>15:13</c:v>
                </c:pt>
                <c:pt idx="11162">
                  <c:v>15:13</c:v>
                </c:pt>
                <c:pt idx="11163">
                  <c:v>15:13</c:v>
                </c:pt>
                <c:pt idx="11164">
                  <c:v>15:13</c:v>
                </c:pt>
                <c:pt idx="11165">
                  <c:v>15:13</c:v>
                </c:pt>
                <c:pt idx="11166">
                  <c:v>15:13</c:v>
                </c:pt>
                <c:pt idx="11167">
                  <c:v>15:13</c:v>
                </c:pt>
                <c:pt idx="11168">
                  <c:v>15:13</c:v>
                </c:pt>
                <c:pt idx="11169">
                  <c:v>15:13</c:v>
                </c:pt>
                <c:pt idx="11170">
                  <c:v>15:13</c:v>
                </c:pt>
                <c:pt idx="11171">
                  <c:v>15:13</c:v>
                </c:pt>
                <c:pt idx="11172">
                  <c:v>15:13</c:v>
                </c:pt>
                <c:pt idx="11173">
                  <c:v>15:13</c:v>
                </c:pt>
                <c:pt idx="11174">
                  <c:v>15:13</c:v>
                </c:pt>
                <c:pt idx="11175">
                  <c:v>15:13</c:v>
                </c:pt>
                <c:pt idx="11176">
                  <c:v>15:13</c:v>
                </c:pt>
                <c:pt idx="11177">
                  <c:v>15:13</c:v>
                </c:pt>
                <c:pt idx="11178">
                  <c:v>15:13</c:v>
                </c:pt>
                <c:pt idx="11179">
                  <c:v>15:13</c:v>
                </c:pt>
                <c:pt idx="11180">
                  <c:v>15:13</c:v>
                </c:pt>
                <c:pt idx="11181">
                  <c:v>15:13</c:v>
                </c:pt>
                <c:pt idx="11182">
                  <c:v>15:13</c:v>
                </c:pt>
                <c:pt idx="11183">
                  <c:v>15:13</c:v>
                </c:pt>
                <c:pt idx="11184">
                  <c:v>15:13</c:v>
                </c:pt>
                <c:pt idx="11185">
                  <c:v>15:13</c:v>
                </c:pt>
                <c:pt idx="11186">
                  <c:v>15:13</c:v>
                </c:pt>
                <c:pt idx="11187">
                  <c:v>15:13</c:v>
                </c:pt>
                <c:pt idx="11188">
                  <c:v>15:13</c:v>
                </c:pt>
                <c:pt idx="11189">
                  <c:v>15:13</c:v>
                </c:pt>
                <c:pt idx="11190">
                  <c:v>15:14</c:v>
                </c:pt>
                <c:pt idx="11191">
                  <c:v>15:14</c:v>
                </c:pt>
                <c:pt idx="11192">
                  <c:v>15:14</c:v>
                </c:pt>
                <c:pt idx="11193">
                  <c:v>15:14</c:v>
                </c:pt>
                <c:pt idx="11194">
                  <c:v>15:14</c:v>
                </c:pt>
                <c:pt idx="11195">
                  <c:v>15:14</c:v>
                </c:pt>
                <c:pt idx="11196">
                  <c:v>15:14</c:v>
                </c:pt>
                <c:pt idx="11197">
                  <c:v>15:14</c:v>
                </c:pt>
                <c:pt idx="11198">
                  <c:v>15:14</c:v>
                </c:pt>
                <c:pt idx="11199">
                  <c:v>15:14</c:v>
                </c:pt>
                <c:pt idx="11200">
                  <c:v>15:14</c:v>
                </c:pt>
                <c:pt idx="11201">
                  <c:v>15:14</c:v>
                </c:pt>
                <c:pt idx="11202">
                  <c:v>15:14</c:v>
                </c:pt>
                <c:pt idx="11203">
                  <c:v>15:14</c:v>
                </c:pt>
                <c:pt idx="11204">
                  <c:v>15:14</c:v>
                </c:pt>
                <c:pt idx="11205">
                  <c:v>15:14</c:v>
                </c:pt>
                <c:pt idx="11206">
                  <c:v>15:14</c:v>
                </c:pt>
                <c:pt idx="11207">
                  <c:v>15:14</c:v>
                </c:pt>
                <c:pt idx="11208">
                  <c:v>15:14</c:v>
                </c:pt>
                <c:pt idx="11209">
                  <c:v>15:14</c:v>
                </c:pt>
                <c:pt idx="11210">
                  <c:v>15:14</c:v>
                </c:pt>
                <c:pt idx="11211">
                  <c:v>15:14</c:v>
                </c:pt>
                <c:pt idx="11212">
                  <c:v>15:14</c:v>
                </c:pt>
                <c:pt idx="11213">
                  <c:v>15:14</c:v>
                </c:pt>
                <c:pt idx="11214">
                  <c:v>15:14</c:v>
                </c:pt>
                <c:pt idx="11215">
                  <c:v>15:14</c:v>
                </c:pt>
                <c:pt idx="11216">
                  <c:v>15:14</c:v>
                </c:pt>
                <c:pt idx="11217">
                  <c:v>15:14</c:v>
                </c:pt>
                <c:pt idx="11218">
                  <c:v>15:14</c:v>
                </c:pt>
                <c:pt idx="11219">
                  <c:v>15:14</c:v>
                </c:pt>
                <c:pt idx="11220">
                  <c:v>15:15</c:v>
                </c:pt>
                <c:pt idx="11221">
                  <c:v>15:15</c:v>
                </c:pt>
                <c:pt idx="11222">
                  <c:v>15:15</c:v>
                </c:pt>
                <c:pt idx="11223">
                  <c:v>15:15</c:v>
                </c:pt>
                <c:pt idx="11224">
                  <c:v>15:15</c:v>
                </c:pt>
                <c:pt idx="11225">
                  <c:v>15:15</c:v>
                </c:pt>
                <c:pt idx="11226">
                  <c:v>15:15</c:v>
                </c:pt>
                <c:pt idx="11227">
                  <c:v>15:15</c:v>
                </c:pt>
                <c:pt idx="11228">
                  <c:v>15:15</c:v>
                </c:pt>
                <c:pt idx="11229">
                  <c:v>15:15</c:v>
                </c:pt>
                <c:pt idx="11230">
                  <c:v>15:15</c:v>
                </c:pt>
                <c:pt idx="11231">
                  <c:v>15:15</c:v>
                </c:pt>
                <c:pt idx="11232">
                  <c:v>15:15</c:v>
                </c:pt>
                <c:pt idx="11233">
                  <c:v>15:15</c:v>
                </c:pt>
                <c:pt idx="11234">
                  <c:v>15:15</c:v>
                </c:pt>
                <c:pt idx="11235">
                  <c:v>15:15</c:v>
                </c:pt>
                <c:pt idx="11236">
                  <c:v>15:15</c:v>
                </c:pt>
                <c:pt idx="11237">
                  <c:v>15:15</c:v>
                </c:pt>
                <c:pt idx="11238">
                  <c:v>15:15</c:v>
                </c:pt>
                <c:pt idx="11239">
                  <c:v>15:15</c:v>
                </c:pt>
                <c:pt idx="11240">
                  <c:v>15:15</c:v>
                </c:pt>
                <c:pt idx="11241">
                  <c:v>15:15</c:v>
                </c:pt>
                <c:pt idx="11242">
                  <c:v>15:15</c:v>
                </c:pt>
                <c:pt idx="11243">
                  <c:v>15:15</c:v>
                </c:pt>
                <c:pt idx="11244">
                  <c:v>15:15</c:v>
                </c:pt>
                <c:pt idx="11245">
                  <c:v>15:15</c:v>
                </c:pt>
                <c:pt idx="11246">
                  <c:v>15:15</c:v>
                </c:pt>
                <c:pt idx="11247">
                  <c:v>15:15</c:v>
                </c:pt>
                <c:pt idx="11248">
                  <c:v>15:15</c:v>
                </c:pt>
                <c:pt idx="11249">
                  <c:v>15:15</c:v>
                </c:pt>
                <c:pt idx="11250">
                  <c:v>15:16</c:v>
                </c:pt>
                <c:pt idx="11251">
                  <c:v>15:16</c:v>
                </c:pt>
                <c:pt idx="11252">
                  <c:v>15:16</c:v>
                </c:pt>
                <c:pt idx="11253">
                  <c:v>15:16</c:v>
                </c:pt>
                <c:pt idx="11254">
                  <c:v>15:16</c:v>
                </c:pt>
                <c:pt idx="11255">
                  <c:v>15:16</c:v>
                </c:pt>
                <c:pt idx="11256">
                  <c:v>15:16</c:v>
                </c:pt>
                <c:pt idx="11257">
                  <c:v>15:16</c:v>
                </c:pt>
                <c:pt idx="11258">
                  <c:v>15:16</c:v>
                </c:pt>
                <c:pt idx="11259">
                  <c:v>15:16</c:v>
                </c:pt>
                <c:pt idx="11260">
                  <c:v>15:16</c:v>
                </c:pt>
                <c:pt idx="11261">
                  <c:v>15:16</c:v>
                </c:pt>
                <c:pt idx="11262">
                  <c:v>15:16</c:v>
                </c:pt>
                <c:pt idx="11263">
                  <c:v>15:16</c:v>
                </c:pt>
                <c:pt idx="11264">
                  <c:v>15:16</c:v>
                </c:pt>
                <c:pt idx="11265">
                  <c:v>15:16</c:v>
                </c:pt>
                <c:pt idx="11266">
                  <c:v>15:16</c:v>
                </c:pt>
                <c:pt idx="11267">
                  <c:v>15:16</c:v>
                </c:pt>
                <c:pt idx="11268">
                  <c:v>15:16</c:v>
                </c:pt>
                <c:pt idx="11269">
                  <c:v>15:16</c:v>
                </c:pt>
                <c:pt idx="11270">
                  <c:v>15:16</c:v>
                </c:pt>
                <c:pt idx="11271">
                  <c:v>15:16</c:v>
                </c:pt>
                <c:pt idx="11272">
                  <c:v>15:16</c:v>
                </c:pt>
                <c:pt idx="11273">
                  <c:v>15:16</c:v>
                </c:pt>
                <c:pt idx="11274">
                  <c:v>15:16</c:v>
                </c:pt>
                <c:pt idx="11275">
                  <c:v>15:16</c:v>
                </c:pt>
                <c:pt idx="11276">
                  <c:v>15:16</c:v>
                </c:pt>
                <c:pt idx="11277">
                  <c:v>15:16</c:v>
                </c:pt>
                <c:pt idx="11278">
                  <c:v>15:16</c:v>
                </c:pt>
                <c:pt idx="11279">
                  <c:v>15:16</c:v>
                </c:pt>
                <c:pt idx="11280">
                  <c:v>15:17</c:v>
                </c:pt>
                <c:pt idx="11281">
                  <c:v>15:17</c:v>
                </c:pt>
                <c:pt idx="11282">
                  <c:v>15:17</c:v>
                </c:pt>
                <c:pt idx="11283">
                  <c:v>15:17</c:v>
                </c:pt>
                <c:pt idx="11284">
                  <c:v>15:17</c:v>
                </c:pt>
                <c:pt idx="11285">
                  <c:v>15:17</c:v>
                </c:pt>
                <c:pt idx="11286">
                  <c:v>15:17</c:v>
                </c:pt>
                <c:pt idx="11287">
                  <c:v>15:17</c:v>
                </c:pt>
                <c:pt idx="11288">
                  <c:v>15:17</c:v>
                </c:pt>
                <c:pt idx="11289">
                  <c:v>15:17</c:v>
                </c:pt>
                <c:pt idx="11290">
                  <c:v>15:17</c:v>
                </c:pt>
                <c:pt idx="11291">
                  <c:v>15:17</c:v>
                </c:pt>
                <c:pt idx="11292">
                  <c:v>15:17</c:v>
                </c:pt>
                <c:pt idx="11293">
                  <c:v>15:17</c:v>
                </c:pt>
                <c:pt idx="11294">
                  <c:v>15:17</c:v>
                </c:pt>
                <c:pt idx="11295">
                  <c:v>15:17</c:v>
                </c:pt>
                <c:pt idx="11296">
                  <c:v>15:17</c:v>
                </c:pt>
                <c:pt idx="11297">
                  <c:v>15:17</c:v>
                </c:pt>
                <c:pt idx="11298">
                  <c:v>15:17</c:v>
                </c:pt>
                <c:pt idx="11299">
                  <c:v>15:17</c:v>
                </c:pt>
                <c:pt idx="11300">
                  <c:v>15:17</c:v>
                </c:pt>
                <c:pt idx="11301">
                  <c:v>15:17</c:v>
                </c:pt>
                <c:pt idx="11302">
                  <c:v>15:17</c:v>
                </c:pt>
                <c:pt idx="11303">
                  <c:v>15:17</c:v>
                </c:pt>
                <c:pt idx="11304">
                  <c:v>15:17</c:v>
                </c:pt>
                <c:pt idx="11305">
                  <c:v>15:17</c:v>
                </c:pt>
                <c:pt idx="11306">
                  <c:v>15:17</c:v>
                </c:pt>
                <c:pt idx="11307">
                  <c:v>15:17</c:v>
                </c:pt>
                <c:pt idx="11308">
                  <c:v>15:17</c:v>
                </c:pt>
                <c:pt idx="11309">
                  <c:v>15:17</c:v>
                </c:pt>
                <c:pt idx="11310">
                  <c:v>15:18</c:v>
                </c:pt>
                <c:pt idx="11311">
                  <c:v>15:18</c:v>
                </c:pt>
                <c:pt idx="11312">
                  <c:v>15:18</c:v>
                </c:pt>
                <c:pt idx="11313">
                  <c:v>15:18</c:v>
                </c:pt>
                <c:pt idx="11314">
                  <c:v>15:18</c:v>
                </c:pt>
                <c:pt idx="11315">
                  <c:v>15:18</c:v>
                </c:pt>
                <c:pt idx="11316">
                  <c:v>15:18</c:v>
                </c:pt>
                <c:pt idx="11317">
                  <c:v>15:18</c:v>
                </c:pt>
                <c:pt idx="11318">
                  <c:v>15:18</c:v>
                </c:pt>
                <c:pt idx="11319">
                  <c:v>15:18</c:v>
                </c:pt>
                <c:pt idx="11320">
                  <c:v>15:18</c:v>
                </c:pt>
                <c:pt idx="11321">
                  <c:v>15:18</c:v>
                </c:pt>
                <c:pt idx="11322">
                  <c:v>15:18</c:v>
                </c:pt>
                <c:pt idx="11323">
                  <c:v>15:18</c:v>
                </c:pt>
                <c:pt idx="11324">
                  <c:v>15:18</c:v>
                </c:pt>
                <c:pt idx="11325">
                  <c:v>15:18</c:v>
                </c:pt>
                <c:pt idx="11326">
                  <c:v>15:18</c:v>
                </c:pt>
                <c:pt idx="11327">
                  <c:v>15:18</c:v>
                </c:pt>
                <c:pt idx="11328">
                  <c:v>15:18</c:v>
                </c:pt>
                <c:pt idx="11329">
                  <c:v>15:18</c:v>
                </c:pt>
                <c:pt idx="11330">
                  <c:v>15:18</c:v>
                </c:pt>
                <c:pt idx="11331">
                  <c:v>15:18</c:v>
                </c:pt>
                <c:pt idx="11332">
                  <c:v>15:18</c:v>
                </c:pt>
                <c:pt idx="11333">
                  <c:v>15:18</c:v>
                </c:pt>
                <c:pt idx="11334">
                  <c:v>15:18</c:v>
                </c:pt>
                <c:pt idx="11335">
                  <c:v>15:18</c:v>
                </c:pt>
                <c:pt idx="11336">
                  <c:v>15:18</c:v>
                </c:pt>
                <c:pt idx="11337">
                  <c:v>15:18</c:v>
                </c:pt>
                <c:pt idx="11338">
                  <c:v>15:18</c:v>
                </c:pt>
                <c:pt idx="11339">
                  <c:v>15:18</c:v>
                </c:pt>
                <c:pt idx="11340">
                  <c:v>15:19</c:v>
                </c:pt>
                <c:pt idx="11341">
                  <c:v>15:19</c:v>
                </c:pt>
                <c:pt idx="11342">
                  <c:v>15:19</c:v>
                </c:pt>
                <c:pt idx="11343">
                  <c:v>15:19</c:v>
                </c:pt>
                <c:pt idx="11344">
                  <c:v>15:19</c:v>
                </c:pt>
                <c:pt idx="11345">
                  <c:v>15:19</c:v>
                </c:pt>
                <c:pt idx="11346">
                  <c:v>15:19</c:v>
                </c:pt>
                <c:pt idx="11347">
                  <c:v>15:19</c:v>
                </c:pt>
                <c:pt idx="11348">
                  <c:v>15:19</c:v>
                </c:pt>
                <c:pt idx="11349">
                  <c:v>15:19</c:v>
                </c:pt>
                <c:pt idx="11350">
                  <c:v>15:19</c:v>
                </c:pt>
                <c:pt idx="11351">
                  <c:v>15:19</c:v>
                </c:pt>
                <c:pt idx="11352">
                  <c:v>15:19</c:v>
                </c:pt>
                <c:pt idx="11353">
                  <c:v>15:19</c:v>
                </c:pt>
                <c:pt idx="11354">
                  <c:v>15:19</c:v>
                </c:pt>
                <c:pt idx="11355">
                  <c:v>15:19</c:v>
                </c:pt>
                <c:pt idx="11356">
                  <c:v>15:19</c:v>
                </c:pt>
                <c:pt idx="11357">
                  <c:v>15:19</c:v>
                </c:pt>
                <c:pt idx="11358">
                  <c:v>15:19</c:v>
                </c:pt>
                <c:pt idx="11359">
                  <c:v>15:19</c:v>
                </c:pt>
                <c:pt idx="11360">
                  <c:v>15:19</c:v>
                </c:pt>
                <c:pt idx="11361">
                  <c:v>15:19</c:v>
                </c:pt>
                <c:pt idx="11362">
                  <c:v>15:19</c:v>
                </c:pt>
                <c:pt idx="11363">
                  <c:v>15:19</c:v>
                </c:pt>
                <c:pt idx="11364">
                  <c:v>15:19</c:v>
                </c:pt>
                <c:pt idx="11365">
                  <c:v>15:19</c:v>
                </c:pt>
                <c:pt idx="11366">
                  <c:v>15:19</c:v>
                </c:pt>
                <c:pt idx="11367">
                  <c:v>15:19</c:v>
                </c:pt>
                <c:pt idx="11368">
                  <c:v>15:19</c:v>
                </c:pt>
                <c:pt idx="11369">
                  <c:v>15:19</c:v>
                </c:pt>
                <c:pt idx="11370">
                  <c:v>15:20</c:v>
                </c:pt>
                <c:pt idx="11371">
                  <c:v>15:20</c:v>
                </c:pt>
                <c:pt idx="11372">
                  <c:v>15:20</c:v>
                </c:pt>
                <c:pt idx="11373">
                  <c:v>15:20</c:v>
                </c:pt>
                <c:pt idx="11374">
                  <c:v>15:20</c:v>
                </c:pt>
                <c:pt idx="11375">
                  <c:v>15:20</c:v>
                </c:pt>
                <c:pt idx="11376">
                  <c:v>15:20</c:v>
                </c:pt>
                <c:pt idx="11377">
                  <c:v>15:20</c:v>
                </c:pt>
                <c:pt idx="11378">
                  <c:v>15:20</c:v>
                </c:pt>
                <c:pt idx="11379">
                  <c:v>15:20</c:v>
                </c:pt>
                <c:pt idx="11380">
                  <c:v>15:20</c:v>
                </c:pt>
                <c:pt idx="11381">
                  <c:v>15:20</c:v>
                </c:pt>
                <c:pt idx="11382">
                  <c:v>15:20</c:v>
                </c:pt>
                <c:pt idx="11383">
                  <c:v>15:20</c:v>
                </c:pt>
                <c:pt idx="11384">
                  <c:v>15:20</c:v>
                </c:pt>
                <c:pt idx="11385">
                  <c:v>15:20</c:v>
                </c:pt>
                <c:pt idx="11386">
                  <c:v>15:20</c:v>
                </c:pt>
                <c:pt idx="11387">
                  <c:v>15:20</c:v>
                </c:pt>
                <c:pt idx="11388">
                  <c:v>15:20</c:v>
                </c:pt>
                <c:pt idx="11389">
                  <c:v>15:20</c:v>
                </c:pt>
                <c:pt idx="11390">
                  <c:v>15:20</c:v>
                </c:pt>
                <c:pt idx="11391">
                  <c:v>15:20</c:v>
                </c:pt>
                <c:pt idx="11392">
                  <c:v>15:20</c:v>
                </c:pt>
                <c:pt idx="11393">
                  <c:v>15:20</c:v>
                </c:pt>
                <c:pt idx="11394">
                  <c:v>15:20</c:v>
                </c:pt>
                <c:pt idx="11395">
                  <c:v>15:20</c:v>
                </c:pt>
                <c:pt idx="11396">
                  <c:v>15:20</c:v>
                </c:pt>
                <c:pt idx="11397">
                  <c:v>15:20</c:v>
                </c:pt>
                <c:pt idx="11398">
                  <c:v>15:20</c:v>
                </c:pt>
                <c:pt idx="11399">
                  <c:v>15:20</c:v>
                </c:pt>
                <c:pt idx="11400">
                  <c:v>15:21</c:v>
                </c:pt>
                <c:pt idx="11401">
                  <c:v>15:21</c:v>
                </c:pt>
                <c:pt idx="11402">
                  <c:v>15:21</c:v>
                </c:pt>
                <c:pt idx="11403">
                  <c:v>15:21</c:v>
                </c:pt>
                <c:pt idx="11404">
                  <c:v>15:21</c:v>
                </c:pt>
                <c:pt idx="11405">
                  <c:v>15:21</c:v>
                </c:pt>
                <c:pt idx="11406">
                  <c:v>15:21</c:v>
                </c:pt>
                <c:pt idx="11407">
                  <c:v>15:21</c:v>
                </c:pt>
                <c:pt idx="11408">
                  <c:v>15:21</c:v>
                </c:pt>
                <c:pt idx="11409">
                  <c:v>15:21</c:v>
                </c:pt>
                <c:pt idx="11410">
                  <c:v>15:21</c:v>
                </c:pt>
                <c:pt idx="11411">
                  <c:v>15:21</c:v>
                </c:pt>
                <c:pt idx="11412">
                  <c:v>15:21</c:v>
                </c:pt>
                <c:pt idx="11413">
                  <c:v>15:21</c:v>
                </c:pt>
                <c:pt idx="11414">
                  <c:v>15:21</c:v>
                </c:pt>
                <c:pt idx="11415">
                  <c:v>15:21</c:v>
                </c:pt>
                <c:pt idx="11416">
                  <c:v>15:21</c:v>
                </c:pt>
                <c:pt idx="11417">
                  <c:v>15:21</c:v>
                </c:pt>
                <c:pt idx="11418">
                  <c:v>15:21</c:v>
                </c:pt>
                <c:pt idx="11419">
                  <c:v>15:21</c:v>
                </c:pt>
                <c:pt idx="11420">
                  <c:v>15:21</c:v>
                </c:pt>
                <c:pt idx="11421">
                  <c:v>15:21</c:v>
                </c:pt>
                <c:pt idx="11422">
                  <c:v>15:21</c:v>
                </c:pt>
                <c:pt idx="11423">
                  <c:v>15:21</c:v>
                </c:pt>
                <c:pt idx="11424">
                  <c:v>15:21</c:v>
                </c:pt>
                <c:pt idx="11425">
                  <c:v>15:21</c:v>
                </c:pt>
                <c:pt idx="11426">
                  <c:v>15:21</c:v>
                </c:pt>
                <c:pt idx="11427">
                  <c:v>15:21</c:v>
                </c:pt>
                <c:pt idx="11428">
                  <c:v>15:21</c:v>
                </c:pt>
                <c:pt idx="11429">
                  <c:v>15:21</c:v>
                </c:pt>
                <c:pt idx="11430">
                  <c:v>15:22</c:v>
                </c:pt>
                <c:pt idx="11431">
                  <c:v>15:22</c:v>
                </c:pt>
                <c:pt idx="11432">
                  <c:v>15:22</c:v>
                </c:pt>
                <c:pt idx="11433">
                  <c:v>15:22</c:v>
                </c:pt>
                <c:pt idx="11434">
                  <c:v>15:22</c:v>
                </c:pt>
                <c:pt idx="11435">
                  <c:v>15:22</c:v>
                </c:pt>
                <c:pt idx="11436">
                  <c:v>15:22</c:v>
                </c:pt>
                <c:pt idx="11437">
                  <c:v>15:22</c:v>
                </c:pt>
                <c:pt idx="11438">
                  <c:v>15:22</c:v>
                </c:pt>
                <c:pt idx="11439">
                  <c:v>15:22</c:v>
                </c:pt>
                <c:pt idx="11440">
                  <c:v>15:22</c:v>
                </c:pt>
                <c:pt idx="11441">
                  <c:v>15:22</c:v>
                </c:pt>
                <c:pt idx="11442">
                  <c:v>15:22</c:v>
                </c:pt>
                <c:pt idx="11443">
                  <c:v>15:22</c:v>
                </c:pt>
                <c:pt idx="11444">
                  <c:v>15:22</c:v>
                </c:pt>
                <c:pt idx="11445">
                  <c:v>15:22</c:v>
                </c:pt>
                <c:pt idx="11446">
                  <c:v>15:22</c:v>
                </c:pt>
                <c:pt idx="11447">
                  <c:v>15:22</c:v>
                </c:pt>
                <c:pt idx="11448">
                  <c:v>15:22</c:v>
                </c:pt>
                <c:pt idx="11449">
                  <c:v>15:22</c:v>
                </c:pt>
                <c:pt idx="11450">
                  <c:v>15:22</c:v>
                </c:pt>
                <c:pt idx="11451">
                  <c:v>15:22</c:v>
                </c:pt>
                <c:pt idx="11452">
                  <c:v>15:22</c:v>
                </c:pt>
                <c:pt idx="11453">
                  <c:v>15:22</c:v>
                </c:pt>
                <c:pt idx="11454">
                  <c:v>15:22</c:v>
                </c:pt>
                <c:pt idx="11455">
                  <c:v>15:22</c:v>
                </c:pt>
                <c:pt idx="11456">
                  <c:v>15:22</c:v>
                </c:pt>
                <c:pt idx="11457">
                  <c:v>15:22</c:v>
                </c:pt>
                <c:pt idx="11458">
                  <c:v>15:22</c:v>
                </c:pt>
                <c:pt idx="11459">
                  <c:v>15:22</c:v>
                </c:pt>
                <c:pt idx="11460">
                  <c:v>15:23</c:v>
                </c:pt>
                <c:pt idx="11461">
                  <c:v>15:23</c:v>
                </c:pt>
                <c:pt idx="11462">
                  <c:v>15:23</c:v>
                </c:pt>
                <c:pt idx="11463">
                  <c:v>15:23</c:v>
                </c:pt>
                <c:pt idx="11464">
                  <c:v>15:23</c:v>
                </c:pt>
                <c:pt idx="11465">
                  <c:v>15:23</c:v>
                </c:pt>
                <c:pt idx="11466">
                  <c:v>15:23</c:v>
                </c:pt>
                <c:pt idx="11467">
                  <c:v>15:23</c:v>
                </c:pt>
                <c:pt idx="11468">
                  <c:v>15:23</c:v>
                </c:pt>
                <c:pt idx="11469">
                  <c:v>15:23</c:v>
                </c:pt>
                <c:pt idx="11470">
                  <c:v>15:23</c:v>
                </c:pt>
                <c:pt idx="11471">
                  <c:v>15:23</c:v>
                </c:pt>
                <c:pt idx="11472">
                  <c:v>15:23</c:v>
                </c:pt>
                <c:pt idx="11473">
                  <c:v>15:23</c:v>
                </c:pt>
                <c:pt idx="11474">
                  <c:v>15:23</c:v>
                </c:pt>
                <c:pt idx="11475">
                  <c:v>15:23</c:v>
                </c:pt>
                <c:pt idx="11476">
                  <c:v>15:23</c:v>
                </c:pt>
                <c:pt idx="11477">
                  <c:v>15:23</c:v>
                </c:pt>
                <c:pt idx="11478">
                  <c:v>15:23</c:v>
                </c:pt>
                <c:pt idx="11479">
                  <c:v>15:23</c:v>
                </c:pt>
                <c:pt idx="11480">
                  <c:v>15:23</c:v>
                </c:pt>
                <c:pt idx="11481">
                  <c:v>15:23</c:v>
                </c:pt>
                <c:pt idx="11482">
                  <c:v>15:23</c:v>
                </c:pt>
                <c:pt idx="11483">
                  <c:v>15:23</c:v>
                </c:pt>
                <c:pt idx="11484">
                  <c:v>15:23</c:v>
                </c:pt>
                <c:pt idx="11485">
                  <c:v>15:23</c:v>
                </c:pt>
                <c:pt idx="11486">
                  <c:v>15:23</c:v>
                </c:pt>
                <c:pt idx="11487">
                  <c:v>15:23</c:v>
                </c:pt>
                <c:pt idx="11488">
                  <c:v>15:23</c:v>
                </c:pt>
                <c:pt idx="11489">
                  <c:v>15:23</c:v>
                </c:pt>
                <c:pt idx="11490">
                  <c:v>15:24</c:v>
                </c:pt>
                <c:pt idx="11491">
                  <c:v>15:24</c:v>
                </c:pt>
                <c:pt idx="11492">
                  <c:v>15:24</c:v>
                </c:pt>
                <c:pt idx="11493">
                  <c:v>15:24</c:v>
                </c:pt>
                <c:pt idx="11494">
                  <c:v>15:24</c:v>
                </c:pt>
                <c:pt idx="11495">
                  <c:v>15:24</c:v>
                </c:pt>
                <c:pt idx="11496">
                  <c:v>15:24</c:v>
                </c:pt>
                <c:pt idx="11497">
                  <c:v>15:24</c:v>
                </c:pt>
                <c:pt idx="11498">
                  <c:v>15:24</c:v>
                </c:pt>
                <c:pt idx="11499">
                  <c:v>15:24</c:v>
                </c:pt>
                <c:pt idx="11500">
                  <c:v>15:24</c:v>
                </c:pt>
                <c:pt idx="11501">
                  <c:v>15:24</c:v>
                </c:pt>
                <c:pt idx="11502">
                  <c:v>15:24</c:v>
                </c:pt>
                <c:pt idx="11503">
                  <c:v>15:24</c:v>
                </c:pt>
                <c:pt idx="11504">
                  <c:v>15:24</c:v>
                </c:pt>
                <c:pt idx="11505">
                  <c:v>15:24</c:v>
                </c:pt>
                <c:pt idx="11506">
                  <c:v>15:24</c:v>
                </c:pt>
                <c:pt idx="11507">
                  <c:v>15:24</c:v>
                </c:pt>
                <c:pt idx="11508">
                  <c:v>15:24</c:v>
                </c:pt>
                <c:pt idx="11509">
                  <c:v>15:24</c:v>
                </c:pt>
                <c:pt idx="11510">
                  <c:v>15:24</c:v>
                </c:pt>
                <c:pt idx="11511">
                  <c:v>15:24</c:v>
                </c:pt>
                <c:pt idx="11512">
                  <c:v>15:24</c:v>
                </c:pt>
                <c:pt idx="11513">
                  <c:v>15:24</c:v>
                </c:pt>
                <c:pt idx="11514">
                  <c:v>15:24</c:v>
                </c:pt>
                <c:pt idx="11515">
                  <c:v>15:24</c:v>
                </c:pt>
                <c:pt idx="11516">
                  <c:v>15:24</c:v>
                </c:pt>
                <c:pt idx="11517">
                  <c:v>15:24</c:v>
                </c:pt>
                <c:pt idx="11518">
                  <c:v>15:24</c:v>
                </c:pt>
                <c:pt idx="11519">
                  <c:v>15:24</c:v>
                </c:pt>
                <c:pt idx="11520">
                  <c:v>15:25</c:v>
                </c:pt>
                <c:pt idx="11521">
                  <c:v>15:25</c:v>
                </c:pt>
                <c:pt idx="11522">
                  <c:v>15:25</c:v>
                </c:pt>
                <c:pt idx="11523">
                  <c:v>15:25</c:v>
                </c:pt>
                <c:pt idx="11524">
                  <c:v>15:25</c:v>
                </c:pt>
                <c:pt idx="11525">
                  <c:v>15:25</c:v>
                </c:pt>
                <c:pt idx="11526">
                  <c:v>15:25</c:v>
                </c:pt>
                <c:pt idx="11527">
                  <c:v>15:25</c:v>
                </c:pt>
                <c:pt idx="11528">
                  <c:v>15:25</c:v>
                </c:pt>
                <c:pt idx="11529">
                  <c:v>15:25</c:v>
                </c:pt>
                <c:pt idx="11530">
                  <c:v>15:25</c:v>
                </c:pt>
                <c:pt idx="11531">
                  <c:v>15:25</c:v>
                </c:pt>
                <c:pt idx="11532">
                  <c:v>15:25</c:v>
                </c:pt>
                <c:pt idx="11533">
                  <c:v>15:25</c:v>
                </c:pt>
                <c:pt idx="11534">
                  <c:v>15:25</c:v>
                </c:pt>
                <c:pt idx="11535">
                  <c:v>15:25</c:v>
                </c:pt>
                <c:pt idx="11536">
                  <c:v>15:25</c:v>
                </c:pt>
                <c:pt idx="11537">
                  <c:v>15:25</c:v>
                </c:pt>
                <c:pt idx="11538">
                  <c:v>15:25</c:v>
                </c:pt>
                <c:pt idx="11539">
                  <c:v>15:25</c:v>
                </c:pt>
                <c:pt idx="11540">
                  <c:v>15:25</c:v>
                </c:pt>
                <c:pt idx="11541">
                  <c:v>15:25</c:v>
                </c:pt>
                <c:pt idx="11542">
                  <c:v>15:25</c:v>
                </c:pt>
                <c:pt idx="11543">
                  <c:v>15:25</c:v>
                </c:pt>
                <c:pt idx="11544">
                  <c:v>15:25</c:v>
                </c:pt>
                <c:pt idx="11545">
                  <c:v>15:25</c:v>
                </c:pt>
                <c:pt idx="11546">
                  <c:v>15:25</c:v>
                </c:pt>
                <c:pt idx="11547">
                  <c:v>15:25</c:v>
                </c:pt>
                <c:pt idx="11548">
                  <c:v>15:25</c:v>
                </c:pt>
                <c:pt idx="11549">
                  <c:v>15:25</c:v>
                </c:pt>
                <c:pt idx="11550">
                  <c:v>15:26</c:v>
                </c:pt>
                <c:pt idx="11551">
                  <c:v>15:26</c:v>
                </c:pt>
                <c:pt idx="11552">
                  <c:v>15:26</c:v>
                </c:pt>
                <c:pt idx="11553">
                  <c:v>15:26</c:v>
                </c:pt>
                <c:pt idx="11554">
                  <c:v>15:26</c:v>
                </c:pt>
                <c:pt idx="11555">
                  <c:v>15:26</c:v>
                </c:pt>
                <c:pt idx="11556">
                  <c:v>15:26</c:v>
                </c:pt>
                <c:pt idx="11557">
                  <c:v>15:26</c:v>
                </c:pt>
                <c:pt idx="11558">
                  <c:v>15:26</c:v>
                </c:pt>
                <c:pt idx="11559">
                  <c:v>15:26</c:v>
                </c:pt>
                <c:pt idx="11560">
                  <c:v>15:26</c:v>
                </c:pt>
                <c:pt idx="11561">
                  <c:v>15:26</c:v>
                </c:pt>
                <c:pt idx="11562">
                  <c:v>15:26</c:v>
                </c:pt>
                <c:pt idx="11563">
                  <c:v>15:26</c:v>
                </c:pt>
                <c:pt idx="11564">
                  <c:v>15:26</c:v>
                </c:pt>
                <c:pt idx="11565">
                  <c:v>15:26</c:v>
                </c:pt>
                <c:pt idx="11566">
                  <c:v>15:26</c:v>
                </c:pt>
                <c:pt idx="11567">
                  <c:v>15:26</c:v>
                </c:pt>
                <c:pt idx="11568">
                  <c:v>15:26</c:v>
                </c:pt>
                <c:pt idx="11569">
                  <c:v>15:26</c:v>
                </c:pt>
                <c:pt idx="11570">
                  <c:v>15:26</c:v>
                </c:pt>
                <c:pt idx="11571">
                  <c:v>15:26</c:v>
                </c:pt>
                <c:pt idx="11572">
                  <c:v>15:26</c:v>
                </c:pt>
                <c:pt idx="11573">
                  <c:v>15:26</c:v>
                </c:pt>
                <c:pt idx="11574">
                  <c:v>15:26</c:v>
                </c:pt>
                <c:pt idx="11575">
                  <c:v>15:26</c:v>
                </c:pt>
                <c:pt idx="11576">
                  <c:v>15:26</c:v>
                </c:pt>
                <c:pt idx="11577">
                  <c:v>15:26</c:v>
                </c:pt>
                <c:pt idx="11578">
                  <c:v>15:26</c:v>
                </c:pt>
                <c:pt idx="11579">
                  <c:v>15:26</c:v>
                </c:pt>
                <c:pt idx="11580">
                  <c:v>15:27</c:v>
                </c:pt>
                <c:pt idx="11581">
                  <c:v>15:27</c:v>
                </c:pt>
                <c:pt idx="11582">
                  <c:v>15:27</c:v>
                </c:pt>
                <c:pt idx="11583">
                  <c:v>15:27</c:v>
                </c:pt>
                <c:pt idx="11584">
                  <c:v>15:27</c:v>
                </c:pt>
                <c:pt idx="11585">
                  <c:v>15:27</c:v>
                </c:pt>
                <c:pt idx="11586">
                  <c:v>15:27</c:v>
                </c:pt>
                <c:pt idx="11587">
                  <c:v>15:27</c:v>
                </c:pt>
                <c:pt idx="11588">
                  <c:v>15:27</c:v>
                </c:pt>
                <c:pt idx="11589">
                  <c:v>15:27</c:v>
                </c:pt>
                <c:pt idx="11590">
                  <c:v>15:27</c:v>
                </c:pt>
                <c:pt idx="11591">
                  <c:v>15:27</c:v>
                </c:pt>
                <c:pt idx="11592">
                  <c:v>15:27</c:v>
                </c:pt>
                <c:pt idx="11593">
                  <c:v>15:27</c:v>
                </c:pt>
                <c:pt idx="11594">
                  <c:v>15:27</c:v>
                </c:pt>
                <c:pt idx="11595">
                  <c:v>15:27</c:v>
                </c:pt>
                <c:pt idx="11596">
                  <c:v>15:27</c:v>
                </c:pt>
                <c:pt idx="11597">
                  <c:v>15:27</c:v>
                </c:pt>
                <c:pt idx="11598">
                  <c:v>15:27</c:v>
                </c:pt>
                <c:pt idx="11599">
                  <c:v>15:27</c:v>
                </c:pt>
                <c:pt idx="11600">
                  <c:v>15:27</c:v>
                </c:pt>
                <c:pt idx="11601">
                  <c:v>15:27</c:v>
                </c:pt>
                <c:pt idx="11602">
                  <c:v>15:27</c:v>
                </c:pt>
                <c:pt idx="11603">
                  <c:v>15:27</c:v>
                </c:pt>
                <c:pt idx="11604">
                  <c:v>15:27</c:v>
                </c:pt>
                <c:pt idx="11605">
                  <c:v>15:27</c:v>
                </c:pt>
                <c:pt idx="11606">
                  <c:v>15:27</c:v>
                </c:pt>
                <c:pt idx="11607">
                  <c:v>15:27</c:v>
                </c:pt>
                <c:pt idx="11608">
                  <c:v>15:27</c:v>
                </c:pt>
                <c:pt idx="11609">
                  <c:v>15:27</c:v>
                </c:pt>
                <c:pt idx="11610">
                  <c:v>15:28</c:v>
                </c:pt>
                <c:pt idx="11611">
                  <c:v>15:28</c:v>
                </c:pt>
                <c:pt idx="11612">
                  <c:v>15:28</c:v>
                </c:pt>
                <c:pt idx="11613">
                  <c:v>15:28</c:v>
                </c:pt>
                <c:pt idx="11614">
                  <c:v>15:28</c:v>
                </c:pt>
                <c:pt idx="11615">
                  <c:v>15:28</c:v>
                </c:pt>
                <c:pt idx="11616">
                  <c:v>15:28</c:v>
                </c:pt>
                <c:pt idx="11617">
                  <c:v>15:28</c:v>
                </c:pt>
                <c:pt idx="11618">
                  <c:v>15:28</c:v>
                </c:pt>
                <c:pt idx="11619">
                  <c:v>15:28</c:v>
                </c:pt>
                <c:pt idx="11620">
                  <c:v>15:28</c:v>
                </c:pt>
                <c:pt idx="11621">
                  <c:v>15:28</c:v>
                </c:pt>
                <c:pt idx="11622">
                  <c:v>15:28</c:v>
                </c:pt>
                <c:pt idx="11623">
                  <c:v>15:28</c:v>
                </c:pt>
                <c:pt idx="11624">
                  <c:v>15:28</c:v>
                </c:pt>
                <c:pt idx="11625">
                  <c:v>15:28</c:v>
                </c:pt>
                <c:pt idx="11626">
                  <c:v>15:28</c:v>
                </c:pt>
                <c:pt idx="11627">
                  <c:v>15:28</c:v>
                </c:pt>
                <c:pt idx="11628">
                  <c:v>15:28</c:v>
                </c:pt>
                <c:pt idx="11629">
                  <c:v>15:28</c:v>
                </c:pt>
                <c:pt idx="11630">
                  <c:v>15:28</c:v>
                </c:pt>
                <c:pt idx="11631">
                  <c:v>15:28</c:v>
                </c:pt>
                <c:pt idx="11632">
                  <c:v>15:28</c:v>
                </c:pt>
                <c:pt idx="11633">
                  <c:v>15:28</c:v>
                </c:pt>
                <c:pt idx="11634">
                  <c:v>15:28</c:v>
                </c:pt>
                <c:pt idx="11635">
                  <c:v>15:28</c:v>
                </c:pt>
                <c:pt idx="11636">
                  <c:v>15:28</c:v>
                </c:pt>
                <c:pt idx="11637">
                  <c:v>15:28</c:v>
                </c:pt>
                <c:pt idx="11638">
                  <c:v>15:28</c:v>
                </c:pt>
                <c:pt idx="11639">
                  <c:v>15:28</c:v>
                </c:pt>
                <c:pt idx="11640">
                  <c:v>15:29</c:v>
                </c:pt>
                <c:pt idx="11641">
                  <c:v>15:29</c:v>
                </c:pt>
                <c:pt idx="11642">
                  <c:v>15:29</c:v>
                </c:pt>
                <c:pt idx="11643">
                  <c:v>15:29</c:v>
                </c:pt>
                <c:pt idx="11644">
                  <c:v>15:29</c:v>
                </c:pt>
                <c:pt idx="11645">
                  <c:v>15:29</c:v>
                </c:pt>
                <c:pt idx="11646">
                  <c:v>15:29</c:v>
                </c:pt>
                <c:pt idx="11647">
                  <c:v>15:29</c:v>
                </c:pt>
                <c:pt idx="11648">
                  <c:v>15:29</c:v>
                </c:pt>
                <c:pt idx="11649">
                  <c:v>15:29</c:v>
                </c:pt>
                <c:pt idx="11650">
                  <c:v>15:29</c:v>
                </c:pt>
                <c:pt idx="11651">
                  <c:v>15:29</c:v>
                </c:pt>
                <c:pt idx="11652">
                  <c:v>15:29</c:v>
                </c:pt>
                <c:pt idx="11653">
                  <c:v>15:29</c:v>
                </c:pt>
                <c:pt idx="11654">
                  <c:v>15:29</c:v>
                </c:pt>
                <c:pt idx="11655">
                  <c:v>15:29</c:v>
                </c:pt>
                <c:pt idx="11656">
                  <c:v>15:29</c:v>
                </c:pt>
                <c:pt idx="11657">
                  <c:v>15:29</c:v>
                </c:pt>
                <c:pt idx="11658">
                  <c:v>15:29</c:v>
                </c:pt>
                <c:pt idx="11659">
                  <c:v>15:29</c:v>
                </c:pt>
                <c:pt idx="11660">
                  <c:v>15:29</c:v>
                </c:pt>
                <c:pt idx="11661">
                  <c:v>15:29</c:v>
                </c:pt>
                <c:pt idx="11662">
                  <c:v>15:29</c:v>
                </c:pt>
                <c:pt idx="11663">
                  <c:v>15:29</c:v>
                </c:pt>
                <c:pt idx="11664">
                  <c:v>15:29</c:v>
                </c:pt>
                <c:pt idx="11665">
                  <c:v>15:29</c:v>
                </c:pt>
                <c:pt idx="11666">
                  <c:v>15:29</c:v>
                </c:pt>
                <c:pt idx="11667">
                  <c:v>15:29</c:v>
                </c:pt>
                <c:pt idx="11668">
                  <c:v>15:29</c:v>
                </c:pt>
                <c:pt idx="11669">
                  <c:v>15:29</c:v>
                </c:pt>
                <c:pt idx="11670">
                  <c:v>15:30</c:v>
                </c:pt>
                <c:pt idx="11671">
                  <c:v>15:30</c:v>
                </c:pt>
                <c:pt idx="11672">
                  <c:v>15:30</c:v>
                </c:pt>
                <c:pt idx="11673">
                  <c:v>15:30</c:v>
                </c:pt>
                <c:pt idx="11674">
                  <c:v>15:30</c:v>
                </c:pt>
                <c:pt idx="11675">
                  <c:v>15:30</c:v>
                </c:pt>
                <c:pt idx="11676">
                  <c:v>15:30</c:v>
                </c:pt>
                <c:pt idx="11677">
                  <c:v>15:30</c:v>
                </c:pt>
                <c:pt idx="11678">
                  <c:v>15:30</c:v>
                </c:pt>
                <c:pt idx="11679">
                  <c:v>15:30</c:v>
                </c:pt>
                <c:pt idx="11680">
                  <c:v>15:30</c:v>
                </c:pt>
                <c:pt idx="11681">
                  <c:v>15:30</c:v>
                </c:pt>
                <c:pt idx="11682">
                  <c:v>15:30</c:v>
                </c:pt>
                <c:pt idx="11683">
                  <c:v>15:30</c:v>
                </c:pt>
                <c:pt idx="11684">
                  <c:v>15:30</c:v>
                </c:pt>
                <c:pt idx="11685">
                  <c:v>15:30</c:v>
                </c:pt>
                <c:pt idx="11686">
                  <c:v>15:30</c:v>
                </c:pt>
                <c:pt idx="11687">
                  <c:v>15:30</c:v>
                </c:pt>
                <c:pt idx="11688">
                  <c:v>15:30</c:v>
                </c:pt>
                <c:pt idx="11689">
                  <c:v>15:30</c:v>
                </c:pt>
                <c:pt idx="11690">
                  <c:v>15:30</c:v>
                </c:pt>
                <c:pt idx="11691">
                  <c:v>15:30</c:v>
                </c:pt>
                <c:pt idx="11692">
                  <c:v>15:30</c:v>
                </c:pt>
                <c:pt idx="11693">
                  <c:v>15:30</c:v>
                </c:pt>
                <c:pt idx="11694">
                  <c:v>15:30</c:v>
                </c:pt>
                <c:pt idx="11695">
                  <c:v>15:30</c:v>
                </c:pt>
                <c:pt idx="11696">
                  <c:v>15:30</c:v>
                </c:pt>
                <c:pt idx="11697">
                  <c:v>15:30</c:v>
                </c:pt>
                <c:pt idx="11698">
                  <c:v>15:30</c:v>
                </c:pt>
                <c:pt idx="11699">
                  <c:v>15:30</c:v>
                </c:pt>
                <c:pt idx="11700">
                  <c:v>15:31</c:v>
                </c:pt>
                <c:pt idx="11701">
                  <c:v>15:31</c:v>
                </c:pt>
                <c:pt idx="11702">
                  <c:v>15:31</c:v>
                </c:pt>
                <c:pt idx="11703">
                  <c:v>15:31</c:v>
                </c:pt>
                <c:pt idx="11704">
                  <c:v>15:31</c:v>
                </c:pt>
                <c:pt idx="11705">
                  <c:v>15:31</c:v>
                </c:pt>
                <c:pt idx="11706">
                  <c:v>15:31</c:v>
                </c:pt>
                <c:pt idx="11707">
                  <c:v>15:31</c:v>
                </c:pt>
                <c:pt idx="11708">
                  <c:v>15:31</c:v>
                </c:pt>
                <c:pt idx="11709">
                  <c:v>15:31</c:v>
                </c:pt>
                <c:pt idx="11710">
                  <c:v>15:31</c:v>
                </c:pt>
                <c:pt idx="11711">
                  <c:v>15:31</c:v>
                </c:pt>
                <c:pt idx="11712">
                  <c:v>15:31</c:v>
                </c:pt>
                <c:pt idx="11713">
                  <c:v>15:31</c:v>
                </c:pt>
                <c:pt idx="11714">
                  <c:v>15:31</c:v>
                </c:pt>
                <c:pt idx="11715">
                  <c:v>15:31</c:v>
                </c:pt>
                <c:pt idx="11716">
                  <c:v>15:31</c:v>
                </c:pt>
                <c:pt idx="11717">
                  <c:v>15:31</c:v>
                </c:pt>
                <c:pt idx="11718">
                  <c:v>15:31</c:v>
                </c:pt>
                <c:pt idx="11719">
                  <c:v>15:31</c:v>
                </c:pt>
                <c:pt idx="11720">
                  <c:v>15:31</c:v>
                </c:pt>
                <c:pt idx="11721">
                  <c:v>15:31</c:v>
                </c:pt>
                <c:pt idx="11722">
                  <c:v>15:31</c:v>
                </c:pt>
                <c:pt idx="11723">
                  <c:v>15:31</c:v>
                </c:pt>
                <c:pt idx="11724">
                  <c:v>15:31</c:v>
                </c:pt>
                <c:pt idx="11725">
                  <c:v>15:31</c:v>
                </c:pt>
                <c:pt idx="11726">
                  <c:v>15:31</c:v>
                </c:pt>
                <c:pt idx="11727">
                  <c:v>15:31</c:v>
                </c:pt>
                <c:pt idx="11728">
                  <c:v>15:31</c:v>
                </c:pt>
                <c:pt idx="11729">
                  <c:v>15:31</c:v>
                </c:pt>
                <c:pt idx="11730">
                  <c:v>15:32</c:v>
                </c:pt>
                <c:pt idx="11731">
                  <c:v>15:32</c:v>
                </c:pt>
                <c:pt idx="11732">
                  <c:v>15:32</c:v>
                </c:pt>
                <c:pt idx="11733">
                  <c:v>15:32</c:v>
                </c:pt>
                <c:pt idx="11734">
                  <c:v>15:32</c:v>
                </c:pt>
                <c:pt idx="11735">
                  <c:v>15:32</c:v>
                </c:pt>
                <c:pt idx="11736">
                  <c:v>15:32</c:v>
                </c:pt>
                <c:pt idx="11737">
                  <c:v>15:32</c:v>
                </c:pt>
                <c:pt idx="11738">
                  <c:v>15:32</c:v>
                </c:pt>
                <c:pt idx="11739">
                  <c:v>15:32</c:v>
                </c:pt>
                <c:pt idx="11740">
                  <c:v>15:32</c:v>
                </c:pt>
                <c:pt idx="11741">
                  <c:v>15:32</c:v>
                </c:pt>
                <c:pt idx="11742">
                  <c:v>15:32</c:v>
                </c:pt>
                <c:pt idx="11743">
                  <c:v>15:32</c:v>
                </c:pt>
                <c:pt idx="11744">
                  <c:v>15:32</c:v>
                </c:pt>
                <c:pt idx="11745">
                  <c:v>15:32</c:v>
                </c:pt>
                <c:pt idx="11746">
                  <c:v>15:32</c:v>
                </c:pt>
                <c:pt idx="11747">
                  <c:v>15:32</c:v>
                </c:pt>
                <c:pt idx="11748">
                  <c:v>15:32</c:v>
                </c:pt>
                <c:pt idx="11749">
                  <c:v>15:32</c:v>
                </c:pt>
                <c:pt idx="11750">
                  <c:v>15:32</c:v>
                </c:pt>
                <c:pt idx="11751">
                  <c:v>15:32</c:v>
                </c:pt>
                <c:pt idx="11752">
                  <c:v>15:32</c:v>
                </c:pt>
                <c:pt idx="11753">
                  <c:v>15:32</c:v>
                </c:pt>
                <c:pt idx="11754">
                  <c:v>15:32</c:v>
                </c:pt>
                <c:pt idx="11755">
                  <c:v>15:32</c:v>
                </c:pt>
                <c:pt idx="11756">
                  <c:v>15:32</c:v>
                </c:pt>
                <c:pt idx="11757">
                  <c:v>15:32</c:v>
                </c:pt>
                <c:pt idx="11758">
                  <c:v>15:32</c:v>
                </c:pt>
                <c:pt idx="11759">
                  <c:v>15:32</c:v>
                </c:pt>
                <c:pt idx="11760">
                  <c:v>15:33</c:v>
                </c:pt>
                <c:pt idx="11761">
                  <c:v>15:45</c:v>
                </c:pt>
              </c:strCache>
            </c:strRef>
          </c:cat>
          <c:val>
            <c:numRef>
              <c:f>Sheet1!$S$4:$S$11765</c:f>
              <c:numCache>
                <c:formatCode>0.0%</c:formatCode>
                <c:ptCount val="11762"/>
                <c:pt idx="0">
                  <c:v>0</c:v>
                </c:pt>
                <c:pt idx="1">
                  <c:v>2.8000802890405518E-2</c:v>
                </c:pt>
                <c:pt idx="2">
                  <c:v>2.7549177037334394E-2</c:v>
                </c:pt>
                <c:pt idx="3">
                  <c:v>2.6645925331192366E-2</c:v>
                </c:pt>
                <c:pt idx="4">
                  <c:v>2.5491770373344158E-2</c:v>
                </c:pt>
                <c:pt idx="5">
                  <c:v>2.54415897230027E-2</c:v>
                </c:pt>
                <c:pt idx="6">
                  <c:v>2.5491770373344158E-2</c:v>
                </c:pt>
                <c:pt idx="7">
                  <c:v>2.5140505820955283E-2</c:v>
                </c:pt>
                <c:pt idx="8">
                  <c:v>2.4939783219590561E-2</c:v>
                </c:pt>
                <c:pt idx="9">
                  <c:v>2.4889602569249325E-2</c:v>
                </c:pt>
                <c:pt idx="10">
                  <c:v>2.5190686471296742E-2</c:v>
                </c:pt>
                <c:pt idx="11">
                  <c:v>2.5541951023685394E-2</c:v>
                </c:pt>
                <c:pt idx="12">
                  <c:v>2.5190686471296742E-2</c:v>
                </c:pt>
                <c:pt idx="13">
                  <c:v>2.5742673625050116E-2</c:v>
                </c:pt>
                <c:pt idx="14">
                  <c:v>2.659574468085113E-2</c:v>
                </c:pt>
                <c:pt idx="15">
                  <c:v>2.7147731834604505E-2</c:v>
                </c:pt>
                <c:pt idx="16">
                  <c:v>2.7398635086310685E-2</c:v>
                </c:pt>
                <c:pt idx="17">
                  <c:v>2.8402248093135185E-2</c:v>
                </c:pt>
                <c:pt idx="18">
                  <c:v>2.8602970694500129E-2</c:v>
                </c:pt>
                <c:pt idx="19">
                  <c:v>2.9255319148936199E-2</c:v>
                </c:pt>
                <c:pt idx="20">
                  <c:v>3.0309112806101934E-2</c:v>
                </c:pt>
                <c:pt idx="21">
                  <c:v>3.0610196708149351E-2</c:v>
                </c:pt>
                <c:pt idx="22">
                  <c:v>3.0610196708149351E-2</c:v>
                </c:pt>
                <c:pt idx="23">
                  <c:v>3.111200321156149E-2</c:v>
                </c:pt>
                <c:pt idx="24">
                  <c:v>3.1212364512243962E-2</c:v>
                </c:pt>
                <c:pt idx="25">
                  <c:v>3.1914893617021267E-2</c:v>
                </c:pt>
                <c:pt idx="26">
                  <c:v>3.2316338819751156E-2</c:v>
                </c:pt>
                <c:pt idx="27">
                  <c:v>3.2567242071457336E-2</c:v>
                </c:pt>
                <c:pt idx="28">
                  <c:v>3.2918506623845767E-2</c:v>
                </c:pt>
                <c:pt idx="29">
                  <c:v>3.3721397029305544E-2</c:v>
                </c:pt>
                <c:pt idx="30">
                  <c:v>3.4122842232035433E-2</c:v>
                </c:pt>
                <c:pt idx="31">
                  <c:v>3.5026093938177461E-2</c:v>
                </c:pt>
                <c:pt idx="32">
                  <c:v>3.4624648735447572E-2</c:v>
                </c:pt>
                <c:pt idx="33">
                  <c:v>3.5026093938177461E-2</c:v>
                </c:pt>
                <c:pt idx="34">
                  <c:v>3.5578081091931058E-2</c:v>
                </c:pt>
                <c:pt idx="35">
                  <c:v>3.5226816539542405E-2</c:v>
                </c:pt>
                <c:pt idx="36">
                  <c:v>3.5578081091931058E-2</c:v>
                </c:pt>
                <c:pt idx="37">
                  <c:v>3.5728623042954766E-2</c:v>
                </c:pt>
                <c:pt idx="38">
                  <c:v>3.6280610196708141E-2</c:v>
                </c:pt>
                <c:pt idx="39">
                  <c:v>3.6431152147731849E-2</c:v>
                </c:pt>
                <c:pt idx="40">
                  <c:v>3.6882778000802752E-2</c:v>
                </c:pt>
                <c:pt idx="41">
                  <c:v>3.6631874749096793E-2</c:v>
                </c:pt>
                <c:pt idx="42">
                  <c:v>3.7083500602167696E-2</c:v>
                </c:pt>
                <c:pt idx="43">
                  <c:v>3.7735849056603765E-2</c:v>
                </c:pt>
                <c:pt idx="44">
                  <c:v>3.7535126455238821E-2</c:v>
                </c:pt>
                <c:pt idx="45">
                  <c:v>3.7384584504215113E-2</c:v>
                </c:pt>
                <c:pt idx="46">
                  <c:v>3.8187474909674668E-2</c:v>
                </c:pt>
                <c:pt idx="47">
                  <c:v>3.8438378161380848E-2</c:v>
                </c:pt>
                <c:pt idx="48">
                  <c:v>3.8789642713769501E-2</c:v>
                </c:pt>
                <c:pt idx="49">
                  <c:v>3.9291449217181862E-2</c:v>
                </c:pt>
                <c:pt idx="50">
                  <c:v>3.9341629867523098E-2</c:v>
                </c:pt>
                <c:pt idx="51">
                  <c:v>3.9592533119229056E-2</c:v>
                </c:pt>
                <c:pt idx="52">
                  <c:v>3.9893617021276473E-2</c:v>
                </c:pt>
                <c:pt idx="53">
                  <c:v>4.0144520272982653E-2</c:v>
                </c:pt>
                <c:pt idx="54">
                  <c:v>4.0596146126053778E-2</c:v>
                </c:pt>
                <c:pt idx="55">
                  <c:v>4.0094339622641639E-2</c:v>
                </c:pt>
                <c:pt idx="56">
                  <c:v>4.0646326776395014E-2</c:v>
                </c:pt>
                <c:pt idx="57">
                  <c:v>4.0746688077077486E-2</c:v>
                </c:pt>
                <c:pt idx="58">
                  <c:v>4.1248494580489847E-2</c:v>
                </c:pt>
                <c:pt idx="59">
                  <c:v>4.1750301083901986E-2</c:v>
                </c:pt>
                <c:pt idx="60">
                  <c:v>4.170012043356075E-2</c:v>
                </c:pt>
                <c:pt idx="61">
                  <c:v>4.195102368526693E-2</c:v>
                </c:pt>
                <c:pt idx="62">
                  <c:v>4.2553191489361541E-2</c:v>
                </c:pt>
                <c:pt idx="63">
                  <c:v>4.2653552790044236E-2</c:v>
                </c:pt>
                <c:pt idx="64">
                  <c:v>4.2804094741067944E-2</c:v>
                </c:pt>
                <c:pt idx="65">
                  <c:v>4.2753914090726708E-2</c:v>
                </c:pt>
                <c:pt idx="66">
                  <c:v>4.270373344038525E-2</c:v>
                </c:pt>
                <c:pt idx="67">
                  <c:v>4.2402649538338055E-2</c:v>
                </c:pt>
                <c:pt idx="68">
                  <c:v>4.2603372139703E-2</c:v>
                </c:pt>
                <c:pt idx="69">
                  <c:v>4.1800481734243444E-2</c:v>
                </c:pt>
                <c:pt idx="70">
                  <c:v>4.1348855881172319E-2</c:v>
                </c:pt>
                <c:pt idx="71">
                  <c:v>4.1047771979124903E-2</c:v>
                </c:pt>
                <c:pt idx="72">
                  <c:v>4.1850662384584458E-2</c:v>
                </c:pt>
                <c:pt idx="73">
                  <c:v>4.170012043356075E-2</c:v>
                </c:pt>
                <c:pt idx="74">
                  <c:v>4.1097952629466139E-2</c:v>
                </c:pt>
                <c:pt idx="75">
                  <c:v>4.0746688077077486E-2</c:v>
                </c:pt>
                <c:pt idx="76">
                  <c:v>4.0295062224006362E-2</c:v>
                </c:pt>
                <c:pt idx="77">
                  <c:v>4.0746688077077486E-2</c:v>
                </c:pt>
                <c:pt idx="78">
                  <c:v>4.044560417503007E-2</c:v>
                </c:pt>
                <c:pt idx="79">
                  <c:v>4.0244881573665348E-2</c:v>
                </c:pt>
                <c:pt idx="80">
                  <c:v>4.0646326776395014E-2</c:v>
                </c:pt>
                <c:pt idx="81">
                  <c:v>3.9692894419911751E-2</c:v>
                </c:pt>
                <c:pt idx="82">
                  <c:v>3.9893617021276473E-2</c:v>
                </c:pt>
                <c:pt idx="83">
                  <c:v>3.9090726615816918E-2</c:v>
                </c:pt>
                <c:pt idx="84">
                  <c:v>3.9140907266158154E-2</c:v>
                </c:pt>
                <c:pt idx="85">
                  <c:v>3.9241268566840626E-2</c:v>
                </c:pt>
                <c:pt idx="86">
                  <c:v>3.8789642713769501E-2</c:v>
                </c:pt>
                <c:pt idx="87">
                  <c:v>3.8488558811722084E-2</c:v>
                </c:pt>
                <c:pt idx="88">
                  <c:v>3.8890004014451973E-2</c:v>
                </c:pt>
                <c:pt idx="89">
                  <c:v>3.8338016860698376E-2</c:v>
                </c:pt>
                <c:pt idx="90">
                  <c:v>3.8137294259333654E-2</c:v>
                </c:pt>
                <c:pt idx="91">
                  <c:v>3.8036932958651182E-2</c:v>
                </c:pt>
                <c:pt idx="92">
                  <c:v>3.7334403853873876E-2</c:v>
                </c:pt>
                <c:pt idx="93">
                  <c:v>3.6882778000802752E-2</c:v>
                </c:pt>
                <c:pt idx="94">
                  <c:v>3.6782416700120502E-2</c:v>
                </c:pt>
                <c:pt idx="95">
                  <c:v>3.7083500602167696E-2</c:v>
                </c:pt>
                <c:pt idx="96">
                  <c:v>3.7284223203532862E-2</c:v>
                </c:pt>
                <c:pt idx="97">
                  <c:v>3.703331995182646E-2</c:v>
                </c:pt>
                <c:pt idx="98">
                  <c:v>3.6431152147731849E-2</c:v>
                </c:pt>
                <c:pt idx="99">
                  <c:v>3.6932958651143988E-2</c:v>
                </c:pt>
                <c:pt idx="100">
                  <c:v>3.6581694098755557E-2</c:v>
                </c:pt>
                <c:pt idx="101">
                  <c:v>3.7083500602167696E-2</c:v>
                </c:pt>
                <c:pt idx="102">
                  <c:v>3.7183861902850168E-2</c:v>
                </c:pt>
                <c:pt idx="103">
                  <c:v>3.7886391007627473E-2</c:v>
                </c:pt>
                <c:pt idx="104">
                  <c:v>3.7484945804897585E-2</c:v>
                </c:pt>
                <c:pt idx="105">
                  <c:v>3.7334403853873876E-2</c:v>
                </c:pt>
                <c:pt idx="106">
                  <c:v>3.6983139301485446E-2</c:v>
                </c:pt>
                <c:pt idx="107">
                  <c:v>3.6782416700120502E-2</c:v>
                </c:pt>
                <c:pt idx="108">
                  <c:v>3.5828984343637016E-2</c:v>
                </c:pt>
                <c:pt idx="109">
                  <c:v>3.5427539140907349E-2</c:v>
                </c:pt>
                <c:pt idx="110">
                  <c:v>3.4875551987153752E-2</c:v>
                </c:pt>
                <c:pt idx="111">
                  <c:v>3.5126455238859933E-2</c:v>
                </c:pt>
                <c:pt idx="112">
                  <c:v>3.4072661581693975E-2</c:v>
                </c:pt>
                <c:pt idx="113">
                  <c:v>3.3922119630670267E-2</c:v>
                </c:pt>
                <c:pt idx="114">
                  <c:v>3.45242874347651E-2</c:v>
                </c:pt>
                <c:pt idx="115">
                  <c:v>3.3721397029305544E-2</c:v>
                </c:pt>
                <c:pt idx="116">
                  <c:v>3.3420313127258128E-2</c:v>
                </c:pt>
                <c:pt idx="117">
                  <c:v>3.3621035728623072E-2</c:v>
                </c:pt>
                <c:pt idx="118">
                  <c:v>3.3319951826575656E-2</c:v>
                </c:pt>
                <c:pt idx="119">
                  <c:v>3.3621035728623072E-2</c:v>
                </c:pt>
                <c:pt idx="120">
                  <c:v>3.4474106784423864E-2</c:v>
                </c:pt>
                <c:pt idx="121">
                  <c:v>3.3871938980329253E-2</c:v>
                </c:pt>
                <c:pt idx="122">
                  <c:v>3.5076274588518697E-2</c:v>
                </c:pt>
                <c:pt idx="123">
                  <c:v>3.4825371336812516E-2</c:v>
                </c:pt>
                <c:pt idx="124">
                  <c:v>3.477519068647128E-2</c:v>
                </c:pt>
                <c:pt idx="125">
                  <c:v>3.4072661581693975E-2</c:v>
                </c:pt>
                <c:pt idx="126">
                  <c:v>3.4674829385788808E-2</c:v>
                </c:pt>
                <c:pt idx="127">
                  <c:v>3.4423926134082627E-2</c:v>
                </c:pt>
                <c:pt idx="128">
                  <c:v>3.4875551987153752E-2</c:v>
                </c:pt>
                <c:pt idx="129">
                  <c:v>3.4122842232035433E-2</c:v>
                </c:pt>
                <c:pt idx="130">
                  <c:v>3.4825371336812516E-2</c:v>
                </c:pt>
                <c:pt idx="131">
                  <c:v>3.45242874347651E-2</c:v>
                </c:pt>
                <c:pt idx="132">
                  <c:v>3.4725010036130044E-2</c:v>
                </c:pt>
                <c:pt idx="133">
                  <c:v>3.4373745483741391E-2</c:v>
                </c:pt>
                <c:pt idx="134">
                  <c:v>3.4273384183059141E-2</c:v>
                </c:pt>
                <c:pt idx="135">
                  <c:v>3.3821758329988016E-2</c:v>
                </c:pt>
                <c:pt idx="136">
                  <c:v>3.4323564833400155E-2</c:v>
                </c:pt>
                <c:pt idx="137">
                  <c:v>3.4423926134082627E-2</c:v>
                </c:pt>
                <c:pt idx="138">
                  <c:v>3.3018867924528461E-2</c:v>
                </c:pt>
                <c:pt idx="139">
                  <c:v>3.3269771176234419E-2</c:v>
                </c:pt>
                <c:pt idx="140">
                  <c:v>3.2767964672822059E-2</c:v>
                </c:pt>
                <c:pt idx="141">
                  <c:v>3.2968687274187003E-2</c:v>
                </c:pt>
                <c:pt idx="142">
                  <c:v>3.2968687274187003E-2</c:v>
                </c:pt>
                <c:pt idx="143">
                  <c:v>3.3119229225210711E-2</c:v>
                </c:pt>
                <c:pt idx="144">
                  <c:v>3.3269771176234419E-2</c:v>
                </c:pt>
                <c:pt idx="145">
                  <c:v>3.2968687274187003E-2</c:v>
                </c:pt>
                <c:pt idx="146">
                  <c:v>3.3219590525893183E-2</c:v>
                </c:pt>
                <c:pt idx="147">
                  <c:v>3.3018867924528461E-2</c:v>
                </c:pt>
                <c:pt idx="148">
                  <c:v>3.3119229225210711E-2</c:v>
                </c:pt>
                <c:pt idx="149">
                  <c:v>3.3319951826575656E-2</c:v>
                </c:pt>
                <c:pt idx="150">
                  <c:v>3.2667603372139586E-2</c:v>
                </c:pt>
                <c:pt idx="151">
                  <c:v>3.2918506623845767E-2</c:v>
                </c:pt>
                <c:pt idx="152">
                  <c:v>3.2416700120433628E-2</c:v>
                </c:pt>
                <c:pt idx="153">
                  <c:v>3.2667603372139586E-2</c:v>
                </c:pt>
                <c:pt idx="154">
                  <c:v>3.2466880770774864E-2</c:v>
                </c:pt>
                <c:pt idx="155">
                  <c:v>3.1563629064632615E-2</c:v>
                </c:pt>
                <c:pt idx="156">
                  <c:v>3.1663990365315087E-2</c:v>
                </c:pt>
                <c:pt idx="157">
                  <c:v>3.2115616218386212E-2</c:v>
                </c:pt>
                <c:pt idx="158">
                  <c:v>3.1463267763950364E-2</c:v>
                </c:pt>
                <c:pt idx="159">
                  <c:v>3.0861099959855531E-2</c:v>
                </c:pt>
                <c:pt idx="160">
                  <c:v>3.0409474106784407E-2</c:v>
                </c:pt>
                <c:pt idx="161">
                  <c:v>2.9957848253713282E-2</c:v>
                </c:pt>
                <c:pt idx="162">
                  <c:v>2.9706945002007101E-2</c:v>
                </c:pt>
                <c:pt idx="163">
                  <c:v>2.9004415897230018E-2</c:v>
                </c:pt>
                <c:pt idx="164">
                  <c:v>2.8954235246888782E-2</c:v>
                </c:pt>
                <c:pt idx="165">
                  <c:v>2.9255319148936199E-2</c:v>
                </c:pt>
                <c:pt idx="166">
                  <c:v>2.885387394620631E-2</c:v>
                </c:pt>
                <c:pt idx="167">
                  <c:v>2.8352067442794171E-2</c:v>
                </c:pt>
                <c:pt idx="168">
                  <c:v>2.8753512645523838E-2</c:v>
                </c:pt>
                <c:pt idx="169">
                  <c:v>2.8352067442794171E-2</c:v>
                </c:pt>
                <c:pt idx="170">
                  <c:v>2.8502609393817879E-2</c:v>
                </c:pt>
                <c:pt idx="171">
                  <c:v>2.8552790044158893E-2</c:v>
                </c:pt>
                <c:pt idx="172">
                  <c:v>2.8251706142111477E-2</c:v>
                </c:pt>
                <c:pt idx="173">
                  <c:v>2.8452428743476421E-2</c:v>
                </c:pt>
                <c:pt idx="174">
                  <c:v>2.8000802890405518E-2</c:v>
                </c:pt>
                <c:pt idx="175">
                  <c:v>2.7398635086310685E-2</c:v>
                </c:pt>
                <c:pt idx="176">
                  <c:v>2.669610598153338E-2</c:v>
                </c:pt>
                <c:pt idx="177">
                  <c:v>2.6043757527097533E-2</c:v>
                </c:pt>
                <c:pt idx="178">
                  <c:v>2.5843034925732589E-2</c:v>
                </c:pt>
                <c:pt idx="179">
                  <c:v>2.5240867121637978E-2</c:v>
                </c:pt>
                <c:pt idx="180">
                  <c:v>2.54415897230027E-2</c:v>
                </c:pt>
                <c:pt idx="181">
                  <c:v>2.5742673625050116E-2</c:v>
                </c:pt>
                <c:pt idx="182">
                  <c:v>2.5040144520273033E-2</c:v>
                </c:pt>
                <c:pt idx="183">
                  <c:v>2.5491770373344158E-2</c:v>
                </c:pt>
                <c:pt idx="184">
                  <c:v>2.5190686471296742E-2</c:v>
                </c:pt>
                <c:pt idx="185">
                  <c:v>2.5491770373344158E-2</c:v>
                </c:pt>
                <c:pt idx="186">
                  <c:v>2.5642312324367644E-2</c:v>
                </c:pt>
                <c:pt idx="187">
                  <c:v>2.4789241268566853E-2</c:v>
                </c:pt>
                <c:pt idx="188">
                  <c:v>2.534122842232045E-2</c:v>
                </c:pt>
                <c:pt idx="189">
                  <c:v>2.5090325170614269E-2</c:v>
                </c:pt>
                <c:pt idx="190">
                  <c:v>2.5592131674026408E-2</c:v>
                </c:pt>
                <c:pt idx="191">
                  <c:v>2.5190686471296742E-2</c:v>
                </c:pt>
                <c:pt idx="192">
                  <c:v>2.54415897230027E-2</c:v>
                </c:pt>
                <c:pt idx="193">
                  <c:v>2.4989963869931797E-2</c:v>
                </c:pt>
                <c:pt idx="194">
                  <c:v>2.54415897230027E-2</c:v>
                </c:pt>
                <c:pt idx="195">
                  <c:v>2.4839421918908089E-2</c:v>
                </c:pt>
                <c:pt idx="196">
                  <c:v>2.4789241268566853E-2</c:v>
                </c:pt>
                <c:pt idx="197">
                  <c:v>2.4488157366519436E-2</c:v>
                </c:pt>
                <c:pt idx="198">
                  <c:v>2.4939783219590561E-2</c:v>
                </c:pt>
                <c:pt idx="199">
                  <c:v>2.44379767161782E-2</c:v>
                </c:pt>
                <c:pt idx="200">
                  <c:v>2.4839421918908089E-2</c:v>
                </c:pt>
                <c:pt idx="201">
                  <c:v>2.5090325170614269E-2</c:v>
                </c:pt>
                <c:pt idx="202">
                  <c:v>2.4538338016860672E-2</c:v>
                </c:pt>
                <c:pt idx="203">
                  <c:v>2.418707346447202E-2</c:v>
                </c:pt>
                <c:pt idx="204">
                  <c:v>2.3685266961059881E-2</c:v>
                </c:pt>
                <c:pt idx="205">
                  <c:v>2.3835808912083589E-2</c:v>
                </c:pt>
                <c:pt idx="206">
                  <c:v>2.3233641107988756E-2</c:v>
                </c:pt>
                <c:pt idx="207">
                  <c:v>2.2681653954235381E-2</c:v>
                </c:pt>
                <c:pt idx="208">
                  <c:v>2.2832195905259089E-2</c:v>
                </c:pt>
                <c:pt idx="209">
                  <c:v>2.1979124849458076E-2</c:v>
                </c:pt>
                <c:pt idx="210">
                  <c:v>2.1527498996386951E-2</c:v>
                </c:pt>
                <c:pt idx="211">
                  <c:v>2.0624247290244702E-2</c:v>
                </c:pt>
                <c:pt idx="212">
                  <c:v>2.0172621437173799E-2</c:v>
                </c:pt>
                <c:pt idx="213">
                  <c:v>1.9971898835808854E-2</c:v>
                </c:pt>
                <c:pt idx="214">
                  <c:v>1.9219189080690535E-2</c:v>
                </c:pt>
                <c:pt idx="215">
                  <c:v>1.8918105178643119E-2</c:v>
                </c:pt>
                <c:pt idx="216">
                  <c:v>1.851665997591323E-2</c:v>
                </c:pt>
                <c:pt idx="217">
                  <c:v>1.876756322761941E-2</c:v>
                </c:pt>
                <c:pt idx="218">
                  <c:v>1.8968285828984355E-2</c:v>
                </c:pt>
                <c:pt idx="219">
                  <c:v>1.8918105178643119E-2</c:v>
                </c:pt>
                <c:pt idx="220">
                  <c:v>1.9470092332396716E-2</c:v>
                </c:pt>
                <c:pt idx="221">
                  <c:v>2.1176234443998299E-2</c:v>
                </c:pt>
                <c:pt idx="222">
                  <c:v>2.192894419911684E-2</c:v>
                </c:pt>
                <c:pt idx="223">
                  <c:v>2.2581292653552687E-2</c:v>
                </c:pt>
                <c:pt idx="224">
                  <c:v>2.2832195905259089E-2</c:v>
                </c:pt>
                <c:pt idx="225">
                  <c:v>2.2882376555600104E-2</c:v>
                </c:pt>
                <c:pt idx="226">
                  <c:v>2.2982737856282576E-2</c:v>
                </c:pt>
                <c:pt idx="227">
                  <c:v>2.3283821758329992E-2</c:v>
                </c:pt>
                <c:pt idx="228">
                  <c:v>2.3885989562424603E-2</c:v>
                </c:pt>
                <c:pt idx="229">
                  <c:v>2.5090325170614269E-2</c:v>
                </c:pt>
                <c:pt idx="230">
                  <c:v>2.5592131674026408E-2</c:v>
                </c:pt>
                <c:pt idx="231">
                  <c:v>2.634484142914495E-2</c:v>
                </c:pt>
                <c:pt idx="232">
                  <c:v>2.6445202729827422E-2</c:v>
                </c:pt>
                <c:pt idx="233">
                  <c:v>2.7498996386993158E-2</c:v>
                </c:pt>
                <c:pt idx="234">
                  <c:v>2.7298273785628213E-2</c:v>
                </c:pt>
                <c:pt idx="235">
                  <c:v>2.7749899638699338E-2</c:v>
                </c:pt>
                <c:pt idx="236">
                  <c:v>2.7197912484945741E-2</c:v>
                </c:pt>
                <c:pt idx="237">
                  <c:v>2.7097551184263269E-2</c:v>
                </c:pt>
                <c:pt idx="238">
                  <c:v>2.6445202729827422E-2</c:v>
                </c:pt>
                <c:pt idx="239">
                  <c:v>2.6997189883580797E-2</c:v>
                </c:pt>
                <c:pt idx="240">
                  <c:v>2.7248093135286977E-2</c:v>
                </c:pt>
                <c:pt idx="241">
                  <c:v>2.6997189883580797E-2</c:v>
                </c:pt>
                <c:pt idx="242">
                  <c:v>2.6947009233239783E-2</c:v>
                </c:pt>
                <c:pt idx="243">
                  <c:v>2.7549177037334394E-2</c:v>
                </c:pt>
                <c:pt idx="244">
                  <c:v>2.7448815736651921E-2</c:v>
                </c:pt>
                <c:pt idx="245">
                  <c:v>2.7498996386993158E-2</c:v>
                </c:pt>
                <c:pt idx="246">
                  <c:v>2.7398635086310685E-2</c:v>
                </c:pt>
                <c:pt idx="247">
                  <c:v>2.7649538338016866E-2</c:v>
                </c:pt>
                <c:pt idx="248">
                  <c:v>2.6846647932557088E-2</c:v>
                </c:pt>
                <c:pt idx="249">
                  <c:v>2.7248093135286977E-2</c:v>
                </c:pt>
                <c:pt idx="250">
                  <c:v>2.7298273785628213E-2</c:v>
                </c:pt>
                <c:pt idx="251">
                  <c:v>2.7749899638699338E-2</c:v>
                </c:pt>
                <c:pt idx="252">
                  <c:v>2.7248093135286977E-2</c:v>
                </c:pt>
                <c:pt idx="253">
                  <c:v>2.785026093938181E-2</c:v>
                </c:pt>
                <c:pt idx="254">
                  <c:v>2.7950622240064282E-2</c:v>
                </c:pt>
                <c:pt idx="255">
                  <c:v>2.8452428743476421E-2</c:v>
                </c:pt>
                <c:pt idx="256">
                  <c:v>2.9205138498594962E-2</c:v>
                </c:pt>
                <c:pt idx="257">
                  <c:v>2.9054596547571254E-2</c:v>
                </c:pt>
                <c:pt idx="258">
                  <c:v>2.9556403050983393E-2</c:v>
                </c:pt>
                <c:pt idx="259">
                  <c:v>2.885387394620631E-2</c:v>
                </c:pt>
                <c:pt idx="260">
                  <c:v>2.885387394620631E-2</c:v>
                </c:pt>
                <c:pt idx="261">
                  <c:v>2.8552790044158893E-2</c:v>
                </c:pt>
                <c:pt idx="262">
                  <c:v>2.8753512645523838E-2</c:v>
                </c:pt>
                <c:pt idx="263">
                  <c:v>2.8352067442794171E-2</c:v>
                </c:pt>
                <c:pt idx="264">
                  <c:v>2.8352067442794171E-2</c:v>
                </c:pt>
                <c:pt idx="265">
                  <c:v>2.8301886792452713E-2</c:v>
                </c:pt>
                <c:pt idx="266">
                  <c:v>2.8251706142111477E-2</c:v>
                </c:pt>
                <c:pt idx="267">
                  <c:v>2.8151344841429005E-2</c:v>
                </c:pt>
                <c:pt idx="268">
                  <c:v>2.8151344841429005E-2</c:v>
                </c:pt>
                <c:pt idx="269">
                  <c:v>2.8502609393817879E-2</c:v>
                </c:pt>
                <c:pt idx="270">
                  <c:v>2.8301886792452713E-2</c:v>
                </c:pt>
                <c:pt idx="271">
                  <c:v>2.8352067442794171E-2</c:v>
                </c:pt>
                <c:pt idx="272">
                  <c:v>2.7800080289040574E-2</c:v>
                </c:pt>
                <c:pt idx="273">
                  <c:v>2.659574468085113E-2</c:v>
                </c:pt>
                <c:pt idx="274">
                  <c:v>2.6395022079486186E-2</c:v>
                </c:pt>
                <c:pt idx="275">
                  <c:v>2.6194299478121241E-2</c:v>
                </c:pt>
                <c:pt idx="276">
                  <c:v>2.6445202729827422E-2</c:v>
                </c:pt>
                <c:pt idx="277">
                  <c:v>2.6144118827780005E-2</c:v>
                </c:pt>
                <c:pt idx="278">
                  <c:v>2.5843034925732589E-2</c:v>
                </c:pt>
                <c:pt idx="279">
                  <c:v>2.5491770373344158E-2</c:v>
                </c:pt>
                <c:pt idx="280">
                  <c:v>2.5090325170614269E-2</c:v>
                </c:pt>
                <c:pt idx="281">
                  <c:v>2.5592131674026408E-2</c:v>
                </c:pt>
                <c:pt idx="282">
                  <c:v>2.569249297470888E-2</c:v>
                </c:pt>
                <c:pt idx="283">
                  <c:v>2.5592131674026408E-2</c:v>
                </c:pt>
                <c:pt idx="284">
                  <c:v>2.5541951023685394E-2</c:v>
                </c:pt>
                <c:pt idx="285">
                  <c:v>2.4989963869931797E-2</c:v>
                </c:pt>
                <c:pt idx="286">
                  <c:v>2.5240867121637978E-2</c:v>
                </c:pt>
                <c:pt idx="287">
                  <c:v>2.4688879967884381E-2</c:v>
                </c:pt>
                <c:pt idx="288">
                  <c:v>2.4889602569249325E-2</c:v>
                </c:pt>
                <c:pt idx="289">
                  <c:v>2.4939783219590561E-2</c:v>
                </c:pt>
                <c:pt idx="290">
                  <c:v>2.4688879967884381E-2</c:v>
                </c:pt>
                <c:pt idx="291">
                  <c:v>2.4538338016860672E-2</c:v>
                </c:pt>
                <c:pt idx="292">
                  <c:v>2.44379767161782E-2</c:v>
                </c:pt>
                <c:pt idx="293">
                  <c:v>2.4688879967884381E-2</c:v>
                </c:pt>
                <c:pt idx="294">
                  <c:v>2.5291047771978992E-2</c:v>
                </c:pt>
                <c:pt idx="295">
                  <c:v>2.4739060618225617E-2</c:v>
                </c:pt>
                <c:pt idx="296">
                  <c:v>2.4638699317543145E-2</c:v>
                </c:pt>
                <c:pt idx="297">
                  <c:v>2.4839421918908089E-2</c:v>
                </c:pt>
                <c:pt idx="298">
                  <c:v>2.534122842232045E-2</c:v>
                </c:pt>
                <c:pt idx="299">
                  <c:v>2.5291047771978992E-2</c:v>
                </c:pt>
                <c:pt idx="300">
                  <c:v>2.5491770373344158E-2</c:v>
                </c:pt>
                <c:pt idx="301">
                  <c:v>2.5792854275391353E-2</c:v>
                </c:pt>
                <c:pt idx="302">
                  <c:v>2.6194299478121241E-2</c:v>
                </c:pt>
                <c:pt idx="303">
                  <c:v>2.6645925331192366E-2</c:v>
                </c:pt>
                <c:pt idx="304">
                  <c:v>2.6495383380168658E-2</c:v>
                </c:pt>
                <c:pt idx="305">
                  <c:v>2.7147731834604505E-2</c:v>
                </c:pt>
                <c:pt idx="306">
                  <c:v>2.7248093135286977E-2</c:v>
                </c:pt>
                <c:pt idx="307">
                  <c:v>2.7950622240064282E-2</c:v>
                </c:pt>
                <c:pt idx="308">
                  <c:v>2.7699718988358102E-2</c:v>
                </c:pt>
                <c:pt idx="309">
                  <c:v>2.669610598153338E-2</c:v>
                </c:pt>
                <c:pt idx="310">
                  <c:v>2.6545564030509894E-2</c:v>
                </c:pt>
                <c:pt idx="311">
                  <c:v>2.6796467282216074E-2</c:v>
                </c:pt>
                <c:pt idx="312">
                  <c:v>2.6997189883580797E-2</c:v>
                </c:pt>
                <c:pt idx="313">
                  <c:v>2.7248093135286977E-2</c:v>
                </c:pt>
                <c:pt idx="314">
                  <c:v>2.7298273785628213E-2</c:v>
                </c:pt>
                <c:pt idx="315">
                  <c:v>2.7298273785628213E-2</c:v>
                </c:pt>
                <c:pt idx="316">
                  <c:v>2.7448815736651921E-2</c:v>
                </c:pt>
                <c:pt idx="317">
                  <c:v>2.7047370533922033E-2</c:v>
                </c:pt>
                <c:pt idx="318">
                  <c:v>2.7197912484945741E-2</c:v>
                </c:pt>
                <c:pt idx="319">
                  <c:v>2.659574468085113E-2</c:v>
                </c:pt>
                <c:pt idx="320">
                  <c:v>2.659574468085113E-2</c:v>
                </c:pt>
                <c:pt idx="321">
                  <c:v>2.7097551184263269E-2</c:v>
                </c:pt>
                <c:pt idx="322">
                  <c:v>2.669610598153338E-2</c:v>
                </c:pt>
                <c:pt idx="323">
                  <c:v>2.6846647932557088E-2</c:v>
                </c:pt>
                <c:pt idx="324">
                  <c:v>2.5843034925732589E-2</c:v>
                </c:pt>
                <c:pt idx="325">
                  <c:v>2.5993576876756297E-2</c:v>
                </c:pt>
                <c:pt idx="326">
                  <c:v>2.5893215576073825E-2</c:v>
                </c:pt>
                <c:pt idx="327">
                  <c:v>2.54415897230027E-2</c:v>
                </c:pt>
                <c:pt idx="328">
                  <c:v>2.5843034925732589E-2</c:v>
                </c:pt>
                <c:pt idx="329">
                  <c:v>2.5742673625050116E-2</c:v>
                </c:pt>
                <c:pt idx="330">
                  <c:v>2.54415897230027E-2</c:v>
                </c:pt>
                <c:pt idx="331">
                  <c:v>2.5943396226415061E-2</c:v>
                </c:pt>
                <c:pt idx="332">
                  <c:v>2.4889602569249325E-2</c:v>
                </c:pt>
                <c:pt idx="333">
                  <c:v>2.4287434765154492E-2</c:v>
                </c:pt>
                <c:pt idx="334">
                  <c:v>2.3584905660377409E-2</c:v>
                </c:pt>
                <c:pt idx="335">
                  <c:v>2.3534725010036173E-2</c:v>
                </c:pt>
                <c:pt idx="336">
                  <c:v>2.4136892814130784E-2</c:v>
                </c:pt>
                <c:pt idx="337">
                  <c:v>2.4839421918908089E-2</c:v>
                </c:pt>
                <c:pt idx="338">
                  <c:v>2.4036531513448312E-2</c:v>
                </c:pt>
                <c:pt idx="339">
                  <c:v>2.5190686471296742E-2</c:v>
                </c:pt>
                <c:pt idx="340">
                  <c:v>2.4488157366519436E-2</c:v>
                </c:pt>
                <c:pt idx="341">
                  <c:v>2.5391409072661686E-2</c:v>
                </c:pt>
                <c:pt idx="342">
                  <c:v>2.5491770373344158E-2</c:v>
                </c:pt>
                <c:pt idx="343">
                  <c:v>2.4989963869931797E-2</c:v>
                </c:pt>
                <c:pt idx="344">
                  <c:v>2.5391409072661686E-2</c:v>
                </c:pt>
                <c:pt idx="345">
                  <c:v>2.5642312324367644E-2</c:v>
                </c:pt>
                <c:pt idx="346">
                  <c:v>2.5642312324367644E-2</c:v>
                </c:pt>
                <c:pt idx="347">
                  <c:v>2.5592131674026408E-2</c:v>
                </c:pt>
                <c:pt idx="348">
                  <c:v>2.5541951023685394E-2</c:v>
                </c:pt>
                <c:pt idx="349">
                  <c:v>2.5541951023685394E-2</c:v>
                </c:pt>
                <c:pt idx="350">
                  <c:v>2.5391409072661686E-2</c:v>
                </c:pt>
                <c:pt idx="351">
                  <c:v>2.5190686471296742E-2</c:v>
                </c:pt>
                <c:pt idx="352">
                  <c:v>2.5291047771978992E-2</c:v>
                </c:pt>
                <c:pt idx="353">
                  <c:v>2.569249297470888E-2</c:v>
                </c:pt>
                <c:pt idx="354">
                  <c:v>2.5893215576073825E-2</c:v>
                </c:pt>
                <c:pt idx="355">
                  <c:v>2.54415897230027E-2</c:v>
                </c:pt>
                <c:pt idx="356">
                  <c:v>2.5541951023685394E-2</c:v>
                </c:pt>
                <c:pt idx="357">
                  <c:v>2.569249297470888E-2</c:v>
                </c:pt>
                <c:pt idx="358">
                  <c:v>2.6244480128462477E-2</c:v>
                </c:pt>
                <c:pt idx="359">
                  <c:v>2.6093938177438769E-2</c:v>
                </c:pt>
                <c:pt idx="360">
                  <c:v>2.6093938177438769E-2</c:v>
                </c:pt>
                <c:pt idx="361">
                  <c:v>2.5391409072661686E-2</c:v>
                </c:pt>
                <c:pt idx="362">
                  <c:v>2.54415897230027E-2</c:v>
                </c:pt>
                <c:pt idx="363">
                  <c:v>2.569249297470888E-2</c:v>
                </c:pt>
                <c:pt idx="364">
                  <c:v>2.5592131674026408E-2</c:v>
                </c:pt>
                <c:pt idx="365">
                  <c:v>2.569249297470888E-2</c:v>
                </c:pt>
                <c:pt idx="366">
                  <c:v>2.5843034925732589E-2</c:v>
                </c:pt>
                <c:pt idx="367">
                  <c:v>2.54415897230027E-2</c:v>
                </c:pt>
                <c:pt idx="368">
                  <c:v>2.5893215576073825E-2</c:v>
                </c:pt>
                <c:pt idx="369">
                  <c:v>2.6093938177438769E-2</c:v>
                </c:pt>
                <c:pt idx="370">
                  <c:v>2.5843034925732589E-2</c:v>
                </c:pt>
                <c:pt idx="371">
                  <c:v>2.5541951023685394E-2</c:v>
                </c:pt>
                <c:pt idx="372">
                  <c:v>2.5592131674026408E-2</c:v>
                </c:pt>
                <c:pt idx="373">
                  <c:v>2.5993576876756297E-2</c:v>
                </c:pt>
                <c:pt idx="374">
                  <c:v>2.5943396226415061E-2</c:v>
                </c:pt>
                <c:pt idx="375">
                  <c:v>2.634484142914495E-2</c:v>
                </c:pt>
                <c:pt idx="376">
                  <c:v>2.659574468085113E-2</c:v>
                </c:pt>
                <c:pt idx="377">
                  <c:v>2.6294660778803713E-2</c:v>
                </c:pt>
                <c:pt idx="378">
                  <c:v>2.5843034925732589E-2</c:v>
                </c:pt>
                <c:pt idx="379">
                  <c:v>2.5993576876756297E-2</c:v>
                </c:pt>
                <c:pt idx="380">
                  <c:v>2.669610598153338E-2</c:v>
                </c:pt>
                <c:pt idx="381">
                  <c:v>2.6947009233239783E-2</c:v>
                </c:pt>
                <c:pt idx="382">
                  <c:v>2.6896828582898324E-2</c:v>
                </c:pt>
                <c:pt idx="383">
                  <c:v>2.6997189883580797E-2</c:v>
                </c:pt>
                <c:pt idx="384">
                  <c:v>2.6796467282216074E-2</c:v>
                </c:pt>
                <c:pt idx="385">
                  <c:v>2.7097551184263269E-2</c:v>
                </c:pt>
                <c:pt idx="386">
                  <c:v>2.7699718988358102E-2</c:v>
                </c:pt>
                <c:pt idx="387">
                  <c:v>2.7749899638699338E-2</c:v>
                </c:pt>
                <c:pt idx="388">
                  <c:v>2.7498996386993158E-2</c:v>
                </c:pt>
                <c:pt idx="389">
                  <c:v>2.7649538338016866E-2</c:v>
                </c:pt>
                <c:pt idx="390">
                  <c:v>2.7800080289040574E-2</c:v>
                </c:pt>
                <c:pt idx="391">
                  <c:v>2.7498996386993158E-2</c:v>
                </c:pt>
                <c:pt idx="392">
                  <c:v>2.785026093938181E-2</c:v>
                </c:pt>
                <c:pt idx="393">
                  <c:v>2.7900441589723046E-2</c:v>
                </c:pt>
                <c:pt idx="394">
                  <c:v>2.759935768767563E-2</c:v>
                </c:pt>
                <c:pt idx="395">
                  <c:v>2.8050983540746754E-2</c:v>
                </c:pt>
                <c:pt idx="396">
                  <c:v>2.8301886792452713E-2</c:v>
                </c:pt>
                <c:pt idx="397">
                  <c:v>2.8703331995182602E-2</c:v>
                </c:pt>
                <c:pt idx="398">
                  <c:v>2.8753512645523838E-2</c:v>
                </c:pt>
                <c:pt idx="399">
                  <c:v>2.8602970694500129E-2</c:v>
                </c:pt>
                <c:pt idx="400">
                  <c:v>2.8251706142111477E-2</c:v>
                </c:pt>
                <c:pt idx="401">
                  <c:v>2.785026093938181E-2</c:v>
                </c:pt>
                <c:pt idx="402">
                  <c:v>2.7398635086310685E-2</c:v>
                </c:pt>
                <c:pt idx="403">
                  <c:v>2.7197912484945741E-2</c:v>
                </c:pt>
                <c:pt idx="404">
                  <c:v>2.7097551184263269E-2</c:v>
                </c:pt>
                <c:pt idx="405">
                  <c:v>2.7649538338016866E-2</c:v>
                </c:pt>
                <c:pt idx="406">
                  <c:v>2.7699718988358102E-2</c:v>
                </c:pt>
                <c:pt idx="407">
                  <c:v>2.785026093938181E-2</c:v>
                </c:pt>
                <c:pt idx="408">
                  <c:v>2.8000802890405518E-2</c:v>
                </c:pt>
                <c:pt idx="409">
                  <c:v>2.8352067442794171E-2</c:v>
                </c:pt>
                <c:pt idx="410">
                  <c:v>2.785026093938181E-2</c:v>
                </c:pt>
                <c:pt idx="411">
                  <c:v>2.8201525491770463E-2</c:v>
                </c:pt>
                <c:pt idx="412">
                  <c:v>2.8251706142111477E-2</c:v>
                </c:pt>
                <c:pt idx="413">
                  <c:v>2.7900441589723046E-2</c:v>
                </c:pt>
                <c:pt idx="414">
                  <c:v>2.759935768767563E-2</c:v>
                </c:pt>
                <c:pt idx="415">
                  <c:v>2.8352067442794171E-2</c:v>
                </c:pt>
                <c:pt idx="416">
                  <c:v>2.8050983540746754E-2</c:v>
                </c:pt>
                <c:pt idx="417">
                  <c:v>2.8301886792452713E-2</c:v>
                </c:pt>
                <c:pt idx="418">
                  <c:v>2.7649538338016866E-2</c:v>
                </c:pt>
                <c:pt idx="419">
                  <c:v>2.7950622240064282E-2</c:v>
                </c:pt>
                <c:pt idx="420">
                  <c:v>2.8101164191087991E-2</c:v>
                </c:pt>
                <c:pt idx="421">
                  <c:v>2.7749899638699338E-2</c:v>
                </c:pt>
                <c:pt idx="422">
                  <c:v>2.8050983540746754E-2</c:v>
                </c:pt>
                <c:pt idx="423">
                  <c:v>2.7298273785628213E-2</c:v>
                </c:pt>
                <c:pt idx="424">
                  <c:v>2.6746286631874838E-2</c:v>
                </c:pt>
                <c:pt idx="425">
                  <c:v>2.6495383380168658E-2</c:v>
                </c:pt>
                <c:pt idx="426">
                  <c:v>2.669610598153338E-2</c:v>
                </c:pt>
                <c:pt idx="427">
                  <c:v>2.6645925331192366E-2</c:v>
                </c:pt>
                <c:pt idx="428">
                  <c:v>2.634484142914495E-2</c:v>
                </c:pt>
                <c:pt idx="429">
                  <c:v>2.634484142914495E-2</c:v>
                </c:pt>
                <c:pt idx="430">
                  <c:v>2.669610598153338E-2</c:v>
                </c:pt>
                <c:pt idx="431">
                  <c:v>2.6746286631874838E-2</c:v>
                </c:pt>
                <c:pt idx="432">
                  <c:v>2.7047370533922033E-2</c:v>
                </c:pt>
                <c:pt idx="433">
                  <c:v>2.7298273785628213E-2</c:v>
                </c:pt>
                <c:pt idx="434">
                  <c:v>2.6796467282216074E-2</c:v>
                </c:pt>
                <c:pt idx="435">
                  <c:v>2.7398635086310685E-2</c:v>
                </c:pt>
                <c:pt idx="436">
                  <c:v>2.7248093135286977E-2</c:v>
                </c:pt>
                <c:pt idx="437">
                  <c:v>2.7549177037334394E-2</c:v>
                </c:pt>
                <c:pt idx="438">
                  <c:v>2.759935768767563E-2</c:v>
                </c:pt>
                <c:pt idx="439">
                  <c:v>2.7549177037334394E-2</c:v>
                </c:pt>
                <c:pt idx="440">
                  <c:v>2.7800080289040574E-2</c:v>
                </c:pt>
                <c:pt idx="441">
                  <c:v>2.7398635086310685E-2</c:v>
                </c:pt>
                <c:pt idx="442">
                  <c:v>2.7448815736651921E-2</c:v>
                </c:pt>
                <c:pt idx="443">
                  <c:v>2.7047370533922033E-2</c:v>
                </c:pt>
                <c:pt idx="444">
                  <c:v>2.7398635086310685E-2</c:v>
                </c:pt>
                <c:pt idx="445">
                  <c:v>2.7498996386993158E-2</c:v>
                </c:pt>
                <c:pt idx="446">
                  <c:v>2.7448815736651921E-2</c:v>
                </c:pt>
                <c:pt idx="447">
                  <c:v>2.7549177037334394E-2</c:v>
                </c:pt>
                <c:pt idx="448">
                  <c:v>2.7348454435969449E-2</c:v>
                </c:pt>
                <c:pt idx="449">
                  <c:v>2.7348454435969449E-2</c:v>
                </c:pt>
                <c:pt idx="450">
                  <c:v>2.659574468085113E-2</c:v>
                </c:pt>
                <c:pt idx="451">
                  <c:v>2.6144118827780005E-2</c:v>
                </c:pt>
                <c:pt idx="452">
                  <c:v>2.5893215576073825E-2</c:v>
                </c:pt>
                <c:pt idx="453">
                  <c:v>2.6144118827780005E-2</c:v>
                </c:pt>
                <c:pt idx="454">
                  <c:v>2.5742673625050116E-2</c:v>
                </c:pt>
                <c:pt idx="455">
                  <c:v>2.54415897230027E-2</c:v>
                </c:pt>
                <c:pt idx="456">
                  <c:v>2.569249297470888E-2</c:v>
                </c:pt>
                <c:pt idx="457">
                  <c:v>2.5291047771978992E-2</c:v>
                </c:pt>
                <c:pt idx="458">
                  <c:v>2.5592131674026408E-2</c:v>
                </c:pt>
                <c:pt idx="459">
                  <c:v>2.5391409072661686E-2</c:v>
                </c:pt>
                <c:pt idx="460">
                  <c:v>2.4839421918908089E-2</c:v>
                </c:pt>
                <c:pt idx="461">
                  <c:v>2.4739060618225617E-2</c:v>
                </c:pt>
                <c:pt idx="462">
                  <c:v>2.3584905660377409E-2</c:v>
                </c:pt>
                <c:pt idx="463">
                  <c:v>2.3434363709353701E-2</c:v>
                </c:pt>
                <c:pt idx="464">
                  <c:v>2.2882376555600104E-2</c:v>
                </c:pt>
                <c:pt idx="465">
                  <c:v>2.3233641107988756E-2</c:v>
                </c:pt>
                <c:pt idx="466">
                  <c:v>2.2982737856282576E-2</c:v>
                </c:pt>
                <c:pt idx="467">
                  <c:v>2.3133279807306284E-2</c:v>
                </c:pt>
                <c:pt idx="468">
                  <c:v>2.3534725010036173E-2</c:v>
                </c:pt>
                <c:pt idx="469">
                  <c:v>2.318346045764752E-2</c:v>
                </c:pt>
                <c:pt idx="470">
                  <c:v>2.3384183059012464E-2</c:v>
                </c:pt>
                <c:pt idx="471">
                  <c:v>2.3334002408671228E-2</c:v>
                </c:pt>
                <c:pt idx="472">
                  <c:v>2.2832195905259089E-2</c:v>
                </c:pt>
                <c:pt idx="473">
                  <c:v>2.3685266961059881E-2</c:v>
                </c:pt>
                <c:pt idx="474">
                  <c:v>2.3032918506623812E-2</c:v>
                </c:pt>
                <c:pt idx="475">
                  <c:v>2.3283821758329992E-2</c:v>
                </c:pt>
                <c:pt idx="476">
                  <c:v>2.2280208751505493E-2</c:v>
                </c:pt>
                <c:pt idx="477">
                  <c:v>2.2330389401846507E-2</c:v>
                </c:pt>
                <c:pt idx="478">
                  <c:v>2.1828582898434368E-2</c:v>
                </c:pt>
                <c:pt idx="479">
                  <c:v>2.1527498996386951E-2</c:v>
                </c:pt>
                <c:pt idx="480">
                  <c:v>2.1527498996386951E-2</c:v>
                </c:pt>
                <c:pt idx="481">
                  <c:v>2.102569249297459E-2</c:v>
                </c:pt>
                <c:pt idx="482">
                  <c:v>2.1075873143315826E-2</c:v>
                </c:pt>
                <c:pt idx="483">
                  <c:v>2.1126053793657285E-2</c:v>
                </c:pt>
                <c:pt idx="484">
                  <c:v>2.1276595744680993E-2</c:v>
                </c:pt>
                <c:pt idx="485">
                  <c:v>2.1427137695704479E-2</c:v>
                </c:pt>
                <c:pt idx="486">
                  <c:v>2.1427137695704479E-2</c:v>
                </c:pt>
                <c:pt idx="487">
                  <c:v>2.1527498996386951E-2</c:v>
                </c:pt>
                <c:pt idx="488">
                  <c:v>2.2179847450822798E-2</c:v>
                </c:pt>
                <c:pt idx="489">
                  <c:v>2.2330389401846507E-2</c:v>
                </c:pt>
                <c:pt idx="490">
                  <c:v>2.2330389401846507E-2</c:v>
                </c:pt>
                <c:pt idx="491">
                  <c:v>2.2531112003211673E-2</c:v>
                </c:pt>
                <c:pt idx="492">
                  <c:v>2.1678040947410659E-2</c:v>
                </c:pt>
                <c:pt idx="493">
                  <c:v>2.1627860297069423E-2</c:v>
                </c:pt>
                <c:pt idx="494">
                  <c:v>2.1126053793657285E-2</c:v>
                </c:pt>
                <c:pt idx="495">
                  <c:v>2.1427137695704479E-2</c:v>
                </c:pt>
                <c:pt idx="496">
                  <c:v>2.1326776395022007E-2</c:v>
                </c:pt>
                <c:pt idx="497">
                  <c:v>2.1527498996386951E-2</c:v>
                </c:pt>
                <c:pt idx="498">
                  <c:v>2.1979124849458076E-2</c:v>
                </c:pt>
                <c:pt idx="499">
                  <c:v>2.2280208751505493E-2</c:v>
                </c:pt>
                <c:pt idx="500">
                  <c:v>2.1678040947410659E-2</c:v>
                </c:pt>
                <c:pt idx="501">
                  <c:v>2.2079486150140548E-2</c:v>
                </c:pt>
                <c:pt idx="502">
                  <c:v>2.2029305499799312E-2</c:v>
                </c:pt>
                <c:pt idx="503">
                  <c:v>2.192894419911684E-2</c:v>
                </c:pt>
                <c:pt idx="504">
                  <c:v>2.192894419911684E-2</c:v>
                </c:pt>
                <c:pt idx="505">
                  <c:v>2.1778402248093132E-2</c:v>
                </c:pt>
                <c:pt idx="506">
                  <c:v>2.2380570052187965E-2</c:v>
                </c:pt>
                <c:pt idx="507">
                  <c:v>2.2129666800481784E-2</c:v>
                </c:pt>
                <c:pt idx="508">
                  <c:v>2.1878763548775604E-2</c:v>
                </c:pt>
                <c:pt idx="509">
                  <c:v>2.1778402248093132E-2</c:v>
                </c:pt>
                <c:pt idx="510">
                  <c:v>2.2079486150140548E-2</c:v>
                </c:pt>
                <c:pt idx="511">
                  <c:v>2.1427137695704479E-2</c:v>
                </c:pt>
                <c:pt idx="512">
                  <c:v>2.1728221597751896E-2</c:v>
                </c:pt>
                <c:pt idx="513">
                  <c:v>2.1376957045363243E-2</c:v>
                </c:pt>
                <c:pt idx="514">
                  <c:v>2.1276595744680993E-2</c:v>
                </c:pt>
                <c:pt idx="515">
                  <c:v>2.1527498996386951E-2</c:v>
                </c:pt>
                <c:pt idx="516">
                  <c:v>2.1728221597751896E-2</c:v>
                </c:pt>
                <c:pt idx="517">
                  <c:v>2.1527498996386951E-2</c:v>
                </c:pt>
                <c:pt idx="518">
                  <c:v>2.102569249297459E-2</c:v>
                </c:pt>
                <c:pt idx="519">
                  <c:v>2.1678040947410659E-2</c:v>
                </c:pt>
                <c:pt idx="520">
                  <c:v>2.1075873143315826E-2</c:v>
                </c:pt>
                <c:pt idx="521">
                  <c:v>2.1176234443998299E-2</c:v>
                </c:pt>
                <c:pt idx="522">
                  <c:v>2.067442794058616E-2</c:v>
                </c:pt>
                <c:pt idx="523">
                  <c:v>2.1075873143315826E-2</c:v>
                </c:pt>
                <c:pt idx="524">
                  <c:v>2.1075873143315826E-2</c:v>
                </c:pt>
                <c:pt idx="525">
                  <c:v>2.0875150541951104E-2</c:v>
                </c:pt>
                <c:pt idx="526">
                  <c:v>2.0724608590927396E-2</c:v>
                </c:pt>
                <c:pt idx="527">
                  <c:v>1.9871537535126604E-2</c:v>
                </c:pt>
                <c:pt idx="528">
                  <c:v>1.8717382577278174E-2</c:v>
                </c:pt>
                <c:pt idx="529">
                  <c:v>1.8667201926936938E-2</c:v>
                </c:pt>
                <c:pt idx="530">
                  <c:v>1.8617021276595702E-2</c:v>
                </c:pt>
                <c:pt idx="531">
                  <c:v>1.8416298675230758E-2</c:v>
                </c:pt>
                <c:pt idx="532">
                  <c:v>1.8014853472501091E-2</c:v>
                </c:pt>
                <c:pt idx="533">
                  <c:v>1.8315937374548508E-2</c:v>
                </c:pt>
                <c:pt idx="534">
                  <c:v>1.8918105178643119E-2</c:v>
                </c:pt>
                <c:pt idx="535">
                  <c:v>1.7964672822159855E-2</c:v>
                </c:pt>
                <c:pt idx="536">
                  <c:v>1.8416298675230758E-2</c:v>
                </c:pt>
                <c:pt idx="537">
                  <c:v>1.8667201926936938E-2</c:v>
                </c:pt>
                <c:pt idx="538">
                  <c:v>1.8667201926936938E-2</c:v>
                </c:pt>
                <c:pt idx="539">
                  <c:v>1.8416298675230758E-2</c:v>
                </c:pt>
                <c:pt idx="540">
                  <c:v>1.8867924528301883E-2</c:v>
                </c:pt>
                <c:pt idx="541">
                  <c:v>1.8115214773183341E-2</c:v>
                </c:pt>
                <c:pt idx="542">
                  <c:v>1.8115214773183341E-2</c:v>
                </c:pt>
                <c:pt idx="543">
                  <c:v>1.8115214773183341E-2</c:v>
                </c:pt>
                <c:pt idx="544">
                  <c:v>1.7312324367723786E-2</c:v>
                </c:pt>
                <c:pt idx="545">
                  <c:v>1.7914492171818619E-2</c:v>
                </c:pt>
                <c:pt idx="546">
                  <c:v>1.7713769570453675E-2</c:v>
                </c:pt>
                <c:pt idx="547">
                  <c:v>1.7713769570453675E-2</c:v>
                </c:pt>
                <c:pt idx="548">
                  <c:v>1.7914492171818619E-2</c:v>
                </c:pt>
                <c:pt idx="549">
                  <c:v>1.7412685668406258E-2</c:v>
                </c:pt>
                <c:pt idx="550">
                  <c:v>1.7763950220794911E-2</c:v>
                </c:pt>
                <c:pt idx="551">
                  <c:v>1.7814130871136147E-2</c:v>
                </c:pt>
                <c:pt idx="552">
                  <c:v>1.7763950220794911E-2</c:v>
                </c:pt>
                <c:pt idx="553">
                  <c:v>1.7763950220794911E-2</c:v>
                </c:pt>
                <c:pt idx="554">
                  <c:v>1.7663588920112439E-2</c:v>
                </c:pt>
                <c:pt idx="555">
                  <c:v>1.7412685668406258E-2</c:v>
                </c:pt>
                <c:pt idx="556">
                  <c:v>1.7763950220794911E-2</c:v>
                </c:pt>
                <c:pt idx="557">
                  <c:v>1.7462866318747494E-2</c:v>
                </c:pt>
                <c:pt idx="558">
                  <c:v>1.7462866318747494E-2</c:v>
                </c:pt>
                <c:pt idx="559">
                  <c:v>1.751304696908873E-2</c:v>
                </c:pt>
                <c:pt idx="560">
                  <c:v>1.7011240465676369E-2</c:v>
                </c:pt>
                <c:pt idx="561">
                  <c:v>1.7161782416700078E-2</c:v>
                </c:pt>
                <c:pt idx="562">
                  <c:v>1.6459253311922994E-2</c:v>
                </c:pt>
                <c:pt idx="563">
                  <c:v>1.600762745885187E-2</c:v>
                </c:pt>
                <c:pt idx="564">
                  <c:v>1.6659975913287717E-2</c:v>
                </c:pt>
                <c:pt idx="565">
                  <c:v>1.5907266158169397E-2</c:v>
                </c:pt>
                <c:pt idx="566">
                  <c:v>1.600762745885187E-2</c:v>
                </c:pt>
                <c:pt idx="567">
                  <c:v>1.5606182256121981E-2</c:v>
                </c:pt>
                <c:pt idx="568">
                  <c:v>1.6158169409875578E-2</c:v>
                </c:pt>
                <c:pt idx="569">
                  <c:v>1.5957446808510634E-2</c:v>
                </c:pt>
                <c:pt idx="570">
                  <c:v>1.6208350060216814E-2</c:v>
                </c:pt>
                <c:pt idx="571">
                  <c:v>1.5806904857486925E-2</c:v>
                </c:pt>
                <c:pt idx="572">
                  <c:v>1.5656362906463217E-2</c:v>
                </c:pt>
                <c:pt idx="573">
                  <c:v>1.600762745885187E-2</c:v>
                </c:pt>
                <c:pt idx="574">
                  <c:v>1.6158169409875578E-2</c:v>
                </c:pt>
                <c:pt idx="575">
                  <c:v>1.6208350060216814E-2</c:v>
                </c:pt>
                <c:pt idx="576">
                  <c:v>1.6559614612605467E-2</c:v>
                </c:pt>
                <c:pt idx="577">
                  <c:v>1.7814130871136147E-2</c:v>
                </c:pt>
                <c:pt idx="578">
                  <c:v>1.751304696908873E-2</c:v>
                </c:pt>
                <c:pt idx="579">
                  <c:v>1.7713769570453675E-2</c:v>
                </c:pt>
                <c:pt idx="580">
                  <c:v>1.7763950220794911E-2</c:v>
                </c:pt>
                <c:pt idx="581">
                  <c:v>1.8366118024889522E-2</c:v>
                </c:pt>
                <c:pt idx="582">
                  <c:v>1.8817743877960647E-2</c:v>
                </c:pt>
                <c:pt idx="583">
                  <c:v>1.8667201926936938E-2</c:v>
                </c:pt>
                <c:pt idx="584">
                  <c:v>1.9319550381373007E-2</c:v>
                </c:pt>
                <c:pt idx="585">
                  <c:v>1.941991168205548E-2</c:v>
                </c:pt>
                <c:pt idx="586">
                  <c:v>2.0022079486150091E-2</c:v>
                </c:pt>
                <c:pt idx="587">
                  <c:v>1.941991168205548E-2</c:v>
                </c:pt>
                <c:pt idx="588">
                  <c:v>1.9470092332396716E-2</c:v>
                </c:pt>
                <c:pt idx="589">
                  <c:v>1.9470092332396716E-2</c:v>
                </c:pt>
                <c:pt idx="590">
                  <c:v>1.9470092332396716E-2</c:v>
                </c:pt>
                <c:pt idx="591">
                  <c:v>1.9470092332396716E-2</c:v>
                </c:pt>
                <c:pt idx="592">
                  <c:v>1.9971898835808854E-2</c:v>
                </c:pt>
                <c:pt idx="593">
                  <c:v>2.0172621437173799E-2</c:v>
                </c:pt>
                <c:pt idx="594">
                  <c:v>1.9921718185467618E-2</c:v>
                </c:pt>
                <c:pt idx="595">
                  <c:v>1.9720995584102896E-2</c:v>
                </c:pt>
                <c:pt idx="596">
                  <c:v>1.9219189080690535E-2</c:v>
                </c:pt>
                <c:pt idx="597">
                  <c:v>1.9169008430349299E-2</c:v>
                </c:pt>
                <c:pt idx="598">
                  <c:v>1.9620634283420202E-2</c:v>
                </c:pt>
                <c:pt idx="599">
                  <c:v>1.9921718185467618E-2</c:v>
                </c:pt>
                <c:pt idx="600">
                  <c:v>1.9821356884785146E-2</c:v>
                </c:pt>
                <c:pt idx="601">
                  <c:v>2.0022079486150091E-2</c:v>
                </c:pt>
                <c:pt idx="602">
                  <c:v>1.9570453633079188E-2</c:v>
                </c:pt>
                <c:pt idx="603">
                  <c:v>2.0122440786832563E-2</c:v>
                </c:pt>
                <c:pt idx="604">
                  <c:v>2.0574066639903688E-2</c:v>
                </c:pt>
                <c:pt idx="605">
                  <c:v>2.0724608590927396E-2</c:v>
                </c:pt>
                <c:pt idx="606">
                  <c:v>2.1427137695704479E-2</c:v>
                </c:pt>
                <c:pt idx="607">
                  <c:v>2.2079486150140548E-2</c:v>
                </c:pt>
                <c:pt idx="608">
                  <c:v>2.2430750702529201E-2</c:v>
                </c:pt>
                <c:pt idx="609">
                  <c:v>2.2731834604576395E-2</c:v>
                </c:pt>
                <c:pt idx="610">
                  <c:v>2.2531112003211673E-2</c:v>
                </c:pt>
                <c:pt idx="611">
                  <c:v>2.3032918506623812E-2</c:v>
                </c:pt>
                <c:pt idx="612">
                  <c:v>2.3484544359694937E-2</c:v>
                </c:pt>
                <c:pt idx="613">
                  <c:v>2.3635086310718645E-2</c:v>
                </c:pt>
                <c:pt idx="614">
                  <c:v>2.3434363709353701E-2</c:v>
                </c:pt>
                <c:pt idx="615">
                  <c:v>2.2982737856282576E-2</c:v>
                </c:pt>
                <c:pt idx="616">
                  <c:v>2.2731834604576395E-2</c:v>
                </c:pt>
                <c:pt idx="617">
                  <c:v>2.2681653954235381E-2</c:v>
                </c:pt>
                <c:pt idx="618">
                  <c:v>2.2531112003211673E-2</c:v>
                </c:pt>
                <c:pt idx="619">
                  <c:v>2.2782015254917631E-2</c:v>
                </c:pt>
                <c:pt idx="620">
                  <c:v>2.2681653954235381E-2</c:v>
                </c:pt>
                <c:pt idx="621">
                  <c:v>2.3032918506623812E-2</c:v>
                </c:pt>
                <c:pt idx="622">
                  <c:v>2.2832195905259089E-2</c:v>
                </c:pt>
                <c:pt idx="623">
                  <c:v>2.3233641107988756E-2</c:v>
                </c:pt>
                <c:pt idx="624">
                  <c:v>2.3233641107988756E-2</c:v>
                </c:pt>
                <c:pt idx="625">
                  <c:v>2.2982737856282576E-2</c:v>
                </c:pt>
                <c:pt idx="626">
                  <c:v>2.3384183059012464E-2</c:v>
                </c:pt>
                <c:pt idx="627">
                  <c:v>2.2782015254917631E-2</c:v>
                </c:pt>
                <c:pt idx="628">
                  <c:v>2.2882376555600104E-2</c:v>
                </c:pt>
                <c:pt idx="629">
                  <c:v>2.2882376555600104E-2</c:v>
                </c:pt>
                <c:pt idx="630">
                  <c:v>2.3133279807306284E-2</c:v>
                </c:pt>
                <c:pt idx="631">
                  <c:v>2.3233641107988756E-2</c:v>
                </c:pt>
                <c:pt idx="632">
                  <c:v>2.3083099156965048E-2</c:v>
                </c:pt>
                <c:pt idx="633">
                  <c:v>2.2280208751505493E-2</c:v>
                </c:pt>
                <c:pt idx="634">
                  <c:v>2.1979124849458076E-2</c:v>
                </c:pt>
                <c:pt idx="635">
                  <c:v>2.2230028101164256E-2</c:v>
                </c:pt>
                <c:pt idx="636">
                  <c:v>2.2280208751505493E-2</c:v>
                </c:pt>
                <c:pt idx="637">
                  <c:v>2.2480931352870215E-2</c:v>
                </c:pt>
                <c:pt idx="638">
                  <c:v>2.2782015254917631E-2</c:v>
                </c:pt>
                <c:pt idx="639">
                  <c:v>2.2531112003211673E-2</c:v>
                </c:pt>
                <c:pt idx="640">
                  <c:v>2.2531112003211673E-2</c:v>
                </c:pt>
                <c:pt idx="641">
                  <c:v>2.2731834604576395E-2</c:v>
                </c:pt>
                <c:pt idx="642">
                  <c:v>2.2430750702529201E-2</c:v>
                </c:pt>
                <c:pt idx="643">
                  <c:v>2.2581292653552687E-2</c:v>
                </c:pt>
                <c:pt idx="644">
                  <c:v>2.3484544359694937E-2</c:v>
                </c:pt>
                <c:pt idx="645">
                  <c:v>2.4237254114813478E-2</c:v>
                </c:pt>
                <c:pt idx="646">
                  <c:v>2.3986350863107297E-2</c:v>
                </c:pt>
                <c:pt idx="647">
                  <c:v>2.418707346447202E-2</c:v>
                </c:pt>
                <c:pt idx="648">
                  <c:v>2.4588518667201908E-2</c:v>
                </c:pt>
                <c:pt idx="649">
                  <c:v>2.4337615415495728E-2</c:v>
                </c:pt>
                <c:pt idx="650">
                  <c:v>2.4387796065836964E-2</c:v>
                </c:pt>
                <c:pt idx="651">
                  <c:v>2.4538338016860672E-2</c:v>
                </c:pt>
                <c:pt idx="652">
                  <c:v>2.3986350863107297E-2</c:v>
                </c:pt>
                <c:pt idx="653">
                  <c:v>2.5140505820955283E-2</c:v>
                </c:pt>
                <c:pt idx="654">
                  <c:v>2.4889602569249325E-2</c:v>
                </c:pt>
                <c:pt idx="655">
                  <c:v>2.4337615415495728E-2</c:v>
                </c:pt>
                <c:pt idx="656">
                  <c:v>2.5040144520273033E-2</c:v>
                </c:pt>
                <c:pt idx="657">
                  <c:v>2.3785628261742353E-2</c:v>
                </c:pt>
                <c:pt idx="658">
                  <c:v>2.4387796065836964E-2</c:v>
                </c:pt>
                <c:pt idx="659">
                  <c:v>2.44379767161782E-2</c:v>
                </c:pt>
                <c:pt idx="660">
                  <c:v>2.4538338016860672E-2</c:v>
                </c:pt>
                <c:pt idx="661">
                  <c:v>2.44379767161782E-2</c:v>
                </c:pt>
                <c:pt idx="662">
                  <c:v>2.3885989562424603E-2</c:v>
                </c:pt>
                <c:pt idx="663">
                  <c:v>2.408671216378977E-2</c:v>
                </c:pt>
                <c:pt idx="664">
                  <c:v>2.4387796065836964E-2</c:v>
                </c:pt>
                <c:pt idx="665">
                  <c:v>2.4387796065836964E-2</c:v>
                </c:pt>
                <c:pt idx="666">
                  <c:v>2.4488157366519436E-2</c:v>
                </c:pt>
                <c:pt idx="667">
                  <c:v>2.4839421918908089E-2</c:v>
                </c:pt>
                <c:pt idx="668">
                  <c:v>2.5642312324367644E-2</c:v>
                </c:pt>
                <c:pt idx="669">
                  <c:v>2.5541951023685394E-2</c:v>
                </c:pt>
                <c:pt idx="670">
                  <c:v>2.5993576876756297E-2</c:v>
                </c:pt>
                <c:pt idx="671">
                  <c:v>2.6194299478121241E-2</c:v>
                </c:pt>
                <c:pt idx="672">
                  <c:v>2.6796467282216074E-2</c:v>
                </c:pt>
                <c:pt idx="673">
                  <c:v>2.6796467282216074E-2</c:v>
                </c:pt>
                <c:pt idx="674">
                  <c:v>2.7147731834604505E-2</c:v>
                </c:pt>
                <c:pt idx="675">
                  <c:v>2.7197912484945741E-2</c:v>
                </c:pt>
                <c:pt idx="676">
                  <c:v>2.7097551184263269E-2</c:v>
                </c:pt>
                <c:pt idx="677">
                  <c:v>2.6997189883580797E-2</c:v>
                </c:pt>
                <c:pt idx="678">
                  <c:v>2.6846647932557088E-2</c:v>
                </c:pt>
                <c:pt idx="679">
                  <c:v>2.6294660778803713E-2</c:v>
                </c:pt>
                <c:pt idx="680">
                  <c:v>2.6846647932557088E-2</c:v>
                </c:pt>
                <c:pt idx="681">
                  <c:v>2.6947009233239783E-2</c:v>
                </c:pt>
                <c:pt idx="682">
                  <c:v>2.634484142914495E-2</c:v>
                </c:pt>
                <c:pt idx="683">
                  <c:v>2.7398635086310685E-2</c:v>
                </c:pt>
                <c:pt idx="684">
                  <c:v>2.6796467282216074E-2</c:v>
                </c:pt>
                <c:pt idx="685">
                  <c:v>2.7398635086310685E-2</c:v>
                </c:pt>
                <c:pt idx="686">
                  <c:v>2.7448815736651921E-2</c:v>
                </c:pt>
                <c:pt idx="687">
                  <c:v>2.7448815736651921E-2</c:v>
                </c:pt>
                <c:pt idx="688">
                  <c:v>2.7398635086310685E-2</c:v>
                </c:pt>
                <c:pt idx="689">
                  <c:v>2.6796467282216074E-2</c:v>
                </c:pt>
                <c:pt idx="690">
                  <c:v>2.6846647932557088E-2</c:v>
                </c:pt>
                <c:pt idx="691">
                  <c:v>2.5893215576073825E-2</c:v>
                </c:pt>
                <c:pt idx="692">
                  <c:v>2.6244480128462477E-2</c:v>
                </c:pt>
                <c:pt idx="693">
                  <c:v>2.5893215576073825E-2</c:v>
                </c:pt>
                <c:pt idx="694">
                  <c:v>2.5541951023685394E-2</c:v>
                </c:pt>
                <c:pt idx="695">
                  <c:v>2.5642312324367644E-2</c:v>
                </c:pt>
                <c:pt idx="696">
                  <c:v>2.5642312324367644E-2</c:v>
                </c:pt>
                <c:pt idx="697">
                  <c:v>2.5140505820955283E-2</c:v>
                </c:pt>
                <c:pt idx="698">
                  <c:v>2.6294660778803713E-2</c:v>
                </c:pt>
                <c:pt idx="699">
                  <c:v>2.6294660778803713E-2</c:v>
                </c:pt>
                <c:pt idx="700">
                  <c:v>2.5792854275391353E-2</c:v>
                </c:pt>
                <c:pt idx="701">
                  <c:v>2.5893215576073825E-2</c:v>
                </c:pt>
                <c:pt idx="702">
                  <c:v>2.5642312324367644E-2</c:v>
                </c:pt>
                <c:pt idx="703">
                  <c:v>2.5993576876756297E-2</c:v>
                </c:pt>
                <c:pt idx="704">
                  <c:v>2.6244480128462477E-2</c:v>
                </c:pt>
                <c:pt idx="705">
                  <c:v>2.6545564030509894E-2</c:v>
                </c:pt>
                <c:pt idx="706">
                  <c:v>2.6545564030509894E-2</c:v>
                </c:pt>
                <c:pt idx="707">
                  <c:v>2.669610598153338E-2</c:v>
                </c:pt>
                <c:pt idx="708">
                  <c:v>2.6846647932557088E-2</c:v>
                </c:pt>
                <c:pt idx="709">
                  <c:v>2.6846647932557088E-2</c:v>
                </c:pt>
                <c:pt idx="710">
                  <c:v>2.7097551184263269E-2</c:v>
                </c:pt>
                <c:pt idx="711">
                  <c:v>2.7248093135286977E-2</c:v>
                </c:pt>
                <c:pt idx="712">
                  <c:v>2.7699718988358102E-2</c:v>
                </c:pt>
                <c:pt idx="713">
                  <c:v>2.7398635086310685E-2</c:v>
                </c:pt>
                <c:pt idx="714">
                  <c:v>2.7950622240064282E-2</c:v>
                </c:pt>
                <c:pt idx="715">
                  <c:v>2.8703331995182602E-2</c:v>
                </c:pt>
                <c:pt idx="716">
                  <c:v>2.8452428743476421E-2</c:v>
                </c:pt>
                <c:pt idx="717">
                  <c:v>2.8904054596547546E-2</c:v>
                </c:pt>
                <c:pt idx="718">
                  <c:v>2.9004415897230018E-2</c:v>
                </c:pt>
                <c:pt idx="719">
                  <c:v>2.9305499799277435E-2</c:v>
                </c:pt>
                <c:pt idx="720">
                  <c:v>2.9405861099959685E-2</c:v>
                </c:pt>
                <c:pt idx="721">
                  <c:v>2.9154957848253726E-2</c:v>
                </c:pt>
                <c:pt idx="722">
                  <c:v>2.9154957848253726E-2</c:v>
                </c:pt>
                <c:pt idx="723">
                  <c:v>2.8352067442794171E-2</c:v>
                </c:pt>
                <c:pt idx="724">
                  <c:v>2.8352067442794171E-2</c:v>
                </c:pt>
                <c:pt idx="725">
                  <c:v>2.8251706142111477E-2</c:v>
                </c:pt>
                <c:pt idx="726">
                  <c:v>2.8452428743476421E-2</c:v>
                </c:pt>
                <c:pt idx="727">
                  <c:v>2.8301886792452713E-2</c:v>
                </c:pt>
                <c:pt idx="728">
                  <c:v>2.8251706142111477E-2</c:v>
                </c:pt>
                <c:pt idx="729">
                  <c:v>2.8050983540746754E-2</c:v>
                </c:pt>
                <c:pt idx="730">
                  <c:v>2.8301886792452713E-2</c:v>
                </c:pt>
                <c:pt idx="731">
                  <c:v>2.7749899638699338E-2</c:v>
                </c:pt>
                <c:pt idx="732">
                  <c:v>2.8201525491770463E-2</c:v>
                </c:pt>
                <c:pt idx="733">
                  <c:v>2.8352067442794171E-2</c:v>
                </c:pt>
                <c:pt idx="734">
                  <c:v>2.7950622240064282E-2</c:v>
                </c:pt>
                <c:pt idx="735">
                  <c:v>2.8101164191087991E-2</c:v>
                </c:pt>
                <c:pt idx="736">
                  <c:v>2.8402248093135185E-2</c:v>
                </c:pt>
                <c:pt idx="737">
                  <c:v>2.8151344841429005E-2</c:v>
                </c:pt>
                <c:pt idx="738">
                  <c:v>2.9154957848253726E-2</c:v>
                </c:pt>
                <c:pt idx="739">
                  <c:v>2.9004415897230018E-2</c:v>
                </c:pt>
                <c:pt idx="740">
                  <c:v>2.8904054596547546E-2</c:v>
                </c:pt>
                <c:pt idx="741">
                  <c:v>2.9405861099959685E-2</c:v>
                </c:pt>
                <c:pt idx="742">
                  <c:v>2.9255319148936199E-2</c:v>
                </c:pt>
                <c:pt idx="743">
                  <c:v>2.8050983540746754E-2</c:v>
                </c:pt>
                <c:pt idx="744">
                  <c:v>2.785026093938181E-2</c:v>
                </c:pt>
                <c:pt idx="745">
                  <c:v>2.7649538338016866E-2</c:v>
                </c:pt>
                <c:pt idx="746">
                  <c:v>2.7549177037334394E-2</c:v>
                </c:pt>
                <c:pt idx="747">
                  <c:v>2.7649538338016866E-2</c:v>
                </c:pt>
                <c:pt idx="748">
                  <c:v>2.7649538338016866E-2</c:v>
                </c:pt>
                <c:pt idx="749">
                  <c:v>2.7498996386993158E-2</c:v>
                </c:pt>
                <c:pt idx="750">
                  <c:v>2.7047370533922033E-2</c:v>
                </c:pt>
                <c:pt idx="751">
                  <c:v>2.5993576876756297E-2</c:v>
                </c:pt>
                <c:pt idx="752">
                  <c:v>2.4889602569249325E-2</c:v>
                </c:pt>
                <c:pt idx="753">
                  <c:v>2.4739060618225617E-2</c:v>
                </c:pt>
                <c:pt idx="754">
                  <c:v>2.4488157366519436E-2</c:v>
                </c:pt>
                <c:pt idx="755">
                  <c:v>2.4588518667201908E-2</c:v>
                </c:pt>
                <c:pt idx="756">
                  <c:v>2.4488157366519436E-2</c:v>
                </c:pt>
                <c:pt idx="757">
                  <c:v>2.4337615415495728E-2</c:v>
                </c:pt>
                <c:pt idx="758">
                  <c:v>2.408671216378977E-2</c:v>
                </c:pt>
                <c:pt idx="759">
                  <c:v>2.4889602569249325E-2</c:v>
                </c:pt>
                <c:pt idx="760">
                  <c:v>2.5240867121637978E-2</c:v>
                </c:pt>
                <c:pt idx="761">
                  <c:v>2.5090325170614269E-2</c:v>
                </c:pt>
                <c:pt idx="762">
                  <c:v>2.5742673625050116E-2</c:v>
                </c:pt>
                <c:pt idx="763">
                  <c:v>2.54415897230027E-2</c:v>
                </c:pt>
                <c:pt idx="764">
                  <c:v>2.54415897230027E-2</c:v>
                </c:pt>
                <c:pt idx="765">
                  <c:v>2.569249297470888E-2</c:v>
                </c:pt>
                <c:pt idx="766">
                  <c:v>2.5541951023685394E-2</c:v>
                </c:pt>
                <c:pt idx="767">
                  <c:v>2.5642312324367644E-2</c:v>
                </c:pt>
                <c:pt idx="768">
                  <c:v>2.534122842232045E-2</c:v>
                </c:pt>
                <c:pt idx="769">
                  <c:v>2.5040144520273033E-2</c:v>
                </c:pt>
                <c:pt idx="770">
                  <c:v>2.534122842232045E-2</c:v>
                </c:pt>
                <c:pt idx="771">
                  <c:v>2.5491770373344158E-2</c:v>
                </c:pt>
                <c:pt idx="772">
                  <c:v>2.5040144520273033E-2</c:v>
                </c:pt>
                <c:pt idx="773">
                  <c:v>2.5541951023685394E-2</c:v>
                </c:pt>
                <c:pt idx="774">
                  <c:v>2.5592131674026408E-2</c:v>
                </c:pt>
                <c:pt idx="775">
                  <c:v>2.5592131674026408E-2</c:v>
                </c:pt>
                <c:pt idx="776">
                  <c:v>2.569249297470888E-2</c:v>
                </c:pt>
                <c:pt idx="777">
                  <c:v>2.5893215576073825E-2</c:v>
                </c:pt>
                <c:pt idx="778">
                  <c:v>2.6093938177438769E-2</c:v>
                </c:pt>
                <c:pt idx="779">
                  <c:v>2.5943396226415061E-2</c:v>
                </c:pt>
                <c:pt idx="780">
                  <c:v>2.5792854275391353E-2</c:v>
                </c:pt>
                <c:pt idx="781">
                  <c:v>2.6395022079486186E-2</c:v>
                </c:pt>
                <c:pt idx="782">
                  <c:v>2.6495383380168658E-2</c:v>
                </c:pt>
                <c:pt idx="783">
                  <c:v>2.7197912484945741E-2</c:v>
                </c:pt>
                <c:pt idx="784">
                  <c:v>2.7398635086310685E-2</c:v>
                </c:pt>
                <c:pt idx="785">
                  <c:v>2.7298273785628213E-2</c:v>
                </c:pt>
                <c:pt idx="786">
                  <c:v>2.7197912484945741E-2</c:v>
                </c:pt>
                <c:pt idx="787">
                  <c:v>2.7348454435969449E-2</c:v>
                </c:pt>
                <c:pt idx="788">
                  <c:v>2.7498996386993158E-2</c:v>
                </c:pt>
                <c:pt idx="789">
                  <c:v>2.7448815736651921E-2</c:v>
                </c:pt>
                <c:pt idx="790">
                  <c:v>2.7448815736651921E-2</c:v>
                </c:pt>
                <c:pt idx="791">
                  <c:v>2.6997189883580797E-2</c:v>
                </c:pt>
                <c:pt idx="792">
                  <c:v>2.7398635086310685E-2</c:v>
                </c:pt>
                <c:pt idx="793">
                  <c:v>2.7047370533922033E-2</c:v>
                </c:pt>
                <c:pt idx="794">
                  <c:v>2.7147731834604505E-2</c:v>
                </c:pt>
                <c:pt idx="795">
                  <c:v>2.7248093135286977E-2</c:v>
                </c:pt>
                <c:pt idx="796">
                  <c:v>2.7248093135286977E-2</c:v>
                </c:pt>
                <c:pt idx="797">
                  <c:v>2.7248093135286977E-2</c:v>
                </c:pt>
                <c:pt idx="798">
                  <c:v>2.6043757527097533E-2</c:v>
                </c:pt>
                <c:pt idx="799">
                  <c:v>2.569249297470888E-2</c:v>
                </c:pt>
                <c:pt idx="800">
                  <c:v>2.5291047771978992E-2</c:v>
                </c:pt>
                <c:pt idx="801">
                  <c:v>2.4989963869931797E-2</c:v>
                </c:pt>
                <c:pt idx="802">
                  <c:v>2.5090325170614269E-2</c:v>
                </c:pt>
                <c:pt idx="803">
                  <c:v>2.4538338016860672E-2</c:v>
                </c:pt>
                <c:pt idx="804">
                  <c:v>2.534122842232045E-2</c:v>
                </c:pt>
                <c:pt idx="805">
                  <c:v>2.5491770373344158E-2</c:v>
                </c:pt>
                <c:pt idx="806">
                  <c:v>2.5391409072661686E-2</c:v>
                </c:pt>
                <c:pt idx="807">
                  <c:v>2.4889602569249325E-2</c:v>
                </c:pt>
                <c:pt idx="808">
                  <c:v>2.5190686471296742E-2</c:v>
                </c:pt>
                <c:pt idx="809">
                  <c:v>2.534122842232045E-2</c:v>
                </c:pt>
                <c:pt idx="810">
                  <c:v>2.5592131674026408E-2</c:v>
                </c:pt>
                <c:pt idx="811">
                  <c:v>2.5943396226415061E-2</c:v>
                </c:pt>
                <c:pt idx="812">
                  <c:v>2.5843034925732589E-2</c:v>
                </c:pt>
                <c:pt idx="813">
                  <c:v>2.5491770373344158E-2</c:v>
                </c:pt>
                <c:pt idx="814">
                  <c:v>2.5893215576073825E-2</c:v>
                </c:pt>
                <c:pt idx="815">
                  <c:v>2.5893215576073825E-2</c:v>
                </c:pt>
                <c:pt idx="816">
                  <c:v>2.5642312324367644E-2</c:v>
                </c:pt>
                <c:pt idx="817">
                  <c:v>2.5491770373344158E-2</c:v>
                </c:pt>
                <c:pt idx="818">
                  <c:v>2.534122842232045E-2</c:v>
                </c:pt>
                <c:pt idx="819">
                  <c:v>2.534122842232045E-2</c:v>
                </c:pt>
                <c:pt idx="820">
                  <c:v>2.6093938177438769E-2</c:v>
                </c:pt>
                <c:pt idx="821">
                  <c:v>2.6043757527097533E-2</c:v>
                </c:pt>
                <c:pt idx="822">
                  <c:v>2.5742673625050116E-2</c:v>
                </c:pt>
                <c:pt idx="823">
                  <c:v>2.5893215576073825E-2</c:v>
                </c:pt>
                <c:pt idx="824">
                  <c:v>2.5592131674026408E-2</c:v>
                </c:pt>
                <c:pt idx="825">
                  <c:v>2.4839421918908089E-2</c:v>
                </c:pt>
                <c:pt idx="826">
                  <c:v>2.4989963869931797E-2</c:v>
                </c:pt>
                <c:pt idx="827">
                  <c:v>2.5140505820955283E-2</c:v>
                </c:pt>
                <c:pt idx="828">
                  <c:v>2.4488157366519436E-2</c:v>
                </c:pt>
                <c:pt idx="829">
                  <c:v>2.3534725010036173E-2</c:v>
                </c:pt>
                <c:pt idx="830">
                  <c:v>2.3283821758329992E-2</c:v>
                </c:pt>
                <c:pt idx="831">
                  <c:v>2.2531112003211673E-2</c:v>
                </c:pt>
                <c:pt idx="832">
                  <c:v>2.2681653954235381E-2</c:v>
                </c:pt>
                <c:pt idx="833">
                  <c:v>2.3133279807306284E-2</c:v>
                </c:pt>
                <c:pt idx="834">
                  <c:v>2.3133279807306284E-2</c:v>
                </c:pt>
                <c:pt idx="835">
                  <c:v>2.2832195905259089E-2</c:v>
                </c:pt>
                <c:pt idx="836">
                  <c:v>2.2782015254917631E-2</c:v>
                </c:pt>
                <c:pt idx="837">
                  <c:v>2.3083099156965048E-2</c:v>
                </c:pt>
                <c:pt idx="838">
                  <c:v>2.2581292653552687E-2</c:v>
                </c:pt>
                <c:pt idx="839">
                  <c:v>2.2230028101164256E-2</c:v>
                </c:pt>
                <c:pt idx="840">
                  <c:v>2.1627860297069423E-2</c:v>
                </c:pt>
                <c:pt idx="841">
                  <c:v>2.1828582898434368E-2</c:v>
                </c:pt>
                <c:pt idx="842">
                  <c:v>2.2380570052187965E-2</c:v>
                </c:pt>
                <c:pt idx="843">
                  <c:v>2.2531112003211673E-2</c:v>
                </c:pt>
                <c:pt idx="844">
                  <c:v>2.2982737856282576E-2</c:v>
                </c:pt>
                <c:pt idx="845">
                  <c:v>2.2731834604576395E-2</c:v>
                </c:pt>
                <c:pt idx="846">
                  <c:v>2.2631473303893923E-2</c:v>
                </c:pt>
                <c:pt idx="847">
                  <c:v>2.293255720594134E-2</c:v>
                </c:pt>
                <c:pt idx="848">
                  <c:v>2.2832195905259089E-2</c:v>
                </c:pt>
                <c:pt idx="849">
                  <c:v>2.2882376555600104E-2</c:v>
                </c:pt>
                <c:pt idx="850">
                  <c:v>2.2882376555600104E-2</c:v>
                </c:pt>
                <c:pt idx="851">
                  <c:v>2.293255720594134E-2</c:v>
                </c:pt>
                <c:pt idx="852">
                  <c:v>2.2982737856282576E-2</c:v>
                </c:pt>
                <c:pt idx="853">
                  <c:v>2.2480931352870215E-2</c:v>
                </c:pt>
                <c:pt idx="854">
                  <c:v>2.2782015254917631E-2</c:v>
                </c:pt>
                <c:pt idx="855">
                  <c:v>2.2731834604576395E-2</c:v>
                </c:pt>
                <c:pt idx="856">
                  <c:v>2.2982737856282576E-2</c:v>
                </c:pt>
                <c:pt idx="857">
                  <c:v>2.293255720594134E-2</c:v>
                </c:pt>
                <c:pt idx="858">
                  <c:v>2.3133279807306284E-2</c:v>
                </c:pt>
                <c:pt idx="859">
                  <c:v>2.3283821758329992E-2</c:v>
                </c:pt>
                <c:pt idx="860">
                  <c:v>2.3384183059012464E-2</c:v>
                </c:pt>
                <c:pt idx="861">
                  <c:v>2.3032918506623812E-2</c:v>
                </c:pt>
                <c:pt idx="862">
                  <c:v>2.2531112003211673E-2</c:v>
                </c:pt>
                <c:pt idx="863">
                  <c:v>2.2832195905259089E-2</c:v>
                </c:pt>
                <c:pt idx="864">
                  <c:v>2.2179847450822798E-2</c:v>
                </c:pt>
                <c:pt idx="865">
                  <c:v>2.2681653954235381E-2</c:v>
                </c:pt>
                <c:pt idx="866">
                  <c:v>2.2832195905259089E-2</c:v>
                </c:pt>
                <c:pt idx="867">
                  <c:v>2.2631473303893923E-2</c:v>
                </c:pt>
                <c:pt idx="868">
                  <c:v>2.2179847450822798E-2</c:v>
                </c:pt>
                <c:pt idx="869">
                  <c:v>2.2280208751505493E-2</c:v>
                </c:pt>
                <c:pt idx="870">
                  <c:v>2.1979124849458076E-2</c:v>
                </c:pt>
                <c:pt idx="871">
                  <c:v>2.2380570052187965E-2</c:v>
                </c:pt>
                <c:pt idx="872">
                  <c:v>2.2129666800481784E-2</c:v>
                </c:pt>
                <c:pt idx="873">
                  <c:v>2.1878763548775604E-2</c:v>
                </c:pt>
                <c:pt idx="874">
                  <c:v>2.2230028101164256E-2</c:v>
                </c:pt>
                <c:pt idx="875">
                  <c:v>2.2631473303893923E-2</c:v>
                </c:pt>
                <c:pt idx="876">
                  <c:v>2.1979124849458076E-2</c:v>
                </c:pt>
                <c:pt idx="877">
                  <c:v>2.1577679646728187E-2</c:v>
                </c:pt>
                <c:pt idx="878">
                  <c:v>2.1728221597751896E-2</c:v>
                </c:pt>
                <c:pt idx="879">
                  <c:v>2.2179847450822798E-2</c:v>
                </c:pt>
                <c:pt idx="880">
                  <c:v>2.2230028101164256E-2</c:v>
                </c:pt>
                <c:pt idx="881">
                  <c:v>2.2179847450822798E-2</c:v>
                </c:pt>
                <c:pt idx="882">
                  <c:v>2.2380570052187965E-2</c:v>
                </c:pt>
                <c:pt idx="883">
                  <c:v>2.2430750702529201E-2</c:v>
                </c:pt>
                <c:pt idx="884">
                  <c:v>2.2330389401846507E-2</c:v>
                </c:pt>
                <c:pt idx="885">
                  <c:v>2.2380570052187965E-2</c:v>
                </c:pt>
                <c:pt idx="886">
                  <c:v>2.3434363709353701E-2</c:v>
                </c:pt>
                <c:pt idx="887">
                  <c:v>2.2581292653552687E-2</c:v>
                </c:pt>
                <c:pt idx="888">
                  <c:v>2.2731834604576395E-2</c:v>
                </c:pt>
                <c:pt idx="889">
                  <c:v>2.3233641107988756E-2</c:v>
                </c:pt>
                <c:pt idx="890">
                  <c:v>2.2731834604576395E-2</c:v>
                </c:pt>
                <c:pt idx="891">
                  <c:v>2.3685266961059881E-2</c:v>
                </c:pt>
                <c:pt idx="892">
                  <c:v>2.3133279807306284E-2</c:v>
                </c:pt>
                <c:pt idx="893">
                  <c:v>2.293255720594134E-2</c:v>
                </c:pt>
                <c:pt idx="894">
                  <c:v>2.318346045764752E-2</c:v>
                </c:pt>
                <c:pt idx="895">
                  <c:v>2.293255720594134E-2</c:v>
                </c:pt>
                <c:pt idx="896">
                  <c:v>2.2230028101164256E-2</c:v>
                </c:pt>
                <c:pt idx="897">
                  <c:v>2.2882376555600104E-2</c:v>
                </c:pt>
                <c:pt idx="898">
                  <c:v>2.2731834604576395E-2</c:v>
                </c:pt>
                <c:pt idx="899">
                  <c:v>2.293255720594134E-2</c:v>
                </c:pt>
                <c:pt idx="900">
                  <c:v>2.2581292653552687E-2</c:v>
                </c:pt>
                <c:pt idx="901">
                  <c:v>2.2280208751505493E-2</c:v>
                </c:pt>
                <c:pt idx="902">
                  <c:v>2.2430750702529201E-2</c:v>
                </c:pt>
                <c:pt idx="903">
                  <c:v>2.2832195905259089E-2</c:v>
                </c:pt>
                <c:pt idx="904">
                  <c:v>2.2782015254917631E-2</c:v>
                </c:pt>
                <c:pt idx="905">
                  <c:v>2.2631473303893923E-2</c:v>
                </c:pt>
                <c:pt idx="906">
                  <c:v>2.2581292653552687E-2</c:v>
                </c:pt>
                <c:pt idx="907">
                  <c:v>2.2330389401846507E-2</c:v>
                </c:pt>
                <c:pt idx="908">
                  <c:v>2.2581292653552687E-2</c:v>
                </c:pt>
                <c:pt idx="909">
                  <c:v>2.2380570052187965E-2</c:v>
                </c:pt>
                <c:pt idx="910">
                  <c:v>2.2430750702529201E-2</c:v>
                </c:pt>
                <c:pt idx="911">
                  <c:v>2.2731834604576395E-2</c:v>
                </c:pt>
                <c:pt idx="912">
                  <c:v>2.2631473303893923E-2</c:v>
                </c:pt>
                <c:pt idx="913">
                  <c:v>2.2581292653552687E-2</c:v>
                </c:pt>
                <c:pt idx="914">
                  <c:v>2.2581292653552687E-2</c:v>
                </c:pt>
                <c:pt idx="915">
                  <c:v>2.3434363709353701E-2</c:v>
                </c:pt>
                <c:pt idx="916">
                  <c:v>2.3434363709353701E-2</c:v>
                </c:pt>
                <c:pt idx="917">
                  <c:v>2.3334002408671228E-2</c:v>
                </c:pt>
                <c:pt idx="918">
                  <c:v>2.318346045764752E-2</c:v>
                </c:pt>
                <c:pt idx="919">
                  <c:v>2.3283821758329992E-2</c:v>
                </c:pt>
                <c:pt idx="920">
                  <c:v>2.3233641107988756E-2</c:v>
                </c:pt>
                <c:pt idx="921">
                  <c:v>2.3584905660377409E-2</c:v>
                </c:pt>
                <c:pt idx="922">
                  <c:v>2.3083099156965048E-2</c:v>
                </c:pt>
                <c:pt idx="923">
                  <c:v>2.3233641107988756E-2</c:v>
                </c:pt>
                <c:pt idx="924">
                  <c:v>2.3334002408671228E-2</c:v>
                </c:pt>
                <c:pt idx="925">
                  <c:v>2.3283821758329992E-2</c:v>
                </c:pt>
                <c:pt idx="926">
                  <c:v>2.3334002408671228E-2</c:v>
                </c:pt>
                <c:pt idx="927">
                  <c:v>2.3283821758329992E-2</c:v>
                </c:pt>
                <c:pt idx="928">
                  <c:v>2.3484544359694937E-2</c:v>
                </c:pt>
                <c:pt idx="929">
                  <c:v>2.3133279807306284E-2</c:v>
                </c:pt>
                <c:pt idx="930">
                  <c:v>2.3384183059012464E-2</c:v>
                </c:pt>
                <c:pt idx="931">
                  <c:v>2.2731834604576395E-2</c:v>
                </c:pt>
                <c:pt idx="932">
                  <c:v>2.2681653954235381E-2</c:v>
                </c:pt>
                <c:pt idx="933">
                  <c:v>2.2731834604576395E-2</c:v>
                </c:pt>
                <c:pt idx="934">
                  <c:v>2.2731834604576395E-2</c:v>
                </c:pt>
                <c:pt idx="935">
                  <c:v>2.2882376555600104E-2</c:v>
                </c:pt>
                <c:pt idx="936">
                  <c:v>2.2681653954235381E-2</c:v>
                </c:pt>
                <c:pt idx="937">
                  <c:v>2.2782015254917631E-2</c:v>
                </c:pt>
                <c:pt idx="938">
                  <c:v>2.3133279807306284E-2</c:v>
                </c:pt>
                <c:pt idx="939">
                  <c:v>2.2782015254917631E-2</c:v>
                </c:pt>
                <c:pt idx="940">
                  <c:v>2.2531112003211673E-2</c:v>
                </c:pt>
                <c:pt idx="941">
                  <c:v>2.2430750702529201E-2</c:v>
                </c:pt>
                <c:pt idx="942">
                  <c:v>2.2782015254917631E-2</c:v>
                </c:pt>
                <c:pt idx="943">
                  <c:v>2.2430750702529201E-2</c:v>
                </c:pt>
                <c:pt idx="944">
                  <c:v>2.2782015254917631E-2</c:v>
                </c:pt>
                <c:pt idx="945">
                  <c:v>2.2380570052187965E-2</c:v>
                </c:pt>
                <c:pt idx="946">
                  <c:v>2.2631473303893923E-2</c:v>
                </c:pt>
                <c:pt idx="947">
                  <c:v>2.2581292653552687E-2</c:v>
                </c:pt>
                <c:pt idx="948">
                  <c:v>2.2681653954235381E-2</c:v>
                </c:pt>
                <c:pt idx="949">
                  <c:v>2.2531112003211673E-2</c:v>
                </c:pt>
                <c:pt idx="950">
                  <c:v>2.2280208751505493E-2</c:v>
                </c:pt>
                <c:pt idx="951">
                  <c:v>2.1577679646728187E-2</c:v>
                </c:pt>
                <c:pt idx="952">
                  <c:v>2.2129666800481784E-2</c:v>
                </c:pt>
                <c:pt idx="953">
                  <c:v>2.1878763548775604E-2</c:v>
                </c:pt>
                <c:pt idx="954">
                  <c:v>2.1979124849458076E-2</c:v>
                </c:pt>
                <c:pt idx="955">
                  <c:v>2.192894419911684E-2</c:v>
                </c:pt>
                <c:pt idx="956">
                  <c:v>2.1326776395022007E-2</c:v>
                </c:pt>
                <c:pt idx="957">
                  <c:v>2.1075873143315826E-2</c:v>
                </c:pt>
                <c:pt idx="958">
                  <c:v>2.077478924126841E-2</c:v>
                </c:pt>
                <c:pt idx="959">
                  <c:v>2.0925331192292118E-2</c:v>
                </c:pt>
                <c:pt idx="960">
                  <c:v>2.102569249297459E-2</c:v>
                </c:pt>
                <c:pt idx="961">
                  <c:v>2.102569249297459E-2</c:v>
                </c:pt>
                <c:pt idx="962">
                  <c:v>2.0423524688879979E-2</c:v>
                </c:pt>
                <c:pt idx="963">
                  <c:v>2.0624247290244702E-2</c:v>
                </c:pt>
                <c:pt idx="964">
                  <c:v>2.0824969891609868E-2</c:v>
                </c:pt>
                <c:pt idx="965">
                  <c:v>2.1176234443998299E-2</c:v>
                </c:pt>
                <c:pt idx="966">
                  <c:v>2.1376957045363243E-2</c:v>
                </c:pt>
                <c:pt idx="967">
                  <c:v>2.1276595744680993E-2</c:v>
                </c:pt>
                <c:pt idx="968">
                  <c:v>2.1376957045363243E-2</c:v>
                </c:pt>
                <c:pt idx="969">
                  <c:v>2.1577679646728187E-2</c:v>
                </c:pt>
                <c:pt idx="970">
                  <c:v>2.1477318346045715E-2</c:v>
                </c:pt>
                <c:pt idx="971">
                  <c:v>2.1427137695704479E-2</c:v>
                </c:pt>
                <c:pt idx="972">
                  <c:v>2.0523885989562451E-2</c:v>
                </c:pt>
                <c:pt idx="973">
                  <c:v>2.0624247290244702E-2</c:v>
                </c:pt>
                <c:pt idx="974">
                  <c:v>2.1276595744680993E-2</c:v>
                </c:pt>
                <c:pt idx="975">
                  <c:v>2.0925331192292118E-2</c:v>
                </c:pt>
                <c:pt idx="976">
                  <c:v>2.1176234443998299E-2</c:v>
                </c:pt>
                <c:pt idx="977">
                  <c:v>2.0574066639903688E-2</c:v>
                </c:pt>
                <c:pt idx="978">
                  <c:v>2.0624247290244702E-2</c:v>
                </c:pt>
                <c:pt idx="979">
                  <c:v>2.102569249297459E-2</c:v>
                </c:pt>
                <c:pt idx="980">
                  <c:v>2.1126053793657285E-2</c:v>
                </c:pt>
                <c:pt idx="981">
                  <c:v>2.0824969891609868E-2</c:v>
                </c:pt>
                <c:pt idx="982">
                  <c:v>2.077478924126841E-2</c:v>
                </c:pt>
                <c:pt idx="983">
                  <c:v>2.0824969891609868E-2</c:v>
                </c:pt>
                <c:pt idx="984">
                  <c:v>2.1226415094339535E-2</c:v>
                </c:pt>
                <c:pt idx="985">
                  <c:v>2.1226415094339535E-2</c:v>
                </c:pt>
                <c:pt idx="986">
                  <c:v>2.1226415094339535E-2</c:v>
                </c:pt>
                <c:pt idx="987">
                  <c:v>2.0925331192292118E-2</c:v>
                </c:pt>
                <c:pt idx="988">
                  <c:v>2.0875150541951104E-2</c:v>
                </c:pt>
                <c:pt idx="989">
                  <c:v>2.102569249297459E-2</c:v>
                </c:pt>
                <c:pt idx="990">
                  <c:v>2.1427137695704479E-2</c:v>
                </c:pt>
                <c:pt idx="991">
                  <c:v>2.1126053793657285E-2</c:v>
                </c:pt>
                <c:pt idx="992">
                  <c:v>2.077478924126841E-2</c:v>
                </c:pt>
                <c:pt idx="993">
                  <c:v>2.067442794058616E-2</c:v>
                </c:pt>
                <c:pt idx="994">
                  <c:v>2.0574066639903688E-2</c:v>
                </c:pt>
                <c:pt idx="995">
                  <c:v>2.1276595744680993E-2</c:v>
                </c:pt>
                <c:pt idx="996">
                  <c:v>2.1075873143315826E-2</c:v>
                </c:pt>
                <c:pt idx="997">
                  <c:v>2.1075873143315826E-2</c:v>
                </c:pt>
                <c:pt idx="998">
                  <c:v>2.0624247290244702E-2</c:v>
                </c:pt>
                <c:pt idx="999">
                  <c:v>2.0975511842633576E-2</c:v>
                </c:pt>
                <c:pt idx="1000">
                  <c:v>2.0323163388197507E-2</c:v>
                </c:pt>
                <c:pt idx="1001">
                  <c:v>2.0373344038538743E-2</c:v>
                </c:pt>
                <c:pt idx="1002">
                  <c:v>1.977117623444391E-2</c:v>
                </c:pt>
                <c:pt idx="1003">
                  <c:v>2.0222802087515035E-2</c:v>
                </c:pt>
                <c:pt idx="1004">
                  <c:v>2.0022079486150091E-2</c:v>
                </c:pt>
                <c:pt idx="1005">
                  <c:v>2.0122440786832563E-2</c:v>
                </c:pt>
                <c:pt idx="1006">
                  <c:v>1.9821356884785146E-2</c:v>
                </c:pt>
                <c:pt idx="1007">
                  <c:v>1.9319550381373007E-2</c:v>
                </c:pt>
                <c:pt idx="1008">
                  <c:v>1.9369731031714021E-2</c:v>
                </c:pt>
                <c:pt idx="1009">
                  <c:v>1.9319550381373007E-2</c:v>
                </c:pt>
                <c:pt idx="1010">
                  <c:v>1.8817743877960647E-2</c:v>
                </c:pt>
                <c:pt idx="1011">
                  <c:v>1.9319550381373007E-2</c:v>
                </c:pt>
                <c:pt idx="1012">
                  <c:v>1.9269369731031771E-2</c:v>
                </c:pt>
                <c:pt idx="1013">
                  <c:v>1.9118827780008063E-2</c:v>
                </c:pt>
                <c:pt idx="1014">
                  <c:v>1.9269369731031771E-2</c:v>
                </c:pt>
                <c:pt idx="1015">
                  <c:v>1.9319550381373007E-2</c:v>
                </c:pt>
                <c:pt idx="1016">
                  <c:v>1.9169008430349299E-2</c:v>
                </c:pt>
                <c:pt idx="1017">
                  <c:v>1.8717382577278174E-2</c:v>
                </c:pt>
                <c:pt idx="1018">
                  <c:v>1.8065034122842105E-2</c:v>
                </c:pt>
                <c:pt idx="1019">
                  <c:v>1.851665997591323E-2</c:v>
                </c:pt>
                <c:pt idx="1020">
                  <c:v>1.8968285828984355E-2</c:v>
                </c:pt>
                <c:pt idx="1021">
                  <c:v>1.9269369731031771E-2</c:v>
                </c:pt>
                <c:pt idx="1022">
                  <c:v>1.8667201926936938E-2</c:v>
                </c:pt>
                <c:pt idx="1023">
                  <c:v>1.8416298675230758E-2</c:v>
                </c:pt>
                <c:pt idx="1024">
                  <c:v>1.8667201926936938E-2</c:v>
                </c:pt>
                <c:pt idx="1025">
                  <c:v>1.876756322761941E-2</c:v>
                </c:pt>
                <c:pt idx="1026">
                  <c:v>1.8867924528301883E-2</c:v>
                </c:pt>
                <c:pt idx="1027">
                  <c:v>1.851665997591323E-2</c:v>
                </c:pt>
                <c:pt idx="1028">
                  <c:v>1.8867924528301883E-2</c:v>
                </c:pt>
                <c:pt idx="1029">
                  <c:v>1.8617021276595702E-2</c:v>
                </c:pt>
                <c:pt idx="1030">
                  <c:v>1.9169008430349299E-2</c:v>
                </c:pt>
                <c:pt idx="1031">
                  <c:v>1.8817743877960647E-2</c:v>
                </c:pt>
                <c:pt idx="1032">
                  <c:v>1.8717382577278174E-2</c:v>
                </c:pt>
                <c:pt idx="1033">
                  <c:v>1.9269369731031771E-2</c:v>
                </c:pt>
                <c:pt idx="1034">
                  <c:v>1.9269369731031771E-2</c:v>
                </c:pt>
                <c:pt idx="1035">
                  <c:v>1.9169008430349299E-2</c:v>
                </c:pt>
                <c:pt idx="1036">
                  <c:v>1.8717382577278174E-2</c:v>
                </c:pt>
                <c:pt idx="1037">
                  <c:v>1.8667201926936938E-2</c:v>
                </c:pt>
                <c:pt idx="1038">
                  <c:v>1.8817743877960647E-2</c:v>
                </c:pt>
                <c:pt idx="1039">
                  <c:v>1.8968285828984355E-2</c:v>
                </c:pt>
                <c:pt idx="1040">
                  <c:v>1.8667201926936938E-2</c:v>
                </c:pt>
                <c:pt idx="1041">
                  <c:v>1.9068647129666827E-2</c:v>
                </c:pt>
                <c:pt idx="1042">
                  <c:v>1.851665997591323E-2</c:v>
                </c:pt>
                <c:pt idx="1043">
                  <c:v>1.8566840626254466E-2</c:v>
                </c:pt>
                <c:pt idx="1044">
                  <c:v>1.8315937374548508E-2</c:v>
                </c:pt>
                <c:pt idx="1045">
                  <c:v>1.8215576073865813E-2</c:v>
                </c:pt>
                <c:pt idx="1046">
                  <c:v>1.8566840626254466E-2</c:v>
                </c:pt>
                <c:pt idx="1047">
                  <c:v>1.8617021276595702E-2</c:v>
                </c:pt>
                <c:pt idx="1048">
                  <c:v>1.8416298675230758E-2</c:v>
                </c:pt>
                <c:pt idx="1049">
                  <c:v>1.8065034122842105E-2</c:v>
                </c:pt>
                <c:pt idx="1050">
                  <c:v>1.7763950220794911E-2</c:v>
                </c:pt>
                <c:pt idx="1051">
                  <c:v>1.8065034122842105E-2</c:v>
                </c:pt>
                <c:pt idx="1052">
                  <c:v>1.7814130871136147E-2</c:v>
                </c:pt>
                <c:pt idx="1053">
                  <c:v>1.8315937374548508E-2</c:v>
                </c:pt>
                <c:pt idx="1054">
                  <c:v>1.8466479325571994E-2</c:v>
                </c:pt>
                <c:pt idx="1055">
                  <c:v>1.8416298675230758E-2</c:v>
                </c:pt>
                <c:pt idx="1056">
                  <c:v>1.8566840626254466E-2</c:v>
                </c:pt>
                <c:pt idx="1057">
                  <c:v>1.8416298675230758E-2</c:v>
                </c:pt>
                <c:pt idx="1058">
                  <c:v>1.8165395423524799E-2</c:v>
                </c:pt>
                <c:pt idx="1059">
                  <c:v>1.7864311521477383E-2</c:v>
                </c:pt>
                <c:pt idx="1060">
                  <c:v>1.826575672420705E-2</c:v>
                </c:pt>
                <c:pt idx="1061">
                  <c:v>1.8315937374548508E-2</c:v>
                </c:pt>
                <c:pt idx="1062">
                  <c:v>1.8416298675230758E-2</c:v>
                </c:pt>
                <c:pt idx="1063">
                  <c:v>1.8717382577278174E-2</c:v>
                </c:pt>
                <c:pt idx="1064">
                  <c:v>1.8566840626254466E-2</c:v>
                </c:pt>
                <c:pt idx="1065">
                  <c:v>1.8416298675230758E-2</c:v>
                </c:pt>
                <c:pt idx="1066">
                  <c:v>1.8617021276595702E-2</c:v>
                </c:pt>
                <c:pt idx="1067">
                  <c:v>1.8617021276595702E-2</c:v>
                </c:pt>
                <c:pt idx="1068">
                  <c:v>1.9068647129666827E-2</c:v>
                </c:pt>
                <c:pt idx="1069">
                  <c:v>1.9118827780008063E-2</c:v>
                </c:pt>
                <c:pt idx="1070">
                  <c:v>1.8466479325571994E-2</c:v>
                </c:pt>
                <c:pt idx="1071">
                  <c:v>1.8667201926936938E-2</c:v>
                </c:pt>
                <c:pt idx="1072">
                  <c:v>1.9018466479325591E-2</c:v>
                </c:pt>
                <c:pt idx="1073">
                  <c:v>1.8416298675230758E-2</c:v>
                </c:pt>
                <c:pt idx="1074">
                  <c:v>1.9018466479325591E-2</c:v>
                </c:pt>
                <c:pt idx="1075">
                  <c:v>1.8817743877960647E-2</c:v>
                </c:pt>
                <c:pt idx="1076">
                  <c:v>1.8817743877960647E-2</c:v>
                </c:pt>
                <c:pt idx="1077">
                  <c:v>1.8968285828984355E-2</c:v>
                </c:pt>
                <c:pt idx="1078">
                  <c:v>1.9169008430349299E-2</c:v>
                </c:pt>
                <c:pt idx="1079">
                  <c:v>1.8867924528301883E-2</c:v>
                </c:pt>
                <c:pt idx="1080">
                  <c:v>1.9018466479325591E-2</c:v>
                </c:pt>
                <c:pt idx="1081">
                  <c:v>1.9018466479325591E-2</c:v>
                </c:pt>
                <c:pt idx="1082">
                  <c:v>1.8165395423524799E-2</c:v>
                </c:pt>
                <c:pt idx="1083">
                  <c:v>1.8918105178643119E-2</c:v>
                </c:pt>
                <c:pt idx="1084">
                  <c:v>1.7814130871136147E-2</c:v>
                </c:pt>
                <c:pt idx="1085">
                  <c:v>1.8466479325571994E-2</c:v>
                </c:pt>
                <c:pt idx="1086">
                  <c:v>1.8416298675230758E-2</c:v>
                </c:pt>
                <c:pt idx="1087">
                  <c:v>1.7864311521477383E-2</c:v>
                </c:pt>
                <c:pt idx="1088">
                  <c:v>1.7713769570453675E-2</c:v>
                </c:pt>
                <c:pt idx="1089">
                  <c:v>1.8014853472501091E-2</c:v>
                </c:pt>
                <c:pt idx="1090">
                  <c:v>1.7964672822159855E-2</c:v>
                </c:pt>
                <c:pt idx="1091">
                  <c:v>1.8065034122842105E-2</c:v>
                </c:pt>
                <c:pt idx="1092">
                  <c:v>1.8014853472501091E-2</c:v>
                </c:pt>
                <c:pt idx="1093">
                  <c:v>1.8215576073865813E-2</c:v>
                </c:pt>
                <c:pt idx="1094">
                  <c:v>1.8366118024889522E-2</c:v>
                </c:pt>
                <c:pt idx="1095">
                  <c:v>1.8115214773183341E-2</c:v>
                </c:pt>
                <c:pt idx="1096">
                  <c:v>1.8115214773183341E-2</c:v>
                </c:pt>
                <c:pt idx="1097">
                  <c:v>1.8416298675230758E-2</c:v>
                </c:pt>
                <c:pt idx="1098">
                  <c:v>1.826575672420705E-2</c:v>
                </c:pt>
                <c:pt idx="1099">
                  <c:v>1.8968285828984355E-2</c:v>
                </c:pt>
                <c:pt idx="1100">
                  <c:v>1.826575672420705E-2</c:v>
                </c:pt>
                <c:pt idx="1101">
                  <c:v>1.8466479325571994E-2</c:v>
                </c:pt>
                <c:pt idx="1102">
                  <c:v>1.826575672420705E-2</c:v>
                </c:pt>
                <c:pt idx="1103">
                  <c:v>1.9269369731031771E-2</c:v>
                </c:pt>
                <c:pt idx="1104">
                  <c:v>1.9570453633079188E-2</c:v>
                </c:pt>
                <c:pt idx="1105">
                  <c:v>1.8867924528301883E-2</c:v>
                </c:pt>
                <c:pt idx="1106">
                  <c:v>1.8968285828984355E-2</c:v>
                </c:pt>
                <c:pt idx="1107">
                  <c:v>1.9018466479325591E-2</c:v>
                </c:pt>
                <c:pt idx="1108">
                  <c:v>1.9068647129666827E-2</c:v>
                </c:pt>
                <c:pt idx="1109">
                  <c:v>1.8867924528301883E-2</c:v>
                </c:pt>
                <c:pt idx="1110">
                  <c:v>1.8817743877960647E-2</c:v>
                </c:pt>
                <c:pt idx="1111">
                  <c:v>1.8466479325571994E-2</c:v>
                </c:pt>
                <c:pt idx="1112">
                  <c:v>1.851665997591323E-2</c:v>
                </c:pt>
                <c:pt idx="1113">
                  <c:v>1.8215576073865813E-2</c:v>
                </c:pt>
                <c:pt idx="1114">
                  <c:v>1.8566840626254466E-2</c:v>
                </c:pt>
                <c:pt idx="1115">
                  <c:v>1.8968285828984355E-2</c:v>
                </c:pt>
                <c:pt idx="1116">
                  <c:v>1.9118827780008063E-2</c:v>
                </c:pt>
                <c:pt idx="1117">
                  <c:v>1.9068647129666827E-2</c:v>
                </c:pt>
                <c:pt idx="1118">
                  <c:v>1.8667201926936938E-2</c:v>
                </c:pt>
                <c:pt idx="1119">
                  <c:v>1.8667201926936938E-2</c:v>
                </c:pt>
                <c:pt idx="1120">
                  <c:v>1.9068647129666827E-2</c:v>
                </c:pt>
                <c:pt idx="1121">
                  <c:v>1.9118827780008063E-2</c:v>
                </c:pt>
                <c:pt idx="1122">
                  <c:v>1.8918105178643119E-2</c:v>
                </c:pt>
                <c:pt idx="1123">
                  <c:v>1.9369731031714021E-2</c:v>
                </c:pt>
                <c:pt idx="1124">
                  <c:v>1.9670814933761438E-2</c:v>
                </c:pt>
                <c:pt idx="1125">
                  <c:v>1.9670814933761438E-2</c:v>
                </c:pt>
                <c:pt idx="1126">
                  <c:v>2.0072260136491327E-2</c:v>
                </c:pt>
                <c:pt idx="1127">
                  <c:v>2.0072260136491327E-2</c:v>
                </c:pt>
                <c:pt idx="1128">
                  <c:v>2.0373344038538743E-2</c:v>
                </c:pt>
                <c:pt idx="1129">
                  <c:v>2.0423524688879979E-2</c:v>
                </c:pt>
                <c:pt idx="1130">
                  <c:v>2.0423524688879979E-2</c:v>
                </c:pt>
                <c:pt idx="1131">
                  <c:v>2.0925331192292118E-2</c:v>
                </c:pt>
                <c:pt idx="1132">
                  <c:v>2.0975511842633576E-2</c:v>
                </c:pt>
                <c:pt idx="1133">
                  <c:v>2.1326776395022007E-2</c:v>
                </c:pt>
                <c:pt idx="1134">
                  <c:v>2.0925331192292118E-2</c:v>
                </c:pt>
                <c:pt idx="1135">
                  <c:v>2.0323163388197507E-2</c:v>
                </c:pt>
                <c:pt idx="1136">
                  <c:v>2.0373344038538743E-2</c:v>
                </c:pt>
                <c:pt idx="1137">
                  <c:v>2.0523885989562451E-2</c:v>
                </c:pt>
                <c:pt idx="1138">
                  <c:v>2.0824969891609868E-2</c:v>
                </c:pt>
                <c:pt idx="1139">
                  <c:v>2.0724608590927396E-2</c:v>
                </c:pt>
                <c:pt idx="1140">
                  <c:v>2.0875150541951104E-2</c:v>
                </c:pt>
                <c:pt idx="1141">
                  <c:v>2.1376957045363243E-2</c:v>
                </c:pt>
                <c:pt idx="1142">
                  <c:v>2.1226415094339535E-2</c:v>
                </c:pt>
                <c:pt idx="1143">
                  <c:v>2.1577679646728187E-2</c:v>
                </c:pt>
                <c:pt idx="1144">
                  <c:v>2.1778402248093132E-2</c:v>
                </c:pt>
                <c:pt idx="1145">
                  <c:v>2.0824969891609868E-2</c:v>
                </c:pt>
                <c:pt idx="1146">
                  <c:v>2.1176234443998299E-2</c:v>
                </c:pt>
                <c:pt idx="1147">
                  <c:v>2.1778402248093132E-2</c:v>
                </c:pt>
                <c:pt idx="1148">
                  <c:v>2.1979124849458076E-2</c:v>
                </c:pt>
                <c:pt idx="1149">
                  <c:v>2.2129666800481784E-2</c:v>
                </c:pt>
                <c:pt idx="1150">
                  <c:v>2.2129666800481784E-2</c:v>
                </c:pt>
                <c:pt idx="1151">
                  <c:v>2.2129666800481784E-2</c:v>
                </c:pt>
                <c:pt idx="1152">
                  <c:v>2.2179847450822798E-2</c:v>
                </c:pt>
                <c:pt idx="1153">
                  <c:v>2.2631473303893923E-2</c:v>
                </c:pt>
                <c:pt idx="1154">
                  <c:v>2.2230028101164256E-2</c:v>
                </c:pt>
                <c:pt idx="1155">
                  <c:v>2.2230028101164256E-2</c:v>
                </c:pt>
                <c:pt idx="1156">
                  <c:v>2.192894419911684E-2</c:v>
                </c:pt>
                <c:pt idx="1157">
                  <c:v>2.2179847450822798E-2</c:v>
                </c:pt>
                <c:pt idx="1158">
                  <c:v>2.192894419911684E-2</c:v>
                </c:pt>
                <c:pt idx="1159">
                  <c:v>2.2029305499799312E-2</c:v>
                </c:pt>
                <c:pt idx="1160">
                  <c:v>2.2029305499799312E-2</c:v>
                </c:pt>
                <c:pt idx="1161">
                  <c:v>2.1878763548775604E-2</c:v>
                </c:pt>
                <c:pt idx="1162">
                  <c:v>2.2179847450822798E-2</c:v>
                </c:pt>
                <c:pt idx="1163">
                  <c:v>2.2129666800481784E-2</c:v>
                </c:pt>
                <c:pt idx="1164">
                  <c:v>2.2380570052187965E-2</c:v>
                </c:pt>
                <c:pt idx="1165">
                  <c:v>2.2882376555600104E-2</c:v>
                </c:pt>
                <c:pt idx="1166">
                  <c:v>2.2982737856282576E-2</c:v>
                </c:pt>
                <c:pt idx="1167">
                  <c:v>2.293255720594134E-2</c:v>
                </c:pt>
                <c:pt idx="1168">
                  <c:v>2.3032918506623812E-2</c:v>
                </c:pt>
                <c:pt idx="1169">
                  <c:v>2.2982737856282576E-2</c:v>
                </c:pt>
                <c:pt idx="1170">
                  <c:v>2.3032918506623812E-2</c:v>
                </c:pt>
                <c:pt idx="1171">
                  <c:v>2.2681653954235381E-2</c:v>
                </c:pt>
                <c:pt idx="1172">
                  <c:v>2.2681653954235381E-2</c:v>
                </c:pt>
                <c:pt idx="1173">
                  <c:v>2.2782015254917631E-2</c:v>
                </c:pt>
                <c:pt idx="1174">
                  <c:v>2.2731834604576395E-2</c:v>
                </c:pt>
                <c:pt idx="1175">
                  <c:v>2.3032918506623812E-2</c:v>
                </c:pt>
                <c:pt idx="1176">
                  <c:v>2.2531112003211673E-2</c:v>
                </c:pt>
                <c:pt idx="1177">
                  <c:v>2.2430750702529201E-2</c:v>
                </c:pt>
                <c:pt idx="1178">
                  <c:v>2.2581292653552687E-2</c:v>
                </c:pt>
                <c:pt idx="1179">
                  <c:v>2.2129666800481784E-2</c:v>
                </c:pt>
                <c:pt idx="1180">
                  <c:v>2.1728221597751896E-2</c:v>
                </c:pt>
                <c:pt idx="1181">
                  <c:v>2.1527498996386951E-2</c:v>
                </c:pt>
                <c:pt idx="1182">
                  <c:v>2.1276595744680993E-2</c:v>
                </c:pt>
                <c:pt idx="1183">
                  <c:v>2.0975511842633576E-2</c:v>
                </c:pt>
                <c:pt idx="1184">
                  <c:v>2.1075873143315826E-2</c:v>
                </c:pt>
                <c:pt idx="1185">
                  <c:v>2.0975511842633576E-2</c:v>
                </c:pt>
                <c:pt idx="1186">
                  <c:v>2.1226415094339535E-2</c:v>
                </c:pt>
                <c:pt idx="1187">
                  <c:v>2.1226415094339535E-2</c:v>
                </c:pt>
                <c:pt idx="1188">
                  <c:v>2.1075873143315826E-2</c:v>
                </c:pt>
                <c:pt idx="1189">
                  <c:v>2.1477318346045715E-2</c:v>
                </c:pt>
                <c:pt idx="1190">
                  <c:v>2.0824969891609868E-2</c:v>
                </c:pt>
                <c:pt idx="1191">
                  <c:v>2.1075873143315826E-2</c:v>
                </c:pt>
                <c:pt idx="1192">
                  <c:v>2.0724608590927396E-2</c:v>
                </c:pt>
                <c:pt idx="1193">
                  <c:v>2.0824969891609868E-2</c:v>
                </c:pt>
                <c:pt idx="1194">
                  <c:v>2.102569249297459E-2</c:v>
                </c:pt>
                <c:pt idx="1195">
                  <c:v>2.1126053793657285E-2</c:v>
                </c:pt>
                <c:pt idx="1196">
                  <c:v>2.0624247290244702E-2</c:v>
                </c:pt>
                <c:pt idx="1197">
                  <c:v>2.0724608590927396E-2</c:v>
                </c:pt>
                <c:pt idx="1198">
                  <c:v>2.1226415094339535E-2</c:v>
                </c:pt>
                <c:pt idx="1199">
                  <c:v>2.1326776395022007E-2</c:v>
                </c:pt>
                <c:pt idx="1200">
                  <c:v>2.1276595744680993E-2</c:v>
                </c:pt>
                <c:pt idx="1201">
                  <c:v>2.1176234443998299E-2</c:v>
                </c:pt>
                <c:pt idx="1202">
                  <c:v>2.0574066639903688E-2</c:v>
                </c:pt>
                <c:pt idx="1203">
                  <c:v>2.0975511842633576E-2</c:v>
                </c:pt>
                <c:pt idx="1204">
                  <c:v>2.1376957045363243E-2</c:v>
                </c:pt>
                <c:pt idx="1205">
                  <c:v>2.1376957045363243E-2</c:v>
                </c:pt>
                <c:pt idx="1206">
                  <c:v>2.0523885989562451E-2</c:v>
                </c:pt>
                <c:pt idx="1207">
                  <c:v>2.0824969891609868E-2</c:v>
                </c:pt>
                <c:pt idx="1208">
                  <c:v>2.0975511842633576E-2</c:v>
                </c:pt>
                <c:pt idx="1209">
                  <c:v>2.1477318346045715E-2</c:v>
                </c:pt>
                <c:pt idx="1210">
                  <c:v>2.1376957045363243E-2</c:v>
                </c:pt>
                <c:pt idx="1211">
                  <c:v>2.067442794058616E-2</c:v>
                </c:pt>
                <c:pt idx="1212">
                  <c:v>2.1075873143315826E-2</c:v>
                </c:pt>
                <c:pt idx="1213">
                  <c:v>2.1226415094339535E-2</c:v>
                </c:pt>
                <c:pt idx="1214">
                  <c:v>2.1176234443998299E-2</c:v>
                </c:pt>
                <c:pt idx="1215">
                  <c:v>2.1326776395022007E-2</c:v>
                </c:pt>
                <c:pt idx="1216">
                  <c:v>2.102569249297459E-2</c:v>
                </c:pt>
                <c:pt idx="1217">
                  <c:v>2.0975511842633576E-2</c:v>
                </c:pt>
                <c:pt idx="1218">
                  <c:v>2.0323163388197507E-2</c:v>
                </c:pt>
                <c:pt idx="1219">
                  <c:v>2.0423524688879979E-2</c:v>
                </c:pt>
                <c:pt idx="1220">
                  <c:v>2.0523885989562451E-2</c:v>
                </c:pt>
                <c:pt idx="1221">
                  <c:v>2.0875150541951104E-2</c:v>
                </c:pt>
                <c:pt idx="1222">
                  <c:v>2.067442794058616E-2</c:v>
                </c:pt>
                <c:pt idx="1223">
                  <c:v>2.0875150541951104E-2</c:v>
                </c:pt>
                <c:pt idx="1224">
                  <c:v>2.0875150541951104E-2</c:v>
                </c:pt>
                <c:pt idx="1225">
                  <c:v>2.0323163388197507E-2</c:v>
                </c:pt>
                <c:pt idx="1226">
                  <c:v>2.0624247290244702E-2</c:v>
                </c:pt>
                <c:pt idx="1227">
                  <c:v>2.0373344038538743E-2</c:v>
                </c:pt>
                <c:pt idx="1228">
                  <c:v>2.0975511842633576E-2</c:v>
                </c:pt>
                <c:pt idx="1229">
                  <c:v>2.0373344038538743E-2</c:v>
                </c:pt>
                <c:pt idx="1230">
                  <c:v>2.0875150541951104E-2</c:v>
                </c:pt>
                <c:pt idx="1231">
                  <c:v>2.0574066639903688E-2</c:v>
                </c:pt>
                <c:pt idx="1232">
                  <c:v>2.0824969891609868E-2</c:v>
                </c:pt>
                <c:pt idx="1233">
                  <c:v>2.0824969891609868E-2</c:v>
                </c:pt>
                <c:pt idx="1234">
                  <c:v>2.0875150541951104E-2</c:v>
                </c:pt>
                <c:pt idx="1235">
                  <c:v>2.0724608590927396E-2</c:v>
                </c:pt>
                <c:pt idx="1236">
                  <c:v>2.0523885989562451E-2</c:v>
                </c:pt>
                <c:pt idx="1237">
                  <c:v>2.102569249297459E-2</c:v>
                </c:pt>
                <c:pt idx="1238">
                  <c:v>2.102569249297459E-2</c:v>
                </c:pt>
                <c:pt idx="1239">
                  <c:v>2.0875150541951104E-2</c:v>
                </c:pt>
                <c:pt idx="1240">
                  <c:v>2.102569249297459E-2</c:v>
                </c:pt>
                <c:pt idx="1241">
                  <c:v>2.0574066639903688E-2</c:v>
                </c:pt>
                <c:pt idx="1242">
                  <c:v>2.0925331192292118E-2</c:v>
                </c:pt>
                <c:pt idx="1243">
                  <c:v>2.0975511842633576E-2</c:v>
                </c:pt>
                <c:pt idx="1244">
                  <c:v>2.0975511842633576E-2</c:v>
                </c:pt>
                <c:pt idx="1245">
                  <c:v>2.102569249297459E-2</c:v>
                </c:pt>
                <c:pt idx="1246">
                  <c:v>2.0724608590927396E-2</c:v>
                </c:pt>
                <c:pt idx="1247">
                  <c:v>2.0574066639903688E-2</c:v>
                </c:pt>
                <c:pt idx="1248">
                  <c:v>2.0875150541951104E-2</c:v>
                </c:pt>
                <c:pt idx="1249">
                  <c:v>2.0875150541951104E-2</c:v>
                </c:pt>
                <c:pt idx="1250">
                  <c:v>2.1176234443998299E-2</c:v>
                </c:pt>
                <c:pt idx="1251">
                  <c:v>2.1126053793657285E-2</c:v>
                </c:pt>
                <c:pt idx="1252">
                  <c:v>2.0875150541951104E-2</c:v>
                </c:pt>
                <c:pt idx="1253">
                  <c:v>2.0925331192292118E-2</c:v>
                </c:pt>
                <c:pt idx="1254">
                  <c:v>2.102569249297459E-2</c:v>
                </c:pt>
                <c:pt idx="1255">
                  <c:v>2.1176234443998299E-2</c:v>
                </c:pt>
                <c:pt idx="1256">
                  <c:v>2.1226415094339535E-2</c:v>
                </c:pt>
                <c:pt idx="1257">
                  <c:v>2.1075873143315826E-2</c:v>
                </c:pt>
                <c:pt idx="1258">
                  <c:v>2.0925331192292118E-2</c:v>
                </c:pt>
                <c:pt idx="1259">
                  <c:v>2.1075873143315826E-2</c:v>
                </c:pt>
                <c:pt idx="1260">
                  <c:v>2.102569249297459E-2</c:v>
                </c:pt>
                <c:pt idx="1261">
                  <c:v>2.1075873143315826E-2</c:v>
                </c:pt>
                <c:pt idx="1262">
                  <c:v>2.1226415094339535E-2</c:v>
                </c:pt>
                <c:pt idx="1263">
                  <c:v>2.0724608590927396E-2</c:v>
                </c:pt>
                <c:pt idx="1264">
                  <c:v>2.0824969891609868E-2</c:v>
                </c:pt>
                <c:pt idx="1265">
                  <c:v>2.1126053793657285E-2</c:v>
                </c:pt>
                <c:pt idx="1266">
                  <c:v>2.1326776395022007E-2</c:v>
                </c:pt>
                <c:pt idx="1267">
                  <c:v>2.077478924126841E-2</c:v>
                </c:pt>
                <c:pt idx="1268">
                  <c:v>2.1075873143315826E-2</c:v>
                </c:pt>
                <c:pt idx="1269">
                  <c:v>2.1075873143315826E-2</c:v>
                </c:pt>
                <c:pt idx="1270">
                  <c:v>2.1075873143315826E-2</c:v>
                </c:pt>
                <c:pt idx="1271">
                  <c:v>2.0272982737856271E-2</c:v>
                </c:pt>
                <c:pt idx="1272">
                  <c:v>2.0272982737856271E-2</c:v>
                </c:pt>
                <c:pt idx="1273">
                  <c:v>2.0523885989562451E-2</c:v>
                </c:pt>
                <c:pt idx="1274">
                  <c:v>2.0423524688879979E-2</c:v>
                </c:pt>
                <c:pt idx="1275">
                  <c:v>2.0925331192292118E-2</c:v>
                </c:pt>
                <c:pt idx="1276">
                  <c:v>2.0925331192292118E-2</c:v>
                </c:pt>
                <c:pt idx="1277">
                  <c:v>2.102569249297459E-2</c:v>
                </c:pt>
                <c:pt idx="1278">
                  <c:v>2.0624247290244702E-2</c:v>
                </c:pt>
                <c:pt idx="1279">
                  <c:v>2.0875150541951104E-2</c:v>
                </c:pt>
                <c:pt idx="1280">
                  <c:v>2.0272982737856271E-2</c:v>
                </c:pt>
                <c:pt idx="1281">
                  <c:v>2.0724608590927396E-2</c:v>
                </c:pt>
                <c:pt idx="1282">
                  <c:v>2.077478924126841E-2</c:v>
                </c:pt>
                <c:pt idx="1283">
                  <c:v>2.1075873143315826E-2</c:v>
                </c:pt>
                <c:pt idx="1284">
                  <c:v>2.1126053793657285E-2</c:v>
                </c:pt>
                <c:pt idx="1285">
                  <c:v>2.1126053793657285E-2</c:v>
                </c:pt>
                <c:pt idx="1286">
                  <c:v>2.0925331192292118E-2</c:v>
                </c:pt>
                <c:pt idx="1287">
                  <c:v>2.1276595744680993E-2</c:v>
                </c:pt>
                <c:pt idx="1288">
                  <c:v>2.1226415094339535E-2</c:v>
                </c:pt>
                <c:pt idx="1289">
                  <c:v>2.0824969891609868E-2</c:v>
                </c:pt>
                <c:pt idx="1290">
                  <c:v>2.1376957045363243E-2</c:v>
                </c:pt>
                <c:pt idx="1291">
                  <c:v>2.0824969891609868E-2</c:v>
                </c:pt>
                <c:pt idx="1292">
                  <c:v>2.1276595744680993E-2</c:v>
                </c:pt>
                <c:pt idx="1293">
                  <c:v>2.0975511842633576E-2</c:v>
                </c:pt>
                <c:pt idx="1294">
                  <c:v>2.067442794058616E-2</c:v>
                </c:pt>
                <c:pt idx="1295">
                  <c:v>2.1226415094339535E-2</c:v>
                </c:pt>
                <c:pt idx="1296">
                  <c:v>2.1627860297069423E-2</c:v>
                </c:pt>
                <c:pt idx="1297">
                  <c:v>2.1075873143315826E-2</c:v>
                </c:pt>
                <c:pt idx="1298">
                  <c:v>2.1627860297069423E-2</c:v>
                </c:pt>
                <c:pt idx="1299">
                  <c:v>2.1728221597751896E-2</c:v>
                </c:pt>
                <c:pt idx="1300">
                  <c:v>2.1527498996386951E-2</c:v>
                </c:pt>
                <c:pt idx="1301">
                  <c:v>2.1326776395022007E-2</c:v>
                </c:pt>
                <c:pt idx="1302">
                  <c:v>2.1176234443998299E-2</c:v>
                </c:pt>
                <c:pt idx="1303">
                  <c:v>2.1176234443998299E-2</c:v>
                </c:pt>
                <c:pt idx="1304">
                  <c:v>2.1728221597751896E-2</c:v>
                </c:pt>
                <c:pt idx="1305">
                  <c:v>2.1627860297069423E-2</c:v>
                </c:pt>
                <c:pt idx="1306">
                  <c:v>2.1326776395022007E-2</c:v>
                </c:pt>
                <c:pt idx="1307">
                  <c:v>2.1276595744680993E-2</c:v>
                </c:pt>
                <c:pt idx="1308">
                  <c:v>2.1276595744680993E-2</c:v>
                </c:pt>
                <c:pt idx="1309">
                  <c:v>2.1627860297069423E-2</c:v>
                </c:pt>
                <c:pt idx="1310">
                  <c:v>2.1577679646728187E-2</c:v>
                </c:pt>
                <c:pt idx="1311">
                  <c:v>2.1627860297069423E-2</c:v>
                </c:pt>
                <c:pt idx="1312">
                  <c:v>2.1326776395022007E-2</c:v>
                </c:pt>
                <c:pt idx="1313">
                  <c:v>2.1577679646728187E-2</c:v>
                </c:pt>
                <c:pt idx="1314">
                  <c:v>2.1577679646728187E-2</c:v>
                </c:pt>
                <c:pt idx="1315">
                  <c:v>2.1979124849458076E-2</c:v>
                </c:pt>
                <c:pt idx="1316">
                  <c:v>2.2079486150140548E-2</c:v>
                </c:pt>
                <c:pt idx="1317">
                  <c:v>2.1577679646728187E-2</c:v>
                </c:pt>
                <c:pt idx="1318">
                  <c:v>2.1326776395022007E-2</c:v>
                </c:pt>
                <c:pt idx="1319">
                  <c:v>2.1427137695704479E-2</c:v>
                </c:pt>
                <c:pt idx="1320">
                  <c:v>2.1878763548775604E-2</c:v>
                </c:pt>
                <c:pt idx="1321">
                  <c:v>2.1778402248093132E-2</c:v>
                </c:pt>
                <c:pt idx="1322">
                  <c:v>2.1778402248093132E-2</c:v>
                </c:pt>
                <c:pt idx="1323">
                  <c:v>2.1878763548775604E-2</c:v>
                </c:pt>
                <c:pt idx="1324">
                  <c:v>2.2029305499799312E-2</c:v>
                </c:pt>
                <c:pt idx="1325">
                  <c:v>2.2029305499799312E-2</c:v>
                </c:pt>
                <c:pt idx="1326">
                  <c:v>2.1627860297069423E-2</c:v>
                </c:pt>
                <c:pt idx="1327">
                  <c:v>2.2079486150140548E-2</c:v>
                </c:pt>
                <c:pt idx="1328">
                  <c:v>2.0925331192292118E-2</c:v>
                </c:pt>
                <c:pt idx="1329">
                  <c:v>2.0373344038538743E-2</c:v>
                </c:pt>
                <c:pt idx="1330">
                  <c:v>2.077478924126841E-2</c:v>
                </c:pt>
                <c:pt idx="1331">
                  <c:v>2.0072260136491327E-2</c:v>
                </c:pt>
                <c:pt idx="1332">
                  <c:v>2.0272982737856271E-2</c:v>
                </c:pt>
                <c:pt idx="1333">
                  <c:v>2.0373344038538743E-2</c:v>
                </c:pt>
                <c:pt idx="1334">
                  <c:v>1.9871537535126604E-2</c:v>
                </c:pt>
                <c:pt idx="1335">
                  <c:v>1.9821356884785146E-2</c:v>
                </c:pt>
                <c:pt idx="1336">
                  <c:v>1.9570453633079188E-2</c:v>
                </c:pt>
                <c:pt idx="1337">
                  <c:v>1.8667201926936938E-2</c:v>
                </c:pt>
                <c:pt idx="1338">
                  <c:v>1.8968285828984355E-2</c:v>
                </c:pt>
                <c:pt idx="1339">
                  <c:v>1.876756322761941E-2</c:v>
                </c:pt>
                <c:pt idx="1340">
                  <c:v>1.8667201926936938E-2</c:v>
                </c:pt>
                <c:pt idx="1341">
                  <c:v>1.8115214773183341E-2</c:v>
                </c:pt>
                <c:pt idx="1342">
                  <c:v>1.8115214773183341E-2</c:v>
                </c:pt>
                <c:pt idx="1343">
                  <c:v>1.8115214773183341E-2</c:v>
                </c:pt>
                <c:pt idx="1344">
                  <c:v>1.8667201926936938E-2</c:v>
                </c:pt>
                <c:pt idx="1345">
                  <c:v>1.8215576073865813E-2</c:v>
                </c:pt>
                <c:pt idx="1346">
                  <c:v>1.8466479325571994E-2</c:v>
                </c:pt>
                <c:pt idx="1347">
                  <c:v>1.8215576073865813E-2</c:v>
                </c:pt>
                <c:pt idx="1348">
                  <c:v>1.8366118024889522E-2</c:v>
                </c:pt>
                <c:pt idx="1349">
                  <c:v>1.8014853472501091E-2</c:v>
                </c:pt>
                <c:pt idx="1350">
                  <c:v>1.8315937374548508E-2</c:v>
                </c:pt>
                <c:pt idx="1351">
                  <c:v>1.8566840626254466E-2</c:v>
                </c:pt>
                <c:pt idx="1352">
                  <c:v>1.8315937374548508E-2</c:v>
                </c:pt>
                <c:pt idx="1353">
                  <c:v>1.851665997591323E-2</c:v>
                </c:pt>
                <c:pt idx="1354">
                  <c:v>1.876756322761941E-2</c:v>
                </c:pt>
                <c:pt idx="1355">
                  <c:v>1.8817743877960647E-2</c:v>
                </c:pt>
                <c:pt idx="1356">
                  <c:v>1.8466479325571994E-2</c:v>
                </c:pt>
                <c:pt idx="1357">
                  <c:v>1.8416298675230758E-2</c:v>
                </c:pt>
                <c:pt idx="1358">
                  <c:v>1.8165395423524799E-2</c:v>
                </c:pt>
                <c:pt idx="1359">
                  <c:v>1.7613408269771202E-2</c:v>
                </c:pt>
                <c:pt idx="1360">
                  <c:v>1.8165395423524799E-2</c:v>
                </c:pt>
                <c:pt idx="1361">
                  <c:v>1.8065034122842105E-2</c:v>
                </c:pt>
                <c:pt idx="1362">
                  <c:v>1.8215576073865813E-2</c:v>
                </c:pt>
                <c:pt idx="1363">
                  <c:v>1.7964672822159855E-2</c:v>
                </c:pt>
                <c:pt idx="1364">
                  <c:v>1.7964672822159855E-2</c:v>
                </c:pt>
                <c:pt idx="1365">
                  <c:v>1.7914492171818619E-2</c:v>
                </c:pt>
                <c:pt idx="1366">
                  <c:v>1.7964672822159855E-2</c:v>
                </c:pt>
                <c:pt idx="1367">
                  <c:v>1.8065034122842105E-2</c:v>
                </c:pt>
                <c:pt idx="1368">
                  <c:v>1.8165395423524799E-2</c:v>
                </c:pt>
                <c:pt idx="1369">
                  <c:v>1.8014853472501091E-2</c:v>
                </c:pt>
                <c:pt idx="1370">
                  <c:v>1.7914492171818619E-2</c:v>
                </c:pt>
                <c:pt idx="1371">
                  <c:v>1.7864311521477383E-2</c:v>
                </c:pt>
                <c:pt idx="1372">
                  <c:v>1.8014853472501091E-2</c:v>
                </c:pt>
                <c:pt idx="1373">
                  <c:v>1.8115214773183341E-2</c:v>
                </c:pt>
                <c:pt idx="1374">
                  <c:v>1.7763950220794911E-2</c:v>
                </c:pt>
                <c:pt idx="1375">
                  <c:v>1.7814130871136147E-2</c:v>
                </c:pt>
                <c:pt idx="1376">
                  <c:v>1.7713769570453675E-2</c:v>
                </c:pt>
                <c:pt idx="1377">
                  <c:v>1.7964672822159855E-2</c:v>
                </c:pt>
                <c:pt idx="1378">
                  <c:v>1.7914492171818619E-2</c:v>
                </c:pt>
                <c:pt idx="1379">
                  <c:v>1.7964672822159855E-2</c:v>
                </c:pt>
                <c:pt idx="1380">
                  <c:v>1.7864311521477383E-2</c:v>
                </c:pt>
                <c:pt idx="1381">
                  <c:v>1.8065034122842105E-2</c:v>
                </c:pt>
                <c:pt idx="1382">
                  <c:v>1.8115214773183341E-2</c:v>
                </c:pt>
                <c:pt idx="1383">
                  <c:v>1.8014853472501091E-2</c:v>
                </c:pt>
                <c:pt idx="1384">
                  <c:v>1.7613408269771202E-2</c:v>
                </c:pt>
                <c:pt idx="1385">
                  <c:v>1.7663588920112439E-2</c:v>
                </c:pt>
                <c:pt idx="1386">
                  <c:v>1.7613408269771202E-2</c:v>
                </c:pt>
                <c:pt idx="1387">
                  <c:v>1.7713769570453675E-2</c:v>
                </c:pt>
                <c:pt idx="1388">
                  <c:v>1.7763950220794911E-2</c:v>
                </c:pt>
                <c:pt idx="1389">
                  <c:v>1.7312324367723786E-2</c:v>
                </c:pt>
                <c:pt idx="1390">
                  <c:v>1.6910879164993897E-2</c:v>
                </c:pt>
                <c:pt idx="1391">
                  <c:v>1.7111601766358842E-2</c:v>
                </c:pt>
                <c:pt idx="1392">
                  <c:v>1.751304696908873E-2</c:v>
                </c:pt>
                <c:pt idx="1393">
                  <c:v>1.7462866318747494E-2</c:v>
                </c:pt>
                <c:pt idx="1394">
                  <c:v>1.7663588920112439E-2</c:v>
                </c:pt>
                <c:pt idx="1395">
                  <c:v>1.7663588920112439E-2</c:v>
                </c:pt>
                <c:pt idx="1396">
                  <c:v>1.7211963067041314E-2</c:v>
                </c:pt>
                <c:pt idx="1397">
                  <c:v>1.7211963067041314E-2</c:v>
                </c:pt>
                <c:pt idx="1398">
                  <c:v>1.7412685668406258E-2</c:v>
                </c:pt>
                <c:pt idx="1399">
                  <c:v>1.7613408269771202E-2</c:v>
                </c:pt>
                <c:pt idx="1400">
                  <c:v>1.7713769570453675E-2</c:v>
                </c:pt>
                <c:pt idx="1401">
                  <c:v>1.7663588920112439E-2</c:v>
                </c:pt>
                <c:pt idx="1402">
                  <c:v>1.7663588920112439E-2</c:v>
                </c:pt>
                <c:pt idx="1403">
                  <c:v>1.7763950220794911E-2</c:v>
                </c:pt>
                <c:pt idx="1404">
                  <c:v>1.7462866318747494E-2</c:v>
                </c:pt>
                <c:pt idx="1405">
                  <c:v>1.7211963067041314E-2</c:v>
                </c:pt>
                <c:pt idx="1406">
                  <c:v>1.7161782416700078E-2</c:v>
                </c:pt>
                <c:pt idx="1407">
                  <c:v>1.7111601766358842E-2</c:v>
                </c:pt>
                <c:pt idx="1408">
                  <c:v>1.7211963067041314E-2</c:v>
                </c:pt>
                <c:pt idx="1409">
                  <c:v>1.726214371738255E-2</c:v>
                </c:pt>
                <c:pt idx="1410">
                  <c:v>1.7011240465676369E-2</c:v>
                </c:pt>
                <c:pt idx="1411">
                  <c:v>1.7663588920112439E-2</c:v>
                </c:pt>
                <c:pt idx="1412">
                  <c:v>1.7412685668406258E-2</c:v>
                </c:pt>
                <c:pt idx="1413">
                  <c:v>1.726214371738255E-2</c:v>
                </c:pt>
                <c:pt idx="1414">
                  <c:v>1.7814130871136147E-2</c:v>
                </c:pt>
                <c:pt idx="1415">
                  <c:v>1.7412685668406258E-2</c:v>
                </c:pt>
                <c:pt idx="1416">
                  <c:v>1.7312324367723786E-2</c:v>
                </c:pt>
                <c:pt idx="1417">
                  <c:v>1.751304696908873E-2</c:v>
                </c:pt>
                <c:pt idx="1418">
                  <c:v>1.7663588920112439E-2</c:v>
                </c:pt>
                <c:pt idx="1419">
                  <c:v>1.751304696908873E-2</c:v>
                </c:pt>
                <c:pt idx="1420">
                  <c:v>1.7362505018065022E-2</c:v>
                </c:pt>
                <c:pt idx="1421">
                  <c:v>1.751304696908873E-2</c:v>
                </c:pt>
                <c:pt idx="1422">
                  <c:v>1.7713769570453675E-2</c:v>
                </c:pt>
                <c:pt idx="1423">
                  <c:v>1.8566840626254466E-2</c:v>
                </c:pt>
                <c:pt idx="1424">
                  <c:v>1.826575672420705E-2</c:v>
                </c:pt>
                <c:pt idx="1425">
                  <c:v>1.751304696908873E-2</c:v>
                </c:pt>
                <c:pt idx="1426">
                  <c:v>1.7964672822159855E-2</c:v>
                </c:pt>
                <c:pt idx="1427">
                  <c:v>1.7964672822159855E-2</c:v>
                </c:pt>
                <c:pt idx="1428">
                  <c:v>1.9068647129666827E-2</c:v>
                </c:pt>
                <c:pt idx="1429">
                  <c:v>1.8617021276595702E-2</c:v>
                </c:pt>
                <c:pt idx="1430">
                  <c:v>1.851665997591323E-2</c:v>
                </c:pt>
                <c:pt idx="1431">
                  <c:v>1.8466479325571994E-2</c:v>
                </c:pt>
                <c:pt idx="1432">
                  <c:v>1.8215576073865813E-2</c:v>
                </c:pt>
                <c:pt idx="1433">
                  <c:v>1.876756322761941E-2</c:v>
                </c:pt>
                <c:pt idx="1434">
                  <c:v>1.8867924528301883E-2</c:v>
                </c:pt>
                <c:pt idx="1435">
                  <c:v>1.8867924528301883E-2</c:v>
                </c:pt>
                <c:pt idx="1436">
                  <c:v>1.8968285828984355E-2</c:v>
                </c:pt>
                <c:pt idx="1437">
                  <c:v>1.8817743877960647E-2</c:v>
                </c:pt>
                <c:pt idx="1438">
                  <c:v>1.8918105178643119E-2</c:v>
                </c:pt>
                <c:pt idx="1439">
                  <c:v>1.8466479325571994E-2</c:v>
                </c:pt>
                <c:pt idx="1440">
                  <c:v>1.8315937374548508E-2</c:v>
                </c:pt>
                <c:pt idx="1441">
                  <c:v>1.8014853472501091E-2</c:v>
                </c:pt>
                <c:pt idx="1442">
                  <c:v>1.8918105178643119E-2</c:v>
                </c:pt>
                <c:pt idx="1443">
                  <c:v>1.8817743877960647E-2</c:v>
                </c:pt>
                <c:pt idx="1444">
                  <c:v>1.8918105178643119E-2</c:v>
                </c:pt>
                <c:pt idx="1445">
                  <c:v>1.8968285828984355E-2</c:v>
                </c:pt>
                <c:pt idx="1446">
                  <c:v>1.8918105178643119E-2</c:v>
                </c:pt>
                <c:pt idx="1447">
                  <c:v>1.9018466479325591E-2</c:v>
                </c:pt>
                <c:pt idx="1448">
                  <c:v>1.9369731031714021E-2</c:v>
                </c:pt>
                <c:pt idx="1449">
                  <c:v>1.8918105178643119E-2</c:v>
                </c:pt>
                <c:pt idx="1450">
                  <c:v>1.9018466479325591E-2</c:v>
                </c:pt>
                <c:pt idx="1451">
                  <c:v>1.9018466479325591E-2</c:v>
                </c:pt>
                <c:pt idx="1452">
                  <c:v>1.9118827780008063E-2</c:v>
                </c:pt>
                <c:pt idx="1453">
                  <c:v>1.9018466479325591E-2</c:v>
                </c:pt>
                <c:pt idx="1454">
                  <c:v>1.9118827780008063E-2</c:v>
                </c:pt>
                <c:pt idx="1455">
                  <c:v>1.8667201926936938E-2</c:v>
                </c:pt>
                <c:pt idx="1456">
                  <c:v>1.8717382577278174E-2</c:v>
                </c:pt>
                <c:pt idx="1457">
                  <c:v>1.8366118024889522E-2</c:v>
                </c:pt>
                <c:pt idx="1458">
                  <c:v>1.8867924528301883E-2</c:v>
                </c:pt>
                <c:pt idx="1459">
                  <c:v>1.8918105178643119E-2</c:v>
                </c:pt>
                <c:pt idx="1460">
                  <c:v>1.8918105178643119E-2</c:v>
                </c:pt>
                <c:pt idx="1461">
                  <c:v>1.9018466479325591E-2</c:v>
                </c:pt>
                <c:pt idx="1462">
                  <c:v>1.8817743877960647E-2</c:v>
                </c:pt>
                <c:pt idx="1463">
                  <c:v>1.8918105178643119E-2</c:v>
                </c:pt>
                <c:pt idx="1464">
                  <c:v>1.9018466479325591E-2</c:v>
                </c:pt>
                <c:pt idx="1465">
                  <c:v>1.9219189080690535E-2</c:v>
                </c:pt>
                <c:pt idx="1466">
                  <c:v>1.9018466479325591E-2</c:v>
                </c:pt>
                <c:pt idx="1467">
                  <c:v>1.876756322761941E-2</c:v>
                </c:pt>
                <c:pt idx="1468">
                  <c:v>1.8366118024889522E-2</c:v>
                </c:pt>
                <c:pt idx="1469">
                  <c:v>1.8717382577278174E-2</c:v>
                </c:pt>
                <c:pt idx="1470">
                  <c:v>1.8918105178643119E-2</c:v>
                </c:pt>
                <c:pt idx="1471">
                  <c:v>1.8717382577278174E-2</c:v>
                </c:pt>
                <c:pt idx="1472">
                  <c:v>1.8617021276595702E-2</c:v>
                </c:pt>
                <c:pt idx="1473">
                  <c:v>1.8617021276595702E-2</c:v>
                </c:pt>
                <c:pt idx="1474">
                  <c:v>1.8165395423524799E-2</c:v>
                </c:pt>
                <c:pt idx="1475">
                  <c:v>1.8717382577278174E-2</c:v>
                </c:pt>
                <c:pt idx="1476">
                  <c:v>1.8566840626254466E-2</c:v>
                </c:pt>
                <c:pt idx="1477">
                  <c:v>1.8065034122842105E-2</c:v>
                </c:pt>
                <c:pt idx="1478">
                  <c:v>1.7713769570453675E-2</c:v>
                </c:pt>
                <c:pt idx="1479">
                  <c:v>1.7763950220794911E-2</c:v>
                </c:pt>
                <c:pt idx="1480">
                  <c:v>1.7663588920112439E-2</c:v>
                </c:pt>
                <c:pt idx="1481">
                  <c:v>1.7211963067041314E-2</c:v>
                </c:pt>
                <c:pt idx="1482">
                  <c:v>1.751304696908873E-2</c:v>
                </c:pt>
                <c:pt idx="1483">
                  <c:v>1.7713769570453675E-2</c:v>
                </c:pt>
                <c:pt idx="1484">
                  <c:v>1.751304696908873E-2</c:v>
                </c:pt>
                <c:pt idx="1485">
                  <c:v>1.7412685668406258E-2</c:v>
                </c:pt>
                <c:pt idx="1486">
                  <c:v>1.6961059815335133E-2</c:v>
                </c:pt>
                <c:pt idx="1487">
                  <c:v>1.7111601766358842E-2</c:v>
                </c:pt>
                <c:pt idx="1488">
                  <c:v>1.7061421116017605E-2</c:v>
                </c:pt>
                <c:pt idx="1489">
                  <c:v>1.6910879164993897E-2</c:v>
                </c:pt>
                <c:pt idx="1490">
                  <c:v>1.7111601766358842E-2</c:v>
                </c:pt>
                <c:pt idx="1491">
                  <c:v>1.6760337213970411E-2</c:v>
                </c:pt>
                <c:pt idx="1492">
                  <c:v>1.7111601766358842E-2</c:v>
                </c:pt>
                <c:pt idx="1493">
                  <c:v>1.6308711360899286E-2</c:v>
                </c:pt>
                <c:pt idx="1494">
                  <c:v>1.6409072661581758E-2</c:v>
                </c:pt>
                <c:pt idx="1495">
                  <c:v>1.6609795262946703E-2</c:v>
                </c:pt>
                <c:pt idx="1496">
                  <c:v>1.6057808109193106E-2</c:v>
                </c:pt>
                <c:pt idx="1497">
                  <c:v>1.600762745885187E-2</c:v>
                </c:pt>
                <c:pt idx="1498">
                  <c:v>1.6409072661581758E-2</c:v>
                </c:pt>
                <c:pt idx="1499">
                  <c:v>1.6509433962264008E-2</c:v>
                </c:pt>
                <c:pt idx="1500">
                  <c:v>1.6659975913287717E-2</c:v>
                </c:pt>
                <c:pt idx="1501">
                  <c:v>1.6208350060216814E-2</c:v>
                </c:pt>
                <c:pt idx="1502">
                  <c:v>1.6609795262946703E-2</c:v>
                </c:pt>
                <c:pt idx="1503">
                  <c:v>1.6659975913287717E-2</c:v>
                </c:pt>
                <c:pt idx="1504">
                  <c:v>1.6308711360899286E-2</c:v>
                </c:pt>
                <c:pt idx="1505">
                  <c:v>1.6308711360899286E-2</c:v>
                </c:pt>
                <c:pt idx="1506">
                  <c:v>1.5957446808510634E-2</c:v>
                </c:pt>
                <c:pt idx="1507">
                  <c:v>1.6158169409875578E-2</c:v>
                </c:pt>
                <c:pt idx="1508">
                  <c:v>1.5556001605780745E-2</c:v>
                </c:pt>
                <c:pt idx="1509">
                  <c:v>1.6057808109193106E-2</c:v>
                </c:pt>
                <c:pt idx="1510">
                  <c:v>1.6158169409875578E-2</c:v>
                </c:pt>
                <c:pt idx="1511">
                  <c:v>1.5656362906463217E-2</c:v>
                </c:pt>
                <c:pt idx="1512">
                  <c:v>1.5706543556804453E-2</c:v>
                </c:pt>
                <c:pt idx="1513">
                  <c:v>1.5405459654757037E-2</c:v>
                </c:pt>
                <c:pt idx="1514">
                  <c:v>1.5254917703733328E-2</c:v>
                </c:pt>
                <c:pt idx="1515">
                  <c:v>1.600762745885187E-2</c:v>
                </c:pt>
                <c:pt idx="1516">
                  <c:v>1.5254917703733328E-2</c:v>
                </c:pt>
                <c:pt idx="1517">
                  <c:v>1.4502207948615009E-2</c:v>
                </c:pt>
                <c:pt idx="1518">
                  <c:v>1.475311120032119E-2</c:v>
                </c:pt>
                <c:pt idx="1519">
                  <c:v>1.4702930549979953E-2</c:v>
                </c:pt>
                <c:pt idx="1520">
                  <c:v>1.3950220794861412E-2</c:v>
                </c:pt>
                <c:pt idx="1521">
                  <c:v>1.4050582095544106E-2</c:v>
                </c:pt>
                <c:pt idx="1522">
                  <c:v>1.4050582095544106E-2</c:v>
                </c:pt>
                <c:pt idx="1523">
                  <c:v>1.4502207948615009E-2</c:v>
                </c:pt>
                <c:pt idx="1524">
                  <c:v>1.4602569249297481E-2</c:v>
                </c:pt>
                <c:pt idx="1525">
                  <c:v>1.410076274588512E-2</c:v>
                </c:pt>
                <c:pt idx="1526">
                  <c:v>1.4351665997591301E-2</c:v>
                </c:pt>
                <c:pt idx="1527">
                  <c:v>1.3799678843837926E-2</c:v>
                </c:pt>
                <c:pt idx="1528">
                  <c:v>1.4401846647932537E-2</c:v>
                </c:pt>
                <c:pt idx="1529">
                  <c:v>1.3799678843837926E-2</c:v>
                </c:pt>
                <c:pt idx="1530">
                  <c:v>1.3398233641107815E-2</c:v>
                </c:pt>
                <c:pt idx="1531">
                  <c:v>1.374949819349669E-2</c:v>
                </c:pt>
                <c:pt idx="1532">
                  <c:v>1.374949819349669E-2</c:v>
                </c:pt>
                <c:pt idx="1533">
                  <c:v>1.4050582095544106E-2</c:v>
                </c:pt>
                <c:pt idx="1534">
                  <c:v>1.4050582095544106E-2</c:v>
                </c:pt>
                <c:pt idx="1535">
                  <c:v>1.3448414291449273E-2</c:v>
                </c:pt>
                <c:pt idx="1536">
                  <c:v>1.3950220794861412E-2</c:v>
                </c:pt>
                <c:pt idx="1537">
                  <c:v>1.3548775592131523E-2</c:v>
                </c:pt>
                <c:pt idx="1538">
                  <c:v>1.3147330389401857E-2</c:v>
                </c:pt>
                <c:pt idx="1539">
                  <c:v>1.3197511039743093E-2</c:v>
                </c:pt>
                <c:pt idx="1540">
                  <c:v>1.2645523885989718E-2</c:v>
                </c:pt>
                <c:pt idx="1541">
                  <c:v>1.3348052990766801E-2</c:v>
                </c:pt>
                <c:pt idx="1542">
                  <c:v>1.284624648735444E-2</c:v>
                </c:pt>
                <c:pt idx="1543">
                  <c:v>1.2645523885989718E-2</c:v>
                </c:pt>
                <c:pt idx="1544">
                  <c:v>1.2244078683259829E-2</c:v>
                </c:pt>
                <c:pt idx="1545">
                  <c:v>1.2244078683259829E-2</c:v>
                </c:pt>
                <c:pt idx="1546">
                  <c:v>1.2394620634283315E-2</c:v>
                </c:pt>
                <c:pt idx="1547">
                  <c:v>1.2645523885989718E-2</c:v>
                </c:pt>
                <c:pt idx="1548">
                  <c:v>1.2193898032918593E-2</c:v>
                </c:pt>
                <c:pt idx="1549">
                  <c:v>1.1993175431553427E-2</c:v>
                </c:pt>
                <c:pt idx="1550">
                  <c:v>1.2193898032918593E-2</c:v>
                </c:pt>
                <c:pt idx="1551">
                  <c:v>1.2093536732236121E-2</c:v>
                </c:pt>
                <c:pt idx="1552">
                  <c:v>1.1792452830188704E-2</c:v>
                </c:pt>
                <c:pt idx="1553">
                  <c:v>1.1742272179847468E-2</c:v>
                </c:pt>
                <c:pt idx="1554">
                  <c:v>1.1892814130871177E-2</c:v>
                </c:pt>
                <c:pt idx="1555">
                  <c:v>1.1541549578482524E-2</c:v>
                </c:pt>
                <c:pt idx="1556">
                  <c:v>1.1892814130871177E-2</c:v>
                </c:pt>
                <c:pt idx="1557">
                  <c:v>1.1892814130871177E-2</c:v>
                </c:pt>
                <c:pt idx="1558">
                  <c:v>1.2093536732236121E-2</c:v>
                </c:pt>
                <c:pt idx="1559">
                  <c:v>1.1391007627458816E-2</c:v>
                </c:pt>
                <c:pt idx="1560">
                  <c:v>1.159173022882376E-2</c:v>
                </c:pt>
                <c:pt idx="1561">
                  <c:v>1.0989562424728927E-2</c:v>
                </c:pt>
                <c:pt idx="1562">
                  <c:v>1.1140104375752635E-2</c:v>
                </c:pt>
                <c:pt idx="1563">
                  <c:v>1.0989562424728927E-2</c:v>
                </c:pt>
                <c:pt idx="1564">
                  <c:v>1.0839020473705219E-2</c:v>
                </c:pt>
                <c:pt idx="1565">
                  <c:v>1.0989562424728927E-2</c:v>
                </c:pt>
                <c:pt idx="1566">
                  <c:v>1.1190285026093871E-2</c:v>
                </c:pt>
                <c:pt idx="1567">
                  <c:v>1.0989562424728927E-2</c:v>
                </c:pt>
                <c:pt idx="1568">
                  <c:v>1.1089923725411621E-2</c:v>
                </c:pt>
                <c:pt idx="1569">
                  <c:v>1.1190285026093871E-2</c:v>
                </c:pt>
                <c:pt idx="1570">
                  <c:v>1.1792452830188704E-2</c:v>
                </c:pt>
                <c:pt idx="1571">
                  <c:v>1.1692091529506232E-2</c:v>
                </c:pt>
                <c:pt idx="1572">
                  <c:v>1.1491368928141288E-2</c:v>
                </c:pt>
                <c:pt idx="1573">
                  <c:v>1.1491368928141288E-2</c:v>
                </c:pt>
                <c:pt idx="1574">
                  <c:v>1.1692091529506232E-2</c:v>
                </c:pt>
                <c:pt idx="1575">
                  <c:v>1.1892814130871177E-2</c:v>
                </c:pt>
                <c:pt idx="1576">
                  <c:v>1.1391007627458816E-2</c:v>
                </c:pt>
                <c:pt idx="1577">
                  <c:v>1.1290646326776343E-2</c:v>
                </c:pt>
                <c:pt idx="1578">
                  <c:v>1.134082697711758E-2</c:v>
                </c:pt>
                <c:pt idx="1579">
                  <c:v>1.1742272179847468E-2</c:v>
                </c:pt>
                <c:pt idx="1580">
                  <c:v>1.1190285026093871E-2</c:v>
                </c:pt>
                <c:pt idx="1581">
                  <c:v>1.1742272179847468E-2</c:v>
                </c:pt>
                <c:pt idx="1582">
                  <c:v>1.1641910879164996E-2</c:v>
                </c:pt>
                <c:pt idx="1583">
                  <c:v>1.1692091529506232E-2</c:v>
                </c:pt>
                <c:pt idx="1584">
                  <c:v>1.1290646326776343E-2</c:v>
                </c:pt>
                <c:pt idx="1585">
                  <c:v>1.1290646326776343E-2</c:v>
                </c:pt>
                <c:pt idx="1586">
                  <c:v>1.1140104375752635E-2</c:v>
                </c:pt>
                <c:pt idx="1587">
                  <c:v>1.0889201124046455E-2</c:v>
                </c:pt>
                <c:pt idx="1588">
                  <c:v>1.0989562424728927E-2</c:v>
                </c:pt>
                <c:pt idx="1589">
                  <c:v>1.0738659173022747E-2</c:v>
                </c:pt>
                <c:pt idx="1590">
                  <c:v>1.0588117221999038E-2</c:v>
                </c:pt>
                <c:pt idx="1591">
                  <c:v>1.0738659173022747E-2</c:v>
                </c:pt>
                <c:pt idx="1592">
                  <c:v>1.0939381774387913E-2</c:v>
                </c:pt>
                <c:pt idx="1593">
                  <c:v>9.7350461661982468E-3</c:v>
                </c:pt>
                <c:pt idx="1594">
                  <c:v>1.0186672019269372E-2</c:v>
                </c:pt>
                <c:pt idx="1595">
                  <c:v>1.033721397029308E-2</c:v>
                </c:pt>
                <c:pt idx="1596">
                  <c:v>9.9357687675631912E-3</c:v>
                </c:pt>
                <c:pt idx="1597">
                  <c:v>1.0186672019269372E-2</c:v>
                </c:pt>
                <c:pt idx="1598">
                  <c:v>9.9859494179044272E-3</c:v>
                </c:pt>
                <c:pt idx="1599">
                  <c:v>1.0387394620634316E-2</c:v>
                </c:pt>
                <c:pt idx="1600">
                  <c:v>1.0487755921316788E-2</c:v>
                </c:pt>
                <c:pt idx="1601">
                  <c:v>9.9859494179044272E-3</c:v>
                </c:pt>
                <c:pt idx="1602">
                  <c:v>9.9859494179044272E-3</c:v>
                </c:pt>
                <c:pt idx="1603">
                  <c:v>9.8855881172219551E-3</c:v>
                </c:pt>
                <c:pt idx="1604">
                  <c:v>1.0287033319951844E-2</c:v>
                </c:pt>
                <c:pt idx="1605">
                  <c:v>1.0036130068245663E-2</c:v>
                </c:pt>
                <c:pt idx="1606">
                  <c:v>1.0086310718586899E-2</c:v>
                </c:pt>
                <c:pt idx="1607">
                  <c:v>9.9859494179044272E-3</c:v>
                </c:pt>
                <c:pt idx="1608">
                  <c:v>9.6848655158570107E-3</c:v>
                </c:pt>
                <c:pt idx="1609">
                  <c:v>1.0437575270975552E-2</c:v>
                </c:pt>
                <c:pt idx="1610">
                  <c:v>9.9859494179044272E-3</c:v>
                </c:pt>
                <c:pt idx="1611">
                  <c:v>9.4841429144920664E-3</c:v>
                </c:pt>
                <c:pt idx="1612">
                  <c:v>9.9357687675631912E-3</c:v>
                </c:pt>
                <c:pt idx="1613">
                  <c:v>9.9357687675631912E-3</c:v>
                </c:pt>
                <c:pt idx="1614">
                  <c:v>9.7852268165394829E-3</c:v>
                </c:pt>
                <c:pt idx="1615">
                  <c:v>9.7852268165394829E-3</c:v>
                </c:pt>
                <c:pt idx="1616">
                  <c:v>9.3837816138098162E-3</c:v>
                </c:pt>
                <c:pt idx="1617">
                  <c:v>9.0325170614211636E-3</c:v>
                </c:pt>
                <c:pt idx="1618">
                  <c:v>8.6310718586912749E-3</c:v>
                </c:pt>
                <c:pt idx="1619">
                  <c:v>9.283420313127122E-3</c:v>
                </c:pt>
                <c:pt idx="1620">
                  <c:v>9.0325170614211636E-3</c:v>
                </c:pt>
                <c:pt idx="1621">
                  <c:v>8.1292653552791361E-3</c:v>
                </c:pt>
                <c:pt idx="1622">
                  <c:v>8.8819751103974554E-3</c:v>
                </c:pt>
                <c:pt idx="1623">
                  <c:v>8.7314331593737471E-3</c:v>
                </c:pt>
                <c:pt idx="1624">
                  <c:v>8.2296266559613862E-3</c:v>
                </c:pt>
                <c:pt idx="1625">
                  <c:v>8.0289040545964419E-3</c:v>
                </c:pt>
                <c:pt idx="1626">
                  <c:v>7.8281814532317195E-3</c:v>
                </c:pt>
                <c:pt idx="1627">
                  <c:v>7.8783621035727336E-3</c:v>
                </c:pt>
                <c:pt idx="1628">
                  <c:v>7.8281814532317195E-3</c:v>
                </c:pt>
                <c:pt idx="1629">
                  <c:v>8.3801686069850945E-3</c:v>
                </c:pt>
                <c:pt idx="1630">
                  <c:v>7.8783621035727336E-3</c:v>
                </c:pt>
                <c:pt idx="1631">
                  <c:v>7.7780008028904835E-3</c:v>
                </c:pt>
                <c:pt idx="1632">
                  <c:v>7.7278201525492474E-3</c:v>
                </c:pt>
                <c:pt idx="1633">
                  <c:v>8.0790847049376779E-3</c:v>
                </c:pt>
                <c:pt idx="1634">
                  <c:v>7.8281814532317195E-3</c:v>
                </c:pt>
                <c:pt idx="1635">
                  <c:v>7.527097551184303E-3</c:v>
                </c:pt>
                <c:pt idx="1636">
                  <c:v>7.7278201525492474E-3</c:v>
                </c:pt>
                <c:pt idx="1637">
                  <c:v>8.0790847049376779E-3</c:v>
                </c:pt>
                <c:pt idx="1638">
                  <c:v>7.9285427539141917E-3</c:v>
                </c:pt>
                <c:pt idx="1639">
                  <c:v>7.8281814532317195E-3</c:v>
                </c:pt>
                <c:pt idx="1640">
                  <c:v>7.6776395022080113E-3</c:v>
                </c:pt>
                <c:pt idx="1641">
                  <c:v>7.6776395022080113E-3</c:v>
                </c:pt>
                <c:pt idx="1642">
                  <c:v>7.527097551184303E-3</c:v>
                </c:pt>
                <c:pt idx="1643">
                  <c:v>7.3765556001605948E-3</c:v>
                </c:pt>
                <c:pt idx="1644">
                  <c:v>7.527097551184303E-3</c:v>
                </c:pt>
                <c:pt idx="1645">
                  <c:v>7.5772782015255391E-3</c:v>
                </c:pt>
                <c:pt idx="1646">
                  <c:v>7.0754716981131782E-3</c:v>
                </c:pt>
                <c:pt idx="1647">
                  <c:v>7.4267362505018308E-3</c:v>
                </c:pt>
                <c:pt idx="1648">
                  <c:v>7.0252910477719421E-3</c:v>
                </c:pt>
                <c:pt idx="1649">
                  <c:v>7.3263749498193587E-3</c:v>
                </c:pt>
                <c:pt idx="1650">
                  <c:v>7.1256523484544143E-3</c:v>
                </c:pt>
                <c:pt idx="1651">
                  <c:v>7.0754716981131782E-3</c:v>
                </c:pt>
                <c:pt idx="1652">
                  <c:v>7.0252910477719421E-3</c:v>
                </c:pt>
                <c:pt idx="1653">
                  <c:v>6.8747490967482339E-3</c:v>
                </c:pt>
                <c:pt idx="1654">
                  <c:v>6.92492974708947E-3</c:v>
                </c:pt>
                <c:pt idx="1655">
                  <c:v>6.92492974708947E-3</c:v>
                </c:pt>
                <c:pt idx="1656">
                  <c:v>6.3227619429946369E-3</c:v>
                </c:pt>
                <c:pt idx="1657">
                  <c:v>6.7743877960657617E-3</c:v>
                </c:pt>
                <c:pt idx="1658">
                  <c:v>6.5736651947010394E-3</c:v>
                </c:pt>
                <c:pt idx="1659">
                  <c:v>6.6238458450420534E-3</c:v>
                </c:pt>
                <c:pt idx="1660">
                  <c:v>6.975110397430706E-3</c:v>
                </c:pt>
                <c:pt idx="1661">
                  <c:v>7.0754716981131782E-3</c:v>
                </c:pt>
                <c:pt idx="1662">
                  <c:v>6.7743877960657617E-3</c:v>
                </c:pt>
                <c:pt idx="1663">
                  <c:v>7.6274588518667752E-3</c:v>
                </c:pt>
                <c:pt idx="1664">
                  <c:v>8.0289040545964419E-3</c:v>
                </c:pt>
                <c:pt idx="1665">
                  <c:v>8.9823364110799275E-3</c:v>
                </c:pt>
                <c:pt idx="1666">
                  <c:v>9.5343235648335245E-3</c:v>
                </c:pt>
                <c:pt idx="1667">
                  <c:v>9.7852268165394829E-3</c:v>
                </c:pt>
                <c:pt idx="1668">
                  <c:v>1.0086310718586899E-2</c:v>
                </c:pt>
                <c:pt idx="1669">
                  <c:v>9.9357687675631912E-3</c:v>
                </c:pt>
                <c:pt idx="1670">
                  <c:v>1.0236852669610608E-2</c:v>
                </c:pt>
                <c:pt idx="1671">
                  <c:v>1.0186672019269372E-2</c:v>
                </c:pt>
                <c:pt idx="1672">
                  <c:v>1.0236852669610608E-2</c:v>
                </c:pt>
                <c:pt idx="1673">
                  <c:v>1.0387394620634316E-2</c:v>
                </c:pt>
                <c:pt idx="1674">
                  <c:v>1.0688478522681732E-2</c:v>
                </c:pt>
                <c:pt idx="1675">
                  <c:v>9.9859494179044272E-3</c:v>
                </c:pt>
                <c:pt idx="1676">
                  <c:v>9.9859494179044272E-3</c:v>
                </c:pt>
                <c:pt idx="1677">
                  <c:v>9.9859494179044272E-3</c:v>
                </c:pt>
                <c:pt idx="1678">
                  <c:v>9.7350461661982468E-3</c:v>
                </c:pt>
                <c:pt idx="1679">
                  <c:v>1.0086310718586899E-2</c:v>
                </c:pt>
                <c:pt idx="1680">
                  <c:v>9.8855881172219551E-3</c:v>
                </c:pt>
                <c:pt idx="1681">
                  <c:v>9.5343235648335245E-3</c:v>
                </c:pt>
                <c:pt idx="1682">
                  <c:v>9.5845042151745385E-3</c:v>
                </c:pt>
                <c:pt idx="1683">
                  <c:v>9.5845042151745385E-3</c:v>
                </c:pt>
                <c:pt idx="1684">
                  <c:v>1.0186672019269372E-2</c:v>
                </c:pt>
                <c:pt idx="1685">
                  <c:v>9.7852268165394829E-3</c:v>
                </c:pt>
                <c:pt idx="1686">
                  <c:v>1.0036130068245663E-2</c:v>
                </c:pt>
                <c:pt idx="1687">
                  <c:v>1.0136491368928136E-2</c:v>
                </c:pt>
                <c:pt idx="1688">
                  <c:v>1.0788839823364205E-2</c:v>
                </c:pt>
                <c:pt idx="1689">
                  <c:v>1.0839020473705219E-2</c:v>
                </c:pt>
                <c:pt idx="1690">
                  <c:v>1.0588117221999038E-2</c:v>
                </c:pt>
                <c:pt idx="1691">
                  <c:v>1.1290646326776343E-2</c:v>
                </c:pt>
                <c:pt idx="1692">
                  <c:v>1.1391007627458816E-2</c:v>
                </c:pt>
                <c:pt idx="1693">
                  <c:v>1.1140104375752635E-2</c:v>
                </c:pt>
                <c:pt idx="1694">
                  <c:v>1.1491368928141288E-2</c:v>
                </c:pt>
                <c:pt idx="1695">
                  <c:v>1.1240465676435107E-2</c:v>
                </c:pt>
                <c:pt idx="1696">
                  <c:v>1.1641910879164996E-2</c:v>
                </c:pt>
                <c:pt idx="1697">
                  <c:v>1.1792452830188704E-2</c:v>
                </c:pt>
                <c:pt idx="1698">
                  <c:v>1.2093536732236121E-2</c:v>
                </c:pt>
                <c:pt idx="1699">
                  <c:v>1.1993175431553427E-2</c:v>
                </c:pt>
                <c:pt idx="1700">
                  <c:v>1.2043356081894885E-2</c:v>
                </c:pt>
                <c:pt idx="1701">
                  <c:v>1.1892814130871177E-2</c:v>
                </c:pt>
                <c:pt idx="1702">
                  <c:v>1.1942994781212413E-2</c:v>
                </c:pt>
                <c:pt idx="1703">
                  <c:v>1.1892814130871177E-2</c:v>
                </c:pt>
                <c:pt idx="1704">
                  <c:v>1.159173022882376E-2</c:v>
                </c:pt>
                <c:pt idx="1705">
                  <c:v>1.1742272179847468E-2</c:v>
                </c:pt>
                <c:pt idx="1706">
                  <c:v>1.1993175431553427E-2</c:v>
                </c:pt>
                <c:pt idx="1707">
                  <c:v>1.2294259333600843E-2</c:v>
                </c:pt>
                <c:pt idx="1708">
                  <c:v>1.259534323564826E-2</c:v>
                </c:pt>
                <c:pt idx="1709">
                  <c:v>1.2695704536330732E-2</c:v>
                </c:pt>
                <c:pt idx="1710">
                  <c:v>1.3548775592131523E-2</c:v>
                </c:pt>
                <c:pt idx="1711">
                  <c:v>1.4201124046567815E-2</c:v>
                </c:pt>
                <c:pt idx="1712">
                  <c:v>1.4201124046567815E-2</c:v>
                </c:pt>
                <c:pt idx="1713">
                  <c:v>1.4301485347250065E-2</c:v>
                </c:pt>
                <c:pt idx="1714">
                  <c:v>1.3649136892814218E-2</c:v>
                </c:pt>
                <c:pt idx="1715">
                  <c:v>1.3950220794861412E-2</c:v>
                </c:pt>
                <c:pt idx="1716">
                  <c:v>1.3950220794861412E-2</c:v>
                </c:pt>
                <c:pt idx="1717">
                  <c:v>1.3649136892814218E-2</c:v>
                </c:pt>
                <c:pt idx="1718">
                  <c:v>1.2645523885989718E-2</c:v>
                </c:pt>
                <c:pt idx="1719">
                  <c:v>1.2695704536330732E-2</c:v>
                </c:pt>
                <c:pt idx="1720">
                  <c:v>1.3046969088719385E-2</c:v>
                </c:pt>
                <c:pt idx="1721">
                  <c:v>1.2896427137695676E-2</c:v>
                </c:pt>
                <c:pt idx="1722">
                  <c:v>1.284624648735444E-2</c:v>
                </c:pt>
                <c:pt idx="1723">
                  <c:v>1.2745885186671968E-2</c:v>
                </c:pt>
                <c:pt idx="1724">
                  <c:v>1.1993175431553427E-2</c:v>
                </c:pt>
                <c:pt idx="1725">
                  <c:v>1.2043356081894885E-2</c:v>
                </c:pt>
                <c:pt idx="1726">
                  <c:v>1.184263348052994E-2</c:v>
                </c:pt>
                <c:pt idx="1727">
                  <c:v>1.1942994781212413E-2</c:v>
                </c:pt>
                <c:pt idx="1728">
                  <c:v>1.2394620634283315E-2</c:v>
                </c:pt>
                <c:pt idx="1729">
                  <c:v>1.2043356081894885E-2</c:v>
                </c:pt>
                <c:pt idx="1730">
                  <c:v>1.1993175431553427E-2</c:v>
                </c:pt>
                <c:pt idx="1731">
                  <c:v>1.2093536732236121E-2</c:v>
                </c:pt>
                <c:pt idx="1732">
                  <c:v>1.1190285026093871E-2</c:v>
                </c:pt>
                <c:pt idx="1733">
                  <c:v>1.1692091529506232E-2</c:v>
                </c:pt>
                <c:pt idx="1734">
                  <c:v>1.1892814130871177E-2</c:v>
                </c:pt>
                <c:pt idx="1735">
                  <c:v>1.159173022882376E-2</c:v>
                </c:pt>
                <c:pt idx="1736">
                  <c:v>1.1541549578482524E-2</c:v>
                </c:pt>
                <c:pt idx="1737">
                  <c:v>1.2093536732236121E-2</c:v>
                </c:pt>
                <c:pt idx="1738">
                  <c:v>1.1491368928141288E-2</c:v>
                </c:pt>
                <c:pt idx="1739">
                  <c:v>1.1641910879164996E-2</c:v>
                </c:pt>
                <c:pt idx="1740">
                  <c:v>1.1792452830188704E-2</c:v>
                </c:pt>
                <c:pt idx="1741">
                  <c:v>1.249498193496601E-2</c:v>
                </c:pt>
                <c:pt idx="1742">
                  <c:v>1.1692091529506232E-2</c:v>
                </c:pt>
                <c:pt idx="1743">
                  <c:v>1.1240465676435107E-2</c:v>
                </c:pt>
                <c:pt idx="1744">
                  <c:v>1.1140104375752635E-2</c:v>
                </c:pt>
                <c:pt idx="1745">
                  <c:v>1.159173022882376E-2</c:v>
                </c:pt>
                <c:pt idx="1746">
                  <c:v>1.0638297872340496E-2</c:v>
                </c:pt>
                <c:pt idx="1747">
                  <c:v>1.1140104375752635E-2</c:v>
                </c:pt>
                <c:pt idx="1748">
                  <c:v>1.0839020473705219E-2</c:v>
                </c:pt>
                <c:pt idx="1749">
                  <c:v>1.1089923725411621E-2</c:v>
                </c:pt>
                <c:pt idx="1750">
                  <c:v>1.0889201124046455E-2</c:v>
                </c:pt>
                <c:pt idx="1751">
                  <c:v>1.0487755921316788E-2</c:v>
                </c:pt>
                <c:pt idx="1752">
                  <c:v>1.0086310718586899E-2</c:v>
                </c:pt>
                <c:pt idx="1753">
                  <c:v>1.0186672019269372E-2</c:v>
                </c:pt>
                <c:pt idx="1754">
                  <c:v>1.0487755921316788E-2</c:v>
                </c:pt>
                <c:pt idx="1755">
                  <c:v>9.6346848655157746E-3</c:v>
                </c:pt>
                <c:pt idx="1756">
                  <c:v>9.3336009634683581E-3</c:v>
                </c:pt>
                <c:pt idx="1757">
                  <c:v>9.8855881172219551E-3</c:v>
                </c:pt>
                <c:pt idx="1758">
                  <c:v>9.6346848655157746E-3</c:v>
                </c:pt>
                <c:pt idx="1759">
                  <c:v>9.1328783621036358E-3</c:v>
                </c:pt>
                <c:pt idx="1760">
                  <c:v>8.7816138097149832E-3</c:v>
                </c:pt>
                <c:pt idx="1761">
                  <c:v>9.1830590124448719E-3</c:v>
                </c:pt>
                <c:pt idx="1762">
                  <c:v>9.5343235648335245E-3</c:v>
                </c:pt>
                <c:pt idx="1763">
                  <c:v>9.3336009634683581E-3</c:v>
                </c:pt>
                <c:pt idx="1764">
                  <c:v>9.7350461661982468E-3</c:v>
                </c:pt>
                <c:pt idx="1765">
                  <c:v>8.8819751103974554E-3</c:v>
                </c:pt>
                <c:pt idx="1766">
                  <c:v>8.9823364110799275E-3</c:v>
                </c:pt>
                <c:pt idx="1767">
                  <c:v>9.9357687675631912E-3</c:v>
                </c:pt>
                <c:pt idx="1768">
                  <c:v>9.283420313127122E-3</c:v>
                </c:pt>
                <c:pt idx="1769">
                  <c:v>9.283420313127122E-3</c:v>
                </c:pt>
                <c:pt idx="1770">
                  <c:v>9.233239662786108E-3</c:v>
                </c:pt>
                <c:pt idx="1771">
                  <c:v>9.5845042151745385E-3</c:v>
                </c:pt>
                <c:pt idx="1772">
                  <c:v>9.7350461661982468E-3</c:v>
                </c:pt>
                <c:pt idx="1773">
                  <c:v>9.6346848655157746E-3</c:v>
                </c:pt>
                <c:pt idx="1774">
                  <c:v>9.233239662786108E-3</c:v>
                </c:pt>
                <c:pt idx="1775">
                  <c:v>9.6848655158570107E-3</c:v>
                </c:pt>
                <c:pt idx="1776">
                  <c:v>9.0826977117623997E-3</c:v>
                </c:pt>
                <c:pt idx="1777">
                  <c:v>9.5845042151745385E-3</c:v>
                </c:pt>
                <c:pt idx="1778">
                  <c:v>9.6848655158570107E-3</c:v>
                </c:pt>
                <c:pt idx="1779">
                  <c:v>9.8855881172219551E-3</c:v>
                </c:pt>
                <c:pt idx="1780">
                  <c:v>9.7852268165394829E-3</c:v>
                </c:pt>
                <c:pt idx="1781">
                  <c:v>9.1830590124448719E-3</c:v>
                </c:pt>
                <c:pt idx="1782">
                  <c:v>9.9357687675631912E-3</c:v>
                </c:pt>
                <c:pt idx="1783">
                  <c:v>1.0387394620634316E-2</c:v>
                </c:pt>
                <c:pt idx="1784">
                  <c:v>9.9357687675631912E-3</c:v>
                </c:pt>
                <c:pt idx="1785">
                  <c:v>1.0537936571658024E-2</c:v>
                </c:pt>
                <c:pt idx="1786">
                  <c:v>1.0839020473705219E-2</c:v>
                </c:pt>
                <c:pt idx="1787">
                  <c:v>1.0287033319951844E-2</c:v>
                </c:pt>
                <c:pt idx="1788">
                  <c:v>1.0588117221999038E-2</c:v>
                </c:pt>
                <c:pt idx="1789">
                  <c:v>1.0387394620634316E-2</c:v>
                </c:pt>
                <c:pt idx="1790">
                  <c:v>1.0387394620634316E-2</c:v>
                </c:pt>
                <c:pt idx="1791">
                  <c:v>1.0136491368928136E-2</c:v>
                </c:pt>
                <c:pt idx="1792">
                  <c:v>1.0186672019269372E-2</c:v>
                </c:pt>
                <c:pt idx="1793">
                  <c:v>1.0136491368928136E-2</c:v>
                </c:pt>
                <c:pt idx="1794">
                  <c:v>9.9859494179044272E-3</c:v>
                </c:pt>
                <c:pt idx="1795">
                  <c:v>9.6848655158570107E-3</c:v>
                </c:pt>
                <c:pt idx="1796">
                  <c:v>9.5343235648335245E-3</c:v>
                </c:pt>
                <c:pt idx="1797">
                  <c:v>1.0036130068245663E-2</c:v>
                </c:pt>
                <c:pt idx="1798">
                  <c:v>9.9357687675631912E-3</c:v>
                </c:pt>
                <c:pt idx="1799">
                  <c:v>1.0236852669610608E-2</c:v>
                </c:pt>
                <c:pt idx="1800">
                  <c:v>9.7852268165394829E-3</c:v>
                </c:pt>
                <c:pt idx="1801">
                  <c:v>1.0287033319951844E-2</c:v>
                </c:pt>
                <c:pt idx="1802">
                  <c:v>9.5343235648335245E-3</c:v>
                </c:pt>
                <c:pt idx="1803">
                  <c:v>9.4841429144920664E-3</c:v>
                </c:pt>
                <c:pt idx="1804">
                  <c:v>9.7852268165394829E-3</c:v>
                </c:pt>
                <c:pt idx="1805">
                  <c:v>9.9357687675631912E-3</c:v>
                </c:pt>
                <c:pt idx="1806">
                  <c:v>9.9357687675631912E-3</c:v>
                </c:pt>
                <c:pt idx="1807">
                  <c:v>9.0826977117623997E-3</c:v>
                </c:pt>
                <c:pt idx="1808">
                  <c:v>8.9823364110799275E-3</c:v>
                </c:pt>
                <c:pt idx="1809">
                  <c:v>9.5845042151745385E-3</c:v>
                </c:pt>
                <c:pt idx="1810">
                  <c:v>9.6848655158570107E-3</c:v>
                </c:pt>
                <c:pt idx="1811">
                  <c:v>9.4339622641508303E-3</c:v>
                </c:pt>
                <c:pt idx="1812">
                  <c:v>9.835407466880719E-3</c:v>
                </c:pt>
                <c:pt idx="1813">
                  <c:v>9.6346848655157746E-3</c:v>
                </c:pt>
                <c:pt idx="1814">
                  <c:v>9.4841429144920664E-3</c:v>
                </c:pt>
                <c:pt idx="1815">
                  <c:v>9.5343235648335245E-3</c:v>
                </c:pt>
                <c:pt idx="1816">
                  <c:v>9.5343235648335245E-3</c:v>
                </c:pt>
                <c:pt idx="1817">
                  <c:v>9.6346848655157746E-3</c:v>
                </c:pt>
                <c:pt idx="1818">
                  <c:v>9.7852268165394829E-3</c:v>
                </c:pt>
                <c:pt idx="1819">
                  <c:v>1.0086310718586899E-2</c:v>
                </c:pt>
                <c:pt idx="1820">
                  <c:v>9.9357687675631912E-3</c:v>
                </c:pt>
                <c:pt idx="1821">
                  <c:v>1.0588117221999038E-2</c:v>
                </c:pt>
                <c:pt idx="1822">
                  <c:v>1.0939381774387913E-2</c:v>
                </c:pt>
                <c:pt idx="1823">
                  <c:v>1.0287033319951844E-2</c:v>
                </c:pt>
                <c:pt idx="1824">
                  <c:v>1.0287033319951844E-2</c:v>
                </c:pt>
                <c:pt idx="1825">
                  <c:v>1.0588117221999038E-2</c:v>
                </c:pt>
                <c:pt idx="1826">
                  <c:v>1.0136491368928136E-2</c:v>
                </c:pt>
                <c:pt idx="1827">
                  <c:v>1.1391007627458816E-2</c:v>
                </c:pt>
                <c:pt idx="1828">
                  <c:v>1.1240465676435107E-2</c:v>
                </c:pt>
                <c:pt idx="1829">
                  <c:v>1.0738659173022747E-2</c:v>
                </c:pt>
                <c:pt idx="1830">
                  <c:v>1.1089923725411621E-2</c:v>
                </c:pt>
                <c:pt idx="1831">
                  <c:v>1.1190285026093871E-2</c:v>
                </c:pt>
                <c:pt idx="1832">
                  <c:v>1.1491368928141288E-2</c:v>
                </c:pt>
                <c:pt idx="1833">
                  <c:v>1.1039743075070163E-2</c:v>
                </c:pt>
                <c:pt idx="1834">
                  <c:v>1.1039743075070163E-2</c:v>
                </c:pt>
                <c:pt idx="1835">
                  <c:v>1.1942994781212413E-2</c:v>
                </c:pt>
                <c:pt idx="1836">
                  <c:v>1.184263348052994E-2</c:v>
                </c:pt>
                <c:pt idx="1837">
                  <c:v>1.159173022882376E-2</c:v>
                </c:pt>
                <c:pt idx="1838">
                  <c:v>1.0889201124046455E-2</c:v>
                </c:pt>
                <c:pt idx="1839">
                  <c:v>1.1641910879164996E-2</c:v>
                </c:pt>
                <c:pt idx="1840">
                  <c:v>1.2093536732236121E-2</c:v>
                </c:pt>
                <c:pt idx="1841">
                  <c:v>1.1641910879164996E-2</c:v>
                </c:pt>
                <c:pt idx="1842">
                  <c:v>1.1692091529506232E-2</c:v>
                </c:pt>
                <c:pt idx="1843">
                  <c:v>1.1491368928141288E-2</c:v>
                </c:pt>
                <c:pt idx="1844">
                  <c:v>1.1290646326776343E-2</c:v>
                </c:pt>
                <c:pt idx="1845">
                  <c:v>1.2294259333600843E-2</c:v>
                </c:pt>
                <c:pt idx="1846">
                  <c:v>1.1441188277800052E-2</c:v>
                </c:pt>
                <c:pt idx="1847">
                  <c:v>1.1089923725411621E-2</c:v>
                </c:pt>
                <c:pt idx="1848">
                  <c:v>1.0688478522681732E-2</c:v>
                </c:pt>
                <c:pt idx="1849">
                  <c:v>1.1089923725411621E-2</c:v>
                </c:pt>
                <c:pt idx="1850">
                  <c:v>1.1190285026093871E-2</c:v>
                </c:pt>
                <c:pt idx="1851">
                  <c:v>1.1441188277800052E-2</c:v>
                </c:pt>
                <c:pt idx="1852">
                  <c:v>1.1692091529506232E-2</c:v>
                </c:pt>
                <c:pt idx="1853">
                  <c:v>1.1892814130871177E-2</c:v>
                </c:pt>
                <c:pt idx="1854">
                  <c:v>1.1240465676435107E-2</c:v>
                </c:pt>
                <c:pt idx="1855">
                  <c:v>1.1792452830188704E-2</c:v>
                </c:pt>
                <c:pt idx="1856">
                  <c:v>1.1742272179847468E-2</c:v>
                </c:pt>
                <c:pt idx="1857">
                  <c:v>1.1692091529506232E-2</c:v>
                </c:pt>
                <c:pt idx="1858">
                  <c:v>1.2043356081894885E-2</c:v>
                </c:pt>
                <c:pt idx="1859">
                  <c:v>1.2093536732236121E-2</c:v>
                </c:pt>
                <c:pt idx="1860">
                  <c:v>1.1692091529506232E-2</c:v>
                </c:pt>
                <c:pt idx="1861">
                  <c:v>1.2695704536330732E-2</c:v>
                </c:pt>
                <c:pt idx="1862">
                  <c:v>1.2394620634283315E-2</c:v>
                </c:pt>
                <c:pt idx="1863">
                  <c:v>1.284624648735444E-2</c:v>
                </c:pt>
                <c:pt idx="1864">
                  <c:v>1.249498193496601E-2</c:v>
                </c:pt>
                <c:pt idx="1865">
                  <c:v>1.259534323564826E-2</c:v>
                </c:pt>
                <c:pt idx="1866">
                  <c:v>1.259534323564826E-2</c:v>
                </c:pt>
                <c:pt idx="1867">
                  <c:v>1.2344439983942301E-2</c:v>
                </c:pt>
                <c:pt idx="1868">
                  <c:v>1.2645523885989718E-2</c:v>
                </c:pt>
                <c:pt idx="1869">
                  <c:v>1.2695704536330732E-2</c:v>
                </c:pt>
                <c:pt idx="1870">
                  <c:v>1.284624648735444E-2</c:v>
                </c:pt>
                <c:pt idx="1871">
                  <c:v>1.2193898032918593E-2</c:v>
                </c:pt>
                <c:pt idx="1872">
                  <c:v>1.2244078683259829E-2</c:v>
                </c:pt>
                <c:pt idx="1873">
                  <c:v>1.2344439983942301E-2</c:v>
                </c:pt>
                <c:pt idx="1874">
                  <c:v>1.259534323564826E-2</c:v>
                </c:pt>
                <c:pt idx="1875">
                  <c:v>1.2796065837013204E-2</c:v>
                </c:pt>
                <c:pt idx="1876">
                  <c:v>1.4000401445202648E-2</c:v>
                </c:pt>
                <c:pt idx="1877">
                  <c:v>1.4201124046567815E-2</c:v>
                </c:pt>
                <c:pt idx="1878">
                  <c:v>1.4251304696908829E-2</c:v>
                </c:pt>
                <c:pt idx="1879">
                  <c:v>1.4502207948615009E-2</c:v>
                </c:pt>
                <c:pt idx="1880">
                  <c:v>1.475311120032119E-2</c:v>
                </c:pt>
                <c:pt idx="1881">
                  <c:v>1.4953833801685912E-2</c:v>
                </c:pt>
                <c:pt idx="1882">
                  <c:v>1.5455640305098495E-2</c:v>
                </c:pt>
                <c:pt idx="1883">
                  <c:v>1.600762745885187E-2</c:v>
                </c:pt>
                <c:pt idx="1884">
                  <c:v>1.6107988759534342E-2</c:v>
                </c:pt>
                <c:pt idx="1885">
                  <c:v>1.5957446808510634E-2</c:v>
                </c:pt>
                <c:pt idx="1886">
                  <c:v>1.6107988759534342E-2</c:v>
                </c:pt>
                <c:pt idx="1887">
                  <c:v>1.6057808109193106E-2</c:v>
                </c:pt>
                <c:pt idx="1888">
                  <c:v>1.6208350060216814E-2</c:v>
                </c:pt>
                <c:pt idx="1889">
                  <c:v>1.6158169409875578E-2</c:v>
                </c:pt>
                <c:pt idx="1890">
                  <c:v>1.6107988759534342E-2</c:v>
                </c:pt>
                <c:pt idx="1891">
                  <c:v>1.6459253311922994E-2</c:v>
                </c:pt>
                <c:pt idx="1892">
                  <c:v>1.6710156563629175E-2</c:v>
                </c:pt>
                <c:pt idx="1893">
                  <c:v>1.6459253311922994E-2</c:v>
                </c:pt>
                <c:pt idx="1894">
                  <c:v>1.6509433962264008E-2</c:v>
                </c:pt>
                <c:pt idx="1895">
                  <c:v>1.5756724207145689E-2</c:v>
                </c:pt>
                <c:pt idx="1896">
                  <c:v>1.5957446808510634E-2</c:v>
                </c:pt>
                <c:pt idx="1897">
                  <c:v>1.6107988759534342E-2</c:v>
                </c:pt>
                <c:pt idx="1898">
                  <c:v>1.5305098354074786E-2</c:v>
                </c:pt>
                <c:pt idx="1899">
                  <c:v>1.5204737053392314E-2</c:v>
                </c:pt>
                <c:pt idx="1900">
                  <c:v>1.4803291850662426E-2</c:v>
                </c:pt>
                <c:pt idx="1901">
                  <c:v>1.4803291850662426E-2</c:v>
                </c:pt>
                <c:pt idx="1902">
                  <c:v>1.5305098354074786E-2</c:v>
                </c:pt>
                <c:pt idx="1903">
                  <c:v>1.4652749899638717E-2</c:v>
                </c:pt>
                <c:pt idx="1904">
                  <c:v>1.5606182256121981E-2</c:v>
                </c:pt>
                <c:pt idx="1905">
                  <c:v>1.510437575270962E-2</c:v>
                </c:pt>
                <c:pt idx="1906">
                  <c:v>1.5204737053392314E-2</c:v>
                </c:pt>
                <c:pt idx="1907">
                  <c:v>1.5355279004415801E-2</c:v>
                </c:pt>
                <c:pt idx="1908">
                  <c:v>1.5556001605780745E-2</c:v>
                </c:pt>
                <c:pt idx="1909">
                  <c:v>1.6107988759534342E-2</c:v>
                </c:pt>
                <c:pt idx="1910">
                  <c:v>1.5756724207145689E-2</c:v>
                </c:pt>
                <c:pt idx="1911">
                  <c:v>1.5305098354074786E-2</c:v>
                </c:pt>
                <c:pt idx="1912">
                  <c:v>1.5756724207145689E-2</c:v>
                </c:pt>
                <c:pt idx="1913">
                  <c:v>1.5556001605780745E-2</c:v>
                </c:pt>
                <c:pt idx="1914">
                  <c:v>1.5957446808510634E-2</c:v>
                </c:pt>
                <c:pt idx="1915">
                  <c:v>1.5957446808510634E-2</c:v>
                </c:pt>
                <c:pt idx="1916">
                  <c:v>1.5907266158169397E-2</c:v>
                </c:pt>
                <c:pt idx="1917">
                  <c:v>1.600762745885187E-2</c:v>
                </c:pt>
                <c:pt idx="1918">
                  <c:v>1.6107988759534342E-2</c:v>
                </c:pt>
                <c:pt idx="1919">
                  <c:v>1.6810517864311425E-2</c:v>
                </c:pt>
                <c:pt idx="1920">
                  <c:v>1.6961059815335133E-2</c:v>
                </c:pt>
                <c:pt idx="1921">
                  <c:v>1.7111601766358842E-2</c:v>
                </c:pt>
                <c:pt idx="1922">
                  <c:v>1.7312324367723786E-2</c:v>
                </c:pt>
                <c:pt idx="1923">
                  <c:v>1.7312324367723786E-2</c:v>
                </c:pt>
                <c:pt idx="1924">
                  <c:v>1.6961059815335133E-2</c:v>
                </c:pt>
                <c:pt idx="1925">
                  <c:v>1.6961059815335133E-2</c:v>
                </c:pt>
                <c:pt idx="1926">
                  <c:v>1.7563227619429966E-2</c:v>
                </c:pt>
                <c:pt idx="1927">
                  <c:v>1.8014853472501091E-2</c:v>
                </c:pt>
                <c:pt idx="1928">
                  <c:v>1.7613408269771202E-2</c:v>
                </c:pt>
                <c:pt idx="1929">
                  <c:v>1.8315937374548508E-2</c:v>
                </c:pt>
                <c:pt idx="1930">
                  <c:v>1.8867924528301883E-2</c:v>
                </c:pt>
                <c:pt idx="1931">
                  <c:v>1.9720995584102896E-2</c:v>
                </c:pt>
                <c:pt idx="1932">
                  <c:v>1.952027298273773E-2</c:v>
                </c:pt>
                <c:pt idx="1933">
                  <c:v>1.9620634283420202E-2</c:v>
                </c:pt>
                <c:pt idx="1934">
                  <c:v>2.0072260136491327E-2</c:v>
                </c:pt>
                <c:pt idx="1935">
                  <c:v>1.9670814933761438E-2</c:v>
                </c:pt>
                <c:pt idx="1936">
                  <c:v>2.0072260136491327E-2</c:v>
                </c:pt>
                <c:pt idx="1937">
                  <c:v>1.9470092332396716E-2</c:v>
                </c:pt>
                <c:pt idx="1938">
                  <c:v>1.9470092332396716E-2</c:v>
                </c:pt>
                <c:pt idx="1939">
                  <c:v>2.067442794058616E-2</c:v>
                </c:pt>
                <c:pt idx="1940">
                  <c:v>2.0473705339221215E-2</c:v>
                </c:pt>
                <c:pt idx="1941">
                  <c:v>2.1577679646728187E-2</c:v>
                </c:pt>
                <c:pt idx="1942">
                  <c:v>2.1477318346045715E-2</c:v>
                </c:pt>
                <c:pt idx="1943">
                  <c:v>2.1477318346045715E-2</c:v>
                </c:pt>
                <c:pt idx="1944">
                  <c:v>2.2179847450822798E-2</c:v>
                </c:pt>
                <c:pt idx="1945">
                  <c:v>2.1979124849458076E-2</c:v>
                </c:pt>
                <c:pt idx="1946">
                  <c:v>2.2581292653552687E-2</c:v>
                </c:pt>
                <c:pt idx="1947">
                  <c:v>2.2129666800481784E-2</c:v>
                </c:pt>
                <c:pt idx="1948">
                  <c:v>2.1778402248093132E-2</c:v>
                </c:pt>
                <c:pt idx="1949">
                  <c:v>2.2280208751505493E-2</c:v>
                </c:pt>
                <c:pt idx="1950">
                  <c:v>2.2029305499799312E-2</c:v>
                </c:pt>
                <c:pt idx="1951">
                  <c:v>2.1477318346045715E-2</c:v>
                </c:pt>
                <c:pt idx="1952">
                  <c:v>2.1427137695704479E-2</c:v>
                </c:pt>
                <c:pt idx="1953">
                  <c:v>2.0473705339221215E-2</c:v>
                </c:pt>
                <c:pt idx="1954">
                  <c:v>2.1527498996386951E-2</c:v>
                </c:pt>
                <c:pt idx="1955">
                  <c:v>2.1226415094339535E-2</c:v>
                </c:pt>
                <c:pt idx="1956">
                  <c:v>2.1979124849458076E-2</c:v>
                </c:pt>
                <c:pt idx="1957">
                  <c:v>2.1878763548775604E-2</c:v>
                </c:pt>
                <c:pt idx="1958">
                  <c:v>2.1427137695704479E-2</c:v>
                </c:pt>
                <c:pt idx="1959">
                  <c:v>2.0975511842633576E-2</c:v>
                </c:pt>
                <c:pt idx="1960">
                  <c:v>2.1477318346045715E-2</c:v>
                </c:pt>
                <c:pt idx="1961">
                  <c:v>2.1577679646728187E-2</c:v>
                </c:pt>
                <c:pt idx="1962">
                  <c:v>2.2029305499799312E-2</c:v>
                </c:pt>
                <c:pt idx="1963">
                  <c:v>2.1627860297069423E-2</c:v>
                </c:pt>
                <c:pt idx="1964">
                  <c:v>2.2029305499799312E-2</c:v>
                </c:pt>
                <c:pt idx="1965">
                  <c:v>2.2782015254917631E-2</c:v>
                </c:pt>
                <c:pt idx="1966">
                  <c:v>2.3484544359694937E-2</c:v>
                </c:pt>
                <c:pt idx="1967">
                  <c:v>2.3434363709353701E-2</c:v>
                </c:pt>
                <c:pt idx="1968">
                  <c:v>2.2782015254917631E-2</c:v>
                </c:pt>
                <c:pt idx="1969">
                  <c:v>2.3384183059012464E-2</c:v>
                </c:pt>
                <c:pt idx="1970">
                  <c:v>2.3885989562424603E-2</c:v>
                </c:pt>
                <c:pt idx="1971">
                  <c:v>2.408671216378977E-2</c:v>
                </c:pt>
                <c:pt idx="1972">
                  <c:v>2.4488157366519436E-2</c:v>
                </c:pt>
                <c:pt idx="1973">
                  <c:v>2.4387796065836964E-2</c:v>
                </c:pt>
                <c:pt idx="1974">
                  <c:v>2.4688879967884381E-2</c:v>
                </c:pt>
                <c:pt idx="1975">
                  <c:v>2.4638699317543145E-2</c:v>
                </c:pt>
                <c:pt idx="1976">
                  <c:v>2.5592131674026408E-2</c:v>
                </c:pt>
                <c:pt idx="1977">
                  <c:v>2.5541951023685394E-2</c:v>
                </c:pt>
                <c:pt idx="1978">
                  <c:v>2.5742673625050116E-2</c:v>
                </c:pt>
                <c:pt idx="1979">
                  <c:v>2.6093938177438769E-2</c:v>
                </c:pt>
                <c:pt idx="1980">
                  <c:v>2.6395022079486186E-2</c:v>
                </c:pt>
                <c:pt idx="1981">
                  <c:v>2.6244480128462477E-2</c:v>
                </c:pt>
                <c:pt idx="1982">
                  <c:v>2.534122842232045E-2</c:v>
                </c:pt>
                <c:pt idx="1983">
                  <c:v>2.5792854275391353E-2</c:v>
                </c:pt>
                <c:pt idx="1984">
                  <c:v>2.5742673625050116E-2</c:v>
                </c:pt>
                <c:pt idx="1985">
                  <c:v>2.5391409072661686E-2</c:v>
                </c:pt>
                <c:pt idx="1986">
                  <c:v>2.5040144520273033E-2</c:v>
                </c:pt>
                <c:pt idx="1987">
                  <c:v>2.4739060618225617E-2</c:v>
                </c:pt>
                <c:pt idx="1988">
                  <c:v>2.4588518667201908E-2</c:v>
                </c:pt>
                <c:pt idx="1989">
                  <c:v>2.4588518667201908E-2</c:v>
                </c:pt>
                <c:pt idx="1990">
                  <c:v>2.3083099156965048E-2</c:v>
                </c:pt>
                <c:pt idx="1991">
                  <c:v>2.3233641107988756E-2</c:v>
                </c:pt>
                <c:pt idx="1992">
                  <c:v>2.318346045764752E-2</c:v>
                </c:pt>
                <c:pt idx="1993">
                  <c:v>2.3785628261742353E-2</c:v>
                </c:pt>
                <c:pt idx="1994">
                  <c:v>2.3133279807306284E-2</c:v>
                </c:pt>
                <c:pt idx="1995">
                  <c:v>2.3484544359694937E-2</c:v>
                </c:pt>
                <c:pt idx="1996">
                  <c:v>2.2731834604576395E-2</c:v>
                </c:pt>
                <c:pt idx="1997">
                  <c:v>2.2782015254917631E-2</c:v>
                </c:pt>
                <c:pt idx="1998">
                  <c:v>2.3133279807306284E-2</c:v>
                </c:pt>
                <c:pt idx="1999">
                  <c:v>2.2480931352870215E-2</c:v>
                </c:pt>
                <c:pt idx="2000">
                  <c:v>2.2280208751505493E-2</c:v>
                </c:pt>
                <c:pt idx="2001">
                  <c:v>2.293255720594134E-2</c:v>
                </c:pt>
                <c:pt idx="2002">
                  <c:v>2.3334002408671228E-2</c:v>
                </c:pt>
                <c:pt idx="2003">
                  <c:v>2.2731834604576395E-2</c:v>
                </c:pt>
                <c:pt idx="2004">
                  <c:v>2.293255720594134E-2</c:v>
                </c:pt>
                <c:pt idx="2005">
                  <c:v>2.3083099156965048E-2</c:v>
                </c:pt>
                <c:pt idx="2006">
                  <c:v>2.3384183059012464E-2</c:v>
                </c:pt>
                <c:pt idx="2007">
                  <c:v>2.3032918506623812E-2</c:v>
                </c:pt>
                <c:pt idx="2008">
                  <c:v>2.3032918506623812E-2</c:v>
                </c:pt>
                <c:pt idx="2009">
                  <c:v>2.3434363709353701E-2</c:v>
                </c:pt>
                <c:pt idx="2010">
                  <c:v>2.293255720594134E-2</c:v>
                </c:pt>
                <c:pt idx="2011">
                  <c:v>2.3283821758329992E-2</c:v>
                </c:pt>
                <c:pt idx="2012">
                  <c:v>2.2982737856282576E-2</c:v>
                </c:pt>
                <c:pt idx="2013">
                  <c:v>2.293255720594134E-2</c:v>
                </c:pt>
                <c:pt idx="2014">
                  <c:v>2.3283821758329992E-2</c:v>
                </c:pt>
                <c:pt idx="2015">
                  <c:v>2.3283821758329992E-2</c:v>
                </c:pt>
                <c:pt idx="2016">
                  <c:v>2.3534725010036173E-2</c:v>
                </c:pt>
                <c:pt idx="2017">
                  <c:v>2.3434363709353701E-2</c:v>
                </c:pt>
                <c:pt idx="2018">
                  <c:v>2.3635086310718645E-2</c:v>
                </c:pt>
                <c:pt idx="2019">
                  <c:v>2.3885989562424603E-2</c:v>
                </c:pt>
                <c:pt idx="2020">
                  <c:v>2.4839421918908089E-2</c:v>
                </c:pt>
                <c:pt idx="2021">
                  <c:v>2.4538338016860672E-2</c:v>
                </c:pt>
                <c:pt idx="2022">
                  <c:v>2.5040144520273033E-2</c:v>
                </c:pt>
                <c:pt idx="2023">
                  <c:v>2.4337615415495728E-2</c:v>
                </c:pt>
                <c:pt idx="2024">
                  <c:v>2.3685266961059881E-2</c:v>
                </c:pt>
                <c:pt idx="2025">
                  <c:v>2.418707346447202E-2</c:v>
                </c:pt>
                <c:pt idx="2026">
                  <c:v>2.4287434765154492E-2</c:v>
                </c:pt>
                <c:pt idx="2027">
                  <c:v>2.3986350863107297E-2</c:v>
                </c:pt>
                <c:pt idx="2028">
                  <c:v>2.4136892814130784E-2</c:v>
                </c:pt>
                <c:pt idx="2029">
                  <c:v>2.44379767161782E-2</c:v>
                </c:pt>
                <c:pt idx="2030">
                  <c:v>2.408671216378977E-2</c:v>
                </c:pt>
                <c:pt idx="2031">
                  <c:v>2.4588518667201908E-2</c:v>
                </c:pt>
                <c:pt idx="2032">
                  <c:v>2.44379767161782E-2</c:v>
                </c:pt>
                <c:pt idx="2033">
                  <c:v>2.4387796065836964E-2</c:v>
                </c:pt>
                <c:pt idx="2034">
                  <c:v>2.4387796065836964E-2</c:v>
                </c:pt>
                <c:pt idx="2035">
                  <c:v>2.4588518667201908E-2</c:v>
                </c:pt>
                <c:pt idx="2036">
                  <c:v>2.4839421918908089E-2</c:v>
                </c:pt>
                <c:pt idx="2037">
                  <c:v>2.5040144520273033E-2</c:v>
                </c:pt>
                <c:pt idx="2038">
                  <c:v>2.3685266961059881E-2</c:v>
                </c:pt>
                <c:pt idx="2039">
                  <c:v>2.4287434765154492E-2</c:v>
                </c:pt>
                <c:pt idx="2040">
                  <c:v>2.4789241268566853E-2</c:v>
                </c:pt>
                <c:pt idx="2041">
                  <c:v>2.4588518667201908E-2</c:v>
                </c:pt>
                <c:pt idx="2042">
                  <c:v>2.5090325170614269E-2</c:v>
                </c:pt>
                <c:pt idx="2043">
                  <c:v>2.4889602569249325E-2</c:v>
                </c:pt>
                <c:pt idx="2044">
                  <c:v>2.4889602569249325E-2</c:v>
                </c:pt>
                <c:pt idx="2045">
                  <c:v>2.4839421918908089E-2</c:v>
                </c:pt>
                <c:pt idx="2046">
                  <c:v>2.4789241268566853E-2</c:v>
                </c:pt>
                <c:pt idx="2047">
                  <c:v>2.4889602569249325E-2</c:v>
                </c:pt>
                <c:pt idx="2048">
                  <c:v>2.4739060618225617E-2</c:v>
                </c:pt>
                <c:pt idx="2049">
                  <c:v>2.4488157366519436E-2</c:v>
                </c:pt>
                <c:pt idx="2050">
                  <c:v>2.4889602569249325E-2</c:v>
                </c:pt>
                <c:pt idx="2051">
                  <c:v>2.4889602569249325E-2</c:v>
                </c:pt>
                <c:pt idx="2052">
                  <c:v>2.4588518667201908E-2</c:v>
                </c:pt>
                <c:pt idx="2053">
                  <c:v>2.4739060618225617E-2</c:v>
                </c:pt>
                <c:pt idx="2054">
                  <c:v>2.4538338016860672E-2</c:v>
                </c:pt>
                <c:pt idx="2055">
                  <c:v>2.4488157366519436E-2</c:v>
                </c:pt>
                <c:pt idx="2056">
                  <c:v>2.4688879967884381E-2</c:v>
                </c:pt>
                <c:pt idx="2057">
                  <c:v>2.4739060618225617E-2</c:v>
                </c:pt>
                <c:pt idx="2058">
                  <c:v>2.5090325170614269E-2</c:v>
                </c:pt>
                <c:pt idx="2059">
                  <c:v>2.5592131674026408E-2</c:v>
                </c:pt>
                <c:pt idx="2060">
                  <c:v>2.5391409072661686E-2</c:v>
                </c:pt>
                <c:pt idx="2061">
                  <c:v>2.5642312324367644E-2</c:v>
                </c:pt>
                <c:pt idx="2062">
                  <c:v>2.5943396226415061E-2</c:v>
                </c:pt>
                <c:pt idx="2063">
                  <c:v>2.54415897230027E-2</c:v>
                </c:pt>
                <c:pt idx="2064">
                  <c:v>2.5843034925732589E-2</c:v>
                </c:pt>
                <c:pt idx="2065">
                  <c:v>2.5893215576073825E-2</c:v>
                </c:pt>
                <c:pt idx="2066">
                  <c:v>2.5391409072661686E-2</c:v>
                </c:pt>
                <c:pt idx="2067">
                  <c:v>2.5893215576073825E-2</c:v>
                </c:pt>
                <c:pt idx="2068">
                  <c:v>2.5893215576073825E-2</c:v>
                </c:pt>
                <c:pt idx="2069">
                  <c:v>2.6244480128462477E-2</c:v>
                </c:pt>
                <c:pt idx="2070">
                  <c:v>2.6395022079486186E-2</c:v>
                </c:pt>
                <c:pt idx="2071">
                  <c:v>2.6194299478121241E-2</c:v>
                </c:pt>
                <c:pt idx="2072">
                  <c:v>2.5993576876756297E-2</c:v>
                </c:pt>
                <c:pt idx="2073">
                  <c:v>2.5893215576073825E-2</c:v>
                </c:pt>
                <c:pt idx="2074">
                  <c:v>2.5541951023685394E-2</c:v>
                </c:pt>
                <c:pt idx="2075">
                  <c:v>2.569249297470888E-2</c:v>
                </c:pt>
                <c:pt idx="2076">
                  <c:v>2.5291047771978992E-2</c:v>
                </c:pt>
                <c:pt idx="2077">
                  <c:v>2.5291047771978992E-2</c:v>
                </c:pt>
                <c:pt idx="2078">
                  <c:v>2.5291047771978992E-2</c:v>
                </c:pt>
                <c:pt idx="2079">
                  <c:v>2.5240867121637978E-2</c:v>
                </c:pt>
                <c:pt idx="2080">
                  <c:v>2.44379767161782E-2</c:v>
                </c:pt>
                <c:pt idx="2081">
                  <c:v>2.3885989562424603E-2</c:v>
                </c:pt>
                <c:pt idx="2082">
                  <c:v>2.4136892814130784E-2</c:v>
                </c:pt>
                <c:pt idx="2083">
                  <c:v>2.3283821758329992E-2</c:v>
                </c:pt>
                <c:pt idx="2084">
                  <c:v>2.3384183059012464E-2</c:v>
                </c:pt>
                <c:pt idx="2085">
                  <c:v>2.3283821758329992E-2</c:v>
                </c:pt>
                <c:pt idx="2086">
                  <c:v>2.3233641107988756E-2</c:v>
                </c:pt>
                <c:pt idx="2087">
                  <c:v>2.1878763548775604E-2</c:v>
                </c:pt>
                <c:pt idx="2088">
                  <c:v>2.1577679646728187E-2</c:v>
                </c:pt>
                <c:pt idx="2089">
                  <c:v>2.2029305499799312E-2</c:v>
                </c:pt>
                <c:pt idx="2090">
                  <c:v>2.1979124849458076E-2</c:v>
                </c:pt>
                <c:pt idx="2091">
                  <c:v>2.2079486150140548E-2</c:v>
                </c:pt>
                <c:pt idx="2092">
                  <c:v>2.1828582898434368E-2</c:v>
                </c:pt>
                <c:pt idx="2093">
                  <c:v>2.2079486150140548E-2</c:v>
                </c:pt>
                <c:pt idx="2094">
                  <c:v>2.1176234443998299E-2</c:v>
                </c:pt>
                <c:pt idx="2095">
                  <c:v>2.1778402248093132E-2</c:v>
                </c:pt>
                <c:pt idx="2096">
                  <c:v>2.192894419911684E-2</c:v>
                </c:pt>
                <c:pt idx="2097">
                  <c:v>2.1376957045363243E-2</c:v>
                </c:pt>
                <c:pt idx="2098">
                  <c:v>2.1878763548775604E-2</c:v>
                </c:pt>
                <c:pt idx="2099">
                  <c:v>2.1828582898434368E-2</c:v>
                </c:pt>
                <c:pt idx="2100">
                  <c:v>2.2330389401846507E-2</c:v>
                </c:pt>
                <c:pt idx="2101">
                  <c:v>2.2230028101164256E-2</c:v>
                </c:pt>
                <c:pt idx="2102">
                  <c:v>2.3133279807306284E-2</c:v>
                </c:pt>
                <c:pt idx="2103">
                  <c:v>2.3032918506623812E-2</c:v>
                </c:pt>
                <c:pt idx="2104">
                  <c:v>2.2480931352870215E-2</c:v>
                </c:pt>
                <c:pt idx="2105">
                  <c:v>2.2782015254917631E-2</c:v>
                </c:pt>
                <c:pt idx="2106">
                  <c:v>2.2631473303893923E-2</c:v>
                </c:pt>
                <c:pt idx="2107">
                  <c:v>2.2480931352870215E-2</c:v>
                </c:pt>
                <c:pt idx="2108">
                  <c:v>2.2230028101164256E-2</c:v>
                </c:pt>
                <c:pt idx="2109">
                  <c:v>2.2430750702529201E-2</c:v>
                </c:pt>
                <c:pt idx="2110">
                  <c:v>2.2330389401846507E-2</c:v>
                </c:pt>
                <c:pt idx="2111">
                  <c:v>2.2631473303893923E-2</c:v>
                </c:pt>
                <c:pt idx="2112">
                  <c:v>2.1828582898434368E-2</c:v>
                </c:pt>
                <c:pt idx="2113">
                  <c:v>2.1226415094339535E-2</c:v>
                </c:pt>
                <c:pt idx="2114">
                  <c:v>2.1427137695704479E-2</c:v>
                </c:pt>
                <c:pt idx="2115">
                  <c:v>2.1427137695704479E-2</c:v>
                </c:pt>
                <c:pt idx="2116">
                  <c:v>2.1126053793657285E-2</c:v>
                </c:pt>
                <c:pt idx="2117">
                  <c:v>2.1527498996386951E-2</c:v>
                </c:pt>
                <c:pt idx="2118">
                  <c:v>2.1477318346045715E-2</c:v>
                </c:pt>
                <c:pt idx="2119">
                  <c:v>2.0824969891609868E-2</c:v>
                </c:pt>
                <c:pt idx="2120">
                  <c:v>2.0975511842633576E-2</c:v>
                </c:pt>
                <c:pt idx="2121">
                  <c:v>2.0824969891609868E-2</c:v>
                </c:pt>
                <c:pt idx="2122">
                  <c:v>2.067442794058616E-2</c:v>
                </c:pt>
                <c:pt idx="2123">
                  <c:v>2.0975511842633576E-2</c:v>
                </c:pt>
                <c:pt idx="2124">
                  <c:v>2.0975511842633576E-2</c:v>
                </c:pt>
                <c:pt idx="2125">
                  <c:v>2.1427137695704479E-2</c:v>
                </c:pt>
                <c:pt idx="2126">
                  <c:v>2.1527498996386951E-2</c:v>
                </c:pt>
                <c:pt idx="2127">
                  <c:v>2.1979124849458076E-2</c:v>
                </c:pt>
                <c:pt idx="2128">
                  <c:v>2.1878763548775604E-2</c:v>
                </c:pt>
                <c:pt idx="2129">
                  <c:v>2.1527498996386951E-2</c:v>
                </c:pt>
                <c:pt idx="2130">
                  <c:v>2.2029305499799312E-2</c:v>
                </c:pt>
                <c:pt idx="2131">
                  <c:v>2.1678040947410659E-2</c:v>
                </c:pt>
                <c:pt idx="2132">
                  <c:v>2.2330389401846507E-2</c:v>
                </c:pt>
                <c:pt idx="2133">
                  <c:v>2.2280208751505493E-2</c:v>
                </c:pt>
                <c:pt idx="2134">
                  <c:v>2.2832195905259089E-2</c:v>
                </c:pt>
                <c:pt idx="2135">
                  <c:v>2.2129666800481784E-2</c:v>
                </c:pt>
                <c:pt idx="2136">
                  <c:v>2.2430750702529201E-2</c:v>
                </c:pt>
                <c:pt idx="2137">
                  <c:v>2.2581292653552687E-2</c:v>
                </c:pt>
                <c:pt idx="2138">
                  <c:v>2.2782015254917631E-2</c:v>
                </c:pt>
                <c:pt idx="2139">
                  <c:v>2.3133279807306284E-2</c:v>
                </c:pt>
                <c:pt idx="2140">
                  <c:v>2.2982737856282576E-2</c:v>
                </c:pt>
                <c:pt idx="2141">
                  <c:v>2.2882376555600104E-2</c:v>
                </c:pt>
                <c:pt idx="2142">
                  <c:v>2.2882376555600104E-2</c:v>
                </c:pt>
                <c:pt idx="2143">
                  <c:v>2.318346045764752E-2</c:v>
                </c:pt>
                <c:pt idx="2144">
                  <c:v>2.318346045764752E-2</c:v>
                </c:pt>
                <c:pt idx="2145">
                  <c:v>2.3584905660377409E-2</c:v>
                </c:pt>
                <c:pt idx="2146">
                  <c:v>2.3885989562424603E-2</c:v>
                </c:pt>
                <c:pt idx="2147">
                  <c:v>2.3835808912083589E-2</c:v>
                </c:pt>
                <c:pt idx="2148">
                  <c:v>2.4789241268566853E-2</c:v>
                </c:pt>
                <c:pt idx="2149">
                  <c:v>2.44379767161782E-2</c:v>
                </c:pt>
                <c:pt idx="2150">
                  <c:v>2.4688879967884381E-2</c:v>
                </c:pt>
                <c:pt idx="2151">
                  <c:v>2.5240867121637978E-2</c:v>
                </c:pt>
                <c:pt idx="2152">
                  <c:v>2.534122842232045E-2</c:v>
                </c:pt>
                <c:pt idx="2153">
                  <c:v>2.5090325170614269E-2</c:v>
                </c:pt>
                <c:pt idx="2154">
                  <c:v>2.6896828582898324E-2</c:v>
                </c:pt>
                <c:pt idx="2155">
                  <c:v>2.6896828582898324E-2</c:v>
                </c:pt>
                <c:pt idx="2156">
                  <c:v>2.7398635086310685E-2</c:v>
                </c:pt>
                <c:pt idx="2157">
                  <c:v>2.6997189883580797E-2</c:v>
                </c:pt>
                <c:pt idx="2158">
                  <c:v>2.7498996386993158E-2</c:v>
                </c:pt>
                <c:pt idx="2159">
                  <c:v>2.7448815736651921E-2</c:v>
                </c:pt>
                <c:pt idx="2160">
                  <c:v>2.7047370533922033E-2</c:v>
                </c:pt>
                <c:pt idx="2161">
                  <c:v>2.6545564030509894E-2</c:v>
                </c:pt>
                <c:pt idx="2162">
                  <c:v>2.6846647932557088E-2</c:v>
                </c:pt>
                <c:pt idx="2163">
                  <c:v>2.6093938177438769E-2</c:v>
                </c:pt>
                <c:pt idx="2164">
                  <c:v>2.6896828582898324E-2</c:v>
                </c:pt>
                <c:pt idx="2165">
                  <c:v>2.6947009233239783E-2</c:v>
                </c:pt>
                <c:pt idx="2166">
                  <c:v>2.6796467282216074E-2</c:v>
                </c:pt>
                <c:pt idx="2167">
                  <c:v>2.6846647932557088E-2</c:v>
                </c:pt>
                <c:pt idx="2168">
                  <c:v>2.669610598153338E-2</c:v>
                </c:pt>
                <c:pt idx="2169">
                  <c:v>2.6294660778803713E-2</c:v>
                </c:pt>
                <c:pt idx="2170">
                  <c:v>2.634484142914495E-2</c:v>
                </c:pt>
                <c:pt idx="2171">
                  <c:v>2.634484142914495E-2</c:v>
                </c:pt>
                <c:pt idx="2172">
                  <c:v>2.5943396226415061E-2</c:v>
                </c:pt>
                <c:pt idx="2173">
                  <c:v>2.6093938177438769E-2</c:v>
                </c:pt>
                <c:pt idx="2174">
                  <c:v>2.5541951023685394E-2</c:v>
                </c:pt>
                <c:pt idx="2175">
                  <c:v>2.5240867121637978E-2</c:v>
                </c:pt>
                <c:pt idx="2176">
                  <c:v>2.5491770373344158E-2</c:v>
                </c:pt>
                <c:pt idx="2177">
                  <c:v>2.5291047771978992E-2</c:v>
                </c:pt>
                <c:pt idx="2178">
                  <c:v>2.5742673625050116E-2</c:v>
                </c:pt>
                <c:pt idx="2179">
                  <c:v>2.5993576876756297E-2</c:v>
                </c:pt>
                <c:pt idx="2180">
                  <c:v>2.5993576876756297E-2</c:v>
                </c:pt>
                <c:pt idx="2181">
                  <c:v>2.5742673625050116E-2</c:v>
                </c:pt>
                <c:pt idx="2182">
                  <c:v>2.569249297470888E-2</c:v>
                </c:pt>
                <c:pt idx="2183">
                  <c:v>2.5541951023685394E-2</c:v>
                </c:pt>
                <c:pt idx="2184">
                  <c:v>2.5843034925732589E-2</c:v>
                </c:pt>
                <c:pt idx="2185">
                  <c:v>2.6445202729827422E-2</c:v>
                </c:pt>
                <c:pt idx="2186">
                  <c:v>2.634484142914495E-2</c:v>
                </c:pt>
                <c:pt idx="2187">
                  <c:v>2.6144118827780005E-2</c:v>
                </c:pt>
                <c:pt idx="2188">
                  <c:v>2.6395022079486186E-2</c:v>
                </c:pt>
                <c:pt idx="2189">
                  <c:v>2.634484142914495E-2</c:v>
                </c:pt>
                <c:pt idx="2190">
                  <c:v>2.6294660778803713E-2</c:v>
                </c:pt>
                <c:pt idx="2191">
                  <c:v>2.5592131674026408E-2</c:v>
                </c:pt>
                <c:pt idx="2192">
                  <c:v>2.5843034925732589E-2</c:v>
                </c:pt>
                <c:pt idx="2193">
                  <c:v>2.5893215576073825E-2</c:v>
                </c:pt>
                <c:pt idx="2194">
                  <c:v>2.5943396226415061E-2</c:v>
                </c:pt>
                <c:pt idx="2195">
                  <c:v>2.6144118827780005E-2</c:v>
                </c:pt>
                <c:pt idx="2196">
                  <c:v>2.6144118827780005E-2</c:v>
                </c:pt>
                <c:pt idx="2197">
                  <c:v>2.6445202729827422E-2</c:v>
                </c:pt>
                <c:pt idx="2198">
                  <c:v>2.6445202729827422E-2</c:v>
                </c:pt>
                <c:pt idx="2199">
                  <c:v>2.6495383380168658E-2</c:v>
                </c:pt>
                <c:pt idx="2200">
                  <c:v>2.6495383380168658E-2</c:v>
                </c:pt>
                <c:pt idx="2201">
                  <c:v>2.6294660778803713E-2</c:v>
                </c:pt>
                <c:pt idx="2202">
                  <c:v>2.669610598153338E-2</c:v>
                </c:pt>
                <c:pt idx="2203">
                  <c:v>2.7197912484945741E-2</c:v>
                </c:pt>
                <c:pt idx="2204">
                  <c:v>2.7147731834604505E-2</c:v>
                </c:pt>
                <c:pt idx="2205">
                  <c:v>2.8000802890405518E-2</c:v>
                </c:pt>
                <c:pt idx="2206">
                  <c:v>2.8502609393817879E-2</c:v>
                </c:pt>
                <c:pt idx="2207">
                  <c:v>2.8502609393817879E-2</c:v>
                </c:pt>
                <c:pt idx="2208">
                  <c:v>2.8602970694500129E-2</c:v>
                </c:pt>
                <c:pt idx="2209">
                  <c:v>2.8602970694500129E-2</c:v>
                </c:pt>
                <c:pt idx="2210">
                  <c:v>2.8352067442794171E-2</c:v>
                </c:pt>
                <c:pt idx="2211">
                  <c:v>2.8803693295865074E-2</c:v>
                </c:pt>
                <c:pt idx="2212">
                  <c:v>2.8602970694500129E-2</c:v>
                </c:pt>
                <c:pt idx="2213">
                  <c:v>2.910477719791249E-2</c:v>
                </c:pt>
                <c:pt idx="2214">
                  <c:v>2.9004415897230018E-2</c:v>
                </c:pt>
                <c:pt idx="2215">
                  <c:v>2.8954235246888782E-2</c:v>
                </c:pt>
                <c:pt idx="2216">
                  <c:v>2.9656764351666087E-2</c:v>
                </c:pt>
                <c:pt idx="2217">
                  <c:v>3.0058209554395976E-2</c:v>
                </c:pt>
                <c:pt idx="2218">
                  <c:v>3.0008028904054518E-2</c:v>
                </c:pt>
                <c:pt idx="2219">
                  <c:v>2.9807306302689573E-2</c:v>
                </c:pt>
                <c:pt idx="2220">
                  <c:v>3.0058209554395976E-2</c:v>
                </c:pt>
                <c:pt idx="2221">
                  <c:v>3.035929345644317E-2</c:v>
                </c:pt>
                <c:pt idx="2222">
                  <c:v>3.035929345644317E-2</c:v>
                </c:pt>
                <c:pt idx="2223">
                  <c:v>3.010839020473699E-2</c:v>
                </c:pt>
                <c:pt idx="2224">
                  <c:v>3.0258932155760698E-2</c:v>
                </c:pt>
                <c:pt idx="2225">
                  <c:v>3.0208751505419462E-2</c:v>
                </c:pt>
                <c:pt idx="2226">
                  <c:v>3.0409474106784407E-2</c:v>
                </c:pt>
                <c:pt idx="2227">
                  <c:v>3.0610196708149351E-2</c:v>
                </c:pt>
                <c:pt idx="2228">
                  <c:v>3.0058209554395976E-2</c:v>
                </c:pt>
                <c:pt idx="2229">
                  <c:v>3.0810919309514073E-2</c:v>
                </c:pt>
                <c:pt idx="2230">
                  <c:v>3.0459654757125643E-2</c:v>
                </c:pt>
                <c:pt idx="2231">
                  <c:v>2.985748695303081E-2</c:v>
                </c:pt>
                <c:pt idx="2232">
                  <c:v>2.9606583701324851E-2</c:v>
                </c:pt>
                <c:pt idx="2233">
                  <c:v>2.9004415897230018E-2</c:v>
                </c:pt>
                <c:pt idx="2234">
                  <c:v>2.9405861099959685E-2</c:v>
                </c:pt>
                <c:pt idx="2235">
                  <c:v>2.9255319148936199E-2</c:v>
                </c:pt>
                <c:pt idx="2236">
                  <c:v>2.9154957848253726E-2</c:v>
                </c:pt>
                <c:pt idx="2237">
                  <c:v>2.9656764351666087E-2</c:v>
                </c:pt>
                <c:pt idx="2238">
                  <c:v>2.9054596547571254E-2</c:v>
                </c:pt>
                <c:pt idx="2239">
                  <c:v>2.9606583701324851E-2</c:v>
                </c:pt>
                <c:pt idx="2240">
                  <c:v>2.9205138498594962E-2</c:v>
                </c:pt>
                <c:pt idx="2241">
                  <c:v>2.9355680449618671E-2</c:v>
                </c:pt>
                <c:pt idx="2242">
                  <c:v>2.9305499799277435E-2</c:v>
                </c:pt>
                <c:pt idx="2243">
                  <c:v>2.910477719791249E-2</c:v>
                </c:pt>
                <c:pt idx="2244">
                  <c:v>2.9054596547571254E-2</c:v>
                </c:pt>
                <c:pt idx="2245">
                  <c:v>2.910477719791249E-2</c:v>
                </c:pt>
                <c:pt idx="2246">
                  <c:v>2.9004415897230018E-2</c:v>
                </c:pt>
                <c:pt idx="2247">
                  <c:v>2.8703331995182602E-2</c:v>
                </c:pt>
                <c:pt idx="2248">
                  <c:v>2.9205138498594962E-2</c:v>
                </c:pt>
                <c:pt idx="2249">
                  <c:v>2.985748695303081E-2</c:v>
                </c:pt>
                <c:pt idx="2250">
                  <c:v>2.9807306302689573E-2</c:v>
                </c:pt>
                <c:pt idx="2251">
                  <c:v>2.985748695303081E-2</c:v>
                </c:pt>
                <c:pt idx="2252">
                  <c:v>2.9656764351666087E-2</c:v>
                </c:pt>
                <c:pt idx="2253">
                  <c:v>2.9757125652348559E-2</c:v>
                </c:pt>
                <c:pt idx="2254">
                  <c:v>2.9656764351666087E-2</c:v>
                </c:pt>
                <c:pt idx="2255">
                  <c:v>2.9807306302689573E-2</c:v>
                </c:pt>
                <c:pt idx="2256">
                  <c:v>2.9255319148936199E-2</c:v>
                </c:pt>
                <c:pt idx="2257">
                  <c:v>2.9706945002007101E-2</c:v>
                </c:pt>
                <c:pt idx="2258">
                  <c:v>2.9305499799277435E-2</c:v>
                </c:pt>
                <c:pt idx="2259">
                  <c:v>2.9556403050983393E-2</c:v>
                </c:pt>
                <c:pt idx="2260">
                  <c:v>3.010839020473699E-2</c:v>
                </c:pt>
                <c:pt idx="2261">
                  <c:v>2.9556403050983393E-2</c:v>
                </c:pt>
                <c:pt idx="2262">
                  <c:v>2.9355680449618671E-2</c:v>
                </c:pt>
                <c:pt idx="2263">
                  <c:v>2.9355680449618671E-2</c:v>
                </c:pt>
                <c:pt idx="2264">
                  <c:v>2.910477719791249E-2</c:v>
                </c:pt>
                <c:pt idx="2265">
                  <c:v>2.9405861099959685E-2</c:v>
                </c:pt>
                <c:pt idx="2266">
                  <c:v>2.9656764351666087E-2</c:v>
                </c:pt>
                <c:pt idx="2267">
                  <c:v>2.9706945002007101E-2</c:v>
                </c:pt>
                <c:pt idx="2268">
                  <c:v>2.9556403050983393E-2</c:v>
                </c:pt>
                <c:pt idx="2269">
                  <c:v>3.0058209554395976E-2</c:v>
                </c:pt>
                <c:pt idx="2270">
                  <c:v>3.010839020473699E-2</c:v>
                </c:pt>
                <c:pt idx="2271">
                  <c:v>3.0710558008831823E-2</c:v>
                </c:pt>
                <c:pt idx="2272">
                  <c:v>3.0258932155760698E-2</c:v>
                </c:pt>
                <c:pt idx="2273">
                  <c:v>3.0610196708149351E-2</c:v>
                </c:pt>
                <c:pt idx="2274">
                  <c:v>3.0810919309514073E-2</c:v>
                </c:pt>
                <c:pt idx="2275">
                  <c:v>3.0560016057808115E-2</c:v>
                </c:pt>
                <c:pt idx="2276">
                  <c:v>3.0610196708149351E-2</c:v>
                </c:pt>
                <c:pt idx="2277">
                  <c:v>3.0861099959855531E-2</c:v>
                </c:pt>
                <c:pt idx="2278">
                  <c:v>3.111200321156149E-2</c:v>
                </c:pt>
                <c:pt idx="2279">
                  <c:v>3.111200321156149E-2</c:v>
                </c:pt>
                <c:pt idx="2280">
                  <c:v>3.1262545162585198E-2</c:v>
                </c:pt>
                <c:pt idx="2281">
                  <c:v>3.1262545162585198E-2</c:v>
                </c:pt>
                <c:pt idx="2282">
                  <c:v>3.1613809714974073E-2</c:v>
                </c:pt>
                <c:pt idx="2283">
                  <c:v>3.1413087113608906E-2</c:v>
                </c:pt>
                <c:pt idx="2284">
                  <c:v>3.1864712966680031E-2</c:v>
                </c:pt>
                <c:pt idx="2285">
                  <c:v>3.1814532316338795E-2</c:v>
                </c:pt>
                <c:pt idx="2286">
                  <c:v>3.1613809714974073E-2</c:v>
                </c:pt>
                <c:pt idx="2287">
                  <c:v>3.2065435568044975E-2</c:v>
                </c:pt>
                <c:pt idx="2288">
                  <c:v>3.1463267763950364E-2</c:v>
                </c:pt>
                <c:pt idx="2289">
                  <c:v>3.1864712966680031E-2</c:v>
                </c:pt>
                <c:pt idx="2290">
                  <c:v>3.1613809714974073E-2</c:v>
                </c:pt>
                <c:pt idx="2291">
                  <c:v>3.3119229225210711E-2</c:v>
                </c:pt>
                <c:pt idx="2292">
                  <c:v>3.3169409875551947E-2</c:v>
                </c:pt>
                <c:pt idx="2293">
                  <c:v>3.3370132476916892E-2</c:v>
                </c:pt>
                <c:pt idx="2294">
                  <c:v>3.3370132476916892E-2</c:v>
                </c:pt>
                <c:pt idx="2295">
                  <c:v>3.3018867924528461E-2</c:v>
                </c:pt>
                <c:pt idx="2296">
                  <c:v>3.3018867924528461E-2</c:v>
                </c:pt>
                <c:pt idx="2297">
                  <c:v>3.3470493777599364E-2</c:v>
                </c:pt>
                <c:pt idx="2298">
                  <c:v>3.3621035728623072E-2</c:v>
                </c:pt>
                <c:pt idx="2299">
                  <c:v>3.3018867924528461E-2</c:v>
                </c:pt>
                <c:pt idx="2300">
                  <c:v>3.3219590525893183E-2</c:v>
                </c:pt>
                <c:pt idx="2301">
                  <c:v>3.3319951826575656E-2</c:v>
                </c:pt>
                <c:pt idx="2302">
                  <c:v>3.2918506623845767E-2</c:v>
                </c:pt>
                <c:pt idx="2303">
                  <c:v>3.3219590525893183E-2</c:v>
                </c:pt>
                <c:pt idx="2304">
                  <c:v>3.2818145323163295E-2</c:v>
                </c:pt>
                <c:pt idx="2305">
                  <c:v>3.2868325973504753E-2</c:v>
                </c:pt>
                <c:pt idx="2306">
                  <c:v>3.1764351665997559E-2</c:v>
                </c:pt>
                <c:pt idx="2307">
                  <c:v>3.136290646326767E-2</c:v>
                </c:pt>
                <c:pt idx="2308">
                  <c:v>3.101164191087924E-2</c:v>
                </c:pt>
                <c:pt idx="2309">
                  <c:v>3.1262545162585198E-2</c:v>
                </c:pt>
                <c:pt idx="2310">
                  <c:v>3.1312725812926656E-2</c:v>
                </c:pt>
                <c:pt idx="2311">
                  <c:v>3.0810919309514073E-2</c:v>
                </c:pt>
                <c:pt idx="2312">
                  <c:v>3.1413087113608906E-2</c:v>
                </c:pt>
                <c:pt idx="2313">
                  <c:v>3.1613809714974073E-2</c:v>
                </c:pt>
                <c:pt idx="2314">
                  <c:v>3.0760738659173059E-2</c:v>
                </c:pt>
                <c:pt idx="2315">
                  <c:v>3.0560016057808115E-2</c:v>
                </c:pt>
                <c:pt idx="2316">
                  <c:v>3.0309112806101934E-2</c:v>
                </c:pt>
                <c:pt idx="2317">
                  <c:v>3.0560016057808115E-2</c:v>
                </c:pt>
                <c:pt idx="2318">
                  <c:v>3.035929345644317E-2</c:v>
                </c:pt>
                <c:pt idx="2319">
                  <c:v>3.0509835407466879E-2</c:v>
                </c:pt>
                <c:pt idx="2320">
                  <c:v>3.0660377358490587E-2</c:v>
                </c:pt>
                <c:pt idx="2321">
                  <c:v>3.0961461260537781E-2</c:v>
                </c:pt>
                <c:pt idx="2322">
                  <c:v>3.1061822561220476E-2</c:v>
                </c:pt>
                <c:pt idx="2323">
                  <c:v>3.1262545162585198E-2</c:v>
                </c:pt>
                <c:pt idx="2324">
                  <c:v>3.0911280610196767E-2</c:v>
                </c:pt>
                <c:pt idx="2325">
                  <c:v>3.1312725812926656E-2</c:v>
                </c:pt>
                <c:pt idx="2326">
                  <c:v>3.1162183861902948E-2</c:v>
                </c:pt>
                <c:pt idx="2327">
                  <c:v>3.0911280610196767E-2</c:v>
                </c:pt>
                <c:pt idx="2328">
                  <c:v>3.0560016057808115E-2</c:v>
                </c:pt>
                <c:pt idx="2329">
                  <c:v>3.0660377358490587E-2</c:v>
                </c:pt>
                <c:pt idx="2330">
                  <c:v>2.9907667603372268E-2</c:v>
                </c:pt>
                <c:pt idx="2331">
                  <c:v>3.0660377358490587E-2</c:v>
                </c:pt>
                <c:pt idx="2332">
                  <c:v>2.9957848253713282E-2</c:v>
                </c:pt>
                <c:pt idx="2333">
                  <c:v>3.0008028904054518E-2</c:v>
                </c:pt>
                <c:pt idx="2334">
                  <c:v>2.9556403050983393E-2</c:v>
                </c:pt>
                <c:pt idx="2335">
                  <c:v>2.9305499799277435E-2</c:v>
                </c:pt>
                <c:pt idx="2336">
                  <c:v>2.9556403050983393E-2</c:v>
                </c:pt>
                <c:pt idx="2337">
                  <c:v>3.0058209554395976E-2</c:v>
                </c:pt>
                <c:pt idx="2338">
                  <c:v>2.9305499799277435E-2</c:v>
                </c:pt>
                <c:pt idx="2339">
                  <c:v>2.8753512645523838E-2</c:v>
                </c:pt>
                <c:pt idx="2340">
                  <c:v>2.9205138498594962E-2</c:v>
                </c:pt>
                <c:pt idx="2341">
                  <c:v>2.9255319148936199E-2</c:v>
                </c:pt>
                <c:pt idx="2342">
                  <c:v>2.8653151344841365E-2</c:v>
                </c:pt>
                <c:pt idx="2343">
                  <c:v>2.8653151344841365E-2</c:v>
                </c:pt>
                <c:pt idx="2344">
                  <c:v>2.7800080289040574E-2</c:v>
                </c:pt>
                <c:pt idx="2345">
                  <c:v>2.8101164191087991E-2</c:v>
                </c:pt>
                <c:pt idx="2346">
                  <c:v>2.8000802890405518E-2</c:v>
                </c:pt>
                <c:pt idx="2347">
                  <c:v>2.8402248093135185E-2</c:v>
                </c:pt>
                <c:pt idx="2348">
                  <c:v>2.8101164191087991E-2</c:v>
                </c:pt>
                <c:pt idx="2349">
                  <c:v>2.8151344841429005E-2</c:v>
                </c:pt>
                <c:pt idx="2350">
                  <c:v>2.7950622240064282E-2</c:v>
                </c:pt>
                <c:pt idx="2351">
                  <c:v>2.8251706142111477E-2</c:v>
                </c:pt>
                <c:pt idx="2352">
                  <c:v>2.785026093938181E-2</c:v>
                </c:pt>
                <c:pt idx="2353">
                  <c:v>2.7749899638699338E-2</c:v>
                </c:pt>
                <c:pt idx="2354">
                  <c:v>2.7197912484945741E-2</c:v>
                </c:pt>
                <c:pt idx="2355">
                  <c:v>2.6545564030509894E-2</c:v>
                </c:pt>
                <c:pt idx="2356">
                  <c:v>2.6896828582898324E-2</c:v>
                </c:pt>
                <c:pt idx="2357">
                  <c:v>2.6395022079486186E-2</c:v>
                </c:pt>
                <c:pt idx="2358">
                  <c:v>2.6093938177438769E-2</c:v>
                </c:pt>
                <c:pt idx="2359">
                  <c:v>2.5993576876756297E-2</c:v>
                </c:pt>
                <c:pt idx="2360">
                  <c:v>2.6043757527097533E-2</c:v>
                </c:pt>
                <c:pt idx="2361">
                  <c:v>2.5893215576073825E-2</c:v>
                </c:pt>
                <c:pt idx="2362">
                  <c:v>2.6294660778803713E-2</c:v>
                </c:pt>
                <c:pt idx="2363">
                  <c:v>2.6244480128462477E-2</c:v>
                </c:pt>
                <c:pt idx="2364">
                  <c:v>2.669610598153338E-2</c:v>
                </c:pt>
                <c:pt idx="2365">
                  <c:v>2.7047370533922033E-2</c:v>
                </c:pt>
                <c:pt idx="2366">
                  <c:v>2.7448815736651921E-2</c:v>
                </c:pt>
                <c:pt idx="2367">
                  <c:v>2.7549177037334394E-2</c:v>
                </c:pt>
                <c:pt idx="2368">
                  <c:v>2.6997189883580797E-2</c:v>
                </c:pt>
                <c:pt idx="2369">
                  <c:v>2.7298273785628213E-2</c:v>
                </c:pt>
                <c:pt idx="2370">
                  <c:v>2.7448815736651921E-2</c:v>
                </c:pt>
                <c:pt idx="2371">
                  <c:v>2.7950622240064282E-2</c:v>
                </c:pt>
                <c:pt idx="2372">
                  <c:v>2.7097551184263269E-2</c:v>
                </c:pt>
                <c:pt idx="2373">
                  <c:v>2.7448815736651921E-2</c:v>
                </c:pt>
                <c:pt idx="2374">
                  <c:v>2.7398635086310685E-2</c:v>
                </c:pt>
                <c:pt idx="2375">
                  <c:v>2.7147731834604505E-2</c:v>
                </c:pt>
                <c:pt idx="2376">
                  <c:v>2.7749899638699338E-2</c:v>
                </c:pt>
                <c:pt idx="2377">
                  <c:v>2.7398635086310685E-2</c:v>
                </c:pt>
                <c:pt idx="2378">
                  <c:v>2.7197912484945741E-2</c:v>
                </c:pt>
                <c:pt idx="2379">
                  <c:v>2.7398635086310685E-2</c:v>
                </c:pt>
                <c:pt idx="2380">
                  <c:v>2.6997189883580797E-2</c:v>
                </c:pt>
                <c:pt idx="2381">
                  <c:v>2.6545564030509894E-2</c:v>
                </c:pt>
                <c:pt idx="2382">
                  <c:v>2.6495383380168658E-2</c:v>
                </c:pt>
                <c:pt idx="2383">
                  <c:v>2.6645925331192366E-2</c:v>
                </c:pt>
                <c:pt idx="2384">
                  <c:v>2.6043757527097533E-2</c:v>
                </c:pt>
                <c:pt idx="2385">
                  <c:v>2.6144118827780005E-2</c:v>
                </c:pt>
                <c:pt idx="2386">
                  <c:v>2.5592131674026408E-2</c:v>
                </c:pt>
                <c:pt idx="2387">
                  <c:v>2.4989963869931797E-2</c:v>
                </c:pt>
                <c:pt idx="2388">
                  <c:v>2.5592131674026408E-2</c:v>
                </c:pt>
                <c:pt idx="2389">
                  <c:v>2.5391409072661686E-2</c:v>
                </c:pt>
                <c:pt idx="2390">
                  <c:v>2.5291047771978992E-2</c:v>
                </c:pt>
                <c:pt idx="2391">
                  <c:v>2.5040144520273033E-2</c:v>
                </c:pt>
                <c:pt idx="2392">
                  <c:v>2.534122842232045E-2</c:v>
                </c:pt>
                <c:pt idx="2393">
                  <c:v>2.534122842232045E-2</c:v>
                </c:pt>
                <c:pt idx="2394">
                  <c:v>2.5893215576073825E-2</c:v>
                </c:pt>
                <c:pt idx="2395">
                  <c:v>2.5792854275391353E-2</c:v>
                </c:pt>
                <c:pt idx="2396">
                  <c:v>2.5642312324367644E-2</c:v>
                </c:pt>
                <c:pt idx="2397">
                  <c:v>2.6043757527097533E-2</c:v>
                </c:pt>
                <c:pt idx="2398">
                  <c:v>2.6093938177438769E-2</c:v>
                </c:pt>
                <c:pt idx="2399">
                  <c:v>2.5993576876756297E-2</c:v>
                </c:pt>
                <c:pt idx="2400">
                  <c:v>2.5843034925732589E-2</c:v>
                </c:pt>
                <c:pt idx="2401">
                  <c:v>2.659574468085113E-2</c:v>
                </c:pt>
                <c:pt idx="2402">
                  <c:v>2.6645925331192366E-2</c:v>
                </c:pt>
                <c:pt idx="2403">
                  <c:v>2.5943396226415061E-2</c:v>
                </c:pt>
                <c:pt idx="2404">
                  <c:v>2.5893215576073825E-2</c:v>
                </c:pt>
                <c:pt idx="2405">
                  <c:v>2.6545564030509894E-2</c:v>
                </c:pt>
                <c:pt idx="2406">
                  <c:v>2.7047370533922033E-2</c:v>
                </c:pt>
                <c:pt idx="2407">
                  <c:v>2.7448815736651921E-2</c:v>
                </c:pt>
                <c:pt idx="2408">
                  <c:v>2.8251706142111477E-2</c:v>
                </c:pt>
                <c:pt idx="2409">
                  <c:v>2.8201525491770463E-2</c:v>
                </c:pt>
                <c:pt idx="2410">
                  <c:v>2.8904054596547546E-2</c:v>
                </c:pt>
                <c:pt idx="2411">
                  <c:v>2.8552790044158893E-2</c:v>
                </c:pt>
                <c:pt idx="2412">
                  <c:v>2.8954235246888782E-2</c:v>
                </c:pt>
                <c:pt idx="2413">
                  <c:v>2.9556403050983393E-2</c:v>
                </c:pt>
                <c:pt idx="2414">
                  <c:v>2.8653151344841365E-2</c:v>
                </c:pt>
                <c:pt idx="2415">
                  <c:v>2.9054596547571254E-2</c:v>
                </c:pt>
                <c:pt idx="2416">
                  <c:v>2.8904054596547546E-2</c:v>
                </c:pt>
                <c:pt idx="2417">
                  <c:v>2.9405861099959685E-2</c:v>
                </c:pt>
                <c:pt idx="2418">
                  <c:v>2.9355680449618671E-2</c:v>
                </c:pt>
                <c:pt idx="2419">
                  <c:v>2.9456041750301143E-2</c:v>
                </c:pt>
                <c:pt idx="2420">
                  <c:v>2.9757125652348559E-2</c:v>
                </c:pt>
                <c:pt idx="2421">
                  <c:v>3.0058209554395976E-2</c:v>
                </c:pt>
                <c:pt idx="2422">
                  <c:v>3.0158570855078226E-2</c:v>
                </c:pt>
                <c:pt idx="2423">
                  <c:v>3.0309112806101934E-2</c:v>
                </c:pt>
                <c:pt idx="2424">
                  <c:v>2.9907667603372268E-2</c:v>
                </c:pt>
                <c:pt idx="2425">
                  <c:v>3.010839020473699E-2</c:v>
                </c:pt>
                <c:pt idx="2426">
                  <c:v>3.0610196708149351E-2</c:v>
                </c:pt>
                <c:pt idx="2427">
                  <c:v>3.0409474106784407E-2</c:v>
                </c:pt>
                <c:pt idx="2428">
                  <c:v>3.0409474106784407E-2</c:v>
                </c:pt>
                <c:pt idx="2429">
                  <c:v>3.0810919309514073E-2</c:v>
                </c:pt>
                <c:pt idx="2430">
                  <c:v>3.1061822561220476E-2</c:v>
                </c:pt>
                <c:pt idx="2431">
                  <c:v>3.1764351665997559E-2</c:v>
                </c:pt>
                <c:pt idx="2432">
                  <c:v>3.1212364512243962E-2</c:v>
                </c:pt>
                <c:pt idx="2433">
                  <c:v>3.1663990365315087E-2</c:v>
                </c:pt>
                <c:pt idx="2434">
                  <c:v>3.1613809714974073E-2</c:v>
                </c:pt>
                <c:pt idx="2435">
                  <c:v>3.1563629064632615E-2</c:v>
                </c:pt>
                <c:pt idx="2436">
                  <c:v>3.111200321156149E-2</c:v>
                </c:pt>
                <c:pt idx="2437">
                  <c:v>3.1061822561220476E-2</c:v>
                </c:pt>
                <c:pt idx="2438">
                  <c:v>3.1162183861902948E-2</c:v>
                </c:pt>
                <c:pt idx="2439">
                  <c:v>3.0760738659173059E-2</c:v>
                </c:pt>
                <c:pt idx="2440">
                  <c:v>3.0961461260537781E-2</c:v>
                </c:pt>
                <c:pt idx="2441">
                  <c:v>2.9907667603372268E-2</c:v>
                </c:pt>
                <c:pt idx="2442">
                  <c:v>3.035929345644317E-2</c:v>
                </c:pt>
                <c:pt idx="2443">
                  <c:v>3.0660377358490587E-2</c:v>
                </c:pt>
                <c:pt idx="2444">
                  <c:v>3.0760738659173059E-2</c:v>
                </c:pt>
                <c:pt idx="2445">
                  <c:v>3.0760738659173059E-2</c:v>
                </c:pt>
                <c:pt idx="2446">
                  <c:v>3.0810919309514073E-2</c:v>
                </c:pt>
                <c:pt idx="2447">
                  <c:v>3.0710558008831823E-2</c:v>
                </c:pt>
                <c:pt idx="2448">
                  <c:v>3.0258932155760698E-2</c:v>
                </c:pt>
                <c:pt idx="2449">
                  <c:v>3.0610196708149351E-2</c:v>
                </c:pt>
                <c:pt idx="2450">
                  <c:v>3.0660377358490587E-2</c:v>
                </c:pt>
                <c:pt idx="2451">
                  <c:v>3.1312725812926656E-2</c:v>
                </c:pt>
                <c:pt idx="2452">
                  <c:v>3.1312725812926656E-2</c:v>
                </c:pt>
                <c:pt idx="2453">
                  <c:v>3.1312725812926656E-2</c:v>
                </c:pt>
                <c:pt idx="2454">
                  <c:v>3.136290646326767E-2</c:v>
                </c:pt>
                <c:pt idx="2455">
                  <c:v>3.0810919309514073E-2</c:v>
                </c:pt>
                <c:pt idx="2456">
                  <c:v>3.0911280610196767E-2</c:v>
                </c:pt>
                <c:pt idx="2457">
                  <c:v>3.1212364512243962E-2</c:v>
                </c:pt>
                <c:pt idx="2458">
                  <c:v>3.1563629064632615E-2</c:v>
                </c:pt>
                <c:pt idx="2459">
                  <c:v>3.1312725812926656E-2</c:v>
                </c:pt>
                <c:pt idx="2460">
                  <c:v>3.101164191087924E-2</c:v>
                </c:pt>
                <c:pt idx="2461">
                  <c:v>3.1613809714974073E-2</c:v>
                </c:pt>
                <c:pt idx="2462">
                  <c:v>3.1814532316338795E-2</c:v>
                </c:pt>
                <c:pt idx="2463">
                  <c:v>3.1864712966680031E-2</c:v>
                </c:pt>
                <c:pt idx="2464">
                  <c:v>3.1714171015656323E-2</c:v>
                </c:pt>
                <c:pt idx="2465">
                  <c:v>3.1663990365315087E-2</c:v>
                </c:pt>
                <c:pt idx="2466">
                  <c:v>3.136290646326767E-2</c:v>
                </c:pt>
                <c:pt idx="2467">
                  <c:v>3.1965074267362503E-2</c:v>
                </c:pt>
                <c:pt idx="2468">
                  <c:v>3.1864712966680031E-2</c:v>
                </c:pt>
                <c:pt idx="2469">
                  <c:v>3.0861099959855531E-2</c:v>
                </c:pt>
                <c:pt idx="2470">
                  <c:v>3.2065435568044975E-2</c:v>
                </c:pt>
                <c:pt idx="2471">
                  <c:v>3.236651947009217E-2</c:v>
                </c:pt>
                <c:pt idx="2472">
                  <c:v>3.1864712966680031E-2</c:v>
                </c:pt>
                <c:pt idx="2473">
                  <c:v>3.1764351665997559E-2</c:v>
                </c:pt>
                <c:pt idx="2474">
                  <c:v>3.1864712966680031E-2</c:v>
                </c:pt>
                <c:pt idx="2475">
                  <c:v>3.1663990365315087E-2</c:v>
                </c:pt>
                <c:pt idx="2476">
                  <c:v>3.1864712966680031E-2</c:v>
                </c:pt>
                <c:pt idx="2477">
                  <c:v>3.1714171015656323E-2</c:v>
                </c:pt>
                <c:pt idx="2478">
                  <c:v>3.2115616218386212E-2</c:v>
                </c:pt>
                <c:pt idx="2479">
                  <c:v>3.2165796868727448E-2</c:v>
                </c:pt>
                <c:pt idx="2480">
                  <c:v>3.2015254917703739E-2</c:v>
                </c:pt>
                <c:pt idx="2481">
                  <c:v>3.236651947009217E-2</c:v>
                </c:pt>
                <c:pt idx="2482">
                  <c:v>3.2165796868727448E-2</c:v>
                </c:pt>
                <c:pt idx="2483">
                  <c:v>3.1312725812926656E-2</c:v>
                </c:pt>
                <c:pt idx="2484">
                  <c:v>3.1764351665997559E-2</c:v>
                </c:pt>
                <c:pt idx="2485">
                  <c:v>3.1965074267362503E-2</c:v>
                </c:pt>
                <c:pt idx="2486">
                  <c:v>3.1563629064632615E-2</c:v>
                </c:pt>
                <c:pt idx="2487">
                  <c:v>3.1764351665997559E-2</c:v>
                </c:pt>
                <c:pt idx="2488">
                  <c:v>3.2165796868727448E-2</c:v>
                </c:pt>
                <c:pt idx="2489">
                  <c:v>3.2215977519068684E-2</c:v>
                </c:pt>
                <c:pt idx="2490">
                  <c:v>3.1764351665997559E-2</c:v>
                </c:pt>
                <c:pt idx="2491">
                  <c:v>3.2416700120433628E-2</c:v>
                </c:pt>
                <c:pt idx="2492">
                  <c:v>3.2466880770774864E-2</c:v>
                </c:pt>
                <c:pt idx="2493">
                  <c:v>3.2567242071457336E-2</c:v>
                </c:pt>
                <c:pt idx="2494">
                  <c:v>3.1914893617021267E-2</c:v>
                </c:pt>
                <c:pt idx="2495">
                  <c:v>3.2767964672822059E-2</c:v>
                </c:pt>
                <c:pt idx="2496">
                  <c:v>3.2416700120433628E-2</c:v>
                </c:pt>
                <c:pt idx="2497">
                  <c:v>3.236651947009217E-2</c:v>
                </c:pt>
                <c:pt idx="2498">
                  <c:v>3.2667603372139586E-2</c:v>
                </c:pt>
                <c:pt idx="2499">
                  <c:v>3.2767964672822059E-2</c:v>
                </c:pt>
                <c:pt idx="2500">
                  <c:v>3.2416700120433628E-2</c:v>
                </c:pt>
                <c:pt idx="2501">
                  <c:v>3.3069048574869475E-2</c:v>
                </c:pt>
                <c:pt idx="2502">
                  <c:v>3.3420313127258128E-2</c:v>
                </c:pt>
                <c:pt idx="2503">
                  <c:v>3.2767964672822059E-2</c:v>
                </c:pt>
                <c:pt idx="2504">
                  <c:v>3.3621035728623072E-2</c:v>
                </c:pt>
                <c:pt idx="2505">
                  <c:v>3.2918506623845767E-2</c:v>
                </c:pt>
                <c:pt idx="2506">
                  <c:v>3.35206744279406E-2</c:v>
                </c:pt>
                <c:pt idx="2507">
                  <c:v>3.3119229225210711E-2</c:v>
                </c:pt>
                <c:pt idx="2508">
                  <c:v>3.3671216378964308E-2</c:v>
                </c:pt>
                <c:pt idx="2509">
                  <c:v>3.2968687274187003E-2</c:v>
                </c:pt>
                <c:pt idx="2510">
                  <c:v>3.3420313127258128E-2</c:v>
                </c:pt>
                <c:pt idx="2511">
                  <c:v>3.3018867924528461E-2</c:v>
                </c:pt>
                <c:pt idx="2512">
                  <c:v>3.3119229225210711E-2</c:v>
                </c:pt>
                <c:pt idx="2513">
                  <c:v>3.3269771176234419E-2</c:v>
                </c:pt>
                <c:pt idx="2514">
                  <c:v>3.3219590525893183E-2</c:v>
                </c:pt>
                <c:pt idx="2515">
                  <c:v>3.3319951826575656E-2</c:v>
                </c:pt>
                <c:pt idx="2516">
                  <c:v>3.3470493777599364E-2</c:v>
                </c:pt>
                <c:pt idx="2517">
                  <c:v>3.3621035728623072E-2</c:v>
                </c:pt>
                <c:pt idx="2518">
                  <c:v>3.3219590525893183E-2</c:v>
                </c:pt>
                <c:pt idx="2519">
                  <c:v>3.3219590525893183E-2</c:v>
                </c:pt>
                <c:pt idx="2520">
                  <c:v>3.3269771176234419E-2</c:v>
                </c:pt>
                <c:pt idx="2521">
                  <c:v>3.3871938980329253E-2</c:v>
                </c:pt>
                <c:pt idx="2522">
                  <c:v>3.3871938980329253E-2</c:v>
                </c:pt>
                <c:pt idx="2523">
                  <c:v>3.3922119630670267E-2</c:v>
                </c:pt>
                <c:pt idx="2524">
                  <c:v>3.3721397029305544E-2</c:v>
                </c:pt>
                <c:pt idx="2525">
                  <c:v>3.2918506623845767E-2</c:v>
                </c:pt>
                <c:pt idx="2526">
                  <c:v>3.3621035728623072E-2</c:v>
                </c:pt>
                <c:pt idx="2527">
                  <c:v>3.3621035728623072E-2</c:v>
                </c:pt>
                <c:pt idx="2528">
                  <c:v>3.3821758329988016E-2</c:v>
                </c:pt>
                <c:pt idx="2529">
                  <c:v>3.3721397029305544E-2</c:v>
                </c:pt>
                <c:pt idx="2530">
                  <c:v>3.3871938980329253E-2</c:v>
                </c:pt>
                <c:pt idx="2531">
                  <c:v>3.35206744279406E-2</c:v>
                </c:pt>
                <c:pt idx="2532">
                  <c:v>3.377157767964678E-2</c:v>
                </c:pt>
                <c:pt idx="2533">
                  <c:v>3.3319951826575656E-2</c:v>
                </c:pt>
                <c:pt idx="2534">
                  <c:v>3.3420313127258128E-2</c:v>
                </c:pt>
                <c:pt idx="2535">
                  <c:v>3.3219590525893183E-2</c:v>
                </c:pt>
                <c:pt idx="2536">
                  <c:v>3.3319951826575656E-2</c:v>
                </c:pt>
                <c:pt idx="2537">
                  <c:v>3.3420313127258128E-2</c:v>
                </c:pt>
                <c:pt idx="2538">
                  <c:v>3.3420313127258128E-2</c:v>
                </c:pt>
                <c:pt idx="2539">
                  <c:v>3.2617422721798572E-2</c:v>
                </c:pt>
                <c:pt idx="2540">
                  <c:v>3.3119229225210711E-2</c:v>
                </c:pt>
                <c:pt idx="2541">
                  <c:v>3.3069048574869475E-2</c:v>
                </c:pt>
                <c:pt idx="2542">
                  <c:v>3.3018867924528461E-2</c:v>
                </c:pt>
                <c:pt idx="2543">
                  <c:v>3.3219590525893183E-2</c:v>
                </c:pt>
                <c:pt idx="2544">
                  <c:v>3.2968687274187003E-2</c:v>
                </c:pt>
                <c:pt idx="2545">
                  <c:v>3.3269771176234419E-2</c:v>
                </c:pt>
                <c:pt idx="2546">
                  <c:v>3.2868325973504753E-2</c:v>
                </c:pt>
                <c:pt idx="2547">
                  <c:v>3.3069048574869475E-2</c:v>
                </c:pt>
                <c:pt idx="2548">
                  <c:v>3.2968687274187003E-2</c:v>
                </c:pt>
                <c:pt idx="2549">
                  <c:v>3.3370132476916892E-2</c:v>
                </c:pt>
                <c:pt idx="2550">
                  <c:v>3.3420313127258128E-2</c:v>
                </c:pt>
                <c:pt idx="2551">
                  <c:v>3.3169409875551947E-2</c:v>
                </c:pt>
                <c:pt idx="2552">
                  <c:v>3.3119229225210711E-2</c:v>
                </c:pt>
                <c:pt idx="2553">
                  <c:v>3.3370132476916892E-2</c:v>
                </c:pt>
                <c:pt idx="2554">
                  <c:v>3.35206744279406E-2</c:v>
                </c:pt>
                <c:pt idx="2555">
                  <c:v>3.3871938980329253E-2</c:v>
                </c:pt>
                <c:pt idx="2556">
                  <c:v>3.3821758329988016E-2</c:v>
                </c:pt>
                <c:pt idx="2557">
                  <c:v>3.3119229225210711E-2</c:v>
                </c:pt>
                <c:pt idx="2558">
                  <c:v>3.3621035728623072E-2</c:v>
                </c:pt>
                <c:pt idx="2559">
                  <c:v>3.3470493777599364E-2</c:v>
                </c:pt>
                <c:pt idx="2560">
                  <c:v>3.4022480931352961E-2</c:v>
                </c:pt>
                <c:pt idx="2561">
                  <c:v>3.3621035728623072E-2</c:v>
                </c:pt>
                <c:pt idx="2562">
                  <c:v>3.3972300281011725E-2</c:v>
                </c:pt>
                <c:pt idx="2563">
                  <c:v>3.4273384183059141E-2</c:v>
                </c:pt>
                <c:pt idx="2564">
                  <c:v>3.4423926134082627E-2</c:v>
                </c:pt>
                <c:pt idx="2565">
                  <c:v>3.4173022882376669E-2</c:v>
                </c:pt>
                <c:pt idx="2566">
                  <c:v>3.4725010036130044E-2</c:v>
                </c:pt>
                <c:pt idx="2567">
                  <c:v>3.3821758329988016E-2</c:v>
                </c:pt>
                <c:pt idx="2568">
                  <c:v>3.4474106784423864E-2</c:v>
                </c:pt>
                <c:pt idx="2569">
                  <c:v>3.4925732637494988E-2</c:v>
                </c:pt>
                <c:pt idx="2570">
                  <c:v>3.4474106784423864E-2</c:v>
                </c:pt>
                <c:pt idx="2571">
                  <c:v>3.4173022882376669E-2</c:v>
                </c:pt>
                <c:pt idx="2572">
                  <c:v>3.4574468085106336E-2</c:v>
                </c:pt>
                <c:pt idx="2573">
                  <c:v>3.5377358490566113E-2</c:v>
                </c:pt>
                <c:pt idx="2574">
                  <c:v>3.4825371336812516E-2</c:v>
                </c:pt>
                <c:pt idx="2575">
                  <c:v>3.6079887595343196E-2</c:v>
                </c:pt>
                <c:pt idx="2576">
                  <c:v>3.5527900441589821E-2</c:v>
                </c:pt>
                <c:pt idx="2577">
                  <c:v>3.5427539140907349E-2</c:v>
                </c:pt>
                <c:pt idx="2578">
                  <c:v>3.5678442392613308E-2</c:v>
                </c:pt>
                <c:pt idx="2579">
                  <c:v>3.5527900441589821E-2</c:v>
                </c:pt>
                <c:pt idx="2580">
                  <c:v>3.577880369329578E-2</c:v>
                </c:pt>
                <c:pt idx="2581">
                  <c:v>3.5879164993978252E-2</c:v>
                </c:pt>
                <c:pt idx="2582">
                  <c:v>3.5979526294660724E-2</c:v>
                </c:pt>
                <c:pt idx="2583">
                  <c:v>3.6380971497390613E-2</c:v>
                </c:pt>
                <c:pt idx="2584">
                  <c:v>3.6581694098755557E-2</c:v>
                </c:pt>
                <c:pt idx="2585">
                  <c:v>3.6280610196708141E-2</c:v>
                </c:pt>
                <c:pt idx="2586">
                  <c:v>3.6230429546366905E-2</c:v>
                </c:pt>
                <c:pt idx="2587">
                  <c:v>3.6079887595343196E-2</c:v>
                </c:pt>
                <c:pt idx="2588">
                  <c:v>3.6531513448414321E-2</c:v>
                </c:pt>
                <c:pt idx="2589">
                  <c:v>3.6431152147731849E-2</c:v>
                </c:pt>
                <c:pt idx="2590">
                  <c:v>3.6983139301485446E-2</c:v>
                </c:pt>
                <c:pt idx="2591">
                  <c:v>3.6631874749096793E-2</c:v>
                </c:pt>
                <c:pt idx="2592">
                  <c:v>3.6932958651143988E-2</c:v>
                </c:pt>
                <c:pt idx="2593">
                  <c:v>3.6983139301485446E-2</c:v>
                </c:pt>
                <c:pt idx="2594">
                  <c:v>3.6882778000802752E-2</c:v>
                </c:pt>
                <c:pt idx="2595">
                  <c:v>3.7083500602167696E-2</c:v>
                </c:pt>
                <c:pt idx="2596">
                  <c:v>3.6531513448414321E-2</c:v>
                </c:pt>
                <c:pt idx="2597">
                  <c:v>3.6380971497390613E-2</c:v>
                </c:pt>
                <c:pt idx="2598">
                  <c:v>3.6782416700120502E-2</c:v>
                </c:pt>
                <c:pt idx="2599">
                  <c:v>3.6932958651143988E-2</c:v>
                </c:pt>
                <c:pt idx="2600">
                  <c:v>3.7083500602167696E-2</c:v>
                </c:pt>
                <c:pt idx="2601">
                  <c:v>3.7284223203532862E-2</c:v>
                </c:pt>
                <c:pt idx="2602">
                  <c:v>3.7585307105580057E-2</c:v>
                </c:pt>
                <c:pt idx="2603">
                  <c:v>3.7434765154556349E-2</c:v>
                </c:pt>
                <c:pt idx="2604">
                  <c:v>3.703331995182646E-2</c:v>
                </c:pt>
                <c:pt idx="2605">
                  <c:v>3.6932958651143988E-2</c:v>
                </c:pt>
                <c:pt idx="2606">
                  <c:v>3.7234042553191404E-2</c:v>
                </c:pt>
                <c:pt idx="2607">
                  <c:v>3.6380971497390613E-2</c:v>
                </c:pt>
                <c:pt idx="2608">
                  <c:v>3.6431152147731849E-2</c:v>
                </c:pt>
                <c:pt idx="2609">
                  <c:v>3.6882778000802752E-2</c:v>
                </c:pt>
                <c:pt idx="2610">
                  <c:v>3.5979526294660724E-2</c:v>
                </c:pt>
                <c:pt idx="2611">
                  <c:v>3.6330790847049377E-2</c:v>
                </c:pt>
                <c:pt idx="2612">
                  <c:v>3.6732236049779265E-2</c:v>
                </c:pt>
                <c:pt idx="2613">
                  <c:v>3.6280610196708141E-2</c:v>
                </c:pt>
                <c:pt idx="2614">
                  <c:v>3.602970694500196E-2</c:v>
                </c:pt>
                <c:pt idx="2615">
                  <c:v>3.5929345644319488E-2</c:v>
                </c:pt>
                <c:pt idx="2616">
                  <c:v>3.6330790847049377E-2</c:v>
                </c:pt>
                <c:pt idx="2617">
                  <c:v>3.6380971497390613E-2</c:v>
                </c:pt>
                <c:pt idx="2618">
                  <c:v>3.6230429546366905E-2</c:v>
                </c:pt>
                <c:pt idx="2619">
                  <c:v>3.6280610196708141E-2</c:v>
                </c:pt>
                <c:pt idx="2620">
                  <c:v>3.5126455238859933E-2</c:v>
                </c:pt>
                <c:pt idx="2621">
                  <c:v>3.5929345644319488E-2</c:v>
                </c:pt>
                <c:pt idx="2622">
                  <c:v>3.5527900441589821E-2</c:v>
                </c:pt>
                <c:pt idx="2623">
                  <c:v>3.5879164993978252E-2</c:v>
                </c:pt>
                <c:pt idx="2624">
                  <c:v>3.5929345644319488E-2</c:v>
                </c:pt>
                <c:pt idx="2625">
                  <c:v>3.5979526294660724E-2</c:v>
                </c:pt>
                <c:pt idx="2626">
                  <c:v>3.5879164993978252E-2</c:v>
                </c:pt>
                <c:pt idx="2627">
                  <c:v>3.5628261742272072E-2</c:v>
                </c:pt>
                <c:pt idx="2628">
                  <c:v>3.5327177840224877E-2</c:v>
                </c:pt>
                <c:pt idx="2629">
                  <c:v>3.5427539140907349E-2</c:v>
                </c:pt>
                <c:pt idx="2630">
                  <c:v>3.5628261742272072E-2</c:v>
                </c:pt>
                <c:pt idx="2631">
                  <c:v>3.4725010036130044E-2</c:v>
                </c:pt>
                <c:pt idx="2632">
                  <c:v>3.5126455238859933E-2</c:v>
                </c:pt>
                <c:pt idx="2633">
                  <c:v>3.4875551987153752E-2</c:v>
                </c:pt>
                <c:pt idx="2634">
                  <c:v>3.4725010036130044E-2</c:v>
                </c:pt>
                <c:pt idx="2635">
                  <c:v>3.45242874347651E-2</c:v>
                </c:pt>
                <c:pt idx="2636">
                  <c:v>3.3621035728623072E-2</c:v>
                </c:pt>
                <c:pt idx="2637">
                  <c:v>3.4474106784423864E-2</c:v>
                </c:pt>
                <c:pt idx="2638">
                  <c:v>3.4574468085106336E-2</c:v>
                </c:pt>
                <c:pt idx="2639">
                  <c:v>3.4022480931352961E-2</c:v>
                </c:pt>
                <c:pt idx="2640">
                  <c:v>3.4173022882376669E-2</c:v>
                </c:pt>
                <c:pt idx="2641">
                  <c:v>3.4223203532717683E-2</c:v>
                </c:pt>
                <c:pt idx="2642">
                  <c:v>3.3269771176234419E-2</c:v>
                </c:pt>
                <c:pt idx="2643">
                  <c:v>3.3269771176234419E-2</c:v>
                </c:pt>
                <c:pt idx="2644">
                  <c:v>3.4122842232035433E-2</c:v>
                </c:pt>
                <c:pt idx="2645">
                  <c:v>3.377157767964678E-2</c:v>
                </c:pt>
                <c:pt idx="2646">
                  <c:v>3.3821758329988016E-2</c:v>
                </c:pt>
                <c:pt idx="2647">
                  <c:v>3.4574468085106336E-2</c:v>
                </c:pt>
                <c:pt idx="2648">
                  <c:v>3.4574468085106336E-2</c:v>
                </c:pt>
                <c:pt idx="2649">
                  <c:v>3.3470493777599364E-2</c:v>
                </c:pt>
                <c:pt idx="2650">
                  <c:v>3.2767964672822059E-2</c:v>
                </c:pt>
                <c:pt idx="2651">
                  <c:v>3.3570855078281836E-2</c:v>
                </c:pt>
                <c:pt idx="2652">
                  <c:v>3.3671216378964308E-2</c:v>
                </c:pt>
                <c:pt idx="2653">
                  <c:v>3.4072661581693975E-2</c:v>
                </c:pt>
                <c:pt idx="2654">
                  <c:v>3.4474106784423864E-2</c:v>
                </c:pt>
                <c:pt idx="2655">
                  <c:v>3.3922119630670267E-2</c:v>
                </c:pt>
                <c:pt idx="2656">
                  <c:v>3.4925732637494988E-2</c:v>
                </c:pt>
                <c:pt idx="2657">
                  <c:v>3.4624648735447572E-2</c:v>
                </c:pt>
                <c:pt idx="2658">
                  <c:v>3.477519068647128E-2</c:v>
                </c:pt>
                <c:pt idx="2659">
                  <c:v>3.4875551987153752E-2</c:v>
                </c:pt>
                <c:pt idx="2660">
                  <c:v>3.4725010036130044E-2</c:v>
                </c:pt>
                <c:pt idx="2661">
                  <c:v>3.4825371336812516E-2</c:v>
                </c:pt>
                <c:pt idx="2662">
                  <c:v>3.45242874347651E-2</c:v>
                </c:pt>
                <c:pt idx="2663">
                  <c:v>3.4373745483741391E-2</c:v>
                </c:pt>
                <c:pt idx="2664">
                  <c:v>3.4022480931352961E-2</c:v>
                </c:pt>
                <c:pt idx="2665">
                  <c:v>3.4323564833400155E-2</c:v>
                </c:pt>
                <c:pt idx="2666">
                  <c:v>3.4674829385788808E-2</c:v>
                </c:pt>
                <c:pt idx="2667">
                  <c:v>3.4122842232035433E-2</c:v>
                </c:pt>
                <c:pt idx="2668">
                  <c:v>3.4725010036130044E-2</c:v>
                </c:pt>
                <c:pt idx="2669">
                  <c:v>3.5126455238859933E-2</c:v>
                </c:pt>
                <c:pt idx="2670">
                  <c:v>3.5076274588518697E-2</c:v>
                </c:pt>
                <c:pt idx="2671">
                  <c:v>3.5026093938177461E-2</c:v>
                </c:pt>
                <c:pt idx="2672">
                  <c:v>3.4925732637494988E-2</c:v>
                </c:pt>
                <c:pt idx="2673">
                  <c:v>3.4122842232035433E-2</c:v>
                </c:pt>
                <c:pt idx="2674">
                  <c:v>3.3821758329988016E-2</c:v>
                </c:pt>
                <c:pt idx="2675">
                  <c:v>3.4825371336812516E-2</c:v>
                </c:pt>
                <c:pt idx="2676">
                  <c:v>3.477519068647128E-2</c:v>
                </c:pt>
                <c:pt idx="2677">
                  <c:v>3.4725010036130044E-2</c:v>
                </c:pt>
                <c:pt idx="2678">
                  <c:v>3.4624648735447572E-2</c:v>
                </c:pt>
                <c:pt idx="2679">
                  <c:v>3.4474106784423864E-2</c:v>
                </c:pt>
                <c:pt idx="2680">
                  <c:v>3.4875551987153752E-2</c:v>
                </c:pt>
                <c:pt idx="2681">
                  <c:v>3.3420313127258128E-2</c:v>
                </c:pt>
                <c:pt idx="2682">
                  <c:v>3.3972300281011725E-2</c:v>
                </c:pt>
                <c:pt idx="2683">
                  <c:v>3.3621035728623072E-2</c:v>
                </c:pt>
                <c:pt idx="2684">
                  <c:v>3.3821758329988016E-2</c:v>
                </c:pt>
                <c:pt idx="2685">
                  <c:v>3.3470493777599364E-2</c:v>
                </c:pt>
                <c:pt idx="2686">
                  <c:v>3.35206744279406E-2</c:v>
                </c:pt>
                <c:pt idx="2687">
                  <c:v>3.4022480931352961E-2</c:v>
                </c:pt>
                <c:pt idx="2688">
                  <c:v>3.3922119630670267E-2</c:v>
                </c:pt>
                <c:pt idx="2689">
                  <c:v>3.4072661581693975E-2</c:v>
                </c:pt>
                <c:pt idx="2690">
                  <c:v>3.3972300281011725E-2</c:v>
                </c:pt>
                <c:pt idx="2691">
                  <c:v>3.3871938980329253E-2</c:v>
                </c:pt>
                <c:pt idx="2692">
                  <c:v>3.3269771176234419E-2</c:v>
                </c:pt>
                <c:pt idx="2693">
                  <c:v>3.3821758329988016E-2</c:v>
                </c:pt>
                <c:pt idx="2694">
                  <c:v>3.3269771176234419E-2</c:v>
                </c:pt>
                <c:pt idx="2695">
                  <c:v>3.3621035728623072E-2</c:v>
                </c:pt>
                <c:pt idx="2696">
                  <c:v>3.2717784022481045E-2</c:v>
                </c:pt>
                <c:pt idx="2697">
                  <c:v>3.3420313127258128E-2</c:v>
                </c:pt>
                <c:pt idx="2698">
                  <c:v>3.3470493777599364E-2</c:v>
                </c:pt>
                <c:pt idx="2699">
                  <c:v>3.3570855078281836E-2</c:v>
                </c:pt>
                <c:pt idx="2700">
                  <c:v>3.3169409875551947E-2</c:v>
                </c:pt>
                <c:pt idx="2701">
                  <c:v>3.2767964672822059E-2</c:v>
                </c:pt>
                <c:pt idx="2702">
                  <c:v>3.2466880770774864E-2</c:v>
                </c:pt>
                <c:pt idx="2703">
                  <c:v>3.2818145323163295E-2</c:v>
                </c:pt>
                <c:pt idx="2704">
                  <c:v>3.1965074267362503E-2</c:v>
                </c:pt>
                <c:pt idx="2705">
                  <c:v>3.2015254917703739E-2</c:v>
                </c:pt>
                <c:pt idx="2706">
                  <c:v>3.2015254917703739E-2</c:v>
                </c:pt>
                <c:pt idx="2707">
                  <c:v>3.2115616218386212E-2</c:v>
                </c:pt>
                <c:pt idx="2708">
                  <c:v>3.1965074267362503E-2</c:v>
                </c:pt>
                <c:pt idx="2709">
                  <c:v>3.1814532316338795E-2</c:v>
                </c:pt>
                <c:pt idx="2710">
                  <c:v>3.2115616218386212E-2</c:v>
                </c:pt>
                <c:pt idx="2711">
                  <c:v>3.1663990365315087E-2</c:v>
                </c:pt>
                <c:pt idx="2712">
                  <c:v>3.2316338819751156E-2</c:v>
                </c:pt>
                <c:pt idx="2713">
                  <c:v>3.236651947009217E-2</c:v>
                </c:pt>
                <c:pt idx="2714">
                  <c:v>3.2215977519068684E-2</c:v>
                </c:pt>
                <c:pt idx="2715">
                  <c:v>3.2416700120433628E-2</c:v>
                </c:pt>
                <c:pt idx="2716">
                  <c:v>3.236651947009217E-2</c:v>
                </c:pt>
                <c:pt idx="2717">
                  <c:v>3.2215977519068684E-2</c:v>
                </c:pt>
                <c:pt idx="2718">
                  <c:v>3.226615816940992E-2</c:v>
                </c:pt>
                <c:pt idx="2719">
                  <c:v>3.2065435568044975E-2</c:v>
                </c:pt>
                <c:pt idx="2720">
                  <c:v>3.2015254917703739E-2</c:v>
                </c:pt>
                <c:pt idx="2721">
                  <c:v>3.1864712966680031E-2</c:v>
                </c:pt>
                <c:pt idx="2722">
                  <c:v>3.1714171015656323E-2</c:v>
                </c:pt>
                <c:pt idx="2723">
                  <c:v>3.1764351665997559E-2</c:v>
                </c:pt>
                <c:pt idx="2724">
                  <c:v>3.1513448414291378E-2</c:v>
                </c:pt>
                <c:pt idx="2725">
                  <c:v>3.1613809714974073E-2</c:v>
                </c:pt>
                <c:pt idx="2726">
                  <c:v>3.111200321156149E-2</c:v>
                </c:pt>
                <c:pt idx="2727">
                  <c:v>3.1764351665997559E-2</c:v>
                </c:pt>
                <c:pt idx="2728">
                  <c:v>3.2215977519068684E-2</c:v>
                </c:pt>
                <c:pt idx="2729">
                  <c:v>3.1914893617021267E-2</c:v>
                </c:pt>
                <c:pt idx="2730">
                  <c:v>3.2466880770774864E-2</c:v>
                </c:pt>
                <c:pt idx="2731">
                  <c:v>3.1914893617021267E-2</c:v>
                </c:pt>
                <c:pt idx="2732">
                  <c:v>3.1864712966680031E-2</c:v>
                </c:pt>
                <c:pt idx="2733">
                  <c:v>3.2215977519068684E-2</c:v>
                </c:pt>
                <c:pt idx="2734">
                  <c:v>3.1914893617021267E-2</c:v>
                </c:pt>
                <c:pt idx="2735">
                  <c:v>3.2015254917703739E-2</c:v>
                </c:pt>
                <c:pt idx="2736">
                  <c:v>3.2115616218386212E-2</c:v>
                </c:pt>
                <c:pt idx="2737">
                  <c:v>3.2567242071457336E-2</c:v>
                </c:pt>
                <c:pt idx="2738">
                  <c:v>3.1563629064632615E-2</c:v>
                </c:pt>
                <c:pt idx="2739">
                  <c:v>3.1814532316338795E-2</c:v>
                </c:pt>
                <c:pt idx="2740">
                  <c:v>3.1814532316338795E-2</c:v>
                </c:pt>
                <c:pt idx="2741">
                  <c:v>3.1613809714974073E-2</c:v>
                </c:pt>
                <c:pt idx="2742">
                  <c:v>3.2215977519068684E-2</c:v>
                </c:pt>
                <c:pt idx="2743">
                  <c:v>3.2466880770774864E-2</c:v>
                </c:pt>
                <c:pt idx="2744">
                  <c:v>3.2115616218386212E-2</c:v>
                </c:pt>
                <c:pt idx="2745">
                  <c:v>3.2517061421115878E-2</c:v>
                </c:pt>
                <c:pt idx="2746">
                  <c:v>3.2968687274187003E-2</c:v>
                </c:pt>
                <c:pt idx="2747">
                  <c:v>3.2316338819751156E-2</c:v>
                </c:pt>
                <c:pt idx="2748">
                  <c:v>3.2517061421115878E-2</c:v>
                </c:pt>
                <c:pt idx="2749">
                  <c:v>3.3018867924528461E-2</c:v>
                </c:pt>
                <c:pt idx="2750">
                  <c:v>3.2868325973504753E-2</c:v>
                </c:pt>
                <c:pt idx="2751">
                  <c:v>3.3119229225210711E-2</c:v>
                </c:pt>
                <c:pt idx="2752">
                  <c:v>3.3069048574869475E-2</c:v>
                </c:pt>
                <c:pt idx="2753">
                  <c:v>3.3319951826575656E-2</c:v>
                </c:pt>
                <c:pt idx="2754">
                  <c:v>3.3219590525893183E-2</c:v>
                </c:pt>
                <c:pt idx="2755">
                  <c:v>3.3219590525893183E-2</c:v>
                </c:pt>
                <c:pt idx="2756">
                  <c:v>3.3370132476916892E-2</c:v>
                </c:pt>
                <c:pt idx="2757">
                  <c:v>3.3420313127258128E-2</c:v>
                </c:pt>
                <c:pt idx="2758">
                  <c:v>3.3470493777599364E-2</c:v>
                </c:pt>
                <c:pt idx="2759">
                  <c:v>3.3219590525893183E-2</c:v>
                </c:pt>
                <c:pt idx="2760">
                  <c:v>3.3319951826575656E-2</c:v>
                </c:pt>
                <c:pt idx="2761">
                  <c:v>3.3119229225210711E-2</c:v>
                </c:pt>
                <c:pt idx="2762">
                  <c:v>3.3219590525893183E-2</c:v>
                </c:pt>
                <c:pt idx="2763">
                  <c:v>3.3922119630670267E-2</c:v>
                </c:pt>
                <c:pt idx="2764">
                  <c:v>3.3219590525893183E-2</c:v>
                </c:pt>
                <c:pt idx="2765">
                  <c:v>3.3671216378964308E-2</c:v>
                </c:pt>
                <c:pt idx="2766">
                  <c:v>3.3871938980329253E-2</c:v>
                </c:pt>
                <c:pt idx="2767">
                  <c:v>3.4273384183059141E-2</c:v>
                </c:pt>
                <c:pt idx="2768">
                  <c:v>3.4423926134082627E-2</c:v>
                </c:pt>
                <c:pt idx="2769">
                  <c:v>3.4373745483741391E-2</c:v>
                </c:pt>
                <c:pt idx="2770">
                  <c:v>3.5126455238859933E-2</c:v>
                </c:pt>
                <c:pt idx="2771">
                  <c:v>3.4875551987153752E-2</c:v>
                </c:pt>
                <c:pt idx="2772">
                  <c:v>3.4725010036130044E-2</c:v>
                </c:pt>
                <c:pt idx="2773">
                  <c:v>3.5226816539542405E-2</c:v>
                </c:pt>
                <c:pt idx="2774">
                  <c:v>3.5176635889201169E-2</c:v>
                </c:pt>
                <c:pt idx="2775">
                  <c:v>3.4474106784423864E-2</c:v>
                </c:pt>
                <c:pt idx="2776">
                  <c:v>3.5026093938177461E-2</c:v>
                </c:pt>
                <c:pt idx="2777">
                  <c:v>3.477519068647128E-2</c:v>
                </c:pt>
                <c:pt idx="2778">
                  <c:v>3.477519068647128E-2</c:v>
                </c:pt>
                <c:pt idx="2779">
                  <c:v>3.4825371336812516E-2</c:v>
                </c:pt>
                <c:pt idx="2780">
                  <c:v>3.477519068647128E-2</c:v>
                </c:pt>
                <c:pt idx="2781">
                  <c:v>3.4223203532717683E-2</c:v>
                </c:pt>
                <c:pt idx="2782">
                  <c:v>3.4423926134082627E-2</c:v>
                </c:pt>
                <c:pt idx="2783">
                  <c:v>3.4574468085106336E-2</c:v>
                </c:pt>
                <c:pt idx="2784">
                  <c:v>3.4875551987153752E-2</c:v>
                </c:pt>
                <c:pt idx="2785">
                  <c:v>3.5327177840224877E-2</c:v>
                </c:pt>
                <c:pt idx="2786">
                  <c:v>3.4674829385788808E-2</c:v>
                </c:pt>
                <c:pt idx="2787">
                  <c:v>3.5176635889201169E-2</c:v>
                </c:pt>
                <c:pt idx="2788">
                  <c:v>3.4975913287836224E-2</c:v>
                </c:pt>
                <c:pt idx="2789">
                  <c:v>3.4474106784423864E-2</c:v>
                </c:pt>
                <c:pt idx="2790">
                  <c:v>3.4173022882376669E-2</c:v>
                </c:pt>
                <c:pt idx="2791">
                  <c:v>3.4875551987153752E-2</c:v>
                </c:pt>
                <c:pt idx="2792">
                  <c:v>3.5427539140907349E-2</c:v>
                </c:pt>
                <c:pt idx="2793">
                  <c:v>3.4975913287836224E-2</c:v>
                </c:pt>
                <c:pt idx="2794">
                  <c:v>3.5327177840224877E-2</c:v>
                </c:pt>
                <c:pt idx="2795">
                  <c:v>3.5276997189883641E-2</c:v>
                </c:pt>
                <c:pt idx="2796">
                  <c:v>3.3922119630670267E-2</c:v>
                </c:pt>
                <c:pt idx="2797">
                  <c:v>3.4122842232035433E-2</c:v>
                </c:pt>
                <c:pt idx="2798">
                  <c:v>3.4725010036130044E-2</c:v>
                </c:pt>
                <c:pt idx="2799">
                  <c:v>3.4674829385788808E-2</c:v>
                </c:pt>
                <c:pt idx="2800">
                  <c:v>3.4423926134082627E-2</c:v>
                </c:pt>
                <c:pt idx="2801">
                  <c:v>3.4273384183059141E-2</c:v>
                </c:pt>
                <c:pt idx="2802">
                  <c:v>3.3420313127258128E-2</c:v>
                </c:pt>
                <c:pt idx="2803">
                  <c:v>3.35206744279406E-2</c:v>
                </c:pt>
                <c:pt idx="2804">
                  <c:v>3.3219590525893183E-2</c:v>
                </c:pt>
                <c:pt idx="2805">
                  <c:v>3.3269771176234419E-2</c:v>
                </c:pt>
                <c:pt idx="2806">
                  <c:v>3.3018867924528461E-2</c:v>
                </c:pt>
                <c:pt idx="2807">
                  <c:v>3.2767964672822059E-2</c:v>
                </c:pt>
                <c:pt idx="2808">
                  <c:v>3.3119229225210711E-2</c:v>
                </c:pt>
                <c:pt idx="2809">
                  <c:v>3.2015254917703739E-2</c:v>
                </c:pt>
                <c:pt idx="2810">
                  <c:v>3.2466880770774864E-2</c:v>
                </c:pt>
                <c:pt idx="2811">
                  <c:v>3.2517061421115878E-2</c:v>
                </c:pt>
                <c:pt idx="2812">
                  <c:v>3.236651947009217E-2</c:v>
                </c:pt>
                <c:pt idx="2813">
                  <c:v>3.2968687274187003E-2</c:v>
                </c:pt>
                <c:pt idx="2814">
                  <c:v>3.2517061421115878E-2</c:v>
                </c:pt>
                <c:pt idx="2815">
                  <c:v>3.236651947009217E-2</c:v>
                </c:pt>
                <c:pt idx="2816">
                  <c:v>3.2466880770774864E-2</c:v>
                </c:pt>
                <c:pt idx="2817">
                  <c:v>3.2015254917703739E-2</c:v>
                </c:pt>
                <c:pt idx="2818">
                  <c:v>3.2115616218386212E-2</c:v>
                </c:pt>
                <c:pt idx="2819">
                  <c:v>3.2316338819751156E-2</c:v>
                </c:pt>
                <c:pt idx="2820">
                  <c:v>3.1714171015656323E-2</c:v>
                </c:pt>
                <c:pt idx="2821">
                  <c:v>3.2466880770774864E-2</c:v>
                </c:pt>
                <c:pt idx="2822">
                  <c:v>3.2416700120433628E-2</c:v>
                </c:pt>
                <c:pt idx="2823">
                  <c:v>3.2567242071457336E-2</c:v>
                </c:pt>
                <c:pt idx="2824">
                  <c:v>3.2466880770774864E-2</c:v>
                </c:pt>
                <c:pt idx="2825">
                  <c:v>3.2466880770774864E-2</c:v>
                </c:pt>
                <c:pt idx="2826">
                  <c:v>3.2968687274187003E-2</c:v>
                </c:pt>
                <c:pt idx="2827">
                  <c:v>3.2918506623845767E-2</c:v>
                </c:pt>
                <c:pt idx="2828">
                  <c:v>3.3219590525893183E-2</c:v>
                </c:pt>
                <c:pt idx="2829">
                  <c:v>3.35206744279406E-2</c:v>
                </c:pt>
                <c:pt idx="2830">
                  <c:v>3.3319951826575656E-2</c:v>
                </c:pt>
                <c:pt idx="2831">
                  <c:v>3.3570855078281836E-2</c:v>
                </c:pt>
                <c:pt idx="2832">
                  <c:v>3.3470493777599364E-2</c:v>
                </c:pt>
                <c:pt idx="2833">
                  <c:v>3.3570855078281836E-2</c:v>
                </c:pt>
                <c:pt idx="2834">
                  <c:v>3.4223203532717683E-2</c:v>
                </c:pt>
                <c:pt idx="2835">
                  <c:v>3.4173022882376669E-2</c:v>
                </c:pt>
                <c:pt idx="2836">
                  <c:v>3.4273384183059141E-2</c:v>
                </c:pt>
                <c:pt idx="2837">
                  <c:v>3.3871938980329253E-2</c:v>
                </c:pt>
                <c:pt idx="2838">
                  <c:v>3.3671216378964308E-2</c:v>
                </c:pt>
                <c:pt idx="2839">
                  <c:v>3.4122842232035433E-2</c:v>
                </c:pt>
                <c:pt idx="2840">
                  <c:v>3.3821758329988016E-2</c:v>
                </c:pt>
                <c:pt idx="2841">
                  <c:v>3.3871938980329253E-2</c:v>
                </c:pt>
                <c:pt idx="2842">
                  <c:v>3.4122842232035433E-2</c:v>
                </c:pt>
                <c:pt idx="2843">
                  <c:v>3.3671216378964308E-2</c:v>
                </c:pt>
                <c:pt idx="2844">
                  <c:v>3.4122842232035433E-2</c:v>
                </c:pt>
                <c:pt idx="2845">
                  <c:v>3.3169409875551947E-2</c:v>
                </c:pt>
                <c:pt idx="2846">
                  <c:v>3.3972300281011725E-2</c:v>
                </c:pt>
                <c:pt idx="2847">
                  <c:v>3.3570855078281836E-2</c:v>
                </c:pt>
                <c:pt idx="2848">
                  <c:v>3.3922119630670267E-2</c:v>
                </c:pt>
                <c:pt idx="2849">
                  <c:v>3.377157767964678E-2</c:v>
                </c:pt>
                <c:pt idx="2850">
                  <c:v>3.4223203532717683E-2</c:v>
                </c:pt>
                <c:pt idx="2851">
                  <c:v>3.4423926134082627E-2</c:v>
                </c:pt>
                <c:pt idx="2852">
                  <c:v>3.4373745483741391E-2</c:v>
                </c:pt>
                <c:pt idx="2853">
                  <c:v>3.4323564833400155E-2</c:v>
                </c:pt>
                <c:pt idx="2854">
                  <c:v>3.4674829385788808E-2</c:v>
                </c:pt>
                <c:pt idx="2855">
                  <c:v>3.4323564833400155E-2</c:v>
                </c:pt>
                <c:pt idx="2856">
                  <c:v>3.4574468085106336E-2</c:v>
                </c:pt>
                <c:pt idx="2857">
                  <c:v>3.4674829385788808E-2</c:v>
                </c:pt>
                <c:pt idx="2858">
                  <c:v>3.4373745483741391E-2</c:v>
                </c:pt>
                <c:pt idx="2859">
                  <c:v>3.35206744279406E-2</c:v>
                </c:pt>
                <c:pt idx="2860">
                  <c:v>3.3671216378964308E-2</c:v>
                </c:pt>
                <c:pt idx="2861">
                  <c:v>3.377157767964678E-2</c:v>
                </c:pt>
                <c:pt idx="2862">
                  <c:v>3.4223203532717683E-2</c:v>
                </c:pt>
                <c:pt idx="2863">
                  <c:v>3.3972300281011725E-2</c:v>
                </c:pt>
                <c:pt idx="2864">
                  <c:v>3.4022480931352961E-2</c:v>
                </c:pt>
                <c:pt idx="2865">
                  <c:v>3.4122842232035433E-2</c:v>
                </c:pt>
                <c:pt idx="2866">
                  <c:v>3.3721397029305544E-2</c:v>
                </c:pt>
                <c:pt idx="2867">
                  <c:v>3.4223203532717683E-2</c:v>
                </c:pt>
                <c:pt idx="2868">
                  <c:v>3.3972300281011725E-2</c:v>
                </c:pt>
                <c:pt idx="2869">
                  <c:v>3.3972300281011725E-2</c:v>
                </c:pt>
                <c:pt idx="2870">
                  <c:v>3.3821758329988016E-2</c:v>
                </c:pt>
                <c:pt idx="2871">
                  <c:v>3.4323564833400155E-2</c:v>
                </c:pt>
                <c:pt idx="2872">
                  <c:v>3.3972300281011725E-2</c:v>
                </c:pt>
                <c:pt idx="2873">
                  <c:v>3.3721397029305544E-2</c:v>
                </c:pt>
                <c:pt idx="2874">
                  <c:v>3.3621035728623072E-2</c:v>
                </c:pt>
                <c:pt idx="2875">
                  <c:v>3.4273384183059141E-2</c:v>
                </c:pt>
                <c:pt idx="2876">
                  <c:v>3.4173022882376669E-2</c:v>
                </c:pt>
                <c:pt idx="2877">
                  <c:v>3.4072661581693975E-2</c:v>
                </c:pt>
                <c:pt idx="2878">
                  <c:v>3.3621035728623072E-2</c:v>
                </c:pt>
                <c:pt idx="2879">
                  <c:v>3.3972300281011725E-2</c:v>
                </c:pt>
                <c:pt idx="2880">
                  <c:v>3.3069048574869475E-2</c:v>
                </c:pt>
                <c:pt idx="2881">
                  <c:v>3.2918506623845767E-2</c:v>
                </c:pt>
                <c:pt idx="2882">
                  <c:v>3.3470493777599364E-2</c:v>
                </c:pt>
                <c:pt idx="2883">
                  <c:v>3.3269771176234419E-2</c:v>
                </c:pt>
                <c:pt idx="2884">
                  <c:v>3.3018867924528461E-2</c:v>
                </c:pt>
                <c:pt idx="2885">
                  <c:v>3.3319951826575656E-2</c:v>
                </c:pt>
                <c:pt idx="2886">
                  <c:v>3.3018867924528461E-2</c:v>
                </c:pt>
                <c:pt idx="2887">
                  <c:v>3.3119229225210711E-2</c:v>
                </c:pt>
                <c:pt idx="2888">
                  <c:v>3.3570855078281836E-2</c:v>
                </c:pt>
                <c:pt idx="2889">
                  <c:v>3.3319951826575656E-2</c:v>
                </c:pt>
                <c:pt idx="2890">
                  <c:v>3.3621035728623072E-2</c:v>
                </c:pt>
                <c:pt idx="2891">
                  <c:v>3.3821758329988016E-2</c:v>
                </c:pt>
                <c:pt idx="2892">
                  <c:v>3.3319951826575656E-2</c:v>
                </c:pt>
                <c:pt idx="2893">
                  <c:v>3.2968687274187003E-2</c:v>
                </c:pt>
                <c:pt idx="2894">
                  <c:v>3.2717784022481045E-2</c:v>
                </c:pt>
                <c:pt idx="2895">
                  <c:v>3.3370132476916892E-2</c:v>
                </c:pt>
                <c:pt idx="2896">
                  <c:v>3.3420313127258128E-2</c:v>
                </c:pt>
                <c:pt idx="2897">
                  <c:v>3.35206744279406E-2</c:v>
                </c:pt>
                <c:pt idx="2898">
                  <c:v>3.3319951826575656E-2</c:v>
                </c:pt>
                <c:pt idx="2899">
                  <c:v>3.3621035728623072E-2</c:v>
                </c:pt>
                <c:pt idx="2900">
                  <c:v>3.2818145323163295E-2</c:v>
                </c:pt>
                <c:pt idx="2901">
                  <c:v>3.3018867924528461E-2</c:v>
                </c:pt>
                <c:pt idx="2902">
                  <c:v>3.3219590525893183E-2</c:v>
                </c:pt>
                <c:pt idx="2903">
                  <c:v>3.3219590525893183E-2</c:v>
                </c:pt>
                <c:pt idx="2904">
                  <c:v>3.3420313127258128E-2</c:v>
                </c:pt>
                <c:pt idx="2905">
                  <c:v>3.3119229225210711E-2</c:v>
                </c:pt>
                <c:pt idx="2906">
                  <c:v>3.3319951826575656E-2</c:v>
                </c:pt>
                <c:pt idx="2907">
                  <c:v>3.3621035728623072E-2</c:v>
                </c:pt>
                <c:pt idx="2908">
                  <c:v>3.3470493777599364E-2</c:v>
                </c:pt>
                <c:pt idx="2909">
                  <c:v>3.3119229225210711E-2</c:v>
                </c:pt>
                <c:pt idx="2910">
                  <c:v>3.3570855078281836E-2</c:v>
                </c:pt>
                <c:pt idx="2911">
                  <c:v>3.3570855078281836E-2</c:v>
                </c:pt>
                <c:pt idx="2912">
                  <c:v>3.3069048574869475E-2</c:v>
                </c:pt>
                <c:pt idx="2913">
                  <c:v>3.3018867924528461E-2</c:v>
                </c:pt>
                <c:pt idx="2914">
                  <c:v>3.2818145323163295E-2</c:v>
                </c:pt>
                <c:pt idx="2915">
                  <c:v>3.3069048574869475E-2</c:v>
                </c:pt>
                <c:pt idx="2916">
                  <c:v>3.3119229225210711E-2</c:v>
                </c:pt>
                <c:pt idx="2917">
                  <c:v>3.3570855078281836E-2</c:v>
                </c:pt>
                <c:pt idx="2918">
                  <c:v>3.4173022882376669E-2</c:v>
                </c:pt>
                <c:pt idx="2919">
                  <c:v>3.3922119630670267E-2</c:v>
                </c:pt>
                <c:pt idx="2920">
                  <c:v>3.4223203532717683E-2</c:v>
                </c:pt>
                <c:pt idx="2921">
                  <c:v>3.3821758329988016E-2</c:v>
                </c:pt>
                <c:pt idx="2922">
                  <c:v>3.4122842232035433E-2</c:v>
                </c:pt>
                <c:pt idx="2923">
                  <c:v>3.4373745483741391E-2</c:v>
                </c:pt>
                <c:pt idx="2924">
                  <c:v>3.4423926134082627E-2</c:v>
                </c:pt>
                <c:pt idx="2925">
                  <c:v>3.4173022882376669E-2</c:v>
                </c:pt>
                <c:pt idx="2926">
                  <c:v>3.4173022882376669E-2</c:v>
                </c:pt>
                <c:pt idx="2927">
                  <c:v>3.45242874347651E-2</c:v>
                </c:pt>
                <c:pt idx="2928">
                  <c:v>3.4122842232035433E-2</c:v>
                </c:pt>
                <c:pt idx="2929">
                  <c:v>3.4574468085106336E-2</c:v>
                </c:pt>
                <c:pt idx="2930">
                  <c:v>3.4474106784423864E-2</c:v>
                </c:pt>
                <c:pt idx="2931">
                  <c:v>3.4323564833400155E-2</c:v>
                </c:pt>
                <c:pt idx="2932">
                  <c:v>3.4022480931352961E-2</c:v>
                </c:pt>
                <c:pt idx="2933">
                  <c:v>3.4122842232035433E-2</c:v>
                </c:pt>
                <c:pt idx="2934">
                  <c:v>3.4323564833400155E-2</c:v>
                </c:pt>
                <c:pt idx="2935">
                  <c:v>3.4825371336812516E-2</c:v>
                </c:pt>
                <c:pt idx="2936">
                  <c:v>3.5076274588518697E-2</c:v>
                </c:pt>
                <c:pt idx="2937">
                  <c:v>3.4624648735447572E-2</c:v>
                </c:pt>
                <c:pt idx="2938">
                  <c:v>3.4875551987153752E-2</c:v>
                </c:pt>
                <c:pt idx="2939">
                  <c:v>3.5076274588518697E-2</c:v>
                </c:pt>
                <c:pt idx="2940">
                  <c:v>3.5026093938177461E-2</c:v>
                </c:pt>
                <c:pt idx="2941">
                  <c:v>3.5026093938177461E-2</c:v>
                </c:pt>
                <c:pt idx="2942">
                  <c:v>3.3871938980329253E-2</c:v>
                </c:pt>
                <c:pt idx="2943">
                  <c:v>3.45242874347651E-2</c:v>
                </c:pt>
                <c:pt idx="2944">
                  <c:v>3.477519068647128E-2</c:v>
                </c:pt>
                <c:pt idx="2945">
                  <c:v>3.4875551987153752E-2</c:v>
                </c:pt>
                <c:pt idx="2946">
                  <c:v>3.4925732637494988E-2</c:v>
                </c:pt>
                <c:pt idx="2947">
                  <c:v>3.5076274588518697E-2</c:v>
                </c:pt>
                <c:pt idx="2948">
                  <c:v>3.4624648735447572E-2</c:v>
                </c:pt>
                <c:pt idx="2949">
                  <c:v>3.5176635889201169E-2</c:v>
                </c:pt>
                <c:pt idx="2950">
                  <c:v>3.4875551987153752E-2</c:v>
                </c:pt>
                <c:pt idx="2951">
                  <c:v>3.5076274588518697E-2</c:v>
                </c:pt>
                <c:pt idx="2952">
                  <c:v>3.4725010036130044E-2</c:v>
                </c:pt>
                <c:pt idx="2953">
                  <c:v>3.4674829385788808E-2</c:v>
                </c:pt>
                <c:pt idx="2954">
                  <c:v>3.4875551987153752E-2</c:v>
                </c:pt>
                <c:pt idx="2955">
                  <c:v>3.4925732637494988E-2</c:v>
                </c:pt>
                <c:pt idx="2956">
                  <c:v>3.3470493777599364E-2</c:v>
                </c:pt>
                <c:pt idx="2957">
                  <c:v>3.4423926134082627E-2</c:v>
                </c:pt>
                <c:pt idx="2958">
                  <c:v>3.3972300281011725E-2</c:v>
                </c:pt>
                <c:pt idx="2959">
                  <c:v>3.4474106784423864E-2</c:v>
                </c:pt>
                <c:pt idx="2960">
                  <c:v>3.4423926134082627E-2</c:v>
                </c:pt>
                <c:pt idx="2961">
                  <c:v>3.3570855078281836E-2</c:v>
                </c:pt>
                <c:pt idx="2962">
                  <c:v>3.4323564833400155E-2</c:v>
                </c:pt>
                <c:pt idx="2963">
                  <c:v>3.3972300281011725E-2</c:v>
                </c:pt>
                <c:pt idx="2964">
                  <c:v>3.3821758329988016E-2</c:v>
                </c:pt>
                <c:pt idx="2965">
                  <c:v>3.3922119630670267E-2</c:v>
                </c:pt>
                <c:pt idx="2966">
                  <c:v>3.3972300281011725E-2</c:v>
                </c:pt>
                <c:pt idx="2967">
                  <c:v>3.3721397029305544E-2</c:v>
                </c:pt>
                <c:pt idx="2968">
                  <c:v>3.2567242071457336E-2</c:v>
                </c:pt>
                <c:pt idx="2969">
                  <c:v>3.2215977519068684E-2</c:v>
                </c:pt>
                <c:pt idx="2970">
                  <c:v>3.2015254917703739E-2</c:v>
                </c:pt>
                <c:pt idx="2971">
                  <c:v>3.236651947009217E-2</c:v>
                </c:pt>
                <c:pt idx="2972">
                  <c:v>3.1864712966680031E-2</c:v>
                </c:pt>
                <c:pt idx="2973">
                  <c:v>3.0911280610196767E-2</c:v>
                </c:pt>
                <c:pt idx="2974">
                  <c:v>3.1563629064632615E-2</c:v>
                </c:pt>
                <c:pt idx="2975">
                  <c:v>3.0861099959855531E-2</c:v>
                </c:pt>
                <c:pt idx="2976">
                  <c:v>3.1212364512243962E-2</c:v>
                </c:pt>
                <c:pt idx="2977">
                  <c:v>3.0760738659173059E-2</c:v>
                </c:pt>
                <c:pt idx="2978">
                  <c:v>3.1413087113608906E-2</c:v>
                </c:pt>
                <c:pt idx="2979">
                  <c:v>3.0509835407466879E-2</c:v>
                </c:pt>
                <c:pt idx="2980">
                  <c:v>3.0660377358490587E-2</c:v>
                </c:pt>
                <c:pt idx="2981">
                  <c:v>3.0560016057808115E-2</c:v>
                </c:pt>
                <c:pt idx="2982">
                  <c:v>2.9957848253713282E-2</c:v>
                </c:pt>
                <c:pt idx="2983">
                  <c:v>2.9054596547571254E-2</c:v>
                </c:pt>
                <c:pt idx="2984">
                  <c:v>2.9405861099959685E-2</c:v>
                </c:pt>
                <c:pt idx="2985">
                  <c:v>2.9305499799277435E-2</c:v>
                </c:pt>
                <c:pt idx="2986">
                  <c:v>2.8703331995182602E-2</c:v>
                </c:pt>
                <c:pt idx="2987">
                  <c:v>2.9054596547571254E-2</c:v>
                </c:pt>
                <c:pt idx="2988">
                  <c:v>2.9054596547571254E-2</c:v>
                </c:pt>
                <c:pt idx="2989">
                  <c:v>2.9154957848253726E-2</c:v>
                </c:pt>
                <c:pt idx="2990">
                  <c:v>2.910477719791249E-2</c:v>
                </c:pt>
                <c:pt idx="2991">
                  <c:v>2.9154957848253726E-2</c:v>
                </c:pt>
                <c:pt idx="2992">
                  <c:v>2.9004415897230018E-2</c:v>
                </c:pt>
                <c:pt idx="2993">
                  <c:v>2.8703331995182602E-2</c:v>
                </c:pt>
                <c:pt idx="2994">
                  <c:v>2.7900441589723046E-2</c:v>
                </c:pt>
                <c:pt idx="2995">
                  <c:v>2.7900441589723046E-2</c:v>
                </c:pt>
                <c:pt idx="2996">
                  <c:v>2.7950622240064282E-2</c:v>
                </c:pt>
                <c:pt idx="2997">
                  <c:v>2.7950622240064282E-2</c:v>
                </c:pt>
                <c:pt idx="2998">
                  <c:v>2.7549177037334394E-2</c:v>
                </c:pt>
                <c:pt idx="2999">
                  <c:v>2.7900441589723046E-2</c:v>
                </c:pt>
                <c:pt idx="3000">
                  <c:v>2.8251706142111477E-2</c:v>
                </c:pt>
                <c:pt idx="3001">
                  <c:v>2.8552790044158893E-2</c:v>
                </c:pt>
                <c:pt idx="3002">
                  <c:v>2.8402248093135185E-2</c:v>
                </c:pt>
                <c:pt idx="3003">
                  <c:v>2.8301886792452713E-2</c:v>
                </c:pt>
                <c:pt idx="3004">
                  <c:v>2.8653151344841365E-2</c:v>
                </c:pt>
                <c:pt idx="3005">
                  <c:v>2.8452428743476421E-2</c:v>
                </c:pt>
                <c:pt idx="3006">
                  <c:v>2.8251706142111477E-2</c:v>
                </c:pt>
                <c:pt idx="3007">
                  <c:v>2.9255319148936199E-2</c:v>
                </c:pt>
                <c:pt idx="3008">
                  <c:v>2.8602970694500129E-2</c:v>
                </c:pt>
                <c:pt idx="3009">
                  <c:v>2.910477719791249E-2</c:v>
                </c:pt>
                <c:pt idx="3010">
                  <c:v>2.8502609393817879E-2</c:v>
                </c:pt>
                <c:pt idx="3011">
                  <c:v>2.8653151344841365E-2</c:v>
                </c:pt>
                <c:pt idx="3012">
                  <c:v>2.8101164191087991E-2</c:v>
                </c:pt>
                <c:pt idx="3013">
                  <c:v>2.8402248093135185E-2</c:v>
                </c:pt>
                <c:pt idx="3014">
                  <c:v>2.8050983540746754E-2</c:v>
                </c:pt>
                <c:pt idx="3015">
                  <c:v>2.8402248093135185E-2</c:v>
                </c:pt>
                <c:pt idx="3016">
                  <c:v>2.7749899638699338E-2</c:v>
                </c:pt>
                <c:pt idx="3017">
                  <c:v>2.8352067442794171E-2</c:v>
                </c:pt>
                <c:pt idx="3018">
                  <c:v>2.7900441589723046E-2</c:v>
                </c:pt>
                <c:pt idx="3019">
                  <c:v>2.7900441589723046E-2</c:v>
                </c:pt>
                <c:pt idx="3020">
                  <c:v>2.7749899638699338E-2</c:v>
                </c:pt>
                <c:pt idx="3021">
                  <c:v>2.8000802890405518E-2</c:v>
                </c:pt>
                <c:pt idx="3022">
                  <c:v>2.8000802890405518E-2</c:v>
                </c:pt>
                <c:pt idx="3023">
                  <c:v>2.7950622240064282E-2</c:v>
                </c:pt>
                <c:pt idx="3024">
                  <c:v>2.7800080289040574E-2</c:v>
                </c:pt>
                <c:pt idx="3025">
                  <c:v>2.7248093135286977E-2</c:v>
                </c:pt>
                <c:pt idx="3026">
                  <c:v>2.7097551184263269E-2</c:v>
                </c:pt>
                <c:pt idx="3027">
                  <c:v>2.7699718988358102E-2</c:v>
                </c:pt>
                <c:pt idx="3028">
                  <c:v>2.7348454435969449E-2</c:v>
                </c:pt>
                <c:pt idx="3029">
                  <c:v>2.8050983540746754E-2</c:v>
                </c:pt>
                <c:pt idx="3030">
                  <c:v>2.8000802890405518E-2</c:v>
                </c:pt>
                <c:pt idx="3031">
                  <c:v>2.759935768767563E-2</c:v>
                </c:pt>
                <c:pt idx="3032">
                  <c:v>2.7950622240064282E-2</c:v>
                </c:pt>
                <c:pt idx="3033">
                  <c:v>2.7900441589723046E-2</c:v>
                </c:pt>
                <c:pt idx="3034">
                  <c:v>2.8151344841429005E-2</c:v>
                </c:pt>
                <c:pt idx="3035">
                  <c:v>2.785026093938181E-2</c:v>
                </c:pt>
                <c:pt idx="3036">
                  <c:v>2.7649538338016866E-2</c:v>
                </c:pt>
                <c:pt idx="3037">
                  <c:v>2.6896828582898324E-2</c:v>
                </c:pt>
                <c:pt idx="3038">
                  <c:v>2.7197912484945741E-2</c:v>
                </c:pt>
                <c:pt idx="3039">
                  <c:v>2.7448815736651921E-2</c:v>
                </c:pt>
                <c:pt idx="3040">
                  <c:v>2.7197912484945741E-2</c:v>
                </c:pt>
                <c:pt idx="3041">
                  <c:v>2.6395022079486186E-2</c:v>
                </c:pt>
                <c:pt idx="3042">
                  <c:v>2.659574468085113E-2</c:v>
                </c:pt>
                <c:pt idx="3043">
                  <c:v>2.669610598153338E-2</c:v>
                </c:pt>
                <c:pt idx="3044">
                  <c:v>2.7248093135286977E-2</c:v>
                </c:pt>
                <c:pt idx="3045">
                  <c:v>2.6846647932557088E-2</c:v>
                </c:pt>
                <c:pt idx="3046">
                  <c:v>2.6997189883580797E-2</c:v>
                </c:pt>
                <c:pt idx="3047">
                  <c:v>2.7147731834604505E-2</c:v>
                </c:pt>
                <c:pt idx="3048">
                  <c:v>2.7298273785628213E-2</c:v>
                </c:pt>
                <c:pt idx="3049">
                  <c:v>2.6947009233239783E-2</c:v>
                </c:pt>
                <c:pt idx="3050">
                  <c:v>2.7699718988358102E-2</c:v>
                </c:pt>
                <c:pt idx="3051">
                  <c:v>2.7398635086310685E-2</c:v>
                </c:pt>
                <c:pt idx="3052">
                  <c:v>2.7800080289040574E-2</c:v>
                </c:pt>
                <c:pt idx="3053">
                  <c:v>2.669610598153338E-2</c:v>
                </c:pt>
                <c:pt idx="3054">
                  <c:v>2.7047370533922033E-2</c:v>
                </c:pt>
                <c:pt idx="3055">
                  <c:v>2.7097551184263269E-2</c:v>
                </c:pt>
                <c:pt idx="3056">
                  <c:v>2.7549177037334394E-2</c:v>
                </c:pt>
                <c:pt idx="3057">
                  <c:v>2.7197912484945741E-2</c:v>
                </c:pt>
                <c:pt idx="3058">
                  <c:v>2.7749899638699338E-2</c:v>
                </c:pt>
                <c:pt idx="3059">
                  <c:v>2.7147731834604505E-2</c:v>
                </c:pt>
                <c:pt idx="3060">
                  <c:v>2.6746286631874838E-2</c:v>
                </c:pt>
                <c:pt idx="3061">
                  <c:v>2.7197912484945741E-2</c:v>
                </c:pt>
                <c:pt idx="3062">
                  <c:v>2.6896828582898324E-2</c:v>
                </c:pt>
                <c:pt idx="3063">
                  <c:v>2.7498996386993158E-2</c:v>
                </c:pt>
                <c:pt idx="3064">
                  <c:v>2.7348454435969449E-2</c:v>
                </c:pt>
                <c:pt idx="3065">
                  <c:v>2.6896828582898324E-2</c:v>
                </c:pt>
                <c:pt idx="3066">
                  <c:v>2.6896828582898324E-2</c:v>
                </c:pt>
                <c:pt idx="3067">
                  <c:v>2.634484142914495E-2</c:v>
                </c:pt>
                <c:pt idx="3068">
                  <c:v>2.669610598153338E-2</c:v>
                </c:pt>
                <c:pt idx="3069">
                  <c:v>2.669610598153338E-2</c:v>
                </c:pt>
                <c:pt idx="3070">
                  <c:v>2.7047370533922033E-2</c:v>
                </c:pt>
                <c:pt idx="3071">
                  <c:v>2.7097551184263269E-2</c:v>
                </c:pt>
                <c:pt idx="3072">
                  <c:v>2.6796467282216074E-2</c:v>
                </c:pt>
                <c:pt idx="3073">
                  <c:v>2.7197912484945741E-2</c:v>
                </c:pt>
                <c:pt idx="3074">
                  <c:v>2.7298273785628213E-2</c:v>
                </c:pt>
                <c:pt idx="3075">
                  <c:v>2.7549177037334394E-2</c:v>
                </c:pt>
                <c:pt idx="3076">
                  <c:v>2.759935768767563E-2</c:v>
                </c:pt>
                <c:pt idx="3077">
                  <c:v>2.7699718988358102E-2</c:v>
                </c:pt>
                <c:pt idx="3078">
                  <c:v>2.8000802890405518E-2</c:v>
                </c:pt>
                <c:pt idx="3079">
                  <c:v>2.785026093938181E-2</c:v>
                </c:pt>
                <c:pt idx="3080">
                  <c:v>2.785026093938181E-2</c:v>
                </c:pt>
                <c:pt idx="3081">
                  <c:v>2.7498996386993158E-2</c:v>
                </c:pt>
                <c:pt idx="3082">
                  <c:v>2.8954235246888782E-2</c:v>
                </c:pt>
                <c:pt idx="3083">
                  <c:v>2.9154957848253726E-2</c:v>
                </c:pt>
                <c:pt idx="3084">
                  <c:v>2.910477719791249E-2</c:v>
                </c:pt>
                <c:pt idx="3085">
                  <c:v>2.9004415897230018E-2</c:v>
                </c:pt>
                <c:pt idx="3086">
                  <c:v>2.9355680449618671E-2</c:v>
                </c:pt>
                <c:pt idx="3087">
                  <c:v>2.9255319148936199E-2</c:v>
                </c:pt>
                <c:pt idx="3088">
                  <c:v>2.8954235246888782E-2</c:v>
                </c:pt>
                <c:pt idx="3089">
                  <c:v>2.9054596547571254E-2</c:v>
                </c:pt>
                <c:pt idx="3090">
                  <c:v>2.9205138498594962E-2</c:v>
                </c:pt>
                <c:pt idx="3091">
                  <c:v>2.8803693295865074E-2</c:v>
                </c:pt>
                <c:pt idx="3092">
                  <c:v>2.9004415897230018E-2</c:v>
                </c:pt>
                <c:pt idx="3093">
                  <c:v>2.9556403050983393E-2</c:v>
                </c:pt>
                <c:pt idx="3094">
                  <c:v>2.885387394620631E-2</c:v>
                </c:pt>
                <c:pt idx="3095">
                  <c:v>2.8803693295865074E-2</c:v>
                </c:pt>
                <c:pt idx="3096">
                  <c:v>2.8602970694500129E-2</c:v>
                </c:pt>
                <c:pt idx="3097">
                  <c:v>2.9355680449618671E-2</c:v>
                </c:pt>
                <c:pt idx="3098">
                  <c:v>2.8151344841429005E-2</c:v>
                </c:pt>
                <c:pt idx="3099">
                  <c:v>2.9004415897230018E-2</c:v>
                </c:pt>
                <c:pt idx="3100">
                  <c:v>2.9305499799277435E-2</c:v>
                </c:pt>
                <c:pt idx="3101">
                  <c:v>2.9255319148936199E-2</c:v>
                </c:pt>
                <c:pt idx="3102">
                  <c:v>2.9355680449618671E-2</c:v>
                </c:pt>
                <c:pt idx="3103">
                  <c:v>2.9355680449618671E-2</c:v>
                </c:pt>
                <c:pt idx="3104">
                  <c:v>2.9355680449618671E-2</c:v>
                </c:pt>
                <c:pt idx="3105">
                  <c:v>2.9506222400642379E-2</c:v>
                </c:pt>
                <c:pt idx="3106">
                  <c:v>2.910477719791249E-2</c:v>
                </c:pt>
                <c:pt idx="3107">
                  <c:v>2.9355680449618671E-2</c:v>
                </c:pt>
                <c:pt idx="3108">
                  <c:v>2.9556403050983393E-2</c:v>
                </c:pt>
                <c:pt idx="3109">
                  <c:v>2.8602970694500129E-2</c:v>
                </c:pt>
                <c:pt idx="3110">
                  <c:v>2.9154957848253726E-2</c:v>
                </c:pt>
                <c:pt idx="3111">
                  <c:v>2.9154957848253726E-2</c:v>
                </c:pt>
                <c:pt idx="3112">
                  <c:v>2.9154957848253726E-2</c:v>
                </c:pt>
                <c:pt idx="3113">
                  <c:v>2.9205138498594962E-2</c:v>
                </c:pt>
                <c:pt idx="3114">
                  <c:v>2.8703331995182602E-2</c:v>
                </c:pt>
                <c:pt idx="3115">
                  <c:v>2.8753512645523838E-2</c:v>
                </c:pt>
                <c:pt idx="3116">
                  <c:v>2.8552790044158893E-2</c:v>
                </c:pt>
                <c:pt idx="3117">
                  <c:v>2.8251706142111477E-2</c:v>
                </c:pt>
                <c:pt idx="3118">
                  <c:v>2.8201525491770463E-2</c:v>
                </c:pt>
                <c:pt idx="3119">
                  <c:v>2.7900441589723046E-2</c:v>
                </c:pt>
                <c:pt idx="3120">
                  <c:v>2.7549177037334394E-2</c:v>
                </c:pt>
                <c:pt idx="3121">
                  <c:v>2.7950622240064282E-2</c:v>
                </c:pt>
                <c:pt idx="3122">
                  <c:v>2.7800080289040574E-2</c:v>
                </c:pt>
                <c:pt idx="3123">
                  <c:v>2.6846647932557088E-2</c:v>
                </c:pt>
                <c:pt idx="3124">
                  <c:v>2.7197912484945741E-2</c:v>
                </c:pt>
                <c:pt idx="3125">
                  <c:v>2.6947009233239783E-2</c:v>
                </c:pt>
                <c:pt idx="3126">
                  <c:v>2.759935768767563E-2</c:v>
                </c:pt>
                <c:pt idx="3127">
                  <c:v>2.7549177037334394E-2</c:v>
                </c:pt>
                <c:pt idx="3128">
                  <c:v>2.7047370533922033E-2</c:v>
                </c:pt>
                <c:pt idx="3129">
                  <c:v>2.7498996386993158E-2</c:v>
                </c:pt>
                <c:pt idx="3130">
                  <c:v>2.7348454435969449E-2</c:v>
                </c:pt>
                <c:pt idx="3131">
                  <c:v>2.6796467282216074E-2</c:v>
                </c:pt>
                <c:pt idx="3132">
                  <c:v>2.7348454435969449E-2</c:v>
                </c:pt>
                <c:pt idx="3133">
                  <c:v>2.7348454435969449E-2</c:v>
                </c:pt>
                <c:pt idx="3134">
                  <c:v>2.7448815736651921E-2</c:v>
                </c:pt>
                <c:pt idx="3135">
                  <c:v>2.7348454435969449E-2</c:v>
                </c:pt>
                <c:pt idx="3136">
                  <c:v>2.7498996386993158E-2</c:v>
                </c:pt>
                <c:pt idx="3137">
                  <c:v>2.6947009233239783E-2</c:v>
                </c:pt>
                <c:pt idx="3138">
                  <c:v>2.7699718988358102E-2</c:v>
                </c:pt>
                <c:pt idx="3139">
                  <c:v>2.6144118827780005E-2</c:v>
                </c:pt>
                <c:pt idx="3140">
                  <c:v>2.6495383380168658E-2</c:v>
                </c:pt>
                <c:pt idx="3141">
                  <c:v>2.5843034925732589E-2</c:v>
                </c:pt>
                <c:pt idx="3142">
                  <c:v>2.5742673625050116E-2</c:v>
                </c:pt>
                <c:pt idx="3143">
                  <c:v>2.5240867121637978E-2</c:v>
                </c:pt>
                <c:pt idx="3144">
                  <c:v>2.4337615415495728E-2</c:v>
                </c:pt>
                <c:pt idx="3145">
                  <c:v>2.4939783219590561E-2</c:v>
                </c:pt>
                <c:pt idx="3146">
                  <c:v>2.4688879967884381E-2</c:v>
                </c:pt>
                <c:pt idx="3147">
                  <c:v>2.5090325170614269E-2</c:v>
                </c:pt>
                <c:pt idx="3148">
                  <c:v>2.5391409072661686E-2</c:v>
                </c:pt>
                <c:pt idx="3149">
                  <c:v>2.5541951023685394E-2</c:v>
                </c:pt>
                <c:pt idx="3150">
                  <c:v>2.5491770373344158E-2</c:v>
                </c:pt>
                <c:pt idx="3151">
                  <c:v>2.5040144520273033E-2</c:v>
                </c:pt>
                <c:pt idx="3152">
                  <c:v>2.4939783219590561E-2</c:v>
                </c:pt>
                <c:pt idx="3153">
                  <c:v>2.5491770373344158E-2</c:v>
                </c:pt>
                <c:pt idx="3154">
                  <c:v>2.54415897230027E-2</c:v>
                </c:pt>
                <c:pt idx="3155">
                  <c:v>2.4889602569249325E-2</c:v>
                </c:pt>
                <c:pt idx="3156">
                  <c:v>2.5190686471296742E-2</c:v>
                </c:pt>
                <c:pt idx="3157">
                  <c:v>2.4989963869931797E-2</c:v>
                </c:pt>
                <c:pt idx="3158">
                  <c:v>2.4989963869931797E-2</c:v>
                </c:pt>
                <c:pt idx="3159">
                  <c:v>2.4839421918908089E-2</c:v>
                </c:pt>
                <c:pt idx="3160">
                  <c:v>2.4889602569249325E-2</c:v>
                </c:pt>
                <c:pt idx="3161">
                  <c:v>2.4989963869931797E-2</c:v>
                </c:pt>
                <c:pt idx="3162">
                  <c:v>2.4588518667201908E-2</c:v>
                </c:pt>
                <c:pt idx="3163">
                  <c:v>2.5240867121637978E-2</c:v>
                </c:pt>
                <c:pt idx="3164">
                  <c:v>2.4889602569249325E-2</c:v>
                </c:pt>
                <c:pt idx="3165">
                  <c:v>2.4989963869931797E-2</c:v>
                </c:pt>
                <c:pt idx="3166">
                  <c:v>2.5391409072661686E-2</c:v>
                </c:pt>
                <c:pt idx="3167">
                  <c:v>2.5592131674026408E-2</c:v>
                </c:pt>
                <c:pt idx="3168">
                  <c:v>2.5040144520273033E-2</c:v>
                </c:pt>
                <c:pt idx="3169">
                  <c:v>2.5391409072661686E-2</c:v>
                </c:pt>
                <c:pt idx="3170">
                  <c:v>2.4989963869931797E-2</c:v>
                </c:pt>
                <c:pt idx="3171">
                  <c:v>2.5541951023685394E-2</c:v>
                </c:pt>
                <c:pt idx="3172">
                  <c:v>2.534122842232045E-2</c:v>
                </c:pt>
                <c:pt idx="3173">
                  <c:v>2.5792854275391353E-2</c:v>
                </c:pt>
                <c:pt idx="3174">
                  <c:v>2.5893215576073825E-2</c:v>
                </c:pt>
                <c:pt idx="3175">
                  <c:v>2.634484142914495E-2</c:v>
                </c:pt>
                <c:pt idx="3176">
                  <c:v>2.6445202729827422E-2</c:v>
                </c:pt>
                <c:pt idx="3177">
                  <c:v>2.634484142914495E-2</c:v>
                </c:pt>
                <c:pt idx="3178">
                  <c:v>2.7348454435969449E-2</c:v>
                </c:pt>
                <c:pt idx="3179">
                  <c:v>2.7197912484945741E-2</c:v>
                </c:pt>
                <c:pt idx="3180">
                  <c:v>2.669610598153338E-2</c:v>
                </c:pt>
                <c:pt idx="3181">
                  <c:v>2.6395022079486186E-2</c:v>
                </c:pt>
                <c:pt idx="3182">
                  <c:v>2.6947009233239783E-2</c:v>
                </c:pt>
                <c:pt idx="3183">
                  <c:v>2.6896828582898324E-2</c:v>
                </c:pt>
                <c:pt idx="3184">
                  <c:v>2.6796467282216074E-2</c:v>
                </c:pt>
                <c:pt idx="3185">
                  <c:v>2.669610598153338E-2</c:v>
                </c:pt>
                <c:pt idx="3186">
                  <c:v>2.6645925331192366E-2</c:v>
                </c:pt>
                <c:pt idx="3187">
                  <c:v>2.6445202729827422E-2</c:v>
                </c:pt>
                <c:pt idx="3188">
                  <c:v>2.634484142914495E-2</c:v>
                </c:pt>
                <c:pt idx="3189">
                  <c:v>2.6395022079486186E-2</c:v>
                </c:pt>
                <c:pt idx="3190">
                  <c:v>2.5943396226415061E-2</c:v>
                </c:pt>
                <c:pt idx="3191">
                  <c:v>2.6294660778803713E-2</c:v>
                </c:pt>
                <c:pt idx="3192">
                  <c:v>2.659574468085113E-2</c:v>
                </c:pt>
                <c:pt idx="3193">
                  <c:v>2.6144118827780005E-2</c:v>
                </c:pt>
                <c:pt idx="3194">
                  <c:v>2.634484142914495E-2</c:v>
                </c:pt>
                <c:pt idx="3195">
                  <c:v>2.5893215576073825E-2</c:v>
                </c:pt>
                <c:pt idx="3196">
                  <c:v>2.6144118827780005E-2</c:v>
                </c:pt>
                <c:pt idx="3197">
                  <c:v>2.569249297470888E-2</c:v>
                </c:pt>
                <c:pt idx="3198">
                  <c:v>2.5642312324367644E-2</c:v>
                </c:pt>
                <c:pt idx="3199">
                  <c:v>2.6294660778803713E-2</c:v>
                </c:pt>
                <c:pt idx="3200">
                  <c:v>2.6093938177438769E-2</c:v>
                </c:pt>
                <c:pt idx="3201">
                  <c:v>2.6294660778803713E-2</c:v>
                </c:pt>
                <c:pt idx="3202">
                  <c:v>2.6244480128462477E-2</c:v>
                </c:pt>
                <c:pt idx="3203">
                  <c:v>2.659574468085113E-2</c:v>
                </c:pt>
                <c:pt idx="3204">
                  <c:v>2.6395022079486186E-2</c:v>
                </c:pt>
                <c:pt idx="3205">
                  <c:v>2.5893215576073825E-2</c:v>
                </c:pt>
                <c:pt idx="3206">
                  <c:v>2.569249297470888E-2</c:v>
                </c:pt>
                <c:pt idx="3207">
                  <c:v>2.5893215576073825E-2</c:v>
                </c:pt>
                <c:pt idx="3208">
                  <c:v>2.5642312324367644E-2</c:v>
                </c:pt>
                <c:pt idx="3209">
                  <c:v>2.5792854275391353E-2</c:v>
                </c:pt>
                <c:pt idx="3210">
                  <c:v>2.669610598153338E-2</c:v>
                </c:pt>
                <c:pt idx="3211">
                  <c:v>2.6545564030509894E-2</c:v>
                </c:pt>
                <c:pt idx="3212">
                  <c:v>2.6445202729827422E-2</c:v>
                </c:pt>
                <c:pt idx="3213">
                  <c:v>2.634484142914495E-2</c:v>
                </c:pt>
                <c:pt idx="3214">
                  <c:v>2.5893215576073825E-2</c:v>
                </c:pt>
                <c:pt idx="3215">
                  <c:v>2.5792854275391353E-2</c:v>
                </c:pt>
                <c:pt idx="3216">
                  <c:v>2.6093938177438769E-2</c:v>
                </c:pt>
                <c:pt idx="3217">
                  <c:v>2.6746286631874838E-2</c:v>
                </c:pt>
                <c:pt idx="3218">
                  <c:v>2.5792854275391353E-2</c:v>
                </c:pt>
                <c:pt idx="3219">
                  <c:v>2.569249297470888E-2</c:v>
                </c:pt>
                <c:pt idx="3220">
                  <c:v>2.5642312324367644E-2</c:v>
                </c:pt>
                <c:pt idx="3221">
                  <c:v>2.54415897230027E-2</c:v>
                </c:pt>
                <c:pt idx="3222">
                  <c:v>2.6093938177438769E-2</c:v>
                </c:pt>
                <c:pt idx="3223">
                  <c:v>2.6545564030509894E-2</c:v>
                </c:pt>
                <c:pt idx="3224">
                  <c:v>2.659574468085113E-2</c:v>
                </c:pt>
                <c:pt idx="3225">
                  <c:v>2.6746286631874838E-2</c:v>
                </c:pt>
                <c:pt idx="3226">
                  <c:v>2.659574468085113E-2</c:v>
                </c:pt>
                <c:pt idx="3227">
                  <c:v>2.6746286631874838E-2</c:v>
                </c:pt>
                <c:pt idx="3228">
                  <c:v>2.6144118827780005E-2</c:v>
                </c:pt>
                <c:pt idx="3229">
                  <c:v>2.6144118827780005E-2</c:v>
                </c:pt>
                <c:pt idx="3230">
                  <c:v>2.5993576876756297E-2</c:v>
                </c:pt>
                <c:pt idx="3231">
                  <c:v>2.634484142914495E-2</c:v>
                </c:pt>
                <c:pt idx="3232">
                  <c:v>2.6445202729827422E-2</c:v>
                </c:pt>
                <c:pt idx="3233">
                  <c:v>2.6093938177438769E-2</c:v>
                </c:pt>
                <c:pt idx="3234">
                  <c:v>2.6043757527097533E-2</c:v>
                </c:pt>
                <c:pt idx="3235">
                  <c:v>2.6545564030509894E-2</c:v>
                </c:pt>
                <c:pt idx="3236">
                  <c:v>2.6244480128462477E-2</c:v>
                </c:pt>
                <c:pt idx="3237">
                  <c:v>2.669610598153338E-2</c:v>
                </c:pt>
                <c:pt idx="3238">
                  <c:v>2.669610598153338E-2</c:v>
                </c:pt>
                <c:pt idx="3239">
                  <c:v>2.6445202729827422E-2</c:v>
                </c:pt>
                <c:pt idx="3240">
                  <c:v>2.6645925331192366E-2</c:v>
                </c:pt>
                <c:pt idx="3241">
                  <c:v>2.6947009233239783E-2</c:v>
                </c:pt>
                <c:pt idx="3242">
                  <c:v>2.6896828582898324E-2</c:v>
                </c:pt>
                <c:pt idx="3243">
                  <c:v>2.7549177037334394E-2</c:v>
                </c:pt>
                <c:pt idx="3244">
                  <c:v>2.759935768767563E-2</c:v>
                </c:pt>
                <c:pt idx="3245">
                  <c:v>2.7197912484945741E-2</c:v>
                </c:pt>
                <c:pt idx="3246">
                  <c:v>2.785026093938181E-2</c:v>
                </c:pt>
                <c:pt idx="3247">
                  <c:v>2.759935768767563E-2</c:v>
                </c:pt>
                <c:pt idx="3248">
                  <c:v>2.6796467282216074E-2</c:v>
                </c:pt>
                <c:pt idx="3249">
                  <c:v>2.7448815736651921E-2</c:v>
                </c:pt>
                <c:pt idx="3250">
                  <c:v>2.759935768767563E-2</c:v>
                </c:pt>
                <c:pt idx="3251">
                  <c:v>2.7298273785628213E-2</c:v>
                </c:pt>
                <c:pt idx="3252">
                  <c:v>2.7900441589723046E-2</c:v>
                </c:pt>
                <c:pt idx="3253">
                  <c:v>2.7800080289040574E-2</c:v>
                </c:pt>
                <c:pt idx="3254">
                  <c:v>2.7699718988358102E-2</c:v>
                </c:pt>
                <c:pt idx="3255">
                  <c:v>2.8000802890405518E-2</c:v>
                </c:pt>
                <c:pt idx="3256">
                  <c:v>2.910477719791249E-2</c:v>
                </c:pt>
                <c:pt idx="3257">
                  <c:v>2.885387394620631E-2</c:v>
                </c:pt>
                <c:pt idx="3258">
                  <c:v>2.9305499799277435E-2</c:v>
                </c:pt>
                <c:pt idx="3259">
                  <c:v>2.9305499799277435E-2</c:v>
                </c:pt>
                <c:pt idx="3260">
                  <c:v>2.9405861099959685E-2</c:v>
                </c:pt>
                <c:pt idx="3261">
                  <c:v>2.9556403050983393E-2</c:v>
                </c:pt>
                <c:pt idx="3262">
                  <c:v>2.9506222400642379E-2</c:v>
                </c:pt>
                <c:pt idx="3263">
                  <c:v>2.9957848253713282E-2</c:v>
                </c:pt>
                <c:pt idx="3264">
                  <c:v>3.0008028904054518E-2</c:v>
                </c:pt>
                <c:pt idx="3265">
                  <c:v>2.9706945002007101E-2</c:v>
                </c:pt>
                <c:pt idx="3266">
                  <c:v>2.9656764351666087E-2</c:v>
                </c:pt>
                <c:pt idx="3267">
                  <c:v>2.9305499799277435E-2</c:v>
                </c:pt>
                <c:pt idx="3268">
                  <c:v>2.8904054596547546E-2</c:v>
                </c:pt>
                <c:pt idx="3269">
                  <c:v>2.8803693295865074E-2</c:v>
                </c:pt>
                <c:pt idx="3270">
                  <c:v>2.9305499799277435E-2</c:v>
                </c:pt>
                <c:pt idx="3271">
                  <c:v>2.9004415897230018E-2</c:v>
                </c:pt>
                <c:pt idx="3272">
                  <c:v>2.885387394620631E-2</c:v>
                </c:pt>
                <c:pt idx="3273">
                  <c:v>2.8552790044158893E-2</c:v>
                </c:pt>
                <c:pt idx="3274">
                  <c:v>2.8703331995182602E-2</c:v>
                </c:pt>
                <c:pt idx="3275">
                  <c:v>2.8954235246888782E-2</c:v>
                </c:pt>
                <c:pt idx="3276">
                  <c:v>2.7900441589723046E-2</c:v>
                </c:pt>
                <c:pt idx="3277">
                  <c:v>2.8703331995182602E-2</c:v>
                </c:pt>
                <c:pt idx="3278">
                  <c:v>2.8803693295865074E-2</c:v>
                </c:pt>
                <c:pt idx="3279">
                  <c:v>2.9355680449618671E-2</c:v>
                </c:pt>
                <c:pt idx="3280">
                  <c:v>2.8954235246888782E-2</c:v>
                </c:pt>
                <c:pt idx="3281">
                  <c:v>2.8803693295865074E-2</c:v>
                </c:pt>
                <c:pt idx="3282">
                  <c:v>2.8402248093135185E-2</c:v>
                </c:pt>
                <c:pt idx="3283">
                  <c:v>2.9255319148936199E-2</c:v>
                </c:pt>
                <c:pt idx="3284">
                  <c:v>2.8653151344841365E-2</c:v>
                </c:pt>
                <c:pt idx="3285">
                  <c:v>2.8452428743476421E-2</c:v>
                </c:pt>
                <c:pt idx="3286">
                  <c:v>2.8502609393817879E-2</c:v>
                </c:pt>
                <c:pt idx="3287">
                  <c:v>2.8703331995182602E-2</c:v>
                </c:pt>
                <c:pt idx="3288">
                  <c:v>2.8653151344841365E-2</c:v>
                </c:pt>
                <c:pt idx="3289">
                  <c:v>2.8552790044158893E-2</c:v>
                </c:pt>
                <c:pt idx="3290">
                  <c:v>2.8251706142111477E-2</c:v>
                </c:pt>
                <c:pt idx="3291">
                  <c:v>2.8653151344841365E-2</c:v>
                </c:pt>
                <c:pt idx="3292">
                  <c:v>2.8000802890405518E-2</c:v>
                </c:pt>
                <c:pt idx="3293">
                  <c:v>2.8101164191087991E-2</c:v>
                </c:pt>
                <c:pt idx="3294">
                  <c:v>2.8502609393817879E-2</c:v>
                </c:pt>
                <c:pt idx="3295">
                  <c:v>2.8703331995182602E-2</c:v>
                </c:pt>
                <c:pt idx="3296">
                  <c:v>2.8703331995182602E-2</c:v>
                </c:pt>
                <c:pt idx="3297">
                  <c:v>2.8803693295865074E-2</c:v>
                </c:pt>
                <c:pt idx="3298">
                  <c:v>2.8904054596547546E-2</c:v>
                </c:pt>
                <c:pt idx="3299">
                  <c:v>2.8251706142111477E-2</c:v>
                </c:pt>
                <c:pt idx="3300">
                  <c:v>2.8904054596547546E-2</c:v>
                </c:pt>
                <c:pt idx="3301">
                  <c:v>2.8753512645523838E-2</c:v>
                </c:pt>
                <c:pt idx="3302">
                  <c:v>2.9355680449618671E-2</c:v>
                </c:pt>
                <c:pt idx="3303">
                  <c:v>2.9355680449618671E-2</c:v>
                </c:pt>
                <c:pt idx="3304">
                  <c:v>2.9154957848253726E-2</c:v>
                </c:pt>
                <c:pt idx="3305">
                  <c:v>2.985748695303081E-2</c:v>
                </c:pt>
                <c:pt idx="3306">
                  <c:v>2.9355680449618671E-2</c:v>
                </c:pt>
                <c:pt idx="3307">
                  <c:v>2.9405861099959685E-2</c:v>
                </c:pt>
                <c:pt idx="3308">
                  <c:v>3.0409474106784407E-2</c:v>
                </c:pt>
                <c:pt idx="3309">
                  <c:v>3.035929345644317E-2</c:v>
                </c:pt>
                <c:pt idx="3310">
                  <c:v>3.111200321156149E-2</c:v>
                </c:pt>
                <c:pt idx="3311">
                  <c:v>3.1061822561220476E-2</c:v>
                </c:pt>
                <c:pt idx="3312">
                  <c:v>3.1413087113608906E-2</c:v>
                </c:pt>
                <c:pt idx="3313">
                  <c:v>3.1513448414291378E-2</c:v>
                </c:pt>
                <c:pt idx="3314">
                  <c:v>3.1814532316338795E-2</c:v>
                </c:pt>
                <c:pt idx="3315">
                  <c:v>3.101164191087924E-2</c:v>
                </c:pt>
                <c:pt idx="3316">
                  <c:v>3.1513448414291378E-2</c:v>
                </c:pt>
                <c:pt idx="3317">
                  <c:v>3.1714171015656323E-2</c:v>
                </c:pt>
                <c:pt idx="3318">
                  <c:v>3.1162183861902948E-2</c:v>
                </c:pt>
                <c:pt idx="3319">
                  <c:v>3.1513448414291378E-2</c:v>
                </c:pt>
                <c:pt idx="3320">
                  <c:v>3.1764351665997559E-2</c:v>
                </c:pt>
                <c:pt idx="3321">
                  <c:v>3.1814532316338795E-2</c:v>
                </c:pt>
                <c:pt idx="3322">
                  <c:v>3.1312725812926656E-2</c:v>
                </c:pt>
                <c:pt idx="3323">
                  <c:v>3.2015254917703739E-2</c:v>
                </c:pt>
                <c:pt idx="3324">
                  <c:v>3.1814532316338795E-2</c:v>
                </c:pt>
                <c:pt idx="3325">
                  <c:v>3.1613809714974073E-2</c:v>
                </c:pt>
                <c:pt idx="3326">
                  <c:v>3.1663990365315087E-2</c:v>
                </c:pt>
                <c:pt idx="3327">
                  <c:v>3.1864712966680031E-2</c:v>
                </c:pt>
                <c:pt idx="3328">
                  <c:v>3.1864712966680031E-2</c:v>
                </c:pt>
                <c:pt idx="3329">
                  <c:v>3.2416700120433628E-2</c:v>
                </c:pt>
                <c:pt idx="3330">
                  <c:v>3.1965074267362503E-2</c:v>
                </c:pt>
                <c:pt idx="3331">
                  <c:v>3.2015254917703739E-2</c:v>
                </c:pt>
                <c:pt idx="3332">
                  <c:v>3.1764351665997559E-2</c:v>
                </c:pt>
                <c:pt idx="3333">
                  <c:v>3.1914893617021267E-2</c:v>
                </c:pt>
                <c:pt idx="3334">
                  <c:v>3.1965074267362503E-2</c:v>
                </c:pt>
                <c:pt idx="3335">
                  <c:v>3.2065435568044975E-2</c:v>
                </c:pt>
                <c:pt idx="3336">
                  <c:v>3.2065435568044975E-2</c:v>
                </c:pt>
                <c:pt idx="3337">
                  <c:v>3.0710558008831823E-2</c:v>
                </c:pt>
                <c:pt idx="3338">
                  <c:v>3.0861099959855531E-2</c:v>
                </c:pt>
                <c:pt idx="3339">
                  <c:v>3.0911280610196767E-2</c:v>
                </c:pt>
                <c:pt idx="3340">
                  <c:v>3.0509835407466879E-2</c:v>
                </c:pt>
                <c:pt idx="3341">
                  <c:v>3.0560016057808115E-2</c:v>
                </c:pt>
                <c:pt idx="3342">
                  <c:v>3.0660377358490587E-2</c:v>
                </c:pt>
                <c:pt idx="3343">
                  <c:v>3.0861099959855531E-2</c:v>
                </c:pt>
                <c:pt idx="3344">
                  <c:v>3.101164191087924E-2</c:v>
                </c:pt>
                <c:pt idx="3345">
                  <c:v>3.0961461260537781E-2</c:v>
                </c:pt>
                <c:pt idx="3346">
                  <c:v>3.111200321156149E-2</c:v>
                </c:pt>
                <c:pt idx="3347">
                  <c:v>3.0509835407466879E-2</c:v>
                </c:pt>
                <c:pt idx="3348">
                  <c:v>3.1513448414291378E-2</c:v>
                </c:pt>
                <c:pt idx="3349">
                  <c:v>3.0961461260537781E-2</c:v>
                </c:pt>
                <c:pt idx="3350">
                  <c:v>3.1061822561220476E-2</c:v>
                </c:pt>
                <c:pt idx="3351">
                  <c:v>3.1212364512243962E-2</c:v>
                </c:pt>
                <c:pt idx="3352">
                  <c:v>3.1212364512243962E-2</c:v>
                </c:pt>
                <c:pt idx="3353">
                  <c:v>3.0710558008831823E-2</c:v>
                </c:pt>
                <c:pt idx="3354">
                  <c:v>3.0660377358490587E-2</c:v>
                </c:pt>
                <c:pt idx="3355">
                  <c:v>3.1162183861902948E-2</c:v>
                </c:pt>
                <c:pt idx="3356">
                  <c:v>3.111200321156149E-2</c:v>
                </c:pt>
                <c:pt idx="3357">
                  <c:v>3.1262545162585198E-2</c:v>
                </c:pt>
                <c:pt idx="3358">
                  <c:v>3.1262545162585198E-2</c:v>
                </c:pt>
                <c:pt idx="3359">
                  <c:v>3.010839020473699E-2</c:v>
                </c:pt>
                <c:pt idx="3360">
                  <c:v>3.0861099959855531E-2</c:v>
                </c:pt>
                <c:pt idx="3361">
                  <c:v>3.111200321156149E-2</c:v>
                </c:pt>
                <c:pt idx="3362">
                  <c:v>3.1162183861902948E-2</c:v>
                </c:pt>
                <c:pt idx="3363">
                  <c:v>3.0810919309514073E-2</c:v>
                </c:pt>
                <c:pt idx="3364">
                  <c:v>3.1312725812926656E-2</c:v>
                </c:pt>
                <c:pt idx="3365">
                  <c:v>3.1262545162585198E-2</c:v>
                </c:pt>
                <c:pt idx="3366">
                  <c:v>3.1413087113608906E-2</c:v>
                </c:pt>
                <c:pt idx="3367">
                  <c:v>3.0560016057808115E-2</c:v>
                </c:pt>
                <c:pt idx="3368">
                  <c:v>3.0861099959855531E-2</c:v>
                </c:pt>
                <c:pt idx="3369">
                  <c:v>3.0961461260537781E-2</c:v>
                </c:pt>
                <c:pt idx="3370">
                  <c:v>3.0961461260537781E-2</c:v>
                </c:pt>
                <c:pt idx="3371">
                  <c:v>3.1061822561220476E-2</c:v>
                </c:pt>
                <c:pt idx="3372">
                  <c:v>3.0861099959855531E-2</c:v>
                </c:pt>
                <c:pt idx="3373">
                  <c:v>2.9656764351666087E-2</c:v>
                </c:pt>
                <c:pt idx="3374">
                  <c:v>3.0258932155760698E-2</c:v>
                </c:pt>
                <c:pt idx="3375">
                  <c:v>3.0509835407466879E-2</c:v>
                </c:pt>
                <c:pt idx="3376">
                  <c:v>3.0710558008831823E-2</c:v>
                </c:pt>
                <c:pt idx="3377">
                  <c:v>3.0208751505419462E-2</c:v>
                </c:pt>
                <c:pt idx="3378">
                  <c:v>3.0610196708149351E-2</c:v>
                </c:pt>
                <c:pt idx="3379">
                  <c:v>2.9757125652348559E-2</c:v>
                </c:pt>
                <c:pt idx="3380">
                  <c:v>3.0509835407466879E-2</c:v>
                </c:pt>
                <c:pt idx="3381">
                  <c:v>3.0560016057808115E-2</c:v>
                </c:pt>
                <c:pt idx="3382">
                  <c:v>3.0409474106784407E-2</c:v>
                </c:pt>
                <c:pt idx="3383">
                  <c:v>2.9807306302689573E-2</c:v>
                </c:pt>
                <c:pt idx="3384">
                  <c:v>3.0409474106784407E-2</c:v>
                </c:pt>
                <c:pt idx="3385">
                  <c:v>3.0008028904054518E-2</c:v>
                </c:pt>
                <c:pt idx="3386">
                  <c:v>3.0509835407466879E-2</c:v>
                </c:pt>
                <c:pt idx="3387">
                  <c:v>2.9656764351666087E-2</c:v>
                </c:pt>
                <c:pt idx="3388">
                  <c:v>3.0258932155760698E-2</c:v>
                </c:pt>
                <c:pt idx="3389">
                  <c:v>2.9957848253713282E-2</c:v>
                </c:pt>
                <c:pt idx="3390">
                  <c:v>2.9606583701324851E-2</c:v>
                </c:pt>
                <c:pt idx="3391">
                  <c:v>3.0158570855078226E-2</c:v>
                </c:pt>
                <c:pt idx="3392">
                  <c:v>2.9807306302689573E-2</c:v>
                </c:pt>
                <c:pt idx="3393">
                  <c:v>2.9606583701324851E-2</c:v>
                </c:pt>
                <c:pt idx="3394">
                  <c:v>3.0560016057808115E-2</c:v>
                </c:pt>
                <c:pt idx="3395">
                  <c:v>3.0459654757125643E-2</c:v>
                </c:pt>
                <c:pt idx="3396">
                  <c:v>3.0861099959855531E-2</c:v>
                </c:pt>
                <c:pt idx="3397">
                  <c:v>3.0309112806101934E-2</c:v>
                </c:pt>
                <c:pt idx="3398">
                  <c:v>3.0459654757125643E-2</c:v>
                </c:pt>
                <c:pt idx="3399">
                  <c:v>3.0459654757125643E-2</c:v>
                </c:pt>
                <c:pt idx="3400">
                  <c:v>3.0610196708149351E-2</c:v>
                </c:pt>
                <c:pt idx="3401">
                  <c:v>2.9506222400642379E-2</c:v>
                </c:pt>
                <c:pt idx="3402">
                  <c:v>3.035929345644317E-2</c:v>
                </c:pt>
                <c:pt idx="3403">
                  <c:v>2.9757125652348559E-2</c:v>
                </c:pt>
                <c:pt idx="3404">
                  <c:v>3.0409474106784407E-2</c:v>
                </c:pt>
                <c:pt idx="3405">
                  <c:v>3.0610196708149351E-2</c:v>
                </c:pt>
                <c:pt idx="3406">
                  <c:v>3.0459654757125643E-2</c:v>
                </c:pt>
                <c:pt idx="3407">
                  <c:v>3.0861099959855531E-2</c:v>
                </c:pt>
                <c:pt idx="3408">
                  <c:v>3.1563629064632615E-2</c:v>
                </c:pt>
                <c:pt idx="3409">
                  <c:v>3.1463267763950364E-2</c:v>
                </c:pt>
                <c:pt idx="3410">
                  <c:v>3.1663990365315087E-2</c:v>
                </c:pt>
                <c:pt idx="3411">
                  <c:v>3.1413087113608906E-2</c:v>
                </c:pt>
                <c:pt idx="3412">
                  <c:v>3.1513448414291378E-2</c:v>
                </c:pt>
                <c:pt idx="3413">
                  <c:v>3.1212364512243962E-2</c:v>
                </c:pt>
                <c:pt idx="3414">
                  <c:v>3.1463267763950364E-2</c:v>
                </c:pt>
                <c:pt idx="3415">
                  <c:v>3.1212364512243962E-2</c:v>
                </c:pt>
                <c:pt idx="3416">
                  <c:v>3.1814532316338795E-2</c:v>
                </c:pt>
                <c:pt idx="3417">
                  <c:v>3.1663990365315087E-2</c:v>
                </c:pt>
                <c:pt idx="3418">
                  <c:v>3.0961461260537781E-2</c:v>
                </c:pt>
                <c:pt idx="3419">
                  <c:v>3.0810919309514073E-2</c:v>
                </c:pt>
                <c:pt idx="3420">
                  <c:v>3.1463267763950364E-2</c:v>
                </c:pt>
                <c:pt idx="3421">
                  <c:v>3.1162183861902948E-2</c:v>
                </c:pt>
                <c:pt idx="3422">
                  <c:v>3.0861099959855531E-2</c:v>
                </c:pt>
                <c:pt idx="3423">
                  <c:v>3.1262545162585198E-2</c:v>
                </c:pt>
                <c:pt idx="3424">
                  <c:v>3.101164191087924E-2</c:v>
                </c:pt>
                <c:pt idx="3425">
                  <c:v>3.2065435568044975E-2</c:v>
                </c:pt>
                <c:pt idx="3426">
                  <c:v>3.1764351665997559E-2</c:v>
                </c:pt>
                <c:pt idx="3427">
                  <c:v>3.1914893617021267E-2</c:v>
                </c:pt>
                <c:pt idx="3428">
                  <c:v>3.1312725812926656E-2</c:v>
                </c:pt>
                <c:pt idx="3429">
                  <c:v>3.0509835407466879E-2</c:v>
                </c:pt>
                <c:pt idx="3430">
                  <c:v>3.0911280610196767E-2</c:v>
                </c:pt>
                <c:pt idx="3431">
                  <c:v>3.0760738659173059E-2</c:v>
                </c:pt>
                <c:pt idx="3432">
                  <c:v>3.0911280610196767E-2</c:v>
                </c:pt>
                <c:pt idx="3433">
                  <c:v>3.0961461260537781E-2</c:v>
                </c:pt>
                <c:pt idx="3434">
                  <c:v>3.0760738659173059E-2</c:v>
                </c:pt>
                <c:pt idx="3435">
                  <c:v>3.1061822561220476E-2</c:v>
                </c:pt>
                <c:pt idx="3436">
                  <c:v>3.0911280610196767E-2</c:v>
                </c:pt>
                <c:pt idx="3437">
                  <c:v>3.0560016057808115E-2</c:v>
                </c:pt>
                <c:pt idx="3438">
                  <c:v>3.0861099959855531E-2</c:v>
                </c:pt>
                <c:pt idx="3439">
                  <c:v>3.1463267763950364E-2</c:v>
                </c:pt>
                <c:pt idx="3440">
                  <c:v>3.0861099959855531E-2</c:v>
                </c:pt>
                <c:pt idx="3441">
                  <c:v>3.0509835407466879E-2</c:v>
                </c:pt>
                <c:pt idx="3442">
                  <c:v>3.0710558008831823E-2</c:v>
                </c:pt>
                <c:pt idx="3443">
                  <c:v>2.985748695303081E-2</c:v>
                </c:pt>
                <c:pt idx="3444">
                  <c:v>3.035929345644317E-2</c:v>
                </c:pt>
                <c:pt idx="3445">
                  <c:v>2.9456041750301143E-2</c:v>
                </c:pt>
                <c:pt idx="3446">
                  <c:v>3.010839020473699E-2</c:v>
                </c:pt>
                <c:pt idx="3447">
                  <c:v>2.985748695303081E-2</c:v>
                </c:pt>
                <c:pt idx="3448">
                  <c:v>2.985748695303081E-2</c:v>
                </c:pt>
                <c:pt idx="3449">
                  <c:v>2.9556403050983393E-2</c:v>
                </c:pt>
                <c:pt idx="3450">
                  <c:v>3.0008028904054518E-2</c:v>
                </c:pt>
                <c:pt idx="3451">
                  <c:v>2.9405861099959685E-2</c:v>
                </c:pt>
                <c:pt idx="3452">
                  <c:v>3.0459654757125643E-2</c:v>
                </c:pt>
                <c:pt idx="3453">
                  <c:v>2.9807306302689573E-2</c:v>
                </c:pt>
                <c:pt idx="3454">
                  <c:v>3.0309112806101934E-2</c:v>
                </c:pt>
                <c:pt idx="3455">
                  <c:v>3.0309112806101934E-2</c:v>
                </c:pt>
                <c:pt idx="3456">
                  <c:v>3.0008028904054518E-2</c:v>
                </c:pt>
                <c:pt idx="3457">
                  <c:v>3.010839020473699E-2</c:v>
                </c:pt>
                <c:pt idx="3458">
                  <c:v>3.0258932155760698E-2</c:v>
                </c:pt>
                <c:pt idx="3459">
                  <c:v>3.0158570855078226E-2</c:v>
                </c:pt>
                <c:pt idx="3460">
                  <c:v>3.0309112806101934E-2</c:v>
                </c:pt>
                <c:pt idx="3461">
                  <c:v>3.0560016057808115E-2</c:v>
                </c:pt>
                <c:pt idx="3462">
                  <c:v>3.0660377358490587E-2</c:v>
                </c:pt>
                <c:pt idx="3463">
                  <c:v>3.0560016057808115E-2</c:v>
                </c:pt>
                <c:pt idx="3464">
                  <c:v>3.0861099959855531E-2</c:v>
                </c:pt>
                <c:pt idx="3465">
                  <c:v>3.0560016057808115E-2</c:v>
                </c:pt>
                <c:pt idx="3466">
                  <c:v>3.1513448414291378E-2</c:v>
                </c:pt>
                <c:pt idx="3467">
                  <c:v>3.1413087113608906E-2</c:v>
                </c:pt>
                <c:pt idx="3468">
                  <c:v>3.1312725812926656E-2</c:v>
                </c:pt>
                <c:pt idx="3469">
                  <c:v>3.1513448414291378E-2</c:v>
                </c:pt>
                <c:pt idx="3470">
                  <c:v>3.1764351665997559E-2</c:v>
                </c:pt>
                <c:pt idx="3471">
                  <c:v>3.1463267763950364E-2</c:v>
                </c:pt>
                <c:pt idx="3472">
                  <c:v>3.1563629064632615E-2</c:v>
                </c:pt>
                <c:pt idx="3473">
                  <c:v>3.136290646326767E-2</c:v>
                </c:pt>
                <c:pt idx="3474">
                  <c:v>3.111200321156149E-2</c:v>
                </c:pt>
                <c:pt idx="3475">
                  <c:v>3.1814532316338795E-2</c:v>
                </c:pt>
                <c:pt idx="3476">
                  <c:v>3.1513448414291378E-2</c:v>
                </c:pt>
                <c:pt idx="3477">
                  <c:v>3.1714171015656323E-2</c:v>
                </c:pt>
                <c:pt idx="3478">
                  <c:v>3.1814532316338795E-2</c:v>
                </c:pt>
                <c:pt idx="3479">
                  <c:v>3.1714171015656323E-2</c:v>
                </c:pt>
                <c:pt idx="3480">
                  <c:v>3.1864712966680031E-2</c:v>
                </c:pt>
                <c:pt idx="3481">
                  <c:v>3.1613809714974073E-2</c:v>
                </c:pt>
                <c:pt idx="3482">
                  <c:v>3.1613809714974073E-2</c:v>
                </c:pt>
                <c:pt idx="3483">
                  <c:v>3.2466880770774864E-2</c:v>
                </c:pt>
                <c:pt idx="3484">
                  <c:v>3.3018867924528461E-2</c:v>
                </c:pt>
                <c:pt idx="3485">
                  <c:v>3.2767964672822059E-2</c:v>
                </c:pt>
                <c:pt idx="3486">
                  <c:v>3.2717784022481045E-2</c:v>
                </c:pt>
                <c:pt idx="3487">
                  <c:v>3.3370132476916892E-2</c:v>
                </c:pt>
                <c:pt idx="3488">
                  <c:v>3.4022480931352961E-2</c:v>
                </c:pt>
                <c:pt idx="3489">
                  <c:v>3.4223203532717683E-2</c:v>
                </c:pt>
                <c:pt idx="3490">
                  <c:v>3.4072661581693975E-2</c:v>
                </c:pt>
                <c:pt idx="3491">
                  <c:v>3.45242874347651E-2</c:v>
                </c:pt>
                <c:pt idx="3492">
                  <c:v>3.4373745483741391E-2</c:v>
                </c:pt>
                <c:pt idx="3493">
                  <c:v>3.3721397029305544E-2</c:v>
                </c:pt>
                <c:pt idx="3494">
                  <c:v>3.4072661581693975E-2</c:v>
                </c:pt>
                <c:pt idx="3495">
                  <c:v>3.4725010036130044E-2</c:v>
                </c:pt>
                <c:pt idx="3496">
                  <c:v>3.4674829385788808E-2</c:v>
                </c:pt>
                <c:pt idx="3497">
                  <c:v>3.4624648735447572E-2</c:v>
                </c:pt>
                <c:pt idx="3498">
                  <c:v>3.477519068647128E-2</c:v>
                </c:pt>
                <c:pt idx="3499">
                  <c:v>3.4725010036130044E-2</c:v>
                </c:pt>
                <c:pt idx="3500">
                  <c:v>3.477519068647128E-2</c:v>
                </c:pt>
                <c:pt idx="3501">
                  <c:v>3.4725010036130044E-2</c:v>
                </c:pt>
                <c:pt idx="3502">
                  <c:v>3.4875551987153752E-2</c:v>
                </c:pt>
                <c:pt idx="3503">
                  <c:v>3.4674829385788808E-2</c:v>
                </c:pt>
                <c:pt idx="3504">
                  <c:v>3.45242874347651E-2</c:v>
                </c:pt>
                <c:pt idx="3505">
                  <c:v>3.5176635889201169E-2</c:v>
                </c:pt>
                <c:pt idx="3506">
                  <c:v>3.5126455238859933E-2</c:v>
                </c:pt>
                <c:pt idx="3507">
                  <c:v>3.4925732637494988E-2</c:v>
                </c:pt>
                <c:pt idx="3508">
                  <c:v>3.4925732637494988E-2</c:v>
                </c:pt>
                <c:pt idx="3509">
                  <c:v>3.4574468085106336E-2</c:v>
                </c:pt>
                <c:pt idx="3510">
                  <c:v>3.4624648735447572E-2</c:v>
                </c:pt>
                <c:pt idx="3511">
                  <c:v>3.4624648735447572E-2</c:v>
                </c:pt>
                <c:pt idx="3512">
                  <c:v>3.4122842232035433E-2</c:v>
                </c:pt>
                <c:pt idx="3513">
                  <c:v>3.4323564833400155E-2</c:v>
                </c:pt>
                <c:pt idx="3514">
                  <c:v>3.4875551987153752E-2</c:v>
                </c:pt>
                <c:pt idx="3515">
                  <c:v>3.4574468085106336E-2</c:v>
                </c:pt>
                <c:pt idx="3516">
                  <c:v>3.4725010036130044E-2</c:v>
                </c:pt>
                <c:pt idx="3517">
                  <c:v>3.4122842232035433E-2</c:v>
                </c:pt>
                <c:pt idx="3518">
                  <c:v>3.4373745483741391E-2</c:v>
                </c:pt>
                <c:pt idx="3519">
                  <c:v>3.4173022882376669E-2</c:v>
                </c:pt>
                <c:pt idx="3520">
                  <c:v>3.4825371336812516E-2</c:v>
                </c:pt>
                <c:pt idx="3521">
                  <c:v>3.4925732637494988E-2</c:v>
                </c:pt>
                <c:pt idx="3522">
                  <c:v>3.4825371336812516E-2</c:v>
                </c:pt>
                <c:pt idx="3523">
                  <c:v>3.4875551987153752E-2</c:v>
                </c:pt>
                <c:pt idx="3524">
                  <c:v>3.4925732637494988E-2</c:v>
                </c:pt>
                <c:pt idx="3525">
                  <c:v>3.4323564833400155E-2</c:v>
                </c:pt>
                <c:pt idx="3526">
                  <c:v>3.4825371336812516E-2</c:v>
                </c:pt>
                <c:pt idx="3527">
                  <c:v>3.4373745483741391E-2</c:v>
                </c:pt>
                <c:pt idx="3528">
                  <c:v>3.4423926134082627E-2</c:v>
                </c:pt>
                <c:pt idx="3529">
                  <c:v>3.4674829385788808E-2</c:v>
                </c:pt>
                <c:pt idx="3530">
                  <c:v>3.4574468085106336E-2</c:v>
                </c:pt>
                <c:pt idx="3531">
                  <c:v>3.5076274588518697E-2</c:v>
                </c:pt>
                <c:pt idx="3532">
                  <c:v>3.5327177840224877E-2</c:v>
                </c:pt>
                <c:pt idx="3533">
                  <c:v>3.5076274588518697E-2</c:v>
                </c:pt>
                <c:pt idx="3534">
                  <c:v>3.5126455238859933E-2</c:v>
                </c:pt>
                <c:pt idx="3535">
                  <c:v>3.5226816539542405E-2</c:v>
                </c:pt>
                <c:pt idx="3536">
                  <c:v>3.4875551987153752E-2</c:v>
                </c:pt>
                <c:pt idx="3537">
                  <c:v>3.4875551987153752E-2</c:v>
                </c:pt>
                <c:pt idx="3538">
                  <c:v>3.4875551987153752E-2</c:v>
                </c:pt>
                <c:pt idx="3539">
                  <c:v>3.477519068647128E-2</c:v>
                </c:pt>
                <c:pt idx="3540">
                  <c:v>3.4674829385788808E-2</c:v>
                </c:pt>
                <c:pt idx="3541">
                  <c:v>3.5126455238859933E-2</c:v>
                </c:pt>
                <c:pt idx="3542">
                  <c:v>3.5076274588518697E-2</c:v>
                </c:pt>
                <c:pt idx="3543">
                  <c:v>3.4674829385788808E-2</c:v>
                </c:pt>
                <c:pt idx="3544">
                  <c:v>3.4725010036130044E-2</c:v>
                </c:pt>
                <c:pt idx="3545">
                  <c:v>3.5026093938177461E-2</c:v>
                </c:pt>
                <c:pt idx="3546">
                  <c:v>3.5327177840224877E-2</c:v>
                </c:pt>
                <c:pt idx="3547">
                  <c:v>3.5377358490566113E-2</c:v>
                </c:pt>
                <c:pt idx="3548">
                  <c:v>3.5678442392613308E-2</c:v>
                </c:pt>
                <c:pt idx="3549">
                  <c:v>3.6079887595343196E-2</c:v>
                </c:pt>
                <c:pt idx="3550">
                  <c:v>3.5377358490566113E-2</c:v>
                </c:pt>
                <c:pt idx="3551">
                  <c:v>3.602970694500196E-2</c:v>
                </c:pt>
                <c:pt idx="3552">
                  <c:v>3.5879164993978252E-2</c:v>
                </c:pt>
                <c:pt idx="3553">
                  <c:v>3.5578081091931058E-2</c:v>
                </c:pt>
                <c:pt idx="3554">
                  <c:v>3.5126455238859933E-2</c:v>
                </c:pt>
                <c:pt idx="3555">
                  <c:v>3.5578081091931058E-2</c:v>
                </c:pt>
                <c:pt idx="3556">
                  <c:v>3.5176635889201169E-2</c:v>
                </c:pt>
                <c:pt idx="3557">
                  <c:v>3.5879164993978252E-2</c:v>
                </c:pt>
                <c:pt idx="3558">
                  <c:v>3.5979526294660724E-2</c:v>
                </c:pt>
                <c:pt idx="3559">
                  <c:v>3.5929345644319488E-2</c:v>
                </c:pt>
                <c:pt idx="3560">
                  <c:v>3.6130068245684432E-2</c:v>
                </c:pt>
                <c:pt idx="3561">
                  <c:v>3.6330790847049377E-2</c:v>
                </c:pt>
                <c:pt idx="3562">
                  <c:v>3.5879164993978252E-2</c:v>
                </c:pt>
                <c:pt idx="3563">
                  <c:v>3.5578081091931058E-2</c:v>
                </c:pt>
                <c:pt idx="3564">
                  <c:v>3.5979526294660724E-2</c:v>
                </c:pt>
                <c:pt idx="3565">
                  <c:v>3.5929345644319488E-2</c:v>
                </c:pt>
                <c:pt idx="3566">
                  <c:v>3.5929345644319488E-2</c:v>
                </c:pt>
                <c:pt idx="3567">
                  <c:v>3.577880369329578E-2</c:v>
                </c:pt>
                <c:pt idx="3568">
                  <c:v>3.5477719791248363E-2</c:v>
                </c:pt>
                <c:pt idx="3569">
                  <c:v>3.5828984343637016E-2</c:v>
                </c:pt>
                <c:pt idx="3570">
                  <c:v>3.5578081091931058E-2</c:v>
                </c:pt>
                <c:pt idx="3571">
                  <c:v>3.6481332798073085E-2</c:v>
                </c:pt>
                <c:pt idx="3572">
                  <c:v>3.6330790847049377E-2</c:v>
                </c:pt>
                <c:pt idx="3573">
                  <c:v>3.5828984343637016E-2</c:v>
                </c:pt>
                <c:pt idx="3574">
                  <c:v>3.6180248896025669E-2</c:v>
                </c:pt>
                <c:pt idx="3575">
                  <c:v>3.6631874749096793E-2</c:v>
                </c:pt>
                <c:pt idx="3576">
                  <c:v>3.5728623042954766E-2</c:v>
                </c:pt>
                <c:pt idx="3577">
                  <c:v>3.577880369329578E-2</c:v>
                </c:pt>
                <c:pt idx="3578">
                  <c:v>3.5929345644319488E-2</c:v>
                </c:pt>
                <c:pt idx="3579">
                  <c:v>3.6130068245684432E-2</c:v>
                </c:pt>
                <c:pt idx="3580">
                  <c:v>3.6180248896025669E-2</c:v>
                </c:pt>
                <c:pt idx="3581">
                  <c:v>3.5828984343637016E-2</c:v>
                </c:pt>
                <c:pt idx="3582">
                  <c:v>3.5276997189883641E-2</c:v>
                </c:pt>
                <c:pt idx="3583">
                  <c:v>3.5678442392613308E-2</c:v>
                </c:pt>
                <c:pt idx="3584">
                  <c:v>3.5628261742272072E-2</c:v>
                </c:pt>
                <c:pt idx="3585">
                  <c:v>3.5327177840224877E-2</c:v>
                </c:pt>
                <c:pt idx="3586">
                  <c:v>3.5929345644319488E-2</c:v>
                </c:pt>
                <c:pt idx="3587">
                  <c:v>3.5828984343637016E-2</c:v>
                </c:pt>
                <c:pt idx="3588">
                  <c:v>3.577880369329578E-2</c:v>
                </c:pt>
                <c:pt idx="3589">
                  <c:v>3.5427539140907349E-2</c:v>
                </c:pt>
                <c:pt idx="3590">
                  <c:v>3.4925732637494988E-2</c:v>
                </c:pt>
                <c:pt idx="3591">
                  <c:v>3.5628261742272072E-2</c:v>
                </c:pt>
                <c:pt idx="3592">
                  <c:v>3.5527900441589821E-2</c:v>
                </c:pt>
                <c:pt idx="3593">
                  <c:v>3.4825371336812516E-2</c:v>
                </c:pt>
                <c:pt idx="3594">
                  <c:v>3.5327177840224877E-2</c:v>
                </c:pt>
                <c:pt idx="3595">
                  <c:v>3.5979526294660724E-2</c:v>
                </c:pt>
                <c:pt idx="3596">
                  <c:v>3.4875551987153752E-2</c:v>
                </c:pt>
                <c:pt idx="3597">
                  <c:v>3.5477719791248363E-2</c:v>
                </c:pt>
                <c:pt idx="3598">
                  <c:v>3.5427539140907349E-2</c:v>
                </c:pt>
                <c:pt idx="3599">
                  <c:v>3.5527900441589821E-2</c:v>
                </c:pt>
                <c:pt idx="3600">
                  <c:v>3.5377358490566113E-2</c:v>
                </c:pt>
                <c:pt idx="3601">
                  <c:v>3.5728623042954766E-2</c:v>
                </c:pt>
                <c:pt idx="3602">
                  <c:v>3.5728623042954766E-2</c:v>
                </c:pt>
                <c:pt idx="3603">
                  <c:v>3.5678442392613308E-2</c:v>
                </c:pt>
                <c:pt idx="3604">
                  <c:v>3.4975913287836224E-2</c:v>
                </c:pt>
                <c:pt idx="3605">
                  <c:v>3.5327177840224877E-2</c:v>
                </c:pt>
                <c:pt idx="3606">
                  <c:v>3.5377358490566113E-2</c:v>
                </c:pt>
                <c:pt idx="3607">
                  <c:v>3.5628261742272072E-2</c:v>
                </c:pt>
                <c:pt idx="3608">
                  <c:v>3.5678442392613308E-2</c:v>
                </c:pt>
                <c:pt idx="3609">
                  <c:v>3.5828984343637016E-2</c:v>
                </c:pt>
                <c:pt idx="3610">
                  <c:v>3.5076274588518697E-2</c:v>
                </c:pt>
                <c:pt idx="3611">
                  <c:v>3.6130068245684432E-2</c:v>
                </c:pt>
                <c:pt idx="3612">
                  <c:v>3.6130068245684432E-2</c:v>
                </c:pt>
                <c:pt idx="3613">
                  <c:v>3.5678442392613308E-2</c:v>
                </c:pt>
                <c:pt idx="3614">
                  <c:v>3.5126455238859933E-2</c:v>
                </c:pt>
                <c:pt idx="3615">
                  <c:v>3.5728623042954766E-2</c:v>
                </c:pt>
                <c:pt idx="3616">
                  <c:v>3.6130068245684432E-2</c:v>
                </c:pt>
                <c:pt idx="3617">
                  <c:v>3.5929345644319488E-2</c:v>
                </c:pt>
                <c:pt idx="3618">
                  <c:v>3.5678442392613308E-2</c:v>
                </c:pt>
                <c:pt idx="3619">
                  <c:v>3.5879164993978252E-2</c:v>
                </c:pt>
                <c:pt idx="3620">
                  <c:v>3.5678442392613308E-2</c:v>
                </c:pt>
                <c:pt idx="3621">
                  <c:v>3.5377358490566113E-2</c:v>
                </c:pt>
                <c:pt idx="3622">
                  <c:v>3.577880369329578E-2</c:v>
                </c:pt>
                <c:pt idx="3623">
                  <c:v>3.5578081091931058E-2</c:v>
                </c:pt>
                <c:pt idx="3624">
                  <c:v>3.5026093938177461E-2</c:v>
                </c:pt>
                <c:pt idx="3625">
                  <c:v>3.5327177840224877E-2</c:v>
                </c:pt>
                <c:pt idx="3626">
                  <c:v>3.5728623042954766E-2</c:v>
                </c:pt>
                <c:pt idx="3627">
                  <c:v>3.5578081091931058E-2</c:v>
                </c:pt>
                <c:pt idx="3628">
                  <c:v>3.5527900441589821E-2</c:v>
                </c:pt>
                <c:pt idx="3629">
                  <c:v>3.5628261742272072E-2</c:v>
                </c:pt>
                <c:pt idx="3630">
                  <c:v>3.5126455238859933E-2</c:v>
                </c:pt>
                <c:pt idx="3631">
                  <c:v>3.5377358490566113E-2</c:v>
                </c:pt>
                <c:pt idx="3632">
                  <c:v>3.5578081091931058E-2</c:v>
                </c:pt>
                <c:pt idx="3633">
                  <c:v>3.5578081091931058E-2</c:v>
                </c:pt>
                <c:pt idx="3634">
                  <c:v>3.577880369329578E-2</c:v>
                </c:pt>
                <c:pt idx="3635">
                  <c:v>3.5728623042954766E-2</c:v>
                </c:pt>
                <c:pt idx="3636">
                  <c:v>3.5377358490566113E-2</c:v>
                </c:pt>
                <c:pt idx="3637">
                  <c:v>3.5678442392613308E-2</c:v>
                </c:pt>
                <c:pt idx="3638">
                  <c:v>3.5026093938177461E-2</c:v>
                </c:pt>
                <c:pt idx="3639">
                  <c:v>3.5327177840224877E-2</c:v>
                </c:pt>
                <c:pt idx="3640">
                  <c:v>3.5377358490566113E-2</c:v>
                </c:pt>
                <c:pt idx="3641">
                  <c:v>3.5828984343637016E-2</c:v>
                </c:pt>
                <c:pt idx="3642">
                  <c:v>3.5578081091931058E-2</c:v>
                </c:pt>
                <c:pt idx="3643">
                  <c:v>3.6230429546366905E-2</c:v>
                </c:pt>
                <c:pt idx="3644">
                  <c:v>3.5979526294660724E-2</c:v>
                </c:pt>
                <c:pt idx="3645">
                  <c:v>3.6481332798073085E-2</c:v>
                </c:pt>
                <c:pt idx="3646">
                  <c:v>3.6079887595343196E-2</c:v>
                </c:pt>
                <c:pt idx="3647">
                  <c:v>3.6230429546366905E-2</c:v>
                </c:pt>
                <c:pt idx="3648">
                  <c:v>3.5377358490566113E-2</c:v>
                </c:pt>
                <c:pt idx="3649">
                  <c:v>3.6330790847049377E-2</c:v>
                </c:pt>
                <c:pt idx="3650">
                  <c:v>3.6330790847049377E-2</c:v>
                </c:pt>
                <c:pt idx="3651">
                  <c:v>3.6230429546366905E-2</c:v>
                </c:pt>
                <c:pt idx="3652">
                  <c:v>3.577880369329578E-2</c:v>
                </c:pt>
                <c:pt idx="3653">
                  <c:v>3.6079887595343196E-2</c:v>
                </c:pt>
                <c:pt idx="3654">
                  <c:v>3.5628261742272072E-2</c:v>
                </c:pt>
                <c:pt idx="3655">
                  <c:v>3.6481332798073085E-2</c:v>
                </c:pt>
                <c:pt idx="3656">
                  <c:v>3.6431152147731849E-2</c:v>
                </c:pt>
                <c:pt idx="3657">
                  <c:v>3.5979526294660724E-2</c:v>
                </c:pt>
                <c:pt idx="3658">
                  <c:v>3.5929345644319488E-2</c:v>
                </c:pt>
                <c:pt idx="3659">
                  <c:v>3.6230429546366905E-2</c:v>
                </c:pt>
                <c:pt idx="3660">
                  <c:v>3.5678442392613308E-2</c:v>
                </c:pt>
                <c:pt idx="3661">
                  <c:v>3.6130068245684432E-2</c:v>
                </c:pt>
                <c:pt idx="3662">
                  <c:v>3.6180248896025669E-2</c:v>
                </c:pt>
                <c:pt idx="3663">
                  <c:v>3.6130068245684432E-2</c:v>
                </c:pt>
                <c:pt idx="3664">
                  <c:v>3.6330790847049377E-2</c:v>
                </c:pt>
                <c:pt idx="3665">
                  <c:v>3.5527900441589821E-2</c:v>
                </c:pt>
                <c:pt idx="3666">
                  <c:v>3.5979526294660724E-2</c:v>
                </c:pt>
                <c:pt idx="3667">
                  <c:v>3.5879164993978252E-2</c:v>
                </c:pt>
                <c:pt idx="3668">
                  <c:v>3.6180248896025669E-2</c:v>
                </c:pt>
                <c:pt idx="3669">
                  <c:v>3.602970694500196E-2</c:v>
                </c:pt>
                <c:pt idx="3670">
                  <c:v>3.6130068245684432E-2</c:v>
                </c:pt>
                <c:pt idx="3671">
                  <c:v>3.6230429546366905E-2</c:v>
                </c:pt>
                <c:pt idx="3672">
                  <c:v>3.6230429546366905E-2</c:v>
                </c:pt>
                <c:pt idx="3673">
                  <c:v>3.6130068245684432E-2</c:v>
                </c:pt>
                <c:pt idx="3674">
                  <c:v>3.6330790847049377E-2</c:v>
                </c:pt>
                <c:pt idx="3675">
                  <c:v>3.6431152147731849E-2</c:v>
                </c:pt>
                <c:pt idx="3676">
                  <c:v>3.5728623042954766E-2</c:v>
                </c:pt>
                <c:pt idx="3677">
                  <c:v>3.577880369329578E-2</c:v>
                </c:pt>
                <c:pt idx="3678">
                  <c:v>3.5628261742272072E-2</c:v>
                </c:pt>
                <c:pt idx="3679">
                  <c:v>3.5226816539542405E-2</c:v>
                </c:pt>
                <c:pt idx="3680">
                  <c:v>3.6079887595343196E-2</c:v>
                </c:pt>
                <c:pt idx="3681">
                  <c:v>3.5678442392613308E-2</c:v>
                </c:pt>
                <c:pt idx="3682">
                  <c:v>3.5628261742272072E-2</c:v>
                </c:pt>
                <c:pt idx="3683">
                  <c:v>3.5427539140907349E-2</c:v>
                </c:pt>
                <c:pt idx="3684">
                  <c:v>3.5477719791248363E-2</c:v>
                </c:pt>
                <c:pt idx="3685">
                  <c:v>3.5026093938177461E-2</c:v>
                </c:pt>
                <c:pt idx="3686">
                  <c:v>3.4925732637494988E-2</c:v>
                </c:pt>
                <c:pt idx="3687">
                  <c:v>3.4423926134082627E-2</c:v>
                </c:pt>
                <c:pt idx="3688">
                  <c:v>3.4925732637494988E-2</c:v>
                </c:pt>
                <c:pt idx="3689">
                  <c:v>3.4474106784423864E-2</c:v>
                </c:pt>
                <c:pt idx="3690">
                  <c:v>3.4925732637494988E-2</c:v>
                </c:pt>
                <c:pt idx="3691">
                  <c:v>3.5076274588518697E-2</c:v>
                </c:pt>
                <c:pt idx="3692">
                  <c:v>3.5176635889201169E-2</c:v>
                </c:pt>
                <c:pt idx="3693">
                  <c:v>3.4273384183059141E-2</c:v>
                </c:pt>
                <c:pt idx="3694">
                  <c:v>3.4624648735447572E-2</c:v>
                </c:pt>
                <c:pt idx="3695">
                  <c:v>3.4825371336812516E-2</c:v>
                </c:pt>
                <c:pt idx="3696">
                  <c:v>3.4373745483741391E-2</c:v>
                </c:pt>
                <c:pt idx="3697">
                  <c:v>3.4323564833400155E-2</c:v>
                </c:pt>
                <c:pt idx="3698">
                  <c:v>3.4122842232035433E-2</c:v>
                </c:pt>
                <c:pt idx="3699">
                  <c:v>3.4223203532717683E-2</c:v>
                </c:pt>
                <c:pt idx="3700">
                  <c:v>3.3370132476916892E-2</c:v>
                </c:pt>
                <c:pt idx="3701">
                  <c:v>3.3821758329988016E-2</c:v>
                </c:pt>
                <c:pt idx="3702">
                  <c:v>3.3972300281011725E-2</c:v>
                </c:pt>
                <c:pt idx="3703">
                  <c:v>3.3621035728623072E-2</c:v>
                </c:pt>
                <c:pt idx="3704">
                  <c:v>3.3972300281011725E-2</c:v>
                </c:pt>
                <c:pt idx="3705">
                  <c:v>3.3871938980329253E-2</c:v>
                </c:pt>
                <c:pt idx="3706">
                  <c:v>3.4273384183059141E-2</c:v>
                </c:pt>
                <c:pt idx="3707">
                  <c:v>3.3621035728623072E-2</c:v>
                </c:pt>
                <c:pt idx="3708">
                  <c:v>3.3621035728623072E-2</c:v>
                </c:pt>
                <c:pt idx="3709">
                  <c:v>3.3169409875551947E-2</c:v>
                </c:pt>
                <c:pt idx="3710">
                  <c:v>3.3922119630670267E-2</c:v>
                </c:pt>
                <c:pt idx="3711">
                  <c:v>3.4022480931352961E-2</c:v>
                </c:pt>
                <c:pt idx="3712">
                  <c:v>3.3370132476916892E-2</c:v>
                </c:pt>
                <c:pt idx="3713">
                  <c:v>3.4072661581693975E-2</c:v>
                </c:pt>
                <c:pt idx="3714">
                  <c:v>3.3821758329988016E-2</c:v>
                </c:pt>
                <c:pt idx="3715">
                  <c:v>3.4273384183059141E-2</c:v>
                </c:pt>
                <c:pt idx="3716">
                  <c:v>3.4173022882376669E-2</c:v>
                </c:pt>
                <c:pt idx="3717">
                  <c:v>3.4173022882376669E-2</c:v>
                </c:pt>
                <c:pt idx="3718">
                  <c:v>3.4624648735447572E-2</c:v>
                </c:pt>
                <c:pt idx="3719">
                  <c:v>3.4273384183059141E-2</c:v>
                </c:pt>
                <c:pt idx="3720">
                  <c:v>3.477519068647128E-2</c:v>
                </c:pt>
                <c:pt idx="3721">
                  <c:v>3.3570855078281836E-2</c:v>
                </c:pt>
                <c:pt idx="3722">
                  <c:v>3.3671216378964308E-2</c:v>
                </c:pt>
                <c:pt idx="3723">
                  <c:v>3.3972300281011725E-2</c:v>
                </c:pt>
                <c:pt idx="3724">
                  <c:v>3.3922119630670267E-2</c:v>
                </c:pt>
                <c:pt idx="3725">
                  <c:v>3.3972300281011725E-2</c:v>
                </c:pt>
                <c:pt idx="3726">
                  <c:v>3.3972300281011725E-2</c:v>
                </c:pt>
                <c:pt idx="3727">
                  <c:v>3.3871938980329253E-2</c:v>
                </c:pt>
                <c:pt idx="3728">
                  <c:v>3.4423926134082627E-2</c:v>
                </c:pt>
                <c:pt idx="3729">
                  <c:v>3.4323564833400155E-2</c:v>
                </c:pt>
                <c:pt idx="3730">
                  <c:v>3.4273384183059141E-2</c:v>
                </c:pt>
                <c:pt idx="3731">
                  <c:v>3.4674829385788808E-2</c:v>
                </c:pt>
                <c:pt idx="3732">
                  <c:v>3.4674829385788808E-2</c:v>
                </c:pt>
                <c:pt idx="3733">
                  <c:v>3.4273384183059141E-2</c:v>
                </c:pt>
                <c:pt idx="3734">
                  <c:v>3.3972300281011725E-2</c:v>
                </c:pt>
                <c:pt idx="3735">
                  <c:v>3.3922119630670267E-2</c:v>
                </c:pt>
                <c:pt idx="3736">
                  <c:v>3.4323564833400155E-2</c:v>
                </c:pt>
                <c:pt idx="3737">
                  <c:v>3.3922119630670267E-2</c:v>
                </c:pt>
                <c:pt idx="3738">
                  <c:v>3.3922119630670267E-2</c:v>
                </c:pt>
                <c:pt idx="3739">
                  <c:v>3.4474106784423864E-2</c:v>
                </c:pt>
                <c:pt idx="3740">
                  <c:v>3.4373745483741391E-2</c:v>
                </c:pt>
                <c:pt idx="3741">
                  <c:v>3.4423926134082627E-2</c:v>
                </c:pt>
                <c:pt idx="3742">
                  <c:v>3.4674829385788808E-2</c:v>
                </c:pt>
                <c:pt idx="3743">
                  <c:v>3.4975913287836224E-2</c:v>
                </c:pt>
                <c:pt idx="3744">
                  <c:v>3.4925732637494988E-2</c:v>
                </c:pt>
                <c:pt idx="3745">
                  <c:v>3.4423926134082627E-2</c:v>
                </c:pt>
                <c:pt idx="3746">
                  <c:v>3.4122842232035433E-2</c:v>
                </c:pt>
                <c:pt idx="3747">
                  <c:v>3.4574468085106336E-2</c:v>
                </c:pt>
                <c:pt idx="3748">
                  <c:v>3.4875551987153752E-2</c:v>
                </c:pt>
                <c:pt idx="3749">
                  <c:v>3.4725010036130044E-2</c:v>
                </c:pt>
                <c:pt idx="3750">
                  <c:v>3.45242874347651E-2</c:v>
                </c:pt>
                <c:pt idx="3751">
                  <c:v>3.45242874347651E-2</c:v>
                </c:pt>
                <c:pt idx="3752">
                  <c:v>3.4223203532717683E-2</c:v>
                </c:pt>
                <c:pt idx="3753">
                  <c:v>3.4574468085106336E-2</c:v>
                </c:pt>
                <c:pt idx="3754">
                  <c:v>3.4925732637494988E-2</c:v>
                </c:pt>
                <c:pt idx="3755">
                  <c:v>3.477519068647128E-2</c:v>
                </c:pt>
                <c:pt idx="3756">
                  <c:v>3.4825371336812516E-2</c:v>
                </c:pt>
                <c:pt idx="3757">
                  <c:v>3.4925732637494988E-2</c:v>
                </c:pt>
                <c:pt idx="3758">
                  <c:v>3.5126455238859933E-2</c:v>
                </c:pt>
                <c:pt idx="3759">
                  <c:v>3.5026093938177461E-2</c:v>
                </c:pt>
                <c:pt idx="3760">
                  <c:v>3.5327177840224877E-2</c:v>
                </c:pt>
                <c:pt idx="3761">
                  <c:v>3.477519068647128E-2</c:v>
                </c:pt>
                <c:pt idx="3762">
                  <c:v>3.4725010036130044E-2</c:v>
                </c:pt>
                <c:pt idx="3763">
                  <c:v>3.4674829385788808E-2</c:v>
                </c:pt>
                <c:pt idx="3764">
                  <c:v>3.4373745483741391E-2</c:v>
                </c:pt>
                <c:pt idx="3765">
                  <c:v>3.4875551987153752E-2</c:v>
                </c:pt>
                <c:pt idx="3766">
                  <c:v>3.4725010036130044E-2</c:v>
                </c:pt>
                <c:pt idx="3767">
                  <c:v>3.4725010036130044E-2</c:v>
                </c:pt>
                <c:pt idx="3768">
                  <c:v>3.4423926134082627E-2</c:v>
                </c:pt>
                <c:pt idx="3769">
                  <c:v>3.4825371336812516E-2</c:v>
                </c:pt>
                <c:pt idx="3770">
                  <c:v>3.4173022882376669E-2</c:v>
                </c:pt>
                <c:pt idx="3771">
                  <c:v>3.4373745483741391E-2</c:v>
                </c:pt>
                <c:pt idx="3772">
                  <c:v>3.4273384183059141E-2</c:v>
                </c:pt>
                <c:pt idx="3773">
                  <c:v>3.4173022882376669E-2</c:v>
                </c:pt>
                <c:pt idx="3774">
                  <c:v>3.4875551987153752E-2</c:v>
                </c:pt>
                <c:pt idx="3775">
                  <c:v>3.5076274588518697E-2</c:v>
                </c:pt>
                <c:pt idx="3776">
                  <c:v>3.45242874347651E-2</c:v>
                </c:pt>
                <c:pt idx="3777">
                  <c:v>3.3871938980329253E-2</c:v>
                </c:pt>
                <c:pt idx="3778">
                  <c:v>3.3621035728623072E-2</c:v>
                </c:pt>
                <c:pt idx="3779">
                  <c:v>3.4022480931352961E-2</c:v>
                </c:pt>
                <c:pt idx="3780">
                  <c:v>3.4173022882376669E-2</c:v>
                </c:pt>
                <c:pt idx="3781">
                  <c:v>3.3821758329988016E-2</c:v>
                </c:pt>
                <c:pt idx="3782">
                  <c:v>3.3721397029305544E-2</c:v>
                </c:pt>
                <c:pt idx="3783">
                  <c:v>3.3570855078281836E-2</c:v>
                </c:pt>
                <c:pt idx="3784">
                  <c:v>3.3470493777599364E-2</c:v>
                </c:pt>
                <c:pt idx="3785">
                  <c:v>3.3269771176234419E-2</c:v>
                </c:pt>
                <c:pt idx="3786">
                  <c:v>3.3570855078281836E-2</c:v>
                </c:pt>
                <c:pt idx="3787">
                  <c:v>3.3671216378964308E-2</c:v>
                </c:pt>
                <c:pt idx="3788">
                  <c:v>3.3721397029305544E-2</c:v>
                </c:pt>
                <c:pt idx="3789">
                  <c:v>3.2667603372139586E-2</c:v>
                </c:pt>
                <c:pt idx="3790">
                  <c:v>3.3169409875551947E-2</c:v>
                </c:pt>
                <c:pt idx="3791">
                  <c:v>3.2717784022481045E-2</c:v>
                </c:pt>
                <c:pt idx="3792">
                  <c:v>3.3018867924528461E-2</c:v>
                </c:pt>
                <c:pt idx="3793">
                  <c:v>3.2667603372139586E-2</c:v>
                </c:pt>
                <c:pt idx="3794">
                  <c:v>3.3370132476916892E-2</c:v>
                </c:pt>
                <c:pt idx="3795">
                  <c:v>3.3370132476916892E-2</c:v>
                </c:pt>
                <c:pt idx="3796">
                  <c:v>3.3721397029305544E-2</c:v>
                </c:pt>
                <c:pt idx="3797">
                  <c:v>3.3621035728623072E-2</c:v>
                </c:pt>
                <c:pt idx="3798">
                  <c:v>3.3972300281011725E-2</c:v>
                </c:pt>
                <c:pt idx="3799">
                  <c:v>3.3871938980329253E-2</c:v>
                </c:pt>
                <c:pt idx="3800">
                  <c:v>3.3821758329988016E-2</c:v>
                </c:pt>
                <c:pt idx="3801">
                  <c:v>3.35206744279406E-2</c:v>
                </c:pt>
                <c:pt idx="3802">
                  <c:v>3.3871938980329253E-2</c:v>
                </c:pt>
                <c:pt idx="3803">
                  <c:v>3.377157767964678E-2</c:v>
                </c:pt>
                <c:pt idx="3804">
                  <c:v>3.3470493777599364E-2</c:v>
                </c:pt>
                <c:pt idx="3805">
                  <c:v>3.35206744279406E-2</c:v>
                </c:pt>
                <c:pt idx="3806">
                  <c:v>3.3621035728623072E-2</c:v>
                </c:pt>
                <c:pt idx="3807">
                  <c:v>3.3721397029305544E-2</c:v>
                </c:pt>
                <c:pt idx="3808">
                  <c:v>3.3871938980329253E-2</c:v>
                </c:pt>
                <c:pt idx="3809">
                  <c:v>3.35206744279406E-2</c:v>
                </c:pt>
                <c:pt idx="3810">
                  <c:v>3.4022480931352961E-2</c:v>
                </c:pt>
                <c:pt idx="3811">
                  <c:v>3.4022480931352961E-2</c:v>
                </c:pt>
                <c:pt idx="3812">
                  <c:v>3.4022480931352961E-2</c:v>
                </c:pt>
                <c:pt idx="3813">
                  <c:v>3.35206744279406E-2</c:v>
                </c:pt>
                <c:pt idx="3814">
                  <c:v>3.3821758329988016E-2</c:v>
                </c:pt>
                <c:pt idx="3815">
                  <c:v>3.2868325973504753E-2</c:v>
                </c:pt>
                <c:pt idx="3816">
                  <c:v>3.3972300281011725E-2</c:v>
                </c:pt>
                <c:pt idx="3817">
                  <c:v>3.3470493777599364E-2</c:v>
                </c:pt>
                <c:pt idx="3818">
                  <c:v>3.3370132476916892E-2</c:v>
                </c:pt>
                <c:pt idx="3819">
                  <c:v>3.3219590525893183E-2</c:v>
                </c:pt>
                <c:pt idx="3820">
                  <c:v>3.3972300281011725E-2</c:v>
                </c:pt>
                <c:pt idx="3821">
                  <c:v>3.4072661581693975E-2</c:v>
                </c:pt>
                <c:pt idx="3822">
                  <c:v>3.4223203532717683E-2</c:v>
                </c:pt>
                <c:pt idx="3823">
                  <c:v>3.4223203532717683E-2</c:v>
                </c:pt>
                <c:pt idx="3824">
                  <c:v>3.3370132476916892E-2</c:v>
                </c:pt>
                <c:pt idx="3825">
                  <c:v>3.3871938980329253E-2</c:v>
                </c:pt>
                <c:pt idx="3826">
                  <c:v>3.3922119630670267E-2</c:v>
                </c:pt>
                <c:pt idx="3827">
                  <c:v>3.4323564833400155E-2</c:v>
                </c:pt>
                <c:pt idx="3828">
                  <c:v>3.4273384183059141E-2</c:v>
                </c:pt>
                <c:pt idx="3829">
                  <c:v>3.4022480931352961E-2</c:v>
                </c:pt>
                <c:pt idx="3830">
                  <c:v>3.4273384183059141E-2</c:v>
                </c:pt>
                <c:pt idx="3831">
                  <c:v>3.4122842232035433E-2</c:v>
                </c:pt>
                <c:pt idx="3832">
                  <c:v>3.3570855078281836E-2</c:v>
                </c:pt>
                <c:pt idx="3833">
                  <c:v>3.4122842232035433E-2</c:v>
                </c:pt>
                <c:pt idx="3834">
                  <c:v>3.4373745483741391E-2</c:v>
                </c:pt>
                <c:pt idx="3835">
                  <c:v>3.4173022882376669E-2</c:v>
                </c:pt>
                <c:pt idx="3836">
                  <c:v>3.4122842232035433E-2</c:v>
                </c:pt>
                <c:pt idx="3837">
                  <c:v>3.4373745483741391E-2</c:v>
                </c:pt>
                <c:pt idx="3838">
                  <c:v>3.4474106784423864E-2</c:v>
                </c:pt>
                <c:pt idx="3839">
                  <c:v>3.4373745483741391E-2</c:v>
                </c:pt>
                <c:pt idx="3840">
                  <c:v>3.4323564833400155E-2</c:v>
                </c:pt>
                <c:pt idx="3841">
                  <c:v>3.4273384183059141E-2</c:v>
                </c:pt>
                <c:pt idx="3842">
                  <c:v>3.4273384183059141E-2</c:v>
                </c:pt>
                <c:pt idx="3843">
                  <c:v>3.4474106784423864E-2</c:v>
                </c:pt>
                <c:pt idx="3844">
                  <c:v>3.4373745483741391E-2</c:v>
                </c:pt>
                <c:pt idx="3845">
                  <c:v>3.4725010036130044E-2</c:v>
                </c:pt>
                <c:pt idx="3846">
                  <c:v>3.3821758329988016E-2</c:v>
                </c:pt>
                <c:pt idx="3847">
                  <c:v>3.4273384183059141E-2</c:v>
                </c:pt>
                <c:pt idx="3848">
                  <c:v>3.45242874347651E-2</c:v>
                </c:pt>
                <c:pt idx="3849">
                  <c:v>3.5076274588518697E-2</c:v>
                </c:pt>
                <c:pt idx="3850">
                  <c:v>3.4725010036130044E-2</c:v>
                </c:pt>
                <c:pt idx="3851">
                  <c:v>3.5176635889201169E-2</c:v>
                </c:pt>
                <c:pt idx="3852">
                  <c:v>3.5176635889201169E-2</c:v>
                </c:pt>
                <c:pt idx="3853">
                  <c:v>3.5226816539542405E-2</c:v>
                </c:pt>
                <c:pt idx="3854">
                  <c:v>3.5377358490566113E-2</c:v>
                </c:pt>
                <c:pt idx="3855">
                  <c:v>3.5578081091931058E-2</c:v>
                </c:pt>
                <c:pt idx="3856">
                  <c:v>3.4975913287836224E-2</c:v>
                </c:pt>
                <c:pt idx="3857">
                  <c:v>3.5377358490566113E-2</c:v>
                </c:pt>
                <c:pt idx="3858">
                  <c:v>3.5477719791248363E-2</c:v>
                </c:pt>
                <c:pt idx="3859">
                  <c:v>3.5377358490566113E-2</c:v>
                </c:pt>
                <c:pt idx="3860">
                  <c:v>3.5176635889201169E-2</c:v>
                </c:pt>
                <c:pt idx="3861">
                  <c:v>3.5828984343637016E-2</c:v>
                </c:pt>
                <c:pt idx="3862">
                  <c:v>3.6180248896025669E-2</c:v>
                </c:pt>
                <c:pt idx="3863">
                  <c:v>3.6531513448414321E-2</c:v>
                </c:pt>
                <c:pt idx="3864">
                  <c:v>3.6882778000802752E-2</c:v>
                </c:pt>
                <c:pt idx="3865">
                  <c:v>3.6280610196708141E-2</c:v>
                </c:pt>
                <c:pt idx="3866">
                  <c:v>3.6581694098755557E-2</c:v>
                </c:pt>
                <c:pt idx="3867">
                  <c:v>3.6983139301485446E-2</c:v>
                </c:pt>
                <c:pt idx="3868">
                  <c:v>3.6631874749096793E-2</c:v>
                </c:pt>
                <c:pt idx="3869">
                  <c:v>3.6932958651143988E-2</c:v>
                </c:pt>
                <c:pt idx="3870">
                  <c:v>3.6631874749096793E-2</c:v>
                </c:pt>
                <c:pt idx="3871">
                  <c:v>3.6882778000802752E-2</c:v>
                </c:pt>
                <c:pt idx="3872">
                  <c:v>3.6631874749096793E-2</c:v>
                </c:pt>
                <c:pt idx="3873">
                  <c:v>3.6983139301485446E-2</c:v>
                </c:pt>
                <c:pt idx="3874">
                  <c:v>3.6230429546366905E-2</c:v>
                </c:pt>
                <c:pt idx="3875">
                  <c:v>3.6230429546366905E-2</c:v>
                </c:pt>
                <c:pt idx="3876">
                  <c:v>3.6832597350461738E-2</c:v>
                </c:pt>
                <c:pt idx="3877">
                  <c:v>3.7133681252509154E-2</c:v>
                </c:pt>
                <c:pt idx="3878">
                  <c:v>3.7133681252509154E-2</c:v>
                </c:pt>
                <c:pt idx="3879">
                  <c:v>3.7133681252509154E-2</c:v>
                </c:pt>
                <c:pt idx="3880">
                  <c:v>3.7083500602167696E-2</c:v>
                </c:pt>
                <c:pt idx="3881">
                  <c:v>3.7083500602167696E-2</c:v>
                </c:pt>
                <c:pt idx="3882">
                  <c:v>3.7234042553191404E-2</c:v>
                </c:pt>
                <c:pt idx="3883">
                  <c:v>3.7685668406262529E-2</c:v>
                </c:pt>
                <c:pt idx="3884">
                  <c:v>3.8087113608992418E-2</c:v>
                </c:pt>
                <c:pt idx="3885">
                  <c:v>3.8036932958651182E-2</c:v>
                </c:pt>
                <c:pt idx="3886">
                  <c:v>3.7484945804897585E-2</c:v>
                </c:pt>
                <c:pt idx="3887">
                  <c:v>3.8036932958651182E-2</c:v>
                </c:pt>
                <c:pt idx="3888">
                  <c:v>3.6782416700120502E-2</c:v>
                </c:pt>
                <c:pt idx="3889">
                  <c:v>3.7886391007627473E-2</c:v>
                </c:pt>
                <c:pt idx="3890">
                  <c:v>3.8137294259333654E-2</c:v>
                </c:pt>
                <c:pt idx="3891">
                  <c:v>3.793657165796871E-2</c:v>
                </c:pt>
                <c:pt idx="3892">
                  <c:v>3.8036932958651182E-2</c:v>
                </c:pt>
                <c:pt idx="3893">
                  <c:v>3.8287836210357362E-2</c:v>
                </c:pt>
                <c:pt idx="3894">
                  <c:v>3.8036932958651182E-2</c:v>
                </c:pt>
                <c:pt idx="3895">
                  <c:v>3.8237655560016126E-2</c:v>
                </c:pt>
                <c:pt idx="3896">
                  <c:v>3.8338016860698376E-2</c:v>
                </c:pt>
                <c:pt idx="3897">
                  <c:v>3.8689281413087251E-2</c:v>
                </c:pt>
                <c:pt idx="3898">
                  <c:v>3.8990365315134445E-2</c:v>
                </c:pt>
                <c:pt idx="3899">
                  <c:v>3.9040545965475681E-2</c:v>
                </c:pt>
                <c:pt idx="3900">
                  <c:v>3.8538739462063543E-2</c:v>
                </c:pt>
                <c:pt idx="3901">
                  <c:v>3.9090726615816918E-2</c:v>
                </c:pt>
                <c:pt idx="3902">
                  <c:v>3.8839823364110737E-2</c:v>
                </c:pt>
                <c:pt idx="3903">
                  <c:v>3.919108791649939E-2</c:v>
                </c:pt>
                <c:pt idx="3904">
                  <c:v>3.9241268566840626E-2</c:v>
                </c:pt>
                <c:pt idx="3905">
                  <c:v>3.919108791649939E-2</c:v>
                </c:pt>
                <c:pt idx="3906">
                  <c:v>3.8639100762745793E-2</c:v>
                </c:pt>
                <c:pt idx="3907">
                  <c:v>3.9391810517864334E-2</c:v>
                </c:pt>
                <c:pt idx="3908">
                  <c:v>3.9391810517864334E-2</c:v>
                </c:pt>
                <c:pt idx="3909">
                  <c:v>3.9291449217181862E-2</c:v>
                </c:pt>
                <c:pt idx="3910">
                  <c:v>3.9341629867523098E-2</c:v>
                </c:pt>
                <c:pt idx="3911">
                  <c:v>3.9090726615816918E-2</c:v>
                </c:pt>
                <c:pt idx="3912">
                  <c:v>3.8990365315134445E-2</c:v>
                </c:pt>
                <c:pt idx="3913">
                  <c:v>3.9341629867523098E-2</c:v>
                </c:pt>
                <c:pt idx="3914">
                  <c:v>3.919108791649939E-2</c:v>
                </c:pt>
                <c:pt idx="3915">
                  <c:v>3.8789642713769501E-2</c:v>
                </c:pt>
                <c:pt idx="3916">
                  <c:v>3.8689281413087251E-2</c:v>
                </c:pt>
                <c:pt idx="3917">
                  <c:v>3.8940184664793209E-2</c:v>
                </c:pt>
                <c:pt idx="3918">
                  <c:v>3.9090726615816918E-2</c:v>
                </c:pt>
                <c:pt idx="3919">
                  <c:v>3.9291449217181862E-2</c:v>
                </c:pt>
                <c:pt idx="3920">
                  <c:v>3.9040545965475681E-2</c:v>
                </c:pt>
                <c:pt idx="3921">
                  <c:v>3.919108791649939E-2</c:v>
                </c:pt>
                <c:pt idx="3922">
                  <c:v>3.9140907266158154E-2</c:v>
                </c:pt>
                <c:pt idx="3923">
                  <c:v>3.9291449217181862E-2</c:v>
                </c:pt>
                <c:pt idx="3924">
                  <c:v>3.9391810517864334E-2</c:v>
                </c:pt>
                <c:pt idx="3925">
                  <c:v>3.9090726615816918E-2</c:v>
                </c:pt>
                <c:pt idx="3926">
                  <c:v>3.9040545965475681E-2</c:v>
                </c:pt>
                <c:pt idx="3927">
                  <c:v>3.9090726615816918E-2</c:v>
                </c:pt>
                <c:pt idx="3928">
                  <c:v>3.9391810517864334E-2</c:v>
                </c:pt>
                <c:pt idx="3929">
                  <c:v>3.9291449217181862E-2</c:v>
                </c:pt>
                <c:pt idx="3930">
                  <c:v>3.9341629867523098E-2</c:v>
                </c:pt>
                <c:pt idx="3931">
                  <c:v>3.919108791649939E-2</c:v>
                </c:pt>
                <c:pt idx="3932">
                  <c:v>3.9993978321958945E-2</c:v>
                </c:pt>
                <c:pt idx="3933">
                  <c:v>3.9893617021276473E-2</c:v>
                </c:pt>
                <c:pt idx="3934">
                  <c:v>3.9592533119229056E-2</c:v>
                </c:pt>
                <c:pt idx="3935">
                  <c:v>3.8739462063428265E-2</c:v>
                </c:pt>
                <c:pt idx="3936">
                  <c:v>3.8739462063428265E-2</c:v>
                </c:pt>
                <c:pt idx="3937">
                  <c:v>3.8990365315134445E-2</c:v>
                </c:pt>
                <c:pt idx="3938">
                  <c:v>3.9040545965475681E-2</c:v>
                </c:pt>
                <c:pt idx="3939">
                  <c:v>3.8388197511039834E-2</c:v>
                </c:pt>
                <c:pt idx="3940">
                  <c:v>3.8438378161380848E-2</c:v>
                </c:pt>
                <c:pt idx="3941">
                  <c:v>3.8739462063428265E-2</c:v>
                </c:pt>
                <c:pt idx="3942">
                  <c:v>3.8338016860698376E-2</c:v>
                </c:pt>
                <c:pt idx="3943">
                  <c:v>3.7786029706945001E-2</c:v>
                </c:pt>
                <c:pt idx="3944">
                  <c:v>3.7535126455238821E-2</c:v>
                </c:pt>
                <c:pt idx="3945">
                  <c:v>3.7635487755921293E-2</c:v>
                </c:pt>
                <c:pt idx="3946">
                  <c:v>3.7183861902850168E-2</c:v>
                </c:pt>
                <c:pt idx="3947">
                  <c:v>3.7986752308309946E-2</c:v>
                </c:pt>
                <c:pt idx="3948">
                  <c:v>3.7234042553191404E-2</c:v>
                </c:pt>
                <c:pt idx="3949">
                  <c:v>3.793657165796871E-2</c:v>
                </c:pt>
                <c:pt idx="3950">
                  <c:v>3.7585307105580057E-2</c:v>
                </c:pt>
                <c:pt idx="3951">
                  <c:v>3.8187474909674668E-2</c:v>
                </c:pt>
                <c:pt idx="3952">
                  <c:v>3.8287836210357362E-2</c:v>
                </c:pt>
                <c:pt idx="3953">
                  <c:v>3.8338016860698376E-2</c:v>
                </c:pt>
                <c:pt idx="3954">
                  <c:v>3.7986752308309946E-2</c:v>
                </c:pt>
                <c:pt idx="3955">
                  <c:v>3.8438378161380848E-2</c:v>
                </c:pt>
                <c:pt idx="3956">
                  <c:v>3.8338016860698376E-2</c:v>
                </c:pt>
                <c:pt idx="3957">
                  <c:v>3.8438378161380848E-2</c:v>
                </c:pt>
                <c:pt idx="3958">
                  <c:v>3.8287836210357362E-2</c:v>
                </c:pt>
                <c:pt idx="3959">
                  <c:v>3.8588920112404557E-2</c:v>
                </c:pt>
                <c:pt idx="3960">
                  <c:v>3.9090726615816918E-2</c:v>
                </c:pt>
                <c:pt idx="3961">
                  <c:v>3.8438378161380848E-2</c:v>
                </c:pt>
                <c:pt idx="3962">
                  <c:v>3.8689281413087251E-2</c:v>
                </c:pt>
                <c:pt idx="3963">
                  <c:v>3.919108791649939E-2</c:v>
                </c:pt>
                <c:pt idx="3964">
                  <c:v>3.8890004014451973E-2</c:v>
                </c:pt>
                <c:pt idx="3965">
                  <c:v>3.944199116820557E-2</c:v>
                </c:pt>
                <c:pt idx="3966">
                  <c:v>3.9692894419911751E-2</c:v>
                </c:pt>
                <c:pt idx="3967">
                  <c:v>3.9743075070252765E-2</c:v>
                </c:pt>
                <c:pt idx="3968">
                  <c:v>3.9291449217181862E-2</c:v>
                </c:pt>
                <c:pt idx="3969">
                  <c:v>3.9090726615816918E-2</c:v>
                </c:pt>
                <c:pt idx="3970">
                  <c:v>3.9090726615816918E-2</c:v>
                </c:pt>
                <c:pt idx="3971">
                  <c:v>3.9341629867523098E-2</c:v>
                </c:pt>
                <c:pt idx="3972">
                  <c:v>3.8639100762745793E-2</c:v>
                </c:pt>
                <c:pt idx="3973">
                  <c:v>3.8839823364110737E-2</c:v>
                </c:pt>
                <c:pt idx="3974">
                  <c:v>3.8689281413087251E-2</c:v>
                </c:pt>
                <c:pt idx="3975">
                  <c:v>3.9140907266158154E-2</c:v>
                </c:pt>
                <c:pt idx="3976">
                  <c:v>3.8940184664793209E-2</c:v>
                </c:pt>
                <c:pt idx="3977">
                  <c:v>3.9090726615816918E-2</c:v>
                </c:pt>
                <c:pt idx="3978">
                  <c:v>3.9391810517864334E-2</c:v>
                </c:pt>
                <c:pt idx="3979">
                  <c:v>3.9140907266158154E-2</c:v>
                </c:pt>
                <c:pt idx="3980">
                  <c:v>3.8890004014451973E-2</c:v>
                </c:pt>
                <c:pt idx="3981">
                  <c:v>3.9241268566840626E-2</c:v>
                </c:pt>
                <c:pt idx="3982">
                  <c:v>3.9993978321958945E-2</c:v>
                </c:pt>
                <c:pt idx="3983">
                  <c:v>4.0044158972300181E-2</c:v>
                </c:pt>
                <c:pt idx="3984">
                  <c:v>3.9391810517864334E-2</c:v>
                </c:pt>
                <c:pt idx="3985">
                  <c:v>3.9241268566840626E-2</c:v>
                </c:pt>
                <c:pt idx="3986">
                  <c:v>3.9241268566840626E-2</c:v>
                </c:pt>
                <c:pt idx="3987">
                  <c:v>3.9692894419911751E-2</c:v>
                </c:pt>
                <c:pt idx="3988">
                  <c:v>3.9743075070252765E-2</c:v>
                </c:pt>
                <c:pt idx="3989">
                  <c:v>3.9843436370935459E-2</c:v>
                </c:pt>
                <c:pt idx="3990">
                  <c:v>3.9642713769570515E-2</c:v>
                </c:pt>
                <c:pt idx="3991">
                  <c:v>4.0044158972300181E-2</c:v>
                </c:pt>
                <c:pt idx="3992">
                  <c:v>3.9692894419911751E-2</c:v>
                </c:pt>
                <c:pt idx="3993">
                  <c:v>4.0094339622641639E-2</c:v>
                </c:pt>
                <c:pt idx="3994">
                  <c:v>4.0094339622641639E-2</c:v>
                </c:pt>
                <c:pt idx="3995">
                  <c:v>4.0194700923323889E-2</c:v>
                </c:pt>
                <c:pt idx="3996">
                  <c:v>4.0545965475712542E-2</c:v>
                </c:pt>
                <c:pt idx="3997">
                  <c:v>4.0746688077077486E-2</c:v>
                </c:pt>
                <c:pt idx="3998">
                  <c:v>4.0847049377759959E-2</c:v>
                </c:pt>
                <c:pt idx="3999">
                  <c:v>3.9492171818546806E-2</c:v>
                </c:pt>
                <c:pt idx="4000">
                  <c:v>4.0345242874347598E-2</c:v>
                </c:pt>
                <c:pt idx="4001">
                  <c:v>4.044560417503007E-2</c:v>
                </c:pt>
                <c:pt idx="4002">
                  <c:v>4.0646326776395014E-2</c:v>
                </c:pt>
                <c:pt idx="4003">
                  <c:v>4.0395423524688834E-2</c:v>
                </c:pt>
                <c:pt idx="4004">
                  <c:v>4.0897230028101195E-2</c:v>
                </c:pt>
                <c:pt idx="4005">
                  <c:v>4.0897230028101195E-2</c:v>
                </c:pt>
                <c:pt idx="4006">
                  <c:v>4.0997591328783667E-2</c:v>
                </c:pt>
                <c:pt idx="4007">
                  <c:v>4.0345242874347598E-2</c:v>
                </c:pt>
                <c:pt idx="4008">
                  <c:v>4.0796868727418723E-2</c:v>
                </c:pt>
                <c:pt idx="4009">
                  <c:v>4.0947410678442431E-2</c:v>
                </c:pt>
                <c:pt idx="4010">
                  <c:v>4.0947410678442431E-2</c:v>
                </c:pt>
                <c:pt idx="4011">
                  <c:v>4.1047771979124903E-2</c:v>
                </c:pt>
                <c:pt idx="4012">
                  <c:v>4.0897230028101195E-2</c:v>
                </c:pt>
                <c:pt idx="4013">
                  <c:v>4.044560417503007E-2</c:v>
                </c:pt>
                <c:pt idx="4014">
                  <c:v>4.0144520272982653E-2</c:v>
                </c:pt>
                <c:pt idx="4015">
                  <c:v>3.9993978321958945E-2</c:v>
                </c:pt>
                <c:pt idx="4016">
                  <c:v>4.0646326776395014E-2</c:v>
                </c:pt>
                <c:pt idx="4017">
                  <c:v>4.0897230028101195E-2</c:v>
                </c:pt>
                <c:pt idx="4018">
                  <c:v>4.0997591328783667E-2</c:v>
                </c:pt>
                <c:pt idx="4019">
                  <c:v>4.1148133279807153E-2</c:v>
                </c:pt>
                <c:pt idx="4020">
                  <c:v>4.1148133279807153E-2</c:v>
                </c:pt>
                <c:pt idx="4021">
                  <c:v>4.1097952629466139E-2</c:v>
                </c:pt>
                <c:pt idx="4022">
                  <c:v>4.0897230028101195E-2</c:v>
                </c:pt>
                <c:pt idx="4023">
                  <c:v>4.0947410678442431E-2</c:v>
                </c:pt>
                <c:pt idx="4024">
                  <c:v>4.1047771979124903E-2</c:v>
                </c:pt>
                <c:pt idx="4025">
                  <c:v>4.1148133279807153E-2</c:v>
                </c:pt>
                <c:pt idx="4026">
                  <c:v>4.1097952629466139E-2</c:v>
                </c:pt>
                <c:pt idx="4027">
                  <c:v>4.0596146126053778E-2</c:v>
                </c:pt>
                <c:pt idx="4028">
                  <c:v>4.1047771979124903E-2</c:v>
                </c:pt>
                <c:pt idx="4029">
                  <c:v>4.1148133279807153E-2</c:v>
                </c:pt>
                <c:pt idx="4030">
                  <c:v>4.1348855881172319E-2</c:v>
                </c:pt>
                <c:pt idx="4031">
                  <c:v>4.1198313930148611E-2</c:v>
                </c:pt>
                <c:pt idx="4032">
                  <c:v>4.1298675230830861E-2</c:v>
                </c:pt>
                <c:pt idx="4033">
                  <c:v>4.0897230028101195E-2</c:v>
                </c:pt>
                <c:pt idx="4034">
                  <c:v>4.1298675230830861E-2</c:v>
                </c:pt>
                <c:pt idx="4035">
                  <c:v>4.1549578482537042E-2</c:v>
                </c:pt>
                <c:pt idx="4036">
                  <c:v>4.1800481734243444E-2</c:v>
                </c:pt>
                <c:pt idx="4037">
                  <c:v>4.1850662384584458E-2</c:v>
                </c:pt>
                <c:pt idx="4038">
                  <c:v>4.1750301083901986E-2</c:v>
                </c:pt>
                <c:pt idx="4039">
                  <c:v>4.1750301083901986E-2</c:v>
                </c:pt>
                <c:pt idx="4040">
                  <c:v>4.1649939783219736E-2</c:v>
                </c:pt>
                <c:pt idx="4041">
                  <c:v>4.1248494580489847E-2</c:v>
                </c:pt>
                <c:pt idx="4042">
                  <c:v>4.170012043356075E-2</c:v>
                </c:pt>
                <c:pt idx="4043">
                  <c:v>4.1599759132878278E-2</c:v>
                </c:pt>
                <c:pt idx="4044">
                  <c:v>4.1499397832196028E-2</c:v>
                </c:pt>
                <c:pt idx="4045">
                  <c:v>4.1298675230830861E-2</c:v>
                </c:pt>
                <c:pt idx="4046">
                  <c:v>4.1198313930148611E-2</c:v>
                </c:pt>
                <c:pt idx="4047">
                  <c:v>4.1499397832196028E-2</c:v>
                </c:pt>
                <c:pt idx="4048">
                  <c:v>4.1348855881172319E-2</c:v>
                </c:pt>
                <c:pt idx="4049">
                  <c:v>4.0997591328783667E-2</c:v>
                </c:pt>
                <c:pt idx="4050">
                  <c:v>4.1599759132878278E-2</c:v>
                </c:pt>
                <c:pt idx="4051">
                  <c:v>4.1298675230830861E-2</c:v>
                </c:pt>
                <c:pt idx="4052">
                  <c:v>4.1399036531513556E-2</c:v>
                </c:pt>
                <c:pt idx="4053">
                  <c:v>4.1348855881172319E-2</c:v>
                </c:pt>
                <c:pt idx="4054">
                  <c:v>4.0295062224006362E-2</c:v>
                </c:pt>
                <c:pt idx="4055">
                  <c:v>4.0395423524688834E-2</c:v>
                </c:pt>
                <c:pt idx="4056">
                  <c:v>3.9743075070252765E-2</c:v>
                </c:pt>
                <c:pt idx="4057">
                  <c:v>4.0495784825371306E-2</c:v>
                </c:pt>
                <c:pt idx="4058">
                  <c:v>4.0094339622641639E-2</c:v>
                </c:pt>
                <c:pt idx="4059">
                  <c:v>4.0194700923323889E-2</c:v>
                </c:pt>
                <c:pt idx="4060">
                  <c:v>4.0144520272982653E-2</c:v>
                </c:pt>
                <c:pt idx="4061">
                  <c:v>4.0345242874347598E-2</c:v>
                </c:pt>
                <c:pt idx="4062">
                  <c:v>4.0044158972300181E-2</c:v>
                </c:pt>
                <c:pt idx="4063">
                  <c:v>4.0395423524688834E-2</c:v>
                </c:pt>
                <c:pt idx="4064">
                  <c:v>4.0295062224006362E-2</c:v>
                </c:pt>
                <c:pt idx="4065">
                  <c:v>4.0545965475712542E-2</c:v>
                </c:pt>
                <c:pt idx="4066">
                  <c:v>4.0044158972300181E-2</c:v>
                </c:pt>
                <c:pt idx="4067">
                  <c:v>4.0495784825371306E-2</c:v>
                </c:pt>
                <c:pt idx="4068">
                  <c:v>3.9893617021276473E-2</c:v>
                </c:pt>
                <c:pt idx="4069">
                  <c:v>4.0194700923323889E-2</c:v>
                </c:pt>
                <c:pt idx="4070">
                  <c:v>4.0495784825371306E-2</c:v>
                </c:pt>
                <c:pt idx="4071">
                  <c:v>4.0194700923323889E-2</c:v>
                </c:pt>
                <c:pt idx="4072">
                  <c:v>4.0545965475712542E-2</c:v>
                </c:pt>
                <c:pt idx="4073">
                  <c:v>4.0495784825371306E-2</c:v>
                </c:pt>
                <c:pt idx="4074">
                  <c:v>4.1248494580489847E-2</c:v>
                </c:pt>
                <c:pt idx="4075">
                  <c:v>4.069650742673625E-2</c:v>
                </c:pt>
                <c:pt idx="4076">
                  <c:v>4.0646326776395014E-2</c:v>
                </c:pt>
                <c:pt idx="4077">
                  <c:v>4.0545965475712542E-2</c:v>
                </c:pt>
                <c:pt idx="4078">
                  <c:v>4.1148133279807153E-2</c:v>
                </c:pt>
                <c:pt idx="4079">
                  <c:v>4.0545965475712542E-2</c:v>
                </c:pt>
                <c:pt idx="4080">
                  <c:v>4.1148133279807153E-2</c:v>
                </c:pt>
                <c:pt idx="4081">
                  <c:v>4.1198313930148611E-2</c:v>
                </c:pt>
                <c:pt idx="4082">
                  <c:v>4.0997591328783667E-2</c:v>
                </c:pt>
                <c:pt idx="4083">
                  <c:v>4.069650742673625E-2</c:v>
                </c:pt>
                <c:pt idx="4084">
                  <c:v>4.1148133279807153E-2</c:v>
                </c:pt>
                <c:pt idx="4085">
                  <c:v>4.1047771979124903E-2</c:v>
                </c:pt>
                <c:pt idx="4086">
                  <c:v>4.1047771979124903E-2</c:v>
                </c:pt>
                <c:pt idx="4087">
                  <c:v>4.1499397832196028E-2</c:v>
                </c:pt>
                <c:pt idx="4088">
                  <c:v>4.1499397832196028E-2</c:v>
                </c:pt>
                <c:pt idx="4089">
                  <c:v>4.144921718185457E-2</c:v>
                </c:pt>
                <c:pt idx="4090">
                  <c:v>4.1148133279807153E-2</c:v>
                </c:pt>
                <c:pt idx="4091">
                  <c:v>4.1499397832196028E-2</c:v>
                </c:pt>
                <c:pt idx="4092">
                  <c:v>4.1399036531513556E-2</c:v>
                </c:pt>
                <c:pt idx="4093">
                  <c:v>4.1198313930148611E-2</c:v>
                </c:pt>
                <c:pt idx="4094">
                  <c:v>4.1399036531513556E-2</c:v>
                </c:pt>
                <c:pt idx="4095">
                  <c:v>4.1399036531513556E-2</c:v>
                </c:pt>
                <c:pt idx="4096">
                  <c:v>4.144921718185457E-2</c:v>
                </c:pt>
                <c:pt idx="4097">
                  <c:v>4.0997591328783667E-2</c:v>
                </c:pt>
                <c:pt idx="4098">
                  <c:v>4.1348855881172319E-2</c:v>
                </c:pt>
                <c:pt idx="4099">
                  <c:v>4.1248494580489847E-2</c:v>
                </c:pt>
                <c:pt idx="4100">
                  <c:v>4.1298675230830861E-2</c:v>
                </c:pt>
                <c:pt idx="4101">
                  <c:v>4.1399036531513556E-2</c:v>
                </c:pt>
                <c:pt idx="4102">
                  <c:v>4.0847049377759959E-2</c:v>
                </c:pt>
                <c:pt idx="4103">
                  <c:v>4.0947410678442431E-2</c:v>
                </c:pt>
                <c:pt idx="4104">
                  <c:v>4.1499397832196028E-2</c:v>
                </c:pt>
                <c:pt idx="4105">
                  <c:v>4.1047771979124903E-2</c:v>
                </c:pt>
                <c:pt idx="4106">
                  <c:v>4.1499397832196028E-2</c:v>
                </c:pt>
                <c:pt idx="4107">
                  <c:v>4.170012043356075E-2</c:v>
                </c:pt>
                <c:pt idx="4108">
                  <c:v>4.170012043356075E-2</c:v>
                </c:pt>
                <c:pt idx="4109">
                  <c:v>4.0997591328783667E-2</c:v>
                </c:pt>
                <c:pt idx="4110">
                  <c:v>4.1599759132878278E-2</c:v>
                </c:pt>
                <c:pt idx="4111">
                  <c:v>4.1348855881172319E-2</c:v>
                </c:pt>
                <c:pt idx="4112">
                  <c:v>4.1298675230830861E-2</c:v>
                </c:pt>
                <c:pt idx="4113">
                  <c:v>4.1800481734243444E-2</c:v>
                </c:pt>
                <c:pt idx="4114">
                  <c:v>4.2402649538338055E-2</c:v>
                </c:pt>
                <c:pt idx="4115">
                  <c:v>4.2151746286631875E-2</c:v>
                </c:pt>
                <c:pt idx="4116">
                  <c:v>4.2653552790044236E-2</c:v>
                </c:pt>
                <c:pt idx="4117">
                  <c:v>4.2553191489361541E-2</c:v>
                </c:pt>
                <c:pt idx="4118">
                  <c:v>4.2101565636290639E-2</c:v>
                </c:pt>
                <c:pt idx="4119">
                  <c:v>4.1649939783219736E-2</c:v>
                </c:pt>
                <c:pt idx="4120">
                  <c:v>4.1850662384584458E-2</c:v>
                </c:pt>
                <c:pt idx="4121">
                  <c:v>4.1900843034925694E-2</c:v>
                </c:pt>
                <c:pt idx="4122">
                  <c:v>4.2051384985949403E-2</c:v>
                </c:pt>
                <c:pt idx="4123">
                  <c:v>4.2402649538338055E-2</c:v>
                </c:pt>
                <c:pt idx="4124">
                  <c:v>4.2553191489361541E-2</c:v>
                </c:pt>
                <c:pt idx="4125">
                  <c:v>4.2402649538338055E-2</c:v>
                </c:pt>
                <c:pt idx="4126">
                  <c:v>4.2603372139703E-2</c:v>
                </c:pt>
                <c:pt idx="4127">
                  <c:v>4.2352468887996819E-2</c:v>
                </c:pt>
                <c:pt idx="4128">
                  <c:v>4.2201926936973111E-2</c:v>
                </c:pt>
                <c:pt idx="4129">
                  <c:v>4.2352468887996819E-2</c:v>
                </c:pt>
                <c:pt idx="4130">
                  <c:v>4.3004817342432666E-2</c:v>
                </c:pt>
                <c:pt idx="4131">
                  <c:v>4.3105178643115138E-2</c:v>
                </c:pt>
                <c:pt idx="4132">
                  <c:v>4.3105178643115138E-2</c:v>
                </c:pt>
                <c:pt idx="4133">
                  <c:v>4.3155359293456375E-2</c:v>
                </c:pt>
                <c:pt idx="4134">
                  <c:v>4.3807707747892444E-2</c:v>
                </c:pt>
                <c:pt idx="4135">
                  <c:v>4.3305901244480083E-2</c:v>
                </c:pt>
                <c:pt idx="4136">
                  <c:v>4.3908069048574916E-2</c:v>
                </c:pt>
                <c:pt idx="4137">
                  <c:v>4.4158972300281096E-2</c:v>
                </c:pt>
                <c:pt idx="4138">
                  <c:v>4.3054997992774124E-2</c:v>
                </c:pt>
                <c:pt idx="4139">
                  <c:v>4.3657165796868735E-2</c:v>
                </c:pt>
                <c:pt idx="4140">
                  <c:v>4.4058610999598624E-2</c:v>
                </c:pt>
                <c:pt idx="4141">
                  <c:v>4.3606985146527499E-2</c:v>
                </c:pt>
                <c:pt idx="4142">
                  <c:v>4.4560417503010763E-2</c:v>
                </c:pt>
                <c:pt idx="4143">
                  <c:v>4.4610598153351999E-2</c:v>
                </c:pt>
                <c:pt idx="4144">
                  <c:v>4.4560417503010763E-2</c:v>
                </c:pt>
                <c:pt idx="4145">
                  <c:v>4.4660778803693235E-2</c:v>
                </c:pt>
                <c:pt idx="4146">
                  <c:v>4.4660778803693235E-2</c:v>
                </c:pt>
                <c:pt idx="4147">
                  <c:v>4.4710959454034471E-2</c:v>
                </c:pt>
                <c:pt idx="4148">
                  <c:v>4.4710959454034471E-2</c:v>
                </c:pt>
                <c:pt idx="4149">
                  <c:v>4.4008430349257388E-2</c:v>
                </c:pt>
                <c:pt idx="4150">
                  <c:v>4.3908069048574916E-2</c:v>
                </c:pt>
                <c:pt idx="4151">
                  <c:v>4.4460056202328291E-2</c:v>
                </c:pt>
                <c:pt idx="4152">
                  <c:v>4.3657165796868735E-2</c:v>
                </c:pt>
                <c:pt idx="4153">
                  <c:v>4.3456443195503791E-2</c:v>
                </c:pt>
                <c:pt idx="4154">
                  <c:v>4.4058610999598624E-2</c:v>
                </c:pt>
                <c:pt idx="4155">
                  <c:v>4.4158972300281096E-2</c:v>
                </c:pt>
                <c:pt idx="4156">
                  <c:v>4.3958249698916152E-2</c:v>
                </c:pt>
                <c:pt idx="4157">
                  <c:v>4.4259333600963346E-2</c:v>
                </c:pt>
                <c:pt idx="4158">
                  <c:v>4.385788839823368E-2</c:v>
                </c:pt>
                <c:pt idx="4159">
                  <c:v>4.3807707747892444E-2</c:v>
                </c:pt>
                <c:pt idx="4160">
                  <c:v>4.4309514251304805E-2</c:v>
                </c:pt>
                <c:pt idx="4161">
                  <c:v>4.4359694901646041E-2</c:v>
                </c:pt>
                <c:pt idx="4162">
                  <c:v>4.4209152950622332E-2</c:v>
                </c:pt>
                <c:pt idx="4163">
                  <c:v>4.4510236852669527E-2</c:v>
                </c:pt>
                <c:pt idx="4164">
                  <c:v>4.5012043356081888E-2</c:v>
                </c:pt>
                <c:pt idx="4165">
                  <c:v>4.4761140104375707E-2</c:v>
                </c:pt>
                <c:pt idx="4166">
                  <c:v>4.4108791649939638E-2</c:v>
                </c:pt>
                <c:pt idx="4167">
                  <c:v>4.4761140104375707E-2</c:v>
                </c:pt>
                <c:pt idx="4168">
                  <c:v>4.5162585307105596E-2</c:v>
                </c:pt>
                <c:pt idx="4169">
                  <c:v>4.5212765957446832E-2</c:v>
                </c:pt>
                <c:pt idx="4170">
                  <c:v>4.5313127258129304E-2</c:v>
                </c:pt>
                <c:pt idx="4171">
                  <c:v>4.4961862705740652E-2</c:v>
                </c:pt>
                <c:pt idx="4172">
                  <c:v>4.5664391810517735E-2</c:v>
                </c:pt>
                <c:pt idx="4173">
                  <c:v>4.4911682055399416E-2</c:v>
                </c:pt>
                <c:pt idx="4174">
                  <c:v>4.5062224006423124E-2</c:v>
                </c:pt>
                <c:pt idx="4175">
                  <c:v>4.5413488558811776E-2</c:v>
                </c:pt>
                <c:pt idx="4176">
                  <c:v>4.5564030509835485E-2</c:v>
                </c:pt>
                <c:pt idx="4177">
                  <c:v>4.5313127258129304E-2</c:v>
                </c:pt>
                <c:pt idx="4178">
                  <c:v>4.5764753111200429E-2</c:v>
                </c:pt>
                <c:pt idx="4179">
                  <c:v>4.5463669209153013E-2</c:v>
                </c:pt>
                <c:pt idx="4180">
                  <c:v>4.4961862705740652E-2</c:v>
                </c:pt>
                <c:pt idx="4181">
                  <c:v>4.5012043356081888E-2</c:v>
                </c:pt>
                <c:pt idx="4182">
                  <c:v>4.5162585307105596E-2</c:v>
                </c:pt>
                <c:pt idx="4183">
                  <c:v>4.5413488558811776E-2</c:v>
                </c:pt>
                <c:pt idx="4184">
                  <c:v>4.4761140104375707E-2</c:v>
                </c:pt>
                <c:pt idx="4185">
                  <c:v>4.5313127258129304E-2</c:v>
                </c:pt>
                <c:pt idx="4186">
                  <c:v>4.5313127258129304E-2</c:v>
                </c:pt>
                <c:pt idx="4187">
                  <c:v>4.5513849859494249E-2</c:v>
                </c:pt>
                <c:pt idx="4188">
                  <c:v>4.5313127258129304E-2</c:v>
                </c:pt>
                <c:pt idx="4189">
                  <c:v>4.5313127258129304E-2</c:v>
                </c:pt>
                <c:pt idx="4190">
                  <c:v>4.536330790847054E-2</c:v>
                </c:pt>
                <c:pt idx="4191">
                  <c:v>4.5463669209153013E-2</c:v>
                </c:pt>
                <c:pt idx="4192">
                  <c:v>4.4961862705740652E-2</c:v>
                </c:pt>
                <c:pt idx="4193">
                  <c:v>4.4460056202328291E-2</c:v>
                </c:pt>
                <c:pt idx="4194">
                  <c:v>4.3606985146527499E-2</c:v>
                </c:pt>
                <c:pt idx="4195">
                  <c:v>4.4610598153351999E-2</c:v>
                </c:pt>
                <c:pt idx="4196">
                  <c:v>4.4158972300281096E-2</c:v>
                </c:pt>
                <c:pt idx="4197">
                  <c:v>4.4811320754716943E-2</c:v>
                </c:pt>
                <c:pt idx="4198">
                  <c:v>4.4761140104375707E-2</c:v>
                </c:pt>
                <c:pt idx="4199">
                  <c:v>4.4660778803693235E-2</c:v>
                </c:pt>
                <c:pt idx="4200">
                  <c:v>4.486150140505818E-2</c:v>
                </c:pt>
                <c:pt idx="4201">
                  <c:v>4.4761140104375707E-2</c:v>
                </c:pt>
                <c:pt idx="4202">
                  <c:v>4.4961862705740652E-2</c:v>
                </c:pt>
                <c:pt idx="4203">
                  <c:v>4.4761140104375707E-2</c:v>
                </c:pt>
                <c:pt idx="4204">
                  <c:v>4.486150140505818E-2</c:v>
                </c:pt>
                <c:pt idx="4205">
                  <c:v>4.5012043356081888E-2</c:v>
                </c:pt>
                <c:pt idx="4206">
                  <c:v>4.5062224006423124E-2</c:v>
                </c:pt>
                <c:pt idx="4207">
                  <c:v>4.511240465676436E-2</c:v>
                </c:pt>
                <c:pt idx="4208">
                  <c:v>4.486150140505818E-2</c:v>
                </c:pt>
                <c:pt idx="4209">
                  <c:v>4.536330790847054E-2</c:v>
                </c:pt>
                <c:pt idx="4210">
                  <c:v>4.5614211160176721E-2</c:v>
                </c:pt>
                <c:pt idx="4211">
                  <c:v>4.5714572460858971E-2</c:v>
                </c:pt>
                <c:pt idx="4212">
                  <c:v>4.5564030509835485E-2</c:v>
                </c:pt>
                <c:pt idx="4213">
                  <c:v>4.6517462866318748E-2</c:v>
                </c:pt>
                <c:pt idx="4214">
                  <c:v>4.6316740264953804E-2</c:v>
                </c:pt>
                <c:pt idx="4215">
                  <c:v>4.636692091529504E-2</c:v>
                </c:pt>
                <c:pt idx="4216">
                  <c:v>4.6266559614612568E-2</c:v>
                </c:pt>
                <c:pt idx="4217">
                  <c:v>4.6617824167001221E-2</c:v>
                </c:pt>
                <c:pt idx="4218">
                  <c:v>4.6718185467683693E-2</c:v>
                </c:pt>
                <c:pt idx="4219">
                  <c:v>4.6969088719389651E-2</c:v>
                </c:pt>
                <c:pt idx="4220">
                  <c:v>4.7320353271778526E-2</c:v>
                </c:pt>
                <c:pt idx="4221">
                  <c:v>4.7320353271778526E-2</c:v>
                </c:pt>
                <c:pt idx="4222">
                  <c:v>4.7219991971095832E-2</c:v>
                </c:pt>
                <c:pt idx="4223">
                  <c:v>4.7219991971095832E-2</c:v>
                </c:pt>
                <c:pt idx="4224">
                  <c:v>4.7420714572460776E-2</c:v>
                </c:pt>
                <c:pt idx="4225">
                  <c:v>4.7420714572460776E-2</c:v>
                </c:pt>
                <c:pt idx="4226">
                  <c:v>4.7972701726214373E-2</c:v>
                </c:pt>
                <c:pt idx="4227">
                  <c:v>4.8173424327579317E-2</c:v>
                </c:pt>
                <c:pt idx="4228">
                  <c:v>4.8323966278603026E-2</c:v>
                </c:pt>
                <c:pt idx="4229">
                  <c:v>4.7972701726214373E-2</c:v>
                </c:pt>
                <c:pt idx="4230">
                  <c:v>4.8223604977920331E-2</c:v>
                </c:pt>
                <c:pt idx="4231">
                  <c:v>4.8474508229626734E-2</c:v>
                </c:pt>
                <c:pt idx="4232">
                  <c:v>4.862505018065022E-2</c:v>
                </c:pt>
                <c:pt idx="4233">
                  <c:v>4.8073063026896845E-2</c:v>
                </c:pt>
                <c:pt idx="4234">
                  <c:v>4.8775592131673928E-2</c:v>
                </c:pt>
                <c:pt idx="4235">
                  <c:v>4.8926134082697637E-2</c:v>
                </c:pt>
                <c:pt idx="4236">
                  <c:v>4.8022882376555609E-2</c:v>
                </c:pt>
                <c:pt idx="4237">
                  <c:v>4.862505018065022E-2</c:v>
                </c:pt>
                <c:pt idx="4238">
                  <c:v>4.8022882376555609E-2</c:v>
                </c:pt>
                <c:pt idx="4239">
                  <c:v>4.7922521075873137E-2</c:v>
                </c:pt>
                <c:pt idx="4240">
                  <c:v>4.7922521075873137E-2</c:v>
                </c:pt>
                <c:pt idx="4241">
                  <c:v>4.8073063026896845E-2</c:v>
                </c:pt>
                <c:pt idx="4242">
                  <c:v>4.8273785628261789E-2</c:v>
                </c:pt>
                <c:pt idx="4243">
                  <c:v>4.8273785628261789E-2</c:v>
                </c:pt>
                <c:pt idx="4244">
                  <c:v>4.7771979124849429E-2</c:v>
                </c:pt>
                <c:pt idx="4245">
                  <c:v>4.8022882376555609E-2</c:v>
                </c:pt>
                <c:pt idx="4246">
                  <c:v>4.8073063026896845E-2</c:v>
                </c:pt>
                <c:pt idx="4247">
                  <c:v>4.7922521075873137E-2</c:v>
                </c:pt>
                <c:pt idx="4248">
                  <c:v>4.8022882376555609E-2</c:v>
                </c:pt>
                <c:pt idx="4249">
                  <c:v>4.8123243677238081E-2</c:v>
                </c:pt>
                <c:pt idx="4250">
                  <c:v>4.7872340425531901E-2</c:v>
                </c:pt>
                <c:pt idx="4251">
                  <c:v>4.8474508229626734E-2</c:v>
                </c:pt>
                <c:pt idx="4252">
                  <c:v>4.8073063026896845E-2</c:v>
                </c:pt>
                <c:pt idx="4253">
                  <c:v>4.7972701726214373E-2</c:v>
                </c:pt>
                <c:pt idx="4254">
                  <c:v>4.8524688879967748E-2</c:v>
                </c:pt>
                <c:pt idx="4255">
                  <c:v>4.8725411481332914E-2</c:v>
                </c:pt>
                <c:pt idx="4256">
                  <c:v>4.837414692894404E-2</c:v>
                </c:pt>
                <c:pt idx="4257">
                  <c:v>4.8825772782015164E-2</c:v>
                </c:pt>
                <c:pt idx="4258">
                  <c:v>4.8675230830991456E-2</c:v>
                </c:pt>
                <c:pt idx="4259">
                  <c:v>4.8926134082697637E-2</c:v>
                </c:pt>
                <c:pt idx="4260">
                  <c:v>4.8875953432356622E-2</c:v>
                </c:pt>
                <c:pt idx="4261">
                  <c:v>4.8825772782015164E-2</c:v>
                </c:pt>
                <c:pt idx="4262">
                  <c:v>4.9026495383380109E-2</c:v>
                </c:pt>
                <c:pt idx="4263">
                  <c:v>4.9277398635086289E-2</c:v>
                </c:pt>
                <c:pt idx="4264">
                  <c:v>4.8976314733038873E-2</c:v>
                </c:pt>
                <c:pt idx="4265">
                  <c:v>4.9227217984745053E-2</c:v>
                </c:pt>
                <c:pt idx="4266">
                  <c:v>4.9578482537133706E-2</c:v>
                </c:pt>
                <c:pt idx="4267">
                  <c:v>4.9729024488157414E-2</c:v>
                </c:pt>
                <c:pt idx="4268">
                  <c:v>4.9729024488157414E-2</c:v>
                </c:pt>
                <c:pt idx="4269">
                  <c:v>4.9478121236451234E-2</c:v>
                </c:pt>
                <c:pt idx="4270">
                  <c:v>4.9979927739863594E-2</c:v>
                </c:pt>
                <c:pt idx="4271">
                  <c:v>5.0582095543958205E-2</c:v>
                </c:pt>
                <c:pt idx="4272">
                  <c:v>5.0682456844640678E-2</c:v>
                </c:pt>
                <c:pt idx="4273">
                  <c:v>5.0682456844640678E-2</c:v>
                </c:pt>
                <c:pt idx="4274">
                  <c:v>5.0832998795664386E-2</c:v>
                </c:pt>
                <c:pt idx="4275">
                  <c:v>5.078281814532315E-2</c:v>
                </c:pt>
                <c:pt idx="4276">
                  <c:v>5.0832998795664386E-2</c:v>
                </c:pt>
                <c:pt idx="4277">
                  <c:v>5.0933360096346858E-2</c:v>
                </c:pt>
                <c:pt idx="4278">
                  <c:v>5.078281814532315E-2</c:v>
                </c:pt>
                <c:pt idx="4279">
                  <c:v>5.0983540746688094E-2</c:v>
                </c:pt>
                <c:pt idx="4280">
                  <c:v>5.078281814532315E-2</c:v>
                </c:pt>
                <c:pt idx="4281">
                  <c:v>5.1083902047370566E-2</c:v>
                </c:pt>
                <c:pt idx="4282">
                  <c:v>5.0883179446005622E-2</c:v>
                </c:pt>
                <c:pt idx="4283">
                  <c:v>5.103372139702933E-2</c:v>
                </c:pt>
                <c:pt idx="4284">
                  <c:v>5.103372139702933E-2</c:v>
                </c:pt>
                <c:pt idx="4285">
                  <c:v>5.0883179446005622E-2</c:v>
                </c:pt>
                <c:pt idx="4286">
                  <c:v>5.1535527900441691E-2</c:v>
                </c:pt>
                <c:pt idx="4287">
                  <c:v>5.1836611802489108E-2</c:v>
                </c:pt>
                <c:pt idx="4288">
                  <c:v>5.1635889201123941E-2</c:v>
                </c:pt>
                <c:pt idx="4289">
                  <c:v>5.1936973103171358E-2</c:v>
                </c:pt>
                <c:pt idx="4290">
                  <c:v>5.1535527900441691E-2</c:v>
                </c:pt>
                <c:pt idx="4291">
                  <c:v>5.1184263348053038E-2</c:v>
                </c:pt>
                <c:pt idx="4292">
                  <c:v>5.1384985949417983E-2</c:v>
                </c:pt>
                <c:pt idx="4293">
                  <c:v>5.0983540746688094E-2</c:v>
                </c:pt>
                <c:pt idx="4294">
                  <c:v>5.1234443998394275E-2</c:v>
                </c:pt>
                <c:pt idx="4295">
                  <c:v>5.0883179446005622E-2</c:v>
                </c:pt>
                <c:pt idx="4296">
                  <c:v>5.0732637494981914E-2</c:v>
                </c:pt>
                <c:pt idx="4297">
                  <c:v>5.078281814532315E-2</c:v>
                </c:pt>
                <c:pt idx="4298">
                  <c:v>5.0531914893616969E-2</c:v>
                </c:pt>
                <c:pt idx="4299">
                  <c:v>5.1234443998394275E-2</c:v>
                </c:pt>
                <c:pt idx="4300">
                  <c:v>5.1384985949417983E-2</c:v>
                </c:pt>
                <c:pt idx="4301">
                  <c:v>5.0682456844640678E-2</c:v>
                </c:pt>
                <c:pt idx="4302">
                  <c:v>5.0632276194299441E-2</c:v>
                </c:pt>
                <c:pt idx="4303">
                  <c:v>5.1334805299076525E-2</c:v>
                </c:pt>
                <c:pt idx="4304">
                  <c:v>5.1284624648735511E-2</c:v>
                </c:pt>
                <c:pt idx="4305">
                  <c:v>5.0531914893616969E-2</c:v>
                </c:pt>
                <c:pt idx="4306">
                  <c:v>5.0732637494981914E-2</c:v>
                </c:pt>
                <c:pt idx="4307">
                  <c:v>5.0732637494981914E-2</c:v>
                </c:pt>
                <c:pt idx="4308">
                  <c:v>5.078281814532315E-2</c:v>
                </c:pt>
                <c:pt idx="4309">
                  <c:v>5.0331192292252025E-2</c:v>
                </c:pt>
                <c:pt idx="4310">
                  <c:v>5.0883179446005622E-2</c:v>
                </c:pt>
                <c:pt idx="4311">
                  <c:v>5.003010839020483E-2</c:v>
                </c:pt>
                <c:pt idx="4312">
                  <c:v>5.0732637494981914E-2</c:v>
                </c:pt>
                <c:pt idx="4313">
                  <c:v>5.078281814532315E-2</c:v>
                </c:pt>
                <c:pt idx="4314">
                  <c:v>5.078281814532315E-2</c:v>
                </c:pt>
                <c:pt idx="4315">
                  <c:v>5.0230830991569553E-2</c:v>
                </c:pt>
                <c:pt idx="4316">
                  <c:v>4.9929747089522136E-2</c:v>
                </c:pt>
                <c:pt idx="4317">
                  <c:v>4.9979927739863594E-2</c:v>
                </c:pt>
                <c:pt idx="4318">
                  <c:v>4.9779205138498428E-2</c:v>
                </c:pt>
                <c:pt idx="4319">
                  <c:v>4.9227217984745053E-2</c:v>
                </c:pt>
                <c:pt idx="4320">
                  <c:v>4.9729024488157414E-2</c:v>
                </c:pt>
                <c:pt idx="4321">
                  <c:v>4.9779205138498428E-2</c:v>
                </c:pt>
                <c:pt idx="4322">
                  <c:v>4.9427940586109997E-2</c:v>
                </c:pt>
                <c:pt idx="4323">
                  <c:v>4.9377759935768761E-2</c:v>
                </c:pt>
                <c:pt idx="4324">
                  <c:v>4.9427940586109997E-2</c:v>
                </c:pt>
                <c:pt idx="4325">
                  <c:v>4.9377759935768761E-2</c:v>
                </c:pt>
                <c:pt idx="4326">
                  <c:v>4.9327579285427525E-2</c:v>
                </c:pt>
                <c:pt idx="4327">
                  <c:v>4.9177037334403817E-2</c:v>
                </c:pt>
                <c:pt idx="4328">
                  <c:v>4.8675230830991456E-2</c:v>
                </c:pt>
                <c:pt idx="4329">
                  <c:v>4.9126856684062581E-2</c:v>
                </c:pt>
                <c:pt idx="4330">
                  <c:v>4.9126856684062581E-2</c:v>
                </c:pt>
                <c:pt idx="4331">
                  <c:v>4.8574869530309206E-2</c:v>
                </c:pt>
                <c:pt idx="4332">
                  <c:v>4.9026495383380109E-2</c:v>
                </c:pt>
                <c:pt idx="4333">
                  <c:v>4.8524688879967748E-2</c:v>
                </c:pt>
                <c:pt idx="4334">
                  <c:v>4.837414692894404E-2</c:v>
                </c:pt>
                <c:pt idx="4335">
                  <c:v>4.8474508229626734E-2</c:v>
                </c:pt>
                <c:pt idx="4336">
                  <c:v>4.862505018065022E-2</c:v>
                </c:pt>
                <c:pt idx="4337">
                  <c:v>4.862505018065022E-2</c:v>
                </c:pt>
                <c:pt idx="4338">
                  <c:v>4.8574869530309206E-2</c:v>
                </c:pt>
                <c:pt idx="4339">
                  <c:v>4.8775592131673928E-2</c:v>
                </c:pt>
                <c:pt idx="4340">
                  <c:v>4.8825772782015164E-2</c:v>
                </c:pt>
                <c:pt idx="4341">
                  <c:v>4.8725411481332914E-2</c:v>
                </c:pt>
                <c:pt idx="4342">
                  <c:v>4.8976314733038873E-2</c:v>
                </c:pt>
                <c:pt idx="4343">
                  <c:v>4.837414692894404E-2</c:v>
                </c:pt>
                <c:pt idx="4344">
                  <c:v>4.8424327579285498E-2</c:v>
                </c:pt>
                <c:pt idx="4345">
                  <c:v>4.8574869530309206E-2</c:v>
                </c:pt>
                <c:pt idx="4346">
                  <c:v>4.862505018065022E-2</c:v>
                </c:pt>
                <c:pt idx="4347">
                  <c:v>4.7571256523484484E-2</c:v>
                </c:pt>
                <c:pt idx="4348">
                  <c:v>4.8022882376555609E-2</c:v>
                </c:pt>
                <c:pt idx="4349">
                  <c:v>4.7771979124849429E-2</c:v>
                </c:pt>
                <c:pt idx="4350">
                  <c:v>4.8273785628261789E-2</c:v>
                </c:pt>
                <c:pt idx="4351">
                  <c:v>4.7822159775190665E-2</c:v>
                </c:pt>
                <c:pt idx="4352">
                  <c:v>4.8223604977920331E-2</c:v>
                </c:pt>
                <c:pt idx="4353">
                  <c:v>4.837414692894404E-2</c:v>
                </c:pt>
                <c:pt idx="4354">
                  <c:v>4.7972701726214373E-2</c:v>
                </c:pt>
                <c:pt idx="4355">
                  <c:v>4.8273785628261789E-2</c:v>
                </c:pt>
                <c:pt idx="4356">
                  <c:v>4.8223604977920331E-2</c:v>
                </c:pt>
                <c:pt idx="4357">
                  <c:v>4.8223604977920331E-2</c:v>
                </c:pt>
                <c:pt idx="4358">
                  <c:v>4.8173424327579317E-2</c:v>
                </c:pt>
                <c:pt idx="4359">
                  <c:v>4.7521075873143248E-2</c:v>
                </c:pt>
                <c:pt idx="4360">
                  <c:v>4.8073063026896845E-2</c:v>
                </c:pt>
                <c:pt idx="4361">
                  <c:v>4.8022882376555609E-2</c:v>
                </c:pt>
                <c:pt idx="4362">
                  <c:v>4.7872340425531901E-2</c:v>
                </c:pt>
                <c:pt idx="4363">
                  <c:v>4.7771979124849429E-2</c:v>
                </c:pt>
                <c:pt idx="4364">
                  <c:v>4.8123243677238081E-2</c:v>
                </c:pt>
                <c:pt idx="4365">
                  <c:v>4.7771979124849429E-2</c:v>
                </c:pt>
                <c:pt idx="4366">
                  <c:v>4.7571256523484484E-2</c:v>
                </c:pt>
                <c:pt idx="4367">
                  <c:v>4.7521075873143248E-2</c:v>
                </c:pt>
                <c:pt idx="4368">
                  <c:v>4.7571256523484484E-2</c:v>
                </c:pt>
                <c:pt idx="4369">
                  <c:v>4.7320353271778526E-2</c:v>
                </c:pt>
                <c:pt idx="4370">
                  <c:v>4.7320353271778526E-2</c:v>
                </c:pt>
                <c:pt idx="4371">
                  <c:v>4.7822159775190665E-2</c:v>
                </c:pt>
                <c:pt idx="4372">
                  <c:v>4.7219991971095832E-2</c:v>
                </c:pt>
                <c:pt idx="4373">
                  <c:v>4.7169811320754818E-2</c:v>
                </c:pt>
                <c:pt idx="4374">
                  <c:v>4.7219991971095832E-2</c:v>
                </c:pt>
                <c:pt idx="4375">
                  <c:v>4.7169811320754818E-2</c:v>
                </c:pt>
                <c:pt idx="4376">
                  <c:v>4.6818546768366165E-2</c:v>
                </c:pt>
                <c:pt idx="4377">
                  <c:v>4.7169811320754818E-2</c:v>
                </c:pt>
                <c:pt idx="4378">
                  <c:v>4.7169811320754818E-2</c:v>
                </c:pt>
                <c:pt idx="4379">
                  <c:v>4.7521075873143248E-2</c:v>
                </c:pt>
                <c:pt idx="4380">
                  <c:v>4.7521075873143248E-2</c:v>
                </c:pt>
                <c:pt idx="4381">
                  <c:v>4.7019269369731109E-2</c:v>
                </c:pt>
                <c:pt idx="4382">
                  <c:v>4.7219991971095832E-2</c:v>
                </c:pt>
                <c:pt idx="4383">
                  <c:v>4.6617824167001221E-2</c:v>
                </c:pt>
                <c:pt idx="4384">
                  <c:v>4.7169811320754818E-2</c:v>
                </c:pt>
                <c:pt idx="4385">
                  <c:v>4.6517462866318748E-2</c:v>
                </c:pt>
                <c:pt idx="4386">
                  <c:v>4.6467282215977512E-2</c:v>
                </c:pt>
                <c:pt idx="4387">
                  <c:v>4.737053392211954E-2</c:v>
                </c:pt>
                <c:pt idx="4388">
                  <c:v>4.9628663187474942E-2</c:v>
                </c:pt>
                <c:pt idx="4389">
                  <c:v>4.8273785628261789E-2</c:v>
                </c:pt>
                <c:pt idx="4390">
                  <c:v>4.8123243677238081E-2</c:v>
                </c:pt>
                <c:pt idx="4391">
                  <c:v>4.8173424327579317E-2</c:v>
                </c:pt>
                <c:pt idx="4392">
                  <c:v>4.8173424327579317E-2</c:v>
                </c:pt>
                <c:pt idx="4393">
                  <c:v>4.837414692894404E-2</c:v>
                </c:pt>
                <c:pt idx="4394">
                  <c:v>4.7571256523484484E-2</c:v>
                </c:pt>
                <c:pt idx="4395">
                  <c:v>4.762143717382572E-2</c:v>
                </c:pt>
                <c:pt idx="4396">
                  <c:v>4.7320353271778526E-2</c:v>
                </c:pt>
                <c:pt idx="4397">
                  <c:v>4.7822159775190665E-2</c:v>
                </c:pt>
                <c:pt idx="4398">
                  <c:v>4.7721798474508192E-2</c:v>
                </c:pt>
                <c:pt idx="4399">
                  <c:v>4.8424327579285498E-2</c:v>
                </c:pt>
                <c:pt idx="4400">
                  <c:v>4.7972701726214373E-2</c:v>
                </c:pt>
                <c:pt idx="4401">
                  <c:v>4.7872340425531901E-2</c:v>
                </c:pt>
                <c:pt idx="4402">
                  <c:v>4.7872340425531901E-2</c:v>
                </c:pt>
                <c:pt idx="4403">
                  <c:v>4.737053392211954E-2</c:v>
                </c:pt>
                <c:pt idx="4404">
                  <c:v>4.7721798474508192E-2</c:v>
                </c:pt>
                <c:pt idx="4405">
                  <c:v>4.7822159775190665E-2</c:v>
                </c:pt>
                <c:pt idx="4406">
                  <c:v>4.7972701726214373E-2</c:v>
                </c:pt>
                <c:pt idx="4407">
                  <c:v>4.7872340425531901E-2</c:v>
                </c:pt>
                <c:pt idx="4408">
                  <c:v>4.7671617824166956E-2</c:v>
                </c:pt>
                <c:pt idx="4409">
                  <c:v>4.8022882376555609E-2</c:v>
                </c:pt>
                <c:pt idx="4410">
                  <c:v>4.7119630670413359E-2</c:v>
                </c:pt>
                <c:pt idx="4411">
                  <c:v>4.7721798474508192E-2</c:v>
                </c:pt>
                <c:pt idx="4412">
                  <c:v>4.7771979124849429E-2</c:v>
                </c:pt>
                <c:pt idx="4413">
                  <c:v>4.7219991971095832E-2</c:v>
                </c:pt>
                <c:pt idx="4414">
                  <c:v>4.762143717382572E-2</c:v>
                </c:pt>
                <c:pt idx="4415">
                  <c:v>4.7571256523484484E-2</c:v>
                </c:pt>
                <c:pt idx="4416">
                  <c:v>4.7571256523484484E-2</c:v>
                </c:pt>
                <c:pt idx="4417">
                  <c:v>4.7320353271778526E-2</c:v>
                </c:pt>
                <c:pt idx="4418">
                  <c:v>4.7219991971095832E-2</c:v>
                </c:pt>
                <c:pt idx="4419">
                  <c:v>4.7320353271778526E-2</c:v>
                </c:pt>
                <c:pt idx="4420">
                  <c:v>4.7270172621437068E-2</c:v>
                </c:pt>
                <c:pt idx="4421">
                  <c:v>4.7470895222802234E-2</c:v>
                </c:pt>
                <c:pt idx="4422">
                  <c:v>4.7671617824166956E-2</c:v>
                </c:pt>
                <c:pt idx="4423">
                  <c:v>4.762143717382572E-2</c:v>
                </c:pt>
                <c:pt idx="4424">
                  <c:v>4.8223604977920331E-2</c:v>
                </c:pt>
                <c:pt idx="4425">
                  <c:v>4.8223604977920331E-2</c:v>
                </c:pt>
                <c:pt idx="4426">
                  <c:v>4.7420714572460776E-2</c:v>
                </c:pt>
                <c:pt idx="4427">
                  <c:v>4.7721798474508192E-2</c:v>
                </c:pt>
                <c:pt idx="4428">
                  <c:v>4.762143717382572E-2</c:v>
                </c:pt>
                <c:pt idx="4429">
                  <c:v>4.8123243677238081E-2</c:v>
                </c:pt>
                <c:pt idx="4430">
                  <c:v>4.7671617824166956E-2</c:v>
                </c:pt>
                <c:pt idx="4431">
                  <c:v>4.7069450020072345E-2</c:v>
                </c:pt>
                <c:pt idx="4432">
                  <c:v>4.7320353271778526E-2</c:v>
                </c:pt>
                <c:pt idx="4433">
                  <c:v>4.7470895222802234E-2</c:v>
                </c:pt>
                <c:pt idx="4434">
                  <c:v>4.7771979124849429E-2</c:v>
                </c:pt>
                <c:pt idx="4435">
                  <c:v>4.7721798474508192E-2</c:v>
                </c:pt>
                <c:pt idx="4436">
                  <c:v>4.8123243677238081E-2</c:v>
                </c:pt>
                <c:pt idx="4437">
                  <c:v>4.7872340425531901E-2</c:v>
                </c:pt>
                <c:pt idx="4438">
                  <c:v>4.8173424327579317E-2</c:v>
                </c:pt>
                <c:pt idx="4439">
                  <c:v>4.7671617824166956E-2</c:v>
                </c:pt>
                <c:pt idx="4440">
                  <c:v>4.8173424327579317E-2</c:v>
                </c:pt>
                <c:pt idx="4441">
                  <c:v>4.8273785628261789E-2</c:v>
                </c:pt>
                <c:pt idx="4442">
                  <c:v>4.7872340425531901E-2</c:v>
                </c:pt>
                <c:pt idx="4443">
                  <c:v>4.8173424327579317E-2</c:v>
                </c:pt>
                <c:pt idx="4444">
                  <c:v>4.7169811320754818E-2</c:v>
                </c:pt>
                <c:pt idx="4445">
                  <c:v>4.8123243677238081E-2</c:v>
                </c:pt>
                <c:pt idx="4446">
                  <c:v>4.8223604977920331E-2</c:v>
                </c:pt>
                <c:pt idx="4447">
                  <c:v>4.862505018065022E-2</c:v>
                </c:pt>
                <c:pt idx="4448">
                  <c:v>4.8725411481332914E-2</c:v>
                </c:pt>
                <c:pt idx="4449">
                  <c:v>4.8926134082697637E-2</c:v>
                </c:pt>
                <c:pt idx="4450">
                  <c:v>4.8323966278603026E-2</c:v>
                </c:pt>
                <c:pt idx="4451">
                  <c:v>4.8424327579285498E-2</c:v>
                </c:pt>
                <c:pt idx="4452">
                  <c:v>4.9076676033721345E-2</c:v>
                </c:pt>
                <c:pt idx="4453">
                  <c:v>4.8574869530309206E-2</c:v>
                </c:pt>
                <c:pt idx="4454">
                  <c:v>4.9177037334403817E-2</c:v>
                </c:pt>
                <c:pt idx="4455">
                  <c:v>4.8775592131673928E-2</c:v>
                </c:pt>
                <c:pt idx="4456">
                  <c:v>4.8173424327579317E-2</c:v>
                </c:pt>
                <c:pt idx="4457">
                  <c:v>4.8775592131673928E-2</c:v>
                </c:pt>
                <c:pt idx="4458">
                  <c:v>4.862505018065022E-2</c:v>
                </c:pt>
                <c:pt idx="4459">
                  <c:v>4.8675230830991456E-2</c:v>
                </c:pt>
                <c:pt idx="4460">
                  <c:v>4.8474508229626734E-2</c:v>
                </c:pt>
                <c:pt idx="4461">
                  <c:v>4.862505018065022E-2</c:v>
                </c:pt>
                <c:pt idx="4462">
                  <c:v>4.8775592131673928E-2</c:v>
                </c:pt>
                <c:pt idx="4463">
                  <c:v>4.9227217984745053E-2</c:v>
                </c:pt>
                <c:pt idx="4464">
                  <c:v>4.9779205138498428E-2</c:v>
                </c:pt>
                <c:pt idx="4465">
                  <c:v>4.9979927739863594E-2</c:v>
                </c:pt>
                <c:pt idx="4466">
                  <c:v>4.9678843837816178E-2</c:v>
                </c:pt>
                <c:pt idx="4467">
                  <c:v>5.0180650341228317E-2</c:v>
                </c:pt>
                <c:pt idx="4468">
                  <c:v>4.9829385788839886E-2</c:v>
                </c:pt>
                <c:pt idx="4469">
                  <c:v>4.9729024488157414E-2</c:v>
                </c:pt>
                <c:pt idx="4470">
                  <c:v>4.952830188679247E-2</c:v>
                </c:pt>
                <c:pt idx="4471">
                  <c:v>4.9979927739863594E-2</c:v>
                </c:pt>
                <c:pt idx="4472">
                  <c:v>4.9327579285427525E-2</c:v>
                </c:pt>
                <c:pt idx="4473">
                  <c:v>4.9729024488157414E-2</c:v>
                </c:pt>
                <c:pt idx="4474">
                  <c:v>4.9578482537133706E-2</c:v>
                </c:pt>
                <c:pt idx="4475">
                  <c:v>5.0180650341228317E-2</c:v>
                </c:pt>
                <c:pt idx="4476">
                  <c:v>5.0080289040545845E-2</c:v>
                </c:pt>
                <c:pt idx="4477">
                  <c:v>4.9829385788839886E-2</c:v>
                </c:pt>
                <c:pt idx="4478">
                  <c:v>4.9979927739863594E-2</c:v>
                </c:pt>
                <c:pt idx="4479">
                  <c:v>4.9377759935768761E-2</c:v>
                </c:pt>
                <c:pt idx="4480">
                  <c:v>5.0080289040545845E-2</c:v>
                </c:pt>
                <c:pt idx="4481">
                  <c:v>4.9929747089522136E-2</c:v>
                </c:pt>
                <c:pt idx="4482">
                  <c:v>5.0230830991569553E-2</c:v>
                </c:pt>
                <c:pt idx="4483">
                  <c:v>5.0130469690887303E-2</c:v>
                </c:pt>
                <c:pt idx="4484">
                  <c:v>5.0180650341228317E-2</c:v>
                </c:pt>
                <c:pt idx="4485">
                  <c:v>5.0331192292252025E-2</c:v>
                </c:pt>
                <c:pt idx="4486">
                  <c:v>4.9879566439181122E-2</c:v>
                </c:pt>
                <c:pt idx="4487">
                  <c:v>5.0080289040545845E-2</c:v>
                </c:pt>
                <c:pt idx="4488">
                  <c:v>5.0481734243275733E-2</c:v>
                </c:pt>
                <c:pt idx="4489">
                  <c:v>5.0582095543958205E-2</c:v>
                </c:pt>
                <c:pt idx="4490">
                  <c:v>5.0481734243275733E-2</c:v>
                </c:pt>
                <c:pt idx="4491">
                  <c:v>5.0381372942593261E-2</c:v>
                </c:pt>
                <c:pt idx="4492">
                  <c:v>5.0531914893616969E-2</c:v>
                </c:pt>
                <c:pt idx="4493">
                  <c:v>5.0381372942593261E-2</c:v>
                </c:pt>
                <c:pt idx="4494">
                  <c:v>5.0632276194299441E-2</c:v>
                </c:pt>
                <c:pt idx="4495">
                  <c:v>5.0481734243275733E-2</c:v>
                </c:pt>
                <c:pt idx="4496">
                  <c:v>5.0531914893616969E-2</c:v>
                </c:pt>
                <c:pt idx="4497">
                  <c:v>5.0582095543958205E-2</c:v>
                </c:pt>
                <c:pt idx="4498">
                  <c:v>5.0682456844640678E-2</c:v>
                </c:pt>
                <c:pt idx="4499">
                  <c:v>5.0632276194299441E-2</c:v>
                </c:pt>
                <c:pt idx="4500">
                  <c:v>5.0080289040545845E-2</c:v>
                </c:pt>
                <c:pt idx="4501">
                  <c:v>5.0531914893616969E-2</c:v>
                </c:pt>
                <c:pt idx="4502">
                  <c:v>5.0983540746688094E-2</c:v>
                </c:pt>
                <c:pt idx="4503">
                  <c:v>5.078281814532315E-2</c:v>
                </c:pt>
                <c:pt idx="4504">
                  <c:v>5.0531914893616969E-2</c:v>
                </c:pt>
                <c:pt idx="4505">
                  <c:v>5.0582095543958205E-2</c:v>
                </c:pt>
                <c:pt idx="4506">
                  <c:v>5.0431553592934719E-2</c:v>
                </c:pt>
                <c:pt idx="4507">
                  <c:v>5.0682456844640678E-2</c:v>
                </c:pt>
                <c:pt idx="4508">
                  <c:v>5.0682456844640678E-2</c:v>
                </c:pt>
                <c:pt idx="4509">
                  <c:v>5.103372139702933E-2</c:v>
                </c:pt>
                <c:pt idx="4510">
                  <c:v>5.0180650341228317E-2</c:v>
                </c:pt>
                <c:pt idx="4511">
                  <c:v>5.0080289040545845E-2</c:v>
                </c:pt>
                <c:pt idx="4512">
                  <c:v>5.0281011641911011E-2</c:v>
                </c:pt>
                <c:pt idx="4513">
                  <c:v>5.0180650341228317E-2</c:v>
                </c:pt>
                <c:pt idx="4514">
                  <c:v>4.9227217984745053E-2</c:v>
                </c:pt>
                <c:pt idx="4515">
                  <c:v>4.9076676033721345E-2</c:v>
                </c:pt>
                <c:pt idx="4516">
                  <c:v>4.9026495383380109E-2</c:v>
                </c:pt>
                <c:pt idx="4517">
                  <c:v>4.9478121236451234E-2</c:v>
                </c:pt>
                <c:pt idx="4518">
                  <c:v>4.8926134082697637E-2</c:v>
                </c:pt>
                <c:pt idx="4519">
                  <c:v>4.8825772782015164E-2</c:v>
                </c:pt>
                <c:pt idx="4520">
                  <c:v>4.8775592131673928E-2</c:v>
                </c:pt>
                <c:pt idx="4521">
                  <c:v>4.8574869530309206E-2</c:v>
                </c:pt>
                <c:pt idx="4522">
                  <c:v>4.8424327579285498E-2</c:v>
                </c:pt>
                <c:pt idx="4523">
                  <c:v>4.8725411481332914E-2</c:v>
                </c:pt>
                <c:pt idx="4524">
                  <c:v>4.8323966278603026E-2</c:v>
                </c:pt>
                <c:pt idx="4525">
                  <c:v>4.862505018065022E-2</c:v>
                </c:pt>
                <c:pt idx="4526">
                  <c:v>4.9327579285427525E-2</c:v>
                </c:pt>
                <c:pt idx="4527">
                  <c:v>4.9227217984745053E-2</c:v>
                </c:pt>
                <c:pt idx="4528">
                  <c:v>4.8123243677238081E-2</c:v>
                </c:pt>
                <c:pt idx="4529">
                  <c:v>4.8173424327579317E-2</c:v>
                </c:pt>
                <c:pt idx="4530">
                  <c:v>4.8273785628261789E-2</c:v>
                </c:pt>
                <c:pt idx="4531">
                  <c:v>4.8474508229626734E-2</c:v>
                </c:pt>
                <c:pt idx="4532">
                  <c:v>4.7470895222802234E-2</c:v>
                </c:pt>
                <c:pt idx="4533">
                  <c:v>4.7219991971095832E-2</c:v>
                </c:pt>
                <c:pt idx="4534">
                  <c:v>4.8323966278603026E-2</c:v>
                </c:pt>
                <c:pt idx="4535">
                  <c:v>4.8323966278603026E-2</c:v>
                </c:pt>
                <c:pt idx="4536">
                  <c:v>4.7822159775190665E-2</c:v>
                </c:pt>
                <c:pt idx="4537">
                  <c:v>4.7521075873143248E-2</c:v>
                </c:pt>
                <c:pt idx="4538">
                  <c:v>4.7671617824166956E-2</c:v>
                </c:pt>
                <c:pt idx="4539">
                  <c:v>4.762143717382572E-2</c:v>
                </c:pt>
                <c:pt idx="4540">
                  <c:v>4.7521075873143248E-2</c:v>
                </c:pt>
                <c:pt idx="4541">
                  <c:v>4.7571256523484484E-2</c:v>
                </c:pt>
                <c:pt idx="4542">
                  <c:v>4.6818546768366165E-2</c:v>
                </c:pt>
                <c:pt idx="4543">
                  <c:v>4.6567643516659984E-2</c:v>
                </c:pt>
                <c:pt idx="4544">
                  <c:v>4.6467282215977512E-2</c:v>
                </c:pt>
                <c:pt idx="4545">
                  <c:v>4.6517462866318748E-2</c:v>
                </c:pt>
                <c:pt idx="4546">
                  <c:v>4.6617824167001221E-2</c:v>
                </c:pt>
                <c:pt idx="4547">
                  <c:v>4.6517462866318748E-2</c:v>
                </c:pt>
                <c:pt idx="4548">
                  <c:v>4.6417101565636276E-2</c:v>
                </c:pt>
                <c:pt idx="4549">
                  <c:v>4.6166198313930096E-2</c:v>
                </c:pt>
                <c:pt idx="4550">
                  <c:v>4.5865114411882679E-2</c:v>
                </c:pt>
                <c:pt idx="4551">
                  <c:v>4.5313127258129304E-2</c:v>
                </c:pt>
                <c:pt idx="4552">
                  <c:v>4.4660778803693235E-2</c:v>
                </c:pt>
                <c:pt idx="4553">
                  <c:v>4.4008430349257388E-2</c:v>
                </c:pt>
                <c:pt idx="4554">
                  <c:v>4.4158972300281096E-2</c:v>
                </c:pt>
                <c:pt idx="4555">
                  <c:v>4.4309514251304805E-2</c:v>
                </c:pt>
                <c:pt idx="4556">
                  <c:v>4.3958249698916152E-2</c:v>
                </c:pt>
                <c:pt idx="4557">
                  <c:v>4.3807707747892444E-2</c:v>
                </c:pt>
                <c:pt idx="4558">
                  <c:v>4.3807707747892444E-2</c:v>
                </c:pt>
                <c:pt idx="4559">
                  <c:v>4.4309514251304805E-2</c:v>
                </c:pt>
                <c:pt idx="4560">
                  <c:v>4.3606985146527499E-2</c:v>
                </c:pt>
                <c:pt idx="4561">
                  <c:v>4.3908069048574916E-2</c:v>
                </c:pt>
                <c:pt idx="4562">
                  <c:v>4.385788839823368E-2</c:v>
                </c:pt>
                <c:pt idx="4563">
                  <c:v>4.4158972300281096E-2</c:v>
                </c:pt>
                <c:pt idx="4564">
                  <c:v>4.4610598153351999E-2</c:v>
                </c:pt>
                <c:pt idx="4565">
                  <c:v>4.4610598153351999E-2</c:v>
                </c:pt>
                <c:pt idx="4566">
                  <c:v>4.4710959454034471E-2</c:v>
                </c:pt>
                <c:pt idx="4567">
                  <c:v>4.4710959454034471E-2</c:v>
                </c:pt>
                <c:pt idx="4568">
                  <c:v>4.4610598153351999E-2</c:v>
                </c:pt>
                <c:pt idx="4569">
                  <c:v>4.4761140104375707E-2</c:v>
                </c:pt>
                <c:pt idx="4570">
                  <c:v>4.4660778803693235E-2</c:v>
                </c:pt>
                <c:pt idx="4571">
                  <c:v>4.4660778803693235E-2</c:v>
                </c:pt>
                <c:pt idx="4572">
                  <c:v>4.5413488558811776E-2</c:v>
                </c:pt>
                <c:pt idx="4573">
                  <c:v>4.4761140104375707E-2</c:v>
                </c:pt>
                <c:pt idx="4574">
                  <c:v>4.5564030509835485E-2</c:v>
                </c:pt>
                <c:pt idx="4575">
                  <c:v>4.511240465676436E-2</c:v>
                </c:pt>
                <c:pt idx="4576">
                  <c:v>4.486150140505818E-2</c:v>
                </c:pt>
                <c:pt idx="4577">
                  <c:v>4.5513849859494249E-2</c:v>
                </c:pt>
                <c:pt idx="4578">
                  <c:v>4.5012043356081888E-2</c:v>
                </c:pt>
                <c:pt idx="4579">
                  <c:v>4.536330790847054E-2</c:v>
                </c:pt>
                <c:pt idx="4580">
                  <c:v>4.5062224006423124E-2</c:v>
                </c:pt>
                <c:pt idx="4581">
                  <c:v>4.536330790847054E-2</c:v>
                </c:pt>
                <c:pt idx="4582">
                  <c:v>4.5012043356081888E-2</c:v>
                </c:pt>
                <c:pt idx="4583">
                  <c:v>4.5062224006423124E-2</c:v>
                </c:pt>
                <c:pt idx="4584">
                  <c:v>4.486150140505818E-2</c:v>
                </c:pt>
                <c:pt idx="4585">
                  <c:v>4.511240465676436E-2</c:v>
                </c:pt>
                <c:pt idx="4586">
                  <c:v>4.5513849859494249E-2</c:v>
                </c:pt>
                <c:pt idx="4587">
                  <c:v>4.5564030509835485E-2</c:v>
                </c:pt>
                <c:pt idx="4588">
                  <c:v>4.5513849859494249E-2</c:v>
                </c:pt>
                <c:pt idx="4589">
                  <c:v>4.536330790847054E-2</c:v>
                </c:pt>
                <c:pt idx="4590">
                  <c:v>4.5413488558811776E-2</c:v>
                </c:pt>
                <c:pt idx="4591">
                  <c:v>4.5413488558811776E-2</c:v>
                </c:pt>
                <c:pt idx="4592">
                  <c:v>4.5513849859494249E-2</c:v>
                </c:pt>
                <c:pt idx="4593">
                  <c:v>4.5463669209153013E-2</c:v>
                </c:pt>
                <c:pt idx="4594">
                  <c:v>4.536330790847054E-2</c:v>
                </c:pt>
                <c:pt idx="4595">
                  <c:v>4.4761140104375707E-2</c:v>
                </c:pt>
                <c:pt idx="4596">
                  <c:v>4.4811320754716943E-2</c:v>
                </c:pt>
                <c:pt idx="4597">
                  <c:v>4.4610598153351999E-2</c:v>
                </c:pt>
                <c:pt idx="4598">
                  <c:v>4.536330790847054E-2</c:v>
                </c:pt>
                <c:pt idx="4599">
                  <c:v>4.5313127258129304E-2</c:v>
                </c:pt>
                <c:pt idx="4600">
                  <c:v>4.5614211160176721E-2</c:v>
                </c:pt>
                <c:pt idx="4601">
                  <c:v>4.5162585307105596E-2</c:v>
                </c:pt>
                <c:pt idx="4602">
                  <c:v>4.5162585307105596E-2</c:v>
                </c:pt>
                <c:pt idx="4603">
                  <c:v>4.5564030509835485E-2</c:v>
                </c:pt>
                <c:pt idx="4604">
                  <c:v>4.5413488558811776E-2</c:v>
                </c:pt>
                <c:pt idx="4605">
                  <c:v>4.5664391810517735E-2</c:v>
                </c:pt>
                <c:pt idx="4606">
                  <c:v>4.5564030509835485E-2</c:v>
                </c:pt>
                <c:pt idx="4607">
                  <c:v>4.5664391810517735E-2</c:v>
                </c:pt>
                <c:pt idx="4608">
                  <c:v>4.5915295062224137E-2</c:v>
                </c:pt>
                <c:pt idx="4609">
                  <c:v>4.5814933761541443E-2</c:v>
                </c:pt>
                <c:pt idx="4610">
                  <c:v>4.5965475712565151E-2</c:v>
                </c:pt>
                <c:pt idx="4611">
                  <c:v>4.6166198313930096E-2</c:v>
                </c:pt>
                <c:pt idx="4612">
                  <c:v>4.5915295062224137E-2</c:v>
                </c:pt>
                <c:pt idx="4613">
                  <c:v>4.6166198313930096E-2</c:v>
                </c:pt>
                <c:pt idx="4614">
                  <c:v>4.6617824167001221E-2</c:v>
                </c:pt>
                <c:pt idx="4615">
                  <c:v>4.6617824167001221E-2</c:v>
                </c:pt>
                <c:pt idx="4616">
                  <c:v>4.6567643516659984E-2</c:v>
                </c:pt>
                <c:pt idx="4617">
                  <c:v>4.6517462866318748E-2</c:v>
                </c:pt>
                <c:pt idx="4618">
                  <c:v>4.6617824167001221E-2</c:v>
                </c:pt>
                <c:pt idx="4619">
                  <c:v>4.6818546768366165E-2</c:v>
                </c:pt>
                <c:pt idx="4620">
                  <c:v>4.6266559614612568E-2</c:v>
                </c:pt>
                <c:pt idx="4621">
                  <c:v>4.6216378964271332E-2</c:v>
                </c:pt>
                <c:pt idx="4622">
                  <c:v>4.6266559614612568E-2</c:v>
                </c:pt>
                <c:pt idx="4623">
                  <c:v>4.6316740264953804E-2</c:v>
                </c:pt>
                <c:pt idx="4624">
                  <c:v>4.5865114411882679E-2</c:v>
                </c:pt>
                <c:pt idx="4625">
                  <c:v>4.5865114411882679E-2</c:v>
                </c:pt>
                <c:pt idx="4626">
                  <c:v>4.5814933761541443E-2</c:v>
                </c:pt>
                <c:pt idx="4627">
                  <c:v>4.611601766358886E-2</c:v>
                </c:pt>
                <c:pt idx="4628">
                  <c:v>4.5714572460858971E-2</c:v>
                </c:pt>
                <c:pt idx="4629">
                  <c:v>4.6216378964271332E-2</c:v>
                </c:pt>
                <c:pt idx="4630">
                  <c:v>4.6768366118024929E-2</c:v>
                </c:pt>
                <c:pt idx="4631">
                  <c:v>4.6718185467683693E-2</c:v>
                </c:pt>
                <c:pt idx="4632">
                  <c:v>4.7119630670413359E-2</c:v>
                </c:pt>
                <c:pt idx="4633">
                  <c:v>4.6918908069048637E-2</c:v>
                </c:pt>
                <c:pt idx="4634">
                  <c:v>4.737053392211954E-2</c:v>
                </c:pt>
                <c:pt idx="4635">
                  <c:v>4.7169811320754818E-2</c:v>
                </c:pt>
                <c:pt idx="4636">
                  <c:v>4.7671617824166956E-2</c:v>
                </c:pt>
                <c:pt idx="4637">
                  <c:v>4.7571256523484484E-2</c:v>
                </c:pt>
                <c:pt idx="4638">
                  <c:v>4.7721798474508192E-2</c:v>
                </c:pt>
                <c:pt idx="4639">
                  <c:v>4.6467282215977512E-2</c:v>
                </c:pt>
                <c:pt idx="4640">
                  <c:v>4.7119630670413359E-2</c:v>
                </c:pt>
                <c:pt idx="4641">
                  <c:v>4.7169811320754818E-2</c:v>
                </c:pt>
                <c:pt idx="4642">
                  <c:v>4.7270172621437068E-2</c:v>
                </c:pt>
                <c:pt idx="4643">
                  <c:v>4.7420714572460776E-2</c:v>
                </c:pt>
                <c:pt idx="4644">
                  <c:v>4.6969088719389651E-2</c:v>
                </c:pt>
                <c:pt idx="4645">
                  <c:v>4.7470895222802234E-2</c:v>
                </c:pt>
                <c:pt idx="4646">
                  <c:v>4.7219991971095832E-2</c:v>
                </c:pt>
                <c:pt idx="4647">
                  <c:v>4.7169811320754818E-2</c:v>
                </c:pt>
                <c:pt idx="4648">
                  <c:v>4.6768366118024929E-2</c:v>
                </c:pt>
                <c:pt idx="4649">
                  <c:v>4.7169811320754818E-2</c:v>
                </c:pt>
                <c:pt idx="4650">
                  <c:v>4.7219991971095832E-2</c:v>
                </c:pt>
                <c:pt idx="4651">
                  <c:v>4.7270172621437068E-2</c:v>
                </c:pt>
                <c:pt idx="4652">
                  <c:v>4.6868727418707401E-2</c:v>
                </c:pt>
                <c:pt idx="4653">
                  <c:v>4.6467282215977512E-2</c:v>
                </c:pt>
                <c:pt idx="4654">
                  <c:v>4.6868727418707401E-2</c:v>
                </c:pt>
                <c:pt idx="4655">
                  <c:v>4.7019269369731109E-2</c:v>
                </c:pt>
                <c:pt idx="4656">
                  <c:v>4.7069450020072345E-2</c:v>
                </c:pt>
                <c:pt idx="4657">
                  <c:v>4.7069450020072345E-2</c:v>
                </c:pt>
                <c:pt idx="4658">
                  <c:v>4.7119630670413359E-2</c:v>
                </c:pt>
                <c:pt idx="4659">
                  <c:v>4.7270172621437068E-2</c:v>
                </c:pt>
                <c:pt idx="4660">
                  <c:v>4.7822159775190665E-2</c:v>
                </c:pt>
                <c:pt idx="4661">
                  <c:v>4.7721798474508192E-2</c:v>
                </c:pt>
                <c:pt idx="4662">
                  <c:v>4.7671617824166956E-2</c:v>
                </c:pt>
                <c:pt idx="4663">
                  <c:v>4.7571256523484484E-2</c:v>
                </c:pt>
                <c:pt idx="4664">
                  <c:v>4.7521075873143248E-2</c:v>
                </c:pt>
                <c:pt idx="4665">
                  <c:v>4.762143717382572E-2</c:v>
                </c:pt>
                <c:pt idx="4666">
                  <c:v>4.7521075873143248E-2</c:v>
                </c:pt>
                <c:pt idx="4667">
                  <c:v>4.7571256523484484E-2</c:v>
                </c:pt>
                <c:pt idx="4668">
                  <c:v>4.8173424327579317E-2</c:v>
                </c:pt>
                <c:pt idx="4669">
                  <c:v>4.762143717382572E-2</c:v>
                </c:pt>
                <c:pt idx="4670">
                  <c:v>4.7521075873143248E-2</c:v>
                </c:pt>
                <c:pt idx="4671">
                  <c:v>4.8123243677238081E-2</c:v>
                </c:pt>
                <c:pt idx="4672">
                  <c:v>4.8273785628261789E-2</c:v>
                </c:pt>
                <c:pt idx="4673">
                  <c:v>4.8273785628261789E-2</c:v>
                </c:pt>
                <c:pt idx="4674">
                  <c:v>4.8022882376555609E-2</c:v>
                </c:pt>
                <c:pt idx="4675">
                  <c:v>4.7972701726214373E-2</c:v>
                </c:pt>
                <c:pt idx="4676">
                  <c:v>4.7771979124849429E-2</c:v>
                </c:pt>
                <c:pt idx="4677">
                  <c:v>4.7721798474508192E-2</c:v>
                </c:pt>
                <c:pt idx="4678">
                  <c:v>4.837414692894404E-2</c:v>
                </c:pt>
                <c:pt idx="4679">
                  <c:v>4.8123243677238081E-2</c:v>
                </c:pt>
                <c:pt idx="4680">
                  <c:v>4.7972701726214373E-2</c:v>
                </c:pt>
                <c:pt idx="4681">
                  <c:v>4.6868727418707401E-2</c:v>
                </c:pt>
                <c:pt idx="4682">
                  <c:v>4.7470895222802234E-2</c:v>
                </c:pt>
                <c:pt idx="4683">
                  <c:v>4.7420714572460776E-2</c:v>
                </c:pt>
                <c:pt idx="4684">
                  <c:v>4.762143717382572E-2</c:v>
                </c:pt>
                <c:pt idx="4685">
                  <c:v>4.7771979124849429E-2</c:v>
                </c:pt>
                <c:pt idx="4686">
                  <c:v>4.7721798474508192E-2</c:v>
                </c:pt>
                <c:pt idx="4687">
                  <c:v>4.7721798474508192E-2</c:v>
                </c:pt>
                <c:pt idx="4688">
                  <c:v>4.8022882376555609E-2</c:v>
                </c:pt>
                <c:pt idx="4689">
                  <c:v>4.7571256523484484E-2</c:v>
                </c:pt>
                <c:pt idx="4690">
                  <c:v>4.7822159775190665E-2</c:v>
                </c:pt>
                <c:pt idx="4691">
                  <c:v>4.7470895222802234E-2</c:v>
                </c:pt>
                <c:pt idx="4692">
                  <c:v>4.7972701726214373E-2</c:v>
                </c:pt>
                <c:pt idx="4693">
                  <c:v>4.7972701726214373E-2</c:v>
                </c:pt>
                <c:pt idx="4694">
                  <c:v>4.7721798474508192E-2</c:v>
                </c:pt>
                <c:pt idx="4695">
                  <c:v>4.737053392211954E-2</c:v>
                </c:pt>
                <c:pt idx="4696">
                  <c:v>4.7872340425531901E-2</c:v>
                </c:pt>
                <c:pt idx="4697">
                  <c:v>4.7671617824166956E-2</c:v>
                </c:pt>
                <c:pt idx="4698">
                  <c:v>4.7470895222802234E-2</c:v>
                </c:pt>
                <c:pt idx="4699">
                  <c:v>4.7822159775190665E-2</c:v>
                </c:pt>
                <c:pt idx="4700">
                  <c:v>4.7721798474508192E-2</c:v>
                </c:pt>
                <c:pt idx="4701">
                  <c:v>4.7721798474508192E-2</c:v>
                </c:pt>
                <c:pt idx="4702">
                  <c:v>4.7470895222802234E-2</c:v>
                </c:pt>
                <c:pt idx="4703">
                  <c:v>4.7771979124849429E-2</c:v>
                </c:pt>
                <c:pt idx="4704">
                  <c:v>4.7771979124849429E-2</c:v>
                </c:pt>
                <c:pt idx="4705">
                  <c:v>4.7470895222802234E-2</c:v>
                </c:pt>
                <c:pt idx="4706">
                  <c:v>4.7771979124849429E-2</c:v>
                </c:pt>
                <c:pt idx="4707">
                  <c:v>4.8022882376555609E-2</c:v>
                </c:pt>
                <c:pt idx="4708">
                  <c:v>4.8323966278603026E-2</c:v>
                </c:pt>
                <c:pt idx="4709">
                  <c:v>4.8022882376555609E-2</c:v>
                </c:pt>
                <c:pt idx="4710">
                  <c:v>4.8073063026896845E-2</c:v>
                </c:pt>
                <c:pt idx="4711">
                  <c:v>4.7822159775190665E-2</c:v>
                </c:pt>
                <c:pt idx="4712">
                  <c:v>4.8173424327579317E-2</c:v>
                </c:pt>
                <c:pt idx="4713">
                  <c:v>4.7521075873143248E-2</c:v>
                </c:pt>
                <c:pt idx="4714">
                  <c:v>4.7771979124849429E-2</c:v>
                </c:pt>
                <c:pt idx="4715">
                  <c:v>4.8123243677238081E-2</c:v>
                </c:pt>
                <c:pt idx="4716">
                  <c:v>4.8022882376555609E-2</c:v>
                </c:pt>
                <c:pt idx="4717">
                  <c:v>4.8524688879967748E-2</c:v>
                </c:pt>
                <c:pt idx="4718">
                  <c:v>4.8273785628261789E-2</c:v>
                </c:pt>
                <c:pt idx="4719">
                  <c:v>4.8323966278603026E-2</c:v>
                </c:pt>
                <c:pt idx="4720">
                  <c:v>4.7872340425531901E-2</c:v>
                </c:pt>
                <c:pt idx="4721">
                  <c:v>4.7922521075873137E-2</c:v>
                </c:pt>
                <c:pt idx="4722">
                  <c:v>4.7972701726214373E-2</c:v>
                </c:pt>
                <c:pt idx="4723">
                  <c:v>4.7822159775190665E-2</c:v>
                </c:pt>
                <c:pt idx="4724">
                  <c:v>4.7972701726214373E-2</c:v>
                </c:pt>
                <c:pt idx="4725">
                  <c:v>4.7771979124849429E-2</c:v>
                </c:pt>
                <c:pt idx="4726">
                  <c:v>4.8123243677238081E-2</c:v>
                </c:pt>
                <c:pt idx="4727">
                  <c:v>4.8073063026896845E-2</c:v>
                </c:pt>
                <c:pt idx="4728">
                  <c:v>4.8273785628261789E-2</c:v>
                </c:pt>
                <c:pt idx="4729">
                  <c:v>4.8273785628261789E-2</c:v>
                </c:pt>
                <c:pt idx="4730">
                  <c:v>4.837414692894404E-2</c:v>
                </c:pt>
                <c:pt idx="4731">
                  <c:v>4.8173424327579317E-2</c:v>
                </c:pt>
                <c:pt idx="4732">
                  <c:v>4.8173424327579317E-2</c:v>
                </c:pt>
                <c:pt idx="4733">
                  <c:v>4.8825772782015164E-2</c:v>
                </c:pt>
                <c:pt idx="4734">
                  <c:v>4.837414692894404E-2</c:v>
                </c:pt>
                <c:pt idx="4735">
                  <c:v>4.8223604977920331E-2</c:v>
                </c:pt>
                <c:pt idx="4736">
                  <c:v>4.8424327579285498E-2</c:v>
                </c:pt>
                <c:pt idx="4737">
                  <c:v>4.8223604977920331E-2</c:v>
                </c:pt>
                <c:pt idx="4738">
                  <c:v>4.8273785628261789E-2</c:v>
                </c:pt>
                <c:pt idx="4739">
                  <c:v>4.862505018065022E-2</c:v>
                </c:pt>
                <c:pt idx="4740">
                  <c:v>4.8474508229626734E-2</c:v>
                </c:pt>
                <c:pt idx="4741">
                  <c:v>4.837414692894404E-2</c:v>
                </c:pt>
                <c:pt idx="4742">
                  <c:v>4.8474508229626734E-2</c:v>
                </c:pt>
                <c:pt idx="4743">
                  <c:v>4.8524688879967748E-2</c:v>
                </c:pt>
                <c:pt idx="4744">
                  <c:v>4.8875953432356622E-2</c:v>
                </c:pt>
                <c:pt idx="4745">
                  <c:v>4.8775592131673928E-2</c:v>
                </c:pt>
                <c:pt idx="4746">
                  <c:v>4.8976314733038873E-2</c:v>
                </c:pt>
                <c:pt idx="4747">
                  <c:v>4.8725411481332914E-2</c:v>
                </c:pt>
                <c:pt idx="4748">
                  <c:v>4.8725411481332914E-2</c:v>
                </c:pt>
                <c:pt idx="4749">
                  <c:v>4.8775592131673928E-2</c:v>
                </c:pt>
                <c:pt idx="4750">
                  <c:v>4.7521075873143248E-2</c:v>
                </c:pt>
                <c:pt idx="4751">
                  <c:v>4.8173424327579317E-2</c:v>
                </c:pt>
                <c:pt idx="4752">
                  <c:v>4.8223604977920331E-2</c:v>
                </c:pt>
                <c:pt idx="4753">
                  <c:v>4.7771979124849429E-2</c:v>
                </c:pt>
                <c:pt idx="4754">
                  <c:v>4.837414692894404E-2</c:v>
                </c:pt>
                <c:pt idx="4755">
                  <c:v>4.8524688879967748E-2</c:v>
                </c:pt>
                <c:pt idx="4756">
                  <c:v>4.8474508229626734E-2</c:v>
                </c:pt>
                <c:pt idx="4757">
                  <c:v>4.7922521075873137E-2</c:v>
                </c:pt>
                <c:pt idx="4758">
                  <c:v>4.7872340425531901E-2</c:v>
                </c:pt>
                <c:pt idx="4759">
                  <c:v>4.8524688879967748E-2</c:v>
                </c:pt>
                <c:pt idx="4760">
                  <c:v>4.8675230830991456E-2</c:v>
                </c:pt>
                <c:pt idx="4761">
                  <c:v>4.7972701726214373E-2</c:v>
                </c:pt>
                <c:pt idx="4762">
                  <c:v>4.8474508229626734E-2</c:v>
                </c:pt>
                <c:pt idx="4763">
                  <c:v>4.7922521075873137E-2</c:v>
                </c:pt>
                <c:pt idx="4764">
                  <c:v>4.762143717382572E-2</c:v>
                </c:pt>
                <c:pt idx="4765">
                  <c:v>4.8424327579285498E-2</c:v>
                </c:pt>
                <c:pt idx="4766">
                  <c:v>4.8073063026896845E-2</c:v>
                </c:pt>
                <c:pt idx="4767">
                  <c:v>4.8424327579285498E-2</c:v>
                </c:pt>
                <c:pt idx="4768">
                  <c:v>4.8524688879967748E-2</c:v>
                </c:pt>
                <c:pt idx="4769">
                  <c:v>4.837414692894404E-2</c:v>
                </c:pt>
                <c:pt idx="4770">
                  <c:v>4.8775592131673928E-2</c:v>
                </c:pt>
                <c:pt idx="4771">
                  <c:v>4.737053392211954E-2</c:v>
                </c:pt>
                <c:pt idx="4772">
                  <c:v>4.8223604977920331E-2</c:v>
                </c:pt>
                <c:pt idx="4773">
                  <c:v>4.8223604977920331E-2</c:v>
                </c:pt>
                <c:pt idx="4774">
                  <c:v>4.8524688879967748E-2</c:v>
                </c:pt>
                <c:pt idx="4775">
                  <c:v>4.862505018065022E-2</c:v>
                </c:pt>
                <c:pt idx="4776">
                  <c:v>4.8474508229626734E-2</c:v>
                </c:pt>
                <c:pt idx="4777">
                  <c:v>4.8123243677238081E-2</c:v>
                </c:pt>
                <c:pt idx="4778">
                  <c:v>4.7470895222802234E-2</c:v>
                </c:pt>
                <c:pt idx="4779">
                  <c:v>4.7771979124849429E-2</c:v>
                </c:pt>
                <c:pt idx="4780">
                  <c:v>4.8022882376555609E-2</c:v>
                </c:pt>
                <c:pt idx="4781">
                  <c:v>4.8725411481332914E-2</c:v>
                </c:pt>
                <c:pt idx="4782">
                  <c:v>4.8223604977920331E-2</c:v>
                </c:pt>
                <c:pt idx="4783">
                  <c:v>4.8524688879967748E-2</c:v>
                </c:pt>
                <c:pt idx="4784">
                  <c:v>4.8725411481332914E-2</c:v>
                </c:pt>
                <c:pt idx="4785">
                  <c:v>4.8725411481332914E-2</c:v>
                </c:pt>
                <c:pt idx="4786">
                  <c:v>4.8173424327579317E-2</c:v>
                </c:pt>
                <c:pt idx="4787">
                  <c:v>4.7972701726214373E-2</c:v>
                </c:pt>
                <c:pt idx="4788">
                  <c:v>4.8424327579285498E-2</c:v>
                </c:pt>
                <c:pt idx="4789">
                  <c:v>4.8574869530309206E-2</c:v>
                </c:pt>
                <c:pt idx="4790">
                  <c:v>4.8323966278603026E-2</c:v>
                </c:pt>
                <c:pt idx="4791">
                  <c:v>4.8524688879967748E-2</c:v>
                </c:pt>
                <c:pt idx="4792">
                  <c:v>4.7420714572460776E-2</c:v>
                </c:pt>
                <c:pt idx="4793">
                  <c:v>4.8123243677238081E-2</c:v>
                </c:pt>
                <c:pt idx="4794">
                  <c:v>4.8123243677238081E-2</c:v>
                </c:pt>
                <c:pt idx="4795">
                  <c:v>4.7571256523484484E-2</c:v>
                </c:pt>
                <c:pt idx="4796">
                  <c:v>4.8073063026896845E-2</c:v>
                </c:pt>
                <c:pt idx="4797">
                  <c:v>4.8123243677238081E-2</c:v>
                </c:pt>
                <c:pt idx="4798">
                  <c:v>4.837414692894404E-2</c:v>
                </c:pt>
                <c:pt idx="4799">
                  <c:v>4.7420714572460776E-2</c:v>
                </c:pt>
                <c:pt idx="4800">
                  <c:v>4.7320353271778526E-2</c:v>
                </c:pt>
                <c:pt idx="4801">
                  <c:v>4.7721798474508192E-2</c:v>
                </c:pt>
                <c:pt idx="4802">
                  <c:v>4.7470895222802234E-2</c:v>
                </c:pt>
                <c:pt idx="4803">
                  <c:v>4.7270172621437068E-2</c:v>
                </c:pt>
                <c:pt idx="4804">
                  <c:v>4.7320353271778526E-2</c:v>
                </c:pt>
                <c:pt idx="4805">
                  <c:v>4.737053392211954E-2</c:v>
                </c:pt>
                <c:pt idx="4806">
                  <c:v>4.6266559614612568E-2</c:v>
                </c:pt>
                <c:pt idx="4807">
                  <c:v>4.7671617824166956E-2</c:v>
                </c:pt>
                <c:pt idx="4808">
                  <c:v>4.7521075873143248E-2</c:v>
                </c:pt>
                <c:pt idx="4809">
                  <c:v>4.7270172621437068E-2</c:v>
                </c:pt>
                <c:pt idx="4810">
                  <c:v>4.737053392211954E-2</c:v>
                </c:pt>
                <c:pt idx="4811">
                  <c:v>4.7019269369731109E-2</c:v>
                </c:pt>
                <c:pt idx="4812">
                  <c:v>4.7521075873143248E-2</c:v>
                </c:pt>
                <c:pt idx="4813">
                  <c:v>4.6818546768366165E-2</c:v>
                </c:pt>
                <c:pt idx="4814">
                  <c:v>4.7069450020072345E-2</c:v>
                </c:pt>
                <c:pt idx="4815">
                  <c:v>4.7219991971095832E-2</c:v>
                </c:pt>
                <c:pt idx="4816">
                  <c:v>4.7169811320754818E-2</c:v>
                </c:pt>
                <c:pt idx="4817">
                  <c:v>4.737053392211954E-2</c:v>
                </c:pt>
                <c:pt idx="4818">
                  <c:v>4.6668004817342457E-2</c:v>
                </c:pt>
                <c:pt idx="4819">
                  <c:v>4.6768366118024929E-2</c:v>
                </c:pt>
                <c:pt idx="4820">
                  <c:v>4.6969088719389651E-2</c:v>
                </c:pt>
                <c:pt idx="4821">
                  <c:v>4.7320353271778526E-2</c:v>
                </c:pt>
                <c:pt idx="4822">
                  <c:v>4.7872340425531901E-2</c:v>
                </c:pt>
                <c:pt idx="4823">
                  <c:v>4.7470895222802234E-2</c:v>
                </c:pt>
                <c:pt idx="4824">
                  <c:v>4.7771979124849429E-2</c:v>
                </c:pt>
                <c:pt idx="4825">
                  <c:v>4.7721798474508192E-2</c:v>
                </c:pt>
                <c:pt idx="4826">
                  <c:v>4.7521075873143248E-2</c:v>
                </c:pt>
                <c:pt idx="4827">
                  <c:v>4.7822159775190665E-2</c:v>
                </c:pt>
                <c:pt idx="4828">
                  <c:v>4.762143717382572E-2</c:v>
                </c:pt>
                <c:pt idx="4829">
                  <c:v>4.8123243677238081E-2</c:v>
                </c:pt>
                <c:pt idx="4830">
                  <c:v>4.7822159775190665E-2</c:v>
                </c:pt>
                <c:pt idx="4831">
                  <c:v>4.8574869530309206E-2</c:v>
                </c:pt>
                <c:pt idx="4832">
                  <c:v>4.8424327579285498E-2</c:v>
                </c:pt>
                <c:pt idx="4833">
                  <c:v>4.8574869530309206E-2</c:v>
                </c:pt>
                <c:pt idx="4834">
                  <c:v>4.7922521075873137E-2</c:v>
                </c:pt>
                <c:pt idx="4835">
                  <c:v>4.8173424327579317E-2</c:v>
                </c:pt>
                <c:pt idx="4836">
                  <c:v>4.7872340425531901E-2</c:v>
                </c:pt>
                <c:pt idx="4837">
                  <c:v>4.8474508229626734E-2</c:v>
                </c:pt>
                <c:pt idx="4838">
                  <c:v>4.8123243677238081E-2</c:v>
                </c:pt>
                <c:pt idx="4839">
                  <c:v>4.8323966278603026E-2</c:v>
                </c:pt>
                <c:pt idx="4840">
                  <c:v>4.8173424327579317E-2</c:v>
                </c:pt>
                <c:pt idx="4841">
                  <c:v>4.8123243677238081E-2</c:v>
                </c:pt>
                <c:pt idx="4842">
                  <c:v>4.7872340425531901E-2</c:v>
                </c:pt>
                <c:pt idx="4843">
                  <c:v>4.8273785628261789E-2</c:v>
                </c:pt>
                <c:pt idx="4844">
                  <c:v>4.8424327579285498E-2</c:v>
                </c:pt>
                <c:pt idx="4845">
                  <c:v>4.837414692894404E-2</c:v>
                </c:pt>
                <c:pt idx="4846">
                  <c:v>4.7872340425531901E-2</c:v>
                </c:pt>
                <c:pt idx="4847">
                  <c:v>4.7721798474508192E-2</c:v>
                </c:pt>
                <c:pt idx="4848">
                  <c:v>4.7872340425531901E-2</c:v>
                </c:pt>
                <c:pt idx="4849">
                  <c:v>4.8574869530309206E-2</c:v>
                </c:pt>
                <c:pt idx="4850">
                  <c:v>4.8273785628261789E-2</c:v>
                </c:pt>
                <c:pt idx="4851">
                  <c:v>4.7320353271778526E-2</c:v>
                </c:pt>
                <c:pt idx="4852">
                  <c:v>4.7721798474508192E-2</c:v>
                </c:pt>
                <c:pt idx="4853">
                  <c:v>4.7822159775190665E-2</c:v>
                </c:pt>
                <c:pt idx="4854">
                  <c:v>4.7671617824166956E-2</c:v>
                </c:pt>
                <c:pt idx="4855">
                  <c:v>4.7972701726214373E-2</c:v>
                </c:pt>
                <c:pt idx="4856">
                  <c:v>4.7721798474508192E-2</c:v>
                </c:pt>
                <c:pt idx="4857">
                  <c:v>4.762143717382572E-2</c:v>
                </c:pt>
                <c:pt idx="4858">
                  <c:v>4.7721798474508192E-2</c:v>
                </c:pt>
                <c:pt idx="4859">
                  <c:v>4.7420714572460776E-2</c:v>
                </c:pt>
                <c:pt idx="4860">
                  <c:v>4.7922521075873137E-2</c:v>
                </c:pt>
                <c:pt idx="4861">
                  <c:v>4.762143717382572E-2</c:v>
                </c:pt>
                <c:pt idx="4862">
                  <c:v>4.7169811320754818E-2</c:v>
                </c:pt>
                <c:pt idx="4863">
                  <c:v>4.7320353271778526E-2</c:v>
                </c:pt>
                <c:pt idx="4864">
                  <c:v>4.7571256523484484E-2</c:v>
                </c:pt>
                <c:pt idx="4865">
                  <c:v>4.7219991971095832E-2</c:v>
                </c:pt>
                <c:pt idx="4866">
                  <c:v>4.7270172621437068E-2</c:v>
                </c:pt>
                <c:pt idx="4867">
                  <c:v>4.7270172621437068E-2</c:v>
                </c:pt>
                <c:pt idx="4868">
                  <c:v>4.7822159775190665E-2</c:v>
                </c:pt>
                <c:pt idx="4869">
                  <c:v>4.7219991971095832E-2</c:v>
                </c:pt>
                <c:pt idx="4870">
                  <c:v>4.7922521075873137E-2</c:v>
                </c:pt>
                <c:pt idx="4871">
                  <c:v>4.7721798474508192E-2</c:v>
                </c:pt>
                <c:pt idx="4872">
                  <c:v>4.7972701726214373E-2</c:v>
                </c:pt>
                <c:pt idx="4873">
                  <c:v>4.7571256523484484E-2</c:v>
                </c:pt>
                <c:pt idx="4874">
                  <c:v>4.7270172621437068E-2</c:v>
                </c:pt>
                <c:pt idx="4875">
                  <c:v>4.7671617824166956E-2</c:v>
                </c:pt>
                <c:pt idx="4876">
                  <c:v>4.6868727418707401E-2</c:v>
                </c:pt>
                <c:pt idx="4877">
                  <c:v>4.762143717382572E-2</c:v>
                </c:pt>
                <c:pt idx="4878">
                  <c:v>4.7721798474508192E-2</c:v>
                </c:pt>
                <c:pt idx="4879">
                  <c:v>4.7069450020072345E-2</c:v>
                </c:pt>
                <c:pt idx="4880">
                  <c:v>4.7270172621437068E-2</c:v>
                </c:pt>
                <c:pt idx="4881">
                  <c:v>4.6868727418707401E-2</c:v>
                </c:pt>
                <c:pt idx="4882">
                  <c:v>4.6617824167001221E-2</c:v>
                </c:pt>
                <c:pt idx="4883">
                  <c:v>4.6417101565636276E-2</c:v>
                </c:pt>
                <c:pt idx="4884">
                  <c:v>4.6266559614612568E-2</c:v>
                </c:pt>
                <c:pt idx="4885">
                  <c:v>4.5865114411882679E-2</c:v>
                </c:pt>
                <c:pt idx="4886">
                  <c:v>4.6417101565636276E-2</c:v>
                </c:pt>
                <c:pt idx="4887">
                  <c:v>4.6065837013247624E-2</c:v>
                </c:pt>
                <c:pt idx="4888">
                  <c:v>4.6216378964271332E-2</c:v>
                </c:pt>
                <c:pt idx="4889">
                  <c:v>4.5413488558811776E-2</c:v>
                </c:pt>
                <c:pt idx="4890">
                  <c:v>4.5714572460858971E-2</c:v>
                </c:pt>
                <c:pt idx="4891">
                  <c:v>4.4811320754716943E-2</c:v>
                </c:pt>
                <c:pt idx="4892">
                  <c:v>4.5513849859494249E-2</c:v>
                </c:pt>
                <c:pt idx="4893">
                  <c:v>4.5664391810517735E-2</c:v>
                </c:pt>
                <c:pt idx="4894">
                  <c:v>4.5012043356081888E-2</c:v>
                </c:pt>
                <c:pt idx="4895">
                  <c:v>4.5162585307105596E-2</c:v>
                </c:pt>
                <c:pt idx="4896">
                  <c:v>4.5865114411882679E-2</c:v>
                </c:pt>
                <c:pt idx="4897">
                  <c:v>4.5463669209153013E-2</c:v>
                </c:pt>
                <c:pt idx="4898">
                  <c:v>4.5513849859494249E-2</c:v>
                </c:pt>
                <c:pt idx="4899">
                  <c:v>4.5212765957446832E-2</c:v>
                </c:pt>
                <c:pt idx="4900">
                  <c:v>4.5764753111200429E-2</c:v>
                </c:pt>
                <c:pt idx="4901">
                  <c:v>4.5413488558811776E-2</c:v>
                </c:pt>
                <c:pt idx="4902">
                  <c:v>4.5614211160176721E-2</c:v>
                </c:pt>
                <c:pt idx="4903">
                  <c:v>4.4710959454034471E-2</c:v>
                </c:pt>
                <c:pt idx="4904">
                  <c:v>4.5062224006423124E-2</c:v>
                </c:pt>
                <c:pt idx="4905">
                  <c:v>4.5212765957446832E-2</c:v>
                </c:pt>
                <c:pt idx="4906">
                  <c:v>4.536330790847054E-2</c:v>
                </c:pt>
                <c:pt idx="4907">
                  <c:v>4.4510236852669527E-2</c:v>
                </c:pt>
                <c:pt idx="4908">
                  <c:v>4.5463669209153013E-2</c:v>
                </c:pt>
                <c:pt idx="4909">
                  <c:v>4.5313127258129304E-2</c:v>
                </c:pt>
                <c:pt idx="4910">
                  <c:v>4.5413488558811776E-2</c:v>
                </c:pt>
                <c:pt idx="4911">
                  <c:v>4.5413488558811776E-2</c:v>
                </c:pt>
                <c:pt idx="4912">
                  <c:v>4.5513849859494249E-2</c:v>
                </c:pt>
                <c:pt idx="4913">
                  <c:v>4.5664391810517735E-2</c:v>
                </c:pt>
                <c:pt idx="4914">
                  <c:v>4.4811320754716943E-2</c:v>
                </c:pt>
                <c:pt idx="4915">
                  <c:v>4.5262946607788068E-2</c:v>
                </c:pt>
                <c:pt idx="4916">
                  <c:v>4.486150140505818E-2</c:v>
                </c:pt>
                <c:pt idx="4917">
                  <c:v>4.4660778803693235E-2</c:v>
                </c:pt>
                <c:pt idx="4918">
                  <c:v>4.4460056202328291E-2</c:v>
                </c:pt>
                <c:pt idx="4919">
                  <c:v>4.4460056202328291E-2</c:v>
                </c:pt>
                <c:pt idx="4920">
                  <c:v>4.5012043356081888E-2</c:v>
                </c:pt>
                <c:pt idx="4921">
                  <c:v>4.4911682055399416E-2</c:v>
                </c:pt>
                <c:pt idx="4922">
                  <c:v>4.4560417503010763E-2</c:v>
                </c:pt>
                <c:pt idx="4923">
                  <c:v>4.4359694901646041E-2</c:v>
                </c:pt>
                <c:pt idx="4924">
                  <c:v>4.4560417503010763E-2</c:v>
                </c:pt>
                <c:pt idx="4925">
                  <c:v>4.4560417503010763E-2</c:v>
                </c:pt>
                <c:pt idx="4926">
                  <c:v>4.4058610999598624E-2</c:v>
                </c:pt>
                <c:pt idx="4927">
                  <c:v>4.4811320754716943E-2</c:v>
                </c:pt>
                <c:pt idx="4928">
                  <c:v>4.4560417503010763E-2</c:v>
                </c:pt>
                <c:pt idx="4929">
                  <c:v>4.4309514251304805E-2</c:v>
                </c:pt>
                <c:pt idx="4930">
                  <c:v>4.5012043356081888E-2</c:v>
                </c:pt>
                <c:pt idx="4931">
                  <c:v>4.4309514251304805E-2</c:v>
                </c:pt>
                <c:pt idx="4932">
                  <c:v>4.4259333600963346E-2</c:v>
                </c:pt>
                <c:pt idx="4933">
                  <c:v>4.4710959454034471E-2</c:v>
                </c:pt>
                <c:pt idx="4934">
                  <c:v>4.4259333600963346E-2</c:v>
                </c:pt>
                <c:pt idx="4935">
                  <c:v>4.4510236852669527E-2</c:v>
                </c:pt>
                <c:pt idx="4936">
                  <c:v>4.3908069048574916E-2</c:v>
                </c:pt>
                <c:pt idx="4937">
                  <c:v>4.4108791649939638E-2</c:v>
                </c:pt>
                <c:pt idx="4938">
                  <c:v>4.3958249698916152E-2</c:v>
                </c:pt>
                <c:pt idx="4939">
                  <c:v>4.3807707747892444E-2</c:v>
                </c:pt>
                <c:pt idx="4940">
                  <c:v>4.4058610999598624E-2</c:v>
                </c:pt>
                <c:pt idx="4941">
                  <c:v>4.4460056202328291E-2</c:v>
                </c:pt>
                <c:pt idx="4942">
                  <c:v>4.4761140104375707E-2</c:v>
                </c:pt>
                <c:pt idx="4943">
                  <c:v>4.4359694901646041E-2</c:v>
                </c:pt>
                <c:pt idx="4944">
                  <c:v>4.4359694901646041E-2</c:v>
                </c:pt>
                <c:pt idx="4945">
                  <c:v>4.4008430349257388E-2</c:v>
                </c:pt>
                <c:pt idx="4946">
                  <c:v>4.4309514251304805E-2</c:v>
                </c:pt>
                <c:pt idx="4947">
                  <c:v>4.5062224006423124E-2</c:v>
                </c:pt>
                <c:pt idx="4948">
                  <c:v>4.4710959454034471E-2</c:v>
                </c:pt>
                <c:pt idx="4949">
                  <c:v>4.4911682055399416E-2</c:v>
                </c:pt>
                <c:pt idx="4950">
                  <c:v>4.4560417503010763E-2</c:v>
                </c:pt>
                <c:pt idx="4951">
                  <c:v>4.4560417503010763E-2</c:v>
                </c:pt>
                <c:pt idx="4952">
                  <c:v>4.4610598153351999E-2</c:v>
                </c:pt>
                <c:pt idx="4953">
                  <c:v>4.4560417503010763E-2</c:v>
                </c:pt>
                <c:pt idx="4954">
                  <c:v>4.4610598153351999E-2</c:v>
                </c:pt>
                <c:pt idx="4955">
                  <c:v>4.4259333600963346E-2</c:v>
                </c:pt>
                <c:pt idx="4956">
                  <c:v>4.4510236852669527E-2</c:v>
                </c:pt>
                <c:pt idx="4957">
                  <c:v>4.4209152950622332E-2</c:v>
                </c:pt>
                <c:pt idx="4958">
                  <c:v>4.4510236852669527E-2</c:v>
                </c:pt>
                <c:pt idx="4959">
                  <c:v>4.3606985146527499E-2</c:v>
                </c:pt>
                <c:pt idx="4960">
                  <c:v>4.4058610999598624E-2</c:v>
                </c:pt>
                <c:pt idx="4961">
                  <c:v>4.4510236852669527E-2</c:v>
                </c:pt>
                <c:pt idx="4962">
                  <c:v>4.4008430349257388E-2</c:v>
                </c:pt>
                <c:pt idx="4963">
                  <c:v>4.4209152950622332E-2</c:v>
                </c:pt>
                <c:pt idx="4964">
                  <c:v>4.3807707747892444E-2</c:v>
                </c:pt>
                <c:pt idx="4965">
                  <c:v>4.4660778803693235E-2</c:v>
                </c:pt>
                <c:pt idx="4966">
                  <c:v>4.4811320754716943E-2</c:v>
                </c:pt>
                <c:pt idx="4967">
                  <c:v>4.4961862705740652E-2</c:v>
                </c:pt>
                <c:pt idx="4968">
                  <c:v>4.4761140104375707E-2</c:v>
                </c:pt>
                <c:pt idx="4969">
                  <c:v>4.4660778803693235E-2</c:v>
                </c:pt>
                <c:pt idx="4970">
                  <c:v>4.4660778803693235E-2</c:v>
                </c:pt>
                <c:pt idx="4971">
                  <c:v>4.4158972300281096E-2</c:v>
                </c:pt>
                <c:pt idx="4972">
                  <c:v>4.3958249698916152E-2</c:v>
                </c:pt>
                <c:pt idx="4973">
                  <c:v>4.4008430349257388E-2</c:v>
                </c:pt>
                <c:pt idx="4974">
                  <c:v>4.4309514251304805E-2</c:v>
                </c:pt>
                <c:pt idx="4975">
                  <c:v>4.4259333600963346E-2</c:v>
                </c:pt>
                <c:pt idx="4976">
                  <c:v>4.4209152950622332E-2</c:v>
                </c:pt>
                <c:pt idx="4977">
                  <c:v>4.4560417503010763E-2</c:v>
                </c:pt>
                <c:pt idx="4978">
                  <c:v>4.4409875551987055E-2</c:v>
                </c:pt>
                <c:pt idx="4979">
                  <c:v>4.486150140505818E-2</c:v>
                </c:pt>
                <c:pt idx="4980">
                  <c:v>4.4761140104375707E-2</c:v>
                </c:pt>
                <c:pt idx="4981">
                  <c:v>4.4259333600963346E-2</c:v>
                </c:pt>
                <c:pt idx="4982">
                  <c:v>4.4761140104375707E-2</c:v>
                </c:pt>
                <c:pt idx="4983">
                  <c:v>4.4209152950622332E-2</c:v>
                </c:pt>
                <c:pt idx="4984">
                  <c:v>4.4560417503010763E-2</c:v>
                </c:pt>
                <c:pt idx="4985">
                  <c:v>4.4058610999598624E-2</c:v>
                </c:pt>
                <c:pt idx="4986">
                  <c:v>4.4209152950622332E-2</c:v>
                </c:pt>
                <c:pt idx="4987">
                  <c:v>4.3657165796868735E-2</c:v>
                </c:pt>
                <c:pt idx="4988">
                  <c:v>4.4158972300281096E-2</c:v>
                </c:pt>
                <c:pt idx="4989">
                  <c:v>4.4510236852669527E-2</c:v>
                </c:pt>
                <c:pt idx="4990">
                  <c:v>4.3556804496186263E-2</c:v>
                </c:pt>
                <c:pt idx="4991">
                  <c:v>4.3456443195503791E-2</c:v>
                </c:pt>
                <c:pt idx="4992">
                  <c:v>4.3406262545162555E-2</c:v>
                </c:pt>
                <c:pt idx="4993">
                  <c:v>4.3606985146527499E-2</c:v>
                </c:pt>
                <c:pt idx="4994">
                  <c:v>4.385788839823368E-2</c:v>
                </c:pt>
                <c:pt idx="4995">
                  <c:v>4.3155359293456375E-2</c:v>
                </c:pt>
                <c:pt idx="4996">
                  <c:v>4.2854275391408958E-2</c:v>
                </c:pt>
                <c:pt idx="4997">
                  <c:v>4.2854275391408958E-2</c:v>
                </c:pt>
                <c:pt idx="4998">
                  <c:v>4.2904456041750416E-2</c:v>
                </c:pt>
                <c:pt idx="4999">
                  <c:v>4.3255720594138847E-2</c:v>
                </c:pt>
                <c:pt idx="5000">
                  <c:v>4.2854275391408958E-2</c:v>
                </c:pt>
                <c:pt idx="5001">
                  <c:v>4.2352468887996819E-2</c:v>
                </c:pt>
                <c:pt idx="5002">
                  <c:v>4.2252107587314347E-2</c:v>
                </c:pt>
                <c:pt idx="5003">
                  <c:v>4.270373344038525E-2</c:v>
                </c:pt>
                <c:pt idx="5004">
                  <c:v>4.2603372139703E-2</c:v>
                </c:pt>
                <c:pt idx="5005">
                  <c:v>4.2402649538338055E-2</c:v>
                </c:pt>
                <c:pt idx="5006">
                  <c:v>4.1900843034925694E-2</c:v>
                </c:pt>
                <c:pt idx="5007">
                  <c:v>4.2302288237655583E-2</c:v>
                </c:pt>
                <c:pt idx="5008">
                  <c:v>4.2151746286631875E-2</c:v>
                </c:pt>
                <c:pt idx="5009">
                  <c:v>4.2402649538338055E-2</c:v>
                </c:pt>
                <c:pt idx="5010">
                  <c:v>4.1900843034925694E-2</c:v>
                </c:pt>
                <c:pt idx="5011">
                  <c:v>4.1800481734243444E-2</c:v>
                </c:pt>
                <c:pt idx="5012">
                  <c:v>4.1499397832196028E-2</c:v>
                </c:pt>
                <c:pt idx="5013">
                  <c:v>4.1549578482537042E-2</c:v>
                </c:pt>
                <c:pt idx="5014">
                  <c:v>4.170012043356075E-2</c:v>
                </c:pt>
                <c:pt idx="5015">
                  <c:v>4.1298675230830861E-2</c:v>
                </c:pt>
                <c:pt idx="5016">
                  <c:v>4.144921718185457E-2</c:v>
                </c:pt>
                <c:pt idx="5017">
                  <c:v>4.1348855881172319E-2</c:v>
                </c:pt>
                <c:pt idx="5018">
                  <c:v>4.1348855881172319E-2</c:v>
                </c:pt>
                <c:pt idx="5019">
                  <c:v>4.1097952629466139E-2</c:v>
                </c:pt>
                <c:pt idx="5020">
                  <c:v>4.1649939783219736E-2</c:v>
                </c:pt>
                <c:pt idx="5021">
                  <c:v>4.1248494580489847E-2</c:v>
                </c:pt>
                <c:pt idx="5022">
                  <c:v>4.1399036531513556E-2</c:v>
                </c:pt>
                <c:pt idx="5023">
                  <c:v>4.1499397832196028E-2</c:v>
                </c:pt>
                <c:pt idx="5024">
                  <c:v>4.1348855881172319E-2</c:v>
                </c:pt>
                <c:pt idx="5025">
                  <c:v>4.144921718185457E-2</c:v>
                </c:pt>
                <c:pt idx="5026">
                  <c:v>4.1348855881172319E-2</c:v>
                </c:pt>
                <c:pt idx="5027">
                  <c:v>4.1800481734243444E-2</c:v>
                </c:pt>
                <c:pt idx="5028">
                  <c:v>4.1348855881172319E-2</c:v>
                </c:pt>
                <c:pt idx="5029">
                  <c:v>4.1047771979124903E-2</c:v>
                </c:pt>
                <c:pt idx="5030">
                  <c:v>4.1750301083901986E-2</c:v>
                </c:pt>
                <c:pt idx="5031">
                  <c:v>4.1750301083901986E-2</c:v>
                </c:pt>
                <c:pt idx="5032">
                  <c:v>4.1900843034925694E-2</c:v>
                </c:pt>
                <c:pt idx="5033">
                  <c:v>4.1649939783219736E-2</c:v>
                </c:pt>
                <c:pt idx="5034">
                  <c:v>4.1850662384584458E-2</c:v>
                </c:pt>
                <c:pt idx="5035">
                  <c:v>4.1348855881172319E-2</c:v>
                </c:pt>
                <c:pt idx="5036">
                  <c:v>4.1198313930148611E-2</c:v>
                </c:pt>
                <c:pt idx="5037">
                  <c:v>4.1248494580489847E-2</c:v>
                </c:pt>
                <c:pt idx="5038">
                  <c:v>4.1850662384584458E-2</c:v>
                </c:pt>
                <c:pt idx="5039">
                  <c:v>4.1599759132878278E-2</c:v>
                </c:pt>
                <c:pt idx="5040">
                  <c:v>4.1399036531513556E-2</c:v>
                </c:pt>
                <c:pt idx="5041">
                  <c:v>4.1148133279807153E-2</c:v>
                </c:pt>
                <c:pt idx="5042">
                  <c:v>4.1348855881172319E-2</c:v>
                </c:pt>
                <c:pt idx="5043">
                  <c:v>4.0746688077077486E-2</c:v>
                </c:pt>
                <c:pt idx="5044">
                  <c:v>4.1047771979124903E-2</c:v>
                </c:pt>
                <c:pt idx="5045">
                  <c:v>4.1198313930148611E-2</c:v>
                </c:pt>
                <c:pt idx="5046">
                  <c:v>4.1750301083901986E-2</c:v>
                </c:pt>
                <c:pt idx="5047">
                  <c:v>4.1047771979124903E-2</c:v>
                </c:pt>
                <c:pt idx="5048">
                  <c:v>4.1599759132878278E-2</c:v>
                </c:pt>
                <c:pt idx="5049">
                  <c:v>4.0947410678442431E-2</c:v>
                </c:pt>
                <c:pt idx="5050">
                  <c:v>4.1298675230830861E-2</c:v>
                </c:pt>
                <c:pt idx="5051">
                  <c:v>4.1298675230830861E-2</c:v>
                </c:pt>
                <c:pt idx="5052">
                  <c:v>4.1298675230830861E-2</c:v>
                </c:pt>
                <c:pt idx="5053">
                  <c:v>4.1047771979124903E-2</c:v>
                </c:pt>
                <c:pt idx="5054">
                  <c:v>4.1649939783219736E-2</c:v>
                </c:pt>
                <c:pt idx="5055">
                  <c:v>4.1248494580489847E-2</c:v>
                </c:pt>
                <c:pt idx="5056">
                  <c:v>4.0596146126053778E-2</c:v>
                </c:pt>
                <c:pt idx="5057">
                  <c:v>4.1047771979124903E-2</c:v>
                </c:pt>
                <c:pt idx="5058">
                  <c:v>4.0947410678442431E-2</c:v>
                </c:pt>
                <c:pt idx="5059">
                  <c:v>4.1047771979124903E-2</c:v>
                </c:pt>
                <c:pt idx="5060">
                  <c:v>4.0295062224006362E-2</c:v>
                </c:pt>
                <c:pt idx="5061">
                  <c:v>4.0897230028101195E-2</c:v>
                </c:pt>
                <c:pt idx="5062">
                  <c:v>4.0847049377759959E-2</c:v>
                </c:pt>
                <c:pt idx="5063">
                  <c:v>4.0244881573665348E-2</c:v>
                </c:pt>
                <c:pt idx="5064">
                  <c:v>4.0746688077077486E-2</c:v>
                </c:pt>
                <c:pt idx="5065">
                  <c:v>4.044560417503007E-2</c:v>
                </c:pt>
                <c:pt idx="5066">
                  <c:v>4.0295062224006362E-2</c:v>
                </c:pt>
                <c:pt idx="5067">
                  <c:v>4.0947410678442431E-2</c:v>
                </c:pt>
                <c:pt idx="5068">
                  <c:v>4.0796868727418723E-2</c:v>
                </c:pt>
                <c:pt idx="5069">
                  <c:v>4.0847049377759959E-2</c:v>
                </c:pt>
                <c:pt idx="5070">
                  <c:v>4.0144520272982653E-2</c:v>
                </c:pt>
                <c:pt idx="5071">
                  <c:v>4.0345242874347598E-2</c:v>
                </c:pt>
                <c:pt idx="5072">
                  <c:v>4.0044158972300181E-2</c:v>
                </c:pt>
                <c:pt idx="5073">
                  <c:v>4.0094339622641639E-2</c:v>
                </c:pt>
                <c:pt idx="5074">
                  <c:v>3.9542352468888042E-2</c:v>
                </c:pt>
                <c:pt idx="5075">
                  <c:v>3.9140907266158154E-2</c:v>
                </c:pt>
                <c:pt idx="5076">
                  <c:v>3.8890004014451973E-2</c:v>
                </c:pt>
                <c:pt idx="5077">
                  <c:v>3.9492171818546806E-2</c:v>
                </c:pt>
                <c:pt idx="5078">
                  <c:v>3.9391810517864334E-2</c:v>
                </c:pt>
                <c:pt idx="5079">
                  <c:v>3.9492171818546806E-2</c:v>
                </c:pt>
                <c:pt idx="5080">
                  <c:v>3.9542352468888042E-2</c:v>
                </c:pt>
                <c:pt idx="5081">
                  <c:v>3.944199116820557E-2</c:v>
                </c:pt>
                <c:pt idx="5082">
                  <c:v>3.8890004014451973E-2</c:v>
                </c:pt>
                <c:pt idx="5083">
                  <c:v>3.944199116820557E-2</c:v>
                </c:pt>
                <c:pt idx="5084">
                  <c:v>3.8338016860698376E-2</c:v>
                </c:pt>
                <c:pt idx="5085">
                  <c:v>3.8287836210357362E-2</c:v>
                </c:pt>
                <c:pt idx="5086">
                  <c:v>3.8237655560016126E-2</c:v>
                </c:pt>
                <c:pt idx="5087">
                  <c:v>3.8488558811722084E-2</c:v>
                </c:pt>
                <c:pt idx="5088">
                  <c:v>3.8438378161380848E-2</c:v>
                </c:pt>
                <c:pt idx="5089">
                  <c:v>3.8338016860698376E-2</c:v>
                </c:pt>
                <c:pt idx="5090">
                  <c:v>3.8488558811722084E-2</c:v>
                </c:pt>
                <c:pt idx="5091">
                  <c:v>3.8087113608992418E-2</c:v>
                </c:pt>
                <c:pt idx="5092">
                  <c:v>3.8338016860698376E-2</c:v>
                </c:pt>
                <c:pt idx="5093">
                  <c:v>3.8338016860698376E-2</c:v>
                </c:pt>
                <c:pt idx="5094">
                  <c:v>3.8839823364110737E-2</c:v>
                </c:pt>
                <c:pt idx="5095">
                  <c:v>3.8689281413087251E-2</c:v>
                </c:pt>
                <c:pt idx="5096">
                  <c:v>3.8789642713769501E-2</c:v>
                </c:pt>
                <c:pt idx="5097">
                  <c:v>3.8839823364110737E-2</c:v>
                </c:pt>
                <c:pt idx="5098">
                  <c:v>3.8438378161380848E-2</c:v>
                </c:pt>
                <c:pt idx="5099">
                  <c:v>3.8639100762745793E-2</c:v>
                </c:pt>
                <c:pt idx="5100">
                  <c:v>3.8689281413087251E-2</c:v>
                </c:pt>
                <c:pt idx="5101">
                  <c:v>3.8890004014451973E-2</c:v>
                </c:pt>
                <c:pt idx="5102">
                  <c:v>3.8940184664793209E-2</c:v>
                </c:pt>
                <c:pt idx="5103">
                  <c:v>3.8789642713769501E-2</c:v>
                </c:pt>
                <c:pt idx="5104">
                  <c:v>3.8488558811722084E-2</c:v>
                </c:pt>
                <c:pt idx="5105">
                  <c:v>3.8739462063428265E-2</c:v>
                </c:pt>
                <c:pt idx="5106">
                  <c:v>3.8588920112404557E-2</c:v>
                </c:pt>
                <c:pt idx="5107">
                  <c:v>3.8839823364110737E-2</c:v>
                </c:pt>
                <c:pt idx="5108">
                  <c:v>3.8588920112404557E-2</c:v>
                </c:pt>
                <c:pt idx="5109">
                  <c:v>3.8689281413087251E-2</c:v>
                </c:pt>
                <c:pt idx="5110">
                  <c:v>3.8639100762745793E-2</c:v>
                </c:pt>
                <c:pt idx="5111">
                  <c:v>3.8639100762745793E-2</c:v>
                </c:pt>
                <c:pt idx="5112">
                  <c:v>3.7735849056603765E-2</c:v>
                </c:pt>
                <c:pt idx="5113">
                  <c:v>3.7986752308309946E-2</c:v>
                </c:pt>
                <c:pt idx="5114">
                  <c:v>3.8237655560016126E-2</c:v>
                </c:pt>
                <c:pt idx="5115">
                  <c:v>3.7886391007627473E-2</c:v>
                </c:pt>
                <c:pt idx="5116">
                  <c:v>3.7585307105580057E-2</c:v>
                </c:pt>
                <c:pt idx="5117">
                  <c:v>3.793657165796871E-2</c:v>
                </c:pt>
                <c:pt idx="5118">
                  <c:v>3.7434765154556349E-2</c:v>
                </c:pt>
                <c:pt idx="5119">
                  <c:v>3.7384584504215113E-2</c:v>
                </c:pt>
                <c:pt idx="5120">
                  <c:v>3.6983139301485446E-2</c:v>
                </c:pt>
                <c:pt idx="5121">
                  <c:v>3.6932958651143988E-2</c:v>
                </c:pt>
                <c:pt idx="5122">
                  <c:v>3.7083500602167696E-2</c:v>
                </c:pt>
                <c:pt idx="5123">
                  <c:v>3.6682055399438029E-2</c:v>
                </c:pt>
                <c:pt idx="5124">
                  <c:v>3.6932958651143988E-2</c:v>
                </c:pt>
                <c:pt idx="5125">
                  <c:v>3.7685668406262529E-2</c:v>
                </c:pt>
                <c:pt idx="5126">
                  <c:v>3.6732236049779265E-2</c:v>
                </c:pt>
                <c:pt idx="5127">
                  <c:v>3.6983139301485446E-2</c:v>
                </c:pt>
                <c:pt idx="5128">
                  <c:v>3.7133681252509154E-2</c:v>
                </c:pt>
                <c:pt idx="5129">
                  <c:v>3.7836210357286237E-2</c:v>
                </c:pt>
                <c:pt idx="5130">
                  <c:v>3.7133681252509154E-2</c:v>
                </c:pt>
                <c:pt idx="5131">
                  <c:v>3.6832597350461738E-2</c:v>
                </c:pt>
                <c:pt idx="5132">
                  <c:v>3.6932958651143988E-2</c:v>
                </c:pt>
                <c:pt idx="5133">
                  <c:v>3.703331995182646E-2</c:v>
                </c:pt>
                <c:pt idx="5134">
                  <c:v>3.7434765154556349E-2</c:v>
                </c:pt>
                <c:pt idx="5135">
                  <c:v>3.8639100762745793E-2</c:v>
                </c:pt>
                <c:pt idx="5136">
                  <c:v>3.8789642713769501E-2</c:v>
                </c:pt>
                <c:pt idx="5137">
                  <c:v>3.9291449217181862E-2</c:v>
                </c:pt>
                <c:pt idx="5138">
                  <c:v>3.9040545965475681E-2</c:v>
                </c:pt>
                <c:pt idx="5139">
                  <c:v>3.8739462063428265E-2</c:v>
                </c:pt>
                <c:pt idx="5140">
                  <c:v>3.8890004014451973E-2</c:v>
                </c:pt>
                <c:pt idx="5141">
                  <c:v>3.944199116820557E-2</c:v>
                </c:pt>
                <c:pt idx="5142">
                  <c:v>3.9943797671617931E-2</c:v>
                </c:pt>
                <c:pt idx="5143">
                  <c:v>3.9793255720594223E-2</c:v>
                </c:pt>
                <c:pt idx="5144">
                  <c:v>3.9993978321958945E-2</c:v>
                </c:pt>
                <c:pt idx="5145">
                  <c:v>3.9843436370935459E-2</c:v>
                </c:pt>
                <c:pt idx="5146">
                  <c:v>3.944199116820557E-2</c:v>
                </c:pt>
                <c:pt idx="5147">
                  <c:v>3.9291449217181862E-2</c:v>
                </c:pt>
                <c:pt idx="5148">
                  <c:v>3.9743075070252765E-2</c:v>
                </c:pt>
                <c:pt idx="5149">
                  <c:v>3.9492171818546806E-2</c:v>
                </c:pt>
                <c:pt idx="5150">
                  <c:v>3.9592533119229056E-2</c:v>
                </c:pt>
                <c:pt idx="5151">
                  <c:v>3.9743075070252765E-2</c:v>
                </c:pt>
                <c:pt idx="5152">
                  <c:v>3.9743075070252765E-2</c:v>
                </c:pt>
                <c:pt idx="5153">
                  <c:v>3.9993978321958945E-2</c:v>
                </c:pt>
                <c:pt idx="5154">
                  <c:v>3.8940184664793209E-2</c:v>
                </c:pt>
                <c:pt idx="5155">
                  <c:v>3.9943797671617931E-2</c:v>
                </c:pt>
                <c:pt idx="5156">
                  <c:v>3.9893617021276473E-2</c:v>
                </c:pt>
                <c:pt idx="5157">
                  <c:v>3.9642713769570515E-2</c:v>
                </c:pt>
                <c:pt idx="5158">
                  <c:v>3.9391810517864334E-2</c:v>
                </c:pt>
                <c:pt idx="5159">
                  <c:v>3.9542352468888042E-2</c:v>
                </c:pt>
                <c:pt idx="5160">
                  <c:v>3.9843436370935459E-2</c:v>
                </c:pt>
                <c:pt idx="5161">
                  <c:v>3.9793255720594223E-2</c:v>
                </c:pt>
                <c:pt idx="5162">
                  <c:v>3.9793255720594223E-2</c:v>
                </c:pt>
                <c:pt idx="5163">
                  <c:v>3.9743075070252765E-2</c:v>
                </c:pt>
                <c:pt idx="5164">
                  <c:v>3.9341629867523098E-2</c:v>
                </c:pt>
                <c:pt idx="5165">
                  <c:v>3.9241268566840626E-2</c:v>
                </c:pt>
                <c:pt idx="5166">
                  <c:v>3.9542352468888042E-2</c:v>
                </c:pt>
                <c:pt idx="5167">
                  <c:v>3.9592533119229056E-2</c:v>
                </c:pt>
                <c:pt idx="5168">
                  <c:v>3.8739462063428265E-2</c:v>
                </c:pt>
                <c:pt idx="5169">
                  <c:v>3.919108791649939E-2</c:v>
                </c:pt>
                <c:pt idx="5170">
                  <c:v>3.9140907266158154E-2</c:v>
                </c:pt>
                <c:pt idx="5171">
                  <c:v>3.9291449217181862E-2</c:v>
                </c:pt>
                <c:pt idx="5172">
                  <c:v>3.9592533119229056E-2</c:v>
                </c:pt>
                <c:pt idx="5173">
                  <c:v>3.9341629867523098E-2</c:v>
                </c:pt>
                <c:pt idx="5174">
                  <c:v>3.9291449217181862E-2</c:v>
                </c:pt>
                <c:pt idx="5175">
                  <c:v>3.9893617021276473E-2</c:v>
                </c:pt>
                <c:pt idx="5176">
                  <c:v>3.9993978321958945E-2</c:v>
                </c:pt>
                <c:pt idx="5177">
                  <c:v>3.9843436370935459E-2</c:v>
                </c:pt>
                <c:pt idx="5178">
                  <c:v>3.9391810517864334E-2</c:v>
                </c:pt>
                <c:pt idx="5179">
                  <c:v>3.9492171818546806E-2</c:v>
                </c:pt>
                <c:pt idx="5180">
                  <c:v>3.9642713769570515E-2</c:v>
                </c:pt>
                <c:pt idx="5181">
                  <c:v>3.944199116820557E-2</c:v>
                </c:pt>
                <c:pt idx="5182">
                  <c:v>3.9993978321958945E-2</c:v>
                </c:pt>
                <c:pt idx="5183">
                  <c:v>3.9542352468888042E-2</c:v>
                </c:pt>
                <c:pt idx="5184">
                  <c:v>3.9391810517864334E-2</c:v>
                </c:pt>
                <c:pt idx="5185">
                  <c:v>3.9592533119229056E-2</c:v>
                </c:pt>
                <c:pt idx="5186">
                  <c:v>3.9040545965475681E-2</c:v>
                </c:pt>
                <c:pt idx="5187">
                  <c:v>3.8890004014451973E-2</c:v>
                </c:pt>
                <c:pt idx="5188">
                  <c:v>3.919108791649939E-2</c:v>
                </c:pt>
                <c:pt idx="5189">
                  <c:v>3.9241268566840626E-2</c:v>
                </c:pt>
                <c:pt idx="5190">
                  <c:v>3.8940184664793209E-2</c:v>
                </c:pt>
                <c:pt idx="5191">
                  <c:v>3.9140907266158154E-2</c:v>
                </c:pt>
                <c:pt idx="5192">
                  <c:v>3.9140907266158154E-2</c:v>
                </c:pt>
                <c:pt idx="5193">
                  <c:v>3.9090726615816918E-2</c:v>
                </c:pt>
                <c:pt idx="5194">
                  <c:v>3.9241268566840626E-2</c:v>
                </c:pt>
                <c:pt idx="5195">
                  <c:v>3.8940184664793209E-2</c:v>
                </c:pt>
                <c:pt idx="5196">
                  <c:v>3.7886391007627473E-2</c:v>
                </c:pt>
                <c:pt idx="5197">
                  <c:v>3.8087113608992418E-2</c:v>
                </c:pt>
                <c:pt idx="5198">
                  <c:v>3.7484945804897585E-2</c:v>
                </c:pt>
                <c:pt idx="5199">
                  <c:v>3.7685668406262529E-2</c:v>
                </c:pt>
                <c:pt idx="5200">
                  <c:v>3.7535126455238821E-2</c:v>
                </c:pt>
                <c:pt idx="5201">
                  <c:v>3.8087113608992418E-2</c:v>
                </c:pt>
                <c:pt idx="5202">
                  <c:v>3.8488558811722084E-2</c:v>
                </c:pt>
                <c:pt idx="5203">
                  <c:v>3.8488558811722084E-2</c:v>
                </c:pt>
                <c:pt idx="5204">
                  <c:v>3.7585307105580057E-2</c:v>
                </c:pt>
                <c:pt idx="5205">
                  <c:v>3.8087113608992418E-2</c:v>
                </c:pt>
                <c:pt idx="5206">
                  <c:v>3.8087113608992418E-2</c:v>
                </c:pt>
                <c:pt idx="5207">
                  <c:v>3.8137294259333654E-2</c:v>
                </c:pt>
                <c:pt idx="5208">
                  <c:v>3.8187474909674668E-2</c:v>
                </c:pt>
                <c:pt idx="5209">
                  <c:v>3.7535126455238821E-2</c:v>
                </c:pt>
                <c:pt idx="5210">
                  <c:v>3.7484945804897585E-2</c:v>
                </c:pt>
                <c:pt idx="5211">
                  <c:v>3.8087113608992418E-2</c:v>
                </c:pt>
                <c:pt idx="5212">
                  <c:v>3.7986752308309946E-2</c:v>
                </c:pt>
                <c:pt idx="5213">
                  <c:v>3.8639100762745793E-2</c:v>
                </c:pt>
                <c:pt idx="5214">
                  <c:v>3.8087113608992418E-2</c:v>
                </c:pt>
                <c:pt idx="5215">
                  <c:v>3.8538739462063543E-2</c:v>
                </c:pt>
                <c:pt idx="5216">
                  <c:v>3.8187474909674668E-2</c:v>
                </c:pt>
                <c:pt idx="5217">
                  <c:v>3.8538739462063543E-2</c:v>
                </c:pt>
                <c:pt idx="5218">
                  <c:v>3.8438378161380848E-2</c:v>
                </c:pt>
                <c:pt idx="5219">
                  <c:v>3.8588920112404557E-2</c:v>
                </c:pt>
                <c:pt idx="5220">
                  <c:v>3.8890004014451973E-2</c:v>
                </c:pt>
                <c:pt idx="5221">
                  <c:v>3.8890004014451973E-2</c:v>
                </c:pt>
                <c:pt idx="5222">
                  <c:v>3.8287836210357362E-2</c:v>
                </c:pt>
                <c:pt idx="5223">
                  <c:v>3.8087113608992418E-2</c:v>
                </c:pt>
                <c:pt idx="5224">
                  <c:v>3.8488558811722084E-2</c:v>
                </c:pt>
                <c:pt idx="5225">
                  <c:v>3.8588920112404557E-2</c:v>
                </c:pt>
                <c:pt idx="5226">
                  <c:v>3.7735849056603765E-2</c:v>
                </c:pt>
                <c:pt idx="5227">
                  <c:v>3.8488558811722084E-2</c:v>
                </c:pt>
                <c:pt idx="5228">
                  <c:v>3.8438378161380848E-2</c:v>
                </c:pt>
                <c:pt idx="5229">
                  <c:v>3.8588920112404557E-2</c:v>
                </c:pt>
                <c:pt idx="5230">
                  <c:v>3.8689281413087251E-2</c:v>
                </c:pt>
                <c:pt idx="5231">
                  <c:v>3.8438378161380848E-2</c:v>
                </c:pt>
                <c:pt idx="5232">
                  <c:v>3.8739462063428265E-2</c:v>
                </c:pt>
                <c:pt idx="5233">
                  <c:v>3.9040545965475681E-2</c:v>
                </c:pt>
                <c:pt idx="5234">
                  <c:v>3.9241268566840626E-2</c:v>
                </c:pt>
                <c:pt idx="5235">
                  <c:v>3.9241268566840626E-2</c:v>
                </c:pt>
                <c:pt idx="5236">
                  <c:v>3.9492171818546806E-2</c:v>
                </c:pt>
                <c:pt idx="5237">
                  <c:v>3.944199116820557E-2</c:v>
                </c:pt>
                <c:pt idx="5238">
                  <c:v>3.9893617021276473E-2</c:v>
                </c:pt>
                <c:pt idx="5239">
                  <c:v>4.0244881573665348E-2</c:v>
                </c:pt>
                <c:pt idx="5240">
                  <c:v>3.9793255720594223E-2</c:v>
                </c:pt>
                <c:pt idx="5241">
                  <c:v>3.9943797671617931E-2</c:v>
                </c:pt>
                <c:pt idx="5242">
                  <c:v>3.9642713769570515E-2</c:v>
                </c:pt>
                <c:pt idx="5243">
                  <c:v>3.9642713769570515E-2</c:v>
                </c:pt>
                <c:pt idx="5244">
                  <c:v>4.0295062224006362E-2</c:v>
                </c:pt>
                <c:pt idx="5245">
                  <c:v>4.0796868727418723E-2</c:v>
                </c:pt>
                <c:pt idx="5246">
                  <c:v>4.0144520272982653E-2</c:v>
                </c:pt>
                <c:pt idx="5247">
                  <c:v>4.0244881573665348E-2</c:v>
                </c:pt>
                <c:pt idx="5248">
                  <c:v>4.0847049377759959E-2</c:v>
                </c:pt>
                <c:pt idx="5249">
                  <c:v>4.0545965475712542E-2</c:v>
                </c:pt>
                <c:pt idx="5250">
                  <c:v>4.0847049377759959E-2</c:v>
                </c:pt>
                <c:pt idx="5251">
                  <c:v>3.9993978321958945E-2</c:v>
                </c:pt>
                <c:pt idx="5252">
                  <c:v>4.0295062224006362E-2</c:v>
                </c:pt>
                <c:pt idx="5253">
                  <c:v>4.0244881573665348E-2</c:v>
                </c:pt>
                <c:pt idx="5254">
                  <c:v>4.0395423524688834E-2</c:v>
                </c:pt>
                <c:pt idx="5255">
                  <c:v>4.0295062224006362E-2</c:v>
                </c:pt>
                <c:pt idx="5256">
                  <c:v>4.0094339622641639E-2</c:v>
                </c:pt>
                <c:pt idx="5257">
                  <c:v>4.0244881573665348E-2</c:v>
                </c:pt>
                <c:pt idx="5258">
                  <c:v>4.0345242874347598E-2</c:v>
                </c:pt>
                <c:pt idx="5259">
                  <c:v>4.0545965475712542E-2</c:v>
                </c:pt>
                <c:pt idx="5260">
                  <c:v>4.0997591328783667E-2</c:v>
                </c:pt>
                <c:pt idx="5261">
                  <c:v>4.0897230028101195E-2</c:v>
                </c:pt>
                <c:pt idx="5262">
                  <c:v>4.069650742673625E-2</c:v>
                </c:pt>
                <c:pt idx="5263">
                  <c:v>4.044560417503007E-2</c:v>
                </c:pt>
                <c:pt idx="5264">
                  <c:v>4.0545965475712542E-2</c:v>
                </c:pt>
                <c:pt idx="5265">
                  <c:v>3.9743075070252765E-2</c:v>
                </c:pt>
                <c:pt idx="5266">
                  <c:v>4.0295062224006362E-2</c:v>
                </c:pt>
                <c:pt idx="5267">
                  <c:v>4.0295062224006362E-2</c:v>
                </c:pt>
                <c:pt idx="5268">
                  <c:v>4.0796868727418723E-2</c:v>
                </c:pt>
                <c:pt idx="5269">
                  <c:v>4.0545965475712542E-2</c:v>
                </c:pt>
                <c:pt idx="5270">
                  <c:v>4.0244881573665348E-2</c:v>
                </c:pt>
                <c:pt idx="5271">
                  <c:v>4.044560417503007E-2</c:v>
                </c:pt>
                <c:pt idx="5272">
                  <c:v>4.0897230028101195E-2</c:v>
                </c:pt>
                <c:pt idx="5273">
                  <c:v>4.0796868727418723E-2</c:v>
                </c:pt>
                <c:pt idx="5274">
                  <c:v>4.0094339622641639E-2</c:v>
                </c:pt>
                <c:pt idx="5275">
                  <c:v>4.0897230028101195E-2</c:v>
                </c:pt>
                <c:pt idx="5276">
                  <c:v>4.1097952629466139E-2</c:v>
                </c:pt>
                <c:pt idx="5277">
                  <c:v>4.170012043356075E-2</c:v>
                </c:pt>
                <c:pt idx="5278">
                  <c:v>4.1148133279807153E-2</c:v>
                </c:pt>
                <c:pt idx="5279">
                  <c:v>4.0847049377759959E-2</c:v>
                </c:pt>
                <c:pt idx="5280">
                  <c:v>4.1148133279807153E-2</c:v>
                </c:pt>
                <c:pt idx="5281">
                  <c:v>4.0997591328783667E-2</c:v>
                </c:pt>
                <c:pt idx="5282">
                  <c:v>4.1549578482537042E-2</c:v>
                </c:pt>
                <c:pt idx="5283">
                  <c:v>4.1599759132878278E-2</c:v>
                </c:pt>
                <c:pt idx="5284">
                  <c:v>4.170012043356075E-2</c:v>
                </c:pt>
                <c:pt idx="5285">
                  <c:v>4.170012043356075E-2</c:v>
                </c:pt>
                <c:pt idx="5286">
                  <c:v>4.170012043356075E-2</c:v>
                </c:pt>
                <c:pt idx="5287">
                  <c:v>4.1900843034925694E-2</c:v>
                </c:pt>
                <c:pt idx="5288">
                  <c:v>4.1900843034925694E-2</c:v>
                </c:pt>
                <c:pt idx="5289">
                  <c:v>4.1750301083901986E-2</c:v>
                </c:pt>
                <c:pt idx="5290">
                  <c:v>4.2101565636290639E-2</c:v>
                </c:pt>
                <c:pt idx="5291">
                  <c:v>4.1850662384584458E-2</c:v>
                </c:pt>
                <c:pt idx="5292">
                  <c:v>4.2252107587314347E-2</c:v>
                </c:pt>
                <c:pt idx="5293">
                  <c:v>4.1649939783219736E-2</c:v>
                </c:pt>
                <c:pt idx="5294">
                  <c:v>4.1599759132878278E-2</c:v>
                </c:pt>
                <c:pt idx="5295">
                  <c:v>4.1599759132878278E-2</c:v>
                </c:pt>
                <c:pt idx="5296">
                  <c:v>4.1850662384584458E-2</c:v>
                </c:pt>
                <c:pt idx="5297">
                  <c:v>4.1850662384584458E-2</c:v>
                </c:pt>
                <c:pt idx="5298">
                  <c:v>4.1348855881172319E-2</c:v>
                </c:pt>
                <c:pt idx="5299">
                  <c:v>4.1198313930148611E-2</c:v>
                </c:pt>
                <c:pt idx="5300">
                  <c:v>4.1348855881172319E-2</c:v>
                </c:pt>
                <c:pt idx="5301">
                  <c:v>4.1850662384584458E-2</c:v>
                </c:pt>
                <c:pt idx="5302">
                  <c:v>4.1599759132878278E-2</c:v>
                </c:pt>
                <c:pt idx="5303">
                  <c:v>4.1499397832196028E-2</c:v>
                </c:pt>
                <c:pt idx="5304">
                  <c:v>4.144921718185457E-2</c:v>
                </c:pt>
                <c:pt idx="5305">
                  <c:v>4.1348855881172319E-2</c:v>
                </c:pt>
                <c:pt idx="5306">
                  <c:v>4.1900843034925694E-2</c:v>
                </c:pt>
                <c:pt idx="5307">
                  <c:v>4.1750301083901986E-2</c:v>
                </c:pt>
                <c:pt idx="5308">
                  <c:v>4.1900843034925694E-2</c:v>
                </c:pt>
                <c:pt idx="5309">
                  <c:v>4.2001204335608167E-2</c:v>
                </c:pt>
                <c:pt idx="5310">
                  <c:v>4.2352468887996819E-2</c:v>
                </c:pt>
                <c:pt idx="5311">
                  <c:v>4.2151746286631875E-2</c:v>
                </c:pt>
                <c:pt idx="5312">
                  <c:v>4.2201926936973111E-2</c:v>
                </c:pt>
                <c:pt idx="5313">
                  <c:v>4.1800481734243444E-2</c:v>
                </c:pt>
                <c:pt idx="5314">
                  <c:v>4.2302288237655583E-2</c:v>
                </c:pt>
                <c:pt idx="5315">
                  <c:v>4.2252107587314347E-2</c:v>
                </c:pt>
                <c:pt idx="5316">
                  <c:v>4.2352468887996819E-2</c:v>
                </c:pt>
                <c:pt idx="5317">
                  <c:v>4.2051384985949403E-2</c:v>
                </c:pt>
                <c:pt idx="5318">
                  <c:v>4.2252107587314347E-2</c:v>
                </c:pt>
                <c:pt idx="5319">
                  <c:v>4.195102368526693E-2</c:v>
                </c:pt>
                <c:pt idx="5320">
                  <c:v>4.2252107587314347E-2</c:v>
                </c:pt>
                <c:pt idx="5321">
                  <c:v>4.1800481734243444E-2</c:v>
                </c:pt>
                <c:pt idx="5322">
                  <c:v>4.1800481734243444E-2</c:v>
                </c:pt>
                <c:pt idx="5323">
                  <c:v>4.1800481734243444E-2</c:v>
                </c:pt>
                <c:pt idx="5324">
                  <c:v>4.1399036531513556E-2</c:v>
                </c:pt>
                <c:pt idx="5325">
                  <c:v>4.2302288237655583E-2</c:v>
                </c:pt>
                <c:pt idx="5326">
                  <c:v>4.2302288237655583E-2</c:v>
                </c:pt>
                <c:pt idx="5327">
                  <c:v>4.2503010839020527E-2</c:v>
                </c:pt>
                <c:pt idx="5328">
                  <c:v>4.2603372139703E-2</c:v>
                </c:pt>
                <c:pt idx="5329">
                  <c:v>4.2302288237655583E-2</c:v>
                </c:pt>
                <c:pt idx="5330">
                  <c:v>4.1900843034925694E-2</c:v>
                </c:pt>
                <c:pt idx="5331">
                  <c:v>4.2402649538338055E-2</c:v>
                </c:pt>
                <c:pt idx="5332">
                  <c:v>4.2201926936973111E-2</c:v>
                </c:pt>
                <c:pt idx="5333">
                  <c:v>4.2603372139703E-2</c:v>
                </c:pt>
                <c:pt idx="5334">
                  <c:v>4.2151746286631875E-2</c:v>
                </c:pt>
                <c:pt idx="5335">
                  <c:v>4.2352468887996819E-2</c:v>
                </c:pt>
                <c:pt idx="5336">
                  <c:v>4.2653552790044236E-2</c:v>
                </c:pt>
                <c:pt idx="5337">
                  <c:v>4.2753914090726708E-2</c:v>
                </c:pt>
                <c:pt idx="5338">
                  <c:v>4.295463669209143E-2</c:v>
                </c:pt>
                <c:pt idx="5339">
                  <c:v>4.3004817342432666E-2</c:v>
                </c:pt>
                <c:pt idx="5340">
                  <c:v>4.3054997992774124E-2</c:v>
                </c:pt>
                <c:pt idx="5341">
                  <c:v>4.3205539943797611E-2</c:v>
                </c:pt>
                <c:pt idx="5342">
                  <c:v>4.2603372139703E-2</c:v>
                </c:pt>
                <c:pt idx="5343">
                  <c:v>4.2804094741067944E-2</c:v>
                </c:pt>
                <c:pt idx="5344">
                  <c:v>4.2904456041750416E-2</c:v>
                </c:pt>
                <c:pt idx="5345">
                  <c:v>4.2804094741067944E-2</c:v>
                </c:pt>
                <c:pt idx="5346">
                  <c:v>4.3155359293456375E-2</c:v>
                </c:pt>
                <c:pt idx="5347">
                  <c:v>4.295463669209143E-2</c:v>
                </c:pt>
                <c:pt idx="5348">
                  <c:v>4.3105178643115138E-2</c:v>
                </c:pt>
                <c:pt idx="5349">
                  <c:v>4.3004817342432666E-2</c:v>
                </c:pt>
                <c:pt idx="5350">
                  <c:v>4.3305901244480083E-2</c:v>
                </c:pt>
                <c:pt idx="5351">
                  <c:v>4.2804094741067944E-2</c:v>
                </c:pt>
                <c:pt idx="5352">
                  <c:v>4.2804094741067944E-2</c:v>
                </c:pt>
                <c:pt idx="5353">
                  <c:v>4.3356081894821319E-2</c:v>
                </c:pt>
                <c:pt idx="5354">
                  <c:v>4.2553191489361541E-2</c:v>
                </c:pt>
                <c:pt idx="5355">
                  <c:v>4.3155359293456375E-2</c:v>
                </c:pt>
                <c:pt idx="5356">
                  <c:v>4.3155359293456375E-2</c:v>
                </c:pt>
                <c:pt idx="5357">
                  <c:v>4.3305901244480083E-2</c:v>
                </c:pt>
                <c:pt idx="5358">
                  <c:v>4.295463669209143E-2</c:v>
                </c:pt>
                <c:pt idx="5359">
                  <c:v>4.3456443195503791E-2</c:v>
                </c:pt>
                <c:pt idx="5360">
                  <c:v>4.3406262545162555E-2</c:v>
                </c:pt>
                <c:pt idx="5361">
                  <c:v>4.3255720594138847E-2</c:v>
                </c:pt>
                <c:pt idx="5362">
                  <c:v>4.195102368526693E-2</c:v>
                </c:pt>
                <c:pt idx="5363">
                  <c:v>4.3305901244480083E-2</c:v>
                </c:pt>
                <c:pt idx="5364">
                  <c:v>4.270373344038525E-2</c:v>
                </c:pt>
                <c:pt idx="5365">
                  <c:v>4.3004817342432666E-2</c:v>
                </c:pt>
                <c:pt idx="5366">
                  <c:v>4.2653552790044236E-2</c:v>
                </c:pt>
                <c:pt idx="5367">
                  <c:v>4.295463669209143E-2</c:v>
                </c:pt>
                <c:pt idx="5368">
                  <c:v>4.3205539943797611E-2</c:v>
                </c:pt>
                <c:pt idx="5369">
                  <c:v>4.3155359293456375E-2</c:v>
                </c:pt>
                <c:pt idx="5370">
                  <c:v>4.2904456041750416E-2</c:v>
                </c:pt>
                <c:pt idx="5371">
                  <c:v>4.2653552790044236E-2</c:v>
                </c:pt>
                <c:pt idx="5372">
                  <c:v>4.2503010839020527E-2</c:v>
                </c:pt>
                <c:pt idx="5373">
                  <c:v>4.2503010839020527E-2</c:v>
                </c:pt>
                <c:pt idx="5374">
                  <c:v>4.2653552790044236E-2</c:v>
                </c:pt>
                <c:pt idx="5375">
                  <c:v>4.3406262545162555E-2</c:v>
                </c:pt>
                <c:pt idx="5376">
                  <c:v>4.2452830188679291E-2</c:v>
                </c:pt>
                <c:pt idx="5377">
                  <c:v>4.2503010839020527E-2</c:v>
                </c:pt>
                <c:pt idx="5378">
                  <c:v>4.2201926936973111E-2</c:v>
                </c:pt>
                <c:pt idx="5379">
                  <c:v>4.1649939783219736E-2</c:v>
                </c:pt>
                <c:pt idx="5380">
                  <c:v>4.2553191489361541E-2</c:v>
                </c:pt>
                <c:pt idx="5381">
                  <c:v>4.2151746286631875E-2</c:v>
                </c:pt>
                <c:pt idx="5382">
                  <c:v>4.2402649538338055E-2</c:v>
                </c:pt>
                <c:pt idx="5383">
                  <c:v>4.2352468887996819E-2</c:v>
                </c:pt>
                <c:pt idx="5384">
                  <c:v>4.2001204335608167E-2</c:v>
                </c:pt>
                <c:pt idx="5385">
                  <c:v>4.1599759132878278E-2</c:v>
                </c:pt>
                <c:pt idx="5386">
                  <c:v>4.2051384985949403E-2</c:v>
                </c:pt>
                <c:pt idx="5387">
                  <c:v>4.2101565636290639E-2</c:v>
                </c:pt>
                <c:pt idx="5388">
                  <c:v>4.2051384985949403E-2</c:v>
                </c:pt>
                <c:pt idx="5389">
                  <c:v>4.2101565636290639E-2</c:v>
                </c:pt>
                <c:pt idx="5390">
                  <c:v>4.0997591328783667E-2</c:v>
                </c:pt>
                <c:pt idx="5391">
                  <c:v>4.1348855881172319E-2</c:v>
                </c:pt>
                <c:pt idx="5392">
                  <c:v>4.1198313930148611E-2</c:v>
                </c:pt>
                <c:pt idx="5393">
                  <c:v>4.1499397832196028E-2</c:v>
                </c:pt>
                <c:pt idx="5394">
                  <c:v>4.0796868727418723E-2</c:v>
                </c:pt>
                <c:pt idx="5395">
                  <c:v>4.1047771979124903E-2</c:v>
                </c:pt>
                <c:pt idx="5396">
                  <c:v>4.1148133279807153E-2</c:v>
                </c:pt>
                <c:pt idx="5397">
                  <c:v>4.1148133279807153E-2</c:v>
                </c:pt>
                <c:pt idx="5398">
                  <c:v>4.0997591328783667E-2</c:v>
                </c:pt>
                <c:pt idx="5399">
                  <c:v>4.0746688077077486E-2</c:v>
                </c:pt>
                <c:pt idx="5400">
                  <c:v>4.0847049377759959E-2</c:v>
                </c:pt>
                <c:pt idx="5401">
                  <c:v>4.0596146126053778E-2</c:v>
                </c:pt>
                <c:pt idx="5402">
                  <c:v>4.0796868727418723E-2</c:v>
                </c:pt>
                <c:pt idx="5403">
                  <c:v>4.0847049377759959E-2</c:v>
                </c:pt>
                <c:pt idx="5404">
                  <c:v>3.9743075070252765E-2</c:v>
                </c:pt>
                <c:pt idx="5405">
                  <c:v>3.9993978321958945E-2</c:v>
                </c:pt>
                <c:pt idx="5406">
                  <c:v>4.0345242874347598E-2</c:v>
                </c:pt>
                <c:pt idx="5407">
                  <c:v>4.0746688077077486E-2</c:v>
                </c:pt>
                <c:pt idx="5408">
                  <c:v>4.0947410678442431E-2</c:v>
                </c:pt>
                <c:pt idx="5409">
                  <c:v>4.0495784825371306E-2</c:v>
                </c:pt>
                <c:pt idx="5410">
                  <c:v>4.0345242874347598E-2</c:v>
                </c:pt>
                <c:pt idx="5411">
                  <c:v>4.0395423524688834E-2</c:v>
                </c:pt>
                <c:pt idx="5412">
                  <c:v>4.1047771979124903E-2</c:v>
                </c:pt>
                <c:pt idx="5413">
                  <c:v>4.1097952629466139E-2</c:v>
                </c:pt>
                <c:pt idx="5414">
                  <c:v>4.1097952629466139E-2</c:v>
                </c:pt>
                <c:pt idx="5415">
                  <c:v>4.0495784825371306E-2</c:v>
                </c:pt>
                <c:pt idx="5416">
                  <c:v>4.069650742673625E-2</c:v>
                </c:pt>
                <c:pt idx="5417">
                  <c:v>4.0646326776395014E-2</c:v>
                </c:pt>
                <c:pt idx="5418">
                  <c:v>3.9542352468888042E-2</c:v>
                </c:pt>
                <c:pt idx="5419">
                  <c:v>3.9692894419911751E-2</c:v>
                </c:pt>
                <c:pt idx="5420">
                  <c:v>3.9642713769570515E-2</c:v>
                </c:pt>
                <c:pt idx="5421">
                  <c:v>3.9642713769570515E-2</c:v>
                </c:pt>
                <c:pt idx="5422">
                  <c:v>3.9040545965475681E-2</c:v>
                </c:pt>
                <c:pt idx="5423">
                  <c:v>3.944199116820557E-2</c:v>
                </c:pt>
                <c:pt idx="5424">
                  <c:v>3.9241268566840626E-2</c:v>
                </c:pt>
                <c:pt idx="5425">
                  <c:v>3.9291449217181862E-2</c:v>
                </c:pt>
                <c:pt idx="5426">
                  <c:v>3.944199116820557E-2</c:v>
                </c:pt>
                <c:pt idx="5427">
                  <c:v>3.9642713769570515E-2</c:v>
                </c:pt>
                <c:pt idx="5428">
                  <c:v>3.8639100762745793E-2</c:v>
                </c:pt>
                <c:pt idx="5429">
                  <c:v>3.9090726615816918E-2</c:v>
                </c:pt>
                <c:pt idx="5430">
                  <c:v>3.8388197511039834E-2</c:v>
                </c:pt>
                <c:pt idx="5431">
                  <c:v>3.8940184664793209E-2</c:v>
                </c:pt>
                <c:pt idx="5432">
                  <c:v>3.7685668406262529E-2</c:v>
                </c:pt>
                <c:pt idx="5433">
                  <c:v>3.8287836210357362E-2</c:v>
                </c:pt>
                <c:pt idx="5434">
                  <c:v>3.8388197511039834E-2</c:v>
                </c:pt>
                <c:pt idx="5435">
                  <c:v>3.8689281413087251E-2</c:v>
                </c:pt>
                <c:pt idx="5436">
                  <c:v>3.8839823364110737E-2</c:v>
                </c:pt>
                <c:pt idx="5437">
                  <c:v>3.8839823364110737E-2</c:v>
                </c:pt>
                <c:pt idx="5438">
                  <c:v>3.8588920112404557E-2</c:v>
                </c:pt>
                <c:pt idx="5439">
                  <c:v>3.8488558811722084E-2</c:v>
                </c:pt>
                <c:pt idx="5440">
                  <c:v>3.8588920112404557E-2</c:v>
                </c:pt>
                <c:pt idx="5441">
                  <c:v>3.8438378161380848E-2</c:v>
                </c:pt>
                <c:pt idx="5442">
                  <c:v>3.8890004014451973E-2</c:v>
                </c:pt>
                <c:pt idx="5443">
                  <c:v>3.9090726615816918E-2</c:v>
                </c:pt>
                <c:pt idx="5444">
                  <c:v>3.8940184664793209E-2</c:v>
                </c:pt>
                <c:pt idx="5445">
                  <c:v>3.9592533119229056E-2</c:v>
                </c:pt>
                <c:pt idx="5446">
                  <c:v>3.8940184664793209E-2</c:v>
                </c:pt>
                <c:pt idx="5447">
                  <c:v>3.8789642713769501E-2</c:v>
                </c:pt>
                <c:pt idx="5448">
                  <c:v>3.9341629867523098E-2</c:v>
                </c:pt>
                <c:pt idx="5449">
                  <c:v>3.8839823364110737E-2</c:v>
                </c:pt>
                <c:pt idx="5450">
                  <c:v>3.9090726615816918E-2</c:v>
                </c:pt>
                <c:pt idx="5451">
                  <c:v>3.9291449217181862E-2</c:v>
                </c:pt>
                <c:pt idx="5452">
                  <c:v>3.944199116820557E-2</c:v>
                </c:pt>
                <c:pt idx="5453">
                  <c:v>3.9391810517864334E-2</c:v>
                </c:pt>
                <c:pt idx="5454">
                  <c:v>3.9391810517864334E-2</c:v>
                </c:pt>
                <c:pt idx="5455">
                  <c:v>3.8940184664793209E-2</c:v>
                </c:pt>
                <c:pt idx="5456">
                  <c:v>3.9040545965475681E-2</c:v>
                </c:pt>
                <c:pt idx="5457">
                  <c:v>3.9040545965475681E-2</c:v>
                </c:pt>
                <c:pt idx="5458">
                  <c:v>3.944199116820557E-2</c:v>
                </c:pt>
                <c:pt idx="5459">
                  <c:v>3.9241268566840626E-2</c:v>
                </c:pt>
                <c:pt idx="5460">
                  <c:v>3.919108791649939E-2</c:v>
                </c:pt>
                <c:pt idx="5461">
                  <c:v>3.9241268566840626E-2</c:v>
                </c:pt>
                <c:pt idx="5462">
                  <c:v>3.944199116820557E-2</c:v>
                </c:pt>
                <c:pt idx="5463">
                  <c:v>3.9492171818546806E-2</c:v>
                </c:pt>
                <c:pt idx="5464">
                  <c:v>3.9391810517864334E-2</c:v>
                </c:pt>
                <c:pt idx="5465">
                  <c:v>3.944199116820557E-2</c:v>
                </c:pt>
                <c:pt idx="5466">
                  <c:v>3.919108791649939E-2</c:v>
                </c:pt>
                <c:pt idx="5467">
                  <c:v>3.9140907266158154E-2</c:v>
                </c:pt>
                <c:pt idx="5468">
                  <c:v>3.9642713769570515E-2</c:v>
                </c:pt>
                <c:pt idx="5469">
                  <c:v>3.9140907266158154E-2</c:v>
                </c:pt>
                <c:pt idx="5470">
                  <c:v>3.919108791649939E-2</c:v>
                </c:pt>
                <c:pt idx="5471">
                  <c:v>3.9542352468888042E-2</c:v>
                </c:pt>
                <c:pt idx="5472">
                  <c:v>3.8990365315134445E-2</c:v>
                </c:pt>
                <c:pt idx="5473">
                  <c:v>3.8689281413087251E-2</c:v>
                </c:pt>
                <c:pt idx="5474">
                  <c:v>3.9140907266158154E-2</c:v>
                </c:pt>
                <c:pt idx="5475">
                  <c:v>3.9241268566840626E-2</c:v>
                </c:pt>
                <c:pt idx="5476">
                  <c:v>3.9241268566840626E-2</c:v>
                </c:pt>
                <c:pt idx="5477">
                  <c:v>3.9040545965475681E-2</c:v>
                </c:pt>
                <c:pt idx="5478">
                  <c:v>3.8438378161380848E-2</c:v>
                </c:pt>
                <c:pt idx="5479">
                  <c:v>3.8839823364110737E-2</c:v>
                </c:pt>
                <c:pt idx="5480">
                  <c:v>3.9040545965475681E-2</c:v>
                </c:pt>
                <c:pt idx="5481">
                  <c:v>3.8789642713769501E-2</c:v>
                </c:pt>
                <c:pt idx="5482">
                  <c:v>3.9391810517864334E-2</c:v>
                </c:pt>
                <c:pt idx="5483">
                  <c:v>3.9241268566840626E-2</c:v>
                </c:pt>
                <c:pt idx="5484">
                  <c:v>3.8839823364110737E-2</c:v>
                </c:pt>
                <c:pt idx="5485">
                  <c:v>3.8940184664793209E-2</c:v>
                </c:pt>
                <c:pt idx="5486">
                  <c:v>3.9090726615816918E-2</c:v>
                </c:pt>
                <c:pt idx="5487">
                  <c:v>3.919108791649939E-2</c:v>
                </c:pt>
                <c:pt idx="5488">
                  <c:v>3.8789642713769501E-2</c:v>
                </c:pt>
                <c:pt idx="5489">
                  <c:v>3.9090726615816918E-2</c:v>
                </c:pt>
                <c:pt idx="5490">
                  <c:v>3.8940184664793209E-2</c:v>
                </c:pt>
                <c:pt idx="5491">
                  <c:v>3.8689281413087251E-2</c:v>
                </c:pt>
                <c:pt idx="5492">
                  <c:v>3.8789642713769501E-2</c:v>
                </c:pt>
                <c:pt idx="5493">
                  <c:v>3.8588920112404557E-2</c:v>
                </c:pt>
                <c:pt idx="5494">
                  <c:v>3.8789642713769501E-2</c:v>
                </c:pt>
                <c:pt idx="5495">
                  <c:v>3.9040545965475681E-2</c:v>
                </c:pt>
                <c:pt idx="5496">
                  <c:v>3.8890004014451973E-2</c:v>
                </c:pt>
                <c:pt idx="5497">
                  <c:v>3.8639100762745793E-2</c:v>
                </c:pt>
                <c:pt idx="5498">
                  <c:v>3.8839823364110737E-2</c:v>
                </c:pt>
                <c:pt idx="5499">
                  <c:v>3.8388197511039834E-2</c:v>
                </c:pt>
                <c:pt idx="5500">
                  <c:v>3.8388197511039834E-2</c:v>
                </c:pt>
                <c:pt idx="5501">
                  <c:v>3.8689281413087251E-2</c:v>
                </c:pt>
                <c:pt idx="5502">
                  <c:v>3.7836210357286237E-2</c:v>
                </c:pt>
                <c:pt idx="5503">
                  <c:v>3.8087113608992418E-2</c:v>
                </c:pt>
                <c:pt idx="5504">
                  <c:v>3.8287836210357362E-2</c:v>
                </c:pt>
                <c:pt idx="5505">
                  <c:v>3.8187474909674668E-2</c:v>
                </c:pt>
                <c:pt idx="5506">
                  <c:v>3.8237655560016126E-2</c:v>
                </c:pt>
                <c:pt idx="5507">
                  <c:v>3.8488558811722084E-2</c:v>
                </c:pt>
                <c:pt idx="5508">
                  <c:v>3.8388197511039834E-2</c:v>
                </c:pt>
                <c:pt idx="5509">
                  <c:v>3.8388197511039834E-2</c:v>
                </c:pt>
                <c:pt idx="5510">
                  <c:v>3.7384584504215113E-2</c:v>
                </c:pt>
                <c:pt idx="5511">
                  <c:v>3.7434765154556349E-2</c:v>
                </c:pt>
                <c:pt idx="5512">
                  <c:v>3.6832597350461738E-2</c:v>
                </c:pt>
                <c:pt idx="5513">
                  <c:v>3.6732236049779265E-2</c:v>
                </c:pt>
                <c:pt idx="5514">
                  <c:v>3.703331995182646E-2</c:v>
                </c:pt>
                <c:pt idx="5515">
                  <c:v>3.5929345644319488E-2</c:v>
                </c:pt>
                <c:pt idx="5516">
                  <c:v>3.6732236049779265E-2</c:v>
                </c:pt>
                <c:pt idx="5517">
                  <c:v>3.7133681252509154E-2</c:v>
                </c:pt>
                <c:pt idx="5518">
                  <c:v>3.7133681252509154E-2</c:v>
                </c:pt>
                <c:pt idx="5519">
                  <c:v>3.703331995182646E-2</c:v>
                </c:pt>
                <c:pt idx="5520">
                  <c:v>3.6631874749096793E-2</c:v>
                </c:pt>
                <c:pt idx="5521">
                  <c:v>3.6581694098755557E-2</c:v>
                </c:pt>
                <c:pt idx="5522">
                  <c:v>3.6330790847049377E-2</c:v>
                </c:pt>
                <c:pt idx="5523">
                  <c:v>3.6481332798073085E-2</c:v>
                </c:pt>
                <c:pt idx="5524">
                  <c:v>3.6682055399438029E-2</c:v>
                </c:pt>
                <c:pt idx="5525">
                  <c:v>3.7133681252509154E-2</c:v>
                </c:pt>
                <c:pt idx="5526">
                  <c:v>3.6682055399438029E-2</c:v>
                </c:pt>
                <c:pt idx="5527">
                  <c:v>3.6832597350461738E-2</c:v>
                </c:pt>
                <c:pt idx="5528">
                  <c:v>3.6932958651143988E-2</c:v>
                </c:pt>
                <c:pt idx="5529">
                  <c:v>3.6230429546366905E-2</c:v>
                </c:pt>
                <c:pt idx="5530">
                  <c:v>3.7183861902850168E-2</c:v>
                </c:pt>
                <c:pt idx="5531">
                  <c:v>3.6832597350461738E-2</c:v>
                </c:pt>
                <c:pt idx="5532">
                  <c:v>3.6581694098755557E-2</c:v>
                </c:pt>
                <c:pt idx="5533">
                  <c:v>3.6782416700120502E-2</c:v>
                </c:pt>
                <c:pt idx="5534">
                  <c:v>3.6732236049779265E-2</c:v>
                </c:pt>
                <c:pt idx="5535">
                  <c:v>3.6782416700120502E-2</c:v>
                </c:pt>
                <c:pt idx="5536">
                  <c:v>3.6481332798073085E-2</c:v>
                </c:pt>
                <c:pt idx="5537">
                  <c:v>3.6531513448414321E-2</c:v>
                </c:pt>
                <c:pt idx="5538">
                  <c:v>3.7183861902850168E-2</c:v>
                </c:pt>
                <c:pt idx="5539">
                  <c:v>3.7083500602167696E-2</c:v>
                </c:pt>
                <c:pt idx="5540">
                  <c:v>3.7234042553191404E-2</c:v>
                </c:pt>
                <c:pt idx="5541">
                  <c:v>3.7284223203532862E-2</c:v>
                </c:pt>
                <c:pt idx="5542">
                  <c:v>3.6932958651143988E-2</c:v>
                </c:pt>
                <c:pt idx="5543">
                  <c:v>3.6431152147731849E-2</c:v>
                </c:pt>
                <c:pt idx="5544">
                  <c:v>3.703331995182646E-2</c:v>
                </c:pt>
                <c:pt idx="5545">
                  <c:v>3.6882778000802752E-2</c:v>
                </c:pt>
                <c:pt idx="5546">
                  <c:v>3.7183861902850168E-2</c:v>
                </c:pt>
                <c:pt idx="5547">
                  <c:v>3.6782416700120502E-2</c:v>
                </c:pt>
                <c:pt idx="5548">
                  <c:v>3.7133681252509154E-2</c:v>
                </c:pt>
                <c:pt idx="5549">
                  <c:v>3.7183861902850168E-2</c:v>
                </c:pt>
                <c:pt idx="5550">
                  <c:v>3.6682055399438029E-2</c:v>
                </c:pt>
                <c:pt idx="5551">
                  <c:v>3.6782416700120502E-2</c:v>
                </c:pt>
                <c:pt idx="5552">
                  <c:v>3.6832597350461738E-2</c:v>
                </c:pt>
                <c:pt idx="5553">
                  <c:v>3.7334403853873876E-2</c:v>
                </c:pt>
                <c:pt idx="5554">
                  <c:v>3.7234042553191404E-2</c:v>
                </c:pt>
                <c:pt idx="5555">
                  <c:v>3.6983139301485446E-2</c:v>
                </c:pt>
                <c:pt idx="5556">
                  <c:v>3.7284223203532862E-2</c:v>
                </c:pt>
                <c:pt idx="5557">
                  <c:v>3.6079887595343196E-2</c:v>
                </c:pt>
                <c:pt idx="5558">
                  <c:v>3.6782416700120502E-2</c:v>
                </c:pt>
                <c:pt idx="5559">
                  <c:v>3.6832597350461738E-2</c:v>
                </c:pt>
                <c:pt idx="5560">
                  <c:v>3.7183861902850168E-2</c:v>
                </c:pt>
                <c:pt idx="5561">
                  <c:v>3.7183861902850168E-2</c:v>
                </c:pt>
                <c:pt idx="5562">
                  <c:v>3.7083500602167696E-2</c:v>
                </c:pt>
                <c:pt idx="5563">
                  <c:v>3.7133681252509154E-2</c:v>
                </c:pt>
                <c:pt idx="5564">
                  <c:v>3.6631874749096793E-2</c:v>
                </c:pt>
                <c:pt idx="5565">
                  <c:v>3.7284223203532862E-2</c:v>
                </c:pt>
                <c:pt idx="5566">
                  <c:v>3.6481332798073085E-2</c:v>
                </c:pt>
                <c:pt idx="5567">
                  <c:v>3.6932958651143988E-2</c:v>
                </c:pt>
                <c:pt idx="5568">
                  <c:v>3.6631874749096793E-2</c:v>
                </c:pt>
                <c:pt idx="5569">
                  <c:v>3.6581694098755557E-2</c:v>
                </c:pt>
                <c:pt idx="5570">
                  <c:v>3.6330790847049377E-2</c:v>
                </c:pt>
                <c:pt idx="5571">
                  <c:v>3.5728623042954766E-2</c:v>
                </c:pt>
                <c:pt idx="5572">
                  <c:v>3.5276997189883641E-2</c:v>
                </c:pt>
                <c:pt idx="5573">
                  <c:v>3.5527900441589821E-2</c:v>
                </c:pt>
                <c:pt idx="5574">
                  <c:v>3.5527900441589821E-2</c:v>
                </c:pt>
                <c:pt idx="5575">
                  <c:v>3.5578081091931058E-2</c:v>
                </c:pt>
                <c:pt idx="5576">
                  <c:v>3.5578081091931058E-2</c:v>
                </c:pt>
                <c:pt idx="5577">
                  <c:v>3.5427539140907349E-2</c:v>
                </c:pt>
                <c:pt idx="5578">
                  <c:v>3.4574468085106336E-2</c:v>
                </c:pt>
                <c:pt idx="5579">
                  <c:v>3.5276997189883641E-2</c:v>
                </c:pt>
                <c:pt idx="5580">
                  <c:v>3.5126455238859933E-2</c:v>
                </c:pt>
                <c:pt idx="5581">
                  <c:v>3.5076274588518697E-2</c:v>
                </c:pt>
                <c:pt idx="5582">
                  <c:v>3.5026093938177461E-2</c:v>
                </c:pt>
                <c:pt idx="5583">
                  <c:v>3.5176635889201169E-2</c:v>
                </c:pt>
                <c:pt idx="5584">
                  <c:v>3.5176635889201169E-2</c:v>
                </c:pt>
                <c:pt idx="5585">
                  <c:v>3.45242874347651E-2</c:v>
                </c:pt>
                <c:pt idx="5586">
                  <c:v>3.4725010036130044E-2</c:v>
                </c:pt>
                <c:pt idx="5587">
                  <c:v>3.5176635889201169E-2</c:v>
                </c:pt>
                <c:pt idx="5588">
                  <c:v>3.5527900441589821E-2</c:v>
                </c:pt>
                <c:pt idx="5589">
                  <c:v>3.5427539140907349E-2</c:v>
                </c:pt>
                <c:pt idx="5590">
                  <c:v>3.5427539140907349E-2</c:v>
                </c:pt>
                <c:pt idx="5591">
                  <c:v>3.5276997189883641E-2</c:v>
                </c:pt>
                <c:pt idx="5592">
                  <c:v>3.5026093938177461E-2</c:v>
                </c:pt>
                <c:pt idx="5593">
                  <c:v>3.5427539140907349E-2</c:v>
                </c:pt>
                <c:pt idx="5594">
                  <c:v>3.5427539140907349E-2</c:v>
                </c:pt>
                <c:pt idx="5595">
                  <c:v>3.5527900441589821E-2</c:v>
                </c:pt>
                <c:pt idx="5596">
                  <c:v>3.5477719791248363E-2</c:v>
                </c:pt>
                <c:pt idx="5597">
                  <c:v>3.5477719791248363E-2</c:v>
                </c:pt>
                <c:pt idx="5598">
                  <c:v>3.4975913287836224E-2</c:v>
                </c:pt>
                <c:pt idx="5599">
                  <c:v>3.4825371336812516E-2</c:v>
                </c:pt>
                <c:pt idx="5600">
                  <c:v>3.5076274588518697E-2</c:v>
                </c:pt>
                <c:pt idx="5601">
                  <c:v>3.5477719791248363E-2</c:v>
                </c:pt>
                <c:pt idx="5602">
                  <c:v>3.5377358490566113E-2</c:v>
                </c:pt>
                <c:pt idx="5603">
                  <c:v>3.5226816539542405E-2</c:v>
                </c:pt>
                <c:pt idx="5604">
                  <c:v>3.5226816539542405E-2</c:v>
                </c:pt>
                <c:pt idx="5605">
                  <c:v>3.5728623042954766E-2</c:v>
                </c:pt>
                <c:pt idx="5606">
                  <c:v>3.5578081091931058E-2</c:v>
                </c:pt>
                <c:pt idx="5607">
                  <c:v>3.5728623042954766E-2</c:v>
                </c:pt>
                <c:pt idx="5608">
                  <c:v>3.5226816539542405E-2</c:v>
                </c:pt>
                <c:pt idx="5609">
                  <c:v>3.5276997189883641E-2</c:v>
                </c:pt>
                <c:pt idx="5610">
                  <c:v>3.5678442392613308E-2</c:v>
                </c:pt>
                <c:pt idx="5611">
                  <c:v>3.5226816539542405E-2</c:v>
                </c:pt>
                <c:pt idx="5612">
                  <c:v>3.5427539140907349E-2</c:v>
                </c:pt>
                <c:pt idx="5613">
                  <c:v>3.5226816539542405E-2</c:v>
                </c:pt>
                <c:pt idx="5614">
                  <c:v>3.5126455238859933E-2</c:v>
                </c:pt>
                <c:pt idx="5615">
                  <c:v>3.5026093938177461E-2</c:v>
                </c:pt>
                <c:pt idx="5616">
                  <c:v>3.5477719791248363E-2</c:v>
                </c:pt>
                <c:pt idx="5617">
                  <c:v>3.5678442392613308E-2</c:v>
                </c:pt>
                <c:pt idx="5618">
                  <c:v>3.5628261742272072E-2</c:v>
                </c:pt>
                <c:pt idx="5619">
                  <c:v>3.5879164993978252E-2</c:v>
                </c:pt>
                <c:pt idx="5620">
                  <c:v>3.5879164993978252E-2</c:v>
                </c:pt>
                <c:pt idx="5621">
                  <c:v>3.5828984343637016E-2</c:v>
                </c:pt>
                <c:pt idx="5622">
                  <c:v>3.6631874749096793E-2</c:v>
                </c:pt>
                <c:pt idx="5623">
                  <c:v>3.6682055399438029E-2</c:v>
                </c:pt>
                <c:pt idx="5624">
                  <c:v>3.6631874749096793E-2</c:v>
                </c:pt>
                <c:pt idx="5625">
                  <c:v>3.6832597350461738E-2</c:v>
                </c:pt>
                <c:pt idx="5626">
                  <c:v>3.6330790847049377E-2</c:v>
                </c:pt>
                <c:pt idx="5627">
                  <c:v>3.6180248896025669E-2</c:v>
                </c:pt>
                <c:pt idx="5628">
                  <c:v>3.6280610196708141E-2</c:v>
                </c:pt>
                <c:pt idx="5629">
                  <c:v>3.6280610196708141E-2</c:v>
                </c:pt>
                <c:pt idx="5630">
                  <c:v>3.6832597350461738E-2</c:v>
                </c:pt>
                <c:pt idx="5631">
                  <c:v>3.7083500602167696E-2</c:v>
                </c:pt>
                <c:pt idx="5632">
                  <c:v>3.7183861902850168E-2</c:v>
                </c:pt>
                <c:pt idx="5633">
                  <c:v>3.6531513448414321E-2</c:v>
                </c:pt>
                <c:pt idx="5634">
                  <c:v>3.6079887595343196E-2</c:v>
                </c:pt>
                <c:pt idx="5635">
                  <c:v>3.6230429546366905E-2</c:v>
                </c:pt>
                <c:pt idx="5636">
                  <c:v>3.6230429546366905E-2</c:v>
                </c:pt>
                <c:pt idx="5637">
                  <c:v>3.6330790847049377E-2</c:v>
                </c:pt>
                <c:pt idx="5638">
                  <c:v>3.6531513448414321E-2</c:v>
                </c:pt>
                <c:pt idx="5639">
                  <c:v>3.6431152147731849E-2</c:v>
                </c:pt>
                <c:pt idx="5640">
                  <c:v>3.6782416700120502E-2</c:v>
                </c:pt>
                <c:pt idx="5641">
                  <c:v>3.6230429546366905E-2</c:v>
                </c:pt>
                <c:pt idx="5642">
                  <c:v>3.6330790847049377E-2</c:v>
                </c:pt>
                <c:pt idx="5643">
                  <c:v>3.6983139301485446E-2</c:v>
                </c:pt>
                <c:pt idx="5644">
                  <c:v>3.6431152147731849E-2</c:v>
                </c:pt>
                <c:pt idx="5645">
                  <c:v>3.6932958651143988E-2</c:v>
                </c:pt>
                <c:pt idx="5646">
                  <c:v>3.6732236049779265E-2</c:v>
                </c:pt>
                <c:pt idx="5647">
                  <c:v>3.6882778000802752E-2</c:v>
                </c:pt>
                <c:pt idx="5648">
                  <c:v>3.6882778000802752E-2</c:v>
                </c:pt>
                <c:pt idx="5649">
                  <c:v>3.6882778000802752E-2</c:v>
                </c:pt>
                <c:pt idx="5650">
                  <c:v>3.6983139301485446E-2</c:v>
                </c:pt>
                <c:pt idx="5651">
                  <c:v>3.6782416700120502E-2</c:v>
                </c:pt>
                <c:pt idx="5652">
                  <c:v>3.6431152147731849E-2</c:v>
                </c:pt>
                <c:pt idx="5653">
                  <c:v>3.6531513448414321E-2</c:v>
                </c:pt>
                <c:pt idx="5654">
                  <c:v>3.6431152147731849E-2</c:v>
                </c:pt>
                <c:pt idx="5655">
                  <c:v>3.6431152147731849E-2</c:v>
                </c:pt>
                <c:pt idx="5656">
                  <c:v>3.6682055399438029E-2</c:v>
                </c:pt>
                <c:pt idx="5657">
                  <c:v>3.6732236049779265E-2</c:v>
                </c:pt>
                <c:pt idx="5658">
                  <c:v>3.6882778000802752E-2</c:v>
                </c:pt>
                <c:pt idx="5659">
                  <c:v>3.6832597350461738E-2</c:v>
                </c:pt>
                <c:pt idx="5660">
                  <c:v>3.6832597350461738E-2</c:v>
                </c:pt>
                <c:pt idx="5661">
                  <c:v>3.6882778000802752E-2</c:v>
                </c:pt>
                <c:pt idx="5662">
                  <c:v>3.6983139301485446E-2</c:v>
                </c:pt>
                <c:pt idx="5663">
                  <c:v>3.703331995182646E-2</c:v>
                </c:pt>
                <c:pt idx="5664">
                  <c:v>3.7334403853873876E-2</c:v>
                </c:pt>
                <c:pt idx="5665">
                  <c:v>3.7986752308309946E-2</c:v>
                </c:pt>
                <c:pt idx="5666">
                  <c:v>3.7434765154556349E-2</c:v>
                </c:pt>
                <c:pt idx="5667">
                  <c:v>3.7986752308309946E-2</c:v>
                </c:pt>
                <c:pt idx="5668">
                  <c:v>3.7735849056603765E-2</c:v>
                </c:pt>
                <c:pt idx="5669">
                  <c:v>3.7484945804897585E-2</c:v>
                </c:pt>
                <c:pt idx="5670">
                  <c:v>3.7986752308309946E-2</c:v>
                </c:pt>
                <c:pt idx="5671">
                  <c:v>3.7886391007627473E-2</c:v>
                </c:pt>
                <c:pt idx="5672">
                  <c:v>3.793657165796871E-2</c:v>
                </c:pt>
                <c:pt idx="5673">
                  <c:v>3.7836210357286237E-2</c:v>
                </c:pt>
                <c:pt idx="5674">
                  <c:v>3.793657165796871E-2</c:v>
                </c:pt>
                <c:pt idx="5675">
                  <c:v>3.7886391007627473E-2</c:v>
                </c:pt>
                <c:pt idx="5676">
                  <c:v>3.7786029706945001E-2</c:v>
                </c:pt>
                <c:pt idx="5677">
                  <c:v>3.7284223203532862E-2</c:v>
                </c:pt>
                <c:pt idx="5678">
                  <c:v>3.7786029706945001E-2</c:v>
                </c:pt>
                <c:pt idx="5679">
                  <c:v>3.7484945804897585E-2</c:v>
                </c:pt>
                <c:pt idx="5680">
                  <c:v>3.7434765154556349E-2</c:v>
                </c:pt>
                <c:pt idx="5681">
                  <c:v>3.7535126455238821E-2</c:v>
                </c:pt>
                <c:pt idx="5682">
                  <c:v>3.703331995182646E-2</c:v>
                </c:pt>
                <c:pt idx="5683">
                  <c:v>3.7886391007627473E-2</c:v>
                </c:pt>
                <c:pt idx="5684">
                  <c:v>3.8187474909674668E-2</c:v>
                </c:pt>
                <c:pt idx="5685">
                  <c:v>3.8287836210357362E-2</c:v>
                </c:pt>
                <c:pt idx="5686">
                  <c:v>3.8338016860698376E-2</c:v>
                </c:pt>
                <c:pt idx="5687">
                  <c:v>3.7886391007627473E-2</c:v>
                </c:pt>
                <c:pt idx="5688">
                  <c:v>3.8087113608992418E-2</c:v>
                </c:pt>
                <c:pt idx="5689">
                  <c:v>3.8388197511039834E-2</c:v>
                </c:pt>
                <c:pt idx="5690">
                  <c:v>3.7685668406262529E-2</c:v>
                </c:pt>
                <c:pt idx="5691">
                  <c:v>3.8287836210357362E-2</c:v>
                </c:pt>
                <c:pt idx="5692">
                  <c:v>3.8388197511039834E-2</c:v>
                </c:pt>
                <c:pt idx="5693">
                  <c:v>3.8287836210357362E-2</c:v>
                </c:pt>
                <c:pt idx="5694">
                  <c:v>3.8739462063428265E-2</c:v>
                </c:pt>
                <c:pt idx="5695">
                  <c:v>3.8789642713769501E-2</c:v>
                </c:pt>
                <c:pt idx="5696">
                  <c:v>3.7635487755921293E-2</c:v>
                </c:pt>
                <c:pt idx="5697">
                  <c:v>3.8438378161380848E-2</c:v>
                </c:pt>
                <c:pt idx="5698">
                  <c:v>3.8488558811722084E-2</c:v>
                </c:pt>
                <c:pt idx="5699">
                  <c:v>3.8689281413087251E-2</c:v>
                </c:pt>
                <c:pt idx="5700">
                  <c:v>3.8739462063428265E-2</c:v>
                </c:pt>
                <c:pt idx="5701">
                  <c:v>3.8137294259333654E-2</c:v>
                </c:pt>
                <c:pt idx="5702">
                  <c:v>3.8789642713769501E-2</c:v>
                </c:pt>
                <c:pt idx="5703">
                  <c:v>3.8839823364110737E-2</c:v>
                </c:pt>
                <c:pt idx="5704">
                  <c:v>3.9391810517864334E-2</c:v>
                </c:pt>
                <c:pt idx="5705">
                  <c:v>3.8789642713769501E-2</c:v>
                </c:pt>
                <c:pt idx="5706">
                  <c:v>3.9040545965475681E-2</c:v>
                </c:pt>
                <c:pt idx="5707">
                  <c:v>3.919108791649939E-2</c:v>
                </c:pt>
                <c:pt idx="5708">
                  <c:v>3.9291449217181862E-2</c:v>
                </c:pt>
                <c:pt idx="5709">
                  <c:v>3.9642713769570515E-2</c:v>
                </c:pt>
                <c:pt idx="5710">
                  <c:v>3.8739462063428265E-2</c:v>
                </c:pt>
                <c:pt idx="5711">
                  <c:v>3.944199116820557E-2</c:v>
                </c:pt>
                <c:pt idx="5712">
                  <c:v>3.9341629867523098E-2</c:v>
                </c:pt>
                <c:pt idx="5713">
                  <c:v>3.8940184664793209E-2</c:v>
                </c:pt>
                <c:pt idx="5714">
                  <c:v>3.9391810517864334E-2</c:v>
                </c:pt>
                <c:pt idx="5715">
                  <c:v>3.9341629867523098E-2</c:v>
                </c:pt>
                <c:pt idx="5716">
                  <c:v>3.9391810517864334E-2</c:v>
                </c:pt>
                <c:pt idx="5717">
                  <c:v>3.919108791649939E-2</c:v>
                </c:pt>
                <c:pt idx="5718">
                  <c:v>3.8990365315134445E-2</c:v>
                </c:pt>
                <c:pt idx="5719">
                  <c:v>3.9040545965475681E-2</c:v>
                </c:pt>
                <c:pt idx="5720">
                  <c:v>3.8940184664793209E-2</c:v>
                </c:pt>
                <c:pt idx="5721">
                  <c:v>3.8588920112404557E-2</c:v>
                </c:pt>
                <c:pt idx="5722">
                  <c:v>3.8388197511039834E-2</c:v>
                </c:pt>
                <c:pt idx="5723">
                  <c:v>3.8639100762745793E-2</c:v>
                </c:pt>
                <c:pt idx="5724">
                  <c:v>3.8237655560016126E-2</c:v>
                </c:pt>
                <c:pt idx="5725">
                  <c:v>3.8538739462063543E-2</c:v>
                </c:pt>
                <c:pt idx="5726">
                  <c:v>3.8689281413087251E-2</c:v>
                </c:pt>
                <c:pt idx="5727">
                  <c:v>3.8990365315134445E-2</c:v>
                </c:pt>
                <c:pt idx="5728">
                  <c:v>3.8488558811722084E-2</c:v>
                </c:pt>
                <c:pt idx="5729">
                  <c:v>3.8890004014451973E-2</c:v>
                </c:pt>
                <c:pt idx="5730">
                  <c:v>3.8990365315134445E-2</c:v>
                </c:pt>
                <c:pt idx="5731">
                  <c:v>3.7886391007627473E-2</c:v>
                </c:pt>
                <c:pt idx="5732">
                  <c:v>3.8588920112404557E-2</c:v>
                </c:pt>
                <c:pt idx="5733">
                  <c:v>3.8639100762745793E-2</c:v>
                </c:pt>
                <c:pt idx="5734">
                  <c:v>3.8237655560016126E-2</c:v>
                </c:pt>
                <c:pt idx="5735">
                  <c:v>3.8739462063428265E-2</c:v>
                </c:pt>
                <c:pt idx="5736">
                  <c:v>3.8639100762745793E-2</c:v>
                </c:pt>
                <c:pt idx="5737">
                  <c:v>3.8639100762745793E-2</c:v>
                </c:pt>
                <c:pt idx="5738">
                  <c:v>3.7786029706945001E-2</c:v>
                </c:pt>
                <c:pt idx="5739">
                  <c:v>3.8187474909674668E-2</c:v>
                </c:pt>
                <c:pt idx="5740">
                  <c:v>3.8287836210357362E-2</c:v>
                </c:pt>
                <c:pt idx="5741">
                  <c:v>3.8789642713769501E-2</c:v>
                </c:pt>
                <c:pt idx="5742">
                  <c:v>3.8839823364110737E-2</c:v>
                </c:pt>
                <c:pt idx="5743">
                  <c:v>3.8839823364110737E-2</c:v>
                </c:pt>
                <c:pt idx="5744">
                  <c:v>3.8890004014451973E-2</c:v>
                </c:pt>
                <c:pt idx="5745">
                  <c:v>3.8538739462063543E-2</c:v>
                </c:pt>
                <c:pt idx="5746">
                  <c:v>3.8438378161380848E-2</c:v>
                </c:pt>
                <c:pt idx="5747">
                  <c:v>3.8538739462063543E-2</c:v>
                </c:pt>
                <c:pt idx="5748">
                  <c:v>3.8438378161380848E-2</c:v>
                </c:pt>
                <c:pt idx="5749">
                  <c:v>3.8689281413087251E-2</c:v>
                </c:pt>
                <c:pt idx="5750">
                  <c:v>3.8739462063428265E-2</c:v>
                </c:pt>
                <c:pt idx="5751">
                  <c:v>3.7986752308309946E-2</c:v>
                </c:pt>
                <c:pt idx="5752">
                  <c:v>3.8237655560016126E-2</c:v>
                </c:pt>
                <c:pt idx="5753">
                  <c:v>3.8689281413087251E-2</c:v>
                </c:pt>
                <c:pt idx="5754">
                  <c:v>3.8538739462063543E-2</c:v>
                </c:pt>
                <c:pt idx="5755">
                  <c:v>3.8689281413087251E-2</c:v>
                </c:pt>
                <c:pt idx="5756">
                  <c:v>3.8137294259333654E-2</c:v>
                </c:pt>
                <c:pt idx="5757">
                  <c:v>3.8588920112404557E-2</c:v>
                </c:pt>
                <c:pt idx="5758">
                  <c:v>3.7986752308309946E-2</c:v>
                </c:pt>
                <c:pt idx="5759">
                  <c:v>3.8087113608992418E-2</c:v>
                </c:pt>
                <c:pt idx="5760">
                  <c:v>3.8689281413087251E-2</c:v>
                </c:pt>
                <c:pt idx="5761">
                  <c:v>3.8538739462063543E-2</c:v>
                </c:pt>
                <c:pt idx="5762">
                  <c:v>3.8137294259333654E-2</c:v>
                </c:pt>
                <c:pt idx="5763">
                  <c:v>3.8890004014451973E-2</c:v>
                </c:pt>
                <c:pt idx="5764">
                  <c:v>3.8388197511039834E-2</c:v>
                </c:pt>
                <c:pt idx="5765">
                  <c:v>3.8789642713769501E-2</c:v>
                </c:pt>
                <c:pt idx="5766">
                  <c:v>3.8438378161380848E-2</c:v>
                </c:pt>
                <c:pt idx="5767">
                  <c:v>3.8689281413087251E-2</c:v>
                </c:pt>
                <c:pt idx="5768">
                  <c:v>3.8789642713769501E-2</c:v>
                </c:pt>
                <c:pt idx="5769">
                  <c:v>3.8739462063428265E-2</c:v>
                </c:pt>
                <c:pt idx="5770">
                  <c:v>3.9241268566840626E-2</c:v>
                </c:pt>
                <c:pt idx="5771">
                  <c:v>3.9140907266158154E-2</c:v>
                </c:pt>
                <c:pt idx="5772">
                  <c:v>3.8036932958651182E-2</c:v>
                </c:pt>
                <c:pt idx="5773">
                  <c:v>3.8036932958651182E-2</c:v>
                </c:pt>
                <c:pt idx="5774">
                  <c:v>3.8639100762745793E-2</c:v>
                </c:pt>
                <c:pt idx="5775">
                  <c:v>3.8940184664793209E-2</c:v>
                </c:pt>
                <c:pt idx="5776">
                  <c:v>3.8789642713769501E-2</c:v>
                </c:pt>
                <c:pt idx="5777">
                  <c:v>3.8739462063428265E-2</c:v>
                </c:pt>
                <c:pt idx="5778">
                  <c:v>3.9040545965475681E-2</c:v>
                </c:pt>
                <c:pt idx="5779">
                  <c:v>3.8940184664793209E-2</c:v>
                </c:pt>
                <c:pt idx="5780">
                  <c:v>3.8388197511039834E-2</c:v>
                </c:pt>
                <c:pt idx="5781">
                  <c:v>3.8137294259333654E-2</c:v>
                </c:pt>
                <c:pt idx="5782">
                  <c:v>3.8639100762745793E-2</c:v>
                </c:pt>
                <c:pt idx="5783">
                  <c:v>3.8639100762745793E-2</c:v>
                </c:pt>
                <c:pt idx="5784">
                  <c:v>3.8588920112404557E-2</c:v>
                </c:pt>
                <c:pt idx="5785">
                  <c:v>3.8689281413087251E-2</c:v>
                </c:pt>
                <c:pt idx="5786">
                  <c:v>3.8689281413087251E-2</c:v>
                </c:pt>
                <c:pt idx="5787">
                  <c:v>3.8338016860698376E-2</c:v>
                </c:pt>
                <c:pt idx="5788">
                  <c:v>3.8237655560016126E-2</c:v>
                </c:pt>
                <c:pt idx="5789">
                  <c:v>3.8287836210357362E-2</c:v>
                </c:pt>
                <c:pt idx="5790">
                  <c:v>3.8338016860698376E-2</c:v>
                </c:pt>
                <c:pt idx="5791">
                  <c:v>3.7986752308309946E-2</c:v>
                </c:pt>
                <c:pt idx="5792">
                  <c:v>3.7685668406262529E-2</c:v>
                </c:pt>
                <c:pt idx="5793">
                  <c:v>3.7635487755921293E-2</c:v>
                </c:pt>
                <c:pt idx="5794">
                  <c:v>3.7234042553191404E-2</c:v>
                </c:pt>
                <c:pt idx="5795">
                  <c:v>3.7635487755921293E-2</c:v>
                </c:pt>
                <c:pt idx="5796">
                  <c:v>3.7133681252509154E-2</c:v>
                </c:pt>
                <c:pt idx="5797">
                  <c:v>3.7886391007627473E-2</c:v>
                </c:pt>
                <c:pt idx="5798">
                  <c:v>3.7786029706945001E-2</c:v>
                </c:pt>
                <c:pt idx="5799">
                  <c:v>3.7735849056603765E-2</c:v>
                </c:pt>
                <c:pt idx="5800">
                  <c:v>3.793657165796871E-2</c:v>
                </c:pt>
                <c:pt idx="5801">
                  <c:v>3.703331995182646E-2</c:v>
                </c:pt>
                <c:pt idx="5802">
                  <c:v>3.7284223203532862E-2</c:v>
                </c:pt>
                <c:pt idx="5803">
                  <c:v>3.7836210357286237E-2</c:v>
                </c:pt>
                <c:pt idx="5804">
                  <c:v>3.7786029706945001E-2</c:v>
                </c:pt>
                <c:pt idx="5805">
                  <c:v>3.7083500602167696E-2</c:v>
                </c:pt>
                <c:pt idx="5806">
                  <c:v>3.7234042553191404E-2</c:v>
                </c:pt>
                <c:pt idx="5807">
                  <c:v>3.793657165796871E-2</c:v>
                </c:pt>
                <c:pt idx="5808">
                  <c:v>3.7635487755921293E-2</c:v>
                </c:pt>
                <c:pt idx="5809">
                  <c:v>3.8137294259333654E-2</c:v>
                </c:pt>
                <c:pt idx="5810">
                  <c:v>3.8438378161380848E-2</c:v>
                </c:pt>
                <c:pt idx="5811">
                  <c:v>3.8839823364110737E-2</c:v>
                </c:pt>
                <c:pt idx="5812">
                  <c:v>3.8338016860698376E-2</c:v>
                </c:pt>
                <c:pt idx="5813">
                  <c:v>3.8890004014451973E-2</c:v>
                </c:pt>
                <c:pt idx="5814">
                  <c:v>3.8689281413087251E-2</c:v>
                </c:pt>
                <c:pt idx="5815">
                  <c:v>3.8789642713769501E-2</c:v>
                </c:pt>
                <c:pt idx="5816">
                  <c:v>3.8287836210357362E-2</c:v>
                </c:pt>
                <c:pt idx="5817">
                  <c:v>3.8338016860698376E-2</c:v>
                </c:pt>
                <c:pt idx="5818">
                  <c:v>3.8789642713769501E-2</c:v>
                </c:pt>
                <c:pt idx="5819">
                  <c:v>3.8388197511039834E-2</c:v>
                </c:pt>
                <c:pt idx="5820">
                  <c:v>3.8237655560016126E-2</c:v>
                </c:pt>
                <c:pt idx="5821">
                  <c:v>3.8187474909674668E-2</c:v>
                </c:pt>
                <c:pt idx="5822">
                  <c:v>3.7685668406262529E-2</c:v>
                </c:pt>
                <c:pt idx="5823">
                  <c:v>3.8388197511039834E-2</c:v>
                </c:pt>
                <c:pt idx="5824">
                  <c:v>3.8438378161380848E-2</c:v>
                </c:pt>
                <c:pt idx="5825">
                  <c:v>3.8087113608992418E-2</c:v>
                </c:pt>
                <c:pt idx="5826">
                  <c:v>3.8137294259333654E-2</c:v>
                </c:pt>
                <c:pt idx="5827">
                  <c:v>3.8187474909674668E-2</c:v>
                </c:pt>
                <c:pt idx="5828">
                  <c:v>3.8789642713769501E-2</c:v>
                </c:pt>
                <c:pt idx="5829">
                  <c:v>3.8388197511039834E-2</c:v>
                </c:pt>
                <c:pt idx="5830">
                  <c:v>3.8940184664793209E-2</c:v>
                </c:pt>
                <c:pt idx="5831">
                  <c:v>3.8438378161380848E-2</c:v>
                </c:pt>
                <c:pt idx="5832">
                  <c:v>3.9040545965475681E-2</c:v>
                </c:pt>
                <c:pt idx="5833">
                  <c:v>3.8739462063428265E-2</c:v>
                </c:pt>
                <c:pt idx="5834">
                  <c:v>3.8789642713769501E-2</c:v>
                </c:pt>
                <c:pt idx="5835">
                  <c:v>3.8137294259333654E-2</c:v>
                </c:pt>
                <c:pt idx="5836">
                  <c:v>3.8588920112404557E-2</c:v>
                </c:pt>
                <c:pt idx="5837">
                  <c:v>3.8789642713769501E-2</c:v>
                </c:pt>
                <c:pt idx="5838">
                  <c:v>3.8287836210357362E-2</c:v>
                </c:pt>
                <c:pt idx="5839">
                  <c:v>3.9040545965475681E-2</c:v>
                </c:pt>
                <c:pt idx="5840">
                  <c:v>3.8538739462063543E-2</c:v>
                </c:pt>
                <c:pt idx="5841">
                  <c:v>3.8839823364110737E-2</c:v>
                </c:pt>
                <c:pt idx="5842">
                  <c:v>3.8990365315134445E-2</c:v>
                </c:pt>
                <c:pt idx="5843">
                  <c:v>3.8839823364110737E-2</c:v>
                </c:pt>
                <c:pt idx="5844">
                  <c:v>3.8839823364110737E-2</c:v>
                </c:pt>
                <c:pt idx="5845">
                  <c:v>3.8839823364110737E-2</c:v>
                </c:pt>
                <c:pt idx="5846">
                  <c:v>3.8990365315134445E-2</c:v>
                </c:pt>
                <c:pt idx="5847">
                  <c:v>3.8839823364110737E-2</c:v>
                </c:pt>
                <c:pt idx="5848">
                  <c:v>3.8789642713769501E-2</c:v>
                </c:pt>
                <c:pt idx="5849">
                  <c:v>3.8488558811722084E-2</c:v>
                </c:pt>
                <c:pt idx="5850">
                  <c:v>3.8187474909674668E-2</c:v>
                </c:pt>
                <c:pt idx="5851">
                  <c:v>3.8990365315134445E-2</c:v>
                </c:pt>
                <c:pt idx="5852">
                  <c:v>3.9542352468888042E-2</c:v>
                </c:pt>
                <c:pt idx="5853">
                  <c:v>3.9692894419911751E-2</c:v>
                </c:pt>
                <c:pt idx="5854">
                  <c:v>3.9843436370935459E-2</c:v>
                </c:pt>
                <c:pt idx="5855">
                  <c:v>3.9893617021276473E-2</c:v>
                </c:pt>
                <c:pt idx="5856">
                  <c:v>4.0194700923323889E-2</c:v>
                </c:pt>
                <c:pt idx="5857">
                  <c:v>3.9592533119229056E-2</c:v>
                </c:pt>
                <c:pt idx="5858">
                  <c:v>3.9843436370935459E-2</c:v>
                </c:pt>
                <c:pt idx="5859">
                  <c:v>4.0094339622641639E-2</c:v>
                </c:pt>
                <c:pt idx="5860">
                  <c:v>4.0094339622641639E-2</c:v>
                </c:pt>
                <c:pt idx="5861">
                  <c:v>4.0144520272982653E-2</c:v>
                </c:pt>
                <c:pt idx="5862">
                  <c:v>3.9943797671617931E-2</c:v>
                </c:pt>
                <c:pt idx="5863">
                  <c:v>3.9893617021276473E-2</c:v>
                </c:pt>
                <c:pt idx="5864">
                  <c:v>3.9743075070252765E-2</c:v>
                </c:pt>
                <c:pt idx="5865">
                  <c:v>4.0796868727418723E-2</c:v>
                </c:pt>
                <c:pt idx="5866">
                  <c:v>4.1248494580489847E-2</c:v>
                </c:pt>
                <c:pt idx="5867">
                  <c:v>4.1298675230830861E-2</c:v>
                </c:pt>
                <c:pt idx="5868">
                  <c:v>4.0897230028101195E-2</c:v>
                </c:pt>
                <c:pt idx="5869">
                  <c:v>4.144921718185457E-2</c:v>
                </c:pt>
                <c:pt idx="5870">
                  <c:v>4.0897230028101195E-2</c:v>
                </c:pt>
                <c:pt idx="5871">
                  <c:v>4.1148133279807153E-2</c:v>
                </c:pt>
                <c:pt idx="5872">
                  <c:v>4.0596146126053778E-2</c:v>
                </c:pt>
                <c:pt idx="5873">
                  <c:v>4.0847049377759959E-2</c:v>
                </c:pt>
                <c:pt idx="5874">
                  <c:v>4.1148133279807153E-2</c:v>
                </c:pt>
                <c:pt idx="5875">
                  <c:v>4.1198313930148611E-2</c:v>
                </c:pt>
                <c:pt idx="5876">
                  <c:v>4.1198313930148611E-2</c:v>
                </c:pt>
                <c:pt idx="5877">
                  <c:v>4.0545965475712542E-2</c:v>
                </c:pt>
                <c:pt idx="5878">
                  <c:v>4.0947410678442431E-2</c:v>
                </c:pt>
                <c:pt idx="5879">
                  <c:v>4.0646326776395014E-2</c:v>
                </c:pt>
                <c:pt idx="5880">
                  <c:v>4.0796868727418723E-2</c:v>
                </c:pt>
                <c:pt idx="5881">
                  <c:v>4.1248494580489847E-2</c:v>
                </c:pt>
                <c:pt idx="5882">
                  <c:v>4.1047771979124903E-2</c:v>
                </c:pt>
                <c:pt idx="5883">
                  <c:v>4.1298675230830861E-2</c:v>
                </c:pt>
                <c:pt idx="5884">
                  <c:v>4.1047771979124903E-2</c:v>
                </c:pt>
                <c:pt idx="5885">
                  <c:v>4.1348855881172319E-2</c:v>
                </c:pt>
                <c:pt idx="5886">
                  <c:v>4.0997591328783667E-2</c:v>
                </c:pt>
                <c:pt idx="5887">
                  <c:v>4.1097952629466139E-2</c:v>
                </c:pt>
                <c:pt idx="5888">
                  <c:v>4.1148133279807153E-2</c:v>
                </c:pt>
                <c:pt idx="5889">
                  <c:v>4.0746688077077486E-2</c:v>
                </c:pt>
                <c:pt idx="5890">
                  <c:v>4.0847049377759959E-2</c:v>
                </c:pt>
                <c:pt idx="5891">
                  <c:v>4.0094339622641639E-2</c:v>
                </c:pt>
                <c:pt idx="5892">
                  <c:v>4.0947410678442431E-2</c:v>
                </c:pt>
                <c:pt idx="5893">
                  <c:v>4.0897230028101195E-2</c:v>
                </c:pt>
                <c:pt idx="5894">
                  <c:v>4.1399036531513556E-2</c:v>
                </c:pt>
                <c:pt idx="5895">
                  <c:v>4.1298675230830861E-2</c:v>
                </c:pt>
                <c:pt idx="5896">
                  <c:v>4.1850662384584458E-2</c:v>
                </c:pt>
                <c:pt idx="5897">
                  <c:v>4.2001204335608167E-2</c:v>
                </c:pt>
                <c:pt idx="5898">
                  <c:v>4.1750301083901986E-2</c:v>
                </c:pt>
                <c:pt idx="5899">
                  <c:v>4.1850662384584458E-2</c:v>
                </c:pt>
                <c:pt idx="5900">
                  <c:v>4.1649939783219736E-2</c:v>
                </c:pt>
                <c:pt idx="5901">
                  <c:v>4.2151746286631875E-2</c:v>
                </c:pt>
                <c:pt idx="5902">
                  <c:v>4.2302288237655583E-2</c:v>
                </c:pt>
                <c:pt idx="5903">
                  <c:v>4.2101565636290639E-2</c:v>
                </c:pt>
                <c:pt idx="5904">
                  <c:v>4.2302288237655583E-2</c:v>
                </c:pt>
                <c:pt idx="5905">
                  <c:v>4.2252107587314347E-2</c:v>
                </c:pt>
                <c:pt idx="5906">
                  <c:v>4.2452830188679291E-2</c:v>
                </c:pt>
                <c:pt idx="5907">
                  <c:v>4.2653552790044236E-2</c:v>
                </c:pt>
                <c:pt idx="5908">
                  <c:v>4.2302288237655583E-2</c:v>
                </c:pt>
                <c:pt idx="5909">
                  <c:v>4.270373344038525E-2</c:v>
                </c:pt>
                <c:pt idx="5910">
                  <c:v>4.295463669209143E-2</c:v>
                </c:pt>
                <c:pt idx="5911">
                  <c:v>4.2352468887996819E-2</c:v>
                </c:pt>
                <c:pt idx="5912">
                  <c:v>4.3205539943797611E-2</c:v>
                </c:pt>
                <c:pt idx="5913">
                  <c:v>4.2653552790044236E-2</c:v>
                </c:pt>
                <c:pt idx="5914">
                  <c:v>4.2402649538338055E-2</c:v>
                </c:pt>
                <c:pt idx="5915">
                  <c:v>4.2804094741067944E-2</c:v>
                </c:pt>
                <c:pt idx="5916">
                  <c:v>4.2402649538338055E-2</c:v>
                </c:pt>
                <c:pt idx="5917">
                  <c:v>4.3054997992774124E-2</c:v>
                </c:pt>
                <c:pt idx="5918">
                  <c:v>4.2503010839020527E-2</c:v>
                </c:pt>
                <c:pt idx="5919">
                  <c:v>4.2101565636290639E-2</c:v>
                </c:pt>
                <c:pt idx="5920">
                  <c:v>4.2402649538338055E-2</c:v>
                </c:pt>
                <c:pt idx="5921">
                  <c:v>4.2252107587314347E-2</c:v>
                </c:pt>
                <c:pt idx="5922">
                  <c:v>4.195102368526693E-2</c:v>
                </c:pt>
                <c:pt idx="5923">
                  <c:v>4.1800481734243444E-2</c:v>
                </c:pt>
                <c:pt idx="5924">
                  <c:v>4.1549578482537042E-2</c:v>
                </c:pt>
                <c:pt idx="5925">
                  <c:v>4.1499397832196028E-2</c:v>
                </c:pt>
                <c:pt idx="5926">
                  <c:v>4.0796868727418723E-2</c:v>
                </c:pt>
                <c:pt idx="5927">
                  <c:v>4.0746688077077486E-2</c:v>
                </c:pt>
                <c:pt idx="5928">
                  <c:v>4.0345242874347598E-2</c:v>
                </c:pt>
                <c:pt idx="5929">
                  <c:v>4.0345242874347598E-2</c:v>
                </c:pt>
                <c:pt idx="5930">
                  <c:v>4.0295062224006362E-2</c:v>
                </c:pt>
                <c:pt idx="5931">
                  <c:v>4.0495784825371306E-2</c:v>
                </c:pt>
                <c:pt idx="5932">
                  <c:v>4.0044158972300181E-2</c:v>
                </c:pt>
                <c:pt idx="5933">
                  <c:v>3.9993978321958945E-2</c:v>
                </c:pt>
                <c:pt idx="5934">
                  <c:v>3.9993978321958945E-2</c:v>
                </c:pt>
                <c:pt idx="5935">
                  <c:v>4.0144520272982653E-2</c:v>
                </c:pt>
                <c:pt idx="5936">
                  <c:v>4.0746688077077486E-2</c:v>
                </c:pt>
                <c:pt idx="5937">
                  <c:v>4.0947410678442431E-2</c:v>
                </c:pt>
                <c:pt idx="5938">
                  <c:v>4.0545965475712542E-2</c:v>
                </c:pt>
                <c:pt idx="5939">
                  <c:v>4.0847049377759959E-2</c:v>
                </c:pt>
                <c:pt idx="5940">
                  <c:v>4.0796868727418723E-2</c:v>
                </c:pt>
                <c:pt idx="5941">
                  <c:v>4.0646326776395014E-2</c:v>
                </c:pt>
                <c:pt idx="5942">
                  <c:v>4.0997591328783667E-2</c:v>
                </c:pt>
                <c:pt idx="5943">
                  <c:v>4.1047771979124903E-2</c:v>
                </c:pt>
                <c:pt idx="5944">
                  <c:v>4.0847049377759959E-2</c:v>
                </c:pt>
                <c:pt idx="5945">
                  <c:v>4.0947410678442431E-2</c:v>
                </c:pt>
                <c:pt idx="5946">
                  <c:v>4.0495784825371306E-2</c:v>
                </c:pt>
                <c:pt idx="5947">
                  <c:v>4.1198313930148611E-2</c:v>
                </c:pt>
                <c:pt idx="5948">
                  <c:v>4.0847049377759959E-2</c:v>
                </c:pt>
                <c:pt idx="5949">
                  <c:v>4.0897230028101195E-2</c:v>
                </c:pt>
                <c:pt idx="5950">
                  <c:v>4.0495784825371306E-2</c:v>
                </c:pt>
                <c:pt idx="5951">
                  <c:v>4.0244881573665348E-2</c:v>
                </c:pt>
                <c:pt idx="5952">
                  <c:v>4.0244881573665348E-2</c:v>
                </c:pt>
                <c:pt idx="5953">
                  <c:v>4.0044158972300181E-2</c:v>
                </c:pt>
                <c:pt idx="5954">
                  <c:v>4.069650742673625E-2</c:v>
                </c:pt>
                <c:pt idx="5955">
                  <c:v>4.1148133279807153E-2</c:v>
                </c:pt>
                <c:pt idx="5956">
                  <c:v>4.0596146126053778E-2</c:v>
                </c:pt>
                <c:pt idx="5957">
                  <c:v>4.0847049377759959E-2</c:v>
                </c:pt>
                <c:pt idx="5958">
                  <c:v>4.0746688077077486E-2</c:v>
                </c:pt>
                <c:pt idx="5959">
                  <c:v>4.0395423524688834E-2</c:v>
                </c:pt>
                <c:pt idx="5960">
                  <c:v>4.0746688077077486E-2</c:v>
                </c:pt>
                <c:pt idx="5961">
                  <c:v>4.0345242874347598E-2</c:v>
                </c:pt>
                <c:pt idx="5962">
                  <c:v>4.0094339622641639E-2</c:v>
                </c:pt>
                <c:pt idx="5963">
                  <c:v>4.069650742673625E-2</c:v>
                </c:pt>
                <c:pt idx="5964">
                  <c:v>4.0897230028101195E-2</c:v>
                </c:pt>
                <c:pt idx="5965">
                  <c:v>4.0796868727418723E-2</c:v>
                </c:pt>
                <c:pt idx="5966">
                  <c:v>4.1097952629466139E-2</c:v>
                </c:pt>
                <c:pt idx="5967">
                  <c:v>4.0596146126053778E-2</c:v>
                </c:pt>
                <c:pt idx="5968">
                  <c:v>4.0947410678442431E-2</c:v>
                </c:pt>
                <c:pt idx="5969">
                  <c:v>4.0345242874347598E-2</c:v>
                </c:pt>
                <c:pt idx="5970">
                  <c:v>4.0144520272982653E-2</c:v>
                </c:pt>
                <c:pt idx="5971">
                  <c:v>4.0345242874347598E-2</c:v>
                </c:pt>
                <c:pt idx="5972">
                  <c:v>3.9793255720594223E-2</c:v>
                </c:pt>
                <c:pt idx="5973">
                  <c:v>4.044560417503007E-2</c:v>
                </c:pt>
                <c:pt idx="5974">
                  <c:v>4.0395423524688834E-2</c:v>
                </c:pt>
                <c:pt idx="5975">
                  <c:v>4.0295062224006362E-2</c:v>
                </c:pt>
                <c:pt idx="5976">
                  <c:v>4.0596146126053778E-2</c:v>
                </c:pt>
                <c:pt idx="5977">
                  <c:v>4.0244881573665348E-2</c:v>
                </c:pt>
                <c:pt idx="5978">
                  <c:v>4.0596146126053778E-2</c:v>
                </c:pt>
                <c:pt idx="5979">
                  <c:v>4.0094339622641639E-2</c:v>
                </c:pt>
                <c:pt idx="5980">
                  <c:v>4.069650742673625E-2</c:v>
                </c:pt>
                <c:pt idx="5981">
                  <c:v>4.0295062224006362E-2</c:v>
                </c:pt>
                <c:pt idx="5982">
                  <c:v>4.0244881573665348E-2</c:v>
                </c:pt>
                <c:pt idx="5983">
                  <c:v>4.0345242874347598E-2</c:v>
                </c:pt>
                <c:pt idx="5984">
                  <c:v>4.0596146126053778E-2</c:v>
                </c:pt>
                <c:pt idx="5985">
                  <c:v>3.9793255720594223E-2</c:v>
                </c:pt>
                <c:pt idx="5986">
                  <c:v>4.0194700923323889E-2</c:v>
                </c:pt>
                <c:pt idx="5987">
                  <c:v>4.0345242874347598E-2</c:v>
                </c:pt>
                <c:pt idx="5988">
                  <c:v>3.919108791649939E-2</c:v>
                </c:pt>
                <c:pt idx="5989">
                  <c:v>3.9090726615816918E-2</c:v>
                </c:pt>
                <c:pt idx="5990">
                  <c:v>3.9341629867523098E-2</c:v>
                </c:pt>
                <c:pt idx="5991">
                  <c:v>3.9492171818546806E-2</c:v>
                </c:pt>
                <c:pt idx="5992">
                  <c:v>3.944199116820557E-2</c:v>
                </c:pt>
                <c:pt idx="5993">
                  <c:v>3.9291449217181862E-2</c:v>
                </c:pt>
                <c:pt idx="5994">
                  <c:v>3.9642713769570515E-2</c:v>
                </c:pt>
                <c:pt idx="5995">
                  <c:v>3.9793255720594223E-2</c:v>
                </c:pt>
                <c:pt idx="5996">
                  <c:v>3.944199116820557E-2</c:v>
                </c:pt>
                <c:pt idx="5997">
                  <c:v>3.9391810517864334E-2</c:v>
                </c:pt>
                <c:pt idx="5998">
                  <c:v>3.9592533119229056E-2</c:v>
                </c:pt>
                <c:pt idx="5999">
                  <c:v>3.9592533119229056E-2</c:v>
                </c:pt>
                <c:pt idx="6000">
                  <c:v>3.919108791649939E-2</c:v>
                </c:pt>
                <c:pt idx="6001">
                  <c:v>3.9241268566840626E-2</c:v>
                </c:pt>
                <c:pt idx="6002">
                  <c:v>3.8538739462063543E-2</c:v>
                </c:pt>
                <c:pt idx="6003">
                  <c:v>3.9241268566840626E-2</c:v>
                </c:pt>
                <c:pt idx="6004">
                  <c:v>3.9341629867523098E-2</c:v>
                </c:pt>
                <c:pt idx="6005">
                  <c:v>3.9241268566840626E-2</c:v>
                </c:pt>
                <c:pt idx="6006">
                  <c:v>3.9843436370935459E-2</c:v>
                </c:pt>
                <c:pt idx="6007">
                  <c:v>3.9341629867523098E-2</c:v>
                </c:pt>
                <c:pt idx="6008">
                  <c:v>3.9391810517864334E-2</c:v>
                </c:pt>
                <c:pt idx="6009">
                  <c:v>3.9542352468888042E-2</c:v>
                </c:pt>
                <c:pt idx="6010">
                  <c:v>3.9843436370935459E-2</c:v>
                </c:pt>
                <c:pt idx="6011">
                  <c:v>3.9592533119229056E-2</c:v>
                </c:pt>
                <c:pt idx="6012">
                  <c:v>4.0094339622641639E-2</c:v>
                </c:pt>
                <c:pt idx="6013">
                  <c:v>3.9391810517864334E-2</c:v>
                </c:pt>
                <c:pt idx="6014">
                  <c:v>3.9592533119229056E-2</c:v>
                </c:pt>
                <c:pt idx="6015">
                  <c:v>3.9893617021276473E-2</c:v>
                </c:pt>
                <c:pt idx="6016">
                  <c:v>3.9391810517864334E-2</c:v>
                </c:pt>
                <c:pt idx="6017">
                  <c:v>3.9793255720594223E-2</c:v>
                </c:pt>
                <c:pt idx="6018">
                  <c:v>3.9391810517864334E-2</c:v>
                </c:pt>
                <c:pt idx="6019">
                  <c:v>3.9592533119229056E-2</c:v>
                </c:pt>
                <c:pt idx="6020">
                  <c:v>3.9893617021276473E-2</c:v>
                </c:pt>
                <c:pt idx="6021">
                  <c:v>4.0144520272982653E-2</c:v>
                </c:pt>
                <c:pt idx="6022">
                  <c:v>4.0144520272982653E-2</c:v>
                </c:pt>
                <c:pt idx="6023">
                  <c:v>3.9843436370935459E-2</c:v>
                </c:pt>
                <c:pt idx="6024">
                  <c:v>4.0094339622641639E-2</c:v>
                </c:pt>
                <c:pt idx="6025">
                  <c:v>3.944199116820557E-2</c:v>
                </c:pt>
                <c:pt idx="6026">
                  <c:v>3.9341629867523098E-2</c:v>
                </c:pt>
                <c:pt idx="6027">
                  <c:v>3.9793255720594223E-2</c:v>
                </c:pt>
                <c:pt idx="6028">
                  <c:v>3.944199116820557E-2</c:v>
                </c:pt>
                <c:pt idx="6029">
                  <c:v>3.9943797671617931E-2</c:v>
                </c:pt>
                <c:pt idx="6030">
                  <c:v>3.8839823364110737E-2</c:v>
                </c:pt>
                <c:pt idx="6031">
                  <c:v>3.944199116820557E-2</c:v>
                </c:pt>
                <c:pt idx="6032">
                  <c:v>3.9743075070252765E-2</c:v>
                </c:pt>
                <c:pt idx="6033">
                  <c:v>4.0295062224006362E-2</c:v>
                </c:pt>
                <c:pt idx="6034">
                  <c:v>3.9943797671617931E-2</c:v>
                </c:pt>
                <c:pt idx="6035">
                  <c:v>3.8990365315134445E-2</c:v>
                </c:pt>
                <c:pt idx="6036">
                  <c:v>3.8839823364110737E-2</c:v>
                </c:pt>
                <c:pt idx="6037">
                  <c:v>3.8789642713769501E-2</c:v>
                </c:pt>
                <c:pt idx="6038">
                  <c:v>3.8237655560016126E-2</c:v>
                </c:pt>
                <c:pt idx="6039">
                  <c:v>3.8839823364110737E-2</c:v>
                </c:pt>
                <c:pt idx="6040">
                  <c:v>3.9040545965475681E-2</c:v>
                </c:pt>
                <c:pt idx="6041">
                  <c:v>3.8689281413087251E-2</c:v>
                </c:pt>
                <c:pt idx="6042">
                  <c:v>3.8588920112404557E-2</c:v>
                </c:pt>
                <c:pt idx="6043">
                  <c:v>3.8789642713769501E-2</c:v>
                </c:pt>
                <c:pt idx="6044">
                  <c:v>3.7836210357286237E-2</c:v>
                </c:pt>
                <c:pt idx="6045">
                  <c:v>3.8839823364110737E-2</c:v>
                </c:pt>
                <c:pt idx="6046">
                  <c:v>3.8990365315134445E-2</c:v>
                </c:pt>
                <c:pt idx="6047">
                  <c:v>3.8890004014451973E-2</c:v>
                </c:pt>
                <c:pt idx="6048">
                  <c:v>3.8839823364110737E-2</c:v>
                </c:pt>
                <c:pt idx="6049">
                  <c:v>3.9140907266158154E-2</c:v>
                </c:pt>
                <c:pt idx="6050">
                  <c:v>3.8538739462063543E-2</c:v>
                </c:pt>
                <c:pt idx="6051">
                  <c:v>3.9140907266158154E-2</c:v>
                </c:pt>
                <c:pt idx="6052">
                  <c:v>3.9341629867523098E-2</c:v>
                </c:pt>
                <c:pt idx="6053">
                  <c:v>3.919108791649939E-2</c:v>
                </c:pt>
                <c:pt idx="6054">
                  <c:v>3.8990365315134445E-2</c:v>
                </c:pt>
                <c:pt idx="6055">
                  <c:v>3.8588920112404557E-2</c:v>
                </c:pt>
                <c:pt idx="6056">
                  <c:v>3.8890004014451973E-2</c:v>
                </c:pt>
                <c:pt idx="6057">
                  <c:v>3.8940184664793209E-2</c:v>
                </c:pt>
                <c:pt idx="6058">
                  <c:v>3.8488558811722084E-2</c:v>
                </c:pt>
                <c:pt idx="6059">
                  <c:v>3.8890004014451973E-2</c:v>
                </c:pt>
                <c:pt idx="6060">
                  <c:v>3.8538739462063543E-2</c:v>
                </c:pt>
                <c:pt idx="6061">
                  <c:v>3.8839823364110737E-2</c:v>
                </c:pt>
                <c:pt idx="6062">
                  <c:v>3.8789642713769501E-2</c:v>
                </c:pt>
                <c:pt idx="6063">
                  <c:v>3.8789642713769501E-2</c:v>
                </c:pt>
                <c:pt idx="6064">
                  <c:v>3.8689281413087251E-2</c:v>
                </c:pt>
                <c:pt idx="6065">
                  <c:v>3.8739462063428265E-2</c:v>
                </c:pt>
                <c:pt idx="6066">
                  <c:v>3.8839823364110737E-2</c:v>
                </c:pt>
                <c:pt idx="6067">
                  <c:v>3.8739462063428265E-2</c:v>
                </c:pt>
                <c:pt idx="6068">
                  <c:v>3.8940184664793209E-2</c:v>
                </c:pt>
                <c:pt idx="6069">
                  <c:v>3.8990365315134445E-2</c:v>
                </c:pt>
                <c:pt idx="6070">
                  <c:v>3.8940184664793209E-2</c:v>
                </c:pt>
                <c:pt idx="6071">
                  <c:v>3.8890004014451973E-2</c:v>
                </c:pt>
                <c:pt idx="6072">
                  <c:v>3.8839823364110737E-2</c:v>
                </c:pt>
                <c:pt idx="6073">
                  <c:v>3.8588920112404557E-2</c:v>
                </c:pt>
                <c:pt idx="6074">
                  <c:v>3.7434765154556349E-2</c:v>
                </c:pt>
                <c:pt idx="6075">
                  <c:v>3.7886391007627473E-2</c:v>
                </c:pt>
                <c:pt idx="6076">
                  <c:v>3.7685668406262529E-2</c:v>
                </c:pt>
                <c:pt idx="6077">
                  <c:v>3.7535126455238821E-2</c:v>
                </c:pt>
                <c:pt idx="6078">
                  <c:v>3.7986752308309946E-2</c:v>
                </c:pt>
                <c:pt idx="6079">
                  <c:v>3.8137294259333654E-2</c:v>
                </c:pt>
                <c:pt idx="6080">
                  <c:v>3.7585307105580057E-2</c:v>
                </c:pt>
                <c:pt idx="6081">
                  <c:v>3.7635487755921293E-2</c:v>
                </c:pt>
                <c:pt idx="6082">
                  <c:v>3.7635487755921293E-2</c:v>
                </c:pt>
                <c:pt idx="6083">
                  <c:v>3.7635487755921293E-2</c:v>
                </c:pt>
                <c:pt idx="6084">
                  <c:v>3.6932958651143988E-2</c:v>
                </c:pt>
                <c:pt idx="6085">
                  <c:v>3.6882778000802752E-2</c:v>
                </c:pt>
                <c:pt idx="6086">
                  <c:v>3.6581694098755557E-2</c:v>
                </c:pt>
                <c:pt idx="6087">
                  <c:v>3.6882778000802752E-2</c:v>
                </c:pt>
                <c:pt idx="6088">
                  <c:v>3.6431152147731849E-2</c:v>
                </c:pt>
                <c:pt idx="6089">
                  <c:v>3.6732236049779265E-2</c:v>
                </c:pt>
                <c:pt idx="6090">
                  <c:v>3.6380971497390613E-2</c:v>
                </c:pt>
                <c:pt idx="6091">
                  <c:v>3.5828984343637016E-2</c:v>
                </c:pt>
                <c:pt idx="6092">
                  <c:v>3.6230429546366905E-2</c:v>
                </c:pt>
                <c:pt idx="6093">
                  <c:v>3.6531513448414321E-2</c:v>
                </c:pt>
                <c:pt idx="6094">
                  <c:v>3.6230429546366905E-2</c:v>
                </c:pt>
                <c:pt idx="6095">
                  <c:v>3.6280610196708141E-2</c:v>
                </c:pt>
                <c:pt idx="6096">
                  <c:v>3.5678442392613308E-2</c:v>
                </c:pt>
                <c:pt idx="6097">
                  <c:v>3.602970694500196E-2</c:v>
                </c:pt>
                <c:pt idx="6098">
                  <c:v>3.6180248896025669E-2</c:v>
                </c:pt>
                <c:pt idx="6099">
                  <c:v>3.5828984343637016E-2</c:v>
                </c:pt>
                <c:pt idx="6100">
                  <c:v>3.5979526294660724E-2</c:v>
                </c:pt>
                <c:pt idx="6101">
                  <c:v>3.5628261742272072E-2</c:v>
                </c:pt>
                <c:pt idx="6102">
                  <c:v>3.6330790847049377E-2</c:v>
                </c:pt>
                <c:pt idx="6103">
                  <c:v>3.5879164993978252E-2</c:v>
                </c:pt>
                <c:pt idx="6104">
                  <c:v>3.6180248896025669E-2</c:v>
                </c:pt>
                <c:pt idx="6105">
                  <c:v>3.6481332798073085E-2</c:v>
                </c:pt>
                <c:pt idx="6106">
                  <c:v>3.7183861902850168E-2</c:v>
                </c:pt>
                <c:pt idx="6107">
                  <c:v>3.6882778000802752E-2</c:v>
                </c:pt>
                <c:pt idx="6108">
                  <c:v>3.7234042553191404E-2</c:v>
                </c:pt>
                <c:pt idx="6109">
                  <c:v>3.6732236049779265E-2</c:v>
                </c:pt>
                <c:pt idx="6110">
                  <c:v>3.7434765154556349E-2</c:v>
                </c:pt>
                <c:pt idx="6111">
                  <c:v>3.6882778000802752E-2</c:v>
                </c:pt>
                <c:pt idx="6112">
                  <c:v>3.6882778000802752E-2</c:v>
                </c:pt>
                <c:pt idx="6113">
                  <c:v>3.7384584504215113E-2</c:v>
                </c:pt>
                <c:pt idx="6114">
                  <c:v>3.6380971497390613E-2</c:v>
                </c:pt>
                <c:pt idx="6115">
                  <c:v>3.6531513448414321E-2</c:v>
                </c:pt>
                <c:pt idx="6116">
                  <c:v>3.7284223203532862E-2</c:v>
                </c:pt>
                <c:pt idx="6117">
                  <c:v>3.6983139301485446E-2</c:v>
                </c:pt>
                <c:pt idx="6118">
                  <c:v>3.6782416700120502E-2</c:v>
                </c:pt>
                <c:pt idx="6119">
                  <c:v>3.6983139301485446E-2</c:v>
                </c:pt>
                <c:pt idx="6120">
                  <c:v>3.7334403853873876E-2</c:v>
                </c:pt>
                <c:pt idx="6121">
                  <c:v>3.7635487755921293E-2</c:v>
                </c:pt>
                <c:pt idx="6122">
                  <c:v>3.7284223203532862E-2</c:v>
                </c:pt>
                <c:pt idx="6123">
                  <c:v>3.7133681252509154E-2</c:v>
                </c:pt>
                <c:pt idx="6124">
                  <c:v>3.703331995182646E-2</c:v>
                </c:pt>
                <c:pt idx="6125">
                  <c:v>3.6932958651143988E-2</c:v>
                </c:pt>
                <c:pt idx="6126">
                  <c:v>3.7635487755921293E-2</c:v>
                </c:pt>
                <c:pt idx="6127">
                  <c:v>3.7535126455238821E-2</c:v>
                </c:pt>
                <c:pt idx="6128">
                  <c:v>3.6380971497390613E-2</c:v>
                </c:pt>
                <c:pt idx="6129">
                  <c:v>3.6581694098755557E-2</c:v>
                </c:pt>
                <c:pt idx="6130">
                  <c:v>3.6983139301485446E-2</c:v>
                </c:pt>
                <c:pt idx="6131">
                  <c:v>3.7836210357286237E-2</c:v>
                </c:pt>
                <c:pt idx="6132">
                  <c:v>3.793657165796871E-2</c:v>
                </c:pt>
                <c:pt idx="6133">
                  <c:v>3.7685668406262529E-2</c:v>
                </c:pt>
                <c:pt idx="6134">
                  <c:v>3.7986752308309946E-2</c:v>
                </c:pt>
                <c:pt idx="6135">
                  <c:v>3.8438378161380848E-2</c:v>
                </c:pt>
                <c:pt idx="6136">
                  <c:v>3.8438378161380848E-2</c:v>
                </c:pt>
                <c:pt idx="6137">
                  <c:v>3.8087113608992418E-2</c:v>
                </c:pt>
                <c:pt idx="6138">
                  <c:v>3.8538739462063543E-2</c:v>
                </c:pt>
                <c:pt idx="6139">
                  <c:v>3.8438378161380848E-2</c:v>
                </c:pt>
                <c:pt idx="6140">
                  <c:v>3.8388197511039834E-2</c:v>
                </c:pt>
                <c:pt idx="6141">
                  <c:v>3.8237655560016126E-2</c:v>
                </c:pt>
                <c:pt idx="6142">
                  <c:v>3.9090726615816918E-2</c:v>
                </c:pt>
                <c:pt idx="6143">
                  <c:v>3.8739462063428265E-2</c:v>
                </c:pt>
                <c:pt idx="6144">
                  <c:v>3.8990365315134445E-2</c:v>
                </c:pt>
                <c:pt idx="6145">
                  <c:v>3.9241268566840626E-2</c:v>
                </c:pt>
                <c:pt idx="6146">
                  <c:v>3.9241268566840626E-2</c:v>
                </c:pt>
                <c:pt idx="6147">
                  <c:v>3.9542352468888042E-2</c:v>
                </c:pt>
                <c:pt idx="6148">
                  <c:v>3.9592533119229056E-2</c:v>
                </c:pt>
                <c:pt idx="6149">
                  <c:v>3.944199116820557E-2</c:v>
                </c:pt>
                <c:pt idx="6150">
                  <c:v>3.8839823364110737E-2</c:v>
                </c:pt>
                <c:pt idx="6151">
                  <c:v>3.9291449217181862E-2</c:v>
                </c:pt>
                <c:pt idx="6152">
                  <c:v>3.8438378161380848E-2</c:v>
                </c:pt>
                <c:pt idx="6153">
                  <c:v>3.8739462063428265E-2</c:v>
                </c:pt>
                <c:pt idx="6154">
                  <c:v>3.8839823364110737E-2</c:v>
                </c:pt>
                <c:pt idx="6155">
                  <c:v>3.8087113608992418E-2</c:v>
                </c:pt>
                <c:pt idx="6156">
                  <c:v>3.7986752308309946E-2</c:v>
                </c:pt>
                <c:pt idx="6157">
                  <c:v>3.7986752308309946E-2</c:v>
                </c:pt>
                <c:pt idx="6158">
                  <c:v>3.8187474909674668E-2</c:v>
                </c:pt>
                <c:pt idx="6159">
                  <c:v>3.8237655560016126E-2</c:v>
                </c:pt>
                <c:pt idx="6160">
                  <c:v>3.8689281413087251E-2</c:v>
                </c:pt>
                <c:pt idx="6161">
                  <c:v>3.8739462063428265E-2</c:v>
                </c:pt>
                <c:pt idx="6162">
                  <c:v>3.8789642713769501E-2</c:v>
                </c:pt>
                <c:pt idx="6163">
                  <c:v>3.8388197511039834E-2</c:v>
                </c:pt>
                <c:pt idx="6164">
                  <c:v>3.8940184664793209E-2</c:v>
                </c:pt>
                <c:pt idx="6165">
                  <c:v>3.9090726615816918E-2</c:v>
                </c:pt>
                <c:pt idx="6166">
                  <c:v>3.8639100762745793E-2</c:v>
                </c:pt>
                <c:pt idx="6167">
                  <c:v>3.8890004014451973E-2</c:v>
                </c:pt>
                <c:pt idx="6168">
                  <c:v>3.8839823364110737E-2</c:v>
                </c:pt>
                <c:pt idx="6169">
                  <c:v>3.7836210357286237E-2</c:v>
                </c:pt>
                <c:pt idx="6170">
                  <c:v>3.793657165796871E-2</c:v>
                </c:pt>
                <c:pt idx="6171">
                  <c:v>3.7986752308309946E-2</c:v>
                </c:pt>
                <c:pt idx="6172">
                  <c:v>3.7535126455238821E-2</c:v>
                </c:pt>
                <c:pt idx="6173">
                  <c:v>3.7234042553191404E-2</c:v>
                </c:pt>
                <c:pt idx="6174">
                  <c:v>3.7484945804897585E-2</c:v>
                </c:pt>
                <c:pt idx="6175">
                  <c:v>3.7585307105580057E-2</c:v>
                </c:pt>
                <c:pt idx="6176">
                  <c:v>3.8087113608992418E-2</c:v>
                </c:pt>
                <c:pt idx="6177">
                  <c:v>3.8388197511039834E-2</c:v>
                </c:pt>
                <c:pt idx="6178">
                  <c:v>3.8287836210357362E-2</c:v>
                </c:pt>
                <c:pt idx="6179">
                  <c:v>3.8237655560016126E-2</c:v>
                </c:pt>
                <c:pt idx="6180">
                  <c:v>3.8187474909674668E-2</c:v>
                </c:pt>
                <c:pt idx="6181">
                  <c:v>3.7635487755921293E-2</c:v>
                </c:pt>
                <c:pt idx="6182">
                  <c:v>3.8237655560016126E-2</c:v>
                </c:pt>
                <c:pt idx="6183">
                  <c:v>3.703331995182646E-2</c:v>
                </c:pt>
                <c:pt idx="6184">
                  <c:v>3.7685668406262529E-2</c:v>
                </c:pt>
                <c:pt idx="6185">
                  <c:v>3.7434765154556349E-2</c:v>
                </c:pt>
                <c:pt idx="6186">
                  <c:v>3.8087113608992418E-2</c:v>
                </c:pt>
                <c:pt idx="6187">
                  <c:v>3.8087113608992418E-2</c:v>
                </c:pt>
                <c:pt idx="6188">
                  <c:v>3.8237655560016126E-2</c:v>
                </c:pt>
                <c:pt idx="6189">
                  <c:v>3.8338016860698376E-2</c:v>
                </c:pt>
                <c:pt idx="6190">
                  <c:v>3.8287836210357362E-2</c:v>
                </c:pt>
                <c:pt idx="6191">
                  <c:v>3.8388197511039834E-2</c:v>
                </c:pt>
                <c:pt idx="6192">
                  <c:v>3.8689281413087251E-2</c:v>
                </c:pt>
                <c:pt idx="6193">
                  <c:v>3.8137294259333654E-2</c:v>
                </c:pt>
                <c:pt idx="6194">
                  <c:v>3.8438378161380848E-2</c:v>
                </c:pt>
                <c:pt idx="6195">
                  <c:v>3.8438378161380848E-2</c:v>
                </c:pt>
                <c:pt idx="6196">
                  <c:v>3.7986752308309946E-2</c:v>
                </c:pt>
                <c:pt idx="6197">
                  <c:v>3.7635487755921293E-2</c:v>
                </c:pt>
                <c:pt idx="6198">
                  <c:v>3.7986752308309946E-2</c:v>
                </c:pt>
                <c:pt idx="6199">
                  <c:v>3.7535126455238821E-2</c:v>
                </c:pt>
                <c:pt idx="6200">
                  <c:v>3.8137294259333654E-2</c:v>
                </c:pt>
                <c:pt idx="6201">
                  <c:v>3.8237655560016126E-2</c:v>
                </c:pt>
                <c:pt idx="6202">
                  <c:v>3.8588920112404557E-2</c:v>
                </c:pt>
                <c:pt idx="6203">
                  <c:v>3.7836210357286237E-2</c:v>
                </c:pt>
                <c:pt idx="6204">
                  <c:v>3.8388197511039834E-2</c:v>
                </c:pt>
                <c:pt idx="6205">
                  <c:v>3.8287836210357362E-2</c:v>
                </c:pt>
                <c:pt idx="6206">
                  <c:v>3.8287836210357362E-2</c:v>
                </c:pt>
                <c:pt idx="6207">
                  <c:v>3.7434765154556349E-2</c:v>
                </c:pt>
                <c:pt idx="6208">
                  <c:v>3.7986752308309946E-2</c:v>
                </c:pt>
                <c:pt idx="6209">
                  <c:v>3.7786029706945001E-2</c:v>
                </c:pt>
                <c:pt idx="6210">
                  <c:v>3.7334403853873876E-2</c:v>
                </c:pt>
                <c:pt idx="6211">
                  <c:v>3.7484945804897585E-2</c:v>
                </c:pt>
                <c:pt idx="6212">
                  <c:v>3.7735849056603765E-2</c:v>
                </c:pt>
                <c:pt idx="6213">
                  <c:v>3.7434765154556349E-2</c:v>
                </c:pt>
                <c:pt idx="6214">
                  <c:v>3.7986752308309946E-2</c:v>
                </c:pt>
                <c:pt idx="6215">
                  <c:v>3.7535126455238821E-2</c:v>
                </c:pt>
                <c:pt idx="6216">
                  <c:v>3.7635487755921293E-2</c:v>
                </c:pt>
                <c:pt idx="6217">
                  <c:v>3.8137294259333654E-2</c:v>
                </c:pt>
                <c:pt idx="6218">
                  <c:v>3.8388197511039834E-2</c:v>
                </c:pt>
                <c:pt idx="6219">
                  <c:v>3.7635487755921293E-2</c:v>
                </c:pt>
                <c:pt idx="6220">
                  <c:v>3.8036932958651182E-2</c:v>
                </c:pt>
                <c:pt idx="6221">
                  <c:v>3.8036932958651182E-2</c:v>
                </c:pt>
                <c:pt idx="6222">
                  <c:v>3.7585307105580057E-2</c:v>
                </c:pt>
                <c:pt idx="6223">
                  <c:v>3.8137294259333654E-2</c:v>
                </c:pt>
                <c:pt idx="6224">
                  <c:v>3.7484945804897585E-2</c:v>
                </c:pt>
                <c:pt idx="6225">
                  <c:v>3.7585307105580057E-2</c:v>
                </c:pt>
                <c:pt idx="6226">
                  <c:v>3.7635487755921293E-2</c:v>
                </c:pt>
                <c:pt idx="6227">
                  <c:v>3.7585307105580057E-2</c:v>
                </c:pt>
                <c:pt idx="6228">
                  <c:v>3.7836210357286237E-2</c:v>
                </c:pt>
                <c:pt idx="6229">
                  <c:v>3.7635487755921293E-2</c:v>
                </c:pt>
                <c:pt idx="6230">
                  <c:v>3.8087113608992418E-2</c:v>
                </c:pt>
                <c:pt idx="6231">
                  <c:v>3.7886391007627473E-2</c:v>
                </c:pt>
                <c:pt idx="6232">
                  <c:v>3.7535126455238821E-2</c:v>
                </c:pt>
                <c:pt idx="6233">
                  <c:v>3.8087113608992418E-2</c:v>
                </c:pt>
                <c:pt idx="6234">
                  <c:v>3.8137294259333654E-2</c:v>
                </c:pt>
                <c:pt idx="6235">
                  <c:v>3.8237655560016126E-2</c:v>
                </c:pt>
                <c:pt idx="6236">
                  <c:v>3.7735849056603765E-2</c:v>
                </c:pt>
                <c:pt idx="6237">
                  <c:v>3.8087113608992418E-2</c:v>
                </c:pt>
                <c:pt idx="6238">
                  <c:v>3.7585307105580057E-2</c:v>
                </c:pt>
                <c:pt idx="6239">
                  <c:v>3.6932958651143988E-2</c:v>
                </c:pt>
                <c:pt idx="6240">
                  <c:v>3.7183861902850168E-2</c:v>
                </c:pt>
                <c:pt idx="6241">
                  <c:v>3.7234042553191404E-2</c:v>
                </c:pt>
                <c:pt idx="6242">
                  <c:v>3.7384584504215113E-2</c:v>
                </c:pt>
                <c:pt idx="6243">
                  <c:v>3.7585307105580057E-2</c:v>
                </c:pt>
                <c:pt idx="6244">
                  <c:v>3.7535126455238821E-2</c:v>
                </c:pt>
                <c:pt idx="6245">
                  <c:v>3.793657165796871E-2</c:v>
                </c:pt>
                <c:pt idx="6246">
                  <c:v>3.7786029706945001E-2</c:v>
                </c:pt>
                <c:pt idx="6247">
                  <c:v>3.7434765154556349E-2</c:v>
                </c:pt>
                <c:pt idx="6248">
                  <c:v>3.7886391007627473E-2</c:v>
                </c:pt>
                <c:pt idx="6249">
                  <c:v>3.7685668406262529E-2</c:v>
                </c:pt>
                <c:pt idx="6250">
                  <c:v>3.793657165796871E-2</c:v>
                </c:pt>
                <c:pt idx="6251">
                  <c:v>3.793657165796871E-2</c:v>
                </c:pt>
                <c:pt idx="6252">
                  <c:v>3.7635487755921293E-2</c:v>
                </c:pt>
                <c:pt idx="6253">
                  <c:v>3.793657165796871E-2</c:v>
                </c:pt>
                <c:pt idx="6254">
                  <c:v>3.7836210357286237E-2</c:v>
                </c:pt>
                <c:pt idx="6255">
                  <c:v>3.793657165796871E-2</c:v>
                </c:pt>
                <c:pt idx="6256">
                  <c:v>3.7836210357286237E-2</c:v>
                </c:pt>
                <c:pt idx="6257">
                  <c:v>3.7886391007627473E-2</c:v>
                </c:pt>
                <c:pt idx="6258">
                  <c:v>3.7535126455238821E-2</c:v>
                </c:pt>
                <c:pt idx="6259">
                  <c:v>3.7836210357286237E-2</c:v>
                </c:pt>
                <c:pt idx="6260">
                  <c:v>3.7786029706945001E-2</c:v>
                </c:pt>
                <c:pt idx="6261">
                  <c:v>3.7434765154556349E-2</c:v>
                </c:pt>
                <c:pt idx="6262">
                  <c:v>3.7786029706945001E-2</c:v>
                </c:pt>
                <c:pt idx="6263">
                  <c:v>3.7685668406262529E-2</c:v>
                </c:pt>
                <c:pt idx="6264">
                  <c:v>3.7585307105580057E-2</c:v>
                </c:pt>
                <c:pt idx="6265">
                  <c:v>3.8087113608992418E-2</c:v>
                </c:pt>
                <c:pt idx="6266">
                  <c:v>3.8237655560016126E-2</c:v>
                </c:pt>
                <c:pt idx="6267">
                  <c:v>3.8137294259333654E-2</c:v>
                </c:pt>
                <c:pt idx="6268">
                  <c:v>3.8538739462063543E-2</c:v>
                </c:pt>
                <c:pt idx="6269">
                  <c:v>3.8388197511039834E-2</c:v>
                </c:pt>
                <c:pt idx="6270">
                  <c:v>3.8538739462063543E-2</c:v>
                </c:pt>
                <c:pt idx="6271">
                  <c:v>3.8839823364110737E-2</c:v>
                </c:pt>
                <c:pt idx="6272">
                  <c:v>3.8388197511039834E-2</c:v>
                </c:pt>
                <c:pt idx="6273">
                  <c:v>3.8338016860698376E-2</c:v>
                </c:pt>
                <c:pt idx="6274">
                  <c:v>3.8338016860698376E-2</c:v>
                </c:pt>
                <c:pt idx="6275">
                  <c:v>3.8839823364110737E-2</c:v>
                </c:pt>
                <c:pt idx="6276">
                  <c:v>3.8488558811722084E-2</c:v>
                </c:pt>
                <c:pt idx="6277">
                  <c:v>3.8789642713769501E-2</c:v>
                </c:pt>
                <c:pt idx="6278">
                  <c:v>3.8839823364110737E-2</c:v>
                </c:pt>
                <c:pt idx="6279">
                  <c:v>3.8739462063428265E-2</c:v>
                </c:pt>
                <c:pt idx="6280">
                  <c:v>3.8789642713769501E-2</c:v>
                </c:pt>
                <c:pt idx="6281">
                  <c:v>3.8338016860698376E-2</c:v>
                </c:pt>
                <c:pt idx="6282">
                  <c:v>3.8588920112404557E-2</c:v>
                </c:pt>
                <c:pt idx="6283">
                  <c:v>3.8137294259333654E-2</c:v>
                </c:pt>
                <c:pt idx="6284">
                  <c:v>3.8187474909674668E-2</c:v>
                </c:pt>
                <c:pt idx="6285">
                  <c:v>3.8588920112404557E-2</c:v>
                </c:pt>
                <c:pt idx="6286">
                  <c:v>3.8789642713769501E-2</c:v>
                </c:pt>
                <c:pt idx="6287">
                  <c:v>3.8839823364110737E-2</c:v>
                </c:pt>
                <c:pt idx="6288">
                  <c:v>3.8488558811722084E-2</c:v>
                </c:pt>
                <c:pt idx="6289">
                  <c:v>3.9040545965475681E-2</c:v>
                </c:pt>
                <c:pt idx="6290">
                  <c:v>3.8990365315134445E-2</c:v>
                </c:pt>
                <c:pt idx="6291">
                  <c:v>3.8689281413087251E-2</c:v>
                </c:pt>
                <c:pt idx="6292">
                  <c:v>3.8588920112404557E-2</c:v>
                </c:pt>
                <c:pt idx="6293">
                  <c:v>3.8137294259333654E-2</c:v>
                </c:pt>
                <c:pt idx="6294">
                  <c:v>3.7484945804897585E-2</c:v>
                </c:pt>
                <c:pt idx="6295">
                  <c:v>3.7836210357286237E-2</c:v>
                </c:pt>
                <c:pt idx="6296">
                  <c:v>3.8388197511039834E-2</c:v>
                </c:pt>
                <c:pt idx="6297">
                  <c:v>3.8940184664793209E-2</c:v>
                </c:pt>
                <c:pt idx="6298">
                  <c:v>3.8789642713769501E-2</c:v>
                </c:pt>
                <c:pt idx="6299">
                  <c:v>3.8739462063428265E-2</c:v>
                </c:pt>
                <c:pt idx="6300">
                  <c:v>3.8639100762745793E-2</c:v>
                </c:pt>
                <c:pt idx="6301">
                  <c:v>3.8739462063428265E-2</c:v>
                </c:pt>
                <c:pt idx="6302">
                  <c:v>3.8639100762745793E-2</c:v>
                </c:pt>
                <c:pt idx="6303">
                  <c:v>3.8588920112404557E-2</c:v>
                </c:pt>
                <c:pt idx="6304">
                  <c:v>3.793657165796871E-2</c:v>
                </c:pt>
                <c:pt idx="6305">
                  <c:v>3.793657165796871E-2</c:v>
                </c:pt>
                <c:pt idx="6306">
                  <c:v>3.8187474909674668E-2</c:v>
                </c:pt>
                <c:pt idx="6307">
                  <c:v>3.8287836210357362E-2</c:v>
                </c:pt>
                <c:pt idx="6308">
                  <c:v>3.7484945804897585E-2</c:v>
                </c:pt>
                <c:pt idx="6309">
                  <c:v>3.8237655560016126E-2</c:v>
                </c:pt>
                <c:pt idx="6310">
                  <c:v>3.8639100762745793E-2</c:v>
                </c:pt>
                <c:pt idx="6311">
                  <c:v>3.8187474909674668E-2</c:v>
                </c:pt>
                <c:pt idx="6312">
                  <c:v>3.8538739462063543E-2</c:v>
                </c:pt>
                <c:pt idx="6313">
                  <c:v>3.7986752308309946E-2</c:v>
                </c:pt>
                <c:pt idx="6314">
                  <c:v>3.8137294259333654E-2</c:v>
                </c:pt>
                <c:pt idx="6315">
                  <c:v>3.8739462063428265E-2</c:v>
                </c:pt>
                <c:pt idx="6316">
                  <c:v>3.8940184664793209E-2</c:v>
                </c:pt>
                <c:pt idx="6317">
                  <c:v>3.8940184664793209E-2</c:v>
                </c:pt>
                <c:pt idx="6318">
                  <c:v>3.8839823364110737E-2</c:v>
                </c:pt>
                <c:pt idx="6319">
                  <c:v>3.8789642713769501E-2</c:v>
                </c:pt>
                <c:pt idx="6320">
                  <c:v>3.8438378161380848E-2</c:v>
                </c:pt>
                <c:pt idx="6321">
                  <c:v>3.8287836210357362E-2</c:v>
                </c:pt>
                <c:pt idx="6322">
                  <c:v>3.7685668406262529E-2</c:v>
                </c:pt>
                <c:pt idx="6323">
                  <c:v>3.793657165796871E-2</c:v>
                </c:pt>
                <c:pt idx="6324">
                  <c:v>3.7735849056603765E-2</c:v>
                </c:pt>
                <c:pt idx="6325">
                  <c:v>3.8187474909674668E-2</c:v>
                </c:pt>
                <c:pt idx="6326">
                  <c:v>3.8789642713769501E-2</c:v>
                </c:pt>
                <c:pt idx="6327">
                  <c:v>3.8187474909674668E-2</c:v>
                </c:pt>
                <c:pt idx="6328">
                  <c:v>3.8237655560016126E-2</c:v>
                </c:pt>
                <c:pt idx="6329">
                  <c:v>3.8739462063428265E-2</c:v>
                </c:pt>
                <c:pt idx="6330">
                  <c:v>3.8890004014451973E-2</c:v>
                </c:pt>
                <c:pt idx="6331">
                  <c:v>3.8338016860698376E-2</c:v>
                </c:pt>
                <c:pt idx="6332">
                  <c:v>3.8036932958651182E-2</c:v>
                </c:pt>
                <c:pt idx="6333">
                  <c:v>3.7886391007627473E-2</c:v>
                </c:pt>
                <c:pt idx="6334">
                  <c:v>3.7986752308309946E-2</c:v>
                </c:pt>
                <c:pt idx="6335">
                  <c:v>3.8087113608992418E-2</c:v>
                </c:pt>
                <c:pt idx="6336">
                  <c:v>3.7183861902850168E-2</c:v>
                </c:pt>
                <c:pt idx="6337">
                  <c:v>3.7735849056603765E-2</c:v>
                </c:pt>
                <c:pt idx="6338">
                  <c:v>3.7334403853873876E-2</c:v>
                </c:pt>
                <c:pt idx="6339">
                  <c:v>3.7685668406262529E-2</c:v>
                </c:pt>
                <c:pt idx="6340">
                  <c:v>3.7334403853873876E-2</c:v>
                </c:pt>
                <c:pt idx="6341">
                  <c:v>3.7786029706945001E-2</c:v>
                </c:pt>
                <c:pt idx="6342">
                  <c:v>3.7535126455238821E-2</c:v>
                </c:pt>
                <c:pt idx="6343">
                  <c:v>3.7284223203532862E-2</c:v>
                </c:pt>
                <c:pt idx="6344">
                  <c:v>3.7434765154556349E-2</c:v>
                </c:pt>
                <c:pt idx="6345">
                  <c:v>3.7836210357286237E-2</c:v>
                </c:pt>
                <c:pt idx="6346">
                  <c:v>3.7635487755921293E-2</c:v>
                </c:pt>
                <c:pt idx="6347">
                  <c:v>3.7635487755921293E-2</c:v>
                </c:pt>
                <c:pt idx="6348">
                  <c:v>3.7735849056603765E-2</c:v>
                </c:pt>
                <c:pt idx="6349">
                  <c:v>3.7886391007627473E-2</c:v>
                </c:pt>
                <c:pt idx="6350">
                  <c:v>3.6682055399438029E-2</c:v>
                </c:pt>
                <c:pt idx="6351">
                  <c:v>3.7535126455238821E-2</c:v>
                </c:pt>
                <c:pt idx="6352">
                  <c:v>3.7585307105580057E-2</c:v>
                </c:pt>
                <c:pt idx="6353">
                  <c:v>3.6983139301485446E-2</c:v>
                </c:pt>
                <c:pt idx="6354">
                  <c:v>3.7434765154556349E-2</c:v>
                </c:pt>
                <c:pt idx="6355">
                  <c:v>3.7585307105580057E-2</c:v>
                </c:pt>
                <c:pt idx="6356">
                  <c:v>3.7635487755921293E-2</c:v>
                </c:pt>
                <c:pt idx="6357">
                  <c:v>3.7434765154556349E-2</c:v>
                </c:pt>
                <c:pt idx="6358">
                  <c:v>3.793657165796871E-2</c:v>
                </c:pt>
                <c:pt idx="6359">
                  <c:v>3.7083500602167696E-2</c:v>
                </c:pt>
                <c:pt idx="6360">
                  <c:v>3.703331995182646E-2</c:v>
                </c:pt>
                <c:pt idx="6361">
                  <c:v>3.7886391007627473E-2</c:v>
                </c:pt>
                <c:pt idx="6362">
                  <c:v>3.7484945804897585E-2</c:v>
                </c:pt>
                <c:pt idx="6363">
                  <c:v>3.7635487755921293E-2</c:v>
                </c:pt>
                <c:pt idx="6364">
                  <c:v>3.7434765154556349E-2</c:v>
                </c:pt>
                <c:pt idx="6365">
                  <c:v>3.7685668406262529E-2</c:v>
                </c:pt>
                <c:pt idx="6366">
                  <c:v>3.7886391007627473E-2</c:v>
                </c:pt>
                <c:pt idx="6367">
                  <c:v>3.7836210357286237E-2</c:v>
                </c:pt>
                <c:pt idx="6368">
                  <c:v>3.7886391007627473E-2</c:v>
                </c:pt>
                <c:pt idx="6369">
                  <c:v>3.7384584504215113E-2</c:v>
                </c:pt>
                <c:pt idx="6370">
                  <c:v>3.793657165796871E-2</c:v>
                </c:pt>
                <c:pt idx="6371">
                  <c:v>3.793657165796871E-2</c:v>
                </c:pt>
                <c:pt idx="6372">
                  <c:v>3.6832597350461738E-2</c:v>
                </c:pt>
                <c:pt idx="6373">
                  <c:v>3.7434765154556349E-2</c:v>
                </c:pt>
                <c:pt idx="6374">
                  <c:v>3.6682055399438029E-2</c:v>
                </c:pt>
                <c:pt idx="6375">
                  <c:v>3.7234042553191404E-2</c:v>
                </c:pt>
                <c:pt idx="6376">
                  <c:v>3.7384584504215113E-2</c:v>
                </c:pt>
                <c:pt idx="6377">
                  <c:v>3.7484945804897585E-2</c:v>
                </c:pt>
                <c:pt idx="6378">
                  <c:v>3.6882778000802752E-2</c:v>
                </c:pt>
                <c:pt idx="6379">
                  <c:v>3.7083500602167696E-2</c:v>
                </c:pt>
                <c:pt idx="6380">
                  <c:v>3.7234042553191404E-2</c:v>
                </c:pt>
                <c:pt idx="6381">
                  <c:v>3.7183861902850168E-2</c:v>
                </c:pt>
                <c:pt idx="6382">
                  <c:v>3.7083500602167696E-2</c:v>
                </c:pt>
                <c:pt idx="6383">
                  <c:v>3.6983139301485446E-2</c:v>
                </c:pt>
                <c:pt idx="6384">
                  <c:v>3.6782416700120502E-2</c:v>
                </c:pt>
                <c:pt idx="6385">
                  <c:v>3.6832597350461738E-2</c:v>
                </c:pt>
                <c:pt idx="6386">
                  <c:v>3.6832597350461738E-2</c:v>
                </c:pt>
                <c:pt idx="6387">
                  <c:v>3.6682055399438029E-2</c:v>
                </c:pt>
                <c:pt idx="6388">
                  <c:v>3.6330790847049377E-2</c:v>
                </c:pt>
                <c:pt idx="6389">
                  <c:v>3.6732236049779265E-2</c:v>
                </c:pt>
                <c:pt idx="6390">
                  <c:v>3.6983139301485446E-2</c:v>
                </c:pt>
                <c:pt idx="6391">
                  <c:v>3.6832597350461738E-2</c:v>
                </c:pt>
                <c:pt idx="6392">
                  <c:v>3.6130068245684432E-2</c:v>
                </c:pt>
                <c:pt idx="6393">
                  <c:v>3.6732236049779265E-2</c:v>
                </c:pt>
                <c:pt idx="6394">
                  <c:v>3.6481332798073085E-2</c:v>
                </c:pt>
                <c:pt idx="6395">
                  <c:v>3.6481332798073085E-2</c:v>
                </c:pt>
                <c:pt idx="6396">
                  <c:v>3.6782416700120502E-2</c:v>
                </c:pt>
                <c:pt idx="6397">
                  <c:v>3.6631874749096793E-2</c:v>
                </c:pt>
                <c:pt idx="6398">
                  <c:v>3.6330790847049377E-2</c:v>
                </c:pt>
                <c:pt idx="6399">
                  <c:v>3.6431152147731849E-2</c:v>
                </c:pt>
                <c:pt idx="6400">
                  <c:v>3.6832597350461738E-2</c:v>
                </c:pt>
                <c:pt idx="6401">
                  <c:v>3.7083500602167696E-2</c:v>
                </c:pt>
                <c:pt idx="6402">
                  <c:v>3.7234042553191404E-2</c:v>
                </c:pt>
                <c:pt idx="6403">
                  <c:v>3.7234042553191404E-2</c:v>
                </c:pt>
                <c:pt idx="6404">
                  <c:v>3.6882778000802752E-2</c:v>
                </c:pt>
                <c:pt idx="6405">
                  <c:v>3.6682055399438029E-2</c:v>
                </c:pt>
                <c:pt idx="6406">
                  <c:v>3.6531513448414321E-2</c:v>
                </c:pt>
                <c:pt idx="6407">
                  <c:v>3.6782416700120502E-2</c:v>
                </c:pt>
                <c:pt idx="6408">
                  <c:v>3.6581694098755557E-2</c:v>
                </c:pt>
                <c:pt idx="6409">
                  <c:v>3.6481332798073085E-2</c:v>
                </c:pt>
                <c:pt idx="6410">
                  <c:v>3.6431152147731849E-2</c:v>
                </c:pt>
                <c:pt idx="6411">
                  <c:v>3.6531513448414321E-2</c:v>
                </c:pt>
                <c:pt idx="6412">
                  <c:v>3.6782416700120502E-2</c:v>
                </c:pt>
                <c:pt idx="6413">
                  <c:v>3.7133681252509154E-2</c:v>
                </c:pt>
                <c:pt idx="6414">
                  <c:v>3.6581694098755557E-2</c:v>
                </c:pt>
                <c:pt idx="6415">
                  <c:v>3.6782416700120502E-2</c:v>
                </c:pt>
                <c:pt idx="6416">
                  <c:v>3.6631874749096793E-2</c:v>
                </c:pt>
                <c:pt idx="6417">
                  <c:v>3.6330790847049377E-2</c:v>
                </c:pt>
                <c:pt idx="6418">
                  <c:v>3.6581694098755557E-2</c:v>
                </c:pt>
                <c:pt idx="6419">
                  <c:v>3.6832597350461738E-2</c:v>
                </c:pt>
                <c:pt idx="6420">
                  <c:v>3.6130068245684432E-2</c:v>
                </c:pt>
                <c:pt idx="6421">
                  <c:v>3.6882778000802752E-2</c:v>
                </c:pt>
                <c:pt idx="6422">
                  <c:v>3.6782416700120502E-2</c:v>
                </c:pt>
                <c:pt idx="6423">
                  <c:v>3.6732236049779265E-2</c:v>
                </c:pt>
                <c:pt idx="6424">
                  <c:v>3.6380971497390613E-2</c:v>
                </c:pt>
                <c:pt idx="6425">
                  <c:v>3.6882778000802752E-2</c:v>
                </c:pt>
                <c:pt idx="6426">
                  <c:v>3.6682055399438029E-2</c:v>
                </c:pt>
                <c:pt idx="6427">
                  <c:v>3.6732236049779265E-2</c:v>
                </c:pt>
                <c:pt idx="6428">
                  <c:v>3.6631874749096793E-2</c:v>
                </c:pt>
                <c:pt idx="6429">
                  <c:v>3.6581694098755557E-2</c:v>
                </c:pt>
                <c:pt idx="6430">
                  <c:v>3.6130068245684432E-2</c:v>
                </c:pt>
                <c:pt idx="6431">
                  <c:v>3.6882778000802752E-2</c:v>
                </c:pt>
                <c:pt idx="6432">
                  <c:v>3.6481332798073085E-2</c:v>
                </c:pt>
                <c:pt idx="6433">
                  <c:v>3.6782416700120502E-2</c:v>
                </c:pt>
                <c:pt idx="6434">
                  <c:v>3.6380971497390613E-2</c:v>
                </c:pt>
                <c:pt idx="6435">
                  <c:v>3.6581694098755557E-2</c:v>
                </c:pt>
                <c:pt idx="6436">
                  <c:v>3.6431152147731849E-2</c:v>
                </c:pt>
                <c:pt idx="6437">
                  <c:v>3.7083500602167696E-2</c:v>
                </c:pt>
                <c:pt idx="6438">
                  <c:v>3.6932958651143988E-2</c:v>
                </c:pt>
                <c:pt idx="6439">
                  <c:v>3.6481332798073085E-2</c:v>
                </c:pt>
                <c:pt idx="6440">
                  <c:v>3.6581694098755557E-2</c:v>
                </c:pt>
                <c:pt idx="6441">
                  <c:v>3.6431152147731849E-2</c:v>
                </c:pt>
                <c:pt idx="6442">
                  <c:v>3.6983139301485446E-2</c:v>
                </c:pt>
                <c:pt idx="6443">
                  <c:v>3.6531513448414321E-2</c:v>
                </c:pt>
                <c:pt idx="6444">
                  <c:v>3.6832597350461738E-2</c:v>
                </c:pt>
                <c:pt idx="6445">
                  <c:v>3.6330790847049377E-2</c:v>
                </c:pt>
                <c:pt idx="6446">
                  <c:v>3.6431152147731849E-2</c:v>
                </c:pt>
                <c:pt idx="6447">
                  <c:v>3.5728623042954766E-2</c:v>
                </c:pt>
                <c:pt idx="6448">
                  <c:v>3.6380971497390613E-2</c:v>
                </c:pt>
                <c:pt idx="6449">
                  <c:v>3.6280610196708141E-2</c:v>
                </c:pt>
                <c:pt idx="6450">
                  <c:v>3.6230429546366905E-2</c:v>
                </c:pt>
                <c:pt idx="6451">
                  <c:v>3.5879164993978252E-2</c:v>
                </c:pt>
                <c:pt idx="6452">
                  <c:v>3.6380971497390613E-2</c:v>
                </c:pt>
                <c:pt idx="6453">
                  <c:v>3.602970694500196E-2</c:v>
                </c:pt>
                <c:pt idx="6454">
                  <c:v>3.5628261742272072E-2</c:v>
                </c:pt>
                <c:pt idx="6455">
                  <c:v>3.602970694500196E-2</c:v>
                </c:pt>
                <c:pt idx="6456">
                  <c:v>3.577880369329578E-2</c:v>
                </c:pt>
                <c:pt idx="6457">
                  <c:v>3.5979526294660724E-2</c:v>
                </c:pt>
                <c:pt idx="6458">
                  <c:v>3.5828984343637016E-2</c:v>
                </c:pt>
                <c:pt idx="6459">
                  <c:v>3.602970694500196E-2</c:v>
                </c:pt>
                <c:pt idx="6460">
                  <c:v>3.5578081091931058E-2</c:v>
                </c:pt>
                <c:pt idx="6461">
                  <c:v>3.5728623042954766E-2</c:v>
                </c:pt>
                <c:pt idx="6462">
                  <c:v>3.6130068245684432E-2</c:v>
                </c:pt>
                <c:pt idx="6463">
                  <c:v>3.6230429546366905E-2</c:v>
                </c:pt>
                <c:pt idx="6464">
                  <c:v>3.6531513448414321E-2</c:v>
                </c:pt>
                <c:pt idx="6465">
                  <c:v>3.5979526294660724E-2</c:v>
                </c:pt>
                <c:pt idx="6466">
                  <c:v>3.5929345644319488E-2</c:v>
                </c:pt>
                <c:pt idx="6467">
                  <c:v>3.5979526294660724E-2</c:v>
                </c:pt>
                <c:pt idx="6468">
                  <c:v>3.6531513448414321E-2</c:v>
                </c:pt>
                <c:pt idx="6469">
                  <c:v>3.6531513448414321E-2</c:v>
                </c:pt>
                <c:pt idx="6470">
                  <c:v>3.6581694098755557E-2</c:v>
                </c:pt>
                <c:pt idx="6471">
                  <c:v>3.6380971497390613E-2</c:v>
                </c:pt>
                <c:pt idx="6472">
                  <c:v>3.577880369329578E-2</c:v>
                </c:pt>
                <c:pt idx="6473">
                  <c:v>3.5828984343637016E-2</c:v>
                </c:pt>
                <c:pt idx="6474">
                  <c:v>3.5929345644319488E-2</c:v>
                </c:pt>
                <c:pt idx="6475">
                  <c:v>3.5628261742272072E-2</c:v>
                </c:pt>
                <c:pt idx="6476">
                  <c:v>3.6079887595343196E-2</c:v>
                </c:pt>
                <c:pt idx="6477">
                  <c:v>3.602970694500196E-2</c:v>
                </c:pt>
                <c:pt idx="6478">
                  <c:v>3.5527900441589821E-2</c:v>
                </c:pt>
                <c:pt idx="6479">
                  <c:v>3.577880369329578E-2</c:v>
                </c:pt>
                <c:pt idx="6480">
                  <c:v>3.5527900441589821E-2</c:v>
                </c:pt>
                <c:pt idx="6481">
                  <c:v>3.5527900441589821E-2</c:v>
                </c:pt>
                <c:pt idx="6482">
                  <c:v>3.6079887595343196E-2</c:v>
                </c:pt>
                <c:pt idx="6483">
                  <c:v>3.6130068245684432E-2</c:v>
                </c:pt>
                <c:pt idx="6484">
                  <c:v>3.5929345644319488E-2</c:v>
                </c:pt>
                <c:pt idx="6485">
                  <c:v>3.577880369329578E-2</c:v>
                </c:pt>
                <c:pt idx="6486">
                  <c:v>3.6230429546366905E-2</c:v>
                </c:pt>
                <c:pt idx="6487">
                  <c:v>3.5527900441589821E-2</c:v>
                </c:pt>
                <c:pt idx="6488">
                  <c:v>3.5728623042954766E-2</c:v>
                </c:pt>
                <c:pt idx="6489">
                  <c:v>3.5026093938177461E-2</c:v>
                </c:pt>
                <c:pt idx="6490">
                  <c:v>3.5828984343637016E-2</c:v>
                </c:pt>
                <c:pt idx="6491">
                  <c:v>3.5828984343637016E-2</c:v>
                </c:pt>
                <c:pt idx="6492">
                  <c:v>3.5929345644319488E-2</c:v>
                </c:pt>
                <c:pt idx="6493">
                  <c:v>3.602970694500196E-2</c:v>
                </c:pt>
                <c:pt idx="6494">
                  <c:v>3.5728623042954766E-2</c:v>
                </c:pt>
                <c:pt idx="6495">
                  <c:v>3.5828984343637016E-2</c:v>
                </c:pt>
                <c:pt idx="6496">
                  <c:v>3.6682055399438029E-2</c:v>
                </c:pt>
                <c:pt idx="6497">
                  <c:v>3.6631874749096793E-2</c:v>
                </c:pt>
                <c:pt idx="6498">
                  <c:v>3.6330790847049377E-2</c:v>
                </c:pt>
                <c:pt idx="6499">
                  <c:v>3.6581694098755557E-2</c:v>
                </c:pt>
                <c:pt idx="6500">
                  <c:v>3.6531513448414321E-2</c:v>
                </c:pt>
                <c:pt idx="6501">
                  <c:v>3.6832597350461738E-2</c:v>
                </c:pt>
                <c:pt idx="6502">
                  <c:v>3.6380971497390613E-2</c:v>
                </c:pt>
                <c:pt idx="6503">
                  <c:v>3.6481332798073085E-2</c:v>
                </c:pt>
                <c:pt idx="6504">
                  <c:v>3.6431152147731849E-2</c:v>
                </c:pt>
                <c:pt idx="6505">
                  <c:v>3.6732236049779265E-2</c:v>
                </c:pt>
                <c:pt idx="6506">
                  <c:v>3.6732236049779265E-2</c:v>
                </c:pt>
                <c:pt idx="6507">
                  <c:v>3.6983139301485446E-2</c:v>
                </c:pt>
                <c:pt idx="6508">
                  <c:v>3.7234042553191404E-2</c:v>
                </c:pt>
                <c:pt idx="6509">
                  <c:v>3.7083500602167696E-2</c:v>
                </c:pt>
                <c:pt idx="6510">
                  <c:v>3.703331995182646E-2</c:v>
                </c:pt>
                <c:pt idx="6511">
                  <c:v>3.6932958651143988E-2</c:v>
                </c:pt>
                <c:pt idx="6512">
                  <c:v>3.7384584504215113E-2</c:v>
                </c:pt>
                <c:pt idx="6513">
                  <c:v>3.6932958651143988E-2</c:v>
                </c:pt>
                <c:pt idx="6514">
                  <c:v>3.6983139301485446E-2</c:v>
                </c:pt>
                <c:pt idx="6515">
                  <c:v>3.7384584504215113E-2</c:v>
                </c:pt>
                <c:pt idx="6516">
                  <c:v>3.7685668406262529E-2</c:v>
                </c:pt>
                <c:pt idx="6517">
                  <c:v>3.6531513448414321E-2</c:v>
                </c:pt>
                <c:pt idx="6518">
                  <c:v>3.6431152147731849E-2</c:v>
                </c:pt>
                <c:pt idx="6519">
                  <c:v>3.6682055399438029E-2</c:v>
                </c:pt>
                <c:pt idx="6520">
                  <c:v>3.6230429546366905E-2</c:v>
                </c:pt>
                <c:pt idx="6521">
                  <c:v>3.6732236049779265E-2</c:v>
                </c:pt>
                <c:pt idx="6522">
                  <c:v>3.6481332798073085E-2</c:v>
                </c:pt>
                <c:pt idx="6523">
                  <c:v>3.6631874749096793E-2</c:v>
                </c:pt>
                <c:pt idx="6524">
                  <c:v>3.6682055399438029E-2</c:v>
                </c:pt>
                <c:pt idx="6525">
                  <c:v>3.6230429546366905E-2</c:v>
                </c:pt>
                <c:pt idx="6526">
                  <c:v>3.6581694098755557E-2</c:v>
                </c:pt>
                <c:pt idx="6527">
                  <c:v>3.6230429546366905E-2</c:v>
                </c:pt>
                <c:pt idx="6528">
                  <c:v>3.602970694500196E-2</c:v>
                </c:pt>
                <c:pt idx="6529">
                  <c:v>3.5879164993978252E-2</c:v>
                </c:pt>
                <c:pt idx="6530">
                  <c:v>3.6079887595343196E-2</c:v>
                </c:pt>
                <c:pt idx="6531">
                  <c:v>3.6079887595343196E-2</c:v>
                </c:pt>
                <c:pt idx="6532">
                  <c:v>3.6180248896025669E-2</c:v>
                </c:pt>
                <c:pt idx="6533">
                  <c:v>3.6280610196708141E-2</c:v>
                </c:pt>
                <c:pt idx="6534">
                  <c:v>3.5929345644319488E-2</c:v>
                </c:pt>
                <c:pt idx="6535">
                  <c:v>3.6180248896025669E-2</c:v>
                </c:pt>
                <c:pt idx="6536">
                  <c:v>3.6330790847049377E-2</c:v>
                </c:pt>
                <c:pt idx="6537">
                  <c:v>3.6682055399438029E-2</c:v>
                </c:pt>
                <c:pt idx="6538">
                  <c:v>3.6983139301485446E-2</c:v>
                </c:pt>
                <c:pt idx="6539">
                  <c:v>3.6983139301485446E-2</c:v>
                </c:pt>
                <c:pt idx="6540">
                  <c:v>3.6932958651143988E-2</c:v>
                </c:pt>
                <c:pt idx="6541">
                  <c:v>3.6581694098755557E-2</c:v>
                </c:pt>
                <c:pt idx="6542">
                  <c:v>3.6581694098755557E-2</c:v>
                </c:pt>
                <c:pt idx="6543">
                  <c:v>3.6932958651143988E-2</c:v>
                </c:pt>
                <c:pt idx="6544">
                  <c:v>3.7183861902850168E-2</c:v>
                </c:pt>
                <c:pt idx="6545">
                  <c:v>3.6280610196708141E-2</c:v>
                </c:pt>
                <c:pt idx="6546">
                  <c:v>3.6682055399438029E-2</c:v>
                </c:pt>
                <c:pt idx="6547">
                  <c:v>3.703331995182646E-2</c:v>
                </c:pt>
                <c:pt idx="6548">
                  <c:v>3.6882778000802752E-2</c:v>
                </c:pt>
                <c:pt idx="6549">
                  <c:v>3.6882778000802752E-2</c:v>
                </c:pt>
                <c:pt idx="6550">
                  <c:v>3.6481332798073085E-2</c:v>
                </c:pt>
                <c:pt idx="6551">
                  <c:v>3.6531513448414321E-2</c:v>
                </c:pt>
                <c:pt idx="6552">
                  <c:v>3.7083500602167696E-2</c:v>
                </c:pt>
                <c:pt idx="6553">
                  <c:v>3.7083500602167696E-2</c:v>
                </c:pt>
                <c:pt idx="6554">
                  <c:v>3.7284223203532862E-2</c:v>
                </c:pt>
                <c:pt idx="6555">
                  <c:v>3.6832597350461738E-2</c:v>
                </c:pt>
                <c:pt idx="6556">
                  <c:v>3.6682055399438029E-2</c:v>
                </c:pt>
                <c:pt idx="6557">
                  <c:v>3.6531513448414321E-2</c:v>
                </c:pt>
                <c:pt idx="6558">
                  <c:v>3.6782416700120502E-2</c:v>
                </c:pt>
                <c:pt idx="6559">
                  <c:v>3.7183861902850168E-2</c:v>
                </c:pt>
                <c:pt idx="6560">
                  <c:v>3.7786029706945001E-2</c:v>
                </c:pt>
                <c:pt idx="6561">
                  <c:v>3.8036932958651182E-2</c:v>
                </c:pt>
                <c:pt idx="6562">
                  <c:v>3.8036932958651182E-2</c:v>
                </c:pt>
                <c:pt idx="6563">
                  <c:v>3.8087113608992418E-2</c:v>
                </c:pt>
                <c:pt idx="6564">
                  <c:v>3.7735849056603765E-2</c:v>
                </c:pt>
                <c:pt idx="6565">
                  <c:v>3.8036932958651182E-2</c:v>
                </c:pt>
                <c:pt idx="6566">
                  <c:v>3.7786029706945001E-2</c:v>
                </c:pt>
                <c:pt idx="6567">
                  <c:v>3.7735849056603765E-2</c:v>
                </c:pt>
                <c:pt idx="6568">
                  <c:v>3.8287836210357362E-2</c:v>
                </c:pt>
                <c:pt idx="6569">
                  <c:v>3.7886391007627473E-2</c:v>
                </c:pt>
                <c:pt idx="6570">
                  <c:v>3.8438378161380848E-2</c:v>
                </c:pt>
                <c:pt idx="6571">
                  <c:v>3.7434765154556349E-2</c:v>
                </c:pt>
                <c:pt idx="6572">
                  <c:v>3.7133681252509154E-2</c:v>
                </c:pt>
                <c:pt idx="6573">
                  <c:v>3.6782416700120502E-2</c:v>
                </c:pt>
                <c:pt idx="6574">
                  <c:v>3.7284223203532862E-2</c:v>
                </c:pt>
                <c:pt idx="6575">
                  <c:v>3.7384584504215113E-2</c:v>
                </c:pt>
                <c:pt idx="6576">
                  <c:v>3.7484945804897585E-2</c:v>
                </c:pt>
                <c:pt idx="6577">
                  <c:v>3.7585307105580057E-2</c:v>
                </c:pt>
                <c:pt idx="6578">
                  <c:v>3.7635487755921293E-2</c:v>
                </c:pt>
                <c:pt idx="6579">
                  <c:v>3.7535126455238821E-2</c:v>
                </c:pt>
                <c:pt idx="6580">
                  <c:v>3.7434765154556349E-2</c:v>
                </c:pt>
                <c:pt idx="6581">
                  <c:v>3.7735849056603765E-2</c:v>
                </c:pt>
                <c:pt idx="6582">
                  <c:v>3.7735849056603765E-2</c:v>
                </c:pt>
                <c:pt idx="6583">
                  <c:v>3.7786029706945001E-2</c:v>
                </c:pt>
                <c:pt idx="6584">
                  <c:v>3.6983139301485446E-2</c:v>
                </c:pt>
                <c:pt idx="6585">
                  <c:v>3.7284223203532862E-2</c:v>
                </c:pt>
                <c:pt idx="6586">
                  <c:v>3.7484945804897585E-2</c:v>
                </c:pt>
                <c:pt idx="6587">
                  <c:v>3.6882778000802752E-2</c:v>
                </c:pt>
                <c:pt idx="6588">
                  <c:v>3.703331995182646E-2</c:v>
                </c:pt>
                <c:pt idx="6589">
                  <c:v>3.7635487755921293E-2</c:v>
                </c:pt>
                <c:pt idx="6590">
                  <c:v>3.7786029706945001E-2</c:v>
                </c:pt>
                <c:pt idx="6591">
                  <c:v>3.7334403853873876E-2</c:v>
                </c:pt>
                <c:pt idx="6592">
                  <c:v>3.7886391007627473E-2</c:v>
                </c:pt>
                <c:pt idx="6593">
                  <c:v>3.7585307105580057E-2</c:v>
                </c:pt>
                <c:pt idx="6594">
                  <c:v>3.7685668406262529E-2</c:v>
                </c:pt>
                <c:pt idx="6595">
                  <c:v>3.7434765154556349E-2</c:v>
                </c:pt>
                <c:pt idx="6596">
                  <c:v>3.7635487755921293E-2</c:v>
                </c:pt>
                <c:pt idx="6597">
                  <c:v>3.7786029706945001E-2</c:v>
                </c:pt>
                <c:pt idx="6598">
                  <c:v>3.7786029706945001E-2</c:v>
                </c:pt>
                <c:pt idx="6599">
                  <c:v>3.7434765154556349E-2</c:v>
                </c:pt>
                <c:pt idx="6600">
                  <c:v>3.6782416700120502E-2</c:v>
                </c:pt>
                <c:pt idx="6601">
                  <c:v>3.7133681252509154E-2</c:v>
                </c:pt>
                <c:pt idx="6602">
                  <c:v>3.7484945804897585E-2</c:v>
                </c:pt>
                <c:pt idx="6603">
                  <c:v>3.7635487755921293E-2</c:v>
                </c:pt>
                <c:pt idx="6604">
                  <c:v>3.7685668406262529E-2</c:v>
                </c:pt>
                <c:pt idx="6605">
                  <c:v>3.7133681252509154E-2</c:v>
                </c:pt>
                <c:pt idx="6606">
                  <c:v>3.7434765154556349E-2</c:v>
                </c:pt>
                <c:pt idx="6607">
                  <c:v>3.7484945804897585E-2</c:v>
                </c:pt>
                <c:pt idx="6608">
                  <c:v>3.7384584504215113E-2</c:v>
                </c:pt>
                <c:pt idx="6609">
                  <c:v>3.7585307105580057E-2</c:v>
                </c:pt>
                <c:pt idx="6610">
                  <c:v>3.7786029706945001E-2</c:v>
                </c:pt>
                <c:pt idx="6611">
                  <c:v>3.7986752308309946E-2</c:v>
                </c:pt>
                <c:pt idx="6612">
                  <c:v>3.7786029706945001E-2</c:v>
                </c:pt>
                <c:pt idx="6613">
                  <c:v>3.7836210357286237E-2</c:v>
                </c:pt>
                <c:pt idx="6614">
                  <c:v>3.6682055399438029E-2</c:v>
                </c:pt>
                <c:pt idx="6615">
                  <c:v>3.7384584504215113E-2</c:v>
                </c:pt>
                <c:pt idx="6616">
                  <c:v>3.7585307105580057E-2</c:v>
                </c:pt>
                <c:pt idx="6617">
                  <c:v>3.7183861902850168E-2</c:v>
                </c:pt>
                <c:pt idx="6618">
                  <c:v>3.7585307105580057E-2</c:v>
                </c:pt>
                <c:pt idx="6619">
                  <c:v>3.7786029706945001E-2</c:v>
                </c:pt>
                <c:pt idx="6620">
                  <c:v>3.7434765154556349E-2</c:v>
                </c:pt>
                <c:pt idx="6621">
                  <c:v>3.7635487755921293E-2</c:v>
                </c:pt>
                <c:pt idx="6622">
                  <c:v>3.7585307105580057E-2</c:v>
                </c:pt>
                <c:pt idx="6623">
                  <c:v>3.7535126455238821E-2</c:v>
                </c:pt>
                <c:pt idx="6624">
                  <c:v>3.7284223203532862E-2</c:v>
                </c:pt>
                <c:pt idx="6625">
                  <c:v>3.7234042553191404E-2</c:v>
                </c:pt>
                <c:pt idx="6626">
                  <c:v>3.7735849056603765E-2</c:v>
                </c:pt>
                <c:pt idx="6627">
                  <c:v>3.7635487755921293E-2</c:v>
                </c:pt>
                <c:pt idx="6628">
                  <c:v>3.6782416700120502E-2</c:v>
                </c:pt>
                <c:pt idx="6629">
                  <c:v>3.6983139301485446E-2</c:v>
                </c:pt>
                <c:pt idx="6630">
                  <c:v>3.7133681252509154E-2</c:v>
                </c:pt>
                <c:pt idx="6631">
                  <c:v>3.7886391007627473E-2</c:v>
                </c:pt>
                <c:pt idx="6632">
                  <c:v>3.7434765154556349E-2</c:v>
                </c:pt>
                <c:pt idx="6633">
                  <c:v>3.7234042553191404E-2</c:v>
                </c:pt>
                <c:pt idx="6634">
                  <c:v>3.7234042553191404E-2</c:v>
                </c:pt>
                <c:pt idx="6635">
                  <c:v>3.7635487755921293E-2</c:v>
                </c:pt>
                <c:pt idx="6636">
                  <c:v>3.7083500602167696E-2</c:v>
                </c:pt>
                <c:pt idx="6637">
                  <c:v>3.7484945804897585E-2</c:v>
                </c:pt>
                <c:pt idx="6638">
                  <c:v>3.7133681252509154E-2</c:v>
                </c:pt>
                <c:pt idx="6639">
                  <c:v>3.7183861902850168E-2</c:v>
                </c:pt>
                <c:pt idx="6640">
                  <c:v>3.6531513448414321E-2</c:v>
                </c:pt>
                <c:pt idx="6641">
                  <c:v>3.6932958651143988E-2</c:v>
                </c:pt>
                <c:pt idx="6642">
                  <c:v>3.7133681252509154E-2</c:v>
                </c:pt>
                <c:pt idx="6643">
                  <c:v>3.7284223203532862E-2</c:v>
                </c:pt>
                <c:pt idx="6644">
                  <c:v>3.6631874749096793E-2</c:v>
                </c:pt>
                <c:pt idx="6645">
                  <c:v>3.7183861902850168E-2</c:v>
                </c:pt>
                <c:pt idx="6646">
                  <c:v>3.6932958651143988E-2</c:v>
                </c:pt>
                <c:pt idx="6647">
                  <c:v>3.7484945804897585E-2</c:v>
                </c:pt>
                <c:pt idx="6648">
                  <c:v>3.703331995182646E-2</c:v>
                </c:pt>
                <c:pt idx="6649">
                  <c:v>3.7133681252509154E-2</c:v>
                </c:pt>
                <c:pt idx="6650">
                  <c:v>3.7484945804897585E-2</c:v>
                </c:pt>
                <c:pt idx="6651">
                  <c:v>3.7384584504215113E-2</c:v>
                </c:pt>
                <c:pt idx="6652">
                  <c:v>3.7083500602167696E-2</c:v>
                </c:pt>
                <c:pt idx="6653">
                  <c:v>3.7183861902850168E-2</c:v>
                </c:pt>
                <c:pt idx="6654">
                  <c:v>3.6782416700120502E-2</c:v>
                </c:pt>
                <c:pt idx="6655">
                  <c:v>3.7133681252509154E-2</c:v>
                </c:pt>
                <c:pt idx="6656">
                  <c:v>3.6280610196708141E-2</c:v>
                </c:pt>
                <c:pt idx="6657">
                  <c:v>3.703331995182646E-2</c:v>
                </c:pt>
                <c:pt idx="6658">
                  <c:v>3.6782416700120502E-2</c:v>
                </c:pt>
                <c:pt idx="6659">
                  <c:v>3.7133681252509154E-2</c:v>
                </c:pt>
                <c:pt idx="6660">
                  <c:v>3.7484945804897585E-2</c:v>
                </c:pt>
                <c:pt idx="6661">
                  <c:v>3.7133681252509154E-2</c:v>
                </c:pt>
                <c:pt idx="6662">
                  <c:v>3.7334403853873876E-2</c:v>
                </c:pt>
                <c:pt idx="6663">
                  <c:v>3.6581694098755557E-2</c:v>
                </c:pt>
                <c:pt idx="6664">
                  <c:v>3.7284223203532862E-2</c:v>
                </c:pt>
                <c:pt idx="6665">
                  <c:v>3.7083500602167696E-2</c:v>
                </c:pt>
                <c:pt idx="6666">
                  <c:v>3.7434765154556349E-2</c:v>
                </c:pt>
                <c:pt idx="6667">
                  <c:v>3.7334403853873876E-2</c:v>
                </c:pt>
                <c:pt idx="6668">
                  <c:v>3.7334403853873876E-2</c:v>
                </c:pt>
                <c:pt idx="6669">
                  <c:v>3.7384584504215113E-2</c:v>
                </c:pt>
                <c:pt idx="6670">
                  <c:v>3.6882778000802752E-2</c:v>
                </c:pt>
                <c:pt idx="6671">
                  <c:v>3.7434765154556349E-2</c:v>
                </c:pt>
                <c:pt idx="6672">
                  <c:v>3.7585307105580057E-2</c:v>
                </c:pt>
                <c:pt idx="6673">
                  <c:v>3.7836210357286237E-2</c:v>
                </c:pt>
                <c:pt idx="6674">
                  <c:v>3.7836210357286237E-2</c:v>
                </c:pt>
                <c:pt idx="6675">
                  <c:v>3.7334403853873876E-2</c:v>
                </c:pt>
                <c:pt idx="6676">
                  <c:v>3.7535126455238821E-2</c:v>
                </c:pt>
                <c:pt idx="6677">
                  <c:v>3.7334403853873876E-2</c:v>
                </c:pt>
                <c:pt idx="6678">
                  <c:v>3.7535126455238821E-2</c:v>
                </c:pt>
                <c:pt idx="6679">
                  <c:v>3.7083500602167696E-2</c:v>
                </c:pt>
                <c:pt idx="6680">
                  <c:v>3.703331995182646E-2</c:v>
                </c:pt>
                <c:pt idx="6681">
                  <c:v>3.7635487755921293E-2</c:v>
                </c:pt>
                <c:pt idx="6682">
                  <c:v>3.7735849056603765E-2</c:v>
                </c:pt>
                <c:pt idx="6683">
                  <c:v>3.7685668406262529E-2</c:v>
                </c:pt>
                <c:pt idx="6684">
                  <c:v>3.7183861902850168E-2</c:v>
                </c:pt>
                <c:pt idx="6685">
                  <c:v>3.7083500602167696E-2</c:v>
                </c:pt>
                <c:pt idx="6686">
                  <c:v>3.7535126455238821E-2</c:v>
                </c:pt>
                <c:pt idx="6687">
                  <c:v>3.7484945804897585E-2</c:v>
                </c:pt>
                <c:pt idx="6688">
                  <c:v>3.7334403853873876E-2</c:v>
                </c:pt>
                <c:pt idx="6689">
                  <c:v>3.7786029706945001E-2</c:v>
                </c:pt>
                <c:pt idx="6690">
                  <c:v>3.7685668406262529E-2</c:v>
                </c:pt>
                <c:pt idx="6691">
                  <c:v>3.7836210357286237E-2</c:v>
                </c:pt>
                <c:pt idx="6692">
                  <c:v>3.7434765154556349E-2</c:v>
                </c:pt>
                <c:pt idx="6693">
                  <c:v>3.7234042553191404E-2</c:v>
                </c:pt>
                <c:pt idx="6694">
                  <c:v>3.7585307105580057E-2</c:v>
                </c:pt>
                <c:pt idx="6695">
                  <c:v>3.7635487755921293E-2</c:v>
                </c:pt>
                <c:pt idx="6696">
                  <c:v>3.7133681252509154E-2</c:v>
                </c:pt>
                <c:pt idx="6697">
                  <c:v>3.7334403853873876E-2</c:v>
                </c:pt>
                <c:pt idx="6698">
                  <c:v>3.7083500602167696E-2</c:v>
                </c:pt>
                <c:pt idx="6699">
                  <c:v>3.7234042553191404E-2</c:v>
                </c:pt>
                <c:pt idx="6700">
                  <c:v>3.7334403853873876E-2</c:v>
                </c:pt>
                <c:pt idx="6701">
                  <c:v>3.8036932958651182E-2</c:v>
                </c:pt>
                <c:pt idx="6702">
                  <c:v>3.7685668406262529E-2</c:v>
                </c:pt>
                <c:pt idx="6703">
                  <c:v>3.7786029706945001E-2</c:v>
                </c:pt>
                <c:pt idx="6704">
                  <c:v>3.7284223203532862E-2</c:v>
                </c:pt>
                <c:pt idx="6705">
                  <c:v>3.7735849056603765E-2</c:v>
                </c:pt>
                <c:pt idx="6706">
                  <c:v>3.7735849056603765E-2</c:v>
                </c:pt>
                <c:pt idx="6707">
                  <c:v>3.7786029706945001E-2</c:v>
                </c:pt>
                <c:pt idx="6708">
                  <c:v>3.7635487755921293E-2</c:v>
                </c:pt>
                <c:pt idx="6709">
                  <c:v>3.7685668406262529E-2</c:v>
                </c:pt>
                <c:pt idx="6710">
                  <c:v>3.7685668406262529E-2</c:v>
                </c:pt>
                <c:pt idx="6711">
                  <c:v>3.7735849056603765E-2</c:v>
                </c:pt>
                <c:pt idx="6712">
                  <c:v>3.7585307105580057E-2</c:v>
                </c:pt>
                <c:pt idx="6713">
                  <c:v>3.7836210357286237E-2</c:v>
                </c:pt>
                <c:pt idx="6714">
                  <c:v>3.7836210357286237E-2</c:v>
                </c:pt>
                <c:pt idx="6715">
                  <c:v>3.8438378161380848E-2</c:v>
                </c:pt>
                <c:pt idx="6716">
                  <c:v>3.8087113608992418E-2</c:v>
                </c:pt>
                <c:pt idx="6717">
                  <c:v>3.8087113608992418E-2</c:v>
                </c:pt>
                <c:pt idx="6718">
                  <c:v>3.8488558811722084E-2</c:v>
                </c:pt>
                <c:pt idx="6719">
                  <c:v>3.8137294259333654E-2</c:v>
                </c:pt>
                <c:pt idx="6720">
                  <c:v>3.8890004014451973E-2</c:v>
                </c:pt>
                <c:pt idx="6721">
                  <c:v>3.8639100762745793E-2</c:v>
                </c:pt>
                <c:pt idx="6722">
                  <c:v>3.8639100762745793E-2</c:v>
                </c:pt>
                <c:pt idx="6723">
                  <c:v>3.9140907266158154E-2</c:v>
                </c:pt>
                <c:pt idx="6724">
                  <c:v>3.8890004014451973E-2</c:v>
                </c:pt>
                <c:pt idx="6725">
                  <c:v>3.8890004014451973E-2</c:v>
                </c:pt>
                <c:pt idx="6726">
                  <c:v>3.8237655560016126E-2</c:v>
                </c:pt>
                <c:pt idx="6727">
                  <c:v>3.7986752308309946E-2</c:v>
                </c:pt>
                <c:pt idx="6728">
                  <c:v>3.8588920112404557E-2</c:v>
                </c:pt>
                <c:pt idx="6729">
                  <c:v>3.8036932958651182E-2</c:v>
                </c:pt>
                <c:pt idx="6730">
                  <c:v>3.8689281413087251E-2</c:v>
                </c:pt>
                <c:pt idx="6731">
                  <c:v>3.9542352468888042E-2</c:v>
                </c:pt>
                <c:pt idx="6732">
                  <c:v>3.9040545965475681E-2</c:v>
                </c:pt>
                <c:pt idx="6733">
                  <c:v>3.9592533119229056E-2</c:v>
                </c:pt>
                <c:pt idx="6734">
                  <c:v>3.9692894419911751E-2</c:v>
                </c:pt>
                <c:pt idx="6735">
                  <c:v>3.9542352468888042E-2</c:v>
                </c:pt>
                <c:pt idx="6736">
                  <c:v>3.9893617021276473E-2</c:v>
                </c:pt>
                <c:pt idx="6737">
                  <c:v>3.9893617021276473E-2</c:v>
                </c:pt>
                <c:pt idx="6738">
                  <c:v>3.9291449217181862E-2</c:v>
                </c:pt>
                <c:pt idx="6739">
                  <c:v>3.9843436370935459E-2</c:v>
                </c:pt>
                <c:pt idx="6740">
                  <c:v>3.8990365315134445E-2</c:v>
                </c:pt>
                <c:pt idx="6741">
                  <c:v>3.9040545965475681E-2</c:v>
                </c:pt>
                <c:pt idx="6742">
                  <c:v>3.9743075070252765E-2</c:v>
                </c:pt>
                <c:pt idx="6743">
                  <c:v>3.944199116820557E-2</c:v>
                </c:pt>
                <c:pt idx="6744">
                  <c:v>3.9341629867523098E-2</c:v>
                </c:pt>
                <c:pt idx="6745">
                  <c:v>3.9843436370935459E-2</c:v>
                </c:pt>
                <c:pt idx="6746">
                  <c:v>3.9341629867523098E-2</c:v>
                </c:pt>
                <c:pt idx="6747">
                  <c:v>4.0094339622641639E-2</c:v>
                </c:pt>
                <c:pt idx="6748">
                  <c:v>3.9492171818546806E-2</c:v>
                </c:pt>
                <c:pt idx="6749">
                  <c:v>3.9692894419911751E-2</c:v>
                </c:pt>
                <c:pt idx="6750">
                  <c:v>4.0094339622641639E-2</c:v>
                </c:pt>
                <c:pt idx="6751">
                  <c:v>4.0545965475712542E-2</c:v>
                </c:pt>
                <c:pt idx="6752">
                  <c:v>3.9843436370935459E-2</c:v>
                </c:pt>
                <c:pt idx="6753">
                  <c:v>3.9492171818546806E-2</c:v>
                </c:pt>
                <c:pt idx="6754">
                  <c:v>4.0194700923323889E-2</c:v>
                </c:pt>
                <c:pt idx="6755">
                  <c:v>4.0194700923323889E-2</c:v>
                </c:pt>
                <c:pt idx="6756">
                  <c:v>4.0345242874347598E-2</c:v>
                </c:pt>
                <c:pt idx="6757">
                  <c:v>4.0395423524688834E-2</c:v>
                </c:pt>
                <c:pt idx="6758">
                  <c:v>4.0144520272982653E-2</c:v>
                </c:pt>
                <c:pt idx="6759">
                  <c:v>4.0545965475712542E-2</c:v>
                </c:pt>
                <c:pt idx="6760">
                  <c:v>4.0395423524688834E-2</c:v>
                </c:pt>
                <c:pt idx="6761">
                  <c:v>4.044560417503007E-2</c:v>
                </c:pt>
                <c:pt idx="6762">
                  <c:v>4.0495784825371306E-2</c:v>
                </c:pt>
                <c:pt idx="6763">
                  <c:v>4.0295062224006362E-2</c:v>
                </c:pt>
                <c:pt idx="6764">
                  <c:v>3.9993978321958945E-2</c:v>
                </c:pt>
                <c:pt idx="6765">
                  <c:v>4.0395423524688834E-2</c:v>
                </c:pt>
                <c:pt idx="6766">
                  <c:v>4.0545965475712542E-2</c:v>
                </c:pt>
                <c:pt idx="6767">
                  <c:v>3.9893617021276473E-2</c:v>
                </c:pt>
                <c:pt idx="6768">
                  <c:v>3.9793255720594223E-2</c:v>
                </c:pt>
                <c:pt idx="6769">
                  <c:v>4.0094339622641639E-2</c:v>
                </c:pt>
                <c:pt idx="6770">
                  <c:v>3.9743075070252765E-2</c:v>
                </c:pt>
                <c:pt idx="6771">
                  <c:v>4.0495784825371306E-2</c:v>
                </c:pt>
                <c:pt idx="6772">
                  <c:v>4.0144520272982653E-2</c:v>
                </c:pt>
                <c:pt idx="6773">
                  <c:v>4.069650742673625E-2</c:v>
                </c:pt>
                <c:pt idx="6774">
                  <c:v>4.0395423524688834E-2</c:v>
                </c:pt>
                <c:pt idx="6775">
                  <c:v>4.0897230028101195E-2</c:v>
                </c:pt>
                <c:pt idx="6776">
                  <c:v>4.1097952629466139E-2</c:v>
                </c:pt>
                <c:pt idx="6777">
                  <c:v>4.0545965475712542E-2</c:v>
                </c:pt>
                <c:pt idx="6778">
                  <c:v>4.0646326776395014E-2</c:v>
                </c:pt>
                <c:pt idx="6779">
                  <c:v>4.0947410678442431E-2</c:v>
                </c:pt>
                <c:pt idx="6780">
                  <c:v>4.0847049377759959E-2</c:v>
                </c:pt>
                <c:pt idx="6781">
                  <c:v>4.0495784825371306E-2</c:v>
                </c:pt>
                <c:pt idx="6782">
                  <c:v>4.0646326776395014E-2</c:v>
                </c:pt>
                <c:pt idx="6783">
                  <c:v>4.0947410678442431E-2</c:v>
                </c:pt>
                <c:pt idx="6784">
                  <c:v>4.1097952629466139E-2</c:v>
                </c:pt>
                <c:pt idx="6785">
                  <c:v>4.1148133279807153E-2</c:v>
                </c:pt>
                <c:pt idx="6786">
                  <c:v>4.0847049377759959E-2</c:v>
                </c:pt>
                <c:pt idx="6787">
                  <c:v>4.1097952629466139E-2</c:v>
                </c:pt>
                <c:pt idx="6788">
                  <c:v>4.0646326776395014E-2</c:v>
                </c:pt>
                <c:pt idx="6789">
                  <c:v>4.1298675230830861E-2</c:v>
                </c:pt>
                <c:pt idx="6790">
                  <c:v>4.1248494580489847E-2</c:v>
                </c:pt>
                <c:pt idx="6791">
                  <c:v>4.1248494580489847E-2</c:v>
                </c:pt>
                <c:pt idx="6792">
                  <c:v>4.1198313930148611E-2</c:v>
                </c:pt>
                <c:pt idx="6793">
                  <c:v>4.144921718185457E-2</c:v>
                </c:pt>
                <c:pt idx="6794">
                  <c:v>4.1198313930148611E-2</c:v>
                </c:pt>
                <c:pt idx="6795">
                  <c:v>4.0545965475712542E-2</c:v>
                </c:pt>
                <c:pt idx="6796">
                  <c:v>4.0746688077077486E-2</c:v>
                </c:pt>
                <c:pt idx="6797">
                  <c:v>4.0997591328783667E-2</c:v>
                </c:pt>
                <c:pt idx="6798">
                  <c:v>4.1148133279807153E-2</c:v>
                </c:pt>
                <c:pt idx="6799">
                  <c:v>4.1499397832196028E-2</c:v>
                </c:pt>
                <c:pt idx="6800">
                  <c:v>4.0847049377759959E-2</c:v>
                </c:pt>
                <c:pt idx="6801">
                  <c:v>4.1248494580489847E-2</c:v>
                </c:pt>
                <c:pt idx="6802">
                  <c:v>4.1399036531513556E-2</c:v>
                </c:pt>
                <c:pt idx="6803">
                  <c:v>4.1399036531513556E-2</c:v>
                </c:pt>
                <c:pt idx="6804">
                  <c:v>4.1499397832196028E-2</c:v>
                </c:pt>
                <c:pt idx="6805">
                  <c:v>4.0997591328783667E-2</c:v>
                </c:pt>
                <c:pt idx="6806">
                  <c:v>4.0947410678442431E-2</c:v>
                </c:pt>
                <c:pt idx="6807">
                  <c:v>4.1047771979124903E-2</c:v>
                </c:pt>
                <c:pt idx="6808">
                  <c:v>4.1047771979124903E-2</c:v>
                </c:pt>
                <c:pt idx="6809">
                  <c:v>4.0545965475712542E-2</c:v>
                </c:pt>
                <c:pt idx="6810">
                  <c:v>4.0997591328783667E-2</c:v>
                </c:pt>
                <c:pt idx="6811">
                  <c:v>4.0746688077077486E-2</c:v>
                </c:pt>
                <c:pt idx="6812">
                  <c:v>4.1399036531513556E-2</c:v>
                </c:pt>
                <c:pt idx="6813">
                  <c:v>4.1298675230830861E-2</c:v>
                </c:pt>
                <c:pt idx="6814">
                  <c:v>4.1348855881172319E-2</c:v>
                </c:pt>
                <c:pt idx="6815">
                  <c:v>4.1047771979124903E-2</c:v>
                </c:pt>
                <c:pt idx="6816">
                  <c:v>4.1198313930148611E-2</c:v>
                </c:pt>
                <c:pt idx="6817">
                  <c:v>4.1248494580489847E-2</c:v>
                </c:pt>
                <c:pt idx="6818">
                  <c:v>4.1148133279807153E-2</c:v>
                </c:pt>
                <c:pt idx="6819">
                  <c:v>4.1599759132878278E-2</c:v>
                </c:pt>
                <c:pt idx="6820">
                  <c:v>4.1900843034925694E-2</c:v>
                </c:pt>
                <c:pt idx="6821">
                  <c:v>4.1599759132878278E-2</c:v>
                </c:pt>
                <c:pt idx="6822">
                  <c:v>4.1900843034925694E-2</c:v>
                </c:pt>
                <c:pt idx="6823">
                  <c:v>4.0796868727418723E-2</c:v>
                </c:pt>
                <c:pt idx="6824">
                  <c:v>4.1248494580489847E-2</c:v>
                </c:pt>
                <c:pt idx="6825">
                  <c:v>4.1800481734243444E-2</c:v>
                </c:pt>
                <c:pt idx="6826">
                  <c:v>4.2051384985949403E-2</c:v>
                </c:pt>
                <c:pt idx="6827">
                  <c:v>4.1599759132878278E-2</c:v>
                </c:pt>
                <c:pt idx="6828">
                  <c:v>4.195102368526693E-2</c:v>
                </c:pt>
                <c:pt idx="6829">
                  <c:v>4.1549578482537042E-2</c:v>
                </c:pt>
                <c:pt idx="6830">
                  <c:v>4.1649939783219736E-2</c:v>
                </c:pt>
                <c:pt idx="6831">
                  <c:v>4.2001204335608167E-2</c:v>
                </c:pt>
                <c:pt idx="6832">
                  <c:v>4.1850662384584458E-2</c:v>
                </c:pt>
                <c:pt idx="6833">
                  <c:v>4.2201926936973111E-2</c:v>
                </c:pt>
                <c:pt idx="6834">
                  <c:v>4.195102368526693E-2</c:v>
                </c:pt>
                <c:pt idx="6835">
                  <c:v>4.1549578482537042E-2</c:v>
                </c:pt>
                <c:pt idx="6836">
                  <c:v>4.1649939783219736E-2</c:v>
                </c:pt>
                <c:pt idx="6837">
                  <c:v>4.1750301083901986E-2</c:v>
                </c:pt>
                <c:pt idx="6838">
                  <c:v>4.2051384985949403E-2</c:v>
                </c:pt>
                <c:pt idx="6839">
                  <c:v>4.1649939783219736E-2</c:v>
                </c:pt>
                <c:pt idx="6840">
                  <c:v>4.1800481734243444E-2</c:v>
                </c:pt>
                <c:pt idx="6841">
                  <c:v>4.1750301083901986E-2</c:v>
                </c:pt>
                <c:pt idx="6842">
                  <c:v>4.195102368526693E-2</c:v>
                </c:pt>
                <c:pt idx="6843">
                  <c:v>4.2252107587314347E-2</c:v>
                </c:pt>
                <c:pt idx="6844">
                  <c:v>4.2302288237655583E-2</c:v>
                </c:pt>
                <c:pt idx="6845">
                  <c:v>4.1850662384584458E-2</c:v>
                </c:pt>
                <c:pt idx="6846">
                  <c:v>4.1599759132878278E-2</c:v>
                </c:pt>
                <c:pt idx="6847">
                  <c:v>4.2201926936973111E-2</c:v>
                </c:pt>
                <c:pt idx="6848">
                  <c:v>4.1900843034925694E-2</c:v>
                </c:pt>
                <c:pt idx="6849">
                  <c:v>4.1850662384584458E-2</c:v>
                </c:pt>
                <c:pt idx="6850">
                  <c:v>4.2352468887996819E-2</c:v>
                </c:pt>
                <c:pt idx="6851">
                  <c:v>4.1750301083901986E-2</c:v>
                </c:pt>
                <c:pt idx="6852">
                  <c:v>4.1800481734243444E-2</c:v>
                </c:pt>
                <c:pt idx="6853">
                  <c:v>4.1850662384584458E-2</c:v>
                </c:pt>
                <c:pt idx="6854">
                  <c:v>4.1900843034925694E-2</c:v>
                </c:pt>
                <c:pt idx="6855">
                  <c:v>4.2302288237655583E-2</c:v>
                </c:pt>
                <c:pt idx="6856">
                  <c:v>4.270373344038525E-2</c:v>
                </c:pt>
                <c:pt idx="6857">
                  <c:v>4.2101565636290639E-2</c:v>
                </c:pt>
                <c:pt idx="6858">
                  <c:v>4.2252107587314347E-2</c:v>
                </c:pt>
                <c:pt idx="6859">
                  <c:v>4.2653552790044236E-2</c:v>
                </c:pt>
                <c:pt idx="6860">
                  <c:v>4.2603372139703E-2</c:v>
                </c:pt>
                <c:pt idx="6861">
                  <c:v>4.2051384985949403E-2</c:v>
                </c:pt>
                <c:pt idx="6862">
                  <c:v>4.270373344038525E-2</c:v>
                </c:pt>
                <c:pt idx="6863">
                  <c:v>4.2001204335608167E-2</c:v>
                </c:pt>
                <c:pt idx="6864">
                  <c:v>4.2151746286631875E-2</c:v>
                </c:pt>
                <c:pt idx="6865">
                  <c:v>4.2201926936973111E-2</c:v>
                </c:pt>
                <c:pt idx="6866">
                  <c:v>4.195102368526693E-2</c:v>
                </c:pt>
                <c:pt idx="6867">
                  <c:v>4.2402649538338055E-2</c:v>
                </c:pt>
                <c:pt idx="6868">
                  <c:v>4.2753914090726708E-2</c:v>
                </c:pt>
                <c:pt idx="6869">
                  <c:v>4.2804094741067944E-2</c:v>
                </c:pt>
                <c:pt idx="6870">
                  <c:v>4.295463669209143E-2</c:v>
                </c:pt>
                <c:pt idx="6871">
                  <c:v>4.3105178643115138E-2</c:v>
                </c:pt>
                <c:pt idx="6872">
                  <c:v>4.3556804496186263E-2</c:v>
                </c:pt>
                <c:pt idx="6873">
                  <c:v>4.3456443195503791E-2</c:v>
                </c:pt>
                <c:pt idx="6874">
                  <c:v>4.3506623845845027E-2</c:v>
                </c:pt>
                <c:pt idx="6875">
                  <c:v>4.3155359293456375E-2</c:v>
                </c:pt>
                <c:pt idx="6876">
                  <c:v>4.3707346447209972E-2</c:v>
                </c:pt>
                <c:pt idx="6877">
                  <c:v>4.3155359293456375E-2</c:v>
                </c:pt>
                <c:pt idx="6878">
                  <c:v>4.3205539943797611E-2</c:v>
                </c:pt>
                <c:pt idx="6879">
                  <c:v>4.2402649538338055E-2</c:v>
                </c:pt>
                <c:pt idx="6880">
                  <c:v>4.2653552790044236E-2</c:v>
                </c:pt>
                <c:pt idx="6881">
                  <c:v>4.2804094741067944E-2</c:v>
                </c:pt>
                <c:pt idx="6882">
                  <c:v>4.2653552790044236E-2</c:v>
                </c:pt>
                <c:pt idx="6883">
                  <c:v>4.2904456041750416E-2</c:v>
                </c:pt>
                <c:pt idx="6884">
                  <c:v>4.2753914090726708E-2</c:v>
                </c:pt>
                <c:pt idx="6885">
                  <c:v>4.3054997992774124E-2</c:v>
                </c:pt>
                <c:pt idx="6886">
                  <c:v>4.2603372139703E-2</c:v>
                </c:pt>
                <c:pt idx="6887">
                  <c:v>4.3105178643115138E-2</c:v>
                </c:pt>
                <c:pt idx="6888">
                  <c:v>4.2302288237655583E-2</c:v>
                </c:pt>
                <c:pt idx="6889">
                  <c:v>4.295463669209143E-2</c:v>
                </c:pt>
                <c:pt idx="6890">
                  <c:v>4.2553191489361541E-2</c:v>
                </c:pt>
                <c:pt idx="6891">
                  <c:v>4.2402649538338055E-2</c:v>
                </c:pt>
                <c:pt idx="6892">
                  <c:v>4.144921718185457E-2</c:v>
                </c:pt>
                <c:pt idx="6893">
                  <c:v>4.1599759132878278E-2</c:v>
                </c:pt>
                <c:pt idx="6894">
                  <c:v>4.1298675230830861E-2</c:v>
                </c:pt>
                <c:pt idx="6895">
                  <c:v>4.0796868727418723E-2</c:v>
                </c:pt>
                <c:pt idx="6896">
                  <c:v>4.144921718185457E-2</c:v>
                </c:pt>
                <c:pt idx="6897">
                  <c:v>4.1348855881172319E-2</c:v>
                </c:pt>
                <c:pt idx="6898">
                  <c:v>4.1399036531513556E-2</c:v>
                </c:pt>
                <c:pt idx="6899">
                  <c:v>4.0847049377759959E-2</c:v>
                </c:pt>
                <c:pt idx="6900">
                  <c:v>4.1399036531513556E-2</c:v>
                </c:pt>
                <c:pt idx="6901">
                  <c:v>4.1348855881172319E-2</c:v>
                </c:pt>
                <c:pt idx="6902">
                  <c:v>4.1298675230830861E-2</c:v>
                </c:pt>
                <c:pt idx="6903">
                  <c:v>4.1047771979124903E-2</c:v>
                </c:pt>
                <c:pt idx="6904">
                  <c:v>4.0746688077077486E-2</c:v>
                </c:pt>
                <c:pt idx="6905">
                  <c:v>4.0847049377759959E-2</c:v>
                </c:pt>
                <c:pt idx="6906">
                  <c:v>4.0345242874347598E-2</c:v>
                </c:pt>
                <c:pt idx="6907">
                  <c:v>4.044560417503007E-2</c:v>
                </c:pt>
                <c:pt idx="6908">
                  <c:v>4.0646326776395014E-2</c:v>
                </c:pt>
                <c:pt idx="6909">
                  <c:v>4.0897230028101195E-2</c:v>
                </c:pt>
                <c:pt idx="6910">
                  <c:v>4.1248494580489847E-2</c:v>
                </c:pt>
                <c:pt idx="6911">
                  <c:v>4.144921718185457E-2</c:v>
                </c:pt>
                <c:pt idx="6912">
                  <c:v>4.0897230028101195E-2</c:v>
                </c:pt>
                <c:pt idx="6913">
                  <c:v>4.1399036531513556E-2</c:v>
                </c:pt>
                <c:pt idx="6914">
                  <c:v>4.0997591328783667E-2</c:v>
                </c:pt>
                <c:pt idx="6915">
                  <c:v>4.0997591328783667E-2</c:v>
                </c:pt>
                <c:pt idx="6916">
                  <c:v>4.1298675230830861E-2</c:v>
                </c:pt>
                <c:pt idx="6917">
                  <c:v>4.069650742673625E-2</c:v>
                </c:pt>
                <c:pt idx="6918">
                  <c:v>4.1198313930148611E-2</c:v>
                </c:pt>
                <c:pt idx="6919">
                  <c:v>4.1298675230830861E-2</c:v>
                </c:pt>
                <c:pt idx="6920">
                  <c:v>4.0044158972300181E-2</c:v>
                </c:pt>
                <c:pt idx="6921">
                  <c:v>4.044560417503007E-2</c:v>
                </c:pt>
                <c:pt idx="6922">
                  <c:v>4.1097952629466139E-2</c:v>
                </c:pt>
                <c:pt idx="6923">
                  <c:v>4.1148133279807153E-2</c:v>
                </c:pt>
                <c:pt idx="6924">
                  <c:v>4.1248494580489847E-2</c:v>
                </c:pt>
                <c:pt idx="6925">
                  <c:v>4.1198313930148611E-2</c:v>
                </c:pt>
                <c:pt idx="6926">
                  <c:v>4.0897230028101195E-2</c:v>
                </c:pt>
                <c:pt idx="6927">
                  <c:v>4.1348855881172319E-2</c:v>
                </c:pt>
                <c:pt idx="6928">
                  <c:v>4.1198313930148611E-2</c:v>
                </c:pt>
                <c:pt idx="6929">
                  <c:v>4.1399036531513556E-2</c:v>
                </c:pt>
                <c:pt idx="6930">
                  <c:v>4.0646326776395014E-2</c:v>
                </c:pt>
                <c:pt idx="6931">
                  <c:v>4.0295062224006362E-2</c:v>
                </c:pt>
                <c:pt idx="6932">
                  <c:v>4.0796868727418723E-2</c:v>
                </c:pt>
                <c:pt idx="6933">
                  <c:v>4.0897230028101195E-2</c:v>
                </c:pt>
                <c:pt idx="6934">
                  <c:v>3.9943797671617931E-2</c:v>
                </c:pt>
                <c:pt idx="6935">
                  <c:v>4.0746688077077486E-2</c:v>
                </c:pt>
                <c:pt idx="6936">
                  <c:v>4.0947410678442431E-2</c:v>
                </c:pt>
                <c:pt idx="6937">
                  <c:v>4.1148133279807153E-2</c:v>
                </c:pt>
                <c:pt idx="6938">
                  <c:v>4.1298675230830861E-2</c:v>
                </c:pt>
                <c:pt idx="6939">
                  <c:v>4.144921718185457E-2</c:v>
                </c:pt>
                <c:pt idx="6940">
                  <c:v>4.0746688077077486E-2</c:v>
                </c:pt>
                <c:pt idx="6941">
                  <c:v>4.1097952629466139E-2</c:v>
                </c:pt>
                <c:pt idx="6942">
                  <c:v>4.1198313930148611E-2</c:v>
                </c:pt>
                <c:pt idx="6943">
                  <c:v>4.0746688077077486E-2</c:v>
                </c:pt>
                <c:pt idx="6944">
                  <c:v>4.1399036531513556E-2</c:v>
                </c:pt>
                <c:pt idx="6945">
                  <c:v>4.0847049377759959E-2</c:v>
                </c:pt>
                <c:pt idx="6946">
                  <c:v>4.0947410678442431E-2</c:v>
                </c:pt>
                <c:pt idx="6947">
                  <c:v>4.144921718185457E-2</c:v>
                </c:pt>
                <c:pt idx="6948">
                  <c:v>4.0796868727418723E-2</c:v>
                </c:pt>
                <c:pt idx="6949">
                  <c:v>4.1097952629466139E-2</c:v>
                </c:pt>
                <c:pt idx="6950">
                  <c:v>4.1348855881172319E-2</c:v>
                </c:pt>
                <c:pt idx="6951">
                  <c:v>4.1348855881172319E-2</c:v>
                </c:pt>
                <c:pt idx="6952">
                  <c:v>4.1399036531513556E-2</c:v>
                </c:pt>
                <c:pt idx="6953">
                  <c:v>4.1399036531513556E-2</c:v>
                </c:pt>
                <c:pt idx="6954">
                  <c:v>4.1649939783219736E-2</c:v>
                </c:pt>
                <c:pt idx="6955">
                  <c:v>4.1348855881172319E-2</c:v>
                </c:pt>
                <c:pt idx="6956">
                  <c:v>4.1649939783219736E-2</c:v>
                </c:pt>
                <c:pt idx="6957">
                  <c:v>4.1298675230830861E-2</c:v>
                </c:pt>
                <c:pt idx="6958">
                  <c:v>4.1599759132878278E-2</c:v>
                </c:pt>
                <c:pt idx="6959">
                  <c:v>4.1850662384584458E-2</c:v>
                </c:pt>
                <c:pt idx="6960">
                  <c:v>4.1649939783219736E-2</c:v>
                </c:pt>
                <c:pt idx="6961">
                  <c:v>4.1348855881172319E-2</c:v>
                </c:pt>
                <c:pt idx="6962">
                  <c:v>4.0847049377759959E-2</c:v>
                </c:pt>
                <c:pt idx="6963">
                  <c:v>4.1298675230830861E-2</c:v>
                </c:pt>
                <c:pt idx="6964">
                  <c:v>4.1399036531513556E-2</c:v>
                </c:pt>
                <c:pt idx="6965">
                  <c:v>4.1800481734243444E-2</c:v>
                </c:pt>
                <c:pt idx="6966">
                  <c:v>4.1348855881172319E-2</c:v>
                </c:pt>
                <c:pt idx="6967">
                  <c:v>4.1850662384584458E-2</c:v>
                </c:pt>
                <c:pt idx="6968">
                  <c:v>4.1800481734243444E-2</c:v>
                </c:pt>
                <c:pt idx="6969">
                  <c:v>4.1649939783219736E-2</c:v>
                </c:pt>
                <c:pt idx="6970">
                  <c:v>4.2151746286631875E-2</c:v>
                </c:pt>
                <c:pt idx="6971">
                  <c:v>4.2151746286631875E-2</c:v>
                </c:pt>
                <c:pt idx="6972">
                  <c:v>4.1599759132878278E-2</c:v>
                </c:pt>
                <c:pt idx="6973">
                  <c:v>4.1900843034925694E-2</c:v>
                </c:pt>
                <c:pt idx="6974">
                  <c:v>4.2151746286631875E-2</c:v>
                </c:pt>
                <c:pt idx="6975">
                  <c:v>4.2001204335608167E-2</c:v>
                </c:pt>
                <c:pt idx="6976">
                  <c:v>4.0947410678442431E-2</c:v>
                </c:pt>
                <c:pt idx="6977">
                  <c:v>4.195102368526693E-2</c:v>
                </c:pt>
                <c:pt idx="6978">
                  <c:v>4.2201926936973111E-2</c:v>
                </c:pt>
                <c:pt idx="6979">
                  <c:v>4.2051384985949403E-2</c:v>
                </c:pt>
                <c:pt idx="6980">
                  <c:v>4.2151746286631875E-2</c:v>
                </c:pt>
                <c:pt idx="6981">
                  <c:v>4.2151746286631875E-2</c:v>
                </c:pt>
                <c:pt idx="6982">
                  <c:v>4.1800481734243444E-2</c:v>
                </c:pt>
                <c:pt idx="6983">
                  <c:v>4.2201926936973111E-2</c:v>
                </c:pt>
                <c:pt idx="6984">
                  <c:v>4.2201926936973111E-2</c:v>
                </c:pt>
                <c:pt idx="6985">
                  <c:v>4.2151746286631875E-2</c:v>
                </c:pt>
                <c:pt idx="6986">
                  <c:v>4.1750301083901986E-2</c:v>
                </c:pt>
                <c:pt idx="6987">
                  <c:v>4.2101565636290639E-2</c:v>
                </c:pt>
                <c:pt idx="6988">
                  <c:v>4.2252107587314347E-2</c:v>
                </c:pt>
                <c:pt idx="6989">
                  <c:v>4.2352468887996819E-2</c:v>
                </c:pt>
                <c:pt idx="6990">
                  <c:v>4.1649939783219736E-2</c:v>
                </c:pt>
                <c:pt idx="6991">
                  <c:v>4.1599759132878278E-2</c:v>
                </c:pt>
                <c:pt idx="6992">
                  <c:v>4.2101565636290639E-2</c:v>
                </c:pt>
                <c:pt idx="6993">
                  <c:v>4.1900843034925694E-2</c:v>
                </c:pt>
                <c:pt idx="6994">
                  <c:v>4.2001204335608167E-2</c:v>
                </c:pt>
                <c:pt idx="6995">
                  <c:v>4.195102368526693E-2</c:v>
                </c:pt>
                <c:pt idx="6996">
                  <c:v>4.2001204335608167E-2</c:v>
                </c:pt>
                <c:pt idx="6997">
                  <c:v>4.2302288237655583E-2</c:v>
                </c:pt>
                <c:pt idx="6998">
                  <c:v>4.1649939783219736E-2</c:v>
                </c:pt>
                <c:pt idx="6999">
                  <c:v>4.1599759132878278E-2</c:v>
                </c:pt>
                <c:pt idx="7000">
                  <c:v>4.2101565636290639E-2</c:v>
                </c:pt>
                <c:pt idx="7001">
                  <c:v>4.1850662384584458E-2</c:v>
                </c:pt>
                <c:pt idx="7002">
                  <c:v>4.170012043356075E-2</c:v>
                </c:pt>
                <c:pt idx="7003">
                  <c:v>4.2151746286631875E-2</c:v>
                </c:pt>
                <c:pt idx="7004">
                  <c:v>4.170012043356075E-2</c:v>
                </c:pt>
                <c:pt idx="7005">
                  <c:v>4.2001204335608167E-2</c:v>
                </c:pt>
                <c:pt idx="7006">
                  <c:v>4.1599759132878278E-2</c:v>
                </c:pt>
                <c:pt idx="7007">
                  <c:v>4.0847049377759959E-2</c:v>
                </c:pt>
                <c:pt idx="7008">
                  <c:v>4.170012043356075E-2</c:v>
                </c:pt>
                <c:pt idx="7009">
                  <c:v>4.1298675230830861E-2</c:v>
                </c:pt>
                <c:pt idx="7010">
                  <c:v>4.1649939783219736E-2</c:v>
                </c:pt>
                <c:pt idx="7011">
                  <c:v>4.1298675230830861E-2</c:v>
                </c:pt>
                <c:pt idx="7012">
                  <c:v>4.1499397832196028E-2</c:v>
                </c:pt>
                <c:pt idx="7013">
                  <c:v>4.144921718185457E-2</c:v>
                </c:pt>
                <c:pt idx="7014">
                  <c:v>4.1599759132878278E-2</c:v>
                </c:pt>
                <c:pt idx="7015">
                  <c:v>4.144921718185457E-2</c:v>
                </c:pt>
                <c:pt idx="7016">
                  <c:v>4.1499397832196028E-2</c:v>
                </c:pt>
                <c:pt idx="7017">
                  <c:v>4.1399036531513556E-2</c:v>
                </c:pt>
                <c:pt idx="7018">
                  <c:v>4.0495784825371306E-2</c:v>
                </c:pt>
                <c:pt idx="7019">
                  <c:v>4.0746688077077486E-2</c:v>
                </c:pt>
                <c:pt idx="7020">
                  <c:v>4.1148133279807153E-2</c:v>
                </c:pt>
                <c:pt idx="7021">
                  <c:v>4.0646326776395014E-2</c:v>
                </c:pt>
                <c:pt idx="7022">
                  <c:v>4.0796868727418723E-2</c:v>
                </c:pt>
                <c:pt idx="7023">
                  <c:v>4.0796868727418723E-2</c:v>
                </c:pt>
                <c:pt idx="7024">
                  <c:v>4.0746688077077486E-2</c:v>
                </c:pt>
                <c:pt idx="7025">
                  <c:v>4.0947410678442431E-2</c:v>
                </c:pt>
                <c:pt idx="7026">
                  <c:v>4.1348855881172319E-2</c:v>
                </c:pt>
                <c:pt idx="7027">
                  <c:v>4.1148133279807153E-2</c:v>
                </c:pt>
                <c:pt idx="7028">
                  <c:v>4.1047771979124903E-2</c:v>
                </c:pt>
                <c:pt idx="7029">
                  <c:v>4.1047771979124903E-2</c:v>
                </c:pt>
                <c:pt idx="7030">
                  <c:v>4.0847049377759959E-2</c:v>
                </c:pt>
                <c:pt idx="7031">
                  <c:v>4.0897230028101195E-2</c:v>
                </c:pt>
                <c:pt idx="7032">
                  <c:v>4.1097952629466139E-2</c:v>
                </c:pt>
                <c:pt idx="7033">
                  <c:v>4.1348855881172319E-2</c:v>
                </c:pt>
                <c:pt idx="7034">
                  <c:v>4.0746688077077486E-2</c:v>
                </c:pt>
                <c:pt idx="7035">
                  <c:v>4.0847049377759959E-2</c:v>
                </c:pt>
                <c:pt idx="7036">
                  <c:v>4.1348855881172319E-2</c:v>
                </c:pt>
                <c:pt idx="7037">
                  <c:v>4.1499397832196028E-2</c:v>
                </c:pt>
                <c:pt idx="7038">
                  <c:v>4.1198313930148611E-2</c:v>
                </c:pt>
                <c:pt idx="7039">
                  <c:v>4.0746688077077486E-2</c:v>
                </c:pt>
                <c:pt idx="7040">
                  <c:v>4.1198313930148611E-2</c:v>
                </c:pt>
                <c:pt idx="7041">
                  <c:v>4.1549578482537042E-2</c:v>
                </c:pt>
                <c:pt idx="7042">
                  <c:v>4.1499397832196028E-2</c:v>
                </c:pt>
                <c:pt idx="7043">
                  <c:v>4.1047771979124903E-2</c:v>
                </c:pt>
                <c:pt idx="7044">
                  <c:v>4.0997591328783667E-2</c:v>
                </c:pt>
                <c:pt idx="7045">
                  <c:v>4.144921718185457E-2</c:v>
                </c:pt>
                <c:pt idx="7046">
                  <c:v>4.0847049377759959E-2</c:v>
                </c:pt>
                <c:pt idx="7047">
                  <c:v>4.069650742673625E-2</c:v>
                </c:pt>
                <c:pt idx="7048">
                  <c:v>4.1047771979124903E-2</c:v>
                </c:pt>
                <c:pt idx="7049">
                  <c:v>4.1348855881172319E-2</c:v>
                </c:pt>
                <c:pt idx="7050">
                  <c:v>4.1549578482537042E-2</c:v>
                </c:pt>
                <c:pt idx="7051">
                  <c:v>4.0545965475712542E-2</c:v>
                </c:pt>
                <c:pt idx="7052">
                  <c:v>4.1549578482537042E-2</c:v>
                </c:pt>
                <c:pt idx="7053">
                  <c:v>4.1599759132878278E-2</c:v>
                </c:pt>
                <c:pt idx="7054">
                  <c:v>4.144921718185457E-2</c:v>
                </c:pt>
                <c:pt idx="7055">
                  <c:v>4.1348855881172319E-2</c:v>
                </c:pt>
                <c:pt idx="7056">
                  <c:v>4.0997591328783667E-2</c:v>
                </c:pt>
                <c:pt idx="7057">
                  <c:v>4.1097952629466139E-2</c:v>
                </c:pt>
                <c:pt idx="7058">
                  <c:v>4.1198313930148611E-2</c:v>
                </c:pt>
                <c:pt idx="7059">
                  <c:v>4.0646326776395014E-2</c:v>
                </c:pt>
                <c:pt idx="7060">
                  <c:v>4.0997591328783667E-2</c:v>
                </c:pt>
                <c:pt idx="7061">
                  <c:v>4.0897230028101195E-2</c:v>
                </c:pt>
                <c:pt idx="7062">
                  <c:v>4.0897230028101195E-2</c:v>
                </c:pt>
                <c:pt idx="7063">
                  <c:v>4.0897230028101195E-2</c:v>
                </c:pt>
                <c:pt idx="7064">
                  <c:v>4.044560417503007E-2</c:v>
                </c:pt>
                <c:pt idx="7065">
                  <c:v>4.0997591328783667E-2</c:v>
                </c:pt>
                <c:pt idx="7066">
                  <c:v>4.0997591328783667E-2</c:v>
                </c:pt>
                <c:pt idx="7067">
                  <c:v>4.0947410678442431E-2</c:v>
                </c:pt>
                <c:pt idx="7068">
                  <c:v>4.1148133279807153E-2</c:v>
                </c:pt>
                <c:pt idx="7069">
                  <c:v>4.0897230028101195E-2</c:v>
                </c:pt>
                <c:pt idx="7070">
                  <c:v>4.0746688077077486E-2</c:v>
                </c:pt>
                <c:pt idx="7071">
                  <c:v>4.1148133279807153E-2</c:v>
                </c:pt>
                <c:pt idx="7072">
                  <c:v>4.1097952629466139E-2</c:v>
                </c:pt>
                <c:pt idx="7073">
                  <c:v>4.0345242874347598E-2</c:v>
                </c:pt>
                <c:pt idx="7074">
                  <c:v>4.0596146126053778E-2</c:v>
                </c:pt>
                <c:pt idx="7075">
                  <c:v>4.0746688077077486E-2</c:v>
                </c:pt>
                <c:pt idx="7076">
                  <c:v>4.0746688077077486E-2</c:v>
                </c:pt>
                <c:pt idx="7077">
                  <c:v>4.069650742673625E-2</c:v>
                </c:pt>
                <c:pt idx="7078">
                  <c:v>4.1148133279807153E-2</c:v>
                </c:pt>
                <c:pt idx="7079">
                  <c:v>4.1047771979124903E-2</c:v>
                </c:pt>
                <c:pt idx="7080">
                  <c:v>4.1097952629466139E-2</c:v>
                </c:pt>
                <c:pt idx="7081">
                  <c:v>4.1097952629466139E-2</c:v>
                </c:pt>
                <c:pt idx="7082">
                  <c:v>4.1047771979124903E-2</c:v>
                </c:pt>
                <c:pt idx="7083">
                  <c:v>4.0997591328783667E-2</c:v>
                </c:pt>
                <c:pt idx="7084">
                  <c:v>4.1298675230830861E-2</c:v>
                </c:pt>
                <c:pt idx="7085">
                  <c:v>4.1198313930148611E-2</c:v>
                </c:pt>
                <c:pt idx="7086">
                  <c:v>4.1549578482537042E-2</c:v>
                </c:pt>
                <c:pt idx="7087">
                  <c:v>4.0144520272982653E-2</c:v>
                </c:pt>
                <c:pt idx="7088">
                  <c:v>4.044560417503007E-2</c:v>
                </c:pt>
                <c:pt idx="7089">
                  <c:v>4.0947410678442431E-2</c:v>
                </c:pt>
                <c:pt idx="7090">
                  <c:v>4.1097952629466139E-2</c:v>
                </c:pt>
                <c:pt idx="7091">
                  <c:v>4.1148133279807153E-2</c:v>
                </c:pt>
                <c:pt idx="7092">
                  <c:v>4.1198313930148611E-2</c:v>
                </c:pt>
                <c:pt idx="7093">
                  <c:v>4.1148133279807153E-2</c:v>
                </c:pt>
                <c:pt idx="7094">
                  <c:v>4.170012043356075E-2</c:v>
                </c:pt>
                <c:pt idx="7095">
                  <c:v>4.1399036531513556E-2</c:v>
                </c:pt>
                <c:pt idx="7096">
                  <c:v>4.1148133279807153E-2</c:v>
                </c:pt>
                <c:pt idx="7097">
                  <c:v>4.144921718185457E-2</c:v>
                </c:pt>
                <c:pt idx="7098">
                  <c:v>4.144921718185457E-2</c:v>
                </c:pt>
                <c:pt idx="7099">
                  <c:v>4.1499397832196028E-2</c:v>
                </c:pt>
                <c:pt idx="7100">
                  <c:v>4.1047771979124903E-2</c:v>
                </c:pt>
                <c:pt idx="7101">
                  <c:v>4.0997591328783667E-2</c:v>
                </c:pt>
                <c:pt idx="7102">
                  <c:v>4.1198313930148611E-2</c:v>
                </c:pt>
                <c:pt idx="7103">
                  <c:v>4.1800481734243444E-2</c:v>
                </c:pt>
                <c:pt idx="7104">
                  <c:v>4.1549578482537042E-2</c:v>
                </c:pt>
                <c:pt idx="7105">
                  <c:v>4.1850662384584458E-2</c:v>
                </c:pt>
                <c:pt idx="7106">
                  <c:v>4.144921718185457E-2</c:v>
                </c:pt>
                <c:pt idx="7107">
                  <c:v>4.170012043356075E-2</c:v>
                </c:pt>
                <c:pt idx="7108">
                  <c:v>4.1298675230830861E-2</c:v>
                </c:pt>
                <c:pt idx="7109">
                  <c:v>4.1800481734243444E-2</c:v>
                </c:pt>
                <c:pt idx="7110">
                  <c:v>4.1800481734243444E-2</c:v>
                </c:pt>
                <c:pt idx="7111">
                  <c:v>4.2051384985949403E-2</c:v>
                </c:pt>
                <c:pt idx="7112">
                  <c:v>4.2001204335608167E-2</c:v>
                </c:pt>
                <c:pt idx="7113">
                  <c:v>4.1800481734243444E-2</c:v>
                </c:pt>
                <c:pt idx="7114">
                  <c:v>4.2001204335608167E-2</c:v>
                </c:pt>
                <c:pt idx="7115">
                  <c:v>4.1599759132878278E-2</c:v>
                </c:pt>
                <c:pt idx="7116">
                  <c:v>4.195102368526693E-2</c:v>
                </c:pt>
                <c:pt idx="7117">
                  <c:v>4.2252107587314347E-2</c:v>
                </c:pt>
                <c:pt idx="7118">
                  <c:v>4.1850662384584458E-2</c:v>
                </c:pt>
                <c:pt idx="7119">
                  <c:v>4.2001204335608167E-2</c:v>
                </c:pt>
                <c:pt idx="7120">
                  <c:v>4.2001204335608167E-2</c:v>
                </c:pt>
                <c:pt idx="7121">
                  <c:v>4.2302288237655583E-2</c:v>
                </c:pt>
                <c:pt idx="7122">
                  <c:v>4.2252107587314347E-2</c:v>
                </c:pt>
                <c:pt idx="7123">
                  <c:v>4.2302288237655583E-2</c:v>
                </c:pt>
                <c:pt idx="7124">
                  <c:v>4.2302288237655583E-2</c:v>
                </c:pt>
                <c:pt idx="7125">
                  <c:v>4.2001204335608167E-2</c:v>
                </c:pt>
                <c:pt idx="7126">
                  <c:v>4.1900843034925694E-2</c:v>
                </c:pt>
                <c:pt idx="7127">
                  <c:v>4.1298675230830861E-2</c:v>
                </c:pt>
                <c:pt idx="7128">
                  <c:v>4.1649939783219736E-2</c:v>
                </c:pt>
                <c:pt idx="7129">
                  <c:v>4.0545965475712542E-2</c:v>
                </c:pt>
                <c:pt idx="7130">
                  <c:v>4.1399036531513556E-2</c:v>
                </c:pt>
                <c:pt idx="7131">
                  <c:v>4.170012043356075E-2</c:v>
                </c:pt>
                <c:pt idx="7132">
                  <c:v>4.1549578482537042E-2</c:v>
                </c:pt>
                <c:pt idx="7133">
                  <c:v>4.1649939783219736E-2</c:v>
                </c:pt>
                <c:pt idx="7134">
                  <c:v>4.1348855881172319E-2</c:v>
                </c:pt>
                <c:pt idx="7135">
                  <c:v>4.170012043356075E-2</c:v>
                </c:pt>
                <c:pt idx="7136">
                  <c:v>4.1198313930148611E-2</c:v>
                </c:pt>
                <c:pt idx="7137">
                  <c:v>4.144921718185457E-2</c:v>
                </c:pt>
                <c:pt idx="7138">
                  <c:v>4.1198313930148611E-2</c:v>
                </c:pt>
                <c:pt idx="7139">
                  <c:v>4.1549578482537042E-2</c:v>
                </c:pt>
                <c:pt idx="7140">
                  <c:v>4.1097952629466139E-2</c:v>
                </c:pt>
                <c:pt idx="7141">
                  <c:v>4.1549578482537042E-2</c:v>
                </c:pt>
                <c:pt idx="7142">
                  <c:v>4.1599759132878278E-2</c:v>
                </c:pt>
                <c:pt idx="7143">
                  <c:v>4.069650742673625E-2</c:v>
                </c:pt>
                <c:pt idx="7144">
                  <c:v>4.1198313930148611E-2</c:v>
                </c:pt>
                <c:pt idx="7145">
                  <c:v>4.1499397832196028E-2</c:v>
                </c:pt>
                <c:pt idx="7146">
                  <c:v>4.1549578482537042E-2</c:v>
                </c:pt>
                <c:pt idx="7147">
                  <c:v>4.1549578482537042E-2</c:v>
                </c:pt>
                <c:pt idx="7148">
                  <c:v>4.1499397832196028E-2</c:v>
                </c:pt>
                <c:pt idx="7149">
                  <c:v>4.1499397832196028E-2</c:v>
                </c:pt>
                <c:pt idx="7150">
                  <c:v>4.1348855881172319E-2</c:v>
                </c:pt>
                <c:pt idx="7151">
                  <c:v>4.1649939783219736E-2</c:v>
                </c:pt>
                <c:pt idx="7152">
                  <c:v>4.1599759132878278E-2</c:v>
                </c:pt>
                <c:pt idx="7153">
                  <c:v>4.1148133279807153E-2</c:v>
                </c:pt>
                <c:pt idx="7154">
                  <c:v>4.1148133279807153E-2</c:v>
                </c:pt>
                <c:pt idx="7155">
                  <c:v>4.0395423524688834E-2</c:v>
                </c:pt>
                <c:pt idx="7156">
                  <c:v>4.0596146126053778E-2</c:v>
                </c:pt>
                <c:pt idx="7157">
                  <c:v>4.0495784825371306E-2</c:v>
                </c:pt>
                <c:pt idx="7158">
                  <c:v>4.0094339622641639E-2</c:v>
                </c:pt>
                <c:pt idx="7159">
                  <c:v>4.0646326776395014E-2</c:v>
                </c:pt>
                <c:pt idx="7160">
                  <c:v>4.0596146126053778E-2</c:v>
                </c:pt>
                <c:pt idx="7161">
                  <c:v>4.0144520272982653E-2</c:v>
                </c:pt>
                <c:pt idx="7162">
                  <c:v>3.9993978321958945E-2</c:v>
                </c:pt>
                <c:pt idx="7163">
                  <c:v>3.8990365315134445E-2</c:v>
                </c:pt>
                <c:pt idx="7164">
                  <c:v>3.9692894419911751E-2</c:v>
                </c:pt>
                <c:pt idx="7165">
                  <c:v>3.944199116820557E-2</c:v>
                </c:pt>
                <c:pt idx="7166">
                  <c:v>3.944199116820557E-2</c:v>
                </c:pt>
                <c:pt idx="7167">
                  <c:v>3.9743075070252765E-2</c:v>
                </c:pt>
                <c:pt idx="7168">
                  <c:v>3.9843436370935459E-2</c:v>
                </c:pt>
                <c:pt idx="7169">
                  <c:v>3.919108791649939E-2</c:v>
                </c:pt>
                <c:pt idx="7170">
                  <c:v>3.919108791649939E-2</c:v>
                </c:pt>
                <c:pt idx="7171">
                  <c:v>3.9140907266158154E-2</c:v>
                </c:pt>
                <c:pt idx="7172">
                  <c:v>3.9291449217181862E-2</c:v>
                </c:pt>
                <c:pt idx="7173">
                  <c:v>3.9391810517864334E-2</c:v>
                </c:pt>
                <c:pt idx="7174">
                  <c:v>3.944199116820557E-2</c:v>
                </c:pt>
                <c:pt idx="7175">
                  <c:v>3.9140907266158154E-2</c:v>
                </c:pt>
                <c:pt idx="7176">
                  <c:v>3.9341629867523098E-2</c:v>
                </c:pt>
                <c:pt idx="7177">
                  <c:v>3.944199116820557E-2</c:v>
                </c:pt>
                <c:pt idx="7178">
                  <c:v>3.9592533119229056E-2</c:v>
                </c:pt>
                <c:pt idx="7179">
                  <c:v>3.9241268566840626E-2</c:v>
                </c:pt>
                <c:pt idx="7180">
                  <c:v>3.9341629867523098E-2</c:v>
                </c:pt>
                <c:pt idx="7181">
                  <c:v>3.9241268566840626E-2</c:v>
                </c:pt>
                <c:pt idx="7182">
                  <c:v>3.919108791649939E-2</c:v>
                </c:pt>
                <c:pt idx="7183">
                  <c:v>3.9090726615816918E-2</c:v>
                </c:pt>
                <c:pt idx="7184">
                  <c:v>3.9090726615816918E-2</c:v>
                </c:pt>
                <c:pt idx="7185">
                  <c:v>3.919108791649939E-2</c:v>
                </c:pt>
                <c:pt idx="7186">
                  <c:v>3.9040545965475681E-2</c:v>
                </c:pt>
                <c:pt idx="7187">
                  <c:v>3.8940184664793209E-2</c:v>
                </c:pt>
                <c:pt idx="7188">
                  <c:v>3.9140907266158154E-2</c:v>
                </c:pt>
                <c:pt idx="7189">
                  <c:v>3.9140907266158154E-2</c:v>
                </c:pt>
                <c:pt idx="7190">
                  <c:v>3.9040545965475681E-2</c:v>
                </c:pt>
                <c:pt idx="7191">
                  <c:v>3.9140907266158154E-2</c:v>
                </c:pt>
                <c:pt idx="7192">
                  <c:v>3.9241268566840626E-2</c:v>
                </c:pt>
                <c:pt idx="7193">
                  <c:v>3.9040545965475681E-2</c:v>
                </c:pt>
                <c:pt idx="7194">
                  <c:v>3.9040545965475681E-2</c:v>
                </c:pt>
                <c:pt idx="7195">
                  <c:v>3.8789642713769501E-2</c:v>
                </c:pt>
                <c:pt idx="7196">
                  <c:v>3.8789642713769501E-2</c:v>
                </c:pt>
                <c:pt idx="7197">
                  <c:v>3.8287836210357362E-2</c:v>
                </c:pt>
                <c:pt idx="7198">
                  <c:v>3.8488558811722084E-2</c:v>
                </c:pt>
                <c:pt idx="7199">
                  <c:v>3.8689281413087251E-2</c:v>
                </c:pt>
                <c:pt idx="7200">
                  <c:v>3.8087113608992418E-2</c:v>
                </c:pt>
                <c:pt idx="7201">
                  <c:v>3.8187474909674668E-2</c:v>
                </c:pt>
                <c:pt idx="7202">
                  <c:v>3.8187474909674668E-2</c:v>
                </c:pt>
                <c:pt idx="7203">
                  <c:v>3.7585307105580057E-2</c:v>
                </c:pt>
                <c:pt idx="7204">
                  <c:v>3.7635487755921293E-2</c:v>
                </c:pt>
                <c:pt idx="7205">
                  <c:v>3.7585307105580057E-2</c:v>
                </c:pt>
                <c:pt idx="7206">
                  <c:v>3.7635487755921293E-2</c:v>
                </c:pt>
                <c:pt idx="7207">
                  <c:v>3.7635487755921293E-2</c:v>
                </c:pt>
                <c:pt idx="7208">
                  <c:v>3.793657165796871E-2</c:v>
                </c:pt>
                <c:pt idx="7209">
                  <c:v>3.7986752308309946E-2</c:v>
                </c:pt>
                <c:pt idx="7210">
                  <c:v>3.7685668406262529E-2</c:v>
                </c:pt>
                <c:pt idx="7211">
                  <c:v>3.7886391007627473E-2</c:v>
                </c:pt>
                <c:pt idx="7212">
                  <c:v>3.7836210357286237E-2</c:v>
                </c:pt>
                <c:pt idx="7213">
                  <c:v>3.7585307105580057E-2</c:v>
                </c:pt>
                <c:pt idx="7214">
                  <c:v>3.7685668406262529E-2</c:v>
                </c:pt>
                <c:pt idx="7215">
                  <c:v>3.8137294259333654E-2</c:v>
                </c:pt>
                <c:pt idx="7216">
                  <c:v>3.7735849056603765E-2</c:v>
                </c:pt>
                <c:pt idx="7217">
                  <c:v>3.8087113608992418E-2</c:v>
                </c:pt>
                <c:pt idx="7218">
                  <c:v>3.8237655560016126E-2</c:v>
                </c:pt>
                <c:pt idx="7219">
                  <c:v>3.7836210357286237E-2</c:v>
                </c:pt>
                <c:pt idx="7220">
                  <c:v>3.7786029706945001E-2</c:v>
                </c:pt>
                <c:pt idx="7221">
                  <c:v>3.7635487755921293E-2</c:v>
                </c:pt>
                <c:pt idx="7222">
                  <c:v>3.7384584504215113E-2</c:v>
                </c:pt>
                <c:pt idx="7223">
                  <c:v>3.7535126455238821E-2</c:v>
                </c:pt>
                <c:pt idx="7224">
                  <c:v>3.7886391007627473E-2</c:v>
                </c:pt>
                <c:pt idx="7225">
                  <c:v>3.7986752308309946E-2</c:v>
                </c:pt>
                <c:pt idx="7226">
                  <c:v>3.7434765154556349E-2</c:v>
                </c:pt>
                <c:pt idx="7227">
                  <c:v>3.8187474909674668E-2</c:v>
                </c:pt>
                <c:pt idx="7228">
                  <c:v>3.8087113608992418E-2</c:v>
                </c:pt>
                <c:pt idx="7229">
                  <c:v>3.8036932958651182E-2</c:v>
                </c:pt>
                <c:pt idx="7230">
                  <c:v>3.7986752308309946E-2</c:v>
                </c:pt>
                <c:pt idx="7231">
                  <c:v>3.7334403853873876E-2</c:v>
                </c:pt>
                <c:pt idx="7232">
                  <c:v>3.7384584504215113E-2</c:v>
                </c:pt>
                <c:pt idx="7233">
                  <c:v>3.7535126455238821E-2</c:v>
                </c:pt>
                <c:pt idx="7234">
                  <c:v>3.8187474909674668E-2</c:v>
                </c:pt>
                <c:pt idx="7235">
                  <c:v>3.8237655560016126E-2</c:v>
                </c:pt>
                <c:pt idx="7236">
                  <c:v>3.8087113608992418E-2</c:v>
                </c:pt>
                <c:pt idx="7237">
                  <c:v>3.8237655560016126E-2</c:v>
                </c:pt>
                <c:pt idx="7238">
                  <c:v>3.793657165796871E-2</c:v>
                </c:pt>
                <c:pt idx="7239">
                  <c:v>3.8488558811722084E-2</c:v>
                </c:pt>
                <c:pt idx="7240">
                  <c:v>3.7685668406262529E-2</c:v>
                </c:pt>
                <c:pt idx="7241">
                  <c:v>3.7986752308309946E-2</c:v>
                </c:pt>
                <c:pt idx="7242">
                  <c:v>3.8187474909674668E-2</c:v>
                </c:pt>
                <c:pt idx="7243">
                  <c:v>3.8137294259333654E-2</c:v>
                </c:pt>
                <c:pt idx="7244">
                  <c:v>3.8388197511039834E-2</c:v>
                </c:pt>
                <c:pt idx="7245">
                  <c:v>3.8438378161380848E-2</c:v>
                </c:pt>
                <c:pt idx="7246">
                  <c:v>3.7986752308309946E-2</c:v>
                </c:pt>
                <c:pt idx="7247">
                  <c:v>3.8488558811722084E-2</c:v>
                </c:pt>
                <c:pt idx="7248">
                  <c:v>3.8338016860698376E-2</c:v>
                </c:pt>
                <c:pt idx="7249">
                  <c:v>3.8739462063428265E-2</c:v>
                </c:pt>
                <c:pt idx="7250">
                  <c:v>3.8789642713769501E-2</c:v>
                </c:pt>
                <c:pt idx="7251">
                  <c:v>3.8990365315134445E-2</c:v>
                </c:pt>
                <c:pt idx="7252">
                  <c:v>3.8940184664793209E-2</c:v>
                </c:pt>
                <c:pt idx="7253">
                  <c:v>3.8588920112404557E-2</c:v>
                </c:pt>
                <c:pt idx="7254">
                  <c:v>3.9090726615816918E-2</c:v>
                </c:pt>
                <c:pt idx="7255">
                  <c:v>3.8287836210357362E-2</c:v>
                </c:pt>
                <c:pt idx="7256">
                  <c:v>3.8488558811722084E-2</c:v>
                </c:pt>
                <c:pt idx="7257">
                  <c:v>3.8940184664793209E-2</c:v>
                </c:pt>
                <c:pt idx="7258">
                  <c:v>3.8789642713769501E-2</c:v>
                </c:pt>
                <c:pt idx="7259">
                  <c:v>3.9140907266158154E-2</c:v>
                </c:pt>
                <c:pt idx="7260">
                  <c:v>3.8940184664793209E-2</c:v>
                </c:pt>
                <c:pt idx="7261">
                  <c:v>3.919108791649939E-2</c:v>
                </c:pt>
                <c:pt idx="7262">
                  <c:v>3.9090726615816918E-2</c:v>
                </c:pt>
                <c:pt idx="7263">
                  <c:v>3.8890004014451973E-2</c:v>
                </c:pt>
                <c:pt idx="7264">
                  <c:v>3.8990365315134445E-2</c:v>
                </c:pt>
                <c:pt idx="7265">
                  <c:v>3.8890004014451973E-2</c:v>
                </c:pt>
                <c:pt idx="7266">
                  <c:v>3.9090726615816918E-2</c:v>
                </c:pt>
                <c:pt idx="7267">
                  <c:v>3.9040545965475681E-2</c:v>
                </c:pt>
                <c:pt idx="7268">
                  <c:v>3.9642713769570515E-2</c:v>
                </c:pt>
                <c:pt idx="7269">
                  <c:v>3.8890004014451973E-2</c:v>
                </c:pt>
                <c:pt idx="7270">
                  <c:v>3.919108791649939E-2</c:v>
                </c:pt>
                <c:pt idx="7271">
                  <c:v>3.944199116820557E-2</c:v>
                </c:pt>
                <c:pt idx="7272">
                  <c:v>3.9391810517864334E-2</c:v>
                </c:pt>
                <c:pt idx="7273">
                  <c:v>3.8739462063428265E-2</c:v>
                </c:pt>
                <c:pt idx="7274">
                  <c:v>3.8488558811722084E-2</c:v>
                </c:pt>
                <c:pt idx="7275">
                  <c:v>3.8639100762745793E-2</c:v>
                </c:pt>
                <c:pt idx="7276">
                  <c:v>3.9291449217181862E-2</c:v>
                </c:pt>
                <c:pt idx="7277">
                  <c:v>3.9291449217181862E-2</c:v>
                </c:pt>
                <c:pt idx="7278">
                  <c:v>3.9341629867523098E-2</c:v>
                </c:pt>
                <c:pt idx="7279">
                  <c:v>3.8940184664793209E-2</c:v>
                </c:pt>
                <c:pt idx="7280">
                  <c:v>3.8890004014451973E-2</c:v>
                </c:pt>
                <c:pt idx="7281">
                  <c:v>3.9241268566840626E-2</c:v>
                </c:pt>
                <c:pt idx="7282">
                  <c:v>3.9241268566840626E-2</c:v>
                </c:pt>
                <c:pt idx="7283">
                  <c:v>3.9140907266158154E-2</c:v>
                </c:pt>
                <c:pt idx="7284">
                  <c:v>3.9140907266158154E-2</c:v>
                </c:pt>
                <c:pt idx="7285">
                  <c:v>3.9140907266158154E-2</c:v>
                </c:pt>
                <c:pt idx="7286">
                  <c:v>3.8739462063428265E-2</c:v>
                </c:pt>
                <c:pt idx="7287">
                  <c:v>3.8739462063428265E-2</c:v>
                </c:pt>
                <c:pt idx="7288">
                  <c:v>3.8438378161380848E-2</c:v>
                </c:pt>
                <c:pt idx="7289">
                  <c:v>3.8639100762745793E-2</c:v>
                </c:pt>
                <c:pt idx="7290">
                  <c:v>3.8438378161380848E-2</c:v>
                </c:pt>
                <c:pt idx="7291">
                  <c:v>3.8388197511039834E-2</c:v>
                </c:pt>
                <c:pt idx="7292">
                  <c:v>3.8839823364110737E-2</c:v>
                </c:pt>
                <c:pt idx="7293">
                  <c:v>3.8588920112404557E-2</c:v>
                </c:pt>
                <c:pt idx="7294">
                  <c:v>3.8588920112404557E-2</c:v>
                </c:pt>
                <c:pt idx="7295">
                  <c:v>3.8538739462063543E-2</c:v>
                </c:pt>
                <c:pt idx="7296">
                  <c:v>3.8639100762745793E-2</c:v>
                </c:pt>
                <c:pt idx="7297">
                  <c:v>3.8689281413087251E-2</c:v>
                </c:pt>
                <c:pt idx="7298">
                  <c:v>3.8739462063428265E-2</c:v>
                </c:pt>
                <c:pt idx="7299">
                  <c:v>3.8689281413087251E-2</c:v>
                </c:pt>
                <c:pt idx="7300">
                  <c:v>3.8538739462063543E-2</c:v>
                </c:pt>
                <c:pt idx="7301">
                  <c:v>3.8538739462063543E-2</c:v>
                </c:pt>
                <c:pt idx="7302">
                  <c:v>3.8839823364110737E-2</c:v>
                </c:pt>
                <c:pt idx="7303">
                  <c:v>3.8990365315134445E-2</c:v>
                </c:pt>
                <c:pt idx="7304">
                  <c:v>3.9040545965475681E-2</c:v>
                </c:pt>
                <c:pt idx="7305">
                  <c:v>3.8789642713769501E-2</c:v>
                </c:pt>
                <c:pt idx="7306">
                  <c:v>3.8890004014451973E-2</c:v>
                </c:pt>
                <c:pt idx="7307">
                  <c:v>3.8990365315134445E-2</c:v>
                </c:pt>
                <c:pt idx="7308">
                  <c:v>3.9291449217181862E-2</c:v>
                </c:pt>
                <c:pt idx="7309">
                  <c:v>3.8689281413087251E-2</c:v>
                </c:pt>
                <c:pt idx="7310">
                  <c:v>3.944199116820557E-2</c:v>
                </c:pt>
                <c:pt idx="7311">
                  <c:v>3.8488558811722084E-2</c:v>
                </c:pt>
                <c:pt idx="7312">
                  <c:v>3.8890004014451973E-2</c:v>
                </c:pt>
                <c:pt idx="7313">
                  <c:v>3.8890004014451973E-2</c:v>
                </c:pt>
                <c:pt idx="7314">
                  <c:v>3.8940184664793209E-2</c:v>
                </c:pt>
                <c:pt idx="7315">
                  <c:v>3.9291449217181862E-2</c:v>
                </c:pt>
                <c:pt idx="7316">
                  <c:v>3.9040545965475681E-2</c:v>
                </c:pt>
                <c:pt idx="7317">
                  <c:v>3.9140907266158154E-2</c:v>
                </c:pt>
                <c:pt idx="7318">
                  <c:v>3.9341629867523098E-2</c:v>
                </c:pt>
                <c:pt idx="7319">
                  <c:v>3.9341629867523098E-2</c:v>
                </c:pt>
                <c:pt idx="7320">
                  <c:v>3.9140907266158154E-2</c:v>
                </c:pt>
                <c:pt idx="7321">
                  <c:v>3.8839823364110737E-2</c:v>
                </c:pt>
                <c:pt idx="7322">
                  <c:v>3.9391810517864334E-2</c:v>
                </c:pt>
                <c:pt idx="7323">
                  <c:v>3.9793255720594223E-2</c:v>
                </c:pt>
                <c:pt idx="7324">
                  <c:v>3.9642713769570515E-2</c:v>
                </c:pt>
                <c:pt idx="7325">
                  <c:v>3.9642713769570515E-2</c:v>
                </c:pt>
                <c:pt idx="7326">
                  <c:v>3.9642713769570515E-2</c:v>
                </c:pt>
                <c:pt idx="7327">
                  <c:v>3.9592533119229056E-2</c:v>
                </c:pt>
                <c:pt idx="7328">
                  <c:v>3.8890004014451973E-2</c:v>
                </c:pt>
                <c:pt idx="7329">
                  <c:v>3.8839823364110737E-2</c:v>
                </c:pt>
                <c:pt idx="7330">
                  <c:v>3.9341629867523098E-2</c:v>
                </c:pt>
                <c:pt idx="7331">
                  <c:v>3.9291449217181862E-2</c:v>
                </c:pt>
                <c:pt idx="7332">
                  <c:v>3.9492171818546806E-2</c:v>
                </c:pt>
                <c:pt idx="7333">
                  <c:v>3.9642713769570515E-2</c:v>
                </c:pt>
                <c:pt idx="7334">
                  <c:v>4.0144520272982653E-2</c:v>
                </c:pt>
                <c:pt idx="7335">
                  <c:v>3.9893617021276473E-2</c:v>
                </c:pt>
                <c:pt idx="7336">
                  <c:v>4.0395423524688834E-2</c:v>
                </c:pt>
                <c:pt idx="7337">
                  <c:v>4.0194700923323889E-2</c:v>
                </c:pt>
                <c:pt idx="7338">
                  <c:v>3.9993978321958945E-2</c:v>
                </c:pt>
                <c:pt idx="7339">
                  <c:v>4.0545965475712542E-2</c:v>
                </c:pt>
                <c:pt idx="7340">
                  <c:v>3.9893617021276473E-2</c:v>
                </c:pt>
                <c:pt idx="7341">
                  <c:v>4.0044158972300181E-2</c:v>
                </c:pt>
                <c:pt idx="7342">
                  <c:v>3.9993978321958945E-2</c:v>
                </c:pt>
                <c:pt idx="7343">
                  <c:v>3.9993978321958945E-2</c:v>
                </c:pt>
                <c:pt idx="7344">
                  <c:v>4.044560417503007E-2</c:v>
                </c:pt>
                <c:pt idx="7345">
                  <c:v>4.0094339622641639E-2</c:v>
                </c:pt>
                <c:pt idx="7346">
                  <c:v>3.9743075070252765E-2</c:v>
                </c:pt>
                <c:pt idx="7347">
                  <c:v>3.9843436370935459E-2</c:v>
                </c:pt>
                <c:pt idx="7348">
                  <c:v>4.044560417503007E-2</c:v>
                </c:pt>
                <c:pt idx="7349">
                  <c:v>4.1097952629466139E-2</c:v>
                </c:pt>
                <c:pt idx="7350">
                  <c:v>4.0596146126053778E-2</c:v>
                </c:pt>
                <c:pt idx="7351">
                  <c:v>4.1047771979124903E-2</c:v>
                </c:pt>
                <c:pt idx="7352">
                  <c:v>4.069650742673625E-2</c:v>
                </c:pt>
                <c:pt idx="7353">
                  <c:v>4.1298675230830861E-2</c:v>
                </c:pt>
                <c:pt idx="7354">
                  <c:v>4.1198313930148611E-2</c:v>
                </c:pt>
                <c:pt idx="7355">
                  <c:v>4.1399036531513556E-2</c:v>
                </c:pt>
                <c:pt idx="7356">
                  <c:v>4.0947410678442431E-2</c:v>
                </c:pt>
                <c:pt idx="7357">
                  <c:v>4.0796868727418723E-2</c:v>
                </c:pt>
                <c:pt idx="7358">
                  <c:v>4.1148133279807153E-2</c:v>
                </c:pt>
                <c:pt idx="7359">
                  <c:v>4.1097952629466139E-2</c:v>
                </c:pt>
                <c:pt idx="7360">
                  <c:v>4.1097952629466139E-2</c:v>
                </c:pt>
                <c:pt idx="7361">
                  <c:v>4.1649939783219736E-2</c:v>
                </c:pt>
                <c:pt idx="7362">
                  <c:v>4.1097952629466139E-2</c:v>
                </c:pt>
                <c:pt idx="7363">
                  <c:v>4.1499397832196028E-2</c:v>
                </c:pt>
                <c:pt idx="7364">
                  <c:v>4.1248494580489847E-2</c:v>
                </c:pt>
                <c:pt idx="7365">
                  <c:v>4.1298675230830861E-2</c:v>
                </c:pt>
                <c:pt idx="7366">
                  <c:v>4.1348855881172319E-2</c:v>
                </c:pt>
                <c:pt idx="7367">
                  <c:v>4.0847049377759959E-2</c:v>
                </c:pt>
                <c:pt idx="7368">
                  <c:v>4.1348855881172319E-2</c:v>
                </c:pt>
                <c:pt idx="7369">
                  <c:v>4.1399036531513556E-2</c:v>
                </c:pt>
                <c:pt idx="7370">
                  <c:v>4.1097952629466139E-2</c:v>
                </c:pt>
                <c:pt idx="7371">
                  <c:v>4.0947410678442431E-2</c:v>
                </c:pt>
                <c:pt idx="7372">
                  <c:v>4.2051384985949403E-2</c:v>
                </c:pt>
                <c:pt idx="7373">
                  <c:v>4.0997591328783667E-2</c:v>
                </c:pt>
                <c:pt idx="7374">
                  <c:v>4.170012043356075E-2</c:v>
                </c:pt>
                <c:pt idx="7375">
                  <c:v>4.170012043356075E-2</c:v>
                </c:pt>
                <c:pt idx="7376">
                  <c:v>4.1348855881172319E-2</c:v>
                </c:pt>
                <c:pt idx="7377">
                  <c:v>4.1399036531513556E-2</c:v>
                </c:pt>
                <c:pt idx="7378">
                  <c:v>4.1599759132878278E-2</c:v>
                </c:pt>
                <c:pt idx="7379">
                  <c:v>4.1649939783219736E-2</c:v>
                </c:pt>
                <c:pt idx="7380">
                  <c:v>4.1900843034925694E-2</c:v>
                </c:pt>
                <c:pt idx="7381">
                  <c:v>4.2001204335608167E-2</c:v>
                </c:pt>
                <c:pt idx="7382">
                  <c:v>4.1298675230830861E-2</c:v>
                </c:pt>
                <c:pt idx="7383">
                  <c:v>4.1800481734243444E-2</c:v>
                </c:pt>
                <c:pt idx="7384">
                  <c:v>4.144921718185457E-2</c:v>
                </c:pt>
                <c:pt idx="7385">
                  <c:v>4.1148133279807153E-2</c:v>
                </c:pt>
                <c:pt idx="7386">
                  <c:v>4.0897230028101195E-2</c:v>
                </c:pt>
                <c:pt idx="7387">
                  <c:v>4.0596146126053778E-2</c:v>
                </c:pt>
                <c:pt idx="7388">
                  <c:v>4.0847049377759959E-2</c:v>
                </c:pt>
                <c:pt idx="7389">
                  <c:v>4.0395423524688834E-2</c:v>
                </c:pt>
                <c:pt idx="7390">
                  <c:v>4.0847049377759959E-2</c:v>
                </c:pt>
                <c:pt idx="7391">
                  <c:v>4.0646326776395014E-2</c:v>
                </c:pt>
                <c:pt idx="7392">
                  <c:v>4.0345242874347598E-2</c:v>
                </c:pt>
                <c:pt idx="7393">
                  <c:v>4.0295062224006362E-2</c:v>
                </c:pt>
                <c:pt idx="7394">
                  <c:v>4.0194700923323889E-2</c:v>
                </c:pt>
                <c:pt idx="7395">
                  <c:v>4.0545965475712542E-2</c:v>
                </c:pt>
                <c:pt idx="7396">
                  <c:v>4.0495784825371306E-2</c:v>
                </c:pt>
                <c:pt idx="7397">
                  <c:v>4.0345242874347598E-2</c:v>
                </c:pt>
                <c:pt idx="7398">
                  <c:v>4.0244881573665348E-2</c:v>
                </c:pt>
                <c:pt idx="7399">
                  <c:v>3.9993978321958945E-2</c:v>
                </c:pt>
                <c:pt idx="7400">
                  <c:v>4.0194700923323889E-2</c:v>
                </c:pt>
                <c:pt idx="7401">
                  <c:v>4.044560417503007E-2</c:v>
                </c:pt>
                <c:pt idx="7402">
                  <c:v>4.0395423524688834E-2</c:v>
                </c:pt>
                <c:pt idx="7403">
                  <c:v>4.0395423524688834E-2</c:v>
                </c:pt>
                <c:pt idx="7404">
                  <c:v>4.0545965475712542E-2</c:v>
                </c:pt>
                <c:pt idx="7405">
                  <c:v>4.0295062224006362E-2</c:v>
                </c:pt>
                <c:pt idx="7406">
                  <c:v>4.0345242874347598E-2</c:v>
                </c:pt>
                <c:pt idx="7407">
                  <c:v>4.0897230028101195E-2</c:v>
                </c:pt>
                <c:pt idx="7408">
                  <c:v>4.1047771979124903E-2</c:v>
                </c:pt>
                <c:pt idx="7409">
                  <c:v>4.0244881573665348E-2</c:v>
                </c:pt>
                <c:pt idx="7410">
                  <c:v>4.0646326776395014E-2</c:v>
                </c:pt>
                <c:pt idx="7411">
                  <c:v>4.0897230028101195E-2</c:v>
                </c:pt>
                <c:pt idx="7412">
                  <c:v>4.0847049377759959E-2</c:v>
                </c:pt>
                <c:pt idx="7413">
                  <c:v>4.1148133279807153E-2</c:v>
                </c:pt>
                <c:pt idx="7414">
                  <c:v>4.0847049377759959E-2</c:v>
                </c:pt>
                <c:pt idx="7415">
                  <c:v>4.1148133279807153E-2</c:v>
                </c:pt>
                <c:pt idx="7416">
                  <c:v>4.1148133279807153E-2</c:v>
                </c:pt>
                <c:pt idx="7417">
                  <c:v>4.0495784825371306E-2</c:v>
                </c:pt>
                <c:pt idx="7418">
                  <c:v>3.9993978321958945E-2</c:v>
                </c:pt>
                <c:pt idx="7419">
                  <c:v>3.9391810517864334E-2</c:v>
                </c:pt>
                <c:pt idx="7420">
                  <c:v>3.9391810517864334E-2</c:v>
                </c:pt>
                <c:pt idx="7421">
                  <c:v>3.9291449217181862E-2</c:v>
                </c:pt>
                <c:pt idx="7422">
                  <c:v>3.9291449217181862E-2</c:v>
                </c:pt>
                <c:pt idx="7423">
                  <c:v>3.8890004014451973E-2</c:v>
                </c:pt>
                <c:pt idx="7424">
                  <c:v>3.8689281413087251E-2</c:v>
                </c:pt>
                <c:pt idx="7425">
                  <c:v>3.8890004014451973E-2</c:v>
                </c:pt>
                <c:pt idx="7426">
                  <c:v>3.8287836210357362E-2</c:v>
                </c:pt>
                <c:pt idx="7427">
                  <c:v>3.8940184664793209E-2</c:v>
                </c:pt>
                <c:pt idx="7428">
                  <c:v>3.8839823364110737E-2</c:v>
                </c:pt>
                <c:pt idx="7429">
                  <c:v>3.8890004014451973E-2</c:v>
                </c:pt>
                <c:pt idx="7430">
                  <c:v>3.8187474909674668E-2</c:v>
                </c:pt>
                <c:pt idx="7431">
                  <c:v>3.8739462063428265E-2</c:v>
                </c:pt>
                <c:pt idx="7432">
                  <c:v>3.8890004014451973E-2</c:v>
                </c:pt>
                <c:pt idx="7433">
                  <c:v>3.8890004014451973E-2</c:v>
                </c:pt>
                <c:pt idx="7434">
                  <c:v>3.8338016860698376E-2</c:v>
                </c:pt>
                <c:pt idx="7435">
                  <c:v>3.8839823364110737E-2</c:v>
                </c:pt>
                <c:pt idx="7436">
                  <c:v>3.8789642713769501E-2</c:v>
                </c:pt>
                <c:pt idx="7437">
                  <c:v>3.8839823364110737E-2</c:v>
                </c:pt>
                <c:pt idx="7438">
                  <c:v>3.8689281413087251E-2</c:v>
                </c:pt>
                <c:pt idx="7439">
                  <c:v>3.9391810517864334E-2</c:v>
                </c:pt>
                <c:pt idx="7440">
                  <c:v>3.8839823364110737E-2</c:v>
                </c:pt>
                <c:pt idx="7441">
                  <c:v>3.944199116820557E-2</c:v>
                </c:pt>
                <c:pt idx="7442">
                  <c:v>3.8689281413087251E-2</c:v>
                </c:pt>
                <c:pt idx="7443">
                  <c:v>3.919108791649939E-2</c:v>
                </c:pt>
                <c:pt idx="7444">
                  <c:v>3.9291449217181862E-2</c:v>
                </c:pt>
                <c:pt idx="7445">
                  <c:v>3.8890004014451973E-2</c:v>
                </c:pt>
                <c:pt idx="7446">
                  <c:v>3.8990365315134445E-2</c:v>
                </c:pt>
                <c:pt idx="7447">
                  <c:v>3.944199116820557E-2</c:v>
                </c:pt>
                <c:pt idx="7448">
                  <c:v>3.9090726615816918E-2</c:v>
                </c:pt>
                <c:pt idx="7449">
                  <c:v>3.8739462063428265E-2</c:v>
                </c:pt>
                <c:pt idx="7450">
                  <c:v>3.8990365315134445E-2</c:v>
                </c:pt>
                <c:pt idx="7451">
                  <c:v>3.8739462063428265E-2</c:v>
                </c:pt>
                <c:pt idx="7452">
                  <c:v>3.9743075070252765E-2</c:v>
                </c:pt>
                <c:pt idx="7453">
                  <c:v>3.9492171818546806E-2</c:v>
                </c:pt>
                <c:pt idx="7454">
                  <c:v>3.9642713769570515E-2</c:v>
                </c:pt>
                <c:pt idx="7455">
                  <c:v>3.9542352468888042E-2</c:v>
                </c:pt>
                <c:pt idx="7456">
                  <c:v>3.9592533119229056E-2</c:v>
                </c:pt>
                <c:pt idx="7457">
                  <c:v>3.9040545965475681E-2</c:v>
                </c:pt>
                <c:pt idx="7458">
                  <c:v>3.9492171818546806E-2</c:v>
                </c:pt>
                <c:pt idx="7459">
                  <c:v>4.0044158972300181E-2</c:v>
                </c:pt>
                <c:pt idx="7460">
                  <c:v>4.0345242874347598E-2</c:v>
                </c:pt>
                <c:pt idx="7461">
                  <c:v>4.044560417503007E-2</c:v>
                </c:pt>
                <c:pt idx="7462">
                  <c:v>4.0345242874347598E-2</c:v>
                </c:pt>
                <c:pt idx="7463">
                  <c:v>4.0094339622641639E-2</c:v>
                </c:pt>
                <c:pt idx="7464">
                  <c:v>4.069650742673625E-2</c:v>
                </c:pt>
                <c:pt idx="7465">
                  <c:v>4.0847049377759959E-2</c:v>
                </c:pt>
                <c:pt idx="7466">
                  <c:v>4.1047771979124903E-2</c:v>
                </c:pt>
                <c:pt idx="7467">
                  <c:v>4.1148133279807153E-2</c:v>
                </c:pt>
                <c:pt idx="7468">
                  <c:v>4.1097952629466139E-2</c:v>
                </c:pt>
                <c:pt idx="7469">
                  <c:v>4.1198313930148611E-2</c:v>
                </c:pt>
                <c:pt idx="7470">
                  <c:v>4.0997591328783667E-2</c:v>
                </c:pt>
                <c:pt idx="7471">
                  <c:v>4.0646326776395014E-2</c:v>
                </c:pt>
                <c:pt idx="7472">
                  <c:v>4.1298675230830861E-2</c:v>
                </c:pt>
                <c:pt idx="7473">
                  <c:v>4.0596146126053778E-2</c:v>
                </c:pt>
                <c:pt idx="7474">
                  <c:v>4.0596146126053778E-2</c:v>
                </c:pt>
                <c:pt idx="7475">
                  <c:v>4.0947410678442431E-2</c:v>
                </c:pt>
                <c:pt idx="7476">
                  <c:v>4.0796868727418723E-2</c:v>
                </c:pt>
                <c:pt idx="7477">
                  <c:v>4.1198313930148611E-2</c:v>
                </c:pt>
                <c:pt idx="7478">
                  <c:v>4.1148133279807153E-2</c:v>
                </c:pt>
                <c:pt idx="7479">
                  <c:v>4.0646326776395014E-2</c:v>
                </c:pt>
                <c:pt idx="7480">
                  <c:v>4.1148133279807153E-2</c:v>
                </c:pt>
                <c:pt idx="7481">
                  <c:v>4.1248494580489847E-2</c:v>
                </c:pt>
                <c:pt idx="7482">
                  <c:v>4.1298675230830861E-2</c:v>
                </c:pt>
                <c:pt idx="7483">
                  <c:v>4.1198313930148611E-2</c:v>
                </c:pt>
                <c:pt idx="7484">
                  <c:v>4.0897230028101195E-2</c:v>
                </c:pt>
                <c:pt idx="7485">
                  <c:v>4.1298675230830861E-2</c:v>
                </c:pt>
                <c:pt idx="7486">
                  <c:v>4.1348855881172319E-2</c:v>
                </c:pt>
                <c:pt idx="7487">
                  <c:v>4.1348855881172319E-2</c:v>
                </c:pt>
                <c:pt idx="7488">
                  <c:v>4.0847049377759959E-2</c:v>
                </c:pt>
                <c:pt idx="7489">
                  <c:v>4.0847049377759959E-2</c:v>
                </c:pt>
                <c:pt idx="7490">
                  <c:v>4.0796868727418723E-2</c:v>
                </c:pt>
                <c:pt idx="7491">
                  <c:v>4.1248494580489847E-2</c:v>
                </c:pt>
                <c:pt idx="7492">
                  <c:v>4.0796868727418723E-2</c:v>
                </c:pt>
                <c:pt idx="7493">
                  <c:v>4.1499397832196028E-2</c:v>
                </c:pt>
                <c:pt idx="7494">
                  <c:v>4.144921718185457E-2</c:v>
                </c:pt>
                <c:pt idx="7495">
                  <c:v>4.1298675230830861E-2</c:v>
                </c:pt>
                <c:pt idx="7496">
                  <c:v>4.1298675230830861E-2</c:v>
                </c:pt>
                <c:pt idx="7497">
                  <c:v>4.069650742673625E-2</c:v>
                </c:pt>
                <c:pt idx="7498">
                  <c:v>4.1248494580489847E-2</c:v>
                </c:pt>
                <c:pt idx="7499">
                  <c:v>4.1097952629466139E-2</c:v>
                </c:pt>
                <c:pt idx="7500">
                  <c:v>4.1248494580489847E-2</c:v>
                </c:pt>
                <c:pt idx="7501">
                  <c:v>4.0746688077077486E-2</c:v>
                </c:pt>
                <c:pt idx="7502">
                  <c:v>4.1047771979124903E-2</c:v>
                </c:pt>
                <c:pt idx="7503">
                  <c:v>4.069650742673625E-2</c:v>
                </c:pt>
                <c:pt idx="7504">
                  <c:v>4.1198313930148611E-2</c:v>
                </c:pt>
                <c:pt idx="7505">
                  <c:v>4.1248494580489847E-2</c:v>
                </c:pt>
                <c:pt idx="7506">
                  <c:v>4.1198313930148611E-2</c:v>
                </c:pt>
                <c:pt idx="7507">
                  <c:v>4.0796868727418723E-2</c:v>
                </c:pt>
                <c:pt idx="7508">
                  <c:v>4.1198313930148611E-2</c:v>
                </c:pt>
                <c:pt idx="7509">
                  <c:v>4.1097952629466139E-2</c:v>
                </c:pt>
                <c:pt idx="7510">
                  <c:v>4.0796868727418723E-2</c:v>
                </c:pt>
                <c:pt idx="7511">
                  <c:v>4.1047771979124903E-2</c:v>
                </c:pt>
                <c:pt idx="7512">
                  <c:v>4.1399036531513556E-2</c:v>
                </c:pt>
                <c:pt idx="7513">
                  <c:v>4.1248494580489847E-2</c:v>
                </c:pt>
                <c:pt idx="7514">
                  <c:v>4.1499397832196028E-2</c:v>
                </c:pt>
                <c:pt idx="7515">
                  <c:v>4.0847049377759959E-2</c:v>
                </c:pt>
                <c:pt idx="7516">
                  <c:v>4.0997591328783667E-2</c:v>
                </c:pt>
                <c:pt idx="7517">
                  <c:v>4.1047771979124903E-2</c:v>
                </c:pt>
                <c:pt idx="7518">
                  <c:v>4.1248494580489847E-2</c:v>
                </c:pt>
                <c:pt idx="7519">
                  <c:v>4.069650742673625E-2</c:v>
                </c:pt>
                <c:pt idx="7520">
                  <c:v>4.0295062224006362E-2</c:v>
                </c:pt>
                <c:pt idx="7521">
                  <c:v>4.0746688077077486E-2</c:v>
                </c:pt>
                <c:pt idx="7522">
                  <c:v>4.0495784825371306E-2</c:v>
                </c:pt>
                <c:pt idx="7523">
                  <c:v>3.9993978321958945E-2</c:v>
                </c:pt>
                <c:pt idx="7524">
                  <c:v>4.0144520272982653E-2</c:v>
                </c:pt>
                <c:pt idx="7525">
                  <c:v>3.9893617021276473E-2</c:v>
                </c:pt>
                <c:pt idx="7526">
                  <c:v>4.044560417503007E-2</c:v>
                </c:pt>
                <c:pt idx="7527">
                  <c:v>4.0495784825371306E-2</c:v>
                </c:pt>
                <c:pt idx="7528">
                  <c:v>4.044560417503007E-2</c:v>
                </c:pt>
                <c:pt idx="7529">
                  <c:v>4.069650742673625E-2</c:v>
                </c:pt>
                <c:pt idx="7530">
                  <c:v>4.069650742673625E-2</c:v>
                </c:pt>
                <c:pt idx="7531">
                  <c:v>4.0596146126053778E-2</c:v>
                </c:pt>
                <c:pt idx="7532">
                  <c:v>4.0295062224006362E-2</c:v>
                </c:pt>
                <c:pt idx="7533">
                  <c:v>4.0495784825371306E-2</c:v>
                </c:pt>
                <c:pt idx="7534">
                  <c:v>4.0194700923323889E-2</c:v>
                </c:pt>
                <c:pt idx="7535">
                  <c:v>4.0194700923323889E-2</c:v>
                </c:pt>
                <c:pt idx="7536">
                  <c:v>4.0244881573665348E-2</c:v>
                </c:pt>
                <c:pt idx="7537">
                  <c:v>4.0094339622641639E-2</c:v>
                </c:pt>
                <c:pt idx="7538">
                  <c:v>4.0495784825371306E-2</c:v>
                </c:pt>
                <c:pt idx="7539">
                  <c:v>4.0545965475712542E-2</c:v>
                </c:pt>
                <c:pt idx="7540">
                  <c:v>4.0596146126053778E-2</c:v>
                </c:pt>
                <c:pt idx="7541">
                  <c:v>4.044560417503007E-2</c:v>
                </c:pt>
                <c:pt idx="7542">
                  <c:v>4.0596146126053778E-2</c:v>
                </c:pt>
                <c:pt idx="7543">
                  <c:v>3.9893617021276473E-2</c:v>
                </c:pt>
                <c:pt idx="7544">
                  <c:v>4.0295062224006362E-2</c:v>
                </c:pt>
                <c:pt idx="7545">
                  <c:v>3.9993978321958945E-2</c:v>
                </c:pt>
                <c:pt idx="7546">
                  <c:v>4.0244881573665348E-2</c:v>
                </c:pt>
                <c:pt idx="7547">
                  <c:v>4.0847049377759959E-2</c:v>
                </c:pt>
                <c:pt idx="7548">
                  <c:v>4.0897230028101195E-2</c:v>
                </c:pt>
                <c:pt idx="7549">
                  <c:v>4.0345242874347598E-2</c:v>
                </c:pt>
                <c:pt idx="7550">
                  <c:v>4.0596146126053778E-2</c:v>
                </c:pt>
                <c:pt idx="7551">
                  <c:v>4.0746688077077486E-2</c:v>
                </c:pt>
                <c:pt idx="7552">
                  <c:v>4.0997591328783667E-2</c:v>
                </c:pt>
                <c:pt idx="7553">
                  <c:v>4.1097952629466139E-2</c:v>
                </c:pt>
                <c:pt idx="7554">
                  <c:v>4.0796868727418723E-2</c:v>
                </c:pt>
                <c:pt idx="7555">
                  <c:v>4.0545965475712542E-2</c:v>
                </c:pt>
                <c:pt idx="7556">
                  <c:v>4.0897230028101195E-2</c:v>
                </c:pt>
                <c:pt idx="7557">
                  <c:v>4.0495784825371306E-2</c:v>
                </c:pt>
                <c:pt idx="7558">
                  <c:v>4.069650742673625E-2</c:v>
                </c:pt>
                <c:pt idx="7559">
                  <c:v>4.1298675230830861E-2</c:v>
                </c:pt>
                <c:pt idx="7560">
                  <c:v>4.1399036531513556E-2</c:v>
                </c:pt>
                <c:pt idx="7561">
                  <c:v>4.1348855881172319E-2</c:v>
                </c:pt>
                <c:pt idx="7562">
                  <c:v>4.0897230028101195E-2</c:v>
                </c:pt>
                <c:pt idx="7563">
                  <c:v>4.144921718185457E-2</c:v>
                </c:pt>
                <c:pt idx="7564">
                  <c:v>4.1499397832196028E-2</c:v>
                </c:pt>
                <c:pt idx="7565">
                  <c:v>4.1298675230830861E-2</c:v>
                </c:pt>
                <c:pt idx="7566">
                  <c:v>4.1298675230830861E-2</c:v>
                </c:pt>
                <c:pt idx="7567">
                  <c:v>4.1148133279807153E-2</c:v>
                </c:pt>
                <c:pt idx="7568">
                  <c:v>4.144921718185457E-2</c:v>
                </c:pt>
                <c:pt idx="7569">
                  <c:v>4.1399036531513556E-2</c:v>
                </c:pt>
                <c:pt idx="7570">
                  <c:v>4.1549578482537042E-2</c:v>
                </c:pt>
                <c:pt idx="7571">
                  <c:v>4.0746688077077486E-2</c:v>
                </c:pt>
                <c:pt idx="7572">
                  <c:v>4.1399036531513556E-2</c:v>
                </c:pt>
                <c:pt idx="7573">
                  <c:v>4.1097952629466139E-2</c:v>
                </c:pt>
                <c:pt idx="7574">
                  <c:v>4.144921718185457E-2</c:v>
                </c:pt>
                <c:pt idx="7575">
                  <c:v>4.1549578482537042E-2</c:v>
                </c:pt>
                <c:pt idx="7576">
                  <c:v>4.1097952629466139E-2</c:v>
                </c:pt>
                <c:pt idx="7577">
                  <c:v>4.1248494580489847E-2</c:v>
                </c:pt>
                <c:pt idx="7578">
                  <c:v>4.1298675230830861E-2</c:v>
                </c:pt>
                <c:pt idx="7579">
                  <c:v>4.1399036531513556E-2</c:v>
                </c:pt>
                <c:pt idx="7580">
                  <c:v>4.1047771979124903E-2</c:v>
                </c:pt>
                <c:pt idx="7581">
                  <c:v>4.1649939783219736E-2</c:v>
                </c:pt>
                <c:pt idx="7582">
                  <c:v>4.1599759132878278E-2</c:v>
                </c:pt>
                <c:pt idx="7583">
                  <c:v>4.1750301083901986E-2</c:v>
                </c:pt>
                <c:pt idx="7584">
                  <c:v>4.1248494580489847E-2</c:v>
                </c:pt>
                <c:pt idx="7585">
                  <c:v>4.1198313930148611E-2</c:v>
                </c:pt>
                <c:pt idx="7586">
                  <c:v>4.1499397832196028E-2</c:v>
                </c:pt>
                <c:pt idx="7587">
                  <c:v>4.1148133279807153E-2</c:v>
                </c:pt>
                <c:pt idx="7588">
                  <c:v>4.1800481734243444E-2</c:v>
                </c:pt>
                <c:pt idx="7589">
                  <c:v>4.170012043356075E-2</c:v>
                </c:pt>
                <c:pt idx="7590">
                  <c:v>4.1097952629466139E-2</c:v>
                </c:pt>
                <c:pt idx="7591">
                  <c:v>4.1148133279807153E-2</c:v>
                </c:pt>
                <c:pt idx="7592">
                  <c:v>4.0947410678442431E-2</c:v>
                </c:pt>
                <c:pt idx="7593">
                  <c:v>4.0947410678442431E-2</c:v>
                </c:pt>
                <c:pt idx="7594">
                  <c:v>4.144921718185457E-2</c:v>
                </c:pt>
                <c:pt idx="7595">
                  <c:v>4.1348855881172319E-2</c:v>
                </c:pt>
                <c:pt idx="7596">
                  <c:v>4.1047771979124903E-2</c:v>
                </c:pt>
                <c:pt idx="7597">
                  <c:v>4.1399036531513556E-2</c:v>
                </c:pt>
                <c:pt idx="7598">
                  <c:v>4.1499397832196028E-2</c:v>
                </c:pt>
                <c:pt idx="7599">
                  <c:v>4.1097952629466139E-2</c:v>
                </c:pt>
                <c:pt idx="7600">
                  <c:v>4.1047771979124903E-2</c:v>
                </c:pt>
                <c:pt idx="7601">
                  <c:v>4.1499397832196028E-2</c:v>
                </c:pt>
                <c:pt idx="7602">
                  <c:v>4.1499397832196028E-2</c:v>
                </c:pt>
                <c:pt idx="7603">
                  <c:v>4.1649939783219736E-2</c:v>
                </c:pt>
                <c:pt idx="7604">
                  <c:v>4.2051384985949403E-2</c:v>
                </c:pt>
                <c:pt idx="7605">
                  <c:v>4.2001204335608167E-2</c:v>
                </c:pt>
                <c:pt idx="7606">
                  <c:v>4.2001204335608167E-2</c:v>
                </c:pt>
                <c:pt idx="7607">
                  <c:v>4.1599759132878278E-2</c:v>
                </c:pt>
                <c:pt idx="7608">
                  <c:v>4.2201926936973111E-2</c:v>
                </c:pt>
                <c:pt idx="7609">
                  <c:v>4.170012043356075E-2</c:v>
                </c:pt>
                <c:pt idx="7610">
                  <c:v>4.2001204335608167E-2</c:v>
                </c:pt>
                <c:pt idx="7611">
                  <c:v>4.170012043356075E-2</c:v>
                </c:pt>
                <c:pt idx="7612">
                  <c:v>4.2503010839020527E-2</c:v>
                </c:pt>
                <c:pt idx="7613">
                  <c:v>4.1850662384584458E-2</c:v>
                </c:pt>
                <c:pt idx="7614">
                  <c:v>4.2352468887996819E-2</c:v>
                </c:pt>
                <c:pt idx="7615">
                  <c:v>4.2201926936973111E-2</c:v>
                </c:pt>
                <c:pt idx="7616">
                  <c:v>4.1850662384584458E-2</c:v>
                </c:pt>
                <c:pt idx="7617">
                  <c:v>4.2402649538338055E-2</c:v>
                </c:pt>
                <c:pt idx="7618">
                  <c:v>4.2553191489361541E-2</c:v>
                </c:pt>
                <c:pt idx="7619">
                  <c:v>4.2151746286631875E-2</c:v>
                </c:pt>
                <c:pt idx="7620">
                  <c:v>4.2503010839020527E-2</c:v>
                </c:pt>
                <c:pt idx="7621">
                  <c:v>4.270373344038525E-2</c:v>
                </c:pt>
                <c:pt idx="7622">
                  <c:v>4.2553191489361541E-2</c:v>
                </c:pt>
                <c:pt idx="7623">
                  <c:v>4.3406262545162555E-2</c:v>
                </c:pt>
                <c:pt idx="7624">
                  <c:v>4.3556804496186263E-2</c:v>
                </c:pt>
                <c:pt idx="7625">
                  <c:v>4.3205539943797611E-2</c:v>
                </c:pt>
                <c:pt idx="7626">
                  <c:v>4.3406262545162555E-2</c:v>
                </c:pt>
                <c:pt idx="7627">
                  <c:v>4.3305901244480083E-2</c:v>
                </c:pt>
                <c:pt idx="7628">
                  <c:v>4.3556804496186263E-2</c:v>
                </c:pt>
                <c:pt idx="7629">
                  <c:v>4.3657165796868735E-2</c:v>
                </c:pt>
                <c:pt idx="7630">
                  <c:v>4.3506623845845027E-2</c:v>
                </c:pt>
                <c:pt idx="7631">
                  <c:v>4.3757527097551208E-2</c:v>
                </c:pt>
                <c:pt idx="7632">
                  <c:v>4.3255720594138847E-2</c:v>
                </c:pt>
                <c:pt idx="7633">
                  <c:v>4.3707346447209972E-2</c:v>
                </c:pt>
                <c:pt idx="7634">
                  <c:v>4.3707346447209972E-2</c:v>
                </c:pt>
                <c:pt idx="7635">
                  <c:v>4.3908069048574916E-2</c:v>
                </c:pt>
                <c:pt idx="7636">
                  <c:v>4.385788839823368E-2</c:v>
                </c:pt>
                <c:pt idx="7637">
                  <c:v>4.3958249698916152E-2</c:v>
                </c:pt>
                <c:pt idx="7638">
                  <c:v>4.3807707747892444E-2</c:v>
                </c:pt>
                <c:pt idx="7639">
                  <c:v>4.3807707747892444E-2</c:v>
                </c:pt>
                <c:pt idx="7640">
                  <c:v>4.385788839823368E-2</c:v>
                </c:pt>
                <c:pt idx="7641">
                  <c:v>4.3908069048574916E-2</c:v>
                </c:pt>
                <c:pt idx="7642">
                  <c:v>4.3807707747892444E-2</c:v>
                </c:pt>
                <c:pt idx="7643">
                  <c:v>4.4660778803693235E-2</c:v>
                </c:pt>
                <c:pt idx="7644">
                  <c:v>4.4058610999598624E-2</c:v>
                </c:pt>
                <c:pt idx="7645">
                  <c:v>4.4460056202328291E-2</c:v>
                </c:pt>
                <c:pt idx="7646">
                  <c:v>4.3908069048574916E-2</c:v>
                </c:pt>
                <c:pt idx="7647">
                  <c:v>4.4409875551987055E-2</c:v>
                </c:pt>
                <c:pt idx="7648">
                  <c:v>4.4660778803693235E-2</c:v>
                </c:pt>
                <c:pt idx="7649">
                  <c:v>4.4359694901646041E-2</c:v>
                </c:pt>
                <c:pt idx="7650">
                  <c:v>4.4961862705740652E-2</c:v>
                </c:pt>
                <c:pt idx="7651">
                  <c:v>4.4911682055399416E-2</c:v>
                </c:pt>
                <c:pt idx="7652">
                  <c:v>4.511240465676436E-2</c:v>
                </c:pt>
                <c:pt idx="7653">
                  <c:v>4.5262946607788068E-2</c:v>
                </c:pt>
                <c:pt idx="7654">
                  <c:v>4.4710959454034471E-2</c:v>
                </c:pt>
                <c:pt idx="7655">
                  <c:v>4.5062224006423124E-2</c:v>
                </c:pt>
                <c:pt idx="7656">
                  <c:v>4.511240465676436E-2</c:v>
                </c:pt>
                <c:pt idx="7657">
                  <c:v>4.511240465676436E-2</c:v>
                </c:pt>
                <c:pt idx="7658">
                  <c:v>4.5162585307105596E-2</c:v>
                </c:pt>
                <c:pt idx="7659">
                  <c:v>4.4359694901646041E-2</c:v>
                </c:pt>
                <c:pt idx="7660">
                  <c:v>4.4660778803693235E-2</c:v>
                </c:pt>
                <c:pt idx="7661">
                  <c:v>4.4660778803693235E-2</c:v>
                </c:pt>
                <c:pt idx="7662">
                  <c:v>4.5062224006423124E-2</c:v>
                </c:pt>
                <c:pt idx="7663">
                  <c:v>4.4710959454034471E-2</c:v>
                </c:pt>
                <c:pt idx="7664">
                  <c:v>4.486150140505818E-2</c:v>
                </c:pt>
                <c:pt idx="7665">
                  <c:v>4.4911682055399416E-2</c:v>
                </c:pt>
                <c:pt idx="7666">
                  <c:v>4.5413488558811776E-2</c:v>
                </c:pt>
                <c:pt idx="7667">
                  <c:v>4.5463669209153013E-2</c:v>
                </c:pt>
                <c:pt idx="7668">
                  <c:v>4.486150140505818E-2</c:v>
                </c:pt>
                <c:pt idx="7669">
                  <c:v>4.5313127258129304E-2</c:v>
                </c:pt>
                <c:pt idx="7670">
                  <c:v>4.486150140505818E-2</c:v>
                </c:pt>
                <c:pt idx="7671">
                  <c:v>4.4811320754716943E-2</c:v>
                </c:pt>
                <c:pt idx="7672">
                  <c:v>4.4811320754716943E-2</c:v>
                </c:pt>
                <c:pt idx="7673">
                  <c:v>4.4811320754716943E-2</c:v>
                </c:pt>
                <c:pt idx="7674">
                  <c:v>4.4560417503010763E-2</c:v>
                </c:pt>
                <c:pt idx="7675">
                  <c:v>4.4108791649939638E-2</c:v>
                </c:pt>
                <c:pt idx="7676">
                  <c:v>4.4610598153351999E-2</c:v>
                </c:pt>
                <c:pt idx="7677">
                  <c:v>4.4108791649939638E-2</c:v>
                </c:pt>
                <c:pt idx="7678">
                  <c:v>4.4560417503010763E-2</c:v>
                </c:pt>
                <c:pt idx="7679">
                  <c:v>4.4359694901646041E-2</c:v>
                </c:pt>
                <c:pt idx="7680">
                  <c:v>4.3958249698916152E-2</c:v>
                </c:pt>
                <c:pt idx="7681">
                  <c:v>4.4710959454034471E-2</c:v>
                </c:pt>
                <c:pt idx="7682">
                  <c:v>4.486150140505818E-2</c:v>
                </c:pt>
                <c:pt idx="7683">
                  <c:v>4.4610598153351999E-2</c:v>
                </c:pt>
                <c:pt idx="7684">
                  <c:v>4.4560417503010763E-2</c:v>
                </c:pt>
                <c:pt idx="7685">
                  <c:v>4.4460056202328291E-2</c:v>
                </c:pt>
                <c:pt idx="7686">
                  <c:v>4.4710959454034471E-2</c:v>
                </c:pt>
                <c:pt idx="7687">
                  <c:v>4.4961862705740652E-2</c:v>
                </c:pt>
                <c:pt idx="7688">
                  <c:v>4.4961862705740652E-2</c:v>
                </c:pt>
                <c:pt idx="7689">
                  <c:v>4.511240465676436E-2</c:v>
                </c:pt>
                <c:pt idx="7690">
                  <c:v>4.5062224006423124E-2</c:v>
                </c:pt>
                <c:pt idx="7691">
                  <c:v>4.4710959454034471E-2</c:v>
                </c:pt>
                <c:pt idx="7692">
                  <c:v>4.4359694901646041E-2</c:v>
                </c:pt>
                <c:pt idx="7693">
                  <c:v>4.5012043356081888E-2</c:v>
                </c:pt>
                <c:pt idx="7694">
                  <c:v>4.511240465676436E-2</c:v>
                </c:pt>
                <c:pt idx="7695">
                  <c:v>4.511240465676436E-2</c:v>
                </c:pt>
                <c:pt idx="7696">
                  <c:v>4.5162585307105596E-2</c:v>
                </c:pt>
                <c:pt idx="7697">
                  <c:v>4.5212765957446832E-2</c:v>
                </c:pt>
                <c:pt idx="7698">
                  <c:v>4.511240465676436E-2</c:v>
                </c:pt>
                <c:pt idx="7699">
                  <c:v>4.5413488558811776E-2</c:v>
                </c:pt>
                <c:pt idx="7700">
                  <c:v>4.536330790847054E-2</c:v>
                </c:pt>
                <c:pt idx="7701">
                  <c:v>4.5564030509835485E-2</c:v>
                </c:pt>
                <c:pt idx="7702">
                  <c:v>4.4811320754716943E-2</c:v>
                </c:pt>
                <c:pt idx="7703">
                  <c:v>4.5413488558811776E-2</c:v>
                </c:pt>
                <c:pt idx="7704">
                  <c:v>4.5463669209153013E-2</c:v>
                </c:pt>
                <c:pt idx="7705">
                  <c:v>4.5062224006423124E-2</c:v>
                </c:pt>
                <c:pt idx="7706">
                  <c:v>4.5413488558811776E-2</c:v>
                </c:pt>
                <c:pt idx="7707">
                  <c:v>4.5714572460858971E-2</c:v>
                </c:pt>
                <c:pt idx="7708">
                  <c:v>4.5564030509835485E-2</c:v>
                </c:pt>
                <c:pt idx="7709">
                  <c:v>4.511240465676436E-2</c:v>
                </c:pt>
                <c:pt idx="7710">
                  <c:v>4.5413488558811776E-2</c:v>
                </c:pt>
                <c:pt idx="7711">
                  <c:v>4.5564030509835485E-2</c:v>
                </c:pt>
                <c:pt idx="7712">
                  <c:v>4.5313127258129304E-2</c:v>
                </c:pt>
                <c:pt idx="7713">
                  <c:v>4.5062224006423124E-2</c:v>
                </c:pt>
                <c:pt idx="7714">
                  <c:v>4.5162585307105596E-2</c:v>
                </c:pt>
                <c:pt idx="7715">
                  <c:v>4.5564030509835485E-2</c:v>
                </c:pt>
                <c:pt idx="7716">
                  <c:v>4.5513849859494249E-2</c:v>
                </c:pt>
                <c:pt idx="7717">
                  <c:v>4.5212765957446832E-2</c:v>
                </c:pt>
                <c:pt idx="7718">
                  <c:v>4.5413488558811776E-2</c:v>
                </c:pt>
                <c:pt idx="7719">
                  <c:v>4.5463669209153013E-2</c:v>
                </c:pt>
                <c:pt idx="7720">
                  <c:v>4.5664391810517735E-2</c:v>
                </c:pt>
                <c:pt idx="7721">
                  <c:v>4.611601766358886E-2</c:v>
                </c:pt>
                <c:pt idx="7722">
                  <c:v>4.5865114411882679E-2</c:v>
                </c:pt>
                <c:pt idx="7723">
                  <c:v>4.6467282215977512E-2</c:v>
                </c:pt>
                <c:pt idx="7724">
                  <c:v>4.6617824167001221E-2</c:v>
                </c:pt>
                <c:pt idx="7725">
                  <c:v>4.6417101565636276E-2</c:v>
                </c:pt>
                <c:pt idx="7726">
                  <c:v>4.6417101565636276E-2</c:v>
                </c:pt>
                <c:pt idx="7727">
                  <c:v>4.6266559614612568E-2</c:v>
                </c:pt>
                <c:pt idx="7728">
                  <c:v>4.6417101565636276E-2</c:v>
                </c:pt>
                <c:pt idx="7729">
                  <c:v>4.611601766358886E-2</c:v>
                </c:pt>
                <c:pt idx="7730">
                  <c:v>4.6216378964271332E-2</c:v>
                </c:pt>
                <c:pt idx="7731">
                  <c:v>4.5764753111200429E-2</c:v>
                </c:pt>
                <c:pt idx="7732">
                  <c:v>4.6216378964271332E-2</c:v>
                </c:pt>
                <c:pt idx="7733">
                  <c:v>4.6015656362906387E-2</c:v>
                </c:pt>
                <c:pt idx="7734">
                  <c:v>4.6166198313930096E-2</c:v>
                </c:pt>
                <c:pt idx="7735">
                  <c:v>4.5814933761541443E-2</c:v>
                </c:pt>
                <c:pt idx="7736">
                  <c:v>4.5965475712565151E-2</c:v>
                </c:pt>
                <c:pt idx="7737">
                  <c:v>4.5664391810517735E-2</c:v>
                </c:pt>
                <c:pt idx="7738">
                  <c:v>4.611601766358886E-2</c:v>
                </c:pt>
                <c:pt idx="7739">
                  <c:v>4.6216378964271332E-2</c:v>
                </c:pt>
                <c:pt idx="7740">
                  <c:v>4.5915295062224137E-2</c:v>
                </c:pt>
                <c:pt idx="7741">
                  <c:v>4.6065837013247624E-2</c:v>
                </c:pt>
                <c:pt idx="7742">
                  <c:v>4.6166198313930096E-2</c:v>
                </c:pt>
                <c:pt idx="7743">
                  <c:v>4.5513849859494249E-2</c:v>
                </c:pt>
                <c:pt idx="7744">
                  <c:v>4.6266559614612568E-2</c:v>
                </c:pt>
                <c:pt idx="7745">
                  <c:v>4.6166198313930096E-2</c:v>
                </c:pt>
                <c:pt idx="7746">
                  <c:v>4.5965475712565151E-2</c:v>
                </c:pt>
                <c:pt idx="7747">
                  <c:v>4.5564030509835485E-2</c:v>
                </c:pt>
                <c:pt idx="7748">
                  <c:v>4.5664391810517735E-2</c:v>
                </c:pt>
                <c:pt idx="7749">
                  <c:v>4.5614211160176721E-2</c:v>
                </c:pt>
                <c:pt idx="7750">
                  <c:v>4.5865114411882679E-2</c:v>
                </c:pt>
                <c:pt idx="7751">
                  <c:v>4.5965475712565151E-2</c:v>
                </c:pt>
                <c:pt idx="7752">
                  <c:v>4.5915295062224137E-2</c:v>
                </c:pt>
                <c:pt idx="7753">
                  <c:v>4.6015656362906387E-2</c:v>
                </c:pt>
                <c:pt idx="7754">
                  <c:v>4.5965475712565151E-2</c:v>
                </c:pt>
                <c:pt idx="7755">
                  <c:v>4.5965475712565151E-2</c:v>
                </c:pt>
                <c:pt idx="7756">
                  <c:v>4.6015656362906387E-2</c:v>
                </c:pt>
                <c:pt idx="7757">
                  <c:v>4.6065837013247624E-2</c:v>
                </c:pt>
                <c:pt idx="7758">
                  <c:v>4.5062224006423124E-2</c:v>
                </c:pt>
                <c:pt idx="7759">
                  <c:v>4.5664391810517735E-2</c:v>
                </c:pt>
                <c:pt idx="7760">
                  <c:v>4.5764753111200429E-2</c:v>
                </c:pt>
                <c:pt idx="7761">
                  <c:v>4.5714572460858971E-2</c:v>
                </c:pt>
                <c:pt idx="7762">
                  <c:v>4.611601766358886E-2</c:v>
                </c:pt>
                <c:pt idx="7763">
                  <c:v>4.5614211160176721E-2</c:v>
                </c:pt>
                <c:pt idx="7764">
                  <c:v>4.5865114411882679E-2</c:v>
                </c:pt>
                <c:pt idx="7765">
                  <c:v>4.5915295062224137E-2</c:v>
                </c:pt>
                <c:pt idx="7766">
                  <c:v>4.6065837013247624E-2</c:v>
                </c:pt>
                <c:pt idx="7767">
                  <c:v>4.5162585307105596E-2</c:v>
                </c:pt>
                <c:pt idx="7768">
                  <c:v>4.4510236852669527E-2</c:v>
                </c:pt>
                <c:pt idx="7769">
                  <c:v>4.3908069048574916E-2</c:v>
                </c:pt>
                <c:pt idx="7770">
                  <c:v>4.4209152950622332E-2</c:v>
                </c:pt>
                <c:pt idx="7771">
                  <c:v>4.3506623845845027E-2</c:v>
                </c:pt>
                <c:pt idx="7772">
                  <c:v>4.4409875551987055E-2</c:v>
                </c:pt>
                <c:pt idx="7773">
                  <c:v>4.4710959454034471E-2</c:v>
                </c:pt>
                <c:pt idx="7774">
                  <c:v>4.4610598153351999E-2</c:v>
                </c:pt>
                <c:pt idx="7775">
                  <c:v>4.4209152950622332E-2</c:v>
                </c:pt>
                <c:pt idx="7776">
                  <c:v>4.4209152950622332E-2</c:v>
                </c:pt>
                <c:pt idx="7777">
                  <c:v>4.385788839823368E-2</c:v>
                </c:pt>
                <c:pt idx="7778">
                  <c:v>4.3807707747892444E-2</c:v>
                </c:pt>
                <c:pt idx="7779">
                  <c:v>4.4309514251304805E-2</c:v>
                </c:pt>
                <c:pt idx="7780">
                  <c:v>4.4259333600963346E-2</c:v>
                </c:pt>
                <c:pt idx="7781">
                  <c:v>4.4309514251304805E-2</c:v>
                </c:pt>
                <c:pt idx="7782">
                  <c:v>4.4460056202328291E-2</c:v>
                </c:pt>
                <c:pt idx="7783">
                  <c:v>4.4108791649939638E-2</c:v>
                </c:pt>
                <c:pt idx="7784">
                  <c:v>4.4359694901646041E-2</c:v>
                </c:pt>
                <c:pt idx="7785">
                  <c:v>4.3958249698916152E-2</c:v>
                </c:pt>
                <c:pt idx="7786">
                  <c:v>4.4359694901646041E-2</c:v>
                </c:pt>
                <c:pt idx="7787">
                  <c:v>4.4309514251304805E-2</c:v>
                </c:pt>
                <c:pt idx="7788">
                  <c:v>4.3958249698916152E-2</c:v>
                </c:pt>
                <c:pt idx="7789">
                  <c:v>4.4660778803693235E-2</c:v>
                </c:pt>
                <c:pt idx="7790">
                  <c:v>4.4158972300281096E-2</c:v>
                </c:pt>
                <c:pt idx="7791">
                  <c:v>4.3757527097551208E-2</c:v>
                </c:pt>
                <c:pt idx="7792">
                  <c:v>4.4108791649939638E-2</c:v>
                </c:pt>
                <c:pt idx="7793">
                  <c:v>4.3757527097551208E-2</c:v>
                </c:pt>
                <c:pt idx="7794">
                  <c:v>4.4209152950622332E-2</c:v>
                </c:pt>
                <c:pt idx="7795">
                  <c:v>4.4309514251304805E-2</c:v>
                </c:pt>
                <c:pt idx="7796">
                  <c:v>4.385788839823368E-2</c:v>
                </c:pt>
                <c:pt idx="7797">
                  <c:v>4.3707346447209972E-2</c:v>
                </c:pt>
                <c:pt idx="7798">
                  <c:v>4.3506623845845027E-2</c:v>
                </c:pt>
                <c:pt idx="7799">
                  <c:v>4.3657165796868735E-2</c:v>
                </c:pt>
                <c:pt idx="7800">
                  <c:v>4.4209152950622332E-2</c:v>
                </c:pt>
                <c:pt idx="7801">
                  <c:v>4.3807707747892444E-2</c:v>
                </c:pt>
                <c:pt idx="7802">
                  <c:v>4.4008430349257388E-2</c:v>
                </c:pt>
                <c:pt idx="7803">
                  <c:v>4.3958249698916152E-2</c:v>
                </c:pt>
                <c:pt idx="7804">
                  <c:v>4.4058610999598624E-2</c:v>
                </c:pt>
                <c:pt idx="7805">
                  <c:v>4.3406262545162555E-2</c:v>
                </c:pt>
                <c:pt idx="7806">
                  <c:v>4.3456443195503791E-2</c:v>
                </c:pt>
                <c:pt idx="7807">
                  <c:v>4.3757527097551208E-2</c:v>
                </c:pt>
                <c:pt idx="7808">
                  <c:v>4.3305901244480083E-2</c:v>
                </c:pt>
                <c:pt idx="7809">
                  <c:v>4.4108791649939638E-2</c:v>
                </c:pt>
                <c:pt idx="7810">
                  <c:v>4.3958249698916152E-2</c:v>
                </c:pt>
                <c:pt idx="7811">
                  <c:v>4.3807707747892444E-2</c:v>
                </c:pt>
                <c:pt idx="7812">
                  <c:v>4.3707346447209972E-2</c:v>
                </c:pt>
                <c:pt idx="7813">
                  <c:v>4.3707346447209972E-2</c:v>
                </c:pt>
                <c:pt idx="7814">
                  <c:v>4.3707346447209972E-2</c:v>
                </c:pt>
                <c:pt idx="7815">
                  <c:v>4.4008430349257388E-2</c:v>
                </c:pt>
                <c:pt idx="7816">
                  <c:v>4.3958249698916152E-2</c:v>
                </c:pt>
                <c:pt idx="7817">
                  <c:v>4.4058610999598624E-2</c:v>
                </c:pt>
                <c:pt idx="7818">
                  <c:v>4.3757527097551208E-2</c:v>
                </c:pt>
                <c:pt idx="7819">
                  <c:v>4.3606985146527499E-2</c:v>
                </c:pt>
                <c:pt idx="7820">
                  <c:v>4.4460056202328291E-2</c:v>
                </c:pt>
                <c:pt idx="7821">
                  <c:v>4.4761140104375707E-2</c:v>
                </c:pt>
                <c:pt idx="7822">
                  <c:v>4.4761140104375707E-2</c:v>
                </c:pt>
                <c:pt idx="7823">
                  <c:v>4.5212765957446832E-2</c:v>
                </c:pt>
                <c:pt idx="7824">
                  <c:v>4.536330790847054E-2</c:v>
                </c:pt>
                <c:pt idx="7825">
                  <c:v>4.5764753111200429E-2</c:v>
                </c:pt>
                <c:pt idx="7826">
                  <c:v>4.6065837013247624E-2</c:v>
                </c:pt>
                <c:pt idx="7827">
                  <c:v>4.5865114411882679E-2</c:v>
                </c:pt>
                <c:pt idx="7828">
                  <c:v>4.5865114411882679E-2</c:v>
                </c:pt>
                <c:pt idx="7829">
                  <c:v>4.5865114411882679E-2</c:v>
                </c:pt>
                <c:pt idx="7830">
                  <c:v>4.5614211160176721E-2</c:v>
                </c:pt>
                <c:pt idx="7831">
                  <c:v>4.5162585307105596E-2</c:v>
                </c:pt>
                <c:pt idx="7832">
                  <c:v>4.5764753111200429E-2</c:v>
                </c:pt>
                <c:pt idx="7833">
                  <c:v>4.5814933761541443E-2</c:v>
                </c:pt>
                <c:pt idx="7834">
                  <c:v>4.5262946607788068E-2</c:v>
                </c:pt>
                <c:pt idx="7835">
                  <c:v>4.5714572460858971E-2</c:v>
                </c:pt>
                <c:pt idx="7836">
                  <c:v>4.5714572460858971E-2</c:v>
                </c:pt>
                <c:pt idx="7837">
                  <c:v>4.5714572460858971E-2</c:v>
                </c:pt>
                <c:pt idx="7838">
                  <c:v>4.5764753111200429E-2</c:v>
                </c:pt>
                <c:pt idx="7839">
                  <c:v>4.6216378964271332E-2</c:v>
                </c:pt>
                <c:pt idx="7840">
                  <c:v>4.611601766358886E-2</c:v>
                </c:pt>
                <c:pt idx="7841">
                  <c:v>4.636692091529504E-2</c:v>
                </c:pt>
                <c:pt idx="7842">
                  <c:v>4.6216378964271332E-2</c:v>
                </c:pt>
                <c:pt idx="7843">
                  <c:v>4.6216378964271332E-2</c:v>
                </c:pt>
                <c:pt idx="7844">
                  <c:v>4.6417101565636276E-2</c:v>
                </c:pt>
                <c:pt idx="7845">
                  <c:v>4.6617824167001221E-2</c:v>
                </c:pt>
                <c:pt idx="7846">
                  <c:v>4.6417101565636276E-2</c:v>
                </c:pt>
                <c:pt idx="7847">
                  <c:v>4.6517462866318748E-2</c:v>
                </c:pt>
                <c:pt idx="7848">
                  <c:v>4.6718185467683693E-2</c:v>
                </c:pt>
                <c:pt idx="7849">
                  <c:v>4.6567643516659984E-2</c:v>
                </c:pt>
                <c:pt idx="7850">
                  <c:v>4.6015656362906387E-2</c:v>
                </c:pt>
                <c:pt idx="7851">
                  <c:v>4.5915295062224137E-2</c:v>
                </c:pt>
                <c:pt idx="7852">
                  <c:v>4.6718185467683693E-2</c:v>
                </c:pt>
                <c:pt idx="7853">
                  <c:v>4.6768366118024929E-2</c:v>
                </c:pt>
                <c:pt idx="7854">
                  <c:v>4.6617824167001221E-2</c:v>
                </c:pt>
                <c:pt idx="7855">
                  <c:v>4.6166198313930096E-2</c:v>
                </c:pt>
                <c:pt idx="7856">
                  <c:v>4.5814933761541443E-2</c:v>
                </c:pt>
                <c:pt idx="7857">
                  <c:v>4.5915295062224137E-2</c:v>
                </c:pt>
                <c:pt idx="7858">
                  <c:v>4.5915295062224137E-2</c:v>
                </c:pt>
                <c:pt idx="7859">
                  <c:v>4.6065837013247624E-2</c:v>
                </c:pt>
                <c:pt idx="7860">
                  <c:v>4.5413488558811776E-2</c:v>
                </c:pt>
                <c:pt idx="7861">
                  <c:v>4.5965475712565151E-2</c:v>
                </c:pt>
                <c:pt idx="7862">
                  <c:v>4.5413488558811776E-2</c:v>
                </c:pt>
                <c:pt idx="7863">
                  <c:v>4.5915295062224137E-2</c:v>
                </c:pt>
                <c:pt idx="7864">
                  <c:v>4.5664391810517735E-2</c:v>
                </c:pt>
                <c:pt idx="7865">
                  <c:v>4.5865114411882679E-2</c:v>
                </c:pt>
                <c:pt idx="7866">
                  <c:v>4.5564030509835485E-2</c:v>
                </c:pt>
                <c:pt idx="7867">
                  <c:v>4.5915295062224137E-2</c:v>
                </c:pt>
                <c:pt idx="7868">
                  <c:v>4.611601766358886E-2</c:v>
                </c:pt>
                <c:pt idx="7869">
                  <c:v>4.6015656362906387E-2</c:v>
                </c:pt>
                <c:pt idx="7870">
                  <c:v>4.5413488558811776E-2</c:v>
                </c:pt>
                <c:pt idx="7871">
                  <c:v>4.5664391810517735E-2</c:v>
                </c:pt>
                <c:pt idx="7872">
                  <c:v>4.5463669209153013E-2</c:v>
                </c:pt>
                <c:pt idx="7873">
                  <c:v>4.5814933761541443E-2</c:v>
                </c:pt>
                <c:pt idx="7874">
                  <c:v>4.4911682055399416E-2</c:v>
                </c:pt>
                <c:pt idx="7875">
                  <c:v>4.5564030509835485E-2</c:v>
                </c:pt>
                <c:pt idx="7876">
                  <c:v>4.5614211160176721E-2</c:v>
                </c:pt>
                <c:pt idx="7877">
                  <c:v>4.5664391810517735E-2</c:v>
                </c:pt>
                <c:pt idx="7878">
                  <c:v>4.5262946607788068E-2</c:v>
                </c:pt>
                <c:pt idx="7879">
                  <c:v>4.5865114411882679E-2</c:v>
                </c:pt>
                <c:pt idx="7880">
                  <c:v>4.4811320754716943E-2</c:v>
                </c:pt>
                <c:pt idx="7881">
                  <c:v>4.5614211160176721E-2</c:v>
                </c:pt>
                <c:pt idx="7882">
                  <c:v>4.5313127258129304E-2</c:v>
                </c:pt>
                <c:pt idx="7883">
                  <c:v>4.5413488558811776E-2</c:v>
                </c:pt>
                <c:pt idx="7884">
                  <c:v>4.536330790847054E-2</c:v>
                </c:pt>
                <c:pt idx="7885">
                  <c:v>4.5313127258129304E-2</c:v>
                </c:pt>
                <c:pt idx="7886">
                  <c:v>4.5564030509835485E-2</c:v>
                </c:pt>
                <c:pt idx="7887">
                  <c:v>4.5865114411882679E-2</c:v>
                </c:pt>
                <c:pt idx="7888">
                  <c:v>4.5614211160176721E-2</c:v>
                </c:pt>
                <c:pt idx="7889">
                  <c:v>4.5313127258129304E-2</c:v>
                </c:pt>
                <c:pt idx="7890">
                  <c:v>4.511240465676436E-2</c:v>
                </c:pt>
                <c:pt idx="7891">
                  <c:v>4.5664391810517735E-2</c:v>
                </c:pt>
                <c:pt idx="7892">
                  <c:v>4.5714572460858971E-2</c:v>
                </c:pt>
                <c:pt idx="7893">
                  <c:v>4.5865114411882679E-2</c:v>
                </c:pt>
                <c:pt idx="7894">
                  <c:v>4.5865114411882679E-2</c:v>
                </c:pt>
                <c:pt idx="7895">
                  <c:v>4.5664391810517735E-2</c:v>
                </c:pt>
                <c:pt idx="7896">
                  <c:v>4.5764753111200429E-2</c:v>
                </c:pt>
                <c:pt idx="7897">
                  <c:v>4.5714572460858971E-2</c:v>
                </c:pt>
                <c:pt idx="7898">
                  <c:v>4.5714572460858971E-2</c:v>
                </c:pt>
                <c:pt idx="7899">
                  <c:v>4.5814933761541443E-2</c:v>
                </c:pt>
                <c:pt idx="7900">
                  <c:v>4.6467282215977512E-2</c:v>
                </c:pt>
                <c:pt idx="7901">
                  <c:v>4.6417101565636276E-2</c:v>
                </c:pt>
                <c:pt idx="7902">
                  <c:v>4.5915295062224137E-2</c:v>
                </c:pt>
                <c:pt idx="7903">
                  <c:v>4.6517462866318748E-2</c:v>
                </c:pt>
                <c:pt idx="7904">
                  <c:v>4.5915295062224137E-2</c:v>
                </c:pt>
                <c:pt idx="7905">
                  <c:v>4.611601766358886E-2</c:v>
                </c:pt>
                <c:pt idx="7906">
                  <c:v>4.6216378964271332E-2</c:v>
                </c:pt>
                <c:pt idx="7907">
                  <c:v>4.6266559614612568E-2</c:v>
                </c:pt>
                <c:pt idx="7908">
                  <c:v>4.6065837013247624E-2</c:v>
                </c:pt>
                <c:pt idx="7909">
                  <c:v>4.6216378964271332E-2</c:v>
                </c:pt>
                <c:pt idx="7910">
                  <c:v>4.6065837013247624E-2</c:v>
                </c:pt>
                <c:pt idx="7911">
                  <c:v>4.6065837013247624E-2</c:v>
                </c:pt>
                <c:pt idx="7912">
                  <c:v>4.6216378964271332E-2</c:v>
                </c:pt>
                <c:pt idx="7913">
                  <c:v>4.5965475712565151E-2</c:v>
                </c:pt>
                <c:pt idx="7914">
                  <c:v>4.6517462866318748E-2</c:v>
                </c:pt>
                <c:pt idx="7915">
                  <c:v>4.6015656362906387E-2</c:v>
                </c:pt>
                <c:pt idx="7916">
                  <c:v>4.6467282215977512E-2</c:v>
                </c:pt>
                <c:pt idx="7917">
                  <c:v>4.6266559614612568E-2</c:v>
                </c:pt>
                <c:pt idx="7918">
                  <c:v>4.6216378964271332E-2</c:v>
                </c:pt>
                <c:pt idx="7919">
                  <c:v>4.6818546768366165E-2</c:v>
                </c:pt>
                <c:pt idx="7920">
                  <c:v>4.6617824167001221E-2</c:v>
                </c:pt>
                <c:pt idx="7921">
                  <c:v>4.636692091529504E-2</c:v>
                </c:pt>
                <c:pt idx="7922">
                  <c:v>4.6065837013247624E-2</c:v>
                </c:pt>
                <c:pt idx="7923">
                  <c:v>4.6266559614612568E-2</c:v>
                </c:pt>
                <c:pt idx="7924">
                  <c:v>4.6266559614612568E-2</c:v>
                </c:pt>
                <c:pt idx="7925">
                  <c:v>4.5865114411882679E-2</c:v>
                </c:pt>
                <c:pt idx="7926">
                  <c:v>4.5614211160176721E-2</c:v>
                </c:pt>
                <c:pt idx="7927">
                  <c:v>4.636692091529504E-2</c:v>
                </c:pt>
                <c:pt idx="7928">
                  <c:v>4.6567643516659984E-2</c:v>
                </c:pt>
                <c:pt idx="7929">
                  <c:v>4.6567643516659984E-2</c:v>
                </c:pt>
                <c:pt idx="7930">
                  <c:v>4.636692091529504E-2</c:v>
                </c:pt>
                <c:pt idx="7931">
                  <c:v>4.5965475712565151E-2</c:v>
                </c:pt>
                <c:pt idx="7932">
                  <c:v>4.6617824167001221E-2</c:v>
                </c:pt>
                <c:pt idx="7933">
                  <c:v>4.636692091529504E-2</c:v>
                </c:pt>
                <c:pt idx="7934">
                  <c:v>4.6316740264953804E-2</c:v>
                </c:pt>
                <c:pt idx="7935">
                  <c:v>4.6668004817342457E-2</c:v>
                </c:pt>
                <c:pt idx="7936">
                  <c:v>4.6567643516659984E-2</c:v>
                </c:pt>
                <c:pt idx="7937">
                  <c:v>4.6567643516659984E-2</c:v>
                </c:pt>
                <c:pt idx="7938">
                  <c:v>4.6617824167001221E-2</c:v>
                </c:pt>
                <c:pt idx="7939">
                  <c:v>4.6467282215977512E-2</c:v>
                </c:pt>
                <c:pt idx="7940">
                  <c:v>4.6316740264953804E-2</c:v>
                </c:pt>
                <c:pt idx="7941">
                  <c:v>4.6868727418707401E-2</c:v>
                </c:pt>
                <c:pt idx="7942">
                  <c:v>4.6668004817342457E-2</c:v>
                </c:pt>
                <c:pt idx="7943">
                  <c:v>4.6316740264953804E-2</c:v>
                </c:pt>
                <c:pt idx="7944">
                  <c:v>4.6818546768366165E-2</c:v>
                </c:pt>
                <c:pt idx="7945">
                  <c:v>4.6668004817342457E-2</c:v>
                </c:pt>
                <c:pt idx="7946">
                  <c:v>4.7119630670413359E-2</c:v>
                </c:pt>
                <c:pt idx="7947">
                  <c:v>4.7119630670413359E-2</c:v>
                </c:pt>
                <c:pt idx="7948">
                  <c:v>4.6668004817342457E-2</c:v>
                </c:pt>
                <c:pt idx="7949">
                  <c:v>4.6617824167001221E-2</c:v>
                </c:pt>
                <c:pt idx="7950">
                  <c:v>4.6718185467683693E-2</c:v>
                </c:pt>
                <c:pt idx="7951">
                  <c:v>4.6567643516659984E-2</c:v>
                </c:pt>
                <c:pt idx="7952">
                  <c:v>4.7169811320754818E-2</c:v>
                </c:pt>
                <c:pt idx="7953">
                  <c:v>4.6868727418707401E-2</c:v>
                </c:pt>
                <c:pt idx="7954">
                  <c:v>4.737053392211954E-2</c:v>
                </c:pt>
                <c:pt idx="7955">
                  <c:v>4.7019269369731109E-2</c:v>
                </c:pt>
                <c:pt idx="7956">
                  <c:v>4.7270172621437068E-2</c:v>
                </c:pt>
                <c:pt idx="7957">
                  <c:v>4.7219991971095832E-2</c:v>
                </c:pt>
                <c:pt idx="7958">
                  <c:v>4.7320353271778526E-2</c:v>
                </c:pt>
                <c:pt idx="7959">
                  <c:v>4.6868727418707401E-2</c:v>
                </c:pt>
                <c:pt idx="7960">
                  <c:v>4.7320353271778526E-2</c:v>
                </c:pt>
                <c:pt idx="7961">
                  <c:v>4.7521075873143248E-2</c:v>
                </c:pt>
                <c:pt idx="7962">
                  <c:v>4.7721798474508192E-2</c:v>
                </c:pt>
                <c:pt idx="7963">
                  <c:v>4.7521075873143248E-2</c:v>
                </c:pt>
                <c:pt idx="7964">
                  <c:v>4.7420714572460776E-2</c:v>
                </c:pt>
                <c:pt idx="7965">
                  <c:v>4.737053392211954E-2</c:v>
                </c:pt>
                <c:pt idx="7966">
                  <c:v>4.7822159775190665E-2</c:v>
                </c:pt>
                <c:pt idx="7967">
                  <c:v>4.7671617824166956E-2</c:v>
                </c:pt>
                <c:pt idx="7968">
                  <c:v>4.7872340425531901E-2</c:v>
                </c:pt>
                <c:pt idx="7969">
                  <c:v>4.8022882376555609E-2</c:v>
                </c:pt>
                <c:pt idx="7970">
                  <c:v>4.7771979124849429E-2</c:v>
                </c:pt>
                <c:pt idx="7971">
                  <c:v>4.7470895222802234E-2</c:v>
                </c:pt>
                <c:pt idx="7972">
                  <c:v>4.7972701726214373E-2</c:v>
                </c:pt>
                <c:pt idx="7973">
                  <c:v>4.7771979124849429E-2</c:v>
                </c:pt>
                <c:pt idx="7974">
                  <c:v>4.7320353271778526E-2</c:v>
                </c:pt>
                <c:pt idx="7975">
                  <c:v>4.737053392211954E-2</c:v>
                </c:pt>
                <c:pt idx="7976">
                  <c:v>4.7721798474508192E-2</c:v>
                </c:pt>
                <c:pt idx="7977">
                  <c:v>4.7270172621437068E-2</c:v>
                </c:pt>
                <c:pt idx="7978">
                  <c:v>4.7470895222802234E-2</c:v>
                </c:pt>
                <c:pt idx="7979">
                  <c:v>4.7822159775190665E-2</c:v>
                </c:pt>
                <c:pt idx="7980">
                  <c:v>4.7521075873143248E-2</c:v>
                </c:pt>
                <c:pt idx="7981">
                  <c:v>4.7521075873143248E-2</c:v>
                </c:pt>
                <c:pt idx="7982">
                  <c:v>4.7420714572460776E-2</c:v>
                </c:pt>
                <c:pt idx="7983">
                  <c:v>4.7671617824166956E-2</c:v>
                </c:pt>
                <c:pt idx="7984">
                  <c:v>4.7470895222802234E-2</c:v>
                </c:pt>
                <c:pt idx="7985">
                  <c:v>4.7721798474508192E-2</c:v>
                </c:pt>
                <c:pt idx="7986">
                  <c:v>4.7521075873143248E-2</c:v>
                </c:pt>
                <c:pt idx="7987">
                  <c:v>4.7822159775190665E-2</c:v>
                </c:pt>
                <c:pt idx="7988">
                  <c:v>4.8323966278603026E-2</c:v>
                </c:pt>
                <c:pt idx="7989">
                  <c:v>4.7771979124849429E-2</c:v>
                </c:pt>
                <c:pt idx="7990">
                  <c:v>4.7671617824166956E-2</c:v>
                </c:pt>
                <c:pt idx="7991">
                  <c:v>4.8173424327579317E-2</c:v>
                </c:pt>
                <c:pt idx="7992">
                  <c:v>4.8223604977920331E-2</c:v>
                </c:pt>
                <c:pt idx="7993">
                  <c:v>4.8223604977920331E-2</c:v>
                </c:pt>
                <c:pt idx="7994">
                  <c:v>4.8022882376555609E-2</c:v>
                </c:pt>
                <c:pt idx="7995">
                  <c:v>4.8323966278603026E-2</c:v>
                </c:pt>
                <c:pt idx="7996">
                  <c:v>4.8474508229626734E-2</c:v>
                </c:pt>
                <c:pt idx="7997">
                  <c:v>4.8474508229626734E-2</c:v>
                </c:pt>
                <c:pt idx="7998">
                  <c:v>4.8574869530309206E-2</c:v>
                </c:pt>
                <c:pt idx="7999">
                  <c:v>4.8524688879967748E-2</c:v>
                </c:pt>
                <c:pt idx="8000">
                  <c:v>4.8574869530309206E-2</c:v>
                </c:pt>
                <c:pt idx="8001">
                  <c:v>4.8323966278603026E-2</c:v>
                </c:pt>
                <c:pt idx="8002">
                  <c:v>4.8123243677238081E-2</c:v>
                </c:pt>
                <c:pt idx="8003">
                  <c:v>4.8474508229626734E-2</c:v>
                </c:pt>
                <c:pt idx="8004">
                  <c:v>4.8073063026896845E-2</c:v>
                </c:pt>
                <c:pt idx="8005">
                  <c:v>4.862505018065022E-2</c:v>
                </c:pt>
                <c:pt idx="8006">
                  <c:v>4.8273785628261789E-2</c:v>
                </c:pt>
                <c:pt idx="8007">
                  <c:v>4.862505018065022E-2</c:v>
                </c:pt>
                <c:pt idx="8008">
                  <c:v>4.8976314733038873E-2</c:v>
                </c:pt>
                <c:pt idx="8009">
                  <c:v>4.9177037334403817E-2</c:v>
                </c:pt>
                <c:pt idx="8010">
                  <c:v>4.8725411481332914E-2</c:v>
                </c:pt>
                <c:pt idx="8011">
                  <c:v>4.8574869530309206E-2</c:v>
                </c:pt>
                <c:pt idx="8012">
                  <c:v>4.8173424327579317E-2</c:v>
                </c:pt>
                <c:pt idx="8013">
                  <c:v>4.8073063026896845E-2</c:v>
                </c:pt>
                <c:pt idx="8014">
                  <c:v>4.7822159775190665E-2</c:v>
                </c:pt>
                <c:pt idx="8015">
                  <c:v>4.7972701726214373E-2</c:v>
                </c:pt>
                <c:pt idx="8016">
                  <c:v>4.8173424327579317E-2</c:v>
                </c:pt>
                <c:pt idx="8017">
                  <c:v>4.8323966278603026E-2</c:v>
                </c:pt>
                <c:pt idx="8018">
                  <c:v>4.8323966278603026E-2</c:v>
                </c:pt>
                <c:pt idx="8019">
                  <c:v>4.8323966278603026E-2</c:v>
                </c:pt>
                <c:pt idx="8020">
                  <c:v>4.8424327579285498E-2</c:v>
                </c:pt>
                <c:pt idx="8021">
                  <c:v>4.8474508229626734E-2</c:v>
                </c:pt>
                <c:pt idx="8022">
                  <c:v>4.8424327579285498E-2</c:v>
                </c:pt>
                <c:pt idx="8023">
                  <c:v>4.8775592131673928E-2</c:v>
                </c:pt>
                <c:pt idx="8024">
                  <c:v>4.8574869530309206E-2</c:v>
                </c:pt>
                <c:pt idx="8025">
                  <c:v>4.8725411481332914E-2</c:v>
                </c:pt>
                <c:pt idx="8026">
                  <c:v>4.862505018065022E-2</c:v>
                </c:pt>
                <c:pt idx="8027">
                  <c:v>4.8022882376555609E-2</c:v>
                </c:pt>
                <c:pt idx="8028">
                  <c:v>4.8073063026896845E-2</c:v>
                </c:pt>
                <c:pt idx="8029">
                  <c:v>4.8524688879967748E-2</c:v>
                </c:pt>
                <c:pt idx="8030">
                  <c:v>4.8424327579285498E-2</c:v>
                </c:pt>
                <c:pt idx="8031">
                  <c:v>4.7972701726214373E-2</c:v>
                </c:pt>
                <c:pt idx="8032">
                  <c:v>4.7872340425531901E-2</c:v>
                </c:pt>
                <c:pt idx="8033">
                  <c:v>4.8173424327579317E-2</c:v>
                </c:pt>
                <c:pt idx="8034">
                  <c:v>4.862505018065022E-2</c:v>
                </c:pt>
                <c:pt idx="8035">
                  <c:v>4.8725411481332914E-2</c:v>
                </c:pt>
                <c:pt idx="8036">
                  <c:v>4.8775592131673928E-2</c:v>
                </c:pt>
                <c:pt idx="8037">
                  <c:v>4.837414692894404E-2</c:v>
                </c:pt>
                <c:pt idx="8038">
                  <c:v>4.8323966278603026E-2</c:v>
                </c:pt>
                <c:pt idx="8039">
                  <c:v>4.8875953432356622E-2</c:v>
                </c:pt>
                <c:pt idx="8040">
                  <c:v>4.8825772782015164E-2</c:v>
                </c:pt>
                <c:pt idx="8041">
                  <c:v>4.9177037334403817E-2</c:v>
                </c:pt>
                <c:pt idx="8042">
                  <c:v>4.8725411481332914E-2</c:v>
                </c:pt>
                <c:pt idx="8043">
                  <c:v>4.9026495383380109E-2</c:v>
                </c:pt>
                <c:pt idx="8044">
                  <c:v>4.9427940586109997E-2</c:v>
                </c:pt>
                <c:pt idx="8045">
                  <c:v>4.8976314733038873E-2</c:v>
                </c:pt>
                <c:pt idx="8046">
                  <c:v>4.9377759935768761E-2</c:v>
                </c:pt>
                <c:pt idx="8047">
                  <c:v>4.9377759935768761E-2</c:v>
                </c:pt>
                <c:pt idx="8048">
                  <c:v>4.9126856684062581E-2</c:v>
                </c:pt>
                <c:pt idx="8049">
                  <c:v>4.8825772782015164E-2</c:v>
                </c:pt>
                <c:pt idx="8050">
                  <c:v>4.9377759935768761E-2</c:v>
                </c:pt>
                <c:pt idx="8051">
                  <c:v>4.8976314733038873E-2</c:v>
                </c:pt>
                <c:pt idx="8052">
                  <c:v>4.9427940586109997E-2</c:v>
                </c:pt>
                <c:pt idx="8053">
                  <c:v>4.9227217984745053E-2</c:v>
                </c:pt>
                <c:pt idx="8054">
                  <c:v>4.9126856684062581E-2</c:v>
                </c:pt>
                <c:pt idx="8055">
                  <c:v>4.9227217984745053E-2</c:v>
                </c:pt>
                <c:pt idx="8056">
                  <c:v>4.9377759935768761E-2</c:v>
                </c:pt>
                <c:pt idx="8057">
                  <c:v>4.8976314733038873E-2</c:v>
                </c:pt>
                <c:pt idx="8058">
                  <c:v>4.9277398635086289E-2</c:v>
                </c:pt>
                <c:pt idx="8059">
                  <c:v>4.9277398635086289E-2</c:v>
                </c:pt>
                <c:pt idx="8060">
                  <c:v>4.9879566439181122E-2</c:v>
                </c:pt>
                <c:pt idx="8061">
                  <c:v>4.9829385788839886E-2</c:v>
                </c:pt>
                <c:pt idx="8062">
                  <c:v>4.9678843837816178E-2</c:v>
                </c:pt>
                <c:pt idx="8063">
                  <c:v>4.9628663187474942E-2</c:v>
                </c:pt>
                <c:pt idx="8064">
                  <c:v>4.9979927739863594E-2</c:v>
                </c:pt>
                <c:pt idx="8065">
                  <c:v>5.0431553592934719E-2</c:v>
                </c:pt>
                <c:pt idx="8066">
                  <c:v>4.9979927739863594E-2</c:v>
                </c:pt>
                <c:pt idx="8067">
                  <c:v>5.0331192292252025E-2</c:v>
                </c:pt>
                <c:pt idx="8068">
                  <c:v>5.0080289040545845E-2</c:v>
                </c:pt>
                <c:pt idx="8069">
                  <c:v>5.0080289040545845E-2</c:v>
                </c:pt>
                <c:pt idx="8070">
                  <c:v>5.0481734243275733E-2</c:v>
                </c:pt>
                <c:pt idx="8071">
                  <c:v>5.0230830991569553E-2</c:v>
                </c:pt>
                <c:pt idx="8072">
                  <c:v>5.0230830991569553E-2</c:v>
                </c:pt>
                <c:pt idx="8073">
                  <c:v>5.0481734243275733E-2</c:v>
                </c:pt>
                <c:pt idx="8074">
                  <c:v>5.0080289040545845E-2</c:v>
                </c:pt>
                <c:pt idx="8075">
                  <c:v>5.0080289040545845E-2</c:v>
                </c:pt>
                <c:pt idx="8076">
                  <c:v>5.0431553592934719E-2</c:v>
                </c:pt>
                <c:pt idx="8077">
                  <c:v>5.0582095543958205E-2</c:v>
                </c:pt>
                <c:pt idx="8078">
                  <c:v>5.0180650341228317E-2</c:v>
                </c:pt>
                <c:pt idx="8079">
                  <c:v>5.003010839020483E-2</c:v>
                </c:pt>
                <c:pt idx="8080">
                  <c:v>5.003010839020483E-2</c:v>
                </c:pt>
                <c:pt idx="8081">
                  <c:v>5.0331192292252025E-2</c:v>
                </c:pt>
                <c:pt idx="8082">
                  <c:v>5.0431553592934719E-2</c:v>
                </c:pt>
                <c:pt idx="8083">
                  <c:v>5.0080289040545845E-2</c:v>
                </c:pt>
                <c:pt idx="8084">
                  <c:v>5.0381372942593261E-2</c:v>
                </c:pt>
                <c:pt idx="8085">
                  <c:v>4.9979927739863594E-2</c:v>
                </c:pt>
                <c:pt idx="8086">
                  <c:v>5.003010839020483E-2</c:v>
                </c:pt>
                <c:pt idx="8087">
                  <c:v>5.0431553592934719E-2</c:v>
                </c:pt>
                <c:pt idx="8088">
                  <c:v>5.0230830991569553E-2</c:v>
                </c:pt>
                <c:pt idx="8089">
                  <c:v>5.0130469690887303E-2</c:v>
                </c:pt>
                <c:pt idx="8090">
                  <c:v>5.0130469690887303E-2</c:v>
                </c:pt>
                <c:pt idx="8091">
                  <c:v>5.0531914893616969E-2</c:v>
                </c:pt>
                <c:pt idx="8092">
                  <c:v>5.0832998795664386E-2</c:v>
                </c:pt>
                <c:pt idx="8093">
                  <c:v>5.0531914893616969E-2</c:v>
                </c:pt>
                <c:pt idx="8094">
                  <c:v>5.0281011641911011E-2</c:v>
                </c:pt>
                <c:pt idx="8095">
                  <c:v>5.0381372942593261E-2</c:v>
                </c:pt>
                <c:pt idx="8096">
                  <c:v>5.0180650341228317E-2</c:v>
                </c:pt>
                <c:pt idx="8097">
                  <c:v>5.0331192292252025E-2</c:v>
                </c:pt>
                <c:pt idx="8098">
                  <c:v>5.0281011641911011E-2</c:v>
                </c:pt>
                <c:pt idx="8099">
                  <c:v>5.0732637494981914E-2</c:v>
                </c:pt>
                <c:pt idx="8100">
                  <c:v>5.0682456844640678E-2</c:v>
                </c:pt>
                <c:pt idx="8101">
                  <c:v>5.0531914893616969E-2</c:v>
                </c:pt>
                <c:pt idx="8102">
                  <c:v>5.0531914893616969E-2</c:v>
                </c:pt>
                <c:pt idx="8103">
                  <c:v>5.0832998795664386E-2</c:v>
                </c:pt>
                <c:pt idx="8104">
                  <c:v>5.1284624648735511E-2</c:v>
                </c:pt>
                <c:pt idx="8105">
                  <c:v>5.1485347250100233E-2</c:v>
                </c:pt>
                <c:pt idx="8106">
                  <c:v>5.1886792452830122E-2</c:v>
                </c:pt>
                <c:pt idx="8107">
                  <c:v>5.1435166599759219E-2</c:v>
                </c:pt>
                <c:pt idx="8108">
                  <c:v>5.1485347250100233E-2</c:v>
                </c:pt>
                <c:pt idx="8109">
                  <c:v>5.1535527900441691E-2</c:v>
                </c:pt>
                <c:pt idx="8110">
                  <c:v>5.1384985949417983E-2</c:v>
                </c:pt>
                <c:pt idx="8111">
                  <c:v>5.1886792452830122E-2</c:v>
                </c:pt>
                <c:pt idx="8112">
                  <c:v>5.1736250501806413E-2</c:v>
                </c:pt>
                <c:pt idx="8113">
                  <c:v>5.1435166599759219E-2</c:v>
                </c:pt>
                <c:pt idx="8114">
                  <c:v>5.1736250501806413E-2</c:v>
                </c:pt>
                <c:pt idx="8115">
                  <c:v>5.1585708550782927E-2</c:v>
                </c:pt>
                <c:pt idx="8116">
                  <c:v>5.1786431152147649E-2</c:v>
                </c:pt>
                <c:pt idx="8117">
                  <c:v>5.203733440385383E-2</c:v>
                </c:pt>
                <c:pt idx="8118">
                  <c:v>5.1886792452830122E-2</c:v>
                </c:pt>
                <c:pt idx="8119">
                  <c:v>5.1635889201123941E-2</c:v>
                </c:pt>
                <c:pt idx="8120">
                  <c:v>5.1435166599759219E-2</c:v>
                </c:pt>
                <c:pt idx="8121">
                  <c:v>5.1886792452830122E-2</c:v>
                </c:pt>
                <c:pt idx="8122">
                  <c:v>5.1987153753512594E-2</c:v>
                </c:pt>
                <c:pt idx="8123">
                  <c:v>5.1836611802489108E-2</c:v>
                </c:pt>
                <c:pt idx="8124">
                  <c:v>5.203733440385383E-2</c:v>
                </c:pt>
                <c:pt idx="8125">
                  <c:v>5.1585708550782927E-2</c:v>
                </c:pt>
                <c:pt idx="8126">
                  <c:v>5.1987153753512594E-2</c:v>
                </c:pt>
                <c:pt idx="8127">
                  <c:v>5.1936973103171358E-2</c:v>
                </c:pt>
                <c:pt idx="8128">
                  <c:v>5.203733440385383E-2</c:v>
                </c:pt>
                <c:pt idx="8129">
                  <c:v>5.1686069851465399E-2</c:v>
                </c:pt>
                <c:pt idx="8130">
                  <c:v>5.1936973103171358E-2</c:v>
                </c:pt>
                <c:pt idx="8131">
                  <c:v>5.1635889201123941E-2</c:v>
                </c:pt>
                <c:pt idx="8132">
                  <c:v>5.1836611802489108E-2</c:v>
                </c:pt>
                <c:pt idx="8133">
                  <c:v>5.1786431152147649E-2</c:v>
                </c:pt>
                <c:pt idx="8134">
                  <c:v>5.1485347250100233E-2</c:v>
                </c:pt>
                <c:pt idx="8135">
                  <c:v>5.1886792452830122E-2</c:v>
                </c:pt>
                <c:pt idx="8136">
                  <c:v>5.1284624648735511E-2</c:v>
                </c:pt>
                <c:pt idx="8137">
                  <c:v>5.1786431152147649E-2</c:v>
                </c:pt>
                <c:pt idx="8138">
                  <c:v>5.1184263348053038E-2</c:v>
                </c:pt>
                <c:pt idx="8139">
                  <c:v>5.1134082697711802E-2</c:v>
                </c:pt>
                <c:pt idx="8140">
                  <c:v>5.1334805299076525E-2</c:v>
                </c:pt>
                <c:pt idx="8141">
                  <c:v>5.1334805299076525E-2</c:v>
                </c:pt>
                <c:pt idx="8142">
                  <c:v>5.1485347250100233E-2</c:v>
                </c:pt>
                <c:pt idx="8143">
                  <c:v>5.1435166599759219E-2</c:v>
                </c:pt>
                <c:pt idx="8144">
                  <c:v>5.1786431152147649E-2</c:v>
                </c:pt>
                <c:pt idx="8145">
                  <c:v>5.1435166599759219E-2</c:v>
                </c:pt>
                <c:pt idx="8146">
                  <c:v>5.1435166599759219E-2</c:v>
                </c:pt>
                <c:pt idx="8147">
                  <c:v>5.103372139702933E-2</c:v>
                </c:pt>
                <c:pt idx="8148">
                  <c:v>5.1585708550782927E-2</c:v>
                </c:pt>
                <c:pt idx="8149">
                  <c:v>5.1184263348053038E-2</c:v>
                </c:pt>
                <c:pt idx="8150">
                  <c:v>5.1384985949417983E-2</c:v>
                </c:pt>
                <c:pt idx="8151">
                  <c:v>5.1334805299076525E-2</c:v>
                </c:pt>
                <c:pt idx="8152">
                  <c:v>5.1234443998394275E-2</c:v>
                </c:pt>
                <c:pt idx="8153">
                  <c:v>5.1184263348053038E-2</c:v>
                </c:pt>
                <c:pt idx="8154">
                  <c:v>5.1184263348053038E-2</c:v>
                </c:pt>
                <c:pt idx="8155">
                  <c:v>5.078281814532315E-2</c:v>
                </c:pt>
                <c:pt idx="8156">
                  <c:v>5.0180650341228317E-2</c:v>
                </c:pt>
                <c:pt idx="8157">
                  <c:v>4.9979927739863594E-2</c:v>
                </c:pt>
                <c:pt idx="8158">
                  <c:v>4.9779205138498428E-2</c:v>
                </c:pt>
                <c:pt idx="8159">
                  <c:v>4.9829385788839886E-2</c:v>
                </c:pt>
                <c:pt idx="8160">
                  <c:v>4.9829385788839886E-2</c:v>
                </c:pt>
                <c:pt idx="8161">
                  <c:v>4.9578482537133706E-2</c:v>
                </c:pt>
                <c:pt idx="8162">
                  <c:v>5.0230830991569553E-2</c:v>
                </c:pt>
                <c:pt idx="8163">
                  <c:v>5.0230830991569553E-2</c:v>
                </c:pt>
                <c:pt idx="8164">
                  <c:v>5.0331192292252025E-2</c:v>
                </c:pt>
                <c:pt idx="8165">
                  <c:v>4.9879566439181122E-2</c:v>
                </c:pt>
                <c:pt idx="8166">
                  <c:v>4.9929747089522136E-2</c:v>
                </c:pt>
                <c:pt idx="8167">
                  <c:v>4.9427940586109997E-2</c:v>
                </c:pt>
                <c:pt idx="8168">
                  <c:v>4.952830188679247E-2</c:v>
                </c:pt>
                <c:pt idx="8169">
                  <c:v>4.9879566439181122E-2</c:v>
                </c:pt>
                <c:pt idx="8170">
                  <c:v>5.0080289040545845E-2</c:v>
                </c:pt>
                <c:pt idx="8171">
                  <c:v>4.9177037334403817E-2</c:v>
                </c:pt>
                <c:pt idx="8172">
                  <c:v>4.9829385788839886E-2</c:v>
                </c:pt>
                <c:pt idx="8173">
                  <c:v>4.9929747089522136E-2</c:v>
                </c:pt>
                <c:pt idx="8174">
                  <c:v>4.952830188679247E-2</c:v>
                </c:pt>
                <c:pt idx="8175">
                  <c:v>4.9779205138498428E-2</c:v>
                </c:pt>
                <c:pt idx="8176">
                  <c:v>4.9879566439181122E-2</c:v>
                </c:pt>
                <c:pt idx="8177">
                  <c:v>4.9578482537133706E-2</c:v>
                </c:pt>
                <c:pt idx="8178">
                  <c:v>4.9879566439181122E-2</c:v>
                </c:pt>
                <c:pt idx="8179">
                  <c:v>4.9628663187474942E-2</c:v>
                </c:pt>
                <c:pt idx="8180">
                  <c:v>4.9879566439181122E-2</c:v>
                </c:pt>
                <c:pt idx="8181">
                  <c:v>4.9779205138498428E-2</c:v>
                </c:pt>
                <c:pt idx="8182">
                  <c:v>4.9678843837816178E-2</c:v>
                </c:pt>
                <c:pt idx="8183">
                  <c:v>4.9327579285427525E-2</c:v>
                </c:pt>
                <c:pt idx="8184">
                  <c:v>4.9779205138498428E-2</c:v>
                </c:pt>
                <c:pt idx="8185">
                  <c:v>4.9327579285427525E-2</c:v>
                </c:pt>
                <c:pt idx="8186">
                  <c:v>4.9729024488157414E-2</c:v>
                </c:pt>
                <c:pt idx="8187">
                  <c:v>4.9478121236451234E-2</c:v>
                </c:pt>
                <c:pt idx="8188">
                  <c:v>4.9427940586109997E-2</c:v>
                </c:pt>
                <c:pt idx="8189">
                  <c:v>4.9277398635086289E-2</c:v>
                </c:pt>
                <c:pt idx="8190">
                  <c:v>4.952830188679247E-2</c:v>
                </c:pt>
                <c:pt idx="8191">
                  <c:v>4.9427940586109997E-2</c:v>
                </c:pt>
                <c:pt idx="8192">
                  <c:v>4.9427940586109997E-2</c:v>
                </c:pt>
                <c:pt idx="8193">
                  <c:v>4.9227217984745053E-2</c:v>
                </c:pt>
                <c:pt idx="8194">
                  <c:v>4.9177037334403817E-2</c:v>
                </c:pt>
                <c:pt idx="8195">
                  <c:v>4.8926134082697637E-2</c:v>
                </c:pt>
                <c:pt idx="8196">
                  <c:v>4.8574869530309206E-2</c:v>
                </c:pt>
                <c:pt idx="8197">
                  <c:v>4.8976314733038873E-2</c:v>
                </c:pt>
                <c:pt idx="8198">
                  <c:v>4.8675230830991456E-2</c:v>
                </c:pt>
                <c:pt idx="8199">
                  <c:v>4.862505018065022E-2</c:v>
                </c:pt>
                <c:pt idx="8200">
                  <c:v>4.8574869530309206E-2</c:v>
                </c:pt>
                <c:pt idx="8201">
                  <c:v>4.8825772782015164E-2</c:v>
                </c:pt>
                <c:pt idx="8202">
                  <c:v>4.9126856684062581E-2</c:v>
                </c:pt>
                <c:pt idx="8203">
                  <c:v>4.8976314733038873E-2</c:v>
                </c:pt>
                <c:pt idx="8204">
                  <c:v>4.9026495383380109E-2</c:v>
                </c:pt>
                <c:pt idx="8205">
                  <c:v>4.9327579285427525E-2</c:v>
                </c:pt>
                <c:pt idx="8206">
                  <c:v>4.9026495383380109E-2</c:v>
                </c:pt>
                <c:pt idx="8207">
                  <c:v>4.9277398635086289E-2</c:v>
                </c:pt>
                <c:pt idx="8208">
                  <c:v>4.9227217984745053E-2</c:v>
                </c:pt>
                <c:pt idx="8209">
                  <c:v>4.9678843837816178E-2</c:v>
                </c:pt>
                <c:pt idx="8210">
                  <c:v>4.9478121236451234E-2</c:v>
                </c:pt>
                <c:pt idx="8211">
                  <c:v>4.9979927739863594E-2</c:v>
                </c:pt>
                <c:pt idx="8212">
                  <c:v>4.9779205138498428E-2</c:v>
                </c:pt>
                <c:pt idx="8213">
                  <c:v>5.003010839020483E-2</c:v>
                </c:pt>
                <c:pt idx="8214">
                  <c:v>4.9628663187474942E-2</c:v>
                </c:pt>
                <c:pt idx="8215">
                  <c:v>4.9729024488157414E-2</c:v>
                </c:pt>
                <c:pt idx="8216">
                  <c:v>4.9979927739863594E-2</c:v>
                </c:pt>
                <c:pt idx="8217">
                  <c:v>4.9929747089522136E-2</c:v>
                </c:pt>
                <c:pt idx="8218">
                  <c:v>4.9729024488157414E-2</c:v>
                </c:pt>
                <c:pt idx="8219">
                  <c:v>5.0281011641911011E-2</c:v>
                </c:pt>
                <c:pt idx="8220">
                  <c:v>5.078281814532315E-2</c:v>
                </c:pt>
                <c:pt idx="8221">
                  <c:v>5.0933360096346858E-2</c:v>
                </c:pt>
                <c:pt idx="8222">
                  <c:v>5.1435166599759219E-2</c:v>
                </c:pt>
                <c:pt idx="8223">
                  <c:v>5.1384985949417983E-2</c:v>
                </c:pt>
                <c:pt idx="8224">
                  <c:v>5.1535527900441691E-2</c:v>
                </c:pt>
                <c:pt idx="8225">
                  <c:v>5.1234443998394275E-2</c:v>
                </c:pt>
                <c:pt idx="8226">
                  <c:v>5.1786431152147649E-2</c:v>
                </c:pt>
                <c:pt idx="8227">
                  <c:v>5.1485347250100233E-2</c:v>
                </c:pt>
                <c:pt idx="8228">
                  <c:v>5.2087515054195066E-2</c:v>
                </c:pt>
                <c:pt idx="8229">
                  <c:v>5.1836611802489108E-2</c:v>
                </c:pt>
                <c:pt idx="8230">
                  <c:v>5.1836611802489108E-2</c:v>
                </c:pt>
                <c:pt idx="8231">
                  <c:v>5.1384985949417983E-2</c:v>
                </c:pt>
                <c:pt idx="8232">
                  <c:v>5.1334805299076525E-2</c:v>
                </c:pt>
                <c:pt idx="8233">
                  <c:v>5.1635889201123941E-2</c:v>
                </c:pt>
                <c:pt idx="8234">
                  <c:v>5.1836611802489108E-2</c:v>
                </c:pt>
                <c:pt idx="8235">
                  <c:v>5.1635889201123941E-2</c:v>
                </c:pt>
                <c:pt idx="8236">
                  <c:v>5.1786431152147649E-2</c:v>
                </c:pt>
                <c:pt idx="8237">
                  <c:v>5.1535527900441691E-2</c:v>
                </c:pt>
                <c:pt idx="8238">
                  <c:v>5.1585708550782927E-2</c:v>
                </c:pt>
                <c:pt idx="8239">
                  <c:v>5.1184263348053038E-2</c:v>
                </c:pt>
                <c:pt idx="8240">
                  <c:v>5.203733440385383E-2</c:v>
                </c:pt>
                <c:pt idx="8241">
                  <c:v>5.1987153753512594E-2</c:v>
                </c:pt>
                <c:pt idx="8242">
                  <c:v>5.1987153753512594E-2</c:v>
                </c:pt>
                <c:pt idx="8243">
                  <c:v>5.1936973103171358E-2</c:v>
                </c:pt>
                <c:pt idx="8244">
                  <c:v>5.1836611802489108E-2</c:v>
                </c:pt>
                <c:pt idx="8245">
                  <c:v>5.1936973103171358E-2</c:v>
                </c:pt>
                <c:pt idx="8246">
                  <c:v>5.1987153753512594E-2</c:v>
                </c:pt>
                <c:pt idx="8247">
                  <c:v>5.1987153753512594E-2</c:v>
                </c:pt>
                <c:pt idx="8248">
                  <c:v>5.1635889201123941E-2</c:v>
                </c:pt>
                <c:pt idx="8249">
                  <c:v>5.203733440385383E-2</c:v>
                </c:pt>
                <c:pt idx="8250">
                  <c:v>5.1936973103171358E-2</c:v>
                </c:pt>
                <c:pt idx="8251">
                  <c:v>5.1836611802489108E-2</c:v>
                </c:pt>
                <c:pt idx="8252">
                  <c:v>5.2589321557607427E-2</c:v>
                </c:pt>
                <c:pt idx="8253">
                  <c:v>5.2388598956242483E-2</c:v>
                </c:pt>
                <c:pt idx="8254">
                  <c:v>5.2539140907266191E-2</c:v>
                </c:pt>
                <c:pt idx="8255">
                  <c:v>5.2689682858289899E-2</c:v>
                </c:pt>
                <c:pt idx="8256">
                  <c:v>5.2589321557607427E-2</c:v>
                </c:pt>
                <c:pt idx="8257">
                  <c:v>5.2890405459654621E-2</c:v>
                </c:pt>
                <c:pt idx="8258">
                  <c:v>5.2790044158972371E-2</c:v>
                </c:pt>
                <c:pt idx="8259">
                  <c:v>5.2539140907266191E-2</c:v>
                </c:pt>
                <c:pt idx="8260">
                  <c:v>5.2840224809313607E-2</c:v>
                </c:pt>
                <c:pt idx="8261">
                  <c:v>5.2187876354877538E-2</c:v>
                </c:pt>
                <c:pt idx="8262">
                  <c:v>5.2438779606583719E-2</c:v>
                </c:pt>
                <c:pt idx="8263">
                  <c:v>5.2589321557607427E-2</c:v>
                </c:pt>
                <c:pt idx="8264">
                  <c:v>5.2639502207948663E-2</c:v>
                </c:pt>
                <c:pt idx="8265">
                  <c:v>5.3091128061019788E-2</c:v>
                </c:pt>
                <c:pt idx="8266">
                  <c:v>5.3442392613408218E-2</c:v>
                </c:pt>
                <c:pt idx="8267">
                  <c:v>5.419510236852676E-2</c:v>
                </c:pt>
                <c:pt idx="8268">
                  <c:v>5.429546366920901E-2</c:v>
                </c:pt>
                <c:pt idx="8269">
                  <c:v>5.4646728221597662E-2</c:v>
                </c:pt>
                <c:pt idx="8270">
                  <c:v>5.4596547571256426E-2</c:v>
                </c:pt>
                <c:pt idx="8271">
                  <c:v>5.4696908871938898E-2</c:v>
                </c:pt>
                <c:pt idx="8272">
                  <c:v>5.4245283018867996E-2</c:v>
                </c:pt>
                <c:pt idx="8273">
                  <c:v>5.4496186270573954E-2</c:v>
                </c:pt>
                <c:pt idx="8274">
                  <c:v>5.4847450822962607E-2</c:v>
                </c:pt>
                <c:pt idx="8275">
                  <c:v>5.419510236852676E-2</c:v>
                </c:pt>
                <c:pt idx="8276">
                  <c:v>5.4446005620232718E-2</c:v>
                </c:pt>
                <c:pt idx="8277">
                  <c:v>5.4596547571256426E-2</c:v>
                </c:pt>
                <c:pt idx="8278">
                  <c:v>5.4997992773986315E-2</c:v>
                </c:pt>
                <c:pt idx="8279">
                  <c:v>5.4747089522280135E-2</c:v>
                </c:pt>
                <c:pt idx="8280">
                  <c:v>5.4897631473303843E-2</c:v>
                </c:pt>
                <c:pt idx="8281">
                  <c:v>5.5248896025692495E-2</c:v>
                </c:pt>
                <c:pt idx="8282">
                  <c:v>5.5198715375351259E-2</c:v>
                </c:pt>
                <c:pt idx="8283">
                  <c:v>5.5048173424327551E-2</c:v>
                </c:pt>
                <c:pt idx="8284">
                  <c:v>5.5048173424327551E-2</c:v>
                </c:pt>
                <c:pt idx="8285">
                  <c:v>5.5399437976716204E-2</c:v>
                </c:pt>
                <c:pt idx="8286">
                  <c:v>5.5349257326374968E-2</c:v>
                </c:pt>
                <c:pt idx="8287">
                  <c:v>5.5198715375351259E-2</c:v>
                </c:pt>
                <c:pt idx="8288">
                  <c:v>5.5048173424327551E-2</c:v>
                </c:pt>
                <c:pt idx="8289">
                  <c:v>5.5048173424327551E-2</c:v>
                </c:pt>
                <c:pt idx="8290">
                  <c:v>5.5299076676033732E-2</c:v>
                </c:pt>
                <c:pt idx="8291">
                  <c:v>5.5048173424327551E-2</c:v>
                </c:pt>
                <c:pt idx="8292">
                  <c:v>5.5299076676033732E-2</c:v>
                </c:pt>
                <c:pt idx="8293">
                  <c:v>5.5098354074668787E-2</c:v>
                </c:pt>
                <c:pt idx="8294">
                  <c:v>5.5048173424327551E-2</c:v>
                </c:pt>
                <c:pt idx="8295">
                  <c:v>5.5098354074668787E-2</c:v>
                </c:pt>
                <c:pt idx="8296">
                  <c:v>5.4997992773986315E-2</c:v>
                </c:pt>
                <c:pt idx="8297">
                  <c:v>5.4997992773986315E-2</c:v>
                </c:pt>
                <c:pt idx="8298">
                  <c:v>5.4646728221597662E-2</c:v>
                </c:pt>
                <c:pt idx="8299">
                  <c:v>5.4997992773986315E-2</c:v>
                </c:pt>
                <c:pt idx="8300">
                  <c:v>5.5048173424327551E-2</c:v>
                </c:pt>
                <c:pt idx="8301">
                  <c:v>5.4997992773986315E-2</c:v>
                </c:pt>
                <c:pt idx="8302">
                  <c:v>5.5148534725010023E-2</c:v>
                </c:pt>
                <c:pt idx="8303">
                  <c:v>5.4546366920915412E-2</c:v>
                </c:pt>
                <c:pt idx="8304">
                  <c:v>5.4747089522280135E-2</c:v>
                </c:pt>
                <c:pt idx="8305">
                  <c:v>5.4747089522280135E-2</c:v>
                </c:pt>
                <c:pt idx="8306">
                  <c:v>5.4345644319550468E-2</c:v>
                </c:pt>
                <c:pt idx="8307">
                  <c:v>5.4747089522280135E-2</c:v>
                </c:pt>
                <c:pt idx="8308">
                  <c:v>5.4546366920915412E-2</c:v>
                </c:pt>
                <c:pt idx="8309">
                  <c:v>5.4696908871938898E-2</c:v>
                </c:pt>
                <c:pt idx="8310">
                  <c:v>5.4546366920915412E-2</c:v>
                </c:pt>
                <c:pt idx="8311">
                  <c:v>5.4596547571256426E-2</c:v>
                </c:pt>
                <c:pt idx="8312">
                  <c:v>5.4546366920915412E-2</c:v>
                </c:pt>
                <c:pt idx="8313">
                  <c:v>5.4847450822962607E-2</c:v>
                </c:pt>
                <c:pt idx="8314">
                  <c:v>5.4696908871938898E-2</c:v>
                </c:pt>
                <c:pt idx="8315">
                  <c:v>5.419510236852676E-2</c:v>
                </c:pt>
                <c:pt idx="8316">
                  <c:v>5.4747089522280135E-2</c:v>
                </c:pt>
                <c:pt idx="8317">
                  <c:v>5.3894018466479343E-2</c:v>
                </c:pt>
                <c:pt idx="8318">
                  <c:v>5.4546366920915412E-2</c:v>
                </c:pt>
                <c:pt idx="8319">
                  <c:v>5.4496186270573954E-2</c:v>
                </c:pt>
                <c:pt idx="8320">
                  <c:v>5.419510236852676E-2</c:v>
                </c:pt>
                <c:pt idx="8321">
                  <c:v>5.4144921718185524E-2</c:v>
                </c:pt>
                <c:pt idx="8322">
                  <c:v>5.3592934564431927E-2</c:v>
                </c:pt>
                <c:pt idx="8323">
                  <c:v>5.3492573263749454E-2</c:v>
                </c:pt>
                <c:pt idx="8324">
                  <c:v>5.3592934564431927E-2</c:v>
                </c:pt>
                <c:pt idx="8325">
                  <c:v>5.2890405459654621E-2</c:v>
                </c:pt>
                <c:pt idx="8326">
                  <c:v>5.3442392613408218E-2</c:v>
                </c:pt>
                <c:pt idx="8327">
                  <c:v>5.3342031312725746E-2</c:v>
                </c:pt>
                <c:pt idx="8328">
                  <c:v>5.3141308711361024E-2</c:v>
                </c:pt>
                <c:pt idx="8329">
                  <c:v>5.3191489361702038E-2</c:v>
                </c:pt>
                <c:pt idx="8330">
                  <c:v>5.2990766760337316E-2</c:v>
                </c:pt>
                <c:pt idx="8331">
                  <c:v>5.2890405459654621E-2</c:v>
                </c:pt>
                <c:pt idx="8332">
                  <c:v>5.3442392613408218E-2</c:v>
                </c:pt>
                <c:pt idx="8333">
                  <c:v>5.3442392613408218E-2</c:v>
                </c:pt>
                <c:pt idx="8334">
                  <c:v>5.304094741067833E-2</c:v>
                </c:pt>
                <c:pt idx="8335">
                  <c:v>5.3492573263749454E-2</c:v>
                </c:pt>
                <c:pt idx="8336">
                  <c:v>5.294058610999608E-2</c:v>
                </c:pt>
                <c:pt idx="8337">
                  <c:v>5.3542753914090691E-2</c:v>
                </c:pt>
                <c:pt idx="8338">
                  <c:v>5.2739863508631135E-2</c:v>
                </c:pt>
                <c:pt idx="8339">
                  <c:v>5.2639502207948663E-2</c:v>
                </c:pt>
                <c:pt idx="8340">
                  <c:v>5.3392211963066982E-2</c:v>
                </c:pt>
                <c:pt idx="8341">
                  <c:v>5.2840224809313607E-2</c:v>
                </c:pt>
                <c:pt idx="8342">
                  <c:v>5.2589321557607427E-2</c:v>
                </c:pt>
                <c:pt idx="8343">
                  <c:v>5.3191489361702038E-2</c:v>
                </c:pt>
                <c:pt idx="8344">
                  <c:v>5.3191489361702038E-2</c:v>
                </c:pt>
                <c:pt idx="8345">
                  <c:v>5.2840224809313607E-2</c:v>
                </c:pt>
                <c:pt idx="8346">
                  <c:v>5.2990766760337316E-2</c:v>
                </c:pt>
                <c:pt idx="8347">
                  <c:v>5.3091128061019788E-2</c:v>
                </c:pt>
                <c:pt idx="8348">
                  <c:v>5.3342031312725746E-2</c:v>
                </c:pt>
                <c:pt idx="8349">
                  <c:v>5.3743476515455635E-2</c:v>
                </c:pt>
                <c:pt idx="8350">
                  <c:v>5.3442392613408218E-2</c:v>
                </c:pt>
                <c:pt idx="8351">
                  <c:v>5.3743476515455635E-2</c:v>
                </c:pt>
                <c:pt idx="8352">
                  <c:v>5.3693295865114399E-2</c:v>
                </c:pt>
                <c:pt idx="8353">
                  <c:v>5.3843837816138107E-2</c:v>
                </c:pt>
                <c:pt idx="8354">
                  <c:v>5.3743476515455635E-2</c:v>
                </c:pt>
                <c:pt idx="8355">
                  <c:v>5.3994379767161815E-2</c:v>
                </c:pt>
                <c:pt idx="8356">
                  <c:v>5.3643115214773163E-2</c:v>
                </c:pt>
                <c:pt idx="8357">
                  <c:v>5.3592934564431927E-2</c:v>
                </c:pt>
                <c:pt idx="8358">
                  <c:v>5.4094741067844287E-2</c:v>
                </c:pt>
                <c:pt idx="8359">
                  <c:v>5.3894018466479343E-2</c:v>
                </c:pt>
                <c:pt idx="8360">
                  <c:v>5.3592934564431927E-2</c:v>
                </c:pt>
                <c:pt idx="8361">
                  <c:v>5.3743476515455635E-2</c:v>
                </c:pt>
                <c:pt idx="8362">
                  <c:v>5.429546366920901E-2</c:v>
                </c:pt>
                <c:pt idx="8363">
                  <c:v>5.3843837816138107E-2</c:v>
                </c:pt>
                <c:pt idx="8364">
                  <c:v>5.3793657165796871E-2</c:v>
                </c:pt>
                <c:pt idx="8365">
                  <c:v>5.4395824969891704E-2</c:v>
                </c:pt>
                <c:pt idx="8366">
                  <c:v>5.3743476515455635E-2</c:v>
                </c:pt>
                <c:pt idx="8367">
                  <c:v>5.3693295865114399E-2</c:v>
                </c:pt>
                <c:pt idx="8368">
                  <c:v>5.4094741067844287E-2</c:v>
                </c:pt>
                <c:pt idx="8369">
                  <c:v>5.4245283018867996E-2</c:v>
                </c:pt>
                <c:pt idx="8370">
                  <c:v>5.3843837816138107E-2</c:v>
                </c:pt>
                <c:pt idx="8371">
                  <c:v>5.3592934564431927E-2</c:v>
                </c:pt>
                <c:pt idx="8372">
                  <c:v>5.4044560417503051E-2</c:v>
                </c:pt>
                <c:pt idx="8373">
                  <c:v>5.3492573263749454E-2</c:v>
                </c:pt>
                <c:pt idx="8374">
                  <c:v>5.3894018466479343E-2</c:v>
                </c:pt>
                <c:pt idx="8375">
                  <c:v>5.3693295865114399E-2</c:v>
                </c:pt>
                <c:pt idx="8376">
                  <c:v>5.3793657165796871E-2</c:v>
                </c:pt>
                <c:pt idx="8377">
                  <c:v>5.4245283018867996E-2</c:v>
                </c:pt>
                <c:pt idx="8378">
                  <c:v>5.4496186270573954E-2</c:v>
                </c:pt>
                <c:pt idx="8379">
                  <c:v>5.4094741067844287E-2</c:v>
                </c:pt>
                <c:pt idx="8380">
                  <c:v>5.3743476515455635E-2</c:v>
                </c:pt>
                <c:pt idx="8381">
                  <c:v>5.429546366920901E-2</c:v>
                </c:pt>
                <c:pt idx="8382">
                  <c:v>5.4094741067844287E-2</c:v>
                </c:pt>
                <c:pt idx="8383">
                  <c:v>5.3994379767161815E-2</c:v>
                </c:pt>
                <c:pt idx="8384">
                  <c:v>5.3793657165796871E-2</c:v>
                </c:pt>
                <c:pt idx="8385">
                  <c:v>5.3994379767161815E-2</c:v>
                </c:pt>
                <c:pt idx="8386">
                  <c:v>5.3643115214773163E-2</c:v>
                </c:pt>
                <c:pt idx="8387">
                  <c:v>5.3743476515455635E-2</c:v>
                </c:pt>
                <c:pt idx="8388">
                  <c:v>5.429546366920901E-2</c:v>
                </c:pt>
                <c:pt idx="8389">
                  <c:v>5.3793657165796871E-2</c:v>
                </c:pt>
                <c:pt idx="8390">
                  <c:v>5.3643115214773163E-2</c:v>
                </c:pt>
                <c:pt idx="8391">
                  <c:v>5.3743476515455635E-2</c:v>
                </c:pt>
                <c:pt idx="8392">
                  <c:v>5.3592934564431927E-2</c:v>
                </c:pt>
                <c:pt idx="8393">
                  <c:v>5.3141308711361024E-2</c:v>
                </c:pt>
                <c:pt idx="8394">
                  <c:v>5.3442392613408218E-2</c:v>
                </c:pt>
                <c:pt idx="8395">
                  <c:v>5.3091128061019788E-2</c:v>
                </c:pt>
                <c:pt idx="8396">
                  <c:v>5.304094741067833E-2</c:v>
                </c:pt>
                <c:pt idx="8397">
                  <c:v>5.2488960256924955E-2</c:v>
                </c:pt>
                <c:pt idx="8398">
                  <c:v>5.2539140907266191E-2</c:v>
                </c:pt>
                <c:pt idx="8399">
                  <c:v>5.2338418305901246E-2</c:v>
                </c:pt>
                <c:pt idx="8400">
                  <c:v>5.2488960256924955E-2</c:v>
                </c:pt>
                <c:pt idx="8401">
                  <c:v>5.2589321557607427E-2</c:v>
                </c:pt>
                <c:pt idx="8402">
                  <c:v>5.2890405459654621E-2</c:v>
                </c:pt>
                <c:pt idx="8403">
                  <c:v>5.2990766760337316E-2</c:v>
                </c:pt>
                <c:pt idx="8404">
                  <c:v>5.294058610999608E-2</c:v>
                </c:pt>
                <c:pt idx="8405">
                  <c:v>5.3091128061019788E-2</c:v>
                </c:pt>
                <c:pt idx="8406">
                  <c:v>5.2990766760337316E-2</c:v>
                </c:pt>
                <c:pt idx="8407">
                  <c:v>5.2790044158972371E-2</c:v>
                </c:pt>
                <c:pt idx="8408">
                  <c:v>5.3191489361702038E-2</c:v>
                </c:pt>
                <c:pt idx="8409">
                  <c:v>5.2739863508631135E-2</c:v>
                </c:pt>
                <c:pt idx="8410">
                  <c:v>5.2890405459654621E-2</c:v>
                </c:pt>
                <c:pt idx="8411">
                  <c:v>5.3492573263749454E-2</c:v>
                </c:pt>
                <c:pt idx="8412">
                  <c:v>5.3442392613408218E-2</c:v>
                </c:pt>
                <c:pt idx="8413">
                  <c:v>5.3492573263749454E-2</c:v>
                </c:pt>
                <c:pt idx="8414">
                  <c:v>5.3542753914090691E-2</c:v>
                </c:pt>
                <c:pt idx="8415">
                  <c:v>5.3442392613408218E-2</c:v>
                </c:pt>
                <c:pt idx="8416">
                  <c:v>5.3342031312725746E-2</c:v>
                </c:pt>
                <c:pt idx="8417">
                  <c:v>5.2990766760337316E-2</c:v>
                </c:pt>
                <c:pt idx="8418">
                  <c:v>5.304094741067833E-2</c:v>
                </c:pt>
                <c:pt idx="8419">
                  <c:v>5.3492573263749454E-2</c:v>
                </c:pt>
                <c:pt idx="8420">
                  <c:v>5.3492573263749454E-2</c:v>
                </c:pt>
                <c:pt idx="8421">
                  <c:v>5.3542753914090691E-2</c:v>
                </c:pt>
                <c:pt idx="8422">
                  <c:v>5.3693295865114399E-2</c:v>
                </c:pt>
                <c:pt idx="8423">
                  <c:v>5.3743476515455635E-2</c:v>
                </c:pt>
                <c:pt idx="8424">
                  <c:v>5.3592934564431927E-2</c:v>
                </c:pt>
                <c:pt idx="8425">
                  <c:v>5.4345644319550468E-2</c:v>
                </c:pt>
                <c:pt idx="8426">
                  <c:v>5.4395824969891704E-2</c:v>
                </c:pt>
                <c:pt idx="8427">
                  <c:v>5.5148534725010023E-2</c:v>
                </c:pt>
                <c:pt idx="8428">
                  <c:v>5.4596547571256426E-2</c:v>
                </c:pt>
                <c:pt idx="8429">
                  <c:v>5.429546366920901E-2</c:v>
                </c:pt>
                <c:pt idx="8430">
                  <c:v>5.4997992773986315E-2</c:v>
                </c:pt>
                <c:pt idx="8431">
                  <c:v>5.4997992773986315E-2</c:v>
                </c:pt>
                <c:pt idx="8432">
                  <c:v>5.5098354074668787E-2</c:v>
                </c:pt>
                <c:pt idx="8433">
                  <c:v>5.5248896025692495E-2</c:v>
                </c:pt>
                <c:pt idx="8434">
                  <c:v>5.5349257326374968E-2</c:v>
                </c:pt>
                <c:pt idx="8435">
                  <c:v>5.5399437976716204E-2</c:v>
                </c:pt>
                <c:pt idx="8436">
                  <c:v>5.5349257326374968E-2</c:v>
                </c:pt>
                <c:pt idx="8437">
                  <c:v>5.4696908871938898E-2</c:v>
                </c:pt>
                <c:pt idx="8438">
                  <c:v>5.4496186270573954E-2</c:v>
                </c:pt>
                <c:pt idx="8439">
                  <c:v>5.5148534725010023E-2</c:v>
                </c:pt>
                <c:pt idx="8440">
                  <c:v>5.4696908871938898E-2</c:v>
                </c:pt>
                <c:pt idx="8441">
                  <c:v>5.5299076676033732E-2</c:v>
                </c:pt>
                <c:pt idx="8442">
                  <c:v>5.4847450822962607E-2</c:v>
                </c:pt>
                <c:pt idx="8443">
                  <c:v>5.4847450822962607E-2</c:v>
                </c:pt>
                <c:pt idx="8444">
                  <c:v>5.429546366920901E-2</c:v>
                </c:pt>
                <c:pt idx="8445">
                  <c:v>5.5148534725010023E-2</c:v>
                </c:pt>
                <c:pt idx="8446">
                  <c:v>5.4847450822962607E-2</c:v>
                </c:pt>
                <c:pt idx="8447">
                  <c:v>5.5600160578081148E-2</c:v>
                </c:pt>
                <c:pt idx="8448">
                  <c:v>5.5399437976716204E-2</c:v>
                </c:pt>
                <c:pt idx="8449">
                  <c:v>5.544961862705744E-2</c:v>
                </c:pt>
                <c:pt idx="8450">
                  <c:v>5.5248896025692495E-2</c:v>
                </c:pt>
                <c:pt idx="8451">
                  <c:v>5.4797270172621371E-2</c:v>
                </c:pt>
                <c:pt idx="8452">
                  <c:v>5.5549979927739912E-2</c:v>
                </c:pt>
                <c:pt idx="8453">
                  <c:v>5.5349257326374968E-2</c:v>
                </c:pt>
                <c:pt idx="8454">
                  <c:v>5.5098354074668787E-2</c:v>
                </c:pt>
                <c:pt idx="8455">
                  <c:v>5.4847450822962607E-2</c:v>
                </c:pt>
                <c:pt idx="8456">
                  <c:v>5.5048173424327551E-2</c:v>
                </c:pt>
                <c:pt idx="8457">
                  <c:v>5.5198715375351259E-2</c:v>
                </c:pt>
                <c:pt idx="8458">
                  <c:v>5.5248896025692495E-2</c:v>
                </c:pt>
                <c:pt idx="8459">
                  <c:v>5.5499799277398676E-2</c:v>
                </c:pt>
                <c:pt idx="8460">
                  <c:v>5.5399437976716204E-2</c:v>
                </c:pt>
                <c:pt idx="8461">
                  <c:v>5.5600160578081148E-2</c:v>
                </c:pt>
                <c:pt idx="8462">
                  <c:v>5.544961862705744E-2</c:v>
                </c:pt>
                <c:pt idx="8463">
                  <c:v>5.5399437976716204E-2</c:v>
                </c:pt>
                <c:pt idx="8464">
                  <c:v>5.544961862705744E-2</c:v>
                </c:pt>
                <c:pt idx="8465">
                  <c:v>5.5549979927739912E-2</c:v>
                </c:pt>
                <c:pt idx="8466">
                  <c:v>5.5549979927739912E-2</c:v>
                </c:pt>
                <c:pt idx="8467">
                  <c:v>5.5098354074668787E-2</c:v>
                </c:pt>
                <c:pt idx="8468">
                  <c:v>5.5399437976716204E-2</c:v>
                </c:pt>
                <c:pt idx="8469">
                  <c:v>5.4897631473303843E-2</c:v>
                </c:pt>
                <c:pt idx="8470">
                  <c:v>5.570052187876362E-2</c:v>
                </c:pt>
                <c:pt idx="8471">
                  <c:v>5.5499799277398676E-2</c:v>
                </c:pt>
                <c:pt idx="8472">
                  <c:v>5.5248896025692495E-2</c:v>
                </c:pt>
                <c:pt idx="8473">
                  <c:v>5.5248896025692495E-2</c:v>
                </c:pt>
                <c:pt idx="8474">
                  <c:v>5.5650341228422384E-2</c:v>
                </c:pt>
                <c:pt idx="8475">
                  <c:v>5.5650341228422384E-2</c:v>
                </c:pt>
                <c:pt idx="8476">
                  <c:v>5.5499799277398676E-2</c:v>
                </c:pt>
                <c:pt idx="8477">
                  <c:v>5.570052187876362E-2</c:v>
                </c:pt>
                <c:pt idx="8478">
                  <c:v>5.5499799277398676E-2</c:v>
                </c:pt>
                <c:pt idx="8479">
                  <c:v>5.5600160578081148E-2</c:v>
                </c:pt>
                <c:pt idx="8480">
                  <c:v>5.5851063829787106E-2</c:v>
                </c:pt>
                <c:pt idx="8481">
                  <c:v>5.5750702529104634E-2</c:v>
                </c:pt>
                <c:pt idx="8482">
                  <c:v>5.544961862705744E-2</c:v>
                </c:pt>
                <c:pt idx="8483">
                  <c:v>5.5851063829787106E-2</c:v>
                </c:pt>
                <c:pt idx="8484">
                  <c:v>5.5750702529104634E-2</c:v>
                </c:pt>
                <c:pt idx="8485">
                  <c:v>5.5048173424327551E-2</c:v>
                </c:pt>
                <c:pt idx="8486">
                  <c:v>5.5148534725010023E-2</c:v>
                </c:pt>
                <c:pt idx="8487">
                  <c:v>5.544961862705744E-2</c:v>
                </c:pt>
                <c:pt idx="8488">
                  <c:v>5.6051786431152051E-2</c:v>
                </c:pt>
                <c:pt idx="8489">
                  <c:v>5.5750702529104634E-2</c:v>
                </c:pt>
                <c:pt idx="8490">
                  <c:v>5.5399437976716204E-2</c:v>
                </c:pt>
                <c:pt idx="8491">
                  <c:v>5.5851063829787106E-2</c:v>
                </c:pt>
                <c:pt idx="8492">
                  <c:v>5.6252509032516995E-2</c:v>
                </c:pt>
                <c:pt idx="8493">
                  <c:v>5.5851063829787106E-2</c:v>
                </c:pt>
                <c:pt idx="8494">
                  <c:v>5.544961862705744E-2</c:v>
                </c:pt>
                <c:pt idx="8495">
                  <c:v>5.5800883179446092E-2</c:v>
                </c:pt>
                <c:pt idx="8496">
                  <c:v>5.570052187876362E-2</c:v>
                </c:pt>
                <c:pt idx="8497">
                  <c:v>5.6051786431152051E-2</c:v>
                </c:pt>
                <c:pt idx="8498">
                  <c:v>5.6001605780810815E-2</c:v>
                </c:pt>
                <c:pt idx="8499">
                  <c:v>5.6101967081493509E-2</c:v>
                </c:pt>
                <c:pt idx="8500">
                  <c:v>5.6202328382175759E-2</c:v>
                </c:pt>
                <c:pt idx="8501">
                  <c:v>5.6553592934564412E-2</c:v>
                </c:pt>
                <c:pt idx="8502">
                  <c:v>5.645323163388194E-2</c:v>
                </c:pt>
                <c:pt idx="8503">
                  <c:v>5.6854676836611828E-2</c:v>
                </c:pt>
                <c:pt idx="8504">
                  <c:v>5.6403050983540703E-2</c:v>
                </c:pt>
                <c:pt idx="8505">
                  <c:v>5.6854676836611828E-2</c:v>
                </c:pt>
                <c:pt idx="8506">
                  <c:v>5.6503412284223176E-2</c:v>
                </c:pt>
                <c:pt idx="8507">
                  <c:v>5.7055399437976773E-2</c:v>
                </c:pt>
                <c:pt idx="8508">
                  <c:v>5.7205941389000481E-2</c:v>
                </c:pt>
                <c:pt idx="8509">
                  <c:v>5.7055399437976773E-2</c:v>
                </c:pt>
                <c:pt idx="8510">
                  <c:v>5.7105580088318009E-2</c:v>
                </c:pt>
                <c:pt idx="8511">
                  <c:v>5.7155760738659023E-2</c:v>
                </c:pt>
                <c:pt idx="8512">
                  <c:v>5.7005218787635314E-2</c:v>
                </c:pt>
                <c:pt idx="8513">
                  <c:v>5.6904857486953064E-2</c:v>
                </c:pt>
                <c:pt idx="8514">
                  <c:v>5.7557205941388911E-2</c:v>
                </c:pt>
                <c:pt idx="8515">
                  <c:v>5.7657567242071606E-2</c:v>
                </c:pt>
                <c:pt idx="8516">
                  <c:v>5.7256122039341717E-2</c:v>
                </c:pt>
                <c:pt idx="8517">
                  <c:v>5.7757928542753856E-2</c:v>
                </c:pt>
                <c:pt idx="8518">
                  <c:v>5.7557205941388911E-2</c:v>
                </c:pt>
                <c:pt idx="8519">
                  <c:v>5.7456844640706439E-2</c:v>
                </c:pt>
                <c:pt idx="8520">
                  <c:v>5.7507025291047897E-2</c:v>
                </c:pt>
                <c:pt idx="8521">
                  <c:v>5.7456844640706439E-2</c:v>
                </c:pt>
                <c:pt idx="8522">
                  <c:v>5.7205941389000481E-2</c:v>
                </c:pt>
                <c:pt idx="8523">
                  <c:v>5.7105580088318009E-2</c:v>
                </c:pt>
                <c:pt idx="8524">
                  <c:v>5.7155760738659023E-2</c:v>
                </c:pt>
                <c:pt idx="8525">
                  <c:v>5.7055399437976773E-2</c:v>
                </c:pt>
                <c:pt idx="8526">
                  <c:v>5.645323163388194E-2</c:v>
                </c:pt>
                <c:pt idx="8527">
                  <c:v>5.6804496186270592E-2</c:v>
                </c:pt>
                <c:pt idx="8528">
                  <c:v>5.69550381372943E-2</c:v>
                </c:pt>
                <c:pt idx="8529">
                  <c:v>5.6804496186270592E-2</c:v>
                </c:pt>
                <c:pt idx="8530">
                  <c:v>5.6603773584905648E-2</c:v>
                </c:pt>
                <c:pt idx="8531">
                  <c:v>5.6302689682858231E-2</c:v>
                </c:pt>
                <c:pt idx="8532">
                  <c:v>5.7105580088318009E-2</c:v>
                </c:pt>
                <c:pt idx="8533">
                  <c:v>5.7005218787635314E-2</c:v>
                </c:pt>
                <c:pt idx="8534">
                  <c:v>5.6653954235246884E-2</c:v>
                </c:pt>
                <c:pt idx="8535">
                  <c:v>5.6503412284223176E-2</c:v>
                </c:pt>
                <c:pt idx="8536">
                  <c:v>5.6904857486953064E-2</c:v>
                </c:pt>
                <c:pt idx="8537">
                  <c:v>5.6854676836611828E-2</c:v>
                </c:pt>
                <c:pt idx="8538">
                  <c:v>5.6804496186270592E-2</c:v>
                </c:pt>
                <c:pt idx="8539">
                  <c:v>5.6854676836611828E-2</c:v>
                </c:pt>
                <c:pt idx="8540">
                  <c:v>5.6653954235246884E-2</c:v>
                </c:pt>
                <c:pt idx="8541">
                  <c:v>5.6152147731834523E-2</c:v>
                </c:pt>
                <c:pt idx="8542">
                  <c:v>5.7055399437976773E-2</c:v>
                </c:pt>
                <c:pt idx="8543">
                  <c:v>5.7055399437976773E-2</c:v>
                </c:pt>
                <c:pt idx="8544">
                  <c:v>5.6904857486953064E-2</c:v>
                </c:pt>
                <c:pt idx="8545">
                  <c:v>5.6854676836611828E-2</c:v>
                </c:pt>
                <c:pt idx="8546">
                  <c:v>5.6854676836611828E-2</c:v>
                </c:pt>
                <c:pt idx="8547">
                  <c:v>5.6553592934564412E-2</c:v>
                </c:pt>
                <c:pt idx="8548">
                  <c:v>5.6553592934564412E-2</c:v>
                </c:pt>
                <c:pt idx="8549">
                  <c:v>5.6302689682858231E-2</c:v>
                </c:pt>
                <c:pt idx="8550">
                  <c:v>5.5951425130469801E-2</c:v>
                </c:pt>
                <c:pt idx="8551">
                  <c:v>5.5650341228422384E-2</c:v>
                </c:pt>
                <c:pt idx="8552">
                  <c:v>5.4696908871938898E-2</c:v>
                </c:pt>
                <c:pt idx="8553">
                  <c:v>5.5048173424327551E-2</c:v>
                </c:pt>
                <c:pt idx="8554">
                  <c:v>5.4446005620232718E-2</c:v>
                </c:pt>
                <c:pt idx="8555">
                  <c:v>5.5098354074668787E-2</c:v>
                </c:pt>
                <c:pt idx="8556">
                  <c:v>5.5248896025692495E-2</c:v>
                </c:pt>
                <c:pt idx="8557">
                  <c:v>5.5299076676033732E-2</c:v>
                </c:pt>
                <c:pt idx="8558">
                  <c:v>5.5349257326374968E-2</c:v>
                </c:pt>
                <c:pt idx="8559">
                  <c:v>5.5399437976716204E-2</c:v>
                </c:pt>
                <c:pt idx="8560">
                  <c:v>5.544961862705744E-2</c:v>
                </c:pt>
                <c:pt idx="8561">
                  <c:v>5.5148534725010023E-2</c:v>
                </c:pt>
                <c:pt idx="8562">
                  <c:v>5.5148534725010023E-2</c:v>
                </c:pt>
                <c:pt idx="8563">
                  <c:v>5.4847450822962607E-2</c:v>
                </c:pt>
                <c:pt idx="8564">
                  <c:v>5.544961862705744E-2</c:v>
                </c:pt>
                <c:pt idx="8565">
                  <c:v>5.5349257326374968E-2</c:v>
                </c:pt>
                <c:pt idx="8566">
                  <c:v>5.570052187876362E-2</c:v>
                </c:pt>
                <c:pt idx="8567">
                  <c:v>5.5951425130469801E-2</c:v>
                </c:pt>
                <c:pt idx="8568">
                  <c:v>5.5349257326374968E-2</c:v>
                </c:pt>
                <c:pt idx="8569">
                  <c:v>5.5499799277398676E-2</c:v>
                </c:pt>
                <c:pt idx="8570">
                  <c:v>5.5349257326374968E-2</c:v>
                </c:pt>
                <c:pt idx="8571">
                  <c:v>5.5399437976716204E-2</c:v>
                </c:pt>
                <c:pt idx="8572">
                  <c:v>5.6001605780810815E-2</c:v>
                </c:pt>
                <c:pt idx="8573">
                  <c:v>5.570052187876362E-2</c:v>
                </c:pt>
                <c:pt idx="8574">
                  <c:v>5.5198715375351259E-2</c:v>
                </c:pt>
                <c:pt idx="8575">
                  <c:v>5.5600160578081148E-2</c:v>
                </c:pt>
                <c:pt idx="8576">
                  <c:v>5.5349257326374968E-2</c:v>
                </c:pt>
                <c:pt idx="8577">
                  <c:v>5.5198715375351259E-2</c:v>
                </c:pt>
                <c:pt idx="8578">
                  <c:v>5.5750702529104634E-2</c:v>
                </c:pt>
                <c:pt idx="8579">
                  <c:v>5.5750702529104634E-2</c:v>
                </c:pt>
                <c:pt idx="8580">
                  <c:v>5.5901244480128343E-2</c:v>
                </c:pt>
                <c:pt idx="8581">
                  <c:v>5.5851063829787106E-2</c:v>
                </c:pt>
                <c:pt idx="8582">
                  <c:v>5.5951425130469801E-2</c:v>
                </c:pt>
                <c:pt idx="8583">
                  <c:v>5.570052187876362E-2</c:v>
                </c:pt>
                <c:pt idx="8584">
                  <c:v>5.5650341228422384E-2</c:v>
                </c:pt>
                <c:pt idx="8585">
                  <c:v>5.5248896025692495E-2</c:v>
                </c:pt>
                <c:pt idx="8586">
                  <c:v>5.5800883179446092E-2</c:v>
                </c:pt>
                <c:pt idx="8587">
                  <c:v>5.570052187876362E-2</c:v>
                </c:pt>
                <c:pt idx="8588">
                  <c:v>5.5549979927739912E-2</c:v>
                </c:pt>
                <c:pt idx="8589">
                  <c:v>5.5650341228422384E-2</c:v>
                </c:pt>
                <c:pt idx="8590">
                  <c:v>5.5248896025692495E-2</c:v>
                </c:pt>
                <c:pt idx="8591">
                  <c:v>5.6051786431152051E-2</c:v>
                </c:pt>
                <c:pt idx="8592">
                  <c:v>5.6202328382175759E-2</c:v>
                </c:pt>
                <c:pt idx="8593">
                  <c:v>5.6152147731834523E-2</c:v>
                </c:pt>
                <c:pt idx="8594">
                  <c:v>5.5951425130469801E-2</c:v>
                </c:pt>
                <c:pt idx="8595">
                  <c:v>5.6653954235246884E-2</c:v>
                </c:pt>
                <c:pt idx="8596">
                  <c:v>5.6152147731834523E-2</c:v>
                </c:pt>
                <c:pt idx="8597">
                  <c:v>5.6202328382175759E-2</c:v>
                </c:pt>
                <c:pt idx="8598">
                  <c:v>5.6202328382175759E-2</c:v>
                </c:pt>
                <c:pt idx="8599">
                  <c:v>5.6051786431152051E-2</c:v>
                </c:pt>
                <c:pt idx="8600">
                  <c:v>5.6252509032516995E-2</c:v>
                </c:pt>
                <c:pt idx="8601">
                  <c:v>5.6804496186270592E-2</c:v>
                </c:pt>
                <c:pt idx="8602">
                  <c:v>5.7005218787635314E-2</c:v>
                </c:pt>
                <c:pt idx="8603">
                  <c:v>5.7256122039341717E-2</c:v>
                </c:pt>
                <c:pt idx="8604">
                  <c:v>5.7507025291047897E-2</c:v>
                </c:pt>
                <c:pt idx="8605">
                  <c:v>5.7055399437976773E-2</c:v>
                </c:pt>
                <c:pt idx="8606">
                  <c:v>5.7256122039341717E-2</c:v>
                </c:pt>
                <c:pt idx="8607">
                  <c:v>5.7757928542753856E-2</c:v>
                </c:pt>
                <c:pt idx="8608">
                  <c:v>5.7406663990365203E-2</c:v>
                </c:pt>
                <c:pt idx="8609">
                  <c:v>5.7306302689682731E-2</c:v>
                </c:pt>
                <c:pt idx="8610">
                  <c:v>5.8159373745483745E-2</c:v>
                </c:pt>
                <c:pt idx="8611">
                  <c:v>5.8159373745483745E-2</c:v>
                </c:pt>
                <c:pt idx="8612">
                  <c:v>5.79586511441188E-2</c:v>
                </c:pt>
                <c:pt idx="8613">
                  <c:v>5.8109193095142508E-2</c:v>
                </c:pt>
                <c:pt idx="8614">
                  <c:v>5.7908470493777564E-2</c:v>
                </c:pt>
                <c:pt idx="8615">
                  <c:v>5.79586511441188E-2</c:v>
                </c:pt>
                <c:pt idx="8616">
                  <c:v>5.770774789241262E-2</c:v>
                </c:pt>
                <c:pt idx="8617">
                  <c:v>5.7155760738659023E-2</c:v>
                </c:pt>
                <c:pt idx="8618">
                  <c:v>5.7005218787635314E-2</c:v>
                </c:pt>
                <c:pt idx="8619">
                  <c:v>5.7105580088318009E-2</c:v>
                </c:pt>
                <c:pt idx="8620">
                  <c:v>5.6804496186270592E-2</c:v>
                </c:pt>
                <c:pt idx="8621">
                  <c:v>5.6854676836611828E-2</c:v>
                </c:pt>
                <c:pt idx="8622">
                  <c:v>5.6653954235246884E-2</c:v>
                </c:pt>
                <c:pt idx="8623">
                  <c:v>5.5951425130469801E-2</c:v>
                </c:pt>
                <c:pt idx="8624">
                  <c:v>5.5098354074668787E-2</c:v>
                </c:pt>
                <c:pt idx="8625">
                  <c:v>5.5399437976716204E-2</c:v>
                </c:pt>
                <c:pt idx="8626">
                  <c:v>5.5549979927739912E-2</c:v>
                </c:pt>
                <c:pt idx="8627">
                  <c:v>5.4897631473303843E-2</c:v>
                </c:pt>
                <c:pt idx="8628">
                  <c:v>5.5600160578081148E-2</c:v>
                </c:pt>
                <c:pt idx="8629">
                  <c:v>5.5499799277398676E-2</c:v>
                </c:pt>
                <c:pt idx="8630">
                  <c:v>5.5600160578081148E-2</c:v>
                </c:pt>
                <c:pt idx="8631">
                  <c:v>5.5349257326374968E-2</c:v>
                </c:pt>
                <c:pt idx="8632">
                  <c:v>5.5600160578081148E-2</c:v>
                </c:pt>
                <c:pt idx="8633">
                  <c:v>5.5549979927739912E-2</c:v>
                </c:pt>
                <c:pt idx="8634">
                  <c:v>5.5650341228422384E-2</c:v>
                </c:pt>
                <c:pt idx="8635">
                  <c:v>5.5198715375351259E-2</c:v>
                </c:pt>
                <c:pt idx="8636">
                  <c:v>5.5349257326374968E-2</c:v>
                </c:pt>
                <c:pt idx="8637">
                  <c:v>5.5299076676033732E-2</c:v>
                </c:pt>
                <c:pt idx="8638">
                  <c:v>5.5299076676033732E-2</c:v>
                </c:pt>
                <c:pt idx="8639">
                  <c:v>5.570052187876362E-2</c:v>
                </c:pt>
                <c:pt idx="8640">
                  <c:v>5.5248896025692495E-2</c:v>
                </c:pt>
                <c:pt idx="8641">
                  <c:v>5.5349257326374968E-2</c:v>
                </c:pt>
                <c:pt idx="8642">
                  <c:v>5.4847450822962607E-2</c:v>
                </c:pt>
                <c:pt idx="8643">
                  <c:v>5.544961862705744E-2</c:v>
                </c:pt>
                <c:pt idx="8644">
                  <c:v>5.5851063829787106E-2</c:v>
                </c:pt>
                <c:pt idx="8645">
                  <c:v>5.5499799277398676E-2</c:v>
                </c:pt>
                <c:pt idx="8646">
                  <c:v>5.5901244480128343E-2</c:v>
                </c:pt>
                <c:pt idx="8647">
                  <c:v>5.6101967081493509E-2</c:v>
                </c:pt>
                <c:pt idx="8648">
                  <c:v>5.6603773584905648E-2</c:v>
                </c:pt>
                <c:pt idx="8649">
                  <c:v>5.7256122039341717E-2</c:v>
                </c:pt>
                <c:pt idx="8650">
                  <c:v>5.6804496186270592E-2</c:v>
                </c:pt>
                <c:pt idx="8651">
                  <c:v>5.7005218787635314E-2</c:v>
                </c:pt>
                <c:pt idx="8652">
                  <c:v>5.7005218787635314E-2</c:v>
                </c:pt>
                <c:pt idx="8653">
                  <c:v>5.69550381372943E-2</c:v>
                </c:pt>
                <c:pt idx="8654">
                  <c:v>5.7306302689682731E-2</c:v>
                </c:pt>
                <c:pt idx="8655">
                  <c:v>5.7205941389000481E-2</c:v>
                </c:pt>
                <c:pt idx="8656">
                  <c:v>5.6854676836611828E-2</c:v>
                </c:pt>
                <c:pt idx="8657">
                  <c:v>5.6754315535929356E-2</c:v>
                </c:pt>
                <c:pt idx="8658">
                  <c:v>5.670413488558812E-2</c:v>
                </c:pt>
                <c:pt idx="8659">
                  <c:v>5.6653954235246884E-2</c:v>
                </c:pt>
                <c:pt idx="8660">
                  <c:v>5.6754315535929356E-2</c:v>
                </c:pt>
                <c:pt idx="8661">
                  <c:v>5.6754315535929356E-2</c:v>
                </c:pt>
                <c:pt idx="8662">
                  <c:v>5.6804496186270592E-2</c:v>
                </c:pt>
                <c:pt idx="8663">
                  <c:v>5.6754315535929356E-2</c:v>
                </c:pt>
                <c:pt idx="8664">
                  <c:v>5.6051786431152051E-2</c:v>
                </c:pt>
                <c:pt idx="8665">
                  <c:v>5.6904857486953064E-2</c:v>
                </c:pt>
                <c:pt idx="8666">
                  <c:v>5.6352870333199467E-2</c:v>
                </c:pt>
                <c:pt idx="8667">
                  <c:v>5.7005218787635314E-2</c:v>
                </c:pt>
                <c:pt idx="8668">
                  <c:v>5.6804496186270592E-2</c:v>
                </c:pt>
                <c:pt idx="8669">
                  <c:v>5.670413488558812E-2</c:v>
                </c:pt>
                <c:pt idx="8670">
                  <c:v>5.6904857486953064E-2</c:v>
                </c:pt>
                <c:pt idx="8671">
                  <c:v>5.6302689682858231E-2</c:v>
                </c:pt>
                <c:pt idx="8672">
                  <c:v>5.6904857486953064E-2</c:v>
                </c:pt>
                <c:pt idx="8673">
                  <c:v>5.6403050983540703E-2</c:v>
                </c:pt>
                <c:pt idx="8674">
                  <c:v>5.645323163388194E-2</c:v>
                </c:pt>
                <c:pt idx="8675">
                  <c:v>5.6854676836611828E-2</c:v>
                </c:pt>
                <c:pt idx="8676">
                  <c:v>5.6653954235246884E-2</c:v>
                </c:pt>
                <c:pt idx="8677">
                  <c:v>5.6503412284223176E-2</c:v>
                </c:pt>
                <c:pt idx="8678">
                  <c:v>5.6352870333199467E-2</c:v>
                </c:pt>
                <c:pt idx="8679">
                  <c:v>5.6754315535929356E-2</c:v>
                </c:pt>
                <c:pt idx="8680">
                  <c:v>5.6854676836611828E-2</c:v>
                </c:pt>
                <c:pt idx="8681">
                  <c:v>5.6904857486953064E-2</c:v>
                </c:pt>
                <c:pt idx="8682">
                  <c:v>5.6653954235246884E-2</c:v>
                </c:pt>
                <c:pt idx="8683">
                  <c:v>5.6403050983540703E-2</c:v>
                </c:pt>
                <c:pt idx="8684">
                  <c:v>5.5851063829787106E-2</c:v>
                </c:pt>
                <c:pt idx="8685">
                  <c:v>5.5951425130469801E-2</c:v>
                </c:pt>
                <c:pt idx="8686">
                  <c:v>5.5901244480128343E-2</c:v>
                </c:pt>
                <c:pt idx="8687">
                  <c:v>5.5851063829787106E-2</c:v>
                </c:pt>
                <c:pt idx="8688">
                  <c:v>5.5650341228422384E-2</c:v>
                </c:pt>
                <c:pt idx="8689">
                  <c:v>5.570052187876362E-2</c:v>
                </c:pt>
                <c:pt idx="8690">
                  <c:v>5.5499799277398676E-2</c:v>
                </c:pt>
                <c:pt idx="8691">
                  <c:v>5.5499799277398676E-2</c:v>
                </c:pt>
                <c:pt idx="8692">
                  <c:v>5.6101967081493509E-2</c:v>
                </c:pt>
                <c:pt idx="8693">
                  <c:v>5.6001605780810815E-2</c:v>
                </c:pt>
                <c:pt idx="8694">
                  <c:v>5.5851063829787106E-2</c:v>
                </c:pt>
                <c:pt idx="8695">
                  <c:v>5.5800883179446092E-2</c:v>
                </c:pt>
                <c:pt idx="8696">
                  <c:v>5.5851063829787106E-2</c:v>
                </c:pt>
                <c:pt idx="8697">
                  <c:v>5.544961862705744E-2</c:v>
                </c:pt>
                <c:pt idx="8698">
                  <c:v>5.5499799277398676E-2</c:v>
                </c:pt>
                <c:pt idx="8699">
                  <c:v>5.5851063829787106E-2</c:v>
                </c:pt>
                <c:pt idx="8700">
                  <c:v>5.5349257326374968E-2</c:v>
                </c:pt>
                <c:pt idx="8701">
                  <c:v>5.5951425130469801E-2</c:v>
                </c:pt>
                <c:pt idx="8702">
                  <c:v>5.5600160578081148E-2</c:v>
                </c:pt>
                <c:pt idx="8703">
                  <c:v>5.6152147731834523E-2</c:v>
                </c:pt>
                <c:pt idx="8704">
                  <c:v>5.5349257326374968E-2</c:v>
                </c:pt>
                <c:pt idx="8705">
                  <c:v>5.5399437976716204E-2</c:v>
                </c:pt>
                <c:pt idx="8706">
                  <c:v>5.5399437976716204E-2</c:v>
                </c:pt>
                <c:pt idx="8707">
                  <c:v>5.5800883179446092E-2</c:v>
                </c:pt>
                <c:pt idx="8708">
                  <c:v>5.5248896025692495E-2</c:v>
                </c:pt>
                <c:pt idx="8709">
                  <c:v>5.4696908871938898E-2</c:v>
                </c:pt>
                <c:pt idx="8710">
                  <c:v>5.4446005620232718E-2</c:v>
                </c:pt>
                <c:pt idx="8711">
                  <c:v>5.4546366920915412E-2</c:v>
                </c:pt>
                <c:pt idx="8712">
                  <c:v>5.4446005620232718E-2</c:v>
                </c:pt>
                <c:pt idx="8713">
                  <c:v>5.3743476515455635E-2</c:v>
                </c:pt>
                <c:pt idx="8714">
                  <c:v>5.4496186270573954E-2</c:v>
                </c:pt>
                <c:pt idx="8715">
                  <c:v>5.4144921718185524E-2</c:v>
                </c:pt>
                <c:pt idx="8716">
                  <c:v>5.4144921718185524E-2</c:v>
                </c:pt>
                <c:pt idx="8717">
                  <c:v>5.3743476515455635E-2</c:v>
                </c:pt>
                <c:pt idx="8718">
                  <c:v>5.4144921718185524E-2</c:v>
                </c:pt>
                <c:pt idx="8719">
                  <c:v>5.3843837816138107E-2</c:v>
                </c:pt>
                <c:pt idx="8720">
                  <c:v>5.4345644319550468E-2</c:v>
                </c:pt>
                <c:pt idx="8721">
                  <c:v>5.3944199116820579E-2</c:v>
                </c:pt>
                <c:pt idx="8722">
                  <c:v>5.3492573263749454E-2</c:v>
                </c:pt>
                <c:pt idx="8723">
                  <c:v>5.4446005620232718E-2</c:v>
                </c:pt>
                <c:pt idx="8724">
                  <c:v>5.4044560417503051E-2</c:v>
                </c:pt>
                <c:pt idx="8725">
                  <c:v>5.3693295865114399E-2</c:v>
                </c:pt>
                <c:pt idx="8726">
                  <c:v>5.3944199116820579E-2</c:v>
                </c:pt>
                <c:pt idx="8727">
                  <c:v>5.4345644319550468E-2</c:v>
                </c:pt>
                <c:pt idx="8728">
                  <c:v>5.3643115214773163E-2</c:v>
                </c:pt>
                <c:pt idx="8729">
                  <c:v>5.419510236852676E-2</c:v>
                </c:pt>
                <c:pt idx="8730">
                  <c:v>5.4646728221597662E-2</c:v>
                </c:pt>
                <c:pt idx="8731">
                  <c:v>5.4345644319550468E-2</c:v>
                </c:pt>
                <c:pt idx="8732">
                  <c:v>5.4496186270573954E-2</c:v>
                </c:pt>
                <c:pt idx="8733">
                  <c:v>5.4496186270573954E-2</c:v>
                </c:pt>
                <c:pt idx="8734">
                  <c:v>5.4546366920915412E-2</c:v>
                </c:pt>
                <c:pt idx="8735">
                  <c:v>5.4245283018867996E-2</c:v>
                </c:pt>
                <c:pt idx="8736">
                  <c:v>5.4847450822962607E-2</c:v>
                </c:pt>
                <c:pt idx="8737">
                  <c:v>5.4696908871938898E-2</c:v>
                </c:pt>
                <c:pt idx="8738">
                  <c:v>5.4546366920915412E-2</c:v>
                </c:pt>
                <c:pt idx="8739">
                  <c:v>5.4897631473303843E-2</c:v>
                </c:pt>
                <c:pt idx="8740">
                  <c:v>5.4446005620232718E-2</c:v>
                </c:pt>
                <c:pt idx="8741">
                  <c:v>5.4596547571256426E-2</c:v>
                </c:pt>
                <c:pt idx="8742">
                  <c:v>5.4596547571256426E-2</c:v>
                </c:pt>
                <c:pt idx="8743">
                  <c:v>5.429546366920901E-2</c:v>
                </c:pt>
                <c:pt idx="8744">
                  <c:v>5.4345644319550468E-2</c:v>
                </c:pt>
                <c:pt idx="8745">
                  <c:v>5.4947812123645079E-2</c:v>
                </c:pt>
                <c:pt idx="8746">
                  <c:v>5.429546366920901E-2</c:v>
                </c:pt>
                <c:pt idx="8747">
                  <c:v>5.4997992773986315E-2</c:v>
                </c:pt>
                <c:pt idx="8748">
                  <c:v>5.4446005620232718E-2</c:v>
                </c:pt>
                <c:pt idx="8749">
                  <c:v>5.4094741067844287E-2</c:v>
                </c:pt>
                <c:pt idx="8750">
                  <c:v>5.4646728221597662E-2</c:v>
                </c:pt>
                <c:pt idx="8751">
                  <c:v>5.4345644319550468E-2</c:v>
                </c:pt>
                <c:pt idx="8752">
                  <c:v>5.4496186270573954E-2</c:v>
                </c:pt>
                <c:pt idx="8753">
                  <c:v>5.4546366920915412E-2</c:v>
                </c:pt>
                <c:pt idx="8754">
                  <c:v>5.429546366920901E-2</c:v>
                </c:pt>
                <c:pt idx="8755">
                  <c:v>5.4044560417503051E-2</c:v>
                </c:pt>
                <c:pt idx="8756">
                  <c:v>5.3994379767161815E-2</c:v>
                </c:pt>
                <c:pt idx="8757">
                  <c:v>5.419510236852676E-2</c:v>
                </c:pt>
                <c:pt idx="8758">
                  <c:v>5.4094741067844287E-2</c:v>
                </c:pt>
                <c:pt idx="8759">
                  <c:v>5.4546366920915412E-2</c:v>
                </c:pt>
                <c:pt idx="8760">
                  <c:v>5.4094741067844287E-2</c:v>
                </c:pt>
                <c:pt idx="8761">
                  <c:v>5.4094741067844287E-2</c:v>
                </c:pt>
                <c:pt idx="8762">
                  <c:v>5.3894018466479343E-2</c:v>
                </c:pt>
                <c:pt idx="8763">
                  <c:v>5.3743476515455635E-2</c:v>
                </c:pt>
                <c:pt idx="8764">
                  <c:v>5.3944199116820579E-2</c:v>
                </c:pt>
                <c:pt idx="8765">
                  <c:v>5.3693295865114399E-2</c:v>
                </c:pt>
                <c:pt idx="8766">
                  <c:v>5.3843837816138107E-2</c:v>
                </c:pt>
                <c:pt idx="8767">
                  <c:v>5.3944199116820579E-2</c:v>
                </c:pt>
                <c:pt idx="8768">
                  <c:v>5.3743476515455635E-2</c:v>
                </c:pt>
                <c:pt idx="8769">
                  <c:v>5.3342031312725746E-2</c:v>
                </c:pt>
                <c:pt idx="8770">
                  <c:v>5.3693295865114399E-2</c:v>
                </c:pt>
                <c:pt idx="8771">
                  <c:v>5.2990766760337316E-2</c:v>
                </c:pt>
                <c:pt idx="8772">
                  <c:v>5.3994379767161815E-2</c:v>
                </c:pt>
                <c:pt idx="8773">
                  <c:v>5.3542753914090691E-2</c:v>
                </c:pt>
                <c:pt idx="8774">
                  <c:v>5.419510236852676E-2</c:v>
                </c:pt>
                <c:pt idx="8775">
                  <c:v>5.419510236852676E-2</c:v>
                </c:pt>
                <c:pt idx="8776">
                  <c:v>5.4094741067844287E-2</c:v>
                </c:pt>
                <c:pt idx="8777">
                  <c:v>5.3693295865114399E-2</c:v>
                </c:pt>
                <c:pt idx="8778">
                  <c:v>5.3994379767161815E-2</c:v>
                </c:pt>
                <c:pt idx="8779">
                  <c:v>5.3944199116820579E-2</c:v>
                </c:pt>
                <c:pt idx="8780">
                  <c:v>5.419510236852676E-2</c:v>
                </c:pt>
                <c:pt idx="8781">
                  <c:v>5.3442392613408218E-2</c:v>
                </c:pt>
                <c:pt idx="8782">
                  <c:v>5.3994379767161815E-2</c:v>
                </c:pt>
                <c:pt idx="8783">
                  <c:v>5.4446005620232718E-2</c:v>
                </c:pt>
                <c:pt idx="8784">
                  <c:v>5.4596547571256426E-2</c:v>
                </c:pt>
                <c:pt idx="8785">
                  <c:v>5.4646728221597662E-2</c:v>
                </c:pt>
                <c:pt idx="8786">
                  <c:v>5.4546366920915412E-2</c:v>
                </c:pt>
                <c:pt idx="8787">
                  <c:v>5.4546366920915412E-2</c:v>
                </c:pt>
                <c:pt idx="8788">
                  <c:v>5.4797270172621371E-2</c:v>
                </c:pt>
                <c:pt idx="8789">
                  <c:v>5.5248896025692495E-2</c:v>
                </c:pt>
                <c:pt idx="8790">
                  <c:v>5.4696908871938898E-2</c:v>
                </c:pt>
                <c:pt idx="8791">
                  <c:v>5.4696908871938898E-2</c:v>
                </c:pt>
                <c:pt idx="8792">
                  <c:v>5.4496186270573954E-2</c:v>
                </c:pt>
                <c:pt idx="8793">
                  <c:v>5.4245283018867996E-2</c:v>
                </c:pt>
                <c:pt idx="8794">
                  <c:v>5.4646728221597662E-2</c:v>
                </c:pt>
                <c:pt idx="8795">
                  <c:v>5.4747089522280135E-2</c:v>
                </c:pt>
                <c:pt idx="8796">
                  <c:v>5.4496186270573954E-2</c:v>
                </c:pt>
                <c:pt idx="8797">
                  <c:v>5.4947812123645079E-2</c:v>
                </c:pt>
                <c:pt idx="8798">
                  <c:v>5.4847450822962607E-2</c:v>
                </c:pt>
                <c:pt idx="8799">
                  <c:v>5.4245283018867996E-2</c:v>
                </c:pt>
                <c:pt idx="8800">
                  <c:v>5.4496186270573954E-2</c:v>
                </c:pt>
                <c:pt idx="8801">
                  <c:v>5.4546366920915412E-2</c:v>
                </c:pt>
                <c:pt idx="8802">
                  <c:v>5.4847450822962607E-2</c:v>
                </c:pt>
                <c:pt idx="8803">
                  <c:v>5.5248896025692495E-2</c:v>
                </c:pt>
                <c:pt idx="8804">
                  <c:v>5.4897631473303843E-2</c:v>
                </c:pt>
                <c:pt idx="8805">
                  <c:v>5.5048173424327551E-2</c:v>
                </c:pt>
                <c:pt idx="8806">
                  <c:v>5.4897631473303843E-2</c:v>
                </c:pt>
                <c:pt idx="8807">
                  <c:v>5.4546366920915412E-2</c:v>
                </c:pt>
                <c:pt idx="8808">
                  <c:v>5.4496186270573954E-2</c:v>
                </c:pt>
                <c:pt idx="8809">
                  <c:v>5.5148534725010023E-2</c:v>
                </c:pt>
                <c:pt idx="8810">
                  <c:v>5.4897631473303843E-2</c:v>
                </c:pt>
                <c:pt idx="8811">
                  <c:v>5.4947812123645079E-2</c:v>
                </c:pt>
                <c:pt idx="8812">
                  <c:v>5.4997992773986315E-2</c:v>
                </c:pt>
                <c:pt idx="8813">
                  <c:v>5.5198715375351259E-2</c:v>
                </c:pt>
                <c:pt idx="8814">
                  <c:v>5.4144921718185524E-2</c:v>
                </c:pt>
                <c:pt idx="8815">
                  <c:v>5.4245283018867996E-2</c:v>
                </c:pt>
                <c:pt idx="8816">
                  <c:v>5.4245283018867996E-2</c:v>
                </c:pt>
                <c:pt idx="8817">
                  <c:v>5.4345644319550468E-2</c:v>
                </c:pt>
                <c:pt idx="8818">
                  <c:v>5.3944199116820579E-2</c:v>
                </c:pt>
                <c:pt idx="8819">
                  <c:v>5.3793657165796871E-2</c:v>
                </c:pt>
                <c:pt idx="8820">
                  <c:v>5.4044560417503051E-2</c:v>
                </c:pt>
                <c:pt idx="8821">
                  <c:v>5.3392211963066982E-2</c:v>
                </c:pt>
                <c:pt idx="8822">
                  <c:v>5.3693295865114399E-2</c:v>
                </c:pt>
                <c:pt idx="8823">
                  <c:v>5.3693295865114399E-2</c:v>
                </c:pt>
                <c:pt idx="8824">
                  <c:v>5.3843837816138107E-2</c:v>
                </c:pt>
                <c:pt idx="8825">
                  <c:v>5.3944199116820579E-2</c:v>
                </c:pt>
                <c:pt idx="8826">
                  <c:v>5.3944199116820579E-2</c:v>
                </c:pt>
                <c:pt idx="8827">
                  <c:v>5.3843837816138107E-2</c:v>
                </c:pt>
                <c:pt idx="8828">
                  <c:v>5.329185066238451E-2</c:v>
                </c:pt>
                <c:pt idx="8829">
                  <c:v>5.4094741067844287E-2</c:v>
                </c:pt>
                <c:pt idx="8830">
                  <c:v>5.4094741067844287E-2</c:v>
                </c:pt>
                <c:pt idx="8831">
                  <c:v>5.3643115214773163E-2</c:v>
                </c:pt>
                <c:pt idx="8832">
                  <c:v>5.3994379767161815E-2</c:v>
                </c:pt>
                <c:pt idx="8833">
                  <c:v>5.3392211963066982E-2</c:v>
                </c:pt>
                <c:pt idx="8834">
                  <c:v>5.3492573263749454E-2</c:v>
                </c:pt>
                <c:pt idx="8835">
                  <c:v>5.3241670012043274E-2</c:v>
                </c:pt>
                <c:pt idx="8836">
                  <c:v>5.3392211963066982E-2</c:v>
                </c:pt>
                <c:pt idx="8837">
                  <c:v>5.2739863508631135E-2</c:v>
                </c:pt>
                <c:pt idx="8838">
                  <c:v>5.2840224809313607E-2</c:v>
                </c:pt>
                <c:pt idx="8839">
                  <c:v>5.2840224809313607E-2</c:v>
                </c:pt>
                <c:pt idx="8840">
                  <c:v>5.3141308711361024E-2</c:v>
                </c:pt>
                <c:pt idx="8841">
                  <c:v>5.329185066238451E-2</c:v>
                </c:pt>
                <c:pt idx="8842">
                  <c:v>5.2790044158972371E-2</c:v>
                </c:pt>
                <c:pt idx="8843">
                  <c:v>5.294058610999608E-2</c:v>
                </c:pt>
                <c:pt idx="8844">
                  <c:v>5.2689682858289899E-2</c:v>
                </c:pt>
                <c:pt idx="8845">
                  <c:v>5.2890405459654621E-2</c:v>
                </c:pt>
                <c:pt idx="8846">
                  <c:v>5.2488960256924955E-2</c:v>
                </c:pt>
                <c:pt idx="8847">
                  <c:v>5.2689682858289899E-2</c:v>
                </c:pt>
                <c:pt idx="8848">
                  <c:v>5.2488960256924955E-2</c:v>
                </c:pt>
                <c:pt idx="8849">
                  <c:v>5.2488960256924955E-2</c:v>
                </c:pt>
                <c:pt idx="8850">
                  <c:v>5.2589321557607427E-2</c:v>
                </c:pt>
                <c:pt idx="8851">
                  <c:v>5.2488960256924955E-2</c:v>
                </c:pt>
                <c:pt idx="8852">
                  <c:v>5.2438779606583719E-2</c:v>
                </c:pt>
                <c:pt idx="8853">
                  <c:v>5.2840224809313607E-2</c:v>
                </c:pt>
                <c:pt idx="8854">
                  <c:v>5.2488960256924955E-2</c:v>
                </c:pt>
                <c:pt idx="8855">
                  <c:v>5.2338418305901246E-2</c:v>
                </c:pt>
                <c:pt idx="8856">
                  <c:v>5.2739863508631135E-2</c:v>
                </c:pt>
                <c:pt idx="8857">
                  <c:v>5.2739863508631135E-2</c:v>
                </c:pt>
                <c:pt idx="8858">
                  <c:v>5.2639502207948663E-2</c:v>
                </c:pt>
                <c:pt idx="8859">
                  <c:v>5.2739863508631135E-2</c:v>
                </c:pt>
                <c:pt idx="8860">
                  <c:v>5.2137695704536302E-2</c:v>
                </c:pt>
                <c:pt idx="8861">
                  <c:v>5.2338418305901246E-2</c:v>
                </c:pt>
                <c:pt idx="8862">
                  <c:v>5.2539140907266191E-2</c:v>
                </c:pt>
                <c:pt idx="8863">
                  <c:v>5.2739863508631135E-2</c:v>
                </c:pt>
                <c:pt idx="8864">
                  <c:v>5.2338418305901246E-2</c:v>
                </c:pt>
                <c:pt idx="8865">
                  <c:v>5.2689682858289899E-2</c:v>
                </c:pt>
                <c:pt idx="8866">
                  <c:v>5.2840224809313607E-2</c:v>
                </c:pt>
                <c:pt idx="8867">
                  <c:v>5.329185066238451E-2</c:v>
                </c:pt>
                <c:pt idx="8868">
                  <c:v>5.2689682858289899E-2</c:v>
                </c:pt>
                <c:pt idx="8869">
                  <c:v>5.2790044158972371E-2</c:v>
                </c:pt>
                <c:pt idx="8870">
                  <c:v>5.2890405459654621E-2</c:v>
                </c:pt>
                <c:pt idx="8871">
                  <c:v>5.294058610999608E-2</c:v>
                </c:pt>
                <c:pt idx="8872">
                  <c:v>5.3592934564431927E-2</c:v>
                </c:pt>
                <c:pt idx="8873">
                  <c:v>5.3091128061019788E-2</c:v>
                </c:pt>
                <c:pt idx="8874">
                  <c:v>5.2890405459654621E-2</c:v>
                </c:pt>
                <c:pt idx="8875">
                  <c:v>5.3542753914090691E-2</c:v>
                </c:pt>
                <c:pt idx="8876">
                  <c:v>5.2890405459654621E-2</c:v>
                </c:pt>
                <c:pt idx="8877">
                  <c:v>5.2589321557607427E-2</c:v>
                </c:pt>
                <c:pt idx="8878">
                  <c:v>5.2890405459654621E-2</c:v>
                </c:pt>
                <c:pt idx="8879">
                  <c:v>5.304094741067833E-2</c:v>
                </c:pt>
                <c:pt idx="8880">
                  <c:v>5.3542753914090691E-2</c:v>
                </c:pt>
                <c:pt idx="8881">
                  <c:v>5.3342031312725746E-2</c:v>
                </c:pt>
                <c:pt idx="8882">
                  <c:v>5.3592934564431927E-2</c:v>
                </c:pt>
                <c:pt idx="8883">
                  <c:v>5.3793657165796871E-2</c:v>
                </c:pt>
                <c:pt idx="8884">
                  <c:v>5.3843837816138107E-2</c:v>
                </c:pt>
                <c:pt idx="8885">
                  <c:v>5.3091128061019788E-2</c:v>
                </c:pt>
                <c:pt idx="8886">
                  <c:v>5.3693295865114399E-2</c:v>
                </c:pt>
                <c:pt idx="8887">
                  <c:v>5.3342031312725746E-2</c:v>
                </c:pt>
                <c:pt idx="8888">
                  <c:v>5.3693295865114399E-2</c:v>
                </c:pt>
                <c:pt idx="8889">
                  <c:v>5.3894018466479343E-2</c:v>
                </c:pt>
                <c:pt idx="8890">
                  <c:v>5.4044560417503051E-2</c:v>
                </c:pt>
                <c:pt idx="8891">
                  <c:v>5.3693295865114399E-2</c:v>
                </c:pt>
                <c:pt idx="8892">
                  <c:v>5.4144921718185524E-2</c:v>
                </c:pt>
                <c:pt idx="8893">
                  <c:v>5.419510236852676E-2</c:v>
                </c:pt>
                <c:pt idx="8894">
                  <c:v>5.3693295865114399E-2</c:v>
                </c:pt>
                <c:pt idx="8895">
                  <c:v>5.3643115214773163E-2</c:v>
                </c:pt>
                <c:pt idx="8896">
                  <c:v>5.3793657165796871E-2</c:v>
                </c:pt>
                <c:pt idx="8897">
                  <c:v>5.419510236852676E-2</c:v>
                </c:pt>
                <c:pt idx="8898">
                  <c:v>5.4696908871938898E-2</c:v>
                </c:pt>
                <c:pt idx="8899">
                  <c:v>5.4345644319550468E-2</c:v>
                </c:pt>
                <c:pt idx="8900">
                  <c:v>5.4094741067844287E-2</c:v>
                </c:pt>
                <c:pt idx="8901">
                  <c:v>5.4696908871938898E-2</c:v>
                </c:pt>
                <c:pt idx="8902">
                  <c:v>5.419510236852676E-2</c:v>
                </c:pt>
                <c:pt idx="8903">
                  <c:v>5.3843837816138107E-2</c:v>
                </c:pt>
                <c:pt idx="8904">
                  <c:v>5.4546366920915412E-2</c:v>
                </c:pt>
                <c:pt idx="8905">
                  <c:v>5.4546366920915412E-2</c:v>
                </c:pt>
                <c:pt idx="8906">
                  <c:v>5.429546366920901E-2</c:v>
                </c:pt>
                <c:pt idx="8907">
                  <c:v>5.4245283018867996E-2</c:v>
                </c:pt>
                <c:pt idx="8908">
                  <c:v>5.4546366920915412E-2</c:v>
                </c:pt>
                <c:pt idx="8909">
                  <c:v>5.3894018466479343E-2</c:v>
                </c:pt>
                <c:pt idx="8910">
                  <c:v>5.4646728221597662E-2</c:v>
                </c:pt>
                <c:pt idx="8911">
                  <c:v>5.4646728221597662E-2</c:v>
                </c:pt>
                <c:pt idx="8912">
                  <c:v>5.4596547571256426E-2</c:v>
                </c:pt>
                <c:pt idx="8913">
                  <c:v>5.4446005620232718E-2</c:v>
                </c:pt>
                <c:pt idx="8914">
                  <c:v>5.4847450822962607E-2</c:v>
                </c:pt>
                <c:pt idx="8915">
                  <c:v>5.5048173424327551E-2</c:v>
                </c:pt>
                <c:pt idx="8916">
                  <c:v>5.5098354074668787E-2</c:v>
                </c:pt>
                <c:pt idx="8917">
                  <c:v>5.5148534725010023E-2</c:v>
                </c:pt>
                <c:pt idx="8918">
                  <c:v>5.5299076676033732E-2</c:v>
                </c:pt>
                <c:pt idx="8919">
                  <c:v>5.5198715375351259E-2</c:v>
                </c:pt>
                <c:pt idx="8920">
                  <c:v>5.5349257326374968E-2</c:v>
                </c:pt>
                <c:pt idx="8921">
                  <c:v>5.4997992773986315E-2</c:v>
                </c:pt>
                <c:pt idx="8922">
                  <c:v>5.5248896025692495E-2</c:v>
                </c:pt>
                <c:pt idx="8923">
                  <c:v>5.5399437976716204E-2</c:v>
                </c:pt>
                <c:pt idx="8924">
                  <c:v>5.5098354074668787E-2</c:v>
                </c:pt>
                <c:pt idx="8925">
                  <c:v>5.5499799277398676E-2</c:v>
                </c:pt>
                <c:pt idx="8926">
                  <c:v>5.4997992773986315E-2</c:v>
                </c:pt>
                <c:pt idx="8927">
                  <c:v>5.5148534725010023E-2</c:v>
                </c:pt>
                <c:pt idx="8928">
                  <c:v>5.5499799277398676E-2</c:v>
                </c:pt>
                <c:pt idx="8929">
                  <c:v>5.4897631473303843E-2</c:v>
                </c:pt>
                <c:pt idx="8930">
                  <c:v>5.4496186270573954E-2</c:v>
                </c:pt>
                <c:pt idx="8931">
                  <c:v>5.4646728221597662E-2</c:v>
                </c:pt>
                <c:pt idx="8932">
                  <c:v>5.4696908871938898E-2</c:v>
                </c:pt>
                <c:pt idx="8933">
                  <c:v>5.5098354074668787E-2</c:v>
                </c:pt>
                <c:pt idx="8934">
                  <c:v>5.5098354074668787E-2</c:v>
                </c:pt>
                <c:pt idx="8935">
                  <c:v>5.5098354074668787E-2</c:v>
                </c:pt>
                <c:pt idx="8936">
                  <c:v>5.5248896025692495E-2</c:v>
                </c:pt>
                <c:pt idx="8937">
                  <c:v>5.5148534725010023E-2</c:v>
                </c:pt>
                <c:pt idx="8938">
                  <c:v>5.5148534725010023E-2</c:v>
                </c:pt>
                <c:pt idx="8939">
                  <c:v>5.5098354074668787E-2</c:v>
                </c:pt>
                <c:pt idx="8940">
                  <c:v>5.4947812123645079E-2</c:v>
                </c:pt>
                <c:pt idx="8941">
                  <c:v>5.5148534725010023E-2</c:v>
                </c:pt>
                <c:pt idx="8942">
                  <c:v>5.4747089522280135E-2</c:v>
                </c:pt>
                <c:pt idx="8943">
                  <c:v>5.4847450822962607E-2</c:v>
                </c:pt>
                <c:pt idx="8944">
                  <c:v>5.5349257326374968E-2</c:v>
                </c:pt>
                <c:pt idx="8945">
                  <c:v>5.4395824969891704E-2</c:v>
                </c:pt>
                <c:pt idx="8946">
                  <c:v>5.5148534725010023E-2</c:v>
                </c:pt>
                <c:pt idx="8947">
                  <c:v>5.4747089522280135E-2</c:v>
                </c:pt>
                <c:pt idx="8948">
                  <c:v>5.4696908871938898E-2</c:v>
                </c:pt>
                <c:pt idx="8949">
                  <c:v>5.4997992773986315E-2</c:v>
                </c:pt>
                <c:pt idx="8950">
                  <c:v>5.4596547571256426E-2</c:v>
                </c:pt>
                <c:pt idx="8951">
                  <c:v>5.5198715375351259E-2</c:v>
                </c:pt>
                <c:pt idx="8952">
                  <c:v>5.4897631473303843E-2</c:v>
                </c:pt>
                <c:pt idx="8953">
                  <c:v>5.5198715375351259E-2</c:v>
                </c:pt>
                <c:pt idx="8954">
                  <c:v>5.5198715375351259E-2</c:v>
                </c:pt>
                <c:pt idx="8955">
                  <c:v>5.5198715375351259E-2</c:v>
                </c:pt>
                <c:pt idx="8956">
                  <c:v>5.5098354074668787E-2</c:v>
                </c:pt>
                <c:pt idx="8957">
                  <c:v>5.5048173424327551E-2</c:v>
                </c:pt>
                <c:pt idx="8958">
                  <c:v>5.4646728221597662E-2</c:v>
                </c:pt>
                <c:pt idx="8959">
                  <c:v>5.5098354074668787E-2</c:v>
                </c:pt>
                <c:pt idx="8960">
                  <c:v>5.5299076676033732E-2</c:v>
                </c:pt>
                <c:pt idx="8961">
                  <c:v>5.544961862705744E-2</c:v>
                </c:pt>
                <c:pt idx="8962">
                  <c:v>5.5299076676033732E-2</c:v>
                </c:pt>
                <c:pt idx="8963">
                  <c:v>5.5499799277398676E-2</c:v>
                </c:pt>
                <c:pt idx="8964">
                  <c:v>5.5600160578081148E-2</c:v>
                </c:pt>
                <c:pt idx="8965">
                  <c:v>5.544961862705744E-2</c:v>
                </c:pt>
                <c:pt idx="8966">
                  <c:v>5.4997992773986315E-2</c:v>
                </c:pt>
                <c:pt idx="8967">
                  <c:v>5.544961862705744E-2</c:v>
                </c:pt>
                <c:pt idx="8968">
                  <c:v>5.5499799277398676E-2</c:v>
                </c:pt>
                <c:pt idx="8969">
                  <c:v>5.4997992773986315E-2</c:v>
                </c:pt>
                <c:pt idx="8970">
                  <c:v>5.5399437976716204E-2</c:v>
                </c:pt>
                <c:pt idx="8971">
                  <c:v>5.5198715375351259E-2</c:v>
                </c:pt>
                <c:pt idx="8972">
                  <c:v>5.5600160578081148E-2</c:v>
                </c:pt>
                <c:pt idx="8973">
                  <c:v>5.5499799277398676E-2</c:v>
                </c:pt>
                <c:pt idx="8974">
                  <c:v>5.5198715375351259E-2</c:v>
                </c:pt>
                <c:pt idx="8975">
                  <c:v>5.5399437976716204E-2</c:v>
                </c:pt>
                <c:pt idx="8976">
                  <c:v>5.5549979927739912E-2</c:v>
                </c:pt>
                <c:pt idx="8977">
                  <c:v>5.544961862705744E-2</c:v>
                </c:pt>
                <c:pt idx="8978">
                  <c:v>5.544961862705744E-2</c:v>
                </c:pt>
                <c:pt idx="8979">
                  <c:v>5.544961862705744E-2</c:v>
                </c:pt>
                <c:pt idx="8980">
                  <c:v>5.5600160578081148E-2</c:v>
                </c:pt>
                <c:pt idx="8981">
                  <c:v>5.5549979927739912E-2</c:v>
                </c:pt>
                <c:pt idx="8982">
                  <c:v>5.5851063829787106E-2</c:v>
                </c:pt>
                <c:pt idx="8983">
                  <c:v>5.5549979927739912E-2</c:v>
                </c:pt>
                <c:pt idx="8984">
                  <c:v>5.5750702529104634E-2</c:v>
                </c:pt>
                <c:pt idx="8985">
                  <c:v>5.5800883179446092E-2</c:v>
                </c:pt>
                <c:pt idx="8986">
                  <c:v>5.5901244480128343E-2</c:v>
                </c:pt>
                <c:pt idx="8987">
                  <c:v>5.570052187876362E-2</c:v>
                </c:pt>
                <c:pt idx="8988">
                  <c:v>5.4847450822962607E-2</c:v>
                </c:pt>
                <c:pt idx="8989">
                  <c:v>5.5549979927739912E-2</c:v>
                </c:pt>
                <c:pt idx="8990">
                  <c:v>5.5650341228422384E-2</c:v>
                </c:pt>
                <c:pt idx="8991">
                  <c:v>5.5600160578081148E-2</c:v>
                </c:pt>
                <c:pt idx="8992">
                  <c:v>5.5600160578081148E-2</c:v>
                </c:pt>
                <c:pt idx="8993">
                  <c:v>5.5901244480128343E-2</c:v>
                </c:pt>
                <c:pt idx="8994">
                  <c:v>5.5750702529104634E-2</c:v>
                </c:pt>
                <c:pt idx="8995">
                  <c:v>5.5650341228422384E-2</c:v>
                </c:pt>
                <c:pt idx="8996">
                  <c:v>5.544961862705744E-2</c:v>
                </c:pt>
                <c:pt idx="8997">
                  <c:v>5.4847450822962607E-2</c:v>
                </c:pt>
                <c:pt idx="8998">
                  <c:v>5.4696908871938898E-2</c:v>
                </c:pt>
                <c:pt idx="8999">
                  <c:v>5.4797270172621371E-2</c:v>
                </c:pt>
                <c:pt idx="9000">
                  <c:v>5.4797270172621371E-2</c:v>
                </c:pt>
                <c:pt idx="9001">
                  <c:v>5.4646728221597662E-2</c:v>
                </c:pt>
                <c:pt idx="9002">
                  <c:v>5.4947812123645079E-2</c:v>
                </c:pt>
                <c:pt idx="9003">
                  <c:v>5.4947812123645079E-2</c:v>
                </c:pt>
                <c:pt idx="9004">
                  <c:v>5.4446005620232718E-2</c:v>
                </c:pt>
                <c:pt idx="9005">
                  <c:v>5.4947812123645079E-2</c:v>
                </c:pt>
                <c:pt idx="9006">
                  <c:v>5.4847450822962607E-2</c:v>
                </c:pt>
                <c:pt idx="9007">
                  <c:v>5.4496186270573954E-2</c:v>
                </c:pt>
                <c:pt idx="9008">
                  <c:v>5.4446005620232718E-2</c:v>
                </c:pt>
                <c:pt idx="9009">
                  <c:v>5.4446005620232718E-2</c:v>
                </c:pt>
                <c:pt idx="9010">
                  <c:v>5.419510236852676E-2</c:v>
                </c:pt>
                <c:pt idx="9011">
                  <c:v>5.3442392613408218E-2</c:v>
                </c:pt>
                <c:pt idx="9012">
                  <c:v>5.3743476515455635E-2</c:v>
                </c:pt>
                <c:pt idx="9013">
                  <c:v>5.329185066238451E-2</c:v>
                </c:pt>
                <c:pt idx="9014">
                  <c:v>5.3592934564431927E-2</c:v>
                </c:pt>
                <c:pt idx="9015">
                  <c:v>5.3743476515455635E-2</c:v>
                </c:pt>
                <c:pt idx="9016">
                  <c:v>5.3592934564431927E-2</c:v>
                </c:pt>
                <c:pt idx="9017">
                  <c:v>5.3442392613408218E-2</c:v>
                </c:pt>
                <c:pt idx="9018">
                  <c:v>5.3191489361702038E-2</c:v>
                </c:pt>
                <c:pt idx="9019">
                  <c:v>5.3542753914090691E-2</c:v>
                </c:pt>
                <c:pt idx="9020">
                  <c:v>5.3592934564431927E-2</c:v>
                </c:pt>
                <c:pt idx="9021">
                  <c:v>5.3793657165796871E-2</c:v>
                </c:pt>
                <c:pt idx="9022">
                  <c:v>5.4496186270573954E-2</c:v>
                </c:pt>
                <c:pt idx="9023">
                  <c:v>5.3994379767161815E-2</c:v>
                </c:pt>
                <c:pt idx="9024">
                  <c:v>5.3643115214773163E-2</c:v>
                </c:pt>
                <c:pt idx="9025">
                  <c:v>5.4245283018867996E-2</c:v>
                </c:pt>
                <c:pt idx="9026">
                  <c:v>5.4044560417503051E-2</c:v>
                </c:pt>
                <c:pt idx="9027">
                  <c:v>5.4345644319550468E-2</c:v>
                </c:pt>
                <c:pt idx="9028">
                  <c:v>5.4044560417503051E-2</c:v>
                </c:pt>
                <c:pt idx="9029">
                  <c:v>5.4395824969891704E-2</c:v>
                </c:pt>
                <c:pt idx="9030">
                  <c:v>5.4144921718185524E-2</c:v>
                </c:pt>
                <c:pt idx="9031">
                  <c:v>5.3743476515455635E-2</c:v>
                </c:pt>
                <c:pt idx="9032">
                  <c:v>5.4245283018867996E-2</c:v>
                </c:pt>
                <c:pt idx="9033">
                  <c:v>5.3843837816138107E-2</c:v>
                </c:pt>
                <c:pt idx="9034">
                  <c:v>5.3793657165796871E-2</c:v>
                </c:pt>
                <c:pt idx="9035">
                  <c:v>5.4747089522280135E-2</c:v>
                </c:pt>
                <c:pt idx="9036">
                  <c:v>5.4596547571256426E-2</c:v>
                </c:pt>
                <c:pt idx="9037">
                  <c:v>5.4596547571256426E-2</c:v>
                </c:pt>
                <c:pt idx="9038">
                  <c:v>5.4446005620232718E-2</c:v>
                </c:pt>
                <c:pt idx="9039">
                  <c:v>5.4395824969891704E-2</c:v>
                </c:pt>
                <c:pt idx="9040">
                  <c:v>5.429546366920901E-2</c:v>
                </c:pt>
                <c:pt idx="9041">
                  <c:v>5.4395824969891704E-2</c:v>
                </c:pt>
                <c:pt idx="9042">
                  <c:v>5.4094741067844287E-2</c:v>
                </c:pt>
                <c:pt idx="9043">
                  <c:v>5.4496186270573954E-2</c:v>
                </c:pt>
                <c:pt idx="9044">
                  <c:v>5.3894018466479343E-2</c:v>
                </c:pt>
                <c:pt idx="9045">
                  <c:v>5.3944199116820579E-2</c:v>
                </c:pt>
                <c:pt idx="9046">
                  <c:v>5.4596547571256426E-2</c:v>
                </c:pt>
                <c:pt idx="9047">
                  <c:v>5.4395824969891704E-2</c:v>
                </c:pt>
                <c:pt idx="9048">
                  <c:v>5.4094741067844287E-2</c:v>
                </c:pt>
                <c:pt idx="9049">
                  <c:v>5.3894018466479343E-2</c:v>
                </c:pt>
                <c:pt idx="9050">
                  <c:v>5.4646728221597662E-2</c:v>
                </c:pt>
                <c:pt idx="9051">
                  <c:v>5.4345644319550468E-2</c:v>
                </c:pt>
                <c:pt idx="9052">
                  <c:v>5.419510236852676E-2</c:v>
                </c:pt>
                <c:pt idx="9053">
                  <c:v>5.4395824969891704E-2</c:v>
                </c:pt>
                <c:pt idx="9054">
                  <c:v>5.3843837816138107E-2</c:v>
                </c:pt>
                <c:pt idx="9055">
                  <c:v>5.3392211963066982E-2</c:v>
                </c:pt>
                <c:pt idx="9056">
                  <c:v>5.3542753914090691E-2</c:v>
                </c:pt>
                <c:pt idx="9057">
                  <c:v>5.3793657165796871E-2</c:v>
                </c:pt>
                <c:pt idx="9058">
                  <c:v>5.3743476515455635E-2</c:v>
                </c:pt>
                <c:pt idx="9059">
                  <c:v>5.3793657165796871E-2</c:v>
                </c:pt>
                <c:pt idx="9060">
                  <c:v>5.3894018466479343E-2</c:v>
                </c:pt>
                <c:pt idx="9061">
                  <c:v>5.4044560417503051E-2</c:v>
                </c:pt>
                <c:pt idx="9062">
                  <c:v>5.3944199116820579E-2</c:v>
                </c:pt>
                <c:pt idx="9063">
                  <c:v>5.3894018466479343E-2</c:v>
                </c:pt>
                <c:pt idx="9064">
                  <c:v>5.3994379767161815E-2</c:v>
                </c:pt>
                <c:pt idx="9065">
                  <c:v>5.4144921718185524E-2</c:v>
                </c:pt>
                <c:pt idx="9066">
                  <c:v>5.3843837816138107E-2</c:v>
                </c:pt>
                <c:pt idx="9067">
                  <c:v>5.3743476515455635E-2</c:v>
                </c:pt>
                <c:pt idx="9068">
                  <c:v>5.3241670012043274E-2</c:v>
                </c:pt>
                <c:pt idx="9069">
                  <c:v>5.3944199116820579E-2</c:v>
                </c:pt>
                <c:pt idx="9070">
                  <c:v>5.3592934564431927E-2</c:v>
                </c:pt>
                <c:pt idx="9071">
                  <c:v>5.3793657165796871E-2</c:v>
                </c:pt>
                <c:pt idx="9072">
                  <c:v>5.3091128061019788E-2</c:v>
                </c:pt>
                <c:pt idx="9073">
                  <c:v>5.3191489361702038E-2</c:v>
                </c:pt>
                <c:pt idx="9074">
                  <c:v>5.3342031312725746E-2</c:v>
                </c:pt>
                <c:pt idx="9075">
                  <c:v>5.329185066238451E-2</c:v>
                </c:pt>
                <c:pt idx="9076">
                  <c:v>5.3392211963066982E-2</c:v>
                </c:pt>
                <c:pt idx="9077">
                  <c:v>5.3392211963066982E-2</c:v>
                </c:pt>
                <c:pt idx="9078">
                  <c:v>5.2990766760337316E-2</c:v>
                </c:pt>
                <c:pt idx="9079">
                  <c:v>5.3643115214773163E-2</c:v>
                </c:pt>
                <c:pt idx="9080">
                  <c:v>5.3342031312725746E-2</c:v>
                </c:pt>
                <c:pt idx="9081">
                  <c:v>5.3342031312725746E-2</c:v>
                </c:pt>
                <c:pt idx="9082">
                  <c:v>5.2388598956242483E-2</c:v>
                </c:pt>
                <c:pt idx="9083">
                  <c:v>5.3091128061019788E-2</c:v>
                </c:pt>
                <c:pt idx="9084">
                  <c:v>5.2539140907266191E-2</c:v>
                </c:pt>
                <c:pt idx="9085">
                  <c:v>5.2589321557607427E-2</c:v>
                </c:pt>
                <c:pt idx="9086">
                  <c:v>5.2238057005218774E-2</c:v>
                </c:pt>
                <c:pt idx="9087">
                  <c:v>5.2488960256924955E-2</c:v>
                </c:pt>
                <c:pt idx="9088">
                  <c:v>5.203733440385383E-2</c:v>
                </c:pt>
                <c:pt idx="9089">
                  <c:v>5.2689682858289899E-2</c:v>
                </c:pt>
                <c:pt idx="9090">
                  <c:v>5.2388598956242483E-2</c:v>
                </c:pt>
                <c:pt idx="9091">
                  <c:v>5.1987153753512594E-2</c:v>
                </c:pt>
                <c:pt idx="9092">
                  <c:v>5.228823765556001E-2</c:v>
                </c:pt>
                <c:pt idx="9093">
                  <c:v>5.2137695704536302E-2</c:v>
                </c:pt>
                <c:pt idx="9094">
                  <c:v>5.2087515054195066E-2</c:v>
                </c:pt>
                <c:pt idx="9095">
                  <c:v>5.228823765556001E-2</c:v>
                </c:pt>
                <c:pt idx="9096">
                  <c:v>5.1886792452830122E-2</c:v>
                </c:pt>
                <c:pt idx="9097">
                  <c:v>5.1635889201123941E-2</c:v>
                </c:pt>
                <c:pt idx="9098">
                  <c:v>5.1736250501806413E-2</c:v>
                </c:pt>
                <c:pt idx="9099">
                  <c:v>5.2488960256924955E-2</c:v>
                </c:pt>
                <c:pt idx="9100">
                  <c:v>5.1535527900441691E-2</c:v>
                </c:pt>
                <c:pt idx="9101">
                  <c:v>5.2087515054195066E-2</c:v>
                </c:pt>
                <c:pt idx="9102">
                  <c:v>5.1736250501806413E-2</c:v>
                </c:pt>
                <c:pt idx="9103">
                  <c:v>5.1836611802489108E-2</c:v>
                </c:pt>
                <c:pt idx="9104">
                  <c:v>5.1736250501806413E-2</c:v>
                </c:pt>
                <c:pt idx="9105">
                  <c:v>5.1635889201123941E-2</c:v>
                </c:pt>
                <c:pt idx="9106">
                  <c:v>5.203733440385383E-2</c:v>
                </c:pt>
                <c:pt idx="9107">
                  <c:v>5.1786431152147649E-2</c:v>
                </c:pt>
                <c:pt idx="9108">
                  <c:v>5.1284624648735511E-2</c:v>
                </c:pt>
                <c:pt idx="9109">
                  <c:v>5.1234443998394275E-2</c:v>
                </c:pt>
                <c:pt idx="9110">
                  <c:v>5.1184263348053038E-2</c:v>
                </c:pt>
                <c:pt idx="9111">
                  <c:v>5.0832998795664386E-2</c:v>
                </c:pt>
                <c:pt idx="9112">
                  <c:v>5.1535527900441691E-2</c:v>
                </c:pt>
                <c:pt idx="9113">
                  <c:v>5.1435166599759219E-2</c:v>
                </c:pt>
                <c:pt idx="9114">
                  <c:v>5.1535527900441691E-2</c:v>
                </c:pt>
                <c:pt idx="9115">
                  <c:v>5.0933360096346858E-2</c:v>
                </c:pt>
                <c:pt idx="9116">
                  <c:v>5.0983540746688094E-2</c:v>
                </c:pt>
                <c:pt idx="9117">
                  <c:v>5.1535527900441691E-2</c:v>
                </c:pt>
                <c:pt idx="9118">
                  <c:v>5.1134082697711802E-2</c:v>
                </c:pt>
                <c:pt idx="9119">
                  <c:v>5.1234443998394275E-2</c:v>
                </c:pt>
                <c:pt idx="9120">
                  <c:v>5.1485347250100233E-2</c:v>
                </c:pt>
                <c:pt idx="9121">
                  <c:v>5.0933360096346858E-2</c:v>
                </c:pt>
                <c:pt idx="9122">
                  <c:v>5.0682456844640678E-2</c:v>
                </c:pt>
                <c:pt idx="9123">
                  <c:v>5.0632276194299441E-2</c:v>
                </c:pt>
                <c:pt idx="9124">
                  <c:v>5.0582095543958205E-2</c:v>
                </c:pt>
                <c:pt idx="9125">
                  <c:v>5.0481734243275733E-2</c:v>
                </c:pt>
                <c:pt idx="9126">
                  <c:v>4.952830188679247E-2</c:v>
                </c:pt>
                <c:pt idx="9127">
                  <c:v>4.9478121236451234E-2</c:v>
                </c:pt>
                <c:pt idx="9128">
                  <c:v>4.9628663187474942E-2</c:v>
                </c:pt>
                <c:pt idx="9129">
                  <c:v>5.0281011641911011E-2</c:v>
                </c:pt>
                <c:pt idx="9130">
                  <c:v>4.9879566439181122E-2</c:v>
                </c:pt>
                <c:pt idx="9131">
                  <c:v>5.0080289040545845E-2</c:v>
                </c:pt>
                <c:pt idx="9132">
                  <c:v>5.0230830991569553E-2</c:v>
                </c:pt>
                <c:pt idx="9133">
                  <c:v>5.0180650341228317E-2</c:v>
                </c:pt>
                <c:pt idx="9134">
                  <c:v>4.9578482537133706E-2</c:v>
                </c:pt>
                <c:pt idx="9135">
                  <c:v>5.0180650341228317E-2</c:v>
                </c:pt>
                <c:pt idx="9136">
                  <c:v>4.9729024488157414E-2</c:v>
                </c:pt>
                <c:pt idx="9137">
                  <c:v>4.9578482537133706E-2</c:v>
                </c:pt>
                <c:pt idx="9138">
                  <c:v>5.0281011641911011E-2</c:v>
                </c:pt>
                <c:pt idx="9139">
                  <c:v>4.9478121236451234E-2</c:v>
                </c:pt>
                <c:pt idx="9140">
                  <c:v>4.9478121236451234E-2</c:v>
                </c:pt>
                <c:pt idx="9141">
                  <c:v>4.952830188679247E-2</c:v>
                </c:pt>
                <c:pt idx="9142">
                  <c:v>4.9177037334403817E-2</c:v>
                </c:pt>
                <c:pt idx="9143">
                  <c:v>4.9126856684062581E-2</c:v>
                </c:pt>
                <c:pt idx="9144">
                  <c:v>4.9327579285427525E-2</c:v>
                </c:pt>
                <c:pt idx="9145">
                  <c:v>4.9377759935768761E-2</c:v>
                </c:pt>
                <c:pt idx="9146">
                  <c:v>4.9929747089522136E-2</c:v>
                </c:pt>
                <c:pt idx="9147">
                  <c:v>4.9979927739863594E-2</c:v>
                </c:pt>
                <c:pt idx="9148">
                  <c:v>4.9678843837816178E-2</c:v>
                </c:pt>
                <c:pt idx="9149">
                  <c:v>4.9578482537133706E-2</c:v>
                </c:pt>
                <c:pt idx="9150">
                  <c:v>5.0130469690887303E-2</c:v>
                </c:pt>
                <c:pt idx="9151">
                  <c:v>4.9829385788839886E-2</c:v>
                </c:pt>
                <c:pt idx="9152">
                  <c:v>4.9377759935768761E-2</c:v>
                </c:pt>
                <c:pt idx="9153">
                  <c:v>4.9678843837816178E-2</c:v>
                </c:pt>
                <c:pt idx="9154">
                  <c:v>4.9478121236451234E-2</c:v>
                </c:pt>
                <c:pt idx="9155">
                  <c:v>4.9478121236451234E-2</c:v>
                </c:pt>
                <c:pt idx="9156">
                  <c:v>4.9678843837816178E-2</c:v>
                </c:pt>
                <c:pt idx="9157">
                  <c:v>4.9578482537133706E-2</c:v>
                </c:pt>
                <c:pt idx="9158">
                  <c:v>4.9327579285427525E-2</c:v>
                </c:pt>
                <c:pt idx="9159">
                  <c:v>4.9126856684062581E-2</c:v>
                </c:pt>
                <c:pt idx="9160">
                  <c:v>4.9377759935768761E-2</c:v>
                </c:pt>
                <c:pt idx="9161">
                  <c:v>4.9227217984745053E-2</c:v>
                </c:pt>
                <c:pt idx="9162">
                  <c:v>4.9126856684062581E-2</c:v>
                </c:pt>
                <c:pt idx="9163">
                  <c:v>4.9327579285427525E-2</c:v>
                </c:pt>
                <c:pt idx="9164">
                  <c:v>4.9126856684062581E-2</c:v>
                </c:pt>
                <c:pt idx="9165">
                  <c:v>4.8875953432356622E-2</c:v>
                </c:pt>
                <c:pt idx="9166">
                  <c:v>4.862505018065022E-2</c:v>
                </c:pt>
                <c:pt idx="9167">
                  <c:v>4.9026495383380109E-2</c:v>
                </c:pt>
                <c:pt idx="9168">
                  <c:v>4.9076676033721345E-2</c:v>
                </c:pt>
                <c:pt idx="9169">
                  <c:v>4.9076676033721345E-2</c:v>
                </c:pt>
                <c:pt idx="9170">
                  <c:v>4.8675230830991456E-2</c:v>
                </c:pt>
                <c:pt idx="9171">
                  <c:v>4.8675230830991456E-2</c:v>
                </c:pt>
                <c:pt idx="9172">
                  <c:v>4.9126856684062581E-2</c:v>
                </c:pt>
                <c:pt idx="9173">
                  <c:v>4.9377759935768761E-2</c:v>
                </c:pt>
                <c:pt idx="9174">
                  <c:v>4.8926134082697637E-2</c:v>
                </c:pt>
                <c:pt idx="9175">
                  <c:v>4.9126856684062581E-2</c:v>
                </c:pt>
                <c:pt idx="9176">
                  <c:v>4.9026495383380109E-2</c:v>
                </c:pt>
                <c:pt idx="9177">
                  <c:v>4.8775592131673928E-2</c:v>
                </c:pt>
                <c:pt idx="9178">
                  <c:v>4.9026495383380109E-2</c:v>
                </c:pt>
                <c:pt idx="9179">
                  <c:v>4.8424327579285498E-2</c:v>
                </c:pt>
                <c:pt idx="9180">
                  <c:v>4.8474508229626734E-2</c:v>
                </c:pt>
                <c:pt idx="9181">
                  <c:v>4.8976314733038873E-2</c:v>
                </c:pt>
                <c:pt idx="9182">
                  <c:v>4.8524688879967748E-2</c:v>
                </c:pt>
                <c:pt idx="9183">
                  <c:v>4.8173424327579317E-2</c:v>
                </c:pt>
                <c:pt idx="9184">
                  <c:v>4.8775592131673928E-2</c:v>
                </c:pt>
                <c:pt idx="9185">
                  <c:v>4.8223604977920331E-2</c:v>
                </c:pt>
                <c:pt idx="9186">
                  <c:v>4.8825772782015164E-2</c:v>
                </c:pt>
                <c:pt idx="9187">
                  <c:v>4.8875953432356622E-2</c:v>
                </c:pt>
                <c:pt idx="9188">
                  <c:v>4.8524688879967748E-2</c:v>
                </c:pt>
                <c:pt idx="9189">
                  <c:v>4.8574869530309206E-2</c:v>
                </c:pt>
                <c:pt idx="9190">
                  <c:v>4.9177037334403817E-2</c:v>
                </c:pt>
                <c:pt idx="9191">
                  <c:v>4.9327579285427525E-2</c:v>
                </c:pt>
                <c:pt idx="9192">
                  <c:v>4.8775592131673928E-2</c:v>
                </c:pt>
                <c:pt idx="9193">
                  <c:v>4.8875953432356622E-2</c:v>
                </c:pt>
                <c:pt idx="9194">
                  <c:v>4.9377759935768761E-2</c:v>
                </c:pt>
                <c:pt idx="9195">
                  <c:v>4.9478121236451234E-2</c:v>
                </c:pt>
                <c:pt idx="9196">
                  <c:v>4.9377759935768761E-2</c:v>
                </c:pt>
                <c:pt idx="9197">
                  <c:v>4.8725411481332914E-2</c:v>
                </c:pt>
                <c:pt idx="9198">
                  <c:v>4.9377759935768761E-2</c:v>
                </c:pt>
                <c:pt idx="9199">
                  <c:v>4.9177037334403817E-2</c:v>
                </c:pt>
                <c:pt idx="9200">
                  <c:v>4.8775592131673928E-2</c:v>
                </c:pt>
                <c:pt idx="9201">
                  <c:v>4.9327579285427525E-2</c:v>
                </c:pt>
                <c:pt idx="9202">
                  <c:v>4.9277398635086289E-2</c:v>
                </c:pt>
                <c:pt idx="9203">
                  <c:v>4.8926134082697637E-2</c:v>
                </c:pt>
                <c:pt idx="9204">
                  <c:v>4.8775592131673928E-2</c:v>
                </c:pt>
                <c:pt idx="9205">
                  <c:v>4.8524688879967748E-2</c:v>
                </c:pt>
                <c:pt idx="9206">
                  <c:v>4.8474508229626734E-2</c:v>
                </c:pt>
                <c:pt idx="9207">
                  <c:v>4.862505018065022E-2</c:v>
                </c:pt>
                <c:pt idx="9208">
                  <c:v>4.8524688879967748E-2</c:v>
                </c:pt>
                <c:pt idx="9209">
                  <c:v>4.8675230830991456E-2</c:v>
                </c:pt>
                <c:pt idx="9210">
                  <c:v>4.8273785628261789E-2</c:v>
                </c:pt>
                <c:pt idx="9211">
                  <c:v>4.8173424327579317E-2</c:v>
                </c:pt>
                <c:pt idx="9212">
                  <c:v>4.8022882376555609E-2</c:v>
                </c:pt>
                <c:pt idx="9213">
                  <c:v>4.7872340425531901E-2</c:v>
                </c:pt>
                <c:pt idx="9214">
                  <c:v>4.7922521075873137E-2</c:v>
                </c:pt>
                <c:pt idx="9215">
                  <c:v>4.7922521075873137E-2</c:v>
                </c:pt>
                <c:pt idx="9216">
                  <c:v>4.762143717382572E-2</c:v>
                </c:pt>
                <c:pt idx="9217">
                  <c:v>4.8073063026896845E-2</c:v>
                </c:pt>
                <c:pt idx="9218">
                  <c:v>4.7972701726214373E-2</c:v>
                </c:pt>
                <c:pt idx="9219">
                  <c:v>4.7872340425531901E-2</c:v>
                </c:pt>
                <c:pt idx="9220">
                  <c:v>4.7320353271778526E-2</c:v>
                </c:pt>
                <c:pt idx="9221">
                  <c:v>4.7470895222802234E-2</c:v>
                </c:pt>
                <c:pt idx="9222">
                  <c:v>4.7872340425531901E-2</c:v>
                </c:pt>
                <c:pt idx="9223">
                  <c:v>4.7119630670413359E-2</c:v>
                </c:pt>
                <c:pt idx="9224">
                  <c:v>4.7219991971095832E-2</c:v>
                </c:pt>
                <c:pt idx="9225">
                  <c:v>4.7270172621437068E-2</c:v>
                </c:pt>
                <c:pt idx="9226">
                  <c:v>4.7069450020072345E-2</c:v>
                </c:pt>
                <c:pt idx="9227">
                  <c:v>4.7219991971095832E-2</c:v>
                </c:pt>
                <c:pt idx="9228">
                  <c:v>4.737053392211954E-2</c:v>
                </c:pt>
                <c:pt idx="9229">
                  <c:v>4.7420714572460776E-2</c:v>
                </c:pt>
                <c:pt idx="9230">
                  <c:v>4.7270172621437068E-2</c:v>
                </c:pt>
                <c:pt idx="9231">
                  <c:v>4.737053392211954E-2</c:v>
                </c:pt>
                <c:pt idx="9232">
                  <c:v>4.7671617824166956E-2</c:v>
                </c:pt>
                <c:pt idx="9233">
                  <c:v>4.7721798474508192E-2</c:v>
                </c:pt>
                <c:pt idx="9234">
                  <c:v>4.7320353271778526E-2</c:v>
                </c:pt>
                <c:pt idx="9235">
                  <c:v>4.7671617824166956E-2</c:v>
                </c:pt>
                <c:pt idx="9236">
                  <c:v>4.737053392211954E-2</c:v>
                </c:pt>
                <c:pt idx="9237">
                  <c:v>4.7320353271778526E-2</c:v>
                </c:pt>
                <c:pt idx="9238">
                  <c:v>4.6918908069048637E-2</c:v>
                </c:pt>
                <c:pt idx="9239">
                  <c:v>4.7169811320754818E-2</c:v>
                </c:pt>
                <c:pt idx="9240">
                  <c:v>4.6718185467683693E-2</c:v>
                </c:pt>
                <c:pt idx="9241">
                  <c:v>4.7169811320754818E-2</c:v>
                </c:pt>
                <c:pt idx="9242">
                  <c:v>4.6969088719389651E-2</c:v>
                </c:pt>
                <c:pt idx="9243">
                  <c:v>4.7470895222802234E-2</c:v>
                </c:pt>
                <c:pt idx="9244">
                  <c:v>4.6818546768366165E-2</c:v>
                </c:pt>
                <c:pt idx="9245">
                  <c:v>4.7069450020072345E-2</c:v>
                </c:pt>
                <c:pt idx="9246">
                  <c:v>4.7119630670413359E-2</c:v>
                </c:pt>
                <c:pt idx="9247">
                  <c:v>4.7270172621437068E-2</c:v>
                </c:pt>
                <c:pt idx="9248">
                  <c:v>4.7219991971095832E-2</c:v>
                </c:pt>
                <c:pt idx="9249">
                  <c:v>4.6918908069048637E-2</c:v>
                </c:pt>
                <c:pt idx="9250">
                  <c:v>4.6918908069048637E-2</c:v>
                </c:pt>
                <c:pt idx="9251">
                  <c:v>4.7169811320754818E-2</c:v>
                </c:pt>
                <c:pt idx="9252">
                  <c:v>4.737053392211954E-2</c:v>
                </c:pt>
                <c:pt idx="9253">
                  <c:v>4.7922521075873137E-2</c:v>
                </c:pt>
                <c:pt idx="9254">
                  <c:v>4.7521075873143248E-2</c:v>
                </c:pt>
                <c:pt idx="9255">
                  <c:v>4.7671617824166956E-2</c:v>
                </c:pt>
                <c:pt idx="9256">
                  <c:v>4.7771979124849429E-2</c:v>
                </c:pt>
                <c:pt idx="9257">
                  <c:v>4.7922521075873137E-2</c:v>
                </c:pt>
                <c:pt idx="9258">
                  <c:v>4.7972701726214373E-2</c:v>
                </c:pt>
                <c:pt idx="9259">
                  <c:v>4.7922521075873137E-2</c:v>
                </c:pt>
                <c:pt idx="9260">
                  <c:v>4.7872340425531901E-2</c:v>
                </c:pt>
                <c:pt idx="9261">
                  <c:v>4.8022882376555609E-2</c:v>
                </c:pt>
                <c:pt idx="9262">
                  <c:v>4.7420714572460776E-2</c:v>
                </c:pt>
                <c:pt idx="9263">
                  <c:v>4.762143717382572E-2</c:v>
                </c:pt>
                <c:pt idx="9264">
                  <c:v>4.8323966278603026E-2</c:v>
                </c:pt>
                <c:pt idx="9265">
                  <c:v>4.8926134082697637E-2</c:v>
                </c:pt>
                <c:pt idx="9266">
                  <c:v>4.9026495383380109E-2</c:v>
                </c:pt>
                <c:pt idx="9267">
                  <c:v>4.9076676033721345E-2</c:v>
                </c:pt>
                <c:pt idx="9268">
                  <c:v>4.862505018065022E-2</c:v>
                </c:pt>
                <c:pt idx="9269">
                  <c:v>4.862505018065022E-2</c:v>
                </c:pt>
                <c:pt idx="9270">
                  <c:v>4.8775592131673928E-2</c:v>
                </c:pt>
                <c:pt idx="9271">
                  <c:v>4.8675230830991456E-2</c:v>
                </c:pt>
                <c:pt idx="9272">
                  <c:v>4.9026495383380109E-2</c:v>
                </c:pt>
                <c:pt idx="9273">
                  <c:v>4.8976314733038873E-2</c:v>
                </c:pt>
                <c:pt idx="9274">
                  <c:v>4.9227217984745053E-2</c:v>
                </c:pt>
                <c:pt idx="9275">
                  <c:v>4.8775592131673928E-2</c:v>
                </c:pt>
                <c:pt idx="9276">
                  <c:v>4.9126856684062581E-2</c:v>
                </c:pt>
                <c:pt idx="9277">
                  <c:v>4.8725411481332914E-2</c:v>
                </c:pt>
                <c:pt idx="9278">
                  <c:v>4.9026495383380109E-2</c:v>
                </c:pt>
                <c:pt idx="9279">
                  <c:v>4.9177037334403817E-2</c:v>
                </c:pt>
                <c:pt idx="9280">
                  <c:v>4.9227217984745053E-2</c:v>
                </c:pt>
                <c:pt idx="9281">
                  <c:v>4.8323966278603026E-2</c:v>
                </c:pt>
                <c:pt idx="9282">
                  <c:v>4.9227217984745053E-2</c:v>
                </c:pt>
                <c:pt idx="9283">
                  <c:v>4.9076676033721345E-2</c:v>
                </c:pt>
                <c:pt idx="9284">
                  <c:v>4.9227217984745053E-2</c:v>
                </c:pt>
                <c:pt idx="9285">
                  <c:v>4.9277398635086289E-2</c:v>
                </c:pt>
                <c:pt idx="9286">
                  <c:v>4.9026495383380109E-2</c:v>
                </c:pt>
                <c:pt idx="9287">
                  <c:v>4.9227217984745053E-2</c:v>
                </c:pt>
                <c:pt idx="9288">
                  <c:v>4.9327579285427525E-2</c:v>
                </c:pt>
                <c:pt idx="9289">
                  <c:v>4.9227217984745053E-2</c:v>
                </c:pt>
                <c:pt idx="9290">
                  <c:v>4.8875953432356622E-2</c:v>
                </c:pt>
                <c:pt idx="9291">
                  <c:v>4.8775592131673928E-2</c:v>
                </c:pt>
                <c:pt idx="9292">
                  <c:v>4.9377759935768761E-2</c:v>
                </c:pt>
                <c:pt idx="9293">
                  <c:v>4.9427940586109997E-2</c:v>
                </c:pt>
                <c:pt idx="9294">
                  <c:v>4.9126856684062581E-2</c:v>
                </c:pt>
                <c:pt idx="9295">
                  <c:v>4.9227217984745053E-2</c:v>
                </c:pt>
                <c:pt idx="9296">
                  <c:v>4.9779205138498428E-2</c:v>
                </c:pt>
                <c:pt idx="9297">
                  <c:v>4.8926134082697637E-2</c:v>
                </c:pt>
                <c:pt idx="9298">
                  <c:v>4.9177037334403817E-2</c:v>
                </c:pt>
                <c:pt idx="9299">
                  <c:v>4.9979927739863594E-2</c:v>
                </c:pt>
                <c:pt idx="9300">
                  <c:v>4.9277398635086289E-2</c:v>
                </c:pt>
                <c:pt idx="9301">
                  <c:v>4.9879566439181122E-2</c:v>
                </c:pt>
                <c:pt idx="9302">
                  <c:v>4.9879566439181122E-2</c:v>
                </c:pt>
                <c:pt idx="9303">
                  <c:v>4.9929747089522136E-2</c:v>
                </c:pt>
                <c:pt idx="9304">
                  <c:v>4.9729024488157414E-2</c:v>
                </c:pt>
                <c:pt idx="9305">
                  <c:v>4.9779205138498428E-2</c:v>
                </c:pt>
                <c:pt idx="9306">
                  <c:v>4.9929747089522136E-2</c:v>
                </c:pt>
                <c:pt idx="9307">
                  <c:v>4.9979927739863594E-2</c:v>
                </c:pt>
                <c:pt idx="9308">
                  <c:v>4.952830188679247E-2</c:v>
                </c:pt>
                <c:pt idx="9309">
                  <c:v>4.9729024488157414E-2</c:v>
                </c:pt>
                <c:pt idx="9310">
                  <c:v>5.0130469690887303E-2</c:v>
                </c:pt>
                <c:pt idx="9311">
                  <c:v>4.9729024488157414E-2</c:v>
                </c:pt>
                <c:pt idx="9312">
                  <c:v>4.9729024488157414E-2</c:v>
                </c:pt>
                <c:pt idx="9313">
                  <c:v>4.9829385788839886E-2</c:v>
                </c:pt>
                <c:pt idx="9314">
                  <c:v>4.9929747089522136E-2</c:v>
                </c:pt>
                <c:pt idx="9315">
                  <c:v>4.9478121236451234E-2</c:v>
                </c:pt>
                <c:pt idx="9316">
                  <c:v>4.9879566439181122E-2</c:v>
                </c:pt>
                <c:pt idx="9317">
                  <c:v>4.9377759935768761E-2</c:v>
                </c:pt>
                <c:pt idx="9318">
                  <c:v>4.952830188679247E-2</c:v>
                </c:pt>
                <c:pt idx="9319">
                  <c:v>4.9177037334403817E-2</c:v>
                </c:pt>
                <c:pt idx="9320">
                  <c:v>4.9327579285427525E-2</c:v>
                </c:pt>
                <c:pt idx="9321">
                  <c:v>4.9377759935768761E-2</c:v>
                </c:pt>
                <c:pt idx="9322">
                  <c:v>4.9327579285427525E-2</c:v>
                </c:pt>
                <c:pt idx="9323">
                  <c:v>4.9227217984745053E-2</c:v>
                </c:pt>
                <c:pt idx="9324">
                  <c:v>4.8725411481332914E-2</c:v>
                </c:pt>
                <c:pt idx="9325">
                  <c:v>4.9227217984745053E-2</c:v>
                </c:pt>
                <c:pt idx="9326">
                  <c:v>4.9377759935768761E-2</c:v>
                </c:pt>
                <c:pt idx="9327">
                  <c:v>4.8926134082697637E-2</c:v>
                </c:pt>
                <c:pt idx="9328">
                  <c:v>4.8323966278603026E-2</c:v>
                </c:pt>
                <c:pt idx="9329">
                  <c:v>4.8926134082697637E-2</c:v>
                </c:pt>
                <c:pt idx="9330">
                  <c:v>4.8775592131673928E-2</c:v>
                </c:pt>
                <c:pt idx="9331">
                  <c:v>4.8424327579285498E-2</c:v>
                </c:pt>
                <c:pt idx="9332">
                  <c:v>4.9026495383380109E-2</c:v>
                </c:pt>
                <c:pt idx="9333">
                  <c:v>4.8675230830991456E-2</c:v>
                </c:pt>
                <c:pt idx="9334">
                  <c:v>4.8875953432356622E-2</c:v>
                </c:pt>
                <c:pt idx="9335">
                  <c:v>4.8223604977920331E-2</c:v>
                </c:pt>
                <c:pt idx="9336">
                  <c:v>4.7721798474508192E-2</c:v>
                </c:pt>
                <c:pt idx="9337">
                  <c:v>4.8323966278603026E-2</c:v>
                </c:pt>
                <c:pt idx="9338">
                  <c:v>4.7872340425531901E-2</c:v>
                </c:pt>
                <c:pt idx="9339">
                  <c:v>4.7872340425531901E-2</c:v>
                </c:pt>
                <c:pt idx="9340">
                  <c:v>4.7771979124849429E-2</c:v>
                </c:pt>
                <c:pt idx="9341">
                  <c:v>4.7721798474508192E-2</c:v>
                </c:pt>
                <c:pt idx="9342">
                  <c:v>4.7721798474508192E-2</c:v>
                </c:pt>
                <c:pt idx="9343">
                  <c:v>4.7521075873143248E-2</c:v>
                </c:pt>
                <c:pt idx="9344">
                  <c:v>4.8173424327579317E-2</c:v>
                </c:pt>
                <c:pt idx="9345">
                  <c:v>4.7771979124849429E-2</c:v>
                </c:pt>
                <c:pt idx="9346">
                  <c:v>4.7771979124849429E-2</c:v>
                </c:pt>
                <c:pt idx="9347">
                  <c:v>4.8574869530309206E-2</c:v>
                </c:pt>
                <c:pt idx="9348">
                  <c:v>4.7922521075873137E-2</c:v>
                </c:pt>
                <c:pt idx="9349">
                  <c:v>4.7671617824166956E-2</c:v>
                </c:pt>
                <c:pt idx="9350">
                  <c:v>4.8022882376555609E-2</c:v>
                </c:pt>
                <c:pt idx="9351">
                  <c:v>4.7922521075873137E-2</c:v>
                </c:pt>
                <c:pt idx="9352">
                  <c:v>4.7922521075873137E-2</c:v>
                </c:pt>
                <c:pt idx="9353">
                  <c:v>4.7671617824166956E-2</c:v>
                </c:pt>
                <c:pt idx="9354">
                  <c:v>4.8123243677238081E-2</c:v>
                </c:pt>
                <c:pt idx="9355">
                  <c:v>4.7771979124849429E-2</c:v>
                </c:pt>
                <c:pt idx="9356">
                  <c:v>4.762143717382572E-2</c:v>
                </c:pt>
                <c:pt idx="9357">
                  <c:v>4.7872340425531901E-2</c:v>
                </c:pt>
                <c:pt idx="9358">
                  <c:v>4.7521075873143248E-2</c:v>
                </c:pt>
                <c:pt idx="9359">
                  <c:v>4.7169811320754818E-2</c:v>
                </c:pt>
                <c:pt idx="9360">
                  <c:v>4.762143717382572E-2</c:v>
                </c:pt>
                <c:pt idx="9361">
                  <c:v>4.7219991971095832E-2</c:v>
                </c:pt>
                <c:pt idx="9362">
                  <c:v>4.7872340425531901E-2</c:v>
                </c:pt>
                <c:pt idx="9363">
                  <c:v>4.7922521075873137E-2</c:v>
                </c:pt>
                <c:pt idx="9364">
                  <c:v>4.7571256523484484E-2</c:v>
                </c:pt>
                <c:pt idx="9365">
                  <c:v>4.7872340425531901E-2</c:v>
                </c:pt>
                <c:pt idx="9366">
                  <c:v>4.7671617824166956E-2</c:v>
                </c:pt>
                <c:pt idx="9367">
                  <c:v>4.7721798474508192E-2</c:v>
                </c:pt>
                <c:pt idx="9368">
                  <c:v>4.7721798474508192E-2</c:v>
                </c:pt>
                <c:pt idx="9369">
                  <c:v>4.7822159775190665E-2</c:v>
                </c:pt>
                <c:pt idx="9370">
                  <c:v>4.6768366118024929E-2</c:v>
                </c:pt>
                <c:pt idx="9371">
                  <c:v>4.7119630670413359E-2</c:v>
                </c:pt>
                <c:pt idx="9372">
                  <c:v>4.7420714572460776E-2</c:v>
                </c:pt>
                <c:pt idx="9373">
                  <c:v>4.7270172621437068E-2</c:v>
                </c:pt>
                <c:pt idx="9374">
                  <c:v>4.7521075873143248E-2</c:v>
                </c:pt>
                <c:pt idx="9375">
                  <c:v>4.737053392211954E-2</c:v>
                </c:pt>
                <c:pt idx="9376">
                  <c:v>4.737053392211954E-2</c:v>
                </c:pt>
                <c:pt idx="9377">
                  <c:v>4.7320353271778526E-2</c:v>
                </c:pt>
                <c:pt idx="9378">
                  <c:v>4.7069450020072345E-2</c:v>
                </c:pt>
                <c:pt idx="9379">
                  <c:v>4.6567643516659984E-2</c:v>
                </c:pt>
                <c:pt idx="9380">
                  <c:v>4.6015656362906387E-2</c:v>
                </c:pt>
                <c:pt idx="9381">
                  <c:v>4.6918908069048637E-2</c:v>
                </c:pt>
                <c:pt idx="9382">
                  <c:v>4.6868727418707401E-2</c:v>
                </c:pt>
                <c:pt idx="9383">
                  <c:v>4.6467282215977512E-2</c:v>
                </c:pt>
                <c:pt idx="9384">
                  <c:v>4.6818546768366165E-2</c:v>
                </c:pt>
                <c:pt idx="9385">
                  <c:v>4.6969088719389651E-2</c:v>
                </c:pt>
                <c:pt idx="9386">
                  <c:v>4.6617824167001221E-2</c:v>
                </c:pt>
                <c:pt idx="9387">
                  <c:v>4.7320353271778526E-2</c:v>
                </c:pt>
                <c:pt idx="9388">
                  <c:v>4.7169811320754818E-2</c:v>
                </c:pt>
                <c:pt idx="9389">
                  <c:v>4.6969088719389651E-2</c:v>
                </c:pt>
                <c:pt idx="9390">
                  <c:v>4.6969088719389651E-2</c:v>
                </c:pt>
                <c:pt idx="9391">
                  <c:v>4.6969088719389651E-2</c:v>
                </c:pt>
                <c:pt idx="9392">
                  <c:v>4.6868727418707401E-2</c:v>
                </c:pt>
                <c:pt idx="9393">
                  <c:v>4.6818546768366165E-2</c:v>
                </c:pt>
                <c:pt idx="9394">
                  <c:v>4.6818546768366165E-2</c:v>
                </c:pt>
                <c:pt idx="9395">
                  <c:v>4.6818546768366165E-2</c:v>
                </c:pt>
                <c:pt idx="9396">
                  <c:v>4.6918908069048637E-2</c:v>
                </c:pt>
                <c:pt idx="9397">
                  <c:v>4.7069450020072345E-2</c:v>
                </c:pt>
                <c:pt idx="9398">
                  <c:v>4.7119630670413359E-2</c:v>
                </c:pt>
                <c:pt idx="9399">
                  <c:v>4.6768366118024929E-2</c:v>
                </c:pt>
                <c:pt idx="9400">
                  <c:v>4.7069450020072345E-2</c:v>
                </c:pt>
                <c:pt idx="9401">
                  <c:v>4.6818546768366165E-2</c:v>
                </c:pt>
                <c:pt idx="9402">
                  <c:v>4.6668004817342457E-2</c:v>
                </c:pt>
                <c:pt idx="9403">
                  <c:v>4.6768366118024929E-2</c:v>
                </c:pt>
                <c:pt idx="9404">
                  <c:v>4.6768366118024929E-2</c:v>
                </c:pt>
                <c:pt idx="9405">
                  <c:v>4.6567643516659984E-2</c:v>
                </c:pt>
                <c:pt idx="9406">
                  <c:v>4.6969088719389651E-2</c:v>
                </c:pt>
                <c:pt idx="9407">
                  <c:v>4.636692091529504E-2</c:v>
                </c:pt>
                <c:pt idx="9408">
                  <c:v>4.6467282215977512E-2</c:v>
                </c:pt>
                <c:pt idx="9409">
                  <c:v>4.6517462866318748E-2</c:v>
                </c:pt>
                <c:pt idx="9410">
                  <c:v>4.6567643516659984E-2</c:v>
                </c:pt>
                <c:pt idx="9411">
                  <c:v>4.6567643516659984E-2</c:v>
                </c:pt>
                <c:pt idx="9412">
                  <c:v>4.6266559614612568E-2</c:v>
                </c:pt>
                <c:pt idx="9413">
                  <c:v>4.6668004817342457E-2</c:v>
                </c:pt>
                <c:pt idx="9414">
                  <c:v>4.6216378964271332E-2</c:v>
                </c:pt>
                <c:pt idx="9415">
                  <c:v>4.6517462866318748E-2</c:v>
                </c:pt>
                <c:pt idx="9416">
                  <c:v>4.6166198313930096E-2</c:v>
                </c:pt>
                <c:pt idx="9417">
                  <c:v>4.6166198313930096E-2</c:v>
                </c:pt>
                <c:pt idx="9418">
                  <c:v>4.6517462866318748E-2</c:v>
                </c:pt>
                <c:pt idx="9419">
                  <c:v>4.636692091529504E-2</c:v>
                </c:pt>
                <c:pt idx="9420">
                  <c:v>4.6316740264953804E-2</c:v>
                </c:pt>
                <c:pt idx="9421">
                  <c:v>4.6166198313930096E-2</c:v>
                </c:pt>
                <c:pt idx="9422">
                  <c:v>4.6015656362906387E-2</c:v>
                </c:pt>
                <c:pt idx="9423">
                  <c:v>4.5463669209153013E-2</c:v>
                </c:pt>
                <c:pt idx="9424">
                  <c:v>4.511240465676436E-2</c:v>
                </c:pt>
                <c:pt idx="9425">
                  <c:v>4.5564030509835485E-2</c:v>
                </c:pt>
                <c:pt idx="9426">
                  <c:v>4.5012043356081888E-2</c:v>
                </c:pt>
                <c:pt idx="9427">
                  <c:v>4.5262946607788068E-2</c:v>
                </c:pt>
                <c:pt idx="9428">
                  <c:v>4.5162585307105596E-2</c:v>
                </c:pt>
                <c:pt idx="9429">
                  <c:v>4.486150140505818E-2</c:v>
                </c:pt>
                <c:pt idx="9430">
                  <c:v>4.5413488558811776E-2</c:v>
                </c:pt>
                <c:pt idx="9431">
                  <c:v>4.536330790847054E-2</c:v>
                </c:pt>
                <c:pt idx="9432">
                  <c:v>4.4911682055399416E-2</c:v>
                </c:pt>
                <c:pt idx="9433">
                  <c:v>4.4961862705740652E-2</c:v>
                </c:pt>
                <c:pt idx="9434">
                  <c:v>4.4710959454034471E-2</c:v>
                </c:pt>
                <c:pt idx="9435">
                  <c:v>4.5413488558811776E-2</c:v>
                </c:pt>
                <c:pt idx="9436">
                  <c:v>4.4911682055399416E-2</c:v>
                </c:pt>
                <c:pt idx="9437">
                  <c:v>4.4710959454034471E-2</c:v>
                </c:pt>
                <c:pt idx="9438">
                  <c:v>4.5313127258129304E-2</c:v>
                </c:pt>
                <c:pt idx="9439">
                  <c:v>4.5262946607788068E-2</c:v>
                </c:pt>
                <c:pt idx="9440">
                  <c:v>4.5614211160176721E-2</c:v>
                </c:pt>
                <c:pt idx="9441">
                  <c:v>4.5965475712565151E-2</c:v>
                </c:pt>
                <c:pt idx="9442">
                  <c:v>4.6015656362906387E-2</c:v>
                </c:pt>
                <c:pt idx="9443">
                  <c:v>4.5162585307105596E-2</c:v>
                </c:pt>
                <c:pt idx="9444">
                  <c:v>4.5915295062224137E-2</c:v>
                </c:pt>
                <c:pt idx="9445">
                  <c:v>4.5865114411882679E-2</c:v>
                </c:pt>
                <c:pt idx="9446">
                  <c:v>4.5915295062224137E-2</c:v>
                </c:pt>
                <c:pt idx="9447">
                  <c:v>4.5614211160176721E-2</c:v>
                </c:pt>
                <c:pt idx="9448">
                  <c:v>4.5012043356081888E-2</c:v>
                </c:pt>
                <c:pt idx="9449">
                  <c:v>4.511240465676436E-2</c:v>
                </c:pt>
                <c:pt idx="9450">
                  <c:v>4.5965475712565151E-2</c:v>
                </c:pt>
                <c:pt idx="9451">
                  <c:v>4.5664391810517735E-2</c:v>
                </c:pt>
                <c:pt idx="9452">
                  <c:v>4.5463669209153013E-2</c:v>
                </c:pt>
                <c:pt idx="9453">
                  <c:v>4.5714572460858971E-2</c:v>
                </c:pt>
                <c:pt idx="9454">
                  <c:v>4.5463669209153013E-2</c:v>
                </c:pt>
                <c:pt idx="9455">
                  <c:v>4.5564030509835485E-2</c:v>
                </c:pt>
                <c:pt idx="9456">
                  <c:v>4.5614211160176721E-2</c:v>
                </c:pt>
                <c:pt idx="9457">
                  <c:v>4.511240465676436E-2</c:v>
                </c:pt>
                <c:pt idx="9458">
                  <c:v>4.5814933761541443E-2</c:v>
                </c:pt>
                <c:pt idx="9459">
                  <c:v>4.6065837013247624E-2</c:v>
                </c:pt>
                <c:pt idx="9460">
                  <c:v>4.5814933761541443E-2</c:v>
                </c:pt>
                <c:pt idx="9461">
                  <c:v>4.6517462866318748E-2</c:v>
                </c:pt>
                <c:pt idx="9462">
                  <c:v>4.6668004817342457E-2</c:v>
                </c:pt>
                <c:pt idx="9463">
                  <c:v>4.6065837013247624E-2</c:v>
                </c:pt>
                <c:pt idx="9464">
                  <c:v>4.6467282215977512E-2</c:v>
                </c:pt>
                <c:pt idx="9465">
                  <c:v>4.6617824167001221E-2</c:v>
                </c:pt>
                <c:pt idx="9466">
                  <c:v>4.6467282215977512E-2</c:v>
                </c:pt>
                <c:pt idx="9467">
                  <c:v>4.6015656362906387E-2</c:v>
                </c:pt>
                <c:pt idx="9468">
                  <c:v>4.5814933761541443E-2</c:v>
                </c:pt>
                <c:pt idx="9469">
                  <c:v>4.6266559614612568E-2</c:v>
                </c:pt>
                <c:pt idx="9470">
                  <c:v>4.6668004817342457E-2</c:v>
                </c:pt>
                <c:pt idx="9471">
                  <c:v>4.5915295062224137E-2</c:v>
                </c:pt>
                <c:pt idx="9472">
                  <c:v>4.6015656362906387E-2</c:v>
                </c:pt>
                <c:pt idx="9473">
                  <c:v>4.5764753111200429E-2</c:v>
                </c:pt>
                <c:pt idx="9474">
                  <c:v>4.5865114411882679E-2</c:v>
                </c:pt>
                <c:pt idx="9475">
                  <c:v>4.636692091529504E-2</c:v>
                </c:pt>
                <c:pt idx="9476">
                  <c:v>4.6216378964271332E-2</c:v>
                </c:pt>
                <c:pt idx="9477">
                  <c:v>4.6166198313930096E-2</c:v>
                </c:pt>
                <c:pt idx="9478">
                  <c:v>4.611601766358886E-2</c:v>
                </c:pt>
                <c:pt idx="9479">
                  <c:v>4.6316740264953804E-2</c:v>
                </c:pt>
                <c:pt idx="9480">
                  <c:v>4.6065837013247624E-2</c:v>
                </c:pt>
                <c:pt idx="9481">
                  <c:v>4.636692091529504E-2</c:v>
                </c:pt>
                <c:pt idx="9482">
                  <c:v>4.5764753111200429E-2</c:v>
                </c:pt>
                <c:pt idx="9483">
                  <c:v>4.6216378964271332E-2</c:v>
                </c:pt>
                <c:pt idx="9484">
                  <c:v>4.6166198313930096E-2</c:v>
                </c:pt>
                <c:pt idx="9485">
                  <c:v>4.6517462866318748E-2</c:v>
                </c:pt>
                <c:pt idx="9486">
                  <c:v>4.6517462866318748E-2</c:v>
                </c:pt>
                <c:pt idx="9487">
                  <c:v>4.6266559614612568E-2</c:v>
                </c:pt>
                <c:pt idx="9488">
                  <c:v>4.611601766358886E-2</c:v>
                </c:pt>
                <c:pt idx="9489">
                  <c:v>4.6517462866318748E-2</c:v>
                </c:pt>
                <c:pt idx="9490">
                  <c:v>4.6316740264953804E-2</c:v>
                </c:pt>
                <c:pt idx="9491">
                  <c:v>4.6417101565636276E-2</c:v>
                </c:pt>
                <c:pt idx="9492">
                  <c:v>4.6166198313930096E-2</c:v>
                </c:pt>
                <c:pt idx="9493">
                  <c:v>4.6166198313930096E-2</c:v>
                </c:pt>
                <c:pt idx="9494">
                  <c:v>4.611601766358886E-2</c:v>
                </c:pt>
                <c:pt idx="9495">
                  <c:v>4.6818546768366165E-2</c:v>
                </c:pt>
                <c:pt idx="9496">
                  <c:v>4.6467282215977512E-2</c:v>
                </c:pt>
                <c:pt idx="9497">
                  <c:v>4.6417101565636276E-2</c:v>
                </c:pt>
                <c:pt idx="9498">
                  <c:v>4.7019269369731109E-2</c:v>
                </c:pt>
                <c:pt idx="9499">
                  <c:v>4.6918908069048637E-2</c:v>
                </c:pt>
                <c:pt idx="9500">
                  <c:v>4.6918908069048637E-2</c:v>
                </c:pt>
                <c:pt idx="9501">
                  <c:v>4.6818546768366165E-2</c:v>
                </c:pt>
                <c:pt idx="9502">
                  <c:v>4.6818546768366165E-2</c:v>
                </c:pt>
                <c:pt idx="9503">
                  <c:v>4.6517462866318748E-2</c:v>
                </c:pt>
                <c:pt idx="9504">
                  <c:v>4.7069450020072345E-2</c:v>
                </c:pt>
                <c:pt idx="9505">
                  <c:v>4.6617824167001221E-2</c:v>
                </c:pt>
                <c:pt idx="9506">
                  <c:v>4.7069450020072345E-2</c:v>
                </c:pt>
                <c:pt idx="9507">
                  <c:v>4.7219991971095832E-2</c:v>
                </c:pt>
                <c:pt idx="9508">
                  <c:v>4.6668004817342457E-2</c:v>
                </c:pt>
                <c:pt idx="9509">
                  <c:v>4.6868727418707401E-2</c:v>
                </c:pt>
                <c:pt idx="9510">
                  <c:v>4.7571256523484484E-2</c:v>
                </c:pt>
                <c:pt idx="9511">
                  <c:v>4.7119630670413359E-2</c:v>
                </c:pt>
                <c:pt idx="9512">
                  <c:v>4.7571256523484484E-2</c:v>
                </c:pt>
                <c:pt idx="9513">
                  <c:v>4.6818546768366165E-2</c:v>
                </c:pt>
                <c:pt idx="9514">
                  <c:v>4.7521075873143248E-2</c:v>
                </c:pt>
                <c:pt idx="9515">
                  <c:v>4.6918908069048637E-2</c:v>
                </c:pt>
                <c:pt idx="9516">
                  <c:v>4.6918908069048637E-2</c:v>
                </c:pt>
                <c:pt idx="9517">
                  <c:v>4.7470895222802234E-2</c:v>
                </c:pt>
                <c:pt idx="9518">
                  <c:v>4.7270172621437068E-2</c:v>
                </c:pt>
                <c:pt idx="9519">
                  <c:v>4.7270172621437068E-2</c:v>
                </c:pt>
                <c:pt idx="9520">
                  <c:v>4.7320353271778526E-2</c:v>
                </c:pt>
                <c:pt idx="9521">
                  <c:v>4.6918908069048637E-2</c:v>
                </c:pt>
                <c:pt idx="9522">
                  <c:v>4.7470895222802234E-2</c:v>
                </c:pt>
                <c:pt idx="9523">
                  <c:v>4.6316740264953804E-2</c:v>
                </c:pt>
                <c:pt idx="9524">
                  <c:v>4.6517462866318748E-2</c:v>
                </c:pt>
                <c:pt idx="9525">
                  <c:v>4.6266559614612568E-2</c:v>
                </c:pt>
                <c:pt idx="9526">
                  <c:v>4.6216378964271332E-2</c:v>
                </c:pt>
                <c:pt idx="9527">
                  <c:v>4.5965475712565151E-2</c:v>
                </c:pt>
                <c:pt idx="9528">
                  <c:v>4.636692091529504E-2</c:v>
                </c:pt>
                <c:pt idx="9529">
                  <c:v>4.6015656362906387E-2</c:v>
                </c:pt>
                <c:pt idx="9530">
                  <c:v>4.6166198313930096E-2</c:v>
                </c:pt>
                <c:pt idx="9531">
                  <c:v>4.6467282215977512E-2</c:v>
                </c:pt>
                <c:pt idx="9532">
                  <c:v>4.6015656362906387E-2</c:v>
                </c:pt>
                <c:pt idx="9533">
                  <c:v>4.6015656362906387E-2</c:v>
                </c:pt>
                <c:pt idx="9534">
                  <c:v>4.5915295062224137E-2</c:v>
                </c:pt>
                <c:pt idx="9535">
                  <c:v>4.5915295062224137E-2</c:v>
                </c:pt>
                <c:pt idx="9536">
                  <c:v>4.611601766358886E-2</c:v>
                </c:pt>
                <c:pt idx="9537">
                  <c:v>4.6467282215977512E-2</c:v>
                </c:pt>
                <c:pt idx="9538">
                  <c:v>4.6065837013247624E-2</c:v>
                </c:pt>
                <c:pt idx="9539">
                  <c:v>4.636692091529504E-2</c:v>
                </c:pt>
                <c:pt idx="9540">
                  <c:v>4.636692091529504E-2</c:v>
                </c:pt>
                <c:pt idx="9541">
                  <c:v>4.5614211160176721E-2</c:v>
                </c:pt>
                <c:pt idx="9542">
                  <c:v>4.5564030509835485E-2</c:v>
                </c:pt>
                <c:pt idx="9543">
                  <c:v>4.5965475712565151E-2</c:v>
                </c:pt>
                <c:pt idx="9544">
                  <c:v>4.511240465676436E-2</c:v>
                </c:pt>
                <c:pt idx="9545">
                  <c:v>4.5062224006423124E-2</c:v>
                </c:pt>
                <c:pt idx="9546">
                  <c:v>4.5313127258129304E-2</c:v>
                </c:pt>
                <c:pt idx="9547">
                  <c:v>4.5764753111200429E-2</c:v>
                </c:pt>
                <c:pt idx="9548">
                  <c:v>4.536330790847054E-2</c:v>
                </c:pt>
                <c:pt idx="9549">
                  <c:v>4.5513849859494249E-2</c:v>
                </c:pt>
                <c:pt idx="9550">
                  <c:v>4.5714572460858971E-2</c:v>
                </c:pt>
                <c:pt idx="9551">
                  <c:v>4.5463669209153013E-2</c:v>
                </c:pt>
                <c:pt idx="9552">
                  <c:v>4.5764753111200429E-2</c:v>
                </c:pt>
                <c:pt idx="9553">
                  <c:v>4.5062224006423124E-2</c:v>
                </c:pt>
                <c:pt idx="9554">
                  <c:v>4.4610598153351999E-2</c:v>
                </c:pt>
                <c:pt idx="9555">
                  <c:v>4.511240465676436E-2</c:v>
                </c:pt>
                <c:pt idx="9556">
                  <c:v>4.5212765957446832E-2</c:v>
                </c:pt>
                <c:pt idx="9557">
                  <c:v>4.5012043356081888E-2</c:v>
                </c:pt>
                <c:pt idx="9558">
                  <c:v>4.4610598153351999E-2</c:v>
                </c:pt>
                <c:pt idx="9559">
                  <c:v>4.4911682055399416E-2</c:v>
                </c:pt>
                <c:pt idx="9560">
                  <c:v>4.5463669209153013E-2</c:v>
                </c:pt>
                <c:pt idx="9561">
                  <c:v>4.4660778803693235E-2</c:v>
                </c:pt>
                <c:pt idx="9562">
                  <c:v>4.486150140505818E-2</c:v>
                </c:pt>
                <c:pt idx="9563">
                  <c:v>4.4911682055399416E-2</c:v>
                </c:pt>
                <c:pt idx="9564">
                  <c:v>4.4610598153351999E-2</c:v>
                </c:pt>
                <c:pt idx="9565">
                  <c:v>4.5012043356081888E-2</c:v>
                </c:pt>
                <c:pt idx="9566">
                  <c:v>4.5313127258129304E-2</c:v>
                </c:pt>
                <c:pt idx="9567">
                  <c:v>4.4811320754716943E-2</c:v>
                </c:pt>
                <c:pt idx="9568">
                  <c:v>4.486150140505818E-2</c:v>
                </c:pt>
                <c:pt idx="9569">
                  <c:v>4.486150140505818E-2</c:v>
                </c:pt>
                <c:pt idx="9570">
                  <c:v>4.4660778803693235E-2</c:v>
                </c:pt>
                <c:pt idx="9571">
                  <c:v>4.4359694901646041E-2</c:v>
                </c:pt>
                <c:pt idx="9572">
                  <c:v>4.5313127258129304E-2</c:v>
                </c:pt>
                <c:pt idx="9573">
                  <c:v>4.5262946607788068E-2</c:v>
                </c:pt>
                <c:pt idx="9574">
                  <c:v>4.511240465676436E-2</c:v>
                </c:pt>
                <c:pt idx="9575">
                  <c:v>4.5513849859494249E-2</c:v>
                </c:pt>
                <c:pt idx="9576">
                  <c:v>4.5313127258129304E-2</c:v>
                </c:pt>
                <c:pt idx="9577">
                  <c:v>4.511240465676436E-2</c:v>
                </c:pt>
                <c:pt idx="9578">
                  <c:v>4.5062224006423124E-2</c:v>
                </c:pt>
                <c:pt idx="9579">
                  <c:v>4.536330790847054E-2</c:v>
                </c:pt>
                <c:pt idx="9580">
                  <c:v>4.5513849859494249E-2</c:v>
                </c:pt>
                <c:pt idx="9581">
                  <c:v>4.4911682055399416E-2</c:v>
                </c:pt>
                <c:pt idx="9582">
                  <c:v>4.5463669209153013E-2</c:v>
                </c:pt>
                <c:pt idx="9583">
                  <c:v>4.4961862705740652E-2</c:v>
                </c:pt>
                <c:pt idx="9584">
                  <c:v>4.5313127258129304E-2</c:v>
                </c:pt>
                <c:pt idx="9585">
                  <c:v>4.5413488558811776E-2</c:v>
                </c:pt>
                <c:pt idx="9586">
                  <c:v>4.4761140104375707E-2</c:v>
                </c:pt>
                <c:pt idx="9587">
                  <c:v>4.5262946607788068E-2</c:v>
                </c:pt>
                <c:pt idx="9588">
                  <c:v>4.4811320754716943E-2</c:v>
                </c:pt>
                <c:pt idx="9589">
                  <c:v>4.4811320754716943E-2</c:v>
                </c:pt>
                <c:pt idx="9590">
                  <c:v>4.5062224006423124E-2</c:v>
                </c:pt>
                <c:pt idx="9591">
                  <c:v>4.536330790847054E-2</c:v>
                </c:pt>
                <c:pt idx="9592">
                  <c:v>4.4961862705740652E-2</c:v>
                </c:pt>
                <c:pt idx="9593">
                  <c:v>4.4409875551987055E-2</c:v>
                </c:pt>
                <c:pt idx="9594">
                  <c:v>4.4911682055399416E-2</c:v>
                </c:pt>
                <c:pt idx="9595">
                  <c:v>4.4811320754716943E-2</c:v>
                </c:pt>
                <c:pt idx="9596">
                  <c:v>4.4811320754716943E-2</c:v>
                </c:pt>
                <c:pt idx="9597">
                  <c:v>4.4761140104375707E-2</c:v>
                </c:pt>
                <c:pt idx="9598">
                  <c:v>4.4961862705740652E-2</c:v>
                </c:pt>
                <c:pt idx="9599">
                  <c:v>4.5062224006423124E-2</c:v>
                </c:pt>
                <c:pt idx="9600">
                  <c:v>4.4560417503010763E-2</c:v>
                </c:pt>
                <c:pt idx="9601">
                  <c:v>4.4510236852669527E-2</c:v>
                </c:pt>
                <c:pt idx="9602">
                  <c:v>4.4761140104375707E-2</c:v>
                </c:pt>
                <c:pt idx="9603">
                  <c:v>4.4158972300281096E-2</c:v>
                </c:pt>
                <c:pt idx="9604">
                  <c:v>4.4209152950622332E-2</c:v>
                </c:pt>
                <c:pt idx="9605">
                  <c:v>4.486150140505818E-2</c:v>
                </c:pt>
                <c:pt idx="9606">
                  <c:v>4.4259333600963346E-2</c:v>
                </c:pt>
                <c:pt idx="9607">
                  <c:v>4.4811320754716943E-2</c:v>
                </c:pt>
                <c:pt idx="9608">
                  <c:v>4.4961862705740652E-2</c:v>
                </c:pt>
                <c:pt idx="9609">
                  <c:v>4.4911682055399416E-2</c:v>
                </c:pt>
                <c:pt idx="9610">
                  <c:v>4.4510236852669527E-2</c:v>
                </c:pt>
                <c:pt idx="9611">
                  <c:v>4.4961862705740652E-2</c:v>
                </c:pt>
                <c:pt idx="9612">
                  <c:v>4.511240465676436E-2</c:v>
                </c:pt>
                <c:pt idx="9613">
                  <c:v>4.5012043356081888E-2</c:v>
                </c:pt>
                <c:pt idx="9614">
                  <c:v>4.5062224006423124E-2</c:v>
                </c:pt>
                <c:pt idx="9615">
                  <c:v>4.4811320754716943E-2</c:v>
                </c:pt>
                <c:pt idx="9616">
                  <c:v>4.5212765957446832E-2</c:v>
                </c:pt>
                <c:pt idx="9617">
                  <c:v>4.5564030509835485E-2</c:v>
                </c:pt>
                <c:pt idx="9618">
                  <c:v>4.5062224006423124E-2</c:v>
                </c:pt>
                <c:pt idx="9619">
                  <c:v>4.5463669209153013E-2</c:v>
                </c:pt>
                <c:pt idx="9620">
                  <c:v>4.5463669209153013E-2</c:v>
                </c:pt>
                <c:pt idx="9621">
                  <c:v>4.5262946607788068E-2</c:v>
                </c:pt>
                <c:pt idx="9622">
                  <c:v>4.5162585307105596E-2</c:v>
                </c:pt>
                <c:pt idx="9623">
                  <c:v>4.5614211160176721E-2</c:v>
                </c:pt>
                <c:pt idx="9624">
                  <c:v>4.5313127258129304E-2</c:v>
                </c:pt>
                <c:pt idx="9625">
                  <c:v>4.536330790847054E-2</c:v>
                </c:pt>
                <c:pt idx="9626">
                  <c:v>4.5212765957446832E-2</c:v>
                </c:pt>
                <c:pt idx="9627">
                  <c:v>4.5564030509835485E-2</c:v>
                </c:pt>
                <c:pt idx="9628">
                  <c:v>4.5262946607788068E-2</c:v>
                </c:pt>
                <c:pt idx="9629">
                  <c:v>4.5062224006423124E-2</c:v>
                </c:pt>
                <c:pt idx="9630">
                  <c:v>4.4710959454034471E-2</c:v>
                </c:pt>
                <c:pt idx="9631">
                  <c:v>4.486150140505818E-2</c:v>
                </c:pt>
                <c:pt idx="9632">
                  <c:v>4.5313127258129304E-2</c:v>
                </c:pt>
                <c:pt idx="9633">
                  <c:v>4.511240465676436E-2</c:v>
                </c:pt>
                <c:pt idx="9634">
                  <c:v>4.5262946607788068E-2</c:v>
                </c:pt>
                <c:pt idx="9635">
                  <c:v>4.5865114411882679E-2</c:v>
                </c:pt>
                <c:pt idx="9636">
                  <c:v>4.511240465676436E-2</c:v>
                </c:pt>
                <c:pt idx="9637">
                  <c:v>4.536330790847054E-2</c:v>
                </c:pt>
                <c:pt idx="9638">
                  <c:v>4.5313127258129304E-2</c:v>
                </c:pt>
                <c:pt idx="9639">
                  <c:v>4.5664391810517735E-2</c:v>
                </c:pt>
                <c:pt idx="9640">
                  <c:v>4.5965475712565151E-2</c:v>
                </c:pt>
                <c:pt idx="9641">
                  <c:v>4.5965475712565151E-2</c:v>
                </c:pt>
                <c:pt idx="9642">
                  <c:v>4.6467282215977512E-2</c:v>
                </c:pt>
                <c:pt idx="9643">
                  <c:v>4.6567643516659984E-2</c:v>
                </c:pt>
                <c:pt idx="9644">
                  <c:v>4.6718185467683693E-2</c:v>
                </c:pt>
                <c:pt idx="9645">
                  <c:v>4.6266559614612568E-2</c:v>
                </c:pt>
                <c:pt idx="9646">
                  <c:v>4.6768366118024929E-2</c:v>
                </c:pt>
                <c:pt idx="9647">
                  <c:v>4.6768366118024929E-2</c:v>
                </c:pt>
                <c:pt idx="9648">
                  <c:v>4.6718185467683693E-2</c:v>
                </c:pt>
                <c:pt idx="9649">
                  <c:v>4.6768366118024929E-2</c:v>
                </c:pt>
                <c:pt idx="9650">
                  <c:v>4.6668004817342457E-2</c:v>
                </c:pt>
                <c:pt idx="9651">
                  <c:v>4.6668004817342457E-2</c:v>
                </c:pt>
                <c:pt idx="9652">
                  <c:v>4.7069450020072345E-2</c:v>
                </c:pt>
                <c:pt idx="9653">
                  <c:v>4.6417101565636276E-2</c:v>
                </c:pt>
                <c:pt idx="9654">
                  <c:v>4.7119630670413359E-2</c:v>
                </c:pt>
                <c:pt idx="9655">
                  <c:v>4.6467282215977512E-2</c:v>
                </c:pt>
                <c:pt idx="9656">
                  <c:v>4.7069450020072345E-2</c:v>
                </c:pt>
                <c:pt idx="9657">
                  <c:v>4.7169811320754818E-2</c:v>
                </c:pt>
                <c:pt idx="9658">
                  <c:v>4.762143717382572E-2</c:v>
                </c:pt>
                <c:pt idx="9659">
                  <c:v>4.7169811320754818E-2</c:v>
                </c:pt>
                <c:pt idx="9660">
                  <c:v>4.7270172621437068E-2</c:v>
                </c:pt>
                <c:pt idx="9661">
                  <c:v>4.737053392211954E-2</c:v>
                </c:pt>
                <c:pt idx="9662">
                  <c:v>4.7571256523484484E-2</c:v>
                </c:pt>
                <c:pt idx="9663">
                  <c:v>4.7571256523484484E-2</c:v>
                </c:pt>
                <c:pt idx="9664">
                  <c:v>4.7721798474508192E-2</c:v>
                </c:pt>
                <c:pt idx="9665">
                  <c:v>4.7771979124849429E-2</c:v>
                </c:pt>
                <c:pt idx="9666">
                  <c:v>4.7320353271778526E-2</c:v>
                </c:pt>
                <c:pt idx="9667">
                  <c:v>4.7822159775190665E-2</c:v>
                </c:pt>
                <c:pt idx="9668">
                  <c:v>4.737053392211954E-2</c:v>
                </c:pt>
                <c:pt idx="9669">
                  <c:v>4.7671617824166956E-2</c:v>
                </c:pt>
                <c:pt idx="9670">
                  <c:v>4.7219991971095832E-2</c:v>
                </c:pt>
                <c:pt idx="9671">
                  <c:v>4.7721798474508192E-2</c:v>
                </c:pt>
                <c:pt idx="9672">
                  <c:v>4.7721798474508192E-2</c:v>
                </c:pt>
                <c:pt idx="9673">
                  <c:v>4.737053392211954E-2</c:v>
                </c:pt>
                <c:pt idx="9674">
                  <c:v>4.7922521075873137E-2</c:v>
                </c:pt>
                <c:pt idx="9675">
                  <c:v>4.7822159775190665E-2</c:v>
                </c:pt>
                <c:pt idx="9676">
                  <c:v>4.8022882376555609E-2</c:v>
                </c:pt>
                <c:pt idx="9677">
                  <c:v>4.7822159775190665E-2</c:v>
                </c:pt>
                <c:pt idx="9678">
                  <c:v>4.7872340425531901E-2</c:v>
                </c:pt>
                <c:pt idx="9679">
                  <c:v>4.8073063026896845E-2</c:v>
                </c:pt>
                <c:pt idx="9680">
                  <c:v>4.7671617824166956E-2</c:v>
                </c:pt>
                <c:pt idx="9681">
                  <c:v>4.8073063026896845E-2</c:v>
                </c:pt>
                <c:pt idx="9682">
                  <c:v>4.7822159775190665E-2</c:v>
                </c:pt>
                <c:pt idx="9683">
                  <c:v>4.8022882376555609E-2</c:v>
                </c:pt>
                <c:pt idx="9684">
                  <c:v>4.737053392211954E-2</c:v>
                </c:pt>
                <c:pt idx="9685">
                  <c:v>4.7822159775190665E-2</c:v>
                </c:pt>
                <c:pt idx="9686">
                  <c:v>4.8474508229626734E-2</c:v>
                </c:pt>
                <c:pt idx="9687">
                  <c:v>4.8524688879967748E-2</c:v>
                </c:pt>
                <c:pt idx="9688">
                  <c:v>4.8022882376555609E-2</c:v>
                </c:pt>
                <c:pt idx="9689">
                  <c:v>4.8073063026896845E-2</c:v>
                </c:pt>
                <c:pt idx="9690">
                  <c:v>4.7922521075873137E-2</c:v>
                </c:pt>
                <c:pt idx="9691">
                  <c:v>4.8574869530309206E-2</c:v>
                </c:pt>
                <c:pt idx="9692">
                  <c:v>4.8323966278603026E-2</c:v>
                </c:pt>
                <c:pt idx="9693">
                  <c:v>4.837414692894404E-2</c:v>
                </c:pt>
                <c:pt idx="9694">
                  <c:v>4.8173424327579317E-2</c:v>
                </c:pt>
                <c:pt idx="9695">
                  <c:v>4.8173424327579317E-2</c:v>
                </c:pt>
                <c:pt idx="9696">
                  <c:v>4.8173424327579317E-2</c:v>
                </c:pt>
                <c:pt idx="9697">
                  <c:v>4.862505018065022E-2</c:v>
                </c:pt>
                <c:pt idx="9698">
                  <c:v>4.8424327579285498E-2</c:v>
                </c:pt>
                <c:pt idx="9699">
                  <c:v>4.8022882376555609E-2</c:v>
                </c:pt>
                <c:pt idx="9700">
                  <c:v>4.862505018065022E-2</c:v>
                </c:pt>
                <c:pt idx="9701">
                  <c:v>4.8675230830991456E-2</c:v>
                </c:pt>
                <c:pt idx="9702">
                  <c:v>4.8574869530309206E-2</c:v>
                </c:pt>
                <c:pt idx="9703">
                  <c:v>4.8775592131673928E-2</c:v>
                </c:pt>
                <c:pt idx="9704">
                  <c:v>4.8675230830991456E-2</c:v>
                </c:pt>
                <c:pt idx="9705">
                  <c:v>4.8574869530309206E-2</c:v>
                </c:pt>
                <c:pt idx="9706">
                  <c:v>4.8022882376555609E-2</c:v>
                </c:pt>
                <c:pt idx="9707">
                  <c:v>4.8424327579285498E-2</c:v>
                </c:pt>
                <c:pt idx="9708">
                  <c:v>4.7872340425531901E-2</c:v>
                </c:pt>
                <c:pt idx="9709">
                  <c:v>4.8474508229626734E-2</c:v>
                </c:pt>
                <c:pt idx="9710">
                  <c:v>4.8424327579285498E-2</c:v>
                </c:pt>
                <c:pt idx="9711">
                  <c:v>4.7972701726214373E-2</c:v>
                </c:pt>
                <c:pt idx="9712">
                  <c:v>4.7972701726214373E-2</c:v>
                </c:pt>
                <c:pt idx="9713">
                  <c:v>4.8474508229626734E-2</c:v>
                </c:pt>
                <c:pt idx="9714">
                  <c:v>4.8073063026896845E-2</c:v>
                </c:pt>
                <c:pt idx="9715">
                  <c:v>4.7470895222802234E-2</c:v>
                </c:pt>
                <c:pt idx="9716">
                  <c:v>4.8173424327579317E-2</c:v>
                </c:pt>
                <c:pt idx="9717">
                  <c:v>4.8474508229626734E-2</c:v>
                </c:pt>
                <c:pt idx="9718">
                  <c:v>4.8323966278603026E-2</c:v>
                </c:pt>
                <c:pt idx="9719">
                  <c:v>4.837414692894404E-2</c:v>
                </c:pt>
                <c:pt idx="9720">
                  <c:v>4.8323966278603026E-2</c:v>
                </c:pt>
                <c:pt idx="9721">
                  <c:v>4.8675230830991456E-2</c:v>
                </c:pt>
                <c:pt idx="9722">
                  <c:v>4.8675230830991456E-2</c:v>
                </c:pt>
                <c:pt idx="9723">
                  <c:v>4.8675230830991456E-2</c:v>
                </c:pt>
                <c:pt idx="9724">
                  <c:v>4.8775592131673928E-2</c:v>
                </c:pt>
                <c:pt idx="9725">
                  <c:v>4.8725411481332914E-2</c:v>
                </c:pt>
                <c:pt idx="9726">
                  <c:v>4.8675230830991456E-2</c:v>
                </c:pt>
                <c:pt idx="9727">
                  <c:v>4.8574869530309206E-2</c:v>
                </c:pt>
                <c:pt idx="9728">
                  <c:v>4.8223604977920331E-2</c:v>
                </c:pt>
                <c:pt idx="9729">
                  <c:v>4.862505018065022E-2</c:v>
                </c:pt>
                <c:pt idx="9730">
                  <c:v>4.8675230830991456E-2</c:v>
                </c:pt>
                <c:pt idx="9731">
                  <c:v>4.8323966278603026E-2</c:v>
                </c:pt>
                <c:pt idx="9732">
                  <c:v>4.862505018065022E-2</c:v>
                </c:pt>
                <c:pt idx="9733">
                  <c:v>4.8474508229626734E-2</c:v>
                </c:pt>
                <c:pt idx="9734">
                  <c:v>4.8574869530309206E-2</c:v>
                </c:pt>
                <c:pt idx="9735">
                  <c:v>4.8875953432356622E-2</c:v>
                </c:pt>
                <c:pt idx="9736">
                  <c:v>4.9076676033721345E-2</c:v>
                </c:pt>
                <c:pt idx="9737">
                  <c:v>4.8875953432356622E-2</c:v>
                </c:pt>
                <c:pt idx="9738">
                  <c:v>4.8875953432356622E-2</c:v>
                </c:pt>
                <c:pt idx="9739">
                  <c:v>4.9126856684062581E-2</c:v>
                </c:pt>
                <c:pt idx="9740">
                  <c:v>4.9126856684062581E-2</c:v>
                </c:pt>
                <c:pt idx="9741">
                  <c:v>4.9277398635086289E-2</c:v>
                </c:pt>
                <c:pt idx="9742">
                  <c:v>4.8926134082697637E-2</c:v>
                </c:pt>
                <c:pt idx="9743">
                  <c:v>4.8524688879967748E-2</c:v>
                </c:pt>
                <c:pt idx="9744">
                  <c:v>4.8675230830991456E-2</c:v>
                </c:pt>
                <c:pt idx="9745">
                  <c:v>4.8875953432356622E-2</c:v>
                </c:pt>
                <c:pt idx="9746">
                  <c:v>4.8976314733038873E-2</c:v>
                </c:pt>
                <c:pt idx="9747">
                  <c:v>4.9227217984745053E-2</c:v>
                </c:pt>
                <c:pt idx="9748">
                  <c:v>4.8775592131673928E-2</c:v>
                </c:pt>
                <c:pt idx="9749">
                  <c:v>4.9327579285427525E-2</c:v>
                </c:pt>
                <c:pt idx="9750">
                  <c:v>4.9277398635086289E-2</c:v>
                </c:pt>
                <c:pt idx="9751">
                  <c:v>4.9377759935768761E-2</c:v>
                </c:pt>
                <c:pt idx="9752">
                  <c:v>4.9126856684062581E-2</c:v>
                </c:pt>
                <c:pt idx="9753">
                  <c:v>4.9427940586109997E-2</c:v>
                </c:pt>
                <c:pt idx="9754">
                  <c:v>4.9628663187474942E-2</c:v>
                </c:pt>
                <c:pt idx="9755">
                  <c:v>4.9177037334403817E-2</c:v>
                </c:pt>
                <c:pt idx="9756">
                  <c:v>4.8926134082697637E-2</c:v>
                </c:pt>
                <c:pt idx="9757">
                  <c:v>4.9227217984745053E-2</c:v>
                </c:pt>
                <c:pt idx="9758">
                  <c:v>4.9327579285427525E-2</c:v>
                </c:pt>
                <c:pt idx="9759">
                  <c:v>4.862505018065022E-2</c:v>
                </c:pt>
                <c:pt idx="9760">
                  <c:v>4.8725411481332914E-2</c:v>
                </c:pt>
                <c:pt idx="9761">
                  <c:v>4.8825772782015164E-2</c:v>
                </c:pt>
                <c:pt idx="9762">
                  <c:v>4.9427940586109997E-2</c:v>
                </c:pt>
                <c:pt idx="9763">
                  <c:v>4.9377759935768761E-2</c:v>
                </c:pt>
                <c:pt idx="9764">
                  <c:v>4.9427940586109997E-2</c:v>
                </c:pt>
                <c:pt idx="9765">
                  <c:v>4.9478121236451234E-2</c:v>
                </c:pt>
                <c:pt idx="9766">
                  <c:v>4.9026495383380109E-2</c:v>
                </c:pt>
                <c:pt idx="9767">
                  <c:v>4.9277398635086289E-2</c:v>
                </c:pt>
                <c:pt idx="9768">
                  <c:v>4.9427940586109997E-2</c:v>
                </c:pt>
                <c:pt idx="9769">
                  <c:v>4.9628663187474942E-2</c:v>
                </c:pt>
                <c:pt idx="9770">
                  <c:v>4.8323966278603026E-2</c:v>
                </c:pt>
                <c:pt idx="9771">
                  <c:v>4.8424327579285498E-2</c:v>
                </c:pt>
                <c:pt idx="9772">
                  <c:v>4.8323966278603026E-2</c:v>
                </c:pt>
                <c:pt idx="9773">
                  <c:v>4.8524688879967748E-2</c:v>
                </c:pt>
                <c:pt idx="9774">
                  <c:v>4.837414692894404E-2</c:v>
                </c:pt>
                <c:pt idx="9775">
                  <c:v>4.8022882376555609E-2</c:v>
                </c:pt>
                <c:pt idx="9776">
                  <c:v>4.8273785628261789E-2</c:v>
                </c:pt>
                <c:pt idx="9777">
                  <c:v>4.8675230830991456E-2</c:v>
                </c:pt>
                <c:pt idx="9778">
                  <c:v>4.8173424327579317E-2</c:v>
                </c:pt>
                <c:pt idx="9779">
                  <c:v>4.8323966278603026E-2</c:v>
                </c:pt>
                <c:pt idx="9780">
                  <c:v>4.8524688879967748E-2</c:v>
                </c:pt>
                <c:pt idx="9781">
                  <c:v>4.8073063026896845E-2</c:v>
                </c:pt>
                <c:pt idx="9782">
                  <c:v>4.762143717382572E-2</c:v>
                </c:pt>
                <c:pt idx="9783">
                  <c:v>4.8073063026896845E-2</c:v>
                </c:pt>
                <c:pt idx="9784">
                  <c:v>4.8323966278603026E-2</c:v>
                </c:pt>
                <c:pt idx="9785">
                  <c:v>4.8223604977920331E-2</c:v>
                </c:pt>
                <c:pt idx="9786">
                  <c:v>4.7872340425531901E-2</c:v>
                </c:pt>
                <c:pt idx="9787">
                  <c:v>4.8022882376555609E-2</c:v>
                </c:pt>
                <c:pt idx="9788">
                  <c:v>4.8223604977920331E-2</c:v>
                </c:pt>
                <c:pt idx="9789">
                  <c:v>4.8073063026896845E-2</c:v>
                </c:pt>
                <c:pt idx="9790">
                  <c:v>4.8223604977920331E-2</c:v>
                </c:pt>
                <c:pt idx="9791">
                  <c:v>4.8675230830991456E-2</c:v>
                </c:pt>
                <c:pt idx="9792">
                  <c:v>4.8474508229626734E-2</c:v>
                </c:pt>
                <c:pt idx="9793">
                  <c:v>4.8223604977920331E-2</c:v>
                </c:pt>
                <c:pt idx="9794">
                  <c:v>4.8574869530309206E-2</c:v>
                </c:pt>
                <c:pt idx="9795">
                  <c:v>4.8725411481332914E-2</c:v>
                </c:pt>
                <c:pt idx="9796">
                  <c:v>4.8323966278603026E-2</c:v>
                </c:pt>
                <c:pt idx="9797">
                  <c:v>4.8223604977920331E-2</c:v>
                </c:pt>
                <c:pt idx="9798">
                  <c:v>4.837414692894404E-2</c:v>
                </c:pt>
                <c:pt idx="9799">
                  <c:v>4.8775592131673928E-2</c:v>
                </c:pt>
                <c:pt idx="9800">
                  <c:v>4.8825772782015164E-2</c:v>
                </c:pt>
                <c:pt idx="9801">
                  <c:v>4.8926134082697637E-2</c:v>
                </c:pt>
                <c:pt idx="9802">
                  <c:v>4.8273785628261789E-2</c:v>
                </c:pt>
                <c:pt idx="9803">
                  <c:v>4.8424327579285498E-2</c:v>
                </c:pt>
                <c:pt idx="9804">
                  <c:v>4.8474508229626734E-2</c:v>
                </c:pt>
                <c:pt idx="9805">
                  <c:v>4.837414692894404E-2</c:v>
                </c:pt>
                <c:pt idx="9806">
                  <c:v>4.8875953432356622E-2</c:v>
                </c:pt>
                <c:pt idx="9807">
                  <c:v>4.8725411481332914E-2</c:v>
                </c:pt>
                <c:pt idx="9808">
                  <c:v>4.8926134082697637E-2</c:v>
                </c:pt>
                <c:pt idx="9809">
                  <c:v>4.8675230830991456E-2</c:v>
                </c:pt>
                <c:pt idx="9810">
                  <c:v>4.8574869530309206E-2</c:v>
                </c:pt>
                <c:pt idx="9811">
                  <c:v>4.8875953432356622E-2</c:v>
                </c:pt>
                <c:pt idx="9812">
                  <c:v>5.003010839020483E-2</c:v>
                </c:pt>
                <c:pt idx="9813">
                  <c:v>4.9929747089522136E-2</c:v>
                </c:pt>
                <c:pt idx="9814">
                  <c:v>4.9578482537133706E-2</c:v>
                </c:pt>
                <c:pt idx="9815">
                  <c:v>5.0481734243275733E-2</c:v>
                </c:pt>
                <c:pt idx="9816">
                  <c:v>5.0180650341228317E-2</c:v>
                </c:pt>
                <c:pt idx="9817">
                  <c:v>4.9979927739863594E-2</c:v>
                </c:pt>
                <c:pt idx="9818">
                  <c:v>5.0682456844640678E-2</c:v>
                </c:pt>
                <c:pt idx="9819">
                  <c:v>5.0130469690887303E-2</c:v>
                </c:pt>
                <c:pt idx="9820">
                  <c:v>4.9929747089522136E-2</c:v>
                </c:pt>
                <c:pt idx="9821">
                  <c:v>5.0180650341228317E-2</c:v>
                </c:pt>
                <c:pt idx="9822">
                  <c:v>5.0481734243275733E-2</c:v>
                </c:pt>
                <c:pt idx="9823">
                  <c:v>5.103372139702933E-2</c:v>
                </c:pt>
                <c:pt idx="9824">
                  <c:v>5.0481734243275733E-2</c:v>
                </c:pt>
                <c:pt idx="9825">
                  <c:v>5.0632276194299441E-2</c:v>
                </c:pt>
                <c:pt idx="9826">
                  <c:v>5.0933360096346858E-2</c:v>
                </c:pt>
                <c:pt idx="9827">
                  <c:v>5.0531914893616969E-2</c:v>
                </c:pt>
                <c:pt idx="9828">
                  <c:v>5.0983540746688094E-2</c:v>
                </c:pt>
                <c:pt idx="9829">
                  <c:v>5.0983540746688094E-2</c:v>
                </c:pt>
                <c:pt idx="9830">
                  <c:v>5.0732637494981914E-2</c:v>
                </c:pt>
                <c:pt idx="9831">
                  <c:v>5.0281011641911011E-2</c:v>
                </c:pt>
                <c:pt idx="9832">
                  <c:v>5.0632276194299441E-2</c:v>
                </c:pt>
                <c:pt idx="9833">
                  <c:v>5.0632276194299441E-2</c:v>
                </c:pt>
                <c:pt idx="9834">
                  <c:v>5.103372139702933E-2</c:v>
                </c:pt>
                <c:pt idx="9835">
                  <c:v>5.0832998795664386E-2</c:v>
                </c:pt>
                <c:pt idx="9836">
                  <c:v>5.0531914893616969E-2</c:v>
                </c:pt>
                <c:pt idx="9837">
                  <c:v>5.0883179446005622E-2</c:v>
                </c:pt>
                <c:pt idx="9838">
                  <c:v>5.0531914893616969E-2</c:v>
                </c:pt>
                <c:pt idx="9839">
                  <c:v>5.0180650341228317E-2</c:v>
                </c:pt>
                <c:pt idx="9840">
                  <c:v>5.0381372942593261E-2</c:v>
                </c:pt>
                <c:pt idx="9841">
                  <c:v>5.0331192292252025E-2</c:v>
                </c:pt>
                <c:pt idx="9842">
                  <c:v>5.1083902047370566E-2</c:v>
                </c:pt>
                <c:pt idx="9843">
                  <c:v>5.0230830991569553E-2</c:v>
                </c:pt>
                <c:pt idx="9844">
                  <c:v>5.078281814532315E-2</c:v>
                </c:pt>
                <c:pt idx="9845">
                  <c:v>5.078281814532315E-2</c:v>
                </c:pt>
                <c:pt idx="9846">
                  <c:v>5.0883179446005622E-2</c:v>
                </c:pt>
                <c:pt idx="9847">
                  <c:v>5.0632276194299441E-2</c:v>
                </c:pt>
                <c:pt idx="9848">
                  <c:v>5.0531914893616969E-2</c:v>
                </c:pt>
                <c:pt idx="9849">
                  <c:v>5.1886792452830122E-2</c:v>
                </c:pt>
                <c:pt idx="9850">
                  <c:v>5.0983540746688094E-2</c:v>
                </c:pt>
                <c:pt idx="9851">
                  <c:v>5.1585708550782927E-2</c:v>
                </c:pt>
                <c:pt idx="9852">
                  <c:v>5.1836611802489108E-2</c:v>
                </c:pt>
                <c:pt idx="9853">
                  <c:v>5.1585708550782927E-2</c:v>
                </c:pt>
                <c:pt idx="9854">
                  <c:v>5.1686069851465399E-2</c:v>
                </c:pt>
                <c:pt idx="9855">
                  <c:v>5.1635889201123941E-2</c:v>
                </c:pt>
                <c:pt idx="9856">
                  <c:v>5.1234443998394275E-2</c:v>
                </c:pt>
                <c:pt idx="9857">
                  <c:v>5.1284624648735511E-2</c:v>
                </c:pt>
                <c:pt idx="9858">
                  <c:v>5.1284624648735511E-2</c:v>
                </c:pt>
                <c:pt idx="9859">
                  <c:v>5.1585708550782927E-2</c:v>
                </c:pt>
                <c:pt idx="9860">
                  <c:v>5.1836611802489108E-2</c:v>
                </c:pt>
                <c:pt idx="9861">
                  <c:v>5.1485347250100233E-2</c:v>
                </c:pt>
                <c:pt idx="9862">
                  <c:v>5.1083902047370566E-2</c:v>
                </c:pt>
                <c:pt idx="9863">
                  <c:v>5.103372139702933E-2</c:v>
                </c:pt>
                <c:pt idx="9864">
                  <c:v>5.1535527900441691E-2</c:v>
                </c:pt>
                <c:pt idx="9865">
                  <c:v>5.1284624648735511E-2</c:v>
                </c:pt>
                <c:pt idx="9866">
                  <c:v>5.1686069851465399E-2</c:v>
                </c:pt>
                <c:pt idx="9867">
                  <c:v>5.1384985949417983E-2</c:v>
                </c:pt>
                <c:pt idx="9868">
                  <c:v>5.1936973103171358E-2</c:v>
                </c:pt>
                <c:pt idx="9869">
                  <c:v>5.1836611802489108E-2</c:v>
                </c:pt>
                <c:pt idx="9870">
                  <c:v>5.1635889201123941E-2</c:v>
                </c:pt>
                <c:pt idx="9871">
                  <c:v>5.1485347250100233E-2</c:v>
                </c:pt>
                <c:pt idx="9872">
                  <c:v>5.1635889201123941E-2</c:v>
                </c:pt>
                <c:pt idx="9873">
                  <c:v>5.1134082697711802E-2</c:v>
                </c:pt>
                <c:pt idx="9874">
                  <c:v>5.1585708550782927E-2</c:v>
                </c:pt>
                <c:pt idx="9875">
                  <c:v>5.1736250501806413E-2</c:v>
                </c:pt>
                <c:pt idx="9876">
                  <c:v>5.1635889201123941E-2</c:v>
                </c:pt>
                <c:pt idx="9877">
                  <c:v>5.1936973103171358E-2</c:v>
                </c:pt>
                <c:pt idx="9878">
                  <c:v>5.1936973103171358E-2</c:v>
                </c:pt>
                <c:pt idx="9879">
                  <c:v>5.1384985949417983E-2</c:v>
                </c:pt>
                <c:pt idx="9880">
                  <c:v>5.1786431152147649E-2</c:v>
                </c:pt>
                <c:pt idx="9881">
                  <c:v>5.1334805299076525E-2</c:v>
                </c:pt>
                <c:pt idx="9882">
                  <c:v>5.1786431152147649E-2</c:v>
                </c:pt>
                <c:pt idx="9883">
                  <c:v>5.1384985949417983E-2</c:v>
                </c:pt>
                <c:pt idx="9884">
                  <c:v>5.0983540746688094E-2</c:v>
                </c:pt>
                <c:pt idx="9885">
                  <c:v>5.1686069851465399E-2</c:v>
                </c:pt>
                <c:pt idx="9886">
                  <c:v>5.1936973103171358E-2</c:v>
                </c:pt>
                <c:pt idx="9887">
                  <c:v>5.1736250501806413E-2</c:v>
                </c:pt>
                <c:pt idx="9888">
                  <c:v>5.1686069851465399E-2</c:v>
                </c:pt>
                <c:pt idx="9889">
                  <c:v>5.1234443998394275E-2</c:v>
                </c:pt>
                <c:pt idx="9890">
                  <c:v>5.1686069851465399E-2</c:v>
                </c:pt>
                <c:pt idx="9891">
                  <c:v>5.1535527900441691E-2</c:v>
                </c:pt>
                <c:pt idx="9892">
                  <c:v>5.203733440385383E-2</c:v>
                </c:pt>
                <c:pt idx="9893">
                  <c:v>5.1886792452830122E-2</c:v>
                </c:pt>
                <c:pt idx="9894">
                  <c:v>5.1886792452830122E-2</c:v>
                </c:pt>
                <c:pt idx="9895">
                  <c:v>5.203733440385383E-2</c:v>
                </c:pt>
                <c:pt idx="9896">
                  <c:v>5.1886792452830122E-2</c:v>
                </c:pt>
                <c:pt idx="9897">
                  <c:v>5.2187876354877538E-2</c:v>
                </c:pt>
                <c:pt idx="9898">
                  <c:v>5.2689682858289899E-2</c:v>
                </c:pt>
                <c:pt idx="9899">
                  <c:v>5.228823765556001E-2</c:v>
                </c:pt>
                <c:pt idx="9900">
                  <c:v>5.2689682858289899E-2</c:v>
                </c:pt>
                <c:pt idx="9901">
                  <c:v>5.2589321557607427E-2</c:v>
                </c:pt>
                <c:pt idx="9902">
                  <c:v>5.2488960256924955E-2</c:v>
                </c:pt>
                <c:pt idx="9903">
                  <c:v>5.2539140907266191E-2</c:v>
                </c:pt>
                <c:pt idx="9904">
                  <c:v>5.228823765556001E-2</c:v>
                </c:pt>
                <c:pt idx="9905">
                  <c:v>5.2739863508631135E-2</c:v>
                </c:pt>
                <c:pt idx="9906">
                  <c:v>5.2087515054195066E-2</c:v>
                </c:pt>
                <c:pt idx="9907">
                  <c:v>5.1886792452830122E-2</c:v>
                </c:pt>
                <c:pt idx="9908">
                  <c:v>5.2488960256924955E-2</c:v>
                </c:pt>
                <c:pt idx="9909">
                  <c:v>5.1485347250100233E-2</c:v>
                </c:pt>
                <c:pt idx="9910">
                  <c:v>5.1936973103171358E-2</c:v>
                </c:pt>
                <c:pt idx="9911">
                  <c:v>5.1836611802489108E-2</c:v>
                </c:pt>
                <c:pt idx="9912">
                  <c:v>5.1836611802489108E-2</c:v>
                </c:pt>
                <c:pt idx="9913">
                  <c:v>5.1836611802489108E-2</c:v>
                </c:pt>
                <c:pt idx="9914">
                  <c:v>5.1886792452830122E-2</c:v>
                </c:pt>
                <c:pt idx="9915">
                  <c:v>5.203733440385383E-2</c:v>
                </c:pt>
                <c:pt idx="9916">
                  <c:v>5.1736250501806413E-2</c:v>
                </c:pt>
                <c:pt idx="9917">
                  <c:v>5.0983540746688094E-2</c:v>
                </c:pt>
                <c:pt idx="9918">
                  <c:v>5.0933360096346858E-2</c:v>
                </c:pt>
                <c:pt idx="9919">
                  <c:v>5.0632276194299441E-2</c:v>
                </c:pt>
                <c:pt idx="9920">
                  <c:v>5.0281011641911011E-2</c:v>
                </c:pt>
                <c:pt idx="9921">
                  <c:v>5.0732637494981914E-2</c:v>
                </c:pt>
                <c:pt idx="9922">
                  <c:v>5.0331192292252025E-2</c:v>
                </c:pt>
                <c:pt idx="9923">
                  <c:v>5.0381372942593261E-2</c:v>
                </c:pt>
                <c:pt idx="9924">
                  <c:v>4.9779205138498428E-2</c:v>
                </c:pt>
                <c:pt idx="9925">
                  <c:v>5.0230830991569553E-2</c:v>
                </c:pt>
                <c:pt idx="9926">
                  <c:v>4.9829385788839886E-2</c:v>
                </c:pt>
                <c:pt idx="9927">
                  <c:v>4.9829385788839886E-2</c:v>
                </c:pt>
                <c:pt idx="9928">
                  <c:v>4.9979927739863594E-2</c:v>
                </c:pt>
                <c:pt idx="9929">
                  <c:v>5.0230830991569553E-2</c:v>
                </c:pt>
                <c:pt idx="9930">
                  <c:v>5.0281011641911011E-2</c:v>
                </c:pt>
                <c:pt idx="9931">
                  <c:v>5.0180650341228317E-2</c:v>
                </c:pt>
                <c:pt idx="9932">
                  <c:v>4.9879566439181122E-2</c:v>
                </c:pt>
                <c:pt idx="9933">
                  <c:v>5.0230830991569553E-2</c:v>
                </c:pt>
                <c:pt idx="9934">
                  <c:v>4.9628663187474942E-2</c:v>
                </c:pt>
                <c:pt idx="9935">
                  <c:v>5.0130469690887303E-2</c:v>
                </c:pt>
                <c:pt idx="9936">
                  <c:v>5.0381372942593261E-2</c:v>
                </c:pt>
                <c:pt idx="9937">
                  <c:v>5.0180650341228317E-2</c:v>
                </c:pt>
                <c:pt idx="9938">
                  <c:v>5.0732637494981914E-2</c:v>
                </c:pt>
                <c:pt idx="9939">
                  <c:v>5.078281814532315E-2</c:v>
                </c:pt>
                <c:pt idx="9940">
                  <c:v>5.0481734243275733E-2</c:v>
                </c:pt>
                <c:pt idx="9941">
                  <c:v>5.0682456844640678E-2</c:v>
                </c:pt>
                <c:pt idx="9942">
                  <c:v>5.1284624648735511E-2</c:v>
                </c:pt>
                <c:pt idx="9943">
                  <c:v>5.1284624648735511E-2</c:v>
                </c:pt>
                <c:pt idx="9944">
                  <c:v>5.1134082697711802E-2</c:v>
                </c:pt>
                <c:pt idx="9945">
                  <c:v>5.0632276194299441E-2</c:v>
                </c:pt>
                <c:pt idx="9946">
                  <c:v>5.0331192292252025E-2</c:v>
                </c:pt>
                <c:pt idx="9947">
                  <c:v>5.0983540746688094E-2</c:v>
                </c:pt>
                <c:pt idx="9948">
                  <c:v>5.1134082697711802E-2</c:v>
                </c:pt>
                <c:pt idx="9949">
                  <c:v>5.0281011641911011E-2</c:v>
                </c:pt>
                <c:pt idx="9950">
                  <c:v>5.0883179446005622E-2</c:v>
                </c:pt>
                <c:pt idx="9951">
                  <c:v>5.0983540746688094E-2</c:v>
                </c:pt>
                <c:pt idx="9952">
                  <c:v>5.0832998795664386E-2</c:v>
                </c:pt>
                <c:pt idx="9953">
                  <c:v>5.0983540746688094E-2</c:v>
                </c:pt>
                <c:pt idx="9954">
                  <c:v>5.0832998795664386E-2</c:v>
                </c:pt>
                <c:pt idx="9955">
                  <c:v>5.0983540746688094E-2</c:v>
                </c:pt>
                <c:pt idx="9956">
                  <c:v>5.0732637494981914E-2</c:v>
                </c:pt>
                <c:pt idx="9957">
                  <c:v>5.0582095543958205E-2</c:v>
                </c:pt>
                <c:pt idx="9958">
                  <c:v>5.0983540746688094E-2</c:v>
                </c:pt>
                <c:pt idx="9959">
                  <c:v>5.078281814532315E-2</c:v>
                </c:pt>
                <c:pt idx="9960">
                  <c:v>5.0983540746688094E-2</c:v>
                </c:pt>
                <c:pt idx="9961">
                  <c:v>5.1234443998394275E-2</c:v>
                </c:pt>
                <c:pt idx="9962">
                  <c:v>5.1384985949417983E-2</c:v>
                </c:pt>
                <c:pt idx="9963">
                  <c:v>5.1134082697711802E-2</c:v>
                </c:pt>
                <c:pt idx="9964">
                  <c:v>5.0832998795664386E-2</c:v>
                </c:pt>
                <c:pt idx="9965">
                  <c:v>5.1535527900441691E-2</c:v>
                </c:pt>
                <c:pt idx="9966">
                  <c:v>5.1535527900441691E-2</c:v>
                </c:pt>
                <c:pt idx="9967">
                  <c:v>5.1334805299076525E-2</c:v>
                </c:pt>
                <c:pt idx="9968">
                  <c:v>5.0883179446005622E-2</c:v>
                </c:pt>
                <c:pt idx="9969">
                  <c:v>5.1535527900441691E-2</c:v>
                </c:pt>
                <c:pt idx="9970">
                  <c:v>5.078281814532315E-2</c:v>
                </c:pt>
                <c:pt idx="9971">
                  <c:v>5.1786431152147649E-2</c:v>
                </c:pt>
                <c:pt idx="9972">
                  <c:v>5.1686069851465399E-2</c:v>
                </c:pt>
                <c:pt idx="9973">
                  <c:v>5.2238057005218774E-2</c:v>
                </c:pt>
                <c:pt idx="9974">
                  <c:v>5.228823765556001E-2</c:v>
                </c:pt>
                <c:pt idx="9975">
                  <c:v>5.2238057005218774E-2</c:v>
                </c:pt>
                <c:pt idx="9976">
                  <c:v>5.2338418305901246E-2</c:v>
                </c:pt>
                <c:pt idx="9977">
                  <c:v>5.1384985949417983E-2</c:v>
                </c:pt>
                <c:pt idx="9978">
                  <c:v>5.1786431152147649E-2</c:v>
                </c:pt>
                <c:pt idx="9979">
                  <c:v>5.1786431152147649E-2</c:v>
                </c:pt>
                <c:pt idx="9980">
                  <c:v>5.2238057005218774E-2</c:v>
                </c:pt>
                <c:pt idx="9981">
                  <c:v>5.2438779606583719E-2</c:v>
                </c:pt>
                <c:pt idx="9982">
                  <c:v>5.2438779606583719E-2</c:v>
                </c:pt>
                <c:pt idx="9983">
                  <c:v>5.228823765556001E-2</c:v>
                </c:pt>
                <c:pt idx="9984">
                  <c:v>5.1736250501806413E-2</c:v>
                </c:pt>
                <c:pt idx="9985">
                  <c:v>5.2488960256924955E-2</c:v>
                </c:pt>
                <c:pt idx="9986">
                  <c:v>5.2187876354877538E-2</c:v>
                </c:pt>
                <c:pt idx="9987">
                  <c:v>5.2539140907266191E-2</c:v>
                </c:pt>
                <c:pt idx="9988">
                  <c:v>5.2589321557607427E-2</c:v>
                </c:pt>
                <c:pt idx="9989">
                  <c:v>5.1886792452830122E-2</c:v>
                </c:pt>
                <c:pt idx="9990">
                  <c:v>5.2087515054195066E-2</c:v>
                </c:pt>
                <c:pt idx="9991">
                  <c:v>5.1987153753512594E-2</c:v>
                </c:pt>
                <c:pt idx="9992">
                  <c:v>5.1987153753512594E-2</c:v>
                </c:pt>
                <c:pt idx="9993">
                  <c:v>5.2187876354877538E-2</c:v>
                </c:pt>
                <c:pt idx="9994">
                  <c:v>5.2438779606583719E-2</c:v>
                </c:pt>
                <c:pt idx="9995">
                  <c:v>5.1736250501806413E-2</c:v>
                </c:pt>
                <c:pt idx="9996">
                  <c:v>5.2639502207948663E-2</c:v>
                </c:pt>
                <c:pt idx="9997">
                  <c:v>5.2488960256924955E-2</c:v>
                </c:pt>
                <c:pt idx="9998">
                  <c:v>5.2137695704536302E-2</c:v>
                </c:pt>
                <c:pt idx="9999">
                  <c:v>5.2087515054195066E-2</c:v>
                </c:pt>
                <c:pt idx="10000">
                  <c:v>5.228823765556001E-2</c:v>
                </c:pt>
                <c:pt idx="10001">
                  <c:v>5.2388598956242483E-2</c:v>
                </c:pt>
                <c:pt idx="10002">
                  <c:v>5.2187876354877538E-2</c:v>
                </c:pt>
                <c:pt idx="10003">
                  <c:v>5.2388598956242483E-2</c:v>
                </c:pt>
                <c:pt idx="10004">
                  <c:v>5.2539140907266191E-2</c:v>
                </c:pt>
                <c:pt idx="10005">
                  <c:v>5.2488960256924955E-2</c:v>
                </c:pt>
                <c:pt idx="10006">
                  <c:v>5.2438779606583719E-2</c:v>
                </c:pt>
                <c:pt idx="10007">
                  <c:v>5.2137695704536302E-2</c:v>
                </c:pt>
                <c:pt idx="10008">
                  <c:v>5.2639502207948663E-2</c:v>
                </c:pt>
                <c:pt idx="10009">
                  <c:v>5.2689682858289899E-2</c:v>
                </c:pt>
                <c:pt idx="10010">
                  <c:v>5.2338418305901246E-2</c:v>
                </c:pt>
                <c:pt idx="10011">
                  <c:v>5.2639502207948663E-2</c:v>
                </c:pt>
                <c:pt idx="10012">
                  <c:v>5.2639502207948663E-2</c:v>
                </c:pt>
                <c:pt idx="10013">
                  <c:v>5.2488960256924955E-2</c:v>
                </c:pt>
                <c:pt idx="10014">
                  <c:v>5.2087515054195066E-2</c:v>
                </c:pt>
                <c:pt idx="10015">
                  <c:v>5.2338418305901246E-2</c:v>
                </c:pt>
                <c:pt idx="10016">
                  <c:v>5.2689682858289899E-2</c:v>
                </c:pt>
                <c:pt idx="10017">
                  <c:v>5.2689682858289899E-2</c:v>
                </c:pt>
                <c:pt idx="10018">
                  <c:v>5.2238057005218774E-2</c:v>
                </c:pt>
                <c:pt idx="10019">
                  <c:v>5.2689682858289899E-2</c:v>
                </c:pt>
                <c:pt idx="10020">
                  <c:v>5.2689682858289899E-2</c:v>
                </c:pt>
                <c:pt idx="10021">
                  <c:v>5.2840224809313607E-2</c:v>
                </c:pt>
                <c:pt idx="10022">
                  <c:v>5.2488960256924955E-2</c:v>
                </c:pt>
                <c:pt idx="10023">
                  <c:v>5.2137695704536302E-2</c:v>
                </c:pt>
                <c:pt idx="10024">
                  <c:v>5.2689682858289899E-2</c:v>
                </c:pt>
                <c:pt idx="10025">
                  <c:v>5.2790044158972371E-2</c:v>
                </c:pt>
                <c:pt idx="10026">
                  <c:v>5.2388598956242483E-2</c:v>
                </c:pt>
                <c:pt idx="10027">
                  <c:v>5.294058610999608E-2</c:v>
                </c:pt>
                <c:pt idx="10028">
                  <c:v>5.2539140907266191E-2</c:v>
                </c:pt>
                <c:pt idx="10029">
                  <c:v>5.2990766760337316E-2</c:v>
                </c:pt>
                <c:pt idx="10030">
                  <c:v>5.294058610999608E-2</c:v>
                </c:pt>
                <c:pt idx="10031">
                  <c:v>5.304094741067833E-2</c:v>
                </c:pt>
                <c:pt idx="10032">
                  <c:v>5.3091128061019788E-2</c:v>
                </c:pt>
                <c:pt idx="10033">
                  <c:v>5.294058610999608E-2</c:v>
                </c:pt>
                <c:pt idx="10034">
                  <c:v>5.2689682858289899E-2</c:v>
                </c:pt>
                <c:pt idx="10035">
                  <c:v>5.329185066238451E-2</c:v>
                </c:pt>
                <c:pt idx="10036">
                  <c:v>5.2739863508631135E-2</c:v>
                </c:pt>
                <c:pt idx="10037">
                  <c:v>5.3141308711361024E-2</c:v>
                </c:pt>
                <c:pt idx="10038">
                  <c:v>5.2990766760337316E-2</c:v>
                </c:pt>
                <c:pt idx="10039">
                  <c:v>5.228823765556001E-2</c:v>
                </c:pt>
                <c:pt idx="10040">
                  <c:v>5.2790044158972371E-2</c:v>
                </c:pt>
                <c:pt idx="10041">
                  <c:v>5.228823765556001E-2</c:v>
                </c:pt>
                <c:pt idx="10042">
                  <c:v>5.2790044158972371E-2</c:v>
                </c:pt>
                <c:pt idx="10043">
                  <c:v>5.2589321557607427E-2</c:v>
                </c:pt>
                <c:pt idx="10044">
                  <c:v>5.2990766760337316E-2</c:v>
                </c:pt>
                <c:pt idx="10045">
                  <c:v>5.3091128061019788E-2</c:v>
                </c:pt>
                <c:pt idx="10046">
                  <c:v>5.3091128061019788E-2</c:v>
                </c:pt>
                <c:pt idx="10047">
                  <c:v>5.3091128061019788E-2</c:v>
                </c:pt>
                <c:pt idx="10048">
                  <c:v>5.329185066238451E-2</c:v>
                </c:pt>
                <c:pt idx="10049">
                  <c:v>5.3241670012043274E-2</c:v>
                </c:pt>
                <c:pt idx="10050">
                  <c:v>5.3141308711361024E-2</c:v>
                </c:pt>
                <c:pt idx="10051">
                  <c:v>5.3091128061019788E-2</c:v>
                </c:pt>
                <c:pt idx="10052">
                  <c:v>5.329185066238451E-2</c:v>
                </c:pt>
                <c:pt idx="10053">
                  <c:v>5.3191489361702038E-2</c:v>
                </c:pt>
                <c:pt idx="10054">
                  <c:v>5.3643115214773163E-2</c:v>
                </c:pt>
                <c:pt idx="10055">
                  <c:v>5.4144921718185524E-2</c:v>
                </c:pt>
                <c:pt idx="10056">
                  <c:v>5.3743476515455635E-2</c:v>
                </c:pt>
                <c:pt idx="10057">
                  <c:v>5.3342031312725746E-2</c:v>
                </c:pt>
                <c:pt idx="10058">
                  <c:v>5.3894018466479343E-2</c:v>
                </c:pt>
                <c:pt idx="10059">
                  <c:v>5.3894018466479343E-2</c:v>
                </c:pt>
                <c:pt idx="10060">
                  <c:v>5.3793657165796871E-2</c:v>
                </c:pt>
                <c:pt idx="10061">
                  <c:v>5.3643115214773163E-2</c:v>
                </c:pt>
                <c:pt idx="10062">
                  <c:v>5.4094741067844287E-2</c:v>
                </c:pt>
                <c:pt idx="10063">
                  <c:v>5.4044560417503051E-2</c:v>
                </c:pt>
                <c:pt idx="10064">
                  <c:v>5.3743476515455635E-2</c:v>
                </c:pt>
                <c:pt idx="10065">
                  <c:v>5.4144921718185524E-2</c:v>
                </c:pt>
                <c:pt idx="10066">
                  <c:v>5.3592934564431927E-2</c:v>
                </c:pt>
                <c:pt idx="10067">
                  <c:v>5.3793657165796871E-2</c:v>
                </c:pt>
                <c:pt idx="10068">
                  <c:v>5.3843837816138107E-2</c:v>
                </c:pt>
                <c:pt idx="10069">
                  <c:v>5.3492573263749454E-2</c:v>
                </c:pt>
                <c:pt idx="10070">
                  <c:v>5.3894018466479343E-2</c:v>
                </c:pt>
                <c:pt idx="10071">
                  <c:v>5.3894018466479343E-2</c:v>
                </c:pt>
                <c:pt idx="10072">
                  <c:v>5.3994379767161815E-2</c:v>
                </c:pt>
                <c:pt idx="10073">
                  <c:v>5.3442392613408218E-2</c:v>
                </c:pt>
                <c:pt idx="10074">
                  <c:v>5.4044560417503051E-2</c:v>
                </c:pt>
                <c:pt idx="10075">
                  <c:v>5.4245283018867996E-2</c:v>
                </c:pt>
                <c:pt idx="10076">
                  <c:v>5.4245283018867996E-2</c:v>
                </c:pt>
                <c:pt idx="10077">
                  <c:v>5.4044560417503051E-2</c:v>
                </c:pt>
                <c:pt idx="10078">
                  <c:v>5.429546366920901E-2</c:v>
                </c:pt>
                <c:pt idx="10079">
                  <c:v>5.3994379767161815E-2</c:v>
                </c:pt>
                <c:pt idx="10080">
                  <c:v>5.3994379767161815E-2</c:v>
                </c:pt>
                <c:pt idx="10081">
                  <c:v>5.4094741067844287E-2</c:v>
                </c:pt>
                <c:pt idx="10082">
                  <c:v>5.4144921718185524E-2</c:v>
                </c:pt>
                <c:pt idx="10083">
                  <c:v>5.4144921718185524E-2</c:v>
                </c:pt>
                <c:pt idx="10084">
                  <c:v>5.419510236852676E-2</c:v>
                </c:pt>
                <c:pt idx="10085">
                  <c:v>5.4345644319550468E-2</c:v>
                </c:pt>
                <c:pt idx="10086">
                  <c:v>5.3643115214773163E-2</c:v>
                </c:pt>
                <c:pt idx="10087">
                  <c:v>5.4245283018867996E-2</c:v>
                </c:pt>
                <c:pt idx="10088">
                  <c:v>5.4094741067844287E-2</c:v>
                </c:pt>
                <c:pt idx="10089">
                  <c:v>5.3894018466479343E-2</c:v>
                </c:pt>
                <c:pt idx="10090">
                  <c:v>5.3392211963066982E-2</c:v>
                </c:pt>
                <c:pt idx="10091">
                  <c:v>5.3542753914090691E-2</c:v>
                </c:pt>
                <c:pt idx="10092">
                  <c:v>5.3693295865114399E-2</c:v>
                </c:pt>
                <c:pt idx="10093">
                  <c:v>5.3492573263749454E-2</c:v>
                </c:pt>
                <c:pt idx="10094">
                  <c:v>5.3241670012043274E-2</c:v>
                </c:pt>
                <c:pt idx="10095">
                  <c:v>5.3492573263749454E-2</c:v>
                </c:pt>
                <c:pt idx="10096">
                  <c:v>5.3342031312725746E-2</c:v>
                </c:pt>
                <c:pt idx="10097">
                  <c:v>5.3592934564431927E-2</c:v>
                </c:pt>
                <c:pt idx="10098">
                  <c:v>5.3643115214773163E-2</c:v>
                </c:pt>
                <c:pt idx="10099">
                  <c:v>5.3392211963066982E-2</c:v>
                </c:pt>
                <c:pt idx="10100">
                  <c:v>5.3492573263749454E-2</c:v>
                </c:pt>
                <c:pt idx="10101">
                  <c:v>5.3843837816138107E-2</c:v>
                </c:pt>
                <c:pt idx="10102">
                  <c:v>5.3542753914090691E-2</c:v>
                </c:pt>
                <c:pt idx="10103">
                  <c:v>5.2840224809313607E-2</c:v>
                </c:pt>
                <c:pt idx="10104">
                  <c:v>5.3241670012043274E-2</c:v>
                </c:pt>
                <c:pt idx="10105">
                  <c:v>5.294058610999608E-2</c:v>
                </c:pt>
                <c:pt idx="10106">
                  <c:v>5.3342031312725746E-2</c:v>
                </c:pt>
                <c:pt idx="10107">
                  <c:v>5.3091128061019788E-2</c:v>
                </c:pt>
                <c:pt idx="10108">
                  <c:v>5.3392211963066982E-2</c:v>
                </c:pt>
                <c:pt idx="10109">
                  <c:v>5.2840224809313607E-2</c:v>
                </c:pt>
                <c:pt idx="10110">
                  <c:v>5.2840224809313607E-2</c:v>
                </c:pt>
                <c:pt idx="10111">
                  <c:v>5.3342031312725746E-2</c:v>
                </c:pt>
                <c:pt idx="10112">
                  <c:v>5.329185066238451E-2</c:v>
                </c:pt>
                <c:pt idx="10113">
                  <c:v>5.294058610999608E-2</c:v>
                </c:pt>
                <c:pt idx="10114">
                  <c:v>5.2990766760337316E-2</c:v>
                </c:pt>
                <c:pt idx="10115">
                  <c:v>5.2539140907266191E-2</c:v>
                </c:pt>
                <c:pt idx="10116">
                  <c:v>5.3191489361702038E-2</c:v>
                </c:pt>
                <c:pt idx="10117">
                  <c:v>5.2689682858289899E-2</c:v>
                </c:pt>
                <c:pt idx="10118">
                  <c:v>5.2539140907266191E-2</c:v>
                </c:pt>
                <c:pt idx="10119">
                  <c:v>5.2539140907266191E-2</c:v>
                </c:pt>
                <c:pt idx="10120">
                  <c:v>5.2689682858289899E-2</c:v>
                </c:pt>
                <c:pt idx="10121">
                  <c:v>5.3091128061019788E-2</c:v>
                </c:pt>
                <c:pt idx="10122">
                  <c:v>5.2388598956242483E-2</c:v>
                </c:pt>
                <c:pt idx="10123">
                  <c:v>5.2137695704536302E-2</c:v>
                </c:pt>
                <c:pt idx="10124">
                  <c:v>5.2388598956242483E-2</c:v>
                </c:pt>
                <c:pt idx="10125">
                  <c:v>5.2137695704536302E-2</c:v>
                </c:pt>
                <c:pt idx="10126">
                  <c:v>5.2739863508631135E-2</c:v>
                </c:pt>
                <c:pt idx="10127">
                  <c:v>5.2388598956242483E-2</c:v>
                </c:pt>
                <c:pt idx="10128">
                  <c:v>5.2338418305901246E-2</c:v>
                </c:pt>
                <c:pt idx="10129">
                  <c:v>5.2388598956242483E-2</c:v>
                </c:pt>
                <c:pt idx="10130">
                  <c:v>5.1987153753512594E-2</c:v>
                </c:pt>
                <c:pt idx="10131">
                  <c:v>5.2338418305901246E-2</c:v>
                </c:pt>
                <c:pt idx="10132">
                  <c:v>5.1836611802489108E-2</c:v>
                </c:pt>
                <c:pt idx="10133">
                  <c:v>5.2087515054195066E-2</c:v>
                </c:pt>
                <c:pt idx="10134">
                  <c:v>5.1686069851465399E-2</c:v>
                </c:pt>
                <c:pt idx="10135">
                  <c:v>5.1635889201123941E-2</c:v>
                </c:pt>
                <c:pt idx="10136">
                  <c:v>5.1585708550782927E-2</c:v>
                </c:pt>
                <c:pt idx="10137">
                  <c:v>5.1736250501806413E-2</c:v>
                </c:pt>
                <c:pt idx="10138">
                  <c:v>5.1585708550782927E-2</c:v>
                </c:pt>
                <c:pt idx="10139">
                  <c:v>5.1886792452830122E-2</c:v>
                </c:pt>
                <c:pt idx="10140">
                  <c:v>5.1485347250100233E-2</c:v>
                </c:pt>
                <c:pt idx="10141">
                  <c:v>5.1686069851465399E-2</c:v>
                </c:pt>
                <c:pt idx="10142">
                  <c:v>5.1836611802489108E-2</c:v>
                </c:pt>
                <c:pt idx="10143">
                  <c:v>5.2187876354877538E-2</c:v>
                </c:pt>
                <c:pt idx="10144">
                  <c:v>5.2238057005218774E-2</c:v>
                </c:pt>
                <c:pt idx="10145">
                  <c:v>5.1886792452830122E-2</c:v>
                </c:pt>
                <c:pt idx="10146">
                  <c:v>5.203733440385383E-2</c:v>
                </c:pt>
                <c:pt idx="10147">
                  <c:v>5.1384985949417983E-2</c:v>
                </c:pt>
                <c:pt idx="10148">
                  <c:v>5.1987153753512594E-2</c:v>
                </c:pt>
                <c:pt idx="10149">
                  <c:v>5.1284624648735511E-2</c:v>
                </c:pt>
                <c:pt idx="10150">
                  <c:v>5.1485347250100233E-2</c:v>
                </c:pt>
                <c:pt idx="10151">
                  <c:v>5.1836611802489108E-2</c:v>
                </c:pt>
                <c:pt idx="10152">
                  <c:v>5.1535527900441691E-2</c:v>
                </c:pt>
                <c:pt idx="10153">
                  <c:v>5.1535527900441691E-2</c:v>
                </c:pt>
                <c:pt idx="10154">
                  <c:v>5.1836611802489108E-2</c:v>
                </c:pt>
                <c:pt idx="10155">
                  <c:v>5.1936973103171358E-2</c:v>
                </c:pt>
                <c:pt idx="10156">
                  <c:v>5.1786431152147649E-2</c:v>
                </c:pt>
                <c:pt idx="10157">
                  <c:v>5.1786431152147649E-2</c:v>
                </c:pt>
                <c:pt idx="10158">
                  <c:v>5.1435166599759219E-2</c:v>
                </c:pt>
                <c:pt idx="10159">
                  <c:v>5.1184263348053038E-2</c:v>
                </c:pt>
                <c:pt idx="10160">
                  <c:v>5.1083902047370566E-2</c:v>
                </c:pt>
                <c:pt idx="10161">
                  <c:v>5.1786431152147649E-2</c:v>
                </c:pt>
                <c:pt idx="10162">
                  <c:v>5.1184263348053038E-2</c:v>
                </c:pt>
                <c:pt idx="10163">
                  <c:v>5.1635889201123941E-2</c:v>
                </c:pt>
                <c:pt idx="10164">
                  <c:v>5.1535527900441691E-2</c:v>
                </c:pt>
                <c:pt idx="10165">
                  <c:v>5.1334805299076525E-2</c:v>
                </c:pt>
                <c:pt idx="10166">
                  <c:v>5.1936973103171358E-2</c:v>
                </c:pt>
                <c:pt idx="10167">
                  <c:v>5.2087515054195066E-2</c:v>
                </c:pt>
                <c:pt idx="10168">
                  <c:v>5.1535527900441691E-2</c:v>
                </c:pt>
                <c:pt idx="10169">
                  <c:v>5.1786431152147649E-2</c:v>
                </c:pt>
                <c:pt idx="10170">
                  <c:v>5.1384985949417983E-2</c:v>
                </c:pt>
                <c:pt idx="10171">
                  <c:v>5.1886792452830122E-2</c:v>
                </c:pt>
                <c:pt idx="10172">
                  <c:v>5.1736250501806413E-2</c:v>
                </c:pt>
                <c:pt idx="10173">
                  <c:v>5.1736250501806413E-2</c:v>
                </c:pt>
                <c:pt idx="10174">
                  <c:v>5.1886792452830122E-2</c:v>
                </c:pt>
                <c:pt idx="10175">
                  <c:v>5.1384985949417983E-2</c:v>
                </c:pt>
                <c:pt idx="10176">
                  <c:v>5.1936973103171358E-2</c:v>
                </c:pt>
                <c:pt idx="10177">
                  <c:v>5.1886792452830122E-2</c:v>
                </c:pt>
                <c:pt idx="10178">
                  <c:v>5.2137695704536302E-2</c:v>
                </c:pt>
                <c:pt idx="10179">
                  <c:v>5.1686069851465399E-2</c:v>
                </c:pt>
                <c:pt idx="10180">
                  <c:v>5.1836611802489108E-2</c:v>
                </c:pt>
                <c:pt idx="10181">
                  <c:v>5.1635889201123941E-2</c:v>
                </c:pt>
                <c:pt idx="10182">
                  <c:v>5.1635889201123941E-2</c:v>
                </c:pt>
                <c:pt idx="10183">
                  <c:v>5.1886792452830122E-2</c:v>
                </c:pt>
                <c:pt idx="10184">
                  <c:v>5.1786431152147649E-2</c:v>
                </c:pt>
                <c:pt idx="10185">
                  <c:v>5.1686069851465399E-2</c:v>
                </c:pt>
                <c:pt idx="10186">
                  <c:v>5.1585708550782927E-2</c:v>
                </c:pt>
                <c:pt idx="10187">
                  <c:v>5.1886792452830122E-2</c:v>
                </c:pt>
                <c:pt idx="10188">
                  <c:v>5.1786431152147649E-2</c:v>
                </c:pt>
                <c:pt idx="10189">
                  <c:v>5.1284624648735511E-2</c:v>
                </c:pt>
                <c:pt idx="10190">
                  <c:v>5.1886792452830122E-2</c:v>
                </c:pt>
                <c:pt idx="10191">
                  <c:v>5.1686069851465399E-2</c:v>
                </c:pt>
                <c:pt idx="10192">
                  <c:v>5.1686069851465399E-2</c:v>
                </c:pt>
                <c:pt idx="10193">
                  <c:v>5.1736250501806413E-2</c:v>
                </c:pt>
                <c:pt idx="10194">
                  <c:v>5.1836611802489108E-2</c:v>
                </c:pt>
                <c:pt idx="10195">
                  <c:v>5.1786431152147649E-2</c:v>
                </c:pt>
                <c:pt idx="10196">
                  <c:v>5.1836611802489108E-2</c:v>
                </c:pt>
                <c:pt idx="10197">
                  <c:v>5.103372139702933E-2</c:v>
                </c:pt>
                <c:pt idx="10198">
                  <c:v>5.1284624648735511E-2</c:v>
                </c:pt>
                <c:pt idx="10199">
                  <c:v>5.1334805299076525E-2</c:v>
                </c:pt>
                <c:pt idx="10200">
                  <c:v>5.1635889201123941E-2</c:v>
                </c:pt>
                <c:pt idx="10201">
                  <c:v>5.1635889201123941E-2</c:v>
                </c:pt>
                <c:pt idx="10202">
                  <c:v>5.1886792452830122E-2</c:v>
                </c:pt>
                <c:pt idx="10203">
                  <c:v>5.1987153753512594E-2</c:v>
                </c:pt>
                <c:pt idx="10204">
                  <c:v>5.1535527900441691E-2</c:v>
                </c:pt>
                <c:pt idx="10205">
                  <c:v>5.2338418305901246E-2</c:v>
                </c:pt>
                <c:pt idx="10206">
                  <c:v>5.2438779606583719E-2</c:v>
                </c:pt>
                <c:pt idx="10207">
                  <c:v>5.1936973103171358E-2</c:v>
                </c:pt>
                <c:pt idx="10208">
                  <c:v>5.2388598956242483E-2</c:v>
                </c:pt>
                <c:pt idx="10209">
                  <c:v>5.2589321557607427E-2</c:v>
                </c:pt>
                <c:pt idx="10210">
                  <c:v>5.2238057005218774E-2</c:v>
                </c:pt>
                <c:pt idx="10211">
                  <c:v>5.2137695704536302E-2</c:v>
                </c:pt>
                <c:pt idx="10212">
                  <c:v>5.2539140907266191E-2</c:v>
                </c:pt>
                <c:pt idx="10213">
                  <c:v>5.2137695704536302E-2</c:v>
                </c:pt>
                <c:pt idx="10214">
                  <c:v>5.2137695704536302E-2</c:v>
                </c:pt>
                <c:pt idx="10215">
                  <c:v>5.2388598956242483E-2</c:v>
                </c:pt>
                <c:pt idx="10216">
                  <c:v>5.2137695704536302E-2</c:v>
                </c:pt>
                <c:pt idx="10217">
                  <c:v>5.1987153753512594E-2</c:v>
                </c:pt>
                <c:pt idx="10218">
                  <c:v>5.1936973103171358E-2</c:v>
                </c:pt>
                <c:pt idx="10219">
                  <c:v>5.1936973103171358E-2</c:v>
                </c:pt>
                <c:pt idx="10220">
                  <c:v>5.2238057005218774E-2</c:v>
                </c:pt>
                <c:pt idx="10221">
                  <c:v>5.1836611802489108E-2</c:v>
                </c:pt>
                <c:pt idx="10222">
                  <c:v>5.2338418305901246E-2</c:v>
                </c:pt>
                <c:pt idx="10223">
                  <c:v>5.2388598956242483E-2</c:v>
                </c:pt>
                <c:pt idx="10224">
                  <c:v>5.203733440385383E-2</c:v>
                </c:pt>
                <c:pt idx="10225">
                  <c:v>5.203733440385383E-2</c:v>
                </c:pt>
                <c:pt idx="10226">
                  <c:v>5.1485347250100233E-2</c:v>
                </c:pt>
                <c:pt idx="10227">
                  <c:v>5.203733440385383E-2</c:v>
                </c:pt>
                <c:pt idx="10228">
                  <c:v>5.1987153753512594E-2</c:v>
                </c:pt>
                <c:pt idx="10229">
                  <c:v>5.2338418305901246E-2</c:v>
                </c:pt>
                <c:pt idx="10230">
                  <c:v>5.2388598956242483E-2</c:v>
                </c:pt>
                <c:pt idx="10231">
                  <c:v>5.2539140907266191E-2</c:v>
                </c:pt>
                <c:pt idx="10232">
                  <c:v>5.2238057005218774E-2</c:v>
                </c:pt>
                <c:pt idx="10233">
                  <c:v>5.2338418305901246E-2</c:v>
                </c:pt>
                <c:pt idx="10234">
                  <c:v>5.2539140907266191E-2</c:v>
                </c:pt>
                <c:pt idx="10235">
                  <c:v>5.2589321557607427E-2</c:v>
                </c:pt>
                <c:pt idx="10236">
                  <c:v>5.1836611802489108E-2</c:v>
                </c:pt>
                <c:pt idx="10237">
                  <c:v>5.2187876354877538E-2</c:v>
                </c:pt>
                <c:pt idx="10238">
                  <c:v>5.2689682858289899E-2</c:v>
                </c:pt>
                <c:pt idx="10239">
                  <c:v>5.2438779606583719E-2</c:v>
                </c:pt>
                <c:pt idx="10240">
                  <c:v>5.2438779606583719E-2</c:v>
                </c:pt>
                <c:pt idx="10241">
                  <c:v>5.2689682858289899E-2</c:v>
                </c:pt>
                <c:pt idx="10242">
                  <c:v>5.2689682858289899E-2</c:v>
                </c:pt>
                <c:pt idx="10243">
                  <c:v>5.2689682858289899E-2</c:v>
                </c:pt>
                <c:pt idx="10244">
                  <c:v>5.2689682858289899E-2</c:v>
                </c:pt>
                <c:pt idx="10245">
                  <c:v>5.2790044158972371E-2</c:v>
                </c:pt>
                <c:pt idx="10246">
                  <c:v>5.2589321557607427E-2</c:v>
                </c:pt>
                <c:pt idx="10247">
                  <c:v>5.2790044158972371E-2</c:v>
                </c:pt>
                <c:pt idx="10248">
                  <c:v>5.2589321557607427E-2</c:v>
                </c:pt>
                <c:pt idx="10249">
                  <c:v>5.2689682858289899E-2</c:v>
                </c:pt>
                <c:pt idx="10250">
                  <c:v>5.294058610999608E-2</c:v>
                </c:pt>
                <c:pt idx="10251">
                  <c:v>5.2087515054195066E-2</c:v>
                </c:pt>
                <c:pt idx="10252">
                  <c:v>5.294058610999608E-2</c:v>
                </c:pt>
                <c:pt idx="10253">
                  <c:v>5.2990766760337316E-2</c:v>
                </c:pt>
                <c:pt idx="10254">
                  <c:v>5.2890405459654621E-2</c:v>
                </c:pt>
                <c:pt idx="10255">
                  <c:v>5.2689682858289899E-2</c:v>
                </c:pt>
                <c:pt idx="10256">
                  <c:v>5.2639502207948663E-2</c:v>
                </c:pt>
                <c:pt idx="10257">
                  <c:v>5.2539140907266191E-2</c:v>
                </c:pt>
                <c:pt idx="10258">
                  <c:v>5.1836611802489108E-2</c:v>
                </c:pt>
                <c:pt idx="10259">
                  <c:v>5.2488960256924955E-2</c:v>
                </c:pt>
                <c:pt idx="10260">
                  <c:v>5.2488960256924955E-2</c:v>
                </c:pt>
                <c:pt idx="10261">
                  <c:v>5.228823765556001E-2</c:v>
                </c:pt>
                <c:pt idx="10262">
                  <c:v>5.2589321557607427E-2</c:v>
                </c:pt>
                <c:pt idx="10263">
                  <c:v>5.2589321557607427E-2</c:v>
                </c:pt>
                <c:pt idx="10264">
                  <c:v>5.228823765556001E-2</c:v>
                </c:pt>
                <c:pt idx="10265">
                  <c:v>5.2589321557607427E-2</c:v>
                </c:pt>
                <c:pt idx="10266">
                  <c:v>5.2739863508631135E-2</c:v>
                </c:pt>
                <c:pt idx="10267">
                  <c:v>5.2338418305901246E-2</c:v>
                </c:pt>
                <c:pt idx="10268">
                  <c:v>5.2087515054195066E-2</c:v>
                </c:pt>
                <c:pt idx="10269">
                  <c:v>5.2539140907266191E-2</c:v>
                </c:pt>
                <c:pt idx="10270">
                  <c:v>5.2238057005218774E-2</c:v>
                </c:pt>
                <c:pt idx="10271">
                  <c:v>5.1686069851465399E-2</c:v>
                </c:pt>
                <c:pt idx="10272">
                  <c:v>5.2238057005218774E-2</c:v>
                </c:pt>
                <c:pt idx="10273">
                  <c:v>5.2238057005218774E-2</c:v>
                </c:pt>
                <c:pt idx="10274">
                  <c:v>5.1535527900441691E-2</c:v>
                </c:pt>
                <c:pt idx="10275">
                  <c:v>5.1585708550782927E-2</c:v>
                </c:pt>
                <c:pt idx="10276">
                  <c:v>5.1886792452830122E-2</c:v>
                </c:pt>
                <c:pt idx="10277">
                  <c:v>5.1635889201123941E-2</c:v>
                </c:pt>
                <c:pt idx="10278">
                  <c:v>5.1485347250100233E-2</c:v>
                </c:pt>
                <c:pt idx="10279">
                  <c:v>5.1786431152147649E-2</c:v>
                </c:pt>
                <c:pt idx="10280">
                  <c:v>5.1686069851465399E-2</c:v>
                </c:pt>
                <c:pt idx="10281">
                  <c:v>5.1384985949417983E-2</c:v>
                </c:pt>
                <c:pt idx="10282">
                  <c:v>5.1384985949417983E-2</c:v>
                </c:pt>
                <c:pt idx="10283">
                  <c:v>5.1184263348053038E-2</c:v>
                </c:pt>
                <c:pt idx="10284">
                  <c:v>5.103372139702933E-2</c:v>
                </c:pt>
                <c:pt idx="10285">
                  <c:v>5.1485347250100233E-2</c:v>
                </c:pt>
                <c:pt idx="10286">
                  <c:v>5.0983540746688094E-2</c:v>
                </c:pt>
                <c:pt idx="10287">
                  <c:v>5.1435166599759219E-2</c:v>
                </c:pt>
                <c:pt idx="10288">
                  <c:v>5.1585708550782927E-2</c:v>
                </c:pt>
                <c:pt idx="10289">
                  <c:v>5.1435166599759219E-2</c:v>
                </c:pt>
                <c:pt idx="10290">
                  <c:v>5.078281814532315E-2</c:v>
                </c:pt>
                <c:pt idx="10291">
                  <c:v>5.1234443998394275E-2</c:v>
                </c:pt>
                <c:pt idx="10292">
                  <c:v>5.1635889201123941E-2</c:v>
                </c:pt>
                <c:pt idx="10293">
                  <c:v>5.1134082697711802E-2</c:v>
                </c:pt>
                <c:pt idx="10294">
                  <c:v>5.103372139702933E-2</c:v>
                </c:pt>
                <c:pt idx="10295">
                  <c:v>5.1134082697711802E-2</c:v>
                </c:pt>
                <c:pt idx="10296">
                  <c:v>5.1234443998394275E-2</c:v>
                </c:pt>
                <c:pt idx="10297">
                  <c:v>5.1334805299076525E-2</c:v>
                </c:pt>
                <c:pt idx="10298">
                  <c:v>5.1686069851465399E-2</c:v>
                </c:pt>
                <c:pt idx="10299">
                  <c:v>5.1535527900441691E-2</c:v>
                </c:pt>
                <c:pt idx="10300">
                  <c:v>5.0832998795664386E-2</c:v>
                </c:pt>
                <c:pt idx="10301">
                  <c:v>5.1234443998394275E-2</c:v>
                </c:pt>
                <c:pt idx="10302">
                  <c:v>5.1585708550782927E-2</c:v>
                </c:pt>
                <c:pt idx="10303">
                  <c:v>5.103372139702933E-2</c:v>
                </c:pt>
                <c:pt idx="10304">
                  <c:v>5.1535527900441691E-2</c:v>
                </c:pt>
                <c:pt idx="10305">
                  <c:v>5.1535527900441691E-2</c:v>
                </c:pt>
                <c:pt idx="10306">
                  <c:v>5.1284624648735511E-2</c:v>
                </c:pt>
                <c:pt idx="10307">
                  <c:v>5.1334805299076525E-2</c:v>
                </c:pt>
                <c:pt idx="10308">
                  <c:v>5.0883179446005622E-2</c:v>
                </c:pt>
                <c:pt idx="10309">
                  <c:v>5.1284624648735511E-2</c:v>
                </c:pt>
                <c:pt idx="10310">
                  <c:v>5.1435166599759219E-2</c:v>
                </c:pt>
                <c:pt idx="10311">
                  <c:v>5.1485347250100233E-2</c:v>
                </c:pt>
                <c:pt idx="10312">
                  <c:v>5.1284624648735511E-2</c:v>
                </c:pt>
                <c:pt idx="10313">
                  <c:v>5.1284624648735511E-2</c:v>
                </c:pt>
                <c:pt idx="10314">
                  <c:v>5.1184263348053038E-2</c:v>
                </c:pt>
                <c:pt idx="10315">
                  <c:v>5.1134082697711802E-2</c:v>
                </c:pt>
                <c:pt idx="10316">
                  <c:v>5.1686069851465399E-2</c:v>
                </c:pt>
                <c:pt idx="10317">
                  <c:v>5.1384985949417983E-2</c:v>
                </c:pt>
                <c:pt idx="10318">
                  <c:v>5.1435166599759219E-2</c:v>
                </c:pt>
                <c:pt idx="10319">
                  <c:v>5.1836611802489108E-2</c:v>
                </c:pt>
                <c:pt idx="10320">
                  <c:v>5.1886792452830122E-2</c:v>
                </c:pt>
                <c:pt idx="10321">
                  <c:v>5.1786431152147649E-2</c:v>
                </c:pt>
                <c:pt idx="10322">
                  <c:v>5.1786431152147649E-2</c:v>
                </c:pt>
                <c:pt idx="10323">
                  <c:v>5.1936973103171358E-2</c:v>
                </c:pt>
                <c:pt idx="10324">
                  <c:v>5.1736250501806413E-2</c:v>
                </c:pt>
                <c:pt idx="10325">
                  <c:v>5.203733440385383E-2</c:v>
                </c:pt>
                <c:pt idx="10326">
                  <c:v>5.1334805299076525E-2</c:v>
                </c:pt>
                <c:pt idx="10327">
                  <c:v>5.1886792452830122E-2</c:v>
                </c:pt>
                <c:pt idx="10328">
                  <c:v>5.1886792452830122E-2</c:v>
                </c:pt>
                <c:pt idx="10329">
                  <c:v>5.1234443998394275E-2</c:v>
                </c:pt>
                <c:pt idx="10330">
                  <c:v>5.1384985949417983E-2</c:v>
                </c:pt>
                <c:pt idx="10331">
                  <c:v>5.0933360096346858E-2</c:v>
                </c:pt>
                <c:pt idx="10332">
                  <c:v>5.1284624648735511E-2</c:v>
                </c:pt>
                <c:pt idx="10333">
                  <c:v>5.1234443998394275E-2</c:v>
                </c:pt>
                <c:pt idx="10334">
                  <c:v>5.0582095543958205E-2</c:v>
                </c:pt>
                <c:pt idx="10335">
                  <c:v>5.1234443998394275E-2</c:v>
                </c:pt>
                <c:pt idx="10336">
                  <c:v>5.0832998795664386E-2</c:v>
                </c:pt>
                <c:pt idx="10337">
                  <c:v>5.0933360096346858E-2</c:v>
                </c:pt>
                <c:pt idx="10338">
                  <c:v>5.1384985949417983E-2</c:v>
                </c:pt>
                <c:pt idx="10339">
                  <c:v>5.1284624648735511E-2</c:v>
                </c:pt>
                <c:pt idx="10340">
                  <c:v>5.0732637494981914E-2</c:v>
                </c:pt>
                <c:pt idx="10341">
                  <c:v>5.078281814532315E-2</c:v>
                </c:pt>
                <c:pt idx="10342">
                  <c:v>5.1384985949417983E-2</c:v>
                </c:pt>
                <c:pt idx="10343">
                  <c:v>5.1535527900441691E-2</c:v>
                </c:pt>
                <c:pt idx="10344">
                  <c:v>5.1736250501806413E-2</c:v>
                </c:pt>
                <c:pt idx="10345">
                  <c:v>5.1886792452830122E-2</c:v>
                </c:pt>
                <c:pt idx="10346">
                  <c:v>5.1987153753512594E-2</c:v>
                </c:pt>
                <c:pt idx="10347">
                  <c:v>5.1686069851465399E-2</c:v>
                </c:pt>
                <c:pt idx="10348">
                  <c:v>5.1485347250100233E-2</c:v>
                </c:pt>
                <c:pt idx="10349">
                  <c:v>5.1435166599759219E-2</c:v>
                </c:pt>
                <c:pt idx="10350">
                  <c:v>5.1886792452830122E-2</c:v>
                </c:pt>
                <c:pt idx="10351">
                  <c:v>5.1836611802489108E-2</c:v>
                </c:pt>
                <c:pt idx="10352">
                  <c:v>5.1836611802489108E-2</c:v>
                </c:pt>
                <c:pt idx="10353">
                  <c:v>5.2087515054195066E-2</c:v>
                </c:pt>
                <c:pt idx="10354">
                  <c:v>5.2438779606583719E-2</c:v>
                </c:pt>
                <c:pt idx="10355">
                  <c:v>5.1635889201123941E-2</c:v>
                </c:pt>
                <c:pt idx="10356">
                  <c:v>5.2087515054195066E-2</c:v>
                </c:pt>
                <c:pt idx="10357">
                  <c:v>5.1836611802489108E-2</c:v>
                </c:pt>
                <c:pt idx="10358">
                  <c:v>5.1736250501806413E-2</c:v>
                </c:pt>
                <c:pt idx="10359">
                  <c:v>5.2087515054195066E-2</c:v>
                </c:pt>
                <c:pt idx="10360">
                  <c:v>5.2388598956242483E-2</c:v>
                </c:pt>
                <c:pt idx="10361">
                  <c:v>5.2238057005218774E-2</c:v>
                </c:pt>
                <c:pt idx="10362">
                  <c:v>5.2338418305901246E-2</c:v>
                </c:pt>
                <c:pt idx="10363">
                  <c:v>5.2438779606583719E-2</c:v>
                </c:pt>
                <c:pt idx="10364">
                  <c:v>5.2087515054195066E-2</c:v>
                </c:pt>
                <c:pt idx="10365">
                  <c:v>5.1635889201123941E-2</c:v>
                </c:pt>
                <c:pt idx="10366">
                  <c:v>5.203733440385383E-2</c:v>
                </c:pt>
                <c:pt idx="10367">
                  <c:v>5.2238057005218774E-2</c:v>
                </c:pt>
                <c:pt idx="10368">
                  <c:v>5.1936973103171358E-2</c:v>
                </c:pt>
                <c:pt idx="10369">
                  <c:v>5.1886792452830122E-2</c:v>
                </c:pt>
                <c:pt idx="10370">
                  <c:v>5.1786431152147649E-2</c:v>
                </c:pt>
                <c:pt idx="10371">
                  <c:v>5.2438779606583719E-2</c:v>
                </c:pt>
                <c:pt idx="10372">
                  <c:v>5.228823765556001E-2</c:v>
                </c:pt>
                <c:pt idx="10373">
                  <c:v>5.1786431152147649E-2</c:v>
                </c:pt>
                <c:pt idx="10374">
                  <c:v>5.2589321557607427E-2</c:v>
                </c:pt>
                <c:pt idx="10375">
                  <c:v>5.203733440385383E-2</c:v>
                </c:pt>
                <c:pt idx="10376">
                  <c:v>5.2238057005218774E-2</c:v>
                </c:pt>
                <c:pt idx="10377">
                  <c:v>5.2087515054195066E-2</c:v>
                </c:pt>
                <c:pt idx="10378">
                  <c:v>5.2488960256924955E-2</c:v>
                </c:pt>
                <c:pt idx="10379">
                  <c:v>5.2238057005218774E-2</c:v>
                </c:pt>
                <c:pt idx="10380">
                  <c:v>5.228823765556001E-2</c:v>
                </c:pt>
                <c:pt idx="10381">
                  <c:v>5.1836611802489108E-2</c:v>
                </c:pt>
                <c:pt idx="10382">
                  <c:v>5.2388598956242483E-2</c:v>
                </c:pt>
                <c:pt idx="10383">
                  <c:v>5.1585708550782927E-2</c:v>
                </c:pt>
                <c:pt idx="10384">
                  <c:v>5.2187876354877538E-2</c:v>
                </c:pt>
                <c:pt idx="10385">
                  <c:v>5.2388598956242483E-2</c:v>
                </c:pt>
                <c:pt idx="10386">
                  <c:v>5.203733440385383E-2</c:v>
                </c:pt>
                <c:pt idx="10387">
                  <c:v>5.2639502207948663E-2</c:v>
                </c:pt>
                <c:pt idx="10388">
                  <c:v>5.2589321557607427E-2</c:v>
                </c:pt>
                <c:pt idx="10389">
                  <c:v>5.2639502207948663E-2</c:v>
                </c:pt>
                <c:pt idx="10390">
                  <c:v>5.2539140907266191E-2</c:v>
                </c:pt>
                <c:pt idx="10391">
                  <c:v>5.2338418305901246E-2</c:v>
                </c:pt>
                <c:pt idx="10392">
                  <c:v>5.2087515054195066E-2</c:v>
                </c:pt>
                <c:pt idx="10393">
                  <c:v>5.2739863508631135E-2</c:v>
                </c:pt>
                <c:pt idx="10394">
                  <c:v>5.2087515054195066E-2</c:v>
                </c:pt>
                <c:pt idx="10395">
                  <c:v>5.2589321557607427E-2</c:v>
                </c:pt>
                <c:pt idx="10396">
                  <c:v>5.2639502207948663E-2</c:v>
                </c:pt>
                <c:pt idx="10397">
                  <c:v>5.2639502207948663E-2</c:v>
                </c:pt>
                <c:pt idx="10398">
                  <c:v>5.2488960256924955E-2</c:v>
                </c:pt>
                <c:pt idx="10399">
                  <c:v>5.1987153753512594E-2</c:v>
                </c:pt>
                <c:pt idx="10400">
                  <c:v>5.1936973103171358E-2</c:v>
                </c:pt>
                <c:pt idx="10401">
                  <c:v>5.2238057005218774E-2</c:v>
                </c:pt>
                <c:pt idx="10402">
                  <c:v>5.2589321557607427E-2</c:v>
                </c:pt>
                <c:pt idx="10403">
                  <c:v>5.228823765556001E-2</c:v>
                </c:pt>
                <c:pt idx="10404">
                  <c:v>5.228823765556001E-2</c:v>
                </c:pt>
                <c:pt idx="10405">
                  <c:v>5.2187876354877538E-2</c:v>
                </c:pt>
                <c:pt idx="10406">
                  <c:v>5.2488960256924955E-2</c:v>
                </c:pt>
                <c:pt idx="10407">
                  <c:v>5.2388598956242483E-2</c:v>
                </c:pt>
                <c:pt idx="10408">
                  <c:v>5.2790044158972371E-2</c:v>
                </c:pt>
                <c:pt idx="10409">
                  <c:v>5.2739863508631135E-2</c:v>
                </c:pt>
                <c:pt idx="10410">
                  <c:v>5.2238057005218774E-2</c:v>
                </c:pt>
                <c:pt idx="10411">
                  <c:v>5.1987153753512594E-2</c:v>
                </c:pt>
                <c:pt idx="10412">
                  <c:v>5.3241670012043274E-2</c:v>
                </c:pt>
                <c:pt idx="10413">
                  <c:v>5.2790044158972371E-2</c:v>
                </c:pt>
                <c:pt idx="10414">
                  <c:v>5.3091128061019788E-2</c:v>
                </c:pt>
                <c:pt idx="10415">
                  <c:v>5.2639502207948663E-2</c:v>
                </c:pt>
                <c:pt idx="10416">
                  <c:v>5.2890405459654621E-2</c:v>
                </c:pt>
                <c:pt idx="10417">
                  <c:v>5.329185066238451E-2</c:v>
                </c:pt>
                <c:pt idx="10418">
                  <c:v>5.3191489361702038E-2</c:v>
                </c:pt>
                <c:pt idx="10419">
                  <c:v>5.294058610999608E-2</c:v>
                </c:pt>
                <c:pt idx="10420">
                  <c:v>5.3241670012043274E-2</c:v>
                </c:pt>
                <c:pt idx="10421">
                  <c:v>5.2488960256924955E-2</c:v>
                </c:pt>
                <c:pt idx="10422">
                  <c:v>5.2689682858289899E-2</c:v>
                </c:pt>
                <c:pt idx="10423">
                  <c:v>5.304094741067833E-2</c:v>
                </c:pt>
                <c:pt idx="10424">
                  <c:v>5.304094741067833E-2</c:v>
                </c:pt>
                <c:pt idx="10425">
                  <c:v>5.3241670012043274E-2</c:v>
                </c:pt>
                <c:pt idx="10426">
                  <c:v>5.3141308711361024E-2</c:v>
                </c:pt>
                <c:pt idx="10427">
                  <c:v>5.3392211963066982E-2</c:v>
                </c:pt>
                <c:pt idx="10428">
                  <c:v>5.3392211963066982E-2</c:v>
                </c:pt>
                <c:pt idx="10429">
                  <c:v>5.2689682858289899E-2</c:v>
                </c:pt>
                <c:pt idx="10430">
                  <c:v>5.3141308711361024E-2</c:v>
                </c:pt>
                <c:pt idx="10431">
                  <c:v>5.329185066238451E-2</c:v>
                </c:pt>
                <c:pt idx="10432">
                  <c:v>5.3191489361702038E-2</c:v>
                </c:pt>
                <c:pt idx="10433">
                  <c:v>5.3141308711361024E-2</c:v>
                </c:pt>
                <c:pt idx="10434">
                  <c:v>5.2990766760337316E-2</c:v>
                </c:pt>
                <c:pt idx="10435">
                  <c:v>5.2238057005218774E-2</c:v>
                </c:pt>
                <c:pt idx="10436">
                  <c:v>5.2388598956242483E-2</c:v>
                </c:pt>
                <c:pt idx="10437">
                  <c:v>5.2589321557607427E-2</c:v>
                </c:pt>
                <c:pt idx="10438">
                  <c:v>5.3342031312725746E-2</c:v>
                </c:pt>
                <c:pt idx="10439">
                  <c:v>5.294058610999608E-2</c:v>
                </c:pt>
                <c:pt idx="10440">
                  <c:v>5.2790044158972371E-2</c:v>
                </c:pt>
                <c:pt idx="10441">
                  <c:v>5.3342031312725746E-2</c:v>
                </c:pt>
                <c:pt idx="10442">
                  <c:v>5.3091128061019788E-2</c:v>
                </c:pt>
                <c:pt idx="10443">
                  <c:v>5.2990766760337316E-2</c:v>
                </c:pt>
                <c:pt idx="10444">
                  <c:v>5.304094741067833E-2</c:v>
                </c:pt>
                <c:pt idx="10445">
                  <c:v>5.3392211963066982E-2</c:v>
                </c:pt>
                <c:pt idx="10446">
                  <c:v>5.3492573263749454E-2</c:v>
                </c:pt>
                <c:pt idx="10447">
                  <c:v>5.3342031312725746E-2</c:v>
                </c:pt>
                <c:pt idx="10448">
                  <c:v>5.3191489361702038E-2</c:v>
                </c:pt>
                <c:pt idx="10449">
                  <c:v>5.2990766760337316E-2</c:v>
                </c:pt>
                <c:pt idx="10450">
                  <c:v>5.2890405459654621E-2</c:v>
                </c:pt>
                <c:pt idx="10451">
                  <c:v>5.3141308711361024E-2</c:v>
                </c:pt>
                <c:pt idx="10452">
                  <c:v>5.3542753914090691E-2</c:v>
                </c:pt>
                <c:pt idx="10453">
                  <c:v>5.3191489361702038E-2</c:v>
                </c:pt>
                <c:pt idx="10454">
                  <c:v>5.3241670012043274E-2</c:v>
                </c:pt>
                <c:pt idx="10455">
                  <c:v>5.3492573263749454E-2</c:v>
                </c:pt>
                <c:pt idx="10456">
                  <c:v>5.3492573263749454E-2</c:v>
                </c:pt>
                <c:pt idx="10457">
                  <c:v>5.3492573263749454E-2</c:v>
                </c:pt>
                <c:pt idx="10458">
                  <c:v>5.3643115214773163E-2</c:v>
                </c:pt>
                <c:pt idx="10459">
                  <c:v>5.3693295865114399E-2</c:v>
                </c:pt>
                <c:pt idx="10460">
                  <c:v>5.3392211963066982E-2</c:v>
                </c:pt>
                <c:pt idx="10461">
                  <c:v>5.329185066238451E-2</c:v>
                </c:pt>
                <c:pt idx="10462">
                  <c:v>5.3442392613408218E-2</c:v>
                </c:pt>
                <c:pt idx="10463">
                  <c:v>5.3693295865114399E-2</c:v>
                </c:pt>
                <c:pt idx="10464">
                  <c:v>5.3643115214773163E-2</c:v>
                </c:pt>
                <c:pt idx="10465">
                  <c:v>5.3492573263749454E-2</c:v>
                </c:pt>
                <c:pt idx="10466">
                  <c:v>5.329185066238451E-2</c:v>
                </c:pt>
                <c:pt idx="10467">
                  <c:v>5.4044560417503051E-2</c:v>
                </c:pt>
                <c:pt idx="10468">
                  <c:v>5.4144921718185524E-2</c:v>
                </c:pt>
                <c:pt idx="10469">
                  <c:v>5.3994379767161815E-2</c:v>
                </c:pt>
                <c:pt idx="10470">
                  <c:v>5.3643115214773163E-2</c:v>
                </c:pt>
                <c:pt idx="10471">
                  <c:v>5.3793657165796871E-2</c:v>
                </c:pt>
                <c:pt idx="10472">
                  <c:v>5.3643115214773163E-2</c:v>
                </c:pt>
                <c:pt idx="10473">
                  <c:v>5.3994379767161815E-2</c:v>
                </c:pt>
                <c:pt idx="10474">
                  <c:v>5.3693295865114399E-2</c:v>
                </c:pt>
                <c:pt idx="10475">
                  <c:v>5.3994379767161815E-2</c:v>
                </c:pt>
                <c:pt idx="10476">
                  <c:v>5.3843837816138107E-2</c:v>
                </c:pt>
                <c:pt idx="10477">
                  <c:v>5.4044560417503051E-2</c:v>
                </c:pt>
                <c:pt idx="10478">
                  <c:v>5.3693295865114399E-2</c:v>
                </c:pt>
                <c:pt idx="10479">
                  <c:v>5.3843837816138107E-2</c:v>
                </c:pt>
                <c:pt idx="10480">
                  <c:v>5.4094741067844287E-2</c:v>
                </c:pt>
                <c:pt idx="10481">
                  <c:v>5.419510236852676E-2</c:v>
                </c:pt>
                <c:pt idx="10482">
                  <c:v>5.4144921718185524E-2</c:v>
                </c:pt>
                <c:pt idx="10483">
                  <c:v>5.429546366920901E-2</c:v>
                </c:pt>
                <c:pt idx="10484">
                  <c:v>5.3994379767161815E-2</c:v>
                </c:pt>
                <c:pt idx="10485">
                  <c:v>5.4395824969891704E-2</c:v>
                </c:pt>
                <c:pt idx="10486">
                  <c:v>5.3994379767161815E-2</c:v>
                </c:pt>
                <c:pt idx="10487">
                  <c:v>5.3592934564431927E-2</c:v>
                </c:pt>
                <c:pt idx="10488">
                  <c:v>5.3542753914090691E-2</c:v>
                </c:pt>
                <c:pt idx="10489">
                  <c:v>5.3743476515455635E-2</c:v>
                </c:pt>
                <c:pt idx="10490">
                  <c:v>5.3894018466479343E-2</c:v>
                </c:pt>
                <c:pt idx="10491">
                  <c:v>5.4395824969891704E-2</c:v>
                </c:pt>
                <c:pt idx="10492">
                  <c:v>5.3944199116820579E-2</c:v>
                </c:pt>
                <c:pt idx="10493">
                  <c:v>5.3643115214773163E-2</c:v>
                </c:pt>
                <c:pt idx="10494">
                  <c:v>5.3843837816138107E-2</c:v>
                </c:pt>
                <c:pt idx="10495">
                  <c:v>5.3944199116820579E-2</c:v>
                </c:pt>
                <c:pt idx="10496">
                  <c:v>5.419510236852676E-2</c:v>
                </c:pt>
                <c:pt idx="10497">
                  <c:v>5.3894018466479343E-2</c:v>
                </c:pt>
                <c:pt idx="10498">
                  <c:v>5.4345644319550468E-2</c:v>
                </c:pt>
                <c:pt idx="10499">
                  <c:v>5.3793657165796871E-2</c:v>
                </c:pt>
                <c:pt idx="10500">
                  <c:v>5.3643115214773163E-2</c:v>
                </c:pt>
                <c:pt idx="10501">
                  <c:v>5.3542753914090691E-2</c:v>
                </c:pt>
                <c:pt idx="10502">
                  <c:v>5.3843837816138107E-2</c:v>
                </c:pt>
                <c:pt idx="10503">
                  <c:v>5.3944199116820579E-2</c:v>
                </c:pt>
                <c:pt idx="10504">
                  <c:v>5.3994379767161815E-2</c:v>
                </c:pt>
                <c:pt idx="10505">
                  <c:v>5.4596547571256426E-2</c:v>
                </c:pt>
                <c:pt idx="10506">
                  <c:v>5.4696908871938898E-2</c:v>
                </c:pt>
                <c:pt idx="10507">
                  <c:v>5.429546366920901E-2</c:v>
                </c:pt>
                <c:pt idx="10508">
                  <c:v>5.4696908871938898E-2</c:v>
                </c:pt>
                <c:pt idx="10509">
                  <c:v>5.419510236852676E-2</c:v>
                </c:pt>
                <c:pt idx="10510">
                  <c:v>5.4144921718185524E-2</c:v>
                </c:pt>
                <c:pt idx="10511">
                  <c:v>5.4797270172621371E-2</c:v>
                </c:pt>
                <c:pt idx="10512">
                  <c:v>5.3944199116820579E-2</c:v>
                </c:pt>
                <c:pt idx="10513">
                  <c:v>5.4646728221597662E-2</c:v>
                </c:pt>
                <c:pt idx="10514">
                  <c:v>5.429546366920901E-2</c:v>
                </c:pt>
                <c:pt idx="10515">
                  <c:v>5.4947812123645079E-2</c:v>
                </c:pt>
                <c:pt idx="10516">
                  <c:v>5.4847450822962607E-2</c:v>
                </c:pt>
                <c:pt idx="10517">
                  <c:v>5.4797270172621371E-2</c:v>
                </c:pt>
                <c:pt idx="10518">
                  <c:v>5.4546366920915412E-2</c:v>
                </c:pt>
                <c:pt idx="10519">
                  <c:v>5.5148534725010023E-2</c:v>
                </c:pt>
                <c:pt idx="10520">
                  <c:v>5.4897631473303843E-2</c:v>
                </c:pt>
                <c:pt idx="10521">
                  <c:v>5.4997992773986315E-2</c:v>
                </c:pt>
                <c:pt idx="10522">
                  <c:v>5.5098354074668787E-2</c:v>
                </c:pt>
                <c:pt idx="10523">
                  <c:v>5.5048173424327551E-2</c:v>
                </c:pt>
                <c:pt idx="10524">
                  <c:v>5.4947812123645079E-2</c:v>
                </c:pt>
                <c:pt idx="10525">
                  <c:v>5.5098354074668787E-2</c:v>
                </c:pt>
                <c:pt idx="10526">
                  <c:v>5.4395824969891704E-2</c:v>
                </c:pt>
                <c:pt idx="10527">
                  <c:v>5.5299076676033732E-2</c:v>
                </c:pt>
                <c:pt idx="10528">
                  <c:v>5.4245283018867996E-2</c:v>
                </c:pt>
                <c:pt idx="10529">
                  <c:v>5.4947812123645079E-2</c:v>
                </c:pt>
                <c:pt idx="10530">
                  <c:v>5.5048173424327551E-2</c:v>
                </c:pt>
                <c:pt idx="10531">
                  <c:v>5.4997992773986315E-2</c:v>
                </c:pt>
                <c:pt idx="10532">
                  <c:v>5.5650341228422384E-2</c:v>
                </c:pt>
                <c:pt idx="10533">
                  <c:v>5.5951425130469801E-2</c:v>
                </c:pt>
                <c:pt idx="10534">
                  <c:v>5.6001605780810815E-2</c:v>
                </c:pt>
                <c:pt idx="10535">
                  <c:v>5.5549979927739912E-2</c:v>
                </c:pt>
                <c:pt idx="10536">
                  <c:v>5.570052187876362E-2</c:v>
                </c:pt>
                <c:pt idx="10537">
                  <c:v>5.5750702529104634E-2</c:v>
                </c:pt>
                <c:pt idx="10538">
                  <c:v>5.6001605780810815E-2</c:v>
                </c:pt>
                <c:pt idx="10539">
                  <c:v>5.5349257326374968E-2</c:v>
                </c:pt>
                <c:pt idx="10540">
                  <c:v>5.6051786431152051E-2</c:v>
                </c:pt>
                <c:pt idx="10541">
                  <c:v>5.5399437976716204E-2</c:v>
                </c:pt>
                <c:pt idx="10542">
                  <c:v>5.5800883179446092E-2</c:v>
                </c:pt>
                <c:pt idx="10543">
                  <c:v>5.5549979927739912E-2</c:v>
                </c:pt>
                <c:pt idx="10544">
                  <c:v>5.6101967081493509E-2</c:v>
                </c:pt>
                <c:pt idx="10545">
                  <c:v>5.6403050983540703E-2</c:v>
                </c:pt>
                <c:pt idx="10546">
                  <c:v>5.670413488558812E-2</c:v>
                </c:pt>
                <c:pt idx="10547">
                  <c:v>5.7256122039341717E-2</c:v>
                </c:pt>
                <c:pt idx="10548">
                  <c:v>5.7306302689682731E-2</c:v>
                </c:pt>
                <c:pt idx="10549">
                  <c:v>5.7055399437976773E-2</c:v>
                </c:pt>
                <c:pt idx="10550">
                  <c:v>5.7105580088318009E-2</c:v>
                </c:pt>
                <c:pt idx="10551">
                  <c:v>5.6503412284223176E-2</c:v>
                </c:pt>
                <c:pt idx="10552">
                  <c:v>5.6553592934564412E-2</c:v>
                </c:pt>
                <c:pt idx="10553">
                  <c:v>5.7005218787635314E-2</c:v>
                </c:pt>
                <c:pt idx="10554">
                  <c:v>5.6754315535929356E-2</c:v>
                </c:pt>
                <c:pt idx="10555">
                  <c:v>5.7205941389000481E-2</c:v>
                </c:pt>
                <c:pt idx="10556">
                  <c:v>5.7155760738659023E-2</c:v>
                </c:pt>
                <c:pt idx="10557">
                  <c:v>5.7055399437976773E-2</c:v>
                </c:pt>
                <c:pt idx="10558">
                  <c:v>5.7055399437976773E-2</c:v>
                </c:pt>
                <c:pt idx="10559">
                  <c:v>5.6503412284223176E-2</c:v>
                </c:pt>
                <c:pt idx="10560">
                  <c:v>5.645323163388194E-2</c:v>
                </c:pt>
                <c:pt idx="10561">
                  <c:v>5.6503412284223176E-2</c:v>
                </c:pt>
                <c:pt idx="10562">
                  <c:v>5.5650341228422384E-2</c:v>
                </c:pt>
                <c:pt idx="10563">
                  <c:v>5.5951425130469801E-2</c:v>
                </c:pt>
                <c:pt idx="10564">
                  <c:v>5.5299076676033732E-2</c:v>
                </c:pt>
                <c:pt idx="10565">
                  <c:v>5.5549979927739912E-2</c:v>
                </c:pt>
                <c:pt idx="10566">
                  <c:v>5.5248896025692495E-2</c:v>
                </c:pt>
                <c:pt idx="10567">
                  <c:v>5.5549979927739912E-2</c:v>
                </c:pt>
                <c:pt idx="10568">
                  <c:v>5.4947812123645079E-2</c:v>
                </c:pt>
                <c:pt idx="10569">
                  <c:v>5.4747089522280135E-2</c:v>
                </c:pt>
                <c:pt idx="10570">
                  <c:v>5.3693295865114399E-2</c:v>
                </c:pt>
                <c:pt idx="10571">
                  <c:v>5.4345644319550468E-2</c:v>
                </c:pt>
                <c:pt idx="10572">
                  <c:v>5.4245283018867996E-2</c:v>
                </c:pt>
                <c:pt idx="10573">
                  <c:v>5.419510236852676E-2</c:v>
                </c:pt>
                <c:pt idx="10574">
                  <c:v>5.4144921718185524E-2</c:v>
                </c:pt>
                <c:pt idx="10575">
                  <c:v>5.4496186270573954E-2</c:v>
                </c:pt>
                <c:pt idx="10576">
                  <c:v>5.429546366920901E-2</c:v>
                </c:pt>
                <c:pt idx="10577">
                  <c:v>5.3944199116820579E-2</c:v>
                </c:pt>
                <c:pt idx="10578">
                  <c:v>5.3643115214773163E-2</c:v>
                </c:pt>
                <c:pt idx="10579">
                  <c:v>5.4094741067844287E-2</c:v>
                </c:pt>
                <c:pt idx="10580">
                  <c:v>5.4395824969891704E-2</c:v>
                </c:pt>
                <c:pt idx="10581">
                  <c:v>5.3743476515455635E-2</c:v>
                </c:pt>
                <c:pt idx="10582">
                  <c:v>5.4144921718185524E-2</c:v>
                </c:pt>
                <c:pt idx="10583">
                  <c:v>5.4094741067844287E-2</c:v>
                </c:pt>
                <c:pt idx="10584">
                  <c:v>5.4446005620232718E-2</c:v>
                </c:pt>
                <c:pt idx="10585">
                  <c:v>5.5299076676033732E-2</c:v>
                </c:pt>
                <c:pt idx="10586">
                  <c:v>5.4747089522280135E-2</c:v>
                </c:pt>
                <c:pt idx="10587">
                  <c:v>5.5600160578081148E-2</c:v>
                </c:pt>
                <c:pt idx="10588">
                  <c:v>5.5349257326374968E-2</c:v>
                </c:pt>
                <c:pt idx="10589">
                  <c:v>5.5248896025692495E-2</c:v>
                </c:pt>
                <c:pt idx="10590">
                  <c:v>5.5600160578081148E-2</c:v>
                </c:pt>
                <c:pt idx="10591">
                  <c:v>5.5248896025692495E-2</c:v>
                </c:pt>
                <c:pt idx="10592">
                  <c:v>5.4897631473303843E-2</c:v>
                </c:pt>
                <c:pt idx="10593">
                  <c:v>5.5600160578081148E-2</c:v>
                </c:pt>
                <c:pt idx="10594">
                  <c:v>5.4947812123645079E-2</c:v>
                </c:pt>
                <c:pt idx="10595">
                  <c:v>5.5650341228422384E-2</c:v>
                </c:pt>
                <c:pt idx="10596">
                  <c:v>5.429546366920901E-2</c:v>
                </c:pt>
                <c:pt idx="10597">
                  <c:v>5.4245283018867996E-2</c:v>
                </c:pt>
                <c:pt idx="10598">
                  <c:v>5.4345644319550468E-2</c:v>
                </c:pt>
                <c:pt idx="10599">
                  <c:v>5.5148534725010023E-2</c:v>
                </c:pt>
                <c:pt idx="10600">
                  <c:v>5.4897631473303843E-2</c:v>
                </c:pt>
                <c:pt idx="10601">
                  <c:v>5.4847450822962607E-2</c:v>
                </c:pt>
                <c:pt idx="10602">
                  <c:v>5.4947812123645079E-2</c:v>
                </c:pt>
                <c:pt idx="10603">
                  <c:v>5.5098354074668787E-2</c:v>
                </c:pt>
                <c:pt idx="10604">
                  <c:v>5.4747089522280135E-2</c:v>
                </c:pt>
                <c:pt idx="10605">
                  <c:v>5.4395824969891704E-2</c:v>
                </c:pt>
                <c:pt idx="10606">
                  <c:v>5.4596547571256426E-2</c:v>
                </c:pt>
                <c:pt idx="10607">
                  <c:v>5.4947812123645079E-2</c:v>
                </c:pt>
                <c:pt idx="10608">
                  <c:v>5.4897631473303843E-2</c:v>
                </c:pt>
                <c:pt idx="10609">
                  <c:v>5.4847450822962607E-2</c:v>
                </c:pt>
                <c:pt idx="10610">
                  <c:v>5.4797270172621371E-2</c:v>
                </c:pt>
                <c:pt idx="10611">
                  <c:v>5.4696908871938898E-2</c:v>
                </c:pt>
                <c:pt idx="10612">
                  <c:v>5.4747089522280135E-2</c:v>
                </c:pt>
                <c:pt idx="10613">
                  <c:v>5.4947812123645079E-2</c:v>
                </c:pt>
                <c:pt idx="10614">
                  <c:v>5.5650341228422384E-2</c:v>
                </c:pt>
                <c:pt idx="10615">
                  <c:v>5.4797270172621371E-2</c:v>
                </c:pt>
                <c:pt idx="10616">
                  <c:v>5.4947812123645079E-2</c:v>
                </c:pt>
                <c:pt idx="10617">
                  <c:v>5.429546366920901E-2</c:v>
                </c:pt>
                <c:pt idx="10618">
                  <c:v>5.4897631473303843E-2</c:v>
                </c:pt>
                <c:pt idx="10619">
                  <c:v>5.4947812123645079E-2</c:v>
                </c:pt>
                <c:pt idx="10620">
                  <c:v>5.4596547571256426E-2</c:v>
                </c:pt>
                <c:pt idx="10621">
                  <c:v>5.4747089522280135E-2</c:v>
                </c:pt>
                <c:pt idx="10622">
                  <c:v>5.4596547571256426E-2</c:v>
                </c:pt>
                <c:pt idx="10623">
                  <c:v>5.5248896025692495E-2</c:v>
                </c:pt>
                <c:pt idx="10624">
                  <c:v>5.5248896025692495E-2</c:v>
                </c:pt>
                <c:pt idx="10625">
                  <c:v>5.4947812123645079E-2</c:v>
                </c:pt>
                <c:pt idx="10626">
                  <c:v>5.5549979927739912E-2</c:v>
                </c:pt>
                <c:pt idx="10627">
                  <c:v>5.5800883179446092E-2</c:v>
                </c:pt>
                <c:pt idx="10628">
                  <c:v>5.5048173424327551E-2</c:v>
                </c:pt>
                <c:pt idx="10629">
                  <c:v>5.5549979927739912E-2</c:v>
                </c:pt>
                <c:pt idx="10630">
                  <c:v>5.5299076676033732E-2</c:v>
                </c:pt>
                <c:pt idx="10631">
                  <c:v>5.570052187876362E-2</c:v>
                </c:pt>
                <c:pt idx="10632">
                  <c:v>5.5549979927739912E-2</c:v>
                </c:pt>
                <c:pt idx="10633">
                  <c:v>5.5549979927739912E-2</c:v>
                </c:pt>
                <c:pt idx="10634">
                  <c:v>5.5399437976716204E-2</c:v>
                </c:pt>
                <c:pt idx="10635">
                  <c:v>5.5198715375351259E-2</c:v>
                </c:pt>
                <c:pt idx="10636">
                  <c:v>5.5299076676033732E-2</c:v>
                </c:pt>
                <c:pt idx="10637">
                  <c:v>5.5349257326374968E-2</c:v>
                </c:pt>
                <c:pt idx="10638">
                  <c:v>5.5148534725010023E-2</c:v>
                </c:pt>
                <c:pt idx="10639">
                  <c:v>5.4997992773986315E-2</c:v>
                </c:pt>
                <c:pt idx="10640">
                  <c:v>5.5098354074668787E-2</c:v>
                </c:pt>
                <c:pt idx="10641">
                  <c:v>5.5048173424327551E-2</c:v>
                </c:pt>
                <c:pt idx="10642">
                  <c:v>5.4245283018867996E-2</c:v>
                </c:pt>
                <c:pt idx="10643">
                  <c:v>5.5048173424327551E-2</c:v>
                </c:pt>
                <c:pt idx="10644">
                  <c:v>5.5299076676033732E-2</c:v>
                </c:pt>
                <c:pt idx="10645">
                  <c:v>5.4897631473303843E-2</c:v>
                </c:pt>
                <c:pt idx="10646">
                  <c:v>5.5248896025692495E-2</c:v>
                </c:pt>
                <c:pt idx="10647">
                  <c:v>5.5349257326374968E-2</c:v>
                </c:pt>
                <c:pt idx="10648">
                  <c:v>5.5600160578081148E-2</c:v>
                </c:pt>
                <c:pt idx="10649">
                  <c:v>5.5198715375351259E-2</c:v>
                </c:pt>
                <c:pt idx="10650">
                  <c:v>5.5248896025692495E-2</c:v>
                </c:pt>
                <c:pt idx="10651">
                  <c:v>5.5148534725010023E-2</c:v>
                </c:pt>
                <c:pt idx="10652">
                  <c:v>5.4747089522280135E-2</c:v>
                </c:pt>
                <c:pt idx="10653">
                  <c:v>5.5299076676033732E-2</c:v>
                </c:pt>
                <c:pt idx="10654">
                  <c:v>5.5600160578081148E-2</c:v>
                </c:pt>
                <c:pt idx="10655">
                  <c:v>5.5148534725010023E-2</c:v>
                </c:pt>
                <c:pt idx="10656">
                  <c:v>5.5549979927739912E-2</c:v>
                </c:pt>
                <c:pt idx="10657">
                  <c:v>5.5750702529104634E-2</c:v>
                </c:pt>
                <c:pt idx="10658">
                  <c:v>5.5299076676033732E-2</c:v>
                </c:pt>
                <c:pt idx="10659">
                  <c:v>5.5549979927739912E-2</c:v>
                </c:pt>
                <c:pt idx="10660">
                  <c:v>5.5399437976716204E-2</c:v>
                </c:pt>
                <c:pt idx="10661">
                  <c:v>5.5650341228422384E-2</c:v>
                </c:pt>
                <c:pt idx="10662">
                  <c:v>5.5499799277398676E-2</c:v>
                </c:pt>
                <c:pt idx="10663">
                  <c:v>5.5248896025692495E-2</c:v>
                </c:pt>
                <c:pt idx="10664">
                  <c:v>5.5549979927739912E-2</c:v>
                </c:pt>
                <c:pt idx="10665">
                  <c:v>5.4747089522280135E-2</c:v>
                </c:pt>
                <c:pt idx="10666">
                  <c:v>5.5098354074668787E-2</c:v>
                </c:pt>
                <c:pt idx="10667">
                  <c:v>5.5549979927739912E-2</c:v>
                </c:pt>
                <c:pt idx="10668">
                  <c:v>5.5750702529104634E-2</c:v>
                </c:pt>
                <c:pt idx="10669">
                  <c:v>5.5148534725010023E-2</c:v>
                </c:pt>
                <c:pt idx="10670">
                  <c:v>5.5750702529104634E-2</c:v>
                </c:pt>
                <c:pt idx="10671">
                  <c:v>5.6051786431152051E-2</c:v>
                </c:pt>
                <c:pt idx="10672">
                  <c:v>5.5951425130469801E-2</c:v>
                </c:pt>
                <c:pt idx="10673">
                  <c:v>5.5800883179446092E-2</c:v>
                </c:pt>
                <c:pt idx="10674">
                  <c:v>5.6352870333199467E-2</c:v>
                </c:pt>
                <c:pt idx="10675">
                  <c:v>5.5851063829787106E-2</c:v>
                </c:pt>
                <c:pt idx="10676">
                  <c:v>5.6603773584905648E-2</c:v>
                </c:pt>
                <c:pt idx="10677">
                  <c:v>5.5750702529104634E-2</c:v>
                </c:pt>
                <c:pt idx="10678">
                  <c:v>5.6152147731834523E-2</c:v>
                </c:pt>
                <c:pt idx="10679">
                  <c:v>5.5851063829787106E-2</c:v>
                </c:pt>
                <c:pt idx="10680">
                  <c:v>5.6101967081493509E-2</c:v>
                </c:pt>
                <c:pt idx="10681">
                  <c:v>5.6152147731834523E-2</c:v>
                </c:pt>
                <c:pt idx="10682">
                  <c:v>5.6403050983540703E-2</c:v>
                </c:pt>
                <c:pt idx="10683">
                  <c:v>5.6503412284223176E-2</c:v>
                </c:pt>
                <c:pt idx="10684">
                  <c:v>5.670413488558812E-2</c:v>
                </c:pt>
                <c:pt idx="10685">
                  <c:v>5.6202328382175759E-2</c:v>
                </c:pt>
                <c:pt idx="10686">
                  <c:v>5.6152147731834523E-2</c:v>
                </c:pt>
                <c:pt idx="10687">
                  <c:v>5.6503412284223176E-2</c:v>
                </c:pt>
                <c:pt idx="10688">
                  <c:v>5.5800883179446092E-2</c:v>
                </c:pt>
                <c:pt idx="10689">
                  <c:v>5.5650341228422384E-2</c:v>
                </c:pt>
                <c:pt idx="10690">
                  <c:v>5.6553592934564412E-2</c:v>
                </c:pt>
                <c:pt idx="10691">
                  <c:v>5.6001605780810815E-2</c:v>
                </c:pt>
                <c:pt idx="10692">
                  <c:v>5.5800883179446092E-2</c:v>
                </c:pt>
                <c:pt idx="10693">
                  <c:v>5.6904857486953064E-2</c:v>
                </c:pt>
                <c:pt idx="10694">
                  <c:v>5.6302689682858231E-2</c:v>
                </c:pt>
                <c:pt idx="10695">
                  <c:v>5.6001605780810815E-2</c:v>
                </c:pt>
                <c:pt idx="10696">
                  <c:v>5.6352870333199467E-2</c:v>
                </c:pt>
                <c:pt idx="10697">
                  <c:v>5.6603773584905648E-2</c:v>
                </c:pt>
                <c:pt idx="10698">
                  <c:v>5.6804496186270592E-2</c:v>
                </c:pt>
                <c:pt idx="10699">
                  <c:v>5.6804496186270592E-2</c:v>
                </c:pt>
                <c:pt idx="10700">
                  <c:v>5.6352870333199467E-2</c:v>
                </c:pt>
                <c:pt idx="10701">
                  <c:v>5.6252509032516995E-2</c:v>
                </c:pt>
                <c:pt idx="10702">
                  <c:v>5.7055399437976773E-2</c:v>
                </c:pt>
                <c:pt idx="10703">
                  <c:v>5.6553592934564412E-2</c:v>
                </c:pt>
                <c:pt idx="10704">
                  <c:v>5.6101967081493509E-2</c:v>
                </c:pt>
                <c:pt idx="10705">
                  <c:v>5.6653954235246884E-2</c:v>
                </c:pt>
                <c:pt idx="10706">
                  <c:v>5.6403050983540703E-2</c:v>
                </c:pt>
                <c:pt idx="10707">
                  <c:v>5.645323163388194E-2</c:v>
                </c:pt>
                <c:pt idx="10708">
                  <c:v>5.5951425130469801E-2</c:v>
                </c:pt>
                <c:pt idx="10709">
                  <c:v>5.6603773584905648E-2</c:v>
                </c:pt>
                <c:pt idx="10710">
                  <c:v>5.6754315535929356E-2</c:v>
                </c:pt>
                <c:pt idx="10711">
                  <c:v>5.7005218787635314E-2</c:v>
                </c:pt>
                <c:pt idx="10712">
                  <c:v>5.670413488558812E-2</c:v>
                </c:pt>
                <c:pt idx="10713">
                  <c:v>5.7005218787635314E-2</c:v>
                </c:pt>
                <c:pt idx="10714">
                  <c:v>5.7005218787635314E-2</c:v>
                </c:pt>
                <c:pt idx="10715">
                  <c:v>5.670413488558812E-2</c:v>
                </c:pt>
                <c:pt idx="10716">
                  <c:v>5.6352870333199467E-2</c:v>
                </c:pt>
                <c:pt idx="10717">
                  <c:v>5.670413488558812E-2</c:v>
                </c:pt>
                <c:pt idx="10718">
                  <c:v>5.7256122039341717E-2</c:v>
                </c:pt>
                <c:pt idx="10719">
                  <c:v>5.69550381372943E-2</c:v>
                </c:pt>
                <c:pt idx="10720">
                  <c:v>5.6302689682858231E-2</c:v>
                </c:pt>
                <c:pt idx="10721">
                  <c:v>5.7005218787635314E-2</c:v>
                </c:pt>
                <c:pt idx="10722">
                  <c:v>5.6653954235246884E-2</c:v>
                </c:pt>
                <c:pt idx="10723">
                  <c:v>5.7456844640706439E-2</c:v>
                </c:pt>
                <c:pt idx="10724">
                  <c:v>5.7005218787635314E-2</c:v>
                </c:pt>
                <c:pt idx="10725">
                  <c:v>5.7406663990365203E-2</c:v>
                </c:pt>
                <c:pt idx="10726">
                  <c:v>5.670413488558812E-2</c:v>
                </c:pt>
                <c:pt idx="10727">
                  <c:v>5.7005218787635314E-2</c:v>
                </c:pt>
                <c:pt idx="10728">
                  <c:v>5.6804496186270592E-2</c:v>
                </c:pt>
                <c:pt idx="10729">
                  <c:v>5.7205941389000481E-2</c:v>
                </c:pt>
                <c:pt idx="10730">
                  <c:v>5.7055399437976773E-2</c:v>
                </c:pt>
                <c:pt idx="10731">
                  <c:v>5.7155760738659023E-2</c:v>
                </c:pt>
                <c:pt idx="10732">
                  <c:v>5.7456844640706439E-2</c:v>
                </c:pt>
                <c:pt idx="10733">
                  <c:v>5.7256122039341717E-2</c:v>
                </c:pt>
                <c:pt idx="10734">
                  <c:v>5.6804496186270592E-2</c:v>
                </c:pt>
                <c:pt idx="10735">
                  <c:v>5.7908470493777564E-2</c:v>
                </c:pt>
                <c:pt idx="10736">
                  <c:v>5.8360096346848689E-2</c:v>
                </c:pt>
                <c:pt idx="10737">
                  <c:v>5.8109193095142508E-2</c:v>
                </c:pt>
                <c:pt idx="10738">
                  <c:v>5.7858289843436328E-2</c:v>
                </c:pt>
                <c:pt idx="10739">
                  <c:v>5.8510638297872397E-2</c:v>
                </c:pt>
                <c:pt idx="10740">
                  <c:v>5.8661180248896105E-2</c:v>
                </c:pt>
                <c:pt idx="10741">
                  <c:v>5.8209554395824981E-2</c:v>
                </c:pt>
                <c:pt idx="10742">
                  <c:v>5.8360096346848689E-2</c:v>
                </c:pt>
                <c:pt idx="10743">
                  <c:v>5.8008831794460036E-2</c:v>
                </c:pt>
                <c:pt idx="10744">
                  <c:v>5.8560818948213411E-2</c:v>
                </c:pt>
                <c:pt idx="10745">
                  <c:v>5.8309915696507453E-2</c:v>
                </c:pt>
                <c:pt idx="10746">
                  <c:v>5.8309915696507453E-2</c:v>
                </c:pt>
                <c:pt idx="10747">
                  <c:v>5.8360096346848689E-2</c:v>
                </c:pt>
                <c:pt idx="10748">
                  <c:v>5.8460457647531161E-2</c:v>
                </c:pt>
                <c:pt idx="10749">
                  <c:v>5.8510638297872397E-2</c:v>
                </c:pt>
                <c:pt idx="10750">
                  <c:v>5.8510638297872397E-2</c:v>
                </c:pt>
                <c:pt idx="10751">
                  <c:v>5.8159373745483745E-2</c:v>
                </c:pt>
                <c:pt idx="10752">
                  <c:v>5.8209554395824981E-2</c:v>
                </c:pt>
                <c:pt idx="10753">
                  <c:v>5.8460457647531161E-2</c:v>
                </c:pt>
                <c:pt idx="10754">
                  <c:v>5.8711360899237119E-2</c:v>
                </c:pt>
                <c:pt idx="10755">
                  <c:v>5.8861902850260828E-2</c:v>
                </c:pt>
                <c:pt idx="10756">
                  <c:v>5.8360096346848689E-2</c:v>
                </c:pt>
                <c:pt idx="10757">
                  <c:v>5.8410276997189925E-2</c:v>
                </c:pt>
                <c:pt idx="10758">
                  <c:v>5.7858289843436328E-2</c:v>
                </c:pt>
                <c:pt idx="10759">
                  <c:v>5.8410276997189925E-2</c:v>
                </c:pt>
                <c:pt idx="10760">
                  <c:v>5.8259735046166217E-2</c:v>
                </c:pt>
                <c:pt idx="10761">
                  <c:v>5.7808109193095092E-2</c:v>
                </c:pt>
                <c:pt idx="10762">
                  <c:v>5.79586511441188E-2</c:v>
                </c:pt>
                <c:pt idx="10763">
                  <c:v>5.8209554395824981E-2</c:v>
                </c:pt>
                <c:pt idx="10764">
                  <c:v>5.7657567242071606E-2</c:v>
                </c:pt>
                <c:pt idx="10765">
                  <c:v>5.7808109193095092E-2</c:v>
                </c:pt>
                <c:pt idx="10766">
                  <c:v>5.8109193095142508E-2</c:v>
                </c:pt>
                <c:pt idx="10767">
                  <c:v>5.8259735046166217E-2</c:v>
                </c:pt>
                <c:pt idx="10768">
                  <c:v>5.8008831794460036E-2</c:v>
                </c:pt>
                <c:pt idx="10769">
                  <c:v>5.7557205941388911E-2</c:v>
                </c:pt>
                <c:pt idx="10770">
                  <c:v>5.7808109193095092E-2</c:v>
                </c:pt>
                <c:pt idx="10771">
                  <c:v>5.8159373745483745E-2</c:v>
                </c:pt>
                <c:pt idx="10772">
                  <c:v>5.8560818948213411E-2</c:v>
                </c:pt>
                <c:pt idx="10773">
                  <c:v>5.8610999598554869E-2</c:v>
                </c:pt>
                <c:pt idx="10774">
                  <c:v>5.8059012444801272E-2</c:v>
                </c:pt>
                <c:pt idx="10775">
                  <c:v>5.8661180248896105E-2</c:v>
                </c:pt>
                <c:pt idx="10776">
                  <c:v>5.8410276997189925E-2</c:v>
                </c:pt>
                <c:pt idx="10777">
                  <c:v>5.8761541549578578E-2</c:v>
                </c:pt>
                <c:pt idx="10778">
                  <c:v>5.8059012444801272E-2</c:v>
                </c:pt>
                <c:pt idx="10779">
                  <c:v>5.8309915696507453E-2</c:v>
                </c:pt>
                <c:pt idx="10780">
                  <c:v>5.8209554395824981E-2</c:v>
                </c:pt>
                <c:pt idx="10781">
                  <c:v>5.8510638297872397E-2</c:v>
                </c:pt>
                <c:pt idx="10782">
                  <c:v>5.8410276997189925E-2</c:v>
                </c:pt>
                <c:pt idx="10783">
                  <c:v>5.8159373745483745E-2</c:v>
                </c:pt>
                <c:pt idx="10784">
                  <c:v>5.7557205941388911E-2</c:v>
                </c:pt>
                <c:pt idx="10785">
                  <c:v>5.8510638297872397E-2</c:v>
                </c:pt>
                <c:pt idx="10786">
                  <c:v>5.8661180248896105E-2</c:v>
                </c:pt>
                <c:pt idx="10787">
                  <c:v>5.8360096346848689E-2</c:v>
                </c:pt>
                <c:pt idx="10788">
                  <c:v>5.7808109193095092E-2</c:v>
                </c:pt>
                <c:pt idx="10789">
                  <c:v>5.8159373745483745E-2</c:v>
                </c:pt>
                <c:pt idx="10790">
                  <c:v>5.8510638297872397E-2</c:v>
                </c:pt>
                <c:pt idx="10791">
                  <c:v>5.8360096346848689E-2</c:v>
                </c:pt>
                <c:pt idx="10792">
                  <c:v>5.7908470493777564E-2</c:v>
                </c:pt>
                <c:pt idx="10793">
                  <c:v>5.7005218787635314E-2</c:v>
                </c:pt>
                <c:pt idx="10794">
                  <c:v>5.7607386591730148E-2</c:v>
                </c:pt>
                <c:pt idx="10795">
                  <c:v>5.7808109193095092E-2</c:v>
                </c:pt>
                <c:pt idx="10796">
                  <c:v>5.7256122039341717E-2</c:v>
                </c:pt>
                <c:pt idx="10797">
                  <c:v>5.6854676836611828E-2</c:v>
                </c:pt>
                <c:pt idx="10798">
                  <c:v>5.7557205941388911E-2</c:v>
                </c:pt>
                <c:pt idx="10799">
                  <c:v>5.7507025291047897E-2</c:v>
                </c:pt>
                <c:pt idx="10800">
                  <c:v>5.6904857486953064E-2</c:v>
                </c:pt>
                <c:pt idx="10801">
                  <c:v>5.7005218787635314E-2</c:v>
                </c:pt>
                <c:pt idx="10802">
                  <c:v>5.6553592934564412E-2</c:v>
                </c:pt>
                <c:pt idx="10803">
                  <c:v>5.6653954235246884E-2</c:v>
                </c:pt>
                <c:pt idx="10804">
                  <c:v>5.7005218787635314E-2</c:v>
                </c:pt>
                <c:pt idx="10805">
                  <c:v>5.645323163388194E-2</c:v>
                </c:pt>
                <c:pt idx="10806">
                  <c:v>5.6804496186270592E-2</c:v>
                </c:pt>
                <c:pt idx="10807">
                  <c:v>5.6503412284223176E-2</c:v>
                </c:pt>
                <c:pt idx="10808">
                  <c:v>5.645323163388194E-2</c:v>
                </c:pt>
                <c:pt idx="10809">
                  <c:v>5.6754315535929356E-2</c:v>
                </c:pt>
                <c:pt idx="10810">
                  <c:v>5.7205941389000481E-2</c:v>
                </c:pt>
                <c:pt idx="10811">
                  <c:v>5.7005218787635314E-2</c:v>
                </c:pt>
                <c:pt idx="10812">
                  <c:v>5.7005218787635314E-2</c:v>
                </c:pt>
                <c:pt idx="10813">
                  <c:v>5.6854676836611828E-2</c:v>
                </c:pt>
                <c:pt idx="10814">
                  <c:v>5.69550381372943E-2</c:v>
                </c:pt>
                <c:pt idx="10815">
                  <c:v>5.69550381372943E-2</c:v>
                </c:pt>
                <c:pt idx="10816">
                  <c:v>5.7657567242071606E-2</c:v>
                </c:pt>
                <c:pt idx="10817">
                  <c:v>5.7557205941388911E-2</c:v>
                </c:pt>
                <c:pt idx="10818">
                  <c:v>5.7657567242071606E-2</c:v>
                </c:pt>
                <c:pt idx="10819">
                  <c:v>5.770774789241262E-2</c:v>
                </c:pt>
                <c:pt idx="10820">
                  <c:v>5.8008831794460036E-2</c:v>
                </c:pt>
                <c:pt idx="10821">
                  <c:v>5.7908470493777564E-2</c:v>
                </c:pt>
                <c:pt idx="10822">
                  <c:v>5.8059012444801272E-2</c:v>
                </c:pt>
                <c:pt idx="10823">
                  <c:v>5.7456844640706439E-2</c:v>
                </c:pt>
                <c:pt idx="10824">
                  <c:v>5.7205941389000481E-2</c:v>
                </c:pt>
                <c:pt idx="10825">
                  <c:v>5.7105580088318009E-2</c:v>
                </c:pt>
                <c:pt idx="10826">
                  <c:v>5.7757928542753856E-2</c:v>
                </c:pt>
                <c:pt idx="10827">
                  <c:v>5.79586511441188E-2</c:v>
                </c:pt>
                <c:pt idx="10828">
                  <c:v>5.8059012444801272E-2</c:v>
                </c:pt>
                <c:pt idx="10829">
                  <c:v>5.8159373745483745E-2</c:v>
                </c:pt>
                <c:pt idx="10830">
                  <c:v>5.8259735046166217E-2</c:v>
                </c:pt>
                <c:pt idx="10831">
                  <c:v>5.79586511441188E-2</c:v>
                </c:pt>
                <c:pt idx="10832">
                  <c:v>5.7808109193095092E-2</c:v>
                </c:pt>
                <c:pt idx="10833">
                  <c:v>5.8008831794460036E-2</c:v>
                </c:pt>
                <c:pt idx="10834">
                  <c:v>5.8811722199919814E-2</c:v>
                </c:pt>
                <c:pt idx="10835">
                  <c:v>5.8912083500602286E-2</c:v>
                </c:pt>
                <c:pt idx="10836">
                  <c:v>5.8761541549578578E-2</c:v>
                </c:pt>
                <c:pt idx="10837">
                  <c:v>5.8460457647531161E-2</c:v>
                </c:pt>
                <c:pt idx="10838">
                  <c:v>5.9012444801284536E-2</c:v>
                </c:pt>
                <c:pt idx="10839">
                  <c:v>5.9062625451625994E-2</c:v>
                </c:pt>
                <c:pt idx="10840">
                  <c:v>5.8059012444801272E-2</c:v>
                </c:pt>
                <c:pt idx="10841">
                  <c:v>5.9564431955038133E-2</c:v>
                </c:pt>
                <c:pt idx="10842">
                  <c:v>5.8912083500602286E-2</c:v>
                </c:pt>
                <c:pt idx="10843">
                  <c:v>5.9213167402649702E-2</c:v>
                </c:pt>
                <c:pt idx="10844">
                  <c:v>5.9514251304696897E-2</c:v>
                </c:pt>
                <c:pt idx="10845">
                  <c:v>5.9464070654355661E-2</c:v>
                </c:pt>
                <c:pt idx="10846">
                  <c:v>5.8912083500602286E-2</c:v>
                </c:pt>
                <c:pt idx="10847">
                  <c:v>5.8861902850260828E-2</c:v>
                </c:pt>
                <c:pt idx="10848">
                  <c:v>5.9062625451625994E-2</c:v>
                </c:pt>
                <c:pt idx="10849">
                  <c:v>5.9213167402649702E-2</c:v>
                </c:pt>
                <c:pt idx="10850">
                  <c:v>5.9363709353673189E-2</c:v>
                </c:pt>
                <c:pt idx="10851">
                  <c:v>5.8761541549578578E-2</c:v>
                </c:pt>
                <c:pt idx="10852">
                  <c:v>5.8811722199919814E-2</c:v>
                </c:pt>
                <c:pt idx="10853">
                  <c:v>5.8560818948213411E-2</c:v>
                </c:pt>
                <c:pt idx="10854">
                  <c:v>5.9263348052990716E-2</c:v>
                </c:pt>
                <c:pt idx="10855">
                  <c:v>5.9112806101967008E-2</c:v>
                </c:pt>
                <c:pt idx="10856">
                  <c:v>5.9012444801284536E-2</c:v>
                </c:pt>
                <c:pt idx="10857">
                  <c:v>5.9464070654355661E-2</c:v>
                </c:pt>
                <c:pt idx="10858">
                  <c:v>5.9464070654355661E-2</c:v>
                </c:pt>
                <c:pt idx="10859">
                  <c:v>5.9815335206744313E-2</c:v>
                </c:pt>
                <c:pt idx="10860">
                  <c:v>5.9514251304696897E-2</c:v>
                </c:pt>
                <c:pt idx="10861">
                  <c:v>5.99658771577678E-2</c:v>
                </c:pt>
                <c:pt idx="10862">
                  <c:v>5.9664793255720605E-2</c:v>
                </c:pt>
                <c:pt idx="10863">
                  <c:v>5.9714973906061841E-2</c:v>
                </c:pt>
                <c:pt idx="10864">
                  <c:v>5.99658771577678E-2</c:v>
                </c:pt>
                <c:pt idx="10865">
                  <c:v>6.0367322360497688E-2</c:v>
                </c:pt>
                <c:pt idx="10866">
                  <c:v>6.0718586912886341E-2</c:v>
                </c:pt>
                <c:pt idx="10867">
                  <c:v>5.99658771577678E-2</c:v>
                </c:pt>
                <c:pt idx="10868">
                  <c:v>6.0066238458450494E-2</c:v>
                </c:pt>
                <c:pt idx="10869">
                  <c:v>6.0467683661180383E-2</c:v>
                </c:pt>
                <c:pt idx="10870">
                  <c:v>6.0116419108791508E-2</c:v>
                </c:pt>
                <c:pt idx="10871">
                  <c:v>6.1170212765957466E-2</c:v>
                </c:pt>
                <c:pt idx="10872">
                  <c:v>6.0919309514251285E-2</c:v>
                </c:pt>
                <c:pt idx="10873">
                  <c:v>6.1220393416298702E-2</c:v>
                </c:pt>
                <c:pt idx="10874">
                  <c:v>6.112003211561623E-2</c:v>
                </c:pt>
                <c:pt idx="10875">
                  <c:v>6.112003211561623E-2</c:v>
                </c:pt>
                <c:pt idx="10876">
                  <c:v>6.0869128863910049E-2</c:v>
                </c:pt>
                <c:pt idx="10877">
                  <c:v>6.0618225612204091E-2</c:v>
                </c:pt>
                <c:pt idx="10878">
                  <c:v>6.137093536732241E-2</c:v>
                </c:pt>
                <c:pt idx="10879">
                  <c:v>6.137093536732241E-2</c:v>
                </c:pt>
                <c:pt idx="10880">
                  <c:v>6.1320754716981174E-2</c:v>
                </c:pt>
                <c:pt idx="10881">
                  <c:v>6.0919309514251285E-2</c:v>
                </c:pt>
                <c:pt idx="10882">
                  <c:v>6.1220393416298702E-2</c:v>
                </c:pt>
                <c:pt idx="10883">
                  <c:v>6.137093536732241E-2</c:v>
                </c:pt>
                <c:pt idx="10884">
                  <c:v>6.1421116017663646E-2</c:v>
                </c:pt>
                <c:pt idx="10885">
                  <c:v>6.1170212765957466E-2</c:v>
                </c:pt>
                <c:pt idx="10886">
                  <c:v>6.1421116017663646E-2</c:v>
                </c:pt>
                <c:pt idx="10887">
                  <c:v>6.1772380570052299E-2</c:v>
                </c:pt>
                <c:pt idx="10888">
                  <c:v>6.1722199919711063E-2</c:v>
                </c:pt>
                <c:pt idx="10889">
                  <c:v>6.1621838619028591E-2</c:v>
                </c:pt>
                <c:pt idx="10890">
                  <c:v>6.112003211561623E-2</c:v>
                </c:pt>
                <c:pt idx="10891">
                  <c:v>6.2274187073464438E-2</c:v>
                </c:pt>
                <c:pt idx="10892">
                  <c:v>6.2575270975511854E-2</c:v>
                </c:pt>
                <c:pt idx="10893">
                  <c:v>6.2324367723805674E-2</c:v>
                </c:pt>
                <c:pt idx="10894">
                  <c:v>6.2123645122440729E-2</c:v>
                </c:pt>
                <c:pt idx="10895">
                  <c:v>6.2474909674829382E-2</c:v>
                </c:pt>
                <c:pt idx="10896">
                  <c:v>6.2123645122440729E-2</c:v>
                </c:pt>
                <c:pt idx="10897">
                  <c:v>6.2976716178241743E-2</c:v>
                </c:pt>
                <c:pt idx="10898">
                  <c:v>6.2274187073464438E-2</c:v>
                </c:pt>
                <c:pt idx="10899">
                  <c:v>6.262545162585309E-2</c:v>
                </c:pt>
                <c:pt idx="10900">
                  <c:v>6.3177438779606687E-2</c:v>
                </c:pt>
                <c:pt idx="10901">
                  <c:v>6.3127258129265451E-2</c:v>
                </c:pt>
                <c:pt idx="10902">
                  <c:v>6.3127258129265451E-2</c:v>
                </c:pt>
                <c:pt idx="10903">
                  <c:v>6.3528703331995118E-2</c:v>
                </c:pt>
                <c:pt idx="10904">
                  <c:v>6.2926535527900507E-2</c:v>
                </c:pt>
                <c:pt idx="10905">
                  <c:v>6.3277800080288937E-2</c:v>
                </c:pt>
                <c:pt idx="10906">
                  <c:v>6.2976716178241743E-2</c:v>
                </c:pt>
                <c:pt idx="10907">
                  <c:v>6.3327980730630395E-2</c:v>
                </c:pt>
                <c:pt idx="10908">
                  <c:v>6.3277800080288937E-2</c:v>
                </c:pt>
                <c:pt idx="10909">
                  <c:v>6.3327980730630395E-2</c:v>
                </c:pt>
                <c:pt idx="10910">
                  <c:v>6.3177438779606687E-2</c:v>
                </c:pt>
                <c:pt idx="10911">
                  <c:v>6.3378161380971409E-2</c:v>
                </c:pt>
                <c:pt idx="10912">
                  <c:v>6.2976716178241743E-2</c:v>
                </c:pt>
                <c:pt idx="10913">
                  <c:v>6.3428342031312646E-2</c:v>
                </c:pt>
                <c:pt idx="10914">
                  <c:v>6.3227619429947701E-2</c:v>
                </c:pt>
                <c:pt idx="10915">
                  <c:v>6.3227619429947701E-2</c:v>
                </c:pt>
                <c:pt idx="10916">
                  <c:v>6.2525090325170618E-2</c:v>
                </c:pt>
                <c:pt idx="10917">
                  <c:v>6.3428342031312646E-2</c:v>
                </c:pt>
                <c:pt idx="10918">
                  <c:v>6.362906463267759E-2</c:v>
                </c:pt>
                <c:pt idx="10919">
                  <c:v>6.3127258129265451E-2</c:v>
                </c:pt>
                <c:pt idx="10920">
                  <c:v>6.3378161380971409E-2</c:v>
                </c:pt>
                <c:pt idx="10921">
                  <c:v>6.3227619429947701E-2</c:v>
                </c:pt>
                <c:pt idx="10922">
                  <c:v>6.3277800080288937E-2</c:v>
                </c:pt>
                <c:pt idx="10923">
                  <c:v>6.2926535527900507E-2</c:v>
                </c:pt>
                <c:pt idx="10924">
                  <c:v>6.3428342031312646E-2</c:v>
                </c:pt>
                <c:pt idx="10925">
                  <c:v>6.3227619429947701E-2</c:v>
                </c:pt>
                <c:pt idx="10926">
                  <c:v>6.3578883982336354E-2</c:v>
                </c:pt>
                <c:pt idx="10927">
                  <c:v>6.3578883982336354E-2</c:v>
                </c:pt>
                <c:pt idx="10928">
                  <c:v>6.3829787234042534E-2</c:v>
                </c:pt>
                <c:pt idx="10929">
                  <c:v>6.3679245283018826E-2</c:v>
                </c:pt>
                <c:pt idx="10930">
                  <c:v>6.3930148534725006E-2</c:v>
                </c:pt>
                <c:pt idx="10931">
                  <c:v>6.3528703331995118E-2</c:v>
                </c:pt>
                <c:pt idx="10932">
                  <c:v>6.3528703331995118E-2</c:v>
                </c:pt>
                <c:pt idx="10933">
                  <c:v>6.4080690485748715E-2</c:v>
                </c:pt>
                <c:pt idx="10934">
                  <c:v>6.4030509835407479E-2</c:v>
                </c:pt>
                <c:pt idx="10935">
                  <c:v>6.3729425933360062E-2</c:v>
                </c:pt>
                <c:pt idx="10936">
                  <c:v>6.3578883982336354E-2</c:v>
                </c:pt>
                <c:pt idx="10937">
                  <c:v>6.3729425933360062E-2</c:v>
                </c:pt>
                <c:pt idx="10938">
                  <c:v>6.3177438779606687E-2</c:v>
                </c:pt>
                <c:pt idx="10939">
                  <c:v>6.3378161380971409E-2</c:v>
                </c:pt>
                <c:pt idx="10940">
                  <c:v>6.3428342031312646E-2</c:v>
                </c:pt>
                <c:pt idx="10941">
                  <c:v>6.3227619429947701E-2</c:v>
                </c:pt>
                <c:pt idx="10942">
                  <c:v>6.3729425933360062E-2</c:v>
                </c:pt>
                <c:pt idx="10943">
                  <c:v>6.2876354877559271E-2</c:v>
                </c:pt>
                <c:pt idx="10944">
                  <c:v>6.3378161380971409E-2</c:v>
                </c:pt>
                <c:pt idx="10945">
                  <c:v>6.2525090325170618E-2</c:v>
                </c:pt>
                <c:pt idx="10946">
                  <c:v>6.3227619429947701E-2</c:v>
                </c:pt>
                <c:pt idx="10947">
                  <c:v>6.3177438779606687E-2</c:v>
                </c:pt>
                <c:pt idx="10948">
                  <c:v>6.3077077478923993E-2</c:v>
                </c:pt>
                <c:pt idx="10949">
                  <c:v>6.3127258129265451E-2</c:v>
                </c:pt>
                <c:pt idx="10950">
                  <c:v>6.3327980730630395E-2</c:v>
                </c:pt>
                <c:pt idx="10951">
                  <c:v>6.237454837414691E-2</c:v>
                </c:pt>
                <c:pt idx="10952">
                  <c:v>6.3679245283018826E-2</c:v>
                </c:pt>
                <c:pt idx="10953">
                  <c:v>6.3528703331995118E-2</c:v>
                </c:pt>
                <c:pt idx="10954">
                  <c:v>6.3327980730630395E-2</c:v>
                </c:pt>
                <c:pt idx="10955">
                  <c:v>6.3478522681653882E-2</c:v>
                </c:pt>
                <c:pt idx="10956">
                  <c:v>6.3528703331995118E-2</c:v>
                </c:pt>
                <c:pt idx="10957">
                  <c:v>6.3478522681653882E-2</c:v>
                </c:pt>
                <c:pt idx="10958">
                  <c:v>6.3227619429947701E-2</c:v>
                </c:pt>
                <c:pt idx="10959">
                  <c:v>6.3478522681653882E-2</c:v>
                </c:pt>
                <c:pt idx="10960">
                  <c:v>6.3277800080288937E-2</c:v>
                </c:pt>
                <c:pt idx="10961">
                  <c:v>6.3277800080288937E-2</c:v>
                </c:pt>
                <c:pt idx="10962">
                  <c:v>6.3779606583701298E-2</c:v>
                </c:pt>
                <c:pt idx="10963">
                  <c:v>6.3930148534725006E-2</c:v>
                </c:pt>
                <c:pt idx="10964">
                  <c:v>6.3779606583701298E-2</c:v>
                </c:pt>
                <c:pt idx="10965">
                  <c:v>6.3729425933360062E-2</c:v>
                </c:pt>
                <c:pt idx="10966">
                  <c:v>6.3779606583701298E-2</c:v>
                </c:pt>
                <c:pt idx="10967">
                  <c:v>6.4281413087113659E-2</c:v>
                </c:pt>
                <c:pt idx="10968">
                  <c:v>6.3930148534725006E-2</c:v>
                </c:pt>
                <c:pt idx="10969">
                  <c:v>6.3980329185066243E-2</c:v>
                </c:pt>
                <c:pt idx="10970">
                  <c:v>6.3177438779606687E-2</c:v>
                </c:pt>
                <c:pt idx="10971">
                  <c:v>6.4381774387796131E-2</c:v>
                </c:pt>
                <c:pt idx="10972">
                  <c:v>6.4431955038137367E-2</c:v>
                </c:pt>
                <c:pt idx="10973">
                  <c:v>6.4331593737454895E-2</c:v>
                </c:pt>
                <c:pt idx="10974">
                  <c:v>6.387996788438377E-2</c:v>
                </c:pt>
                <c:pt idx="10975">
                  <c:v>6.3980329185066243E-2</c:v>
                </c:pt>
                <c:pt idx="10976">
                  <c:v>6.4431955038137367E-2</c:v>
                </c:pt>
                <c:pt idx="10977">
                  <c:v>6.4231232436772423E-2</c:v>
                </c:pt>
                <c:pt idx="10978">
                  <c:v>6.5134484142914451E-2</c:v>
                </c:pt>
                <c:pt idx="10979">
                  <c:v>6.4983942191890742E-2</c:v>
                </c:pt>
                <c:pt idx="10980">
                  <c:v>6.5335206744279395E-2</c:v>
                </c:pt>
                <c:pt idx="10981">
                  <c:v>6.4783219590525798E-2</c:v>
                </c:pt>
                <c:pt idx="10982">
                  <c:v>6.5686471296668048E-2</c:v>
                </c:pt>
                <c:pt idx="10983">
                  <c:v>6.5586109995985575E-2</c:v>
                </c:pt>
                <c:pt idx="10984">
                  <c:v>6.5385387394620631E-2</c:v>
                </c:pt>
                <c:pt idx="10985">
                  <c:v>6.5034122842231978E-2</c:v>
                </c:pt>
                <c:pt idx="10986">
                  <c:v>6.5837013247691756E-2</c:v>
                </c:pt>
                <c:pt idx="10987">
                  <c:v>6.5636290646326811E-2</c:v>
                </c:pt>
                <c:pt idx="10988">
                  <c:v>6.5987555198715464E-2</c:v>
                </c:pt>
                <c:pt idx="10989">
                  <c:v>6.5937374548374006E-2</c:v>
                </c:pt>
                <c:pt idx="10990">
                  <c:v>6.6338819751103895E-2</c:v>
                </c:pt>
                <c:pt idx="10991">
                  <c:v>6.6138097149739172E-2</c:v>
                </c:pt>
                <c:pt idx="10992">
                  <c:v>6.6489361702127603E-2</c:v>
                </c:pt>
                <c:pt idx="10993">
                  <c:v>6.6288639100762881E-2</c:v>
                </c:pt>
                <c:pt idx="10994">
                  <c:v>6.6288639100762881E-2</c:v>
                </c:pt>
                <c:pt idx="10995">
                  <c:v>6.6037735849056478E-2</c:v>
                </c:pt>
                <c:pt idx="10996">
                  <c:v>6.6238458450421422E-2</c:v>
                </c:pt>
                <c:pt idx="10997">
                  <c:v>6.6539542352468839E-2</c:v>
                </c:pt>
                <c:pt idx="10998">
                  <c:v>6.6439181051786367E-2</c:v>
                </c:pt>
                <c:pt idx="10999">
                  <c:v>6.6238458450421422E-2</c:v>
                </c:pt>
                <c:pt idx="11000">
                  <c:v>6.6288639100762881E-2</c:v>
                </c:pt>
                <c:pt idx="11001">
                  <c:v>6.5686471296668048E-2</c:v>
                </c:pt>
                <c:pt idx="11002">
                  <c:v>6.5786832597350298E-2</c:v>
                </c:pt>
                <c:pt idx="11003">
                  <c:v>6.5987555198715464E-2</c:v>
                </c:pt>
                <c:pt idx="11004">
                  <c:v>6.6639903653151311E-2</c:v>
                </c:pt>
                <c:pt idx="11005">
                  <c:v>6.6288639100762881E-2</c:v>
                </c:pt>
                <c:pt idx="11006">
                  <c:v>6.6489361702127603E-2</c:v>
                </c:pt>
                <c:pt idx="11007">
                  <c:v>6.5887193898032992E-2</c:v>
                </c:pt>
                <c:pt idx="11008">
                  <c:v>6.6338819751103895E-2</c:v>
                </c:pt>
                <c:pt idx="11009">
                  <c:v>6.6439181051786367E-2</c:v>
                </c:pt>
                <c:pt idx="11010">
                  <c:v>6.6389000401445131E-2</c:v>
                </c:pt>
                <c:pt idx="11011">
                  <c:v>6.6439181051786367E-2</c:v>
                </c:pt>
                <c:pt idx="11012">
                  <c:v>6.6589723002810075E-2</c:v>
                </c:pt>
                <c:pt idx="11013">
                  <c:v>6.6087916499397714E-2</c:v>
                </c:pt>
                <c:pt idx="11014">
                  <c:v>6.6389000401445131E-2</c:v>
                </c:pt>
                <c:pt idx="11015">
                  <c:v>6.6439181051786367E-2</c:v>
                </c:pt>
                <c:pt idx="11016">
                  <c:v>6.6639903653151311E-2</c:v>
                </c:pt>
                <c:pt idx="11017">
                  <c:v>6.6639903653151311E-2</c:v>
                </c:pt>
                <c:pt idx="11018">
                  <c:v>6.6740264953833783E-2</c:v>
                </c:pt>
                <c:pt idx="11019">
                  <c:v>6.7091529506222436E-2</c:v>
                </c:pt>
                <c:pt idx="11020">
                  <c:v>6.6589723002810075E-2</c:v>
                </c:pt>
                <c:pt idx="11021">
                  <c:v>6.7392613408269852E-2</c:v>
                </c:pt>
                <c:pt idx="11022">
                  <c:v>6.7141710156563672E-2</c:v>
                </c:pt>
                <c:pt idx="11023">
                  <c:v>6.7794058610999519E-2</c:v>
                </c:pt>
                <c:pt idx="11024">
                  <c:v>6.7442794058611089E-2</c:v>
                </c:pt>
                <c:pt idx="11025">
                  <c:v>6.7894419911681991E-2</c:v>
                </c:pt>
                <c:pt idx="11026">
                  <c:v>6.7593336009634575E-2</c:v>
                </c:pt>
                <c:pt idx="11027">
                  <c:v>6.7392613408269852E-2</c:v>
                </c:pt>
                <c:pt idx="11028">
                  <c:v>6.7944600562023227E-2</c:v>
                </c:pt>
                <c:pt idx="11029">
                  <c:v>6.7593336009634575E-2</c:v>
                </c:pt>
                <c:pt idx="11030">
                  <c:v>6.7543155359293561E-2</c:v>
                </c:pt>
                <c:pt idx="11031">
                  <c:v>6.7593336009634575E-2</c:v>
                </c:pt>
                <c:pt idx="11032">
                  <c:v>6.7543155359293561E-2</c:v>
                </c:pt>
                <c:pt idx="11033">
                  <c:v>6.7743877960658283E-2</c:v>
                </c:pt>
                <c:pt idx="11034">
                  <c:v>6.7191890806904686E-2</c:v>
                </c:pt>
                <c:pt idx="11035">
                  <c:v>6.7693697310317269E-2</c:v>
                </c:pt>
                <c:pt idx="11036">
                  <c:v>6.7894419911681991E-2</c:v>
                </c:pt>
                <c:pt idx="11037">
                  <c:v>6.7593336009634575E-2</c:v>
                </c:pt>
                <c:pt idx="11038">
                  <c:v>6.7593336009634575E-2</c:v>
                </c:pt>
                <c:pt idx="11039">
                  <c:v>6.7944600562023227E-2</c:v>
                </c:pt>
                <c:pt idx="11040">
                  <c:v>6.7442794058611089E-2</c:v>
                </c:pt>
                <c:pt idx="11041">
                  <c:v>6.7442794058611089E-2</c:v>
                </c:pt>
                <c:pt idx="11042">
                  <c:v>6.8346045764753116E-2</c:v>
                </c:pt>
                <c:pt idx="11043">
                  <c:v>6.729225210758738E-2</c:v>
                </c:pt>
                <c:pt idx="11044">
                  <c:v>6.7693697310317269E-2</c:v>
                </c:pt>
                <c:pt idx="11045">
                  <c:v>6.8496587715776824E-2</c:v>
                </c:pt>
                <c:pt idx="11046">
                  <c:v>6.8145323163388172E-2</c:v>
                </c:pt>
                <c:pt idx="11047">
                  <c:v>6.8145323163388172E-2</c:v>
                </c:pt>
                <c:pt idx="11048">
                  <c:v>6.8145323163388172E-2</c:v>
                </c:pt>
                <c:pt idx="11049">
                  <c:v>6.8245684464070644E-2</c:v>
                </c:pt>
                <c:pt idx="11050">
                  <c:v>6.8396226415094352E-2</c:v>
                </c:pt>
                <c:pt idx="11051">
                  <c:v>6.7894419911681991E-2</c:v>
                </c:pt>
                <c:pt idx="11052">
                  <c:v>6.7543155359293561E-2</c:v>
                </c:pt>
                <c:pt idx="11053">
                  <c:v>6.8245684464070644E-2</c:v>
                </c:pt>
                <c:pt idx="11054">
                  <c:v>6.7643516659975811E-2</c:v>
                </c:pt>
                <c:pt idx="11055">
                  <c:v>6.7242071457246144E-2</c:v>
                </c:pt>
                <c:pt idx="11056">
                  <c:v>6.8195503813729408E-2</c:v>
                </c:pt>
                <c:pt idx="11057">
                  <c:v>6.8245684464070644E-2</c:v>
                </c:pt>
                <c:pt idx="11058">
                  <c:v>6.7794058610999519E-2</c:v>
                </c:pt>
                <c:pt idx="11059">
                  <c:v>6.7492974708952103E-2</c:v>
                </c:pt>
                <c:pt idx="11060">
                  <c:v>6.8095142513046936E-2</c:v>
                </c:pt>
                <c:pt idx="11061">
                  <c:v>6.8396226415094352E-2</c:v>
                </c:pt>
                <c:pt idx="11062">
                  <c:v>6.854676836611806E-2</c:v>
                </c:pt>
                <c:pt idx="11063">
                  <c:v>6.8496587715776824E-2</c:v>
                </c:pt>
                <c:pt idx="11064">
                  <c:v>6.8697310317141769E-2</c:v>
                </c:pt>
                <c:pt idx="11065">
                  <c:v>6.8195503813729408E-2</c:v>
                </c:pt>
                <c:pt idx="11066">
                  <c:v>6.8145323163388172E-2</c:v>
                </c:pt>
                <c:pt idx="11067">
                  <c:v>6.854676836611806E-2</c:v>
                </c:pt>
                <c:pt idx="11068">
                  <c:v>6.8496587715776824E-2</c:v>
                </c:pt>
                <c:pt idx="11069">
                  <c:v>6.8697310317141769E-2</c:v>
                </c:pt>
                <c:pt idx="11070">
                  <c:v>6.8898032918506491E-2</c:v>
                </c:pt>
                <c:pt idx="11071">
                  <c:v>6.8898032918506491E-2</c:v>
                </c:pt>
                <c:pt idx="11072">
                  <c:v>6.8647129666800533E-2</c:v>
                </c:pt>
                <c:pt idx="11073">
                  <c:v>6.9048574869530199E-2</c:v>
                </c:pt>
                <c:pt idx="11074">
                  <c:v>6.8245684464070644E-2</c:v>
                </c:pt>
                <c:pt idx="11075">
                  <c:v>6.9048574869530199E-2</c:v>
                </c:pt>
                <c:pt idx="11076">
                  <c:v>6.7944600562023227E-2</c:v>
                </c:pt>
                <c:pt idx="11077">
                  <c:v>6.8647129666800533E-2</c:v>
                </c:pt>
                <c:pt idx="11078">
                  <c:v>6.8095142513046936E-2</c:v>
                </c:pt>
                <c:pt idx="11079">
                  <c:v>6.8647129666800533E-2</c:v>
                </c:pt>
                <c:pt idx="11080">
                  <c:v>6.8596949016459297E-2</c:v>
                </c:pt>
                <c:pt idx="11081">
                  <c:v>6.829586511441188E-2</c:v>
                </c:pt>
                <c:pt idx="11082">
                  <c:v>6.7643516659975811E-2</c:v>
                </c:pt>
                <c:pt idx="11083">
                  <c:v>6.8396226415094352E-2</c:v>
                </c:pt>
                <c:pt idx="11084">
                  <c:v>6.8145323163388172E-2</c:v>
                </c:pt>
                <c:pt idx="11085">
                  <c:v>6.8446407065435588E-2</c:v>
                </c:pt>
                <c:pt idx="11086">
                  <c:v>6.8245684464070644E-2</c:v>
                </c:pt>
                <c:pt idx="11087">
                  <c:v>6.9098755519871657E-2</c:v>
                </c:pt>
                <c:pt idx="11088">
                  <c:v>6.8496587715776824E-2</c:v>
                </c:pt>
                <c:pt idx="11089">
                  <c:v>6.8747490967482783E-2</c:v>
                </c:pt>
                <c:pt idx="11090">
                  <c:v>6.7743877960658283E-2</c:v>
                </c:pt>
                <c:pt idx="11091">
                  <c:v>6.7743877960658283E-2</c:v>
                </c:pt>
                <c:pt idx="11092">
                  <c:v>6.7994781212364463E-2</c:v>
                </c:pt>
                <c:pt idx="11093">
                  <c:v>6.7743877960658283E-2</c:v>
                </c:pt>
                <c:pt idx="11094">
                  <c:v>6.7944600562023227E-2</c:v>
                </c:pt>
                <c:pt idx="11095">
                  <c:v>6.7392613408269852E-2</c:v>
                </c:pt>
                <c:pt idx="11096">
                  <c:v>6.7593336009634575E-2</c:v>
                </c:pt>
                <c:pt idx="11097">
                  <c:v>6.7492974708952103E-2</c:v>
                </c:pt>
                <c:pt idx="11098">
                  <c:v>6.729225210758738E-2</c:v>
                </c:pt>
                <c:pt idx="11099">
                  <c:v>6.70413488558812E-2</c:v>
                </c:pt>
                <c:pt idx="11100">
                  <c:v>6.6740264953833783E-2</c:v>
                </c:pt>
                <c:pt idx="11101">
                  <c:v>6.729225210758738E-2</c:v>
                </c:pt>
                <c:pt idx="11102">
                  <c:v>6.7492974708952103E-2</c:v>
                </c:pt>
                <c:pt idx="11103">
                  <c:v>6.6840626254516255E-2</c:v>
                </c:pt>
                <c:pt idx="11104">
                  <c:v>6.729225210758738E-2</c:v>
                </c:pt>
                <c:pt idx="11105">
                  <c:v>6.729225210758738E-2</c:v>
                </c:pt>
                <c:pt idx="11106">
                  <c:v>6.7091529506222436E-2</c:v>
                </c:pt>
                <c:pt idx="11107">
                  <c:v>6.6890806904857492E-2</c:v>
                </c:pt>
                <c:pt idx="11108">
                  <c:v>6.7091529506222436E-2</c:v>
                </c:pt>
                <c:pt idx="11109">
                  <c:v>6.5887193898032992E-2</c:v>
                </c:pt>
                <c:pt idx="11110">
                  <c:v>6.6639903653151311E-2</c:v>
                </c:pt>
                <c:pt idx="11111">
                  <c:v>6.6238458450421422E-2</c:v>
                </c:pt>
                <c:pt idx="11112">
                  <c:v>6.5887193898032992E-2</c:v>
                </c:pt>
                <c:pt idx="11113">
                  <c:v>6.5435568044961867E-2</c:v>
                </c:pt>
                <c:pt idx="11114">
                  <c:v>6.6087916499397714E-2</c:v>
                </c:pt>
                <c:pt idx="11115">
                  <c:v>6.5837013247691756E-2</c:v>
                </c:pt>
                <c:pt idx="11116">
                  <c:v>6.5937374548374006E-2</c:v>
                </c:pt>
                <c:pt idx="11117">
                  <c:v>6.5636290646326811E-2</c:v>
                </c:pt>
                <c:pt idx="11118">
                  <c:v>6.5335206744279395E-2</c:v>
                </c:pt>
                <c:pt idx="11119">
                  <c:v>6.5586109995985575E-2</c:v>
                </c:pt>
                <c:pt idx="11120">
                  <c:v>6.5535929345644339E-2</c:v>
                </c:pt>
                <c:pt idx="11121">
                  <c:v>6.5084303492573214E-2</c:v>
                </c:pt>
                <c:pt idx="11122">
                  <c:v>6.5535929345644339E-2</c:v>
                </c:pt>
                <c:pt idx="11123">
                  <c:v>6.4883580891208492E-2</c:v>
                </c:pt>
                <c:pt idx="11124">
                  <c:v>6.5385387394620631E-2</c:v>
                </c:pt>
                <c:pt idx="11125">
                  <c:v>6.5485748695303103E-2</c:v>
                </c:pt>
                <c:pt idx="11126">
                  <c:v>6.4983942191890742E-2</c:v>
                </c:pt>
                <c:pt idx="11127">
                  <c:v>6.5084303492573214E-2</c:v>
                </c:pt>
                <c:pt idx="11128">
                  <c:v>6.4883580891208492E-2</c:v>
                </c:pt>
                <c:pt idx="11129">
                  <c:v>6.5134484142914451E-2</c:v>
                </c:pt>
                <c:pt idx="11130">
                  <c:v>6.4733038940184784E-2</c:v>
                </c:pt>
                <c:pt idx="11131">
                  <c:v>6.5285026093938159E-2</c:v>
                </c:pt>
                <c:pt idx="11132">
                  <c:v>6.5335206744279395E-2</c:v>
                </c:pt>
                <c:pt idx="11133">
                  <c:v>6.5385387394620631E-2</c:v>
                </c:pt>
                <c:pt idx="11134">
                  <c:v>6.5887193898032992E-2</c:v>
                </c:pt>
                <c:pt idx="11135">
                  <c:v>6.5234845443596923E-2</c:v>
                </c:pt>
                <c:pt idx="11136">
                  <c:v>6.5034122842231978E-2</c:v>
                </c:pt>
                <c:pt idx="11137">
                  <c:v>6.5385387394620631E-2</c:v>
                </c:pt>
                <c:pt idx="11138">
                  <c:v>6.5686471296668048E-2</c:v>
                </c:pt>
                <c:pt idx="11139">
                  <c:v>6.5586109995985575E-2</c:v>
                </c:pt>
                <c:pt idx="11140">
                  <c:v>6.5435568044961867E-2</c:v>
                </c:pt>
                <c:pt idx="11141">
                  <c:v>6.5435568044961867E-2</c:v>
                </c:pt>
                <c:pt idx="11142">
                  <c:v>6.5686471296668048E-2</c:v>
                </c:pt>
                <c:pt idx="11143">
                  <c:v>6.5837013247691756E-2</c:v>
                </c:pt>
                <c:pt idx="11144">
                  <c:v>6.5535929345644339E-2</c:v>
                </c:pt>
                <c:pt idx="11145">
                  <c:v>6.5285026093938159E-2</c:v>
                </c:pt>
                <c:pt idx="11146">
                  <c:v>6.5636290646326811E-2</c:v>
                </c:pt>
                <c:pt idx="11147">
                  <c:v>6.5335206744279395E-2</c:v>
                </c:pt>
                <c:pt idx="11148">
                  <c:v>6.4983942191890742E-2</c:v>
                </c:pt>
                <c:pt idx="11149">
                  <c:v>6.5385387394620631E-2</c:v>
                </c:pt>
                <c:pt idx="11150">
                  <c:v>6.5686471296668048E-2</c:v>
                </c:pt>
                <c:pt idx="11151">
                  <c:v>6.6338819751103895E-2</c:v>
                </c:pt>
                <c:pt idx="11152">
                  <c:v>6.5887193898032992E-2</c:v>
                </c:pt>
                <c:pt idx="11153">
                  <c:v>6.5987555198715464E-2</c:v>
                </c:pt>
                <c:pt idx="11154">
                  <c:v>6.6589723002810075E-2</c:v>
                </c:pt>
                <c:pt idx="11155">
                  <c:v>6.6037735849056478E-2</c:v>
                </c:pt>
                <c:pt idx="11156">
                  <c:v>6.6188277800080186E-2</c:v>
                </c:pt>
                <c:pt idx="11157">
                  <c:v>6.6238458450421422E-2</c:v>
                </c:pt>
                <c:pt idx="11158">
                  <c:v>6.6238458450421422E-2</c:v>
                </c:pt>
                <c:pt idx="11159">
                  <c:v>6.5937374548374006E-2</c:v>
                </c:pt>
                <c:pt idx="11160">
                  <c:v>6.5485748695303103E-2</c:v>
                </c:pt>
                <c:pt idx="11161">
                  <c:v>6.6138097149739172E-2</c:v>
                </c:pt>
                <c:pt idx="11162">
                  <c:v>6.5535929345644339E-2</c:v>
                </c:pt>
                <c:pt idx="11163">
                  <c:v>6.6087916499397714E-2</c:v>
                </c:pt>
                <c:pt idx="11164">
                  <c:v>6.5385387394620631E-2</c:v>
                </c:pt>
                <c:pt idx="11165">
                  <c:v>6.5937374548374006E-2</c:v>
                </c:pt>
                <c:pt idx="11166">
                  <c:v>6.5335206744279395E-2</c:v>
                </c:pt>
                <c:pt idx="11167">
                  <c:v>6.5987555198715464E-2</c:v>
                </c:pt>
                <c:pt idx="11168">
                  <c:v>6.5535929345644339E-2</c:v>
                </c:pt>
                <c:pt idx="11169">
                  <c:v>6.6389000401445131E-2</c:v>
                </c:pt>
                <c:pt idx="11170">
                  <c:v>6.6790445604175019E-2</c:v>
                </c:pt>
                <c:pt idx="11171">
                  <c:v>6.6740264953833783E-2</c:v>
                </c:pt>
                <c:pt idx="11172">
                  <c:v>6.7392613408269852E-2</c:v>
                </c:pt>
                <c:pt idx="11173">
                  <c:v>6.7191890806904686E-2</c:v>
                </c:pt>
                <c:pt idx="11174">
                  <c:v>6.7643516659975811E-2</c:v>
                </c:pt>
                <c:pt idx="11175">
                  <c:v>6.7743877960658283E-2</c:v>
                </c:pt>
                <c:pt idx="11176">
                  <c:v>6.7944600562023227E-2</c:v>
                </c:pt>
                <c:pt idx="11177">
                  <c:v>6.8145323163388172E-2</c:v>
                </c:pt>
                <c:pt idx="11178">
                  <c:v>6.8245684464070644E-2</c:v>
                </c:pt>
                <c:pt idx="11179">
                  <c:v>6.8797671617824241E-2</c:v>
                </c:pt>
                <c:pt idx="11180">
                  <c:v>6.8847852268165477E-2</c:v>
                </c:pt>
                <c:pt idx="11181">
                  <c:v>6.8346045764753116E-2</c:v>
                </c:pt>
                <c:pt idx="11182">
                  <c:v>6.8747490967482783E-2</c:v>
                </c:pt>
                <c:pt idx="11183">
                  <c:v>6.8396226415094352E-2</c:v>
                </c:pt>
                <c:pt idx="11184">
                  <c:v>6.80449618627057E-2</c:v>
                </c:pt>
                <c:pt idx="11185">
                  <c:v>6.8747490967482783E-2</c:v>
                </c:pt>
                <c:pt idx="11186">
                  <c:v>6.8145323163388172E-2</c:v>
                </c:pt>
                <c:pt idx="11187">
                  <c:v>6.8747490967482783E-2</c:v>
                </c:pt>
                <c:pt idx="11188">
                  <c:v>6.8747490967482783E-2</c:v>
                </c:pt>
                <c:pt idx="11189">
                  <c:v>6.8647129666800533E-2</c:v>
                </c:pt>
                <c:pt idx="11190">
                  <c:v>6.7994781212364463E-2</c:v>
                </c:pt>
                <c:pt idx="11191">
                  <c:v>6.9048574869530199E-2</c:v>
                </c:pt>
                <c:pt idx="11192">
                  <c:v>6.7794058610999519E-2</c:v>
                </c:pt>
                <c:pt idx="11193">
                  <c:v>6.8145323163388172E-2</c:v>
                </c:pt>
                <c:pt idx="11194">
                  <c:v>6.8596949016459297E-2</c:v>
                </c:pt>
                <c:pt idx="11195">
                  <c:v>6.7944600562023227E-2</c:v>
                </c:pt>
                <c:pt idx="11196">
                  <c:v>6.8898032918506491E-2</c:v>
                </c:pt>
                <c:pt idx="11197">
                  <c:v>6.8797671617824241E-2</c:v>
                </c:pt>
                <c:pt idx="11198">
                  <c:v>6.8697310317141769E-2</c:v>
                </c:pt>
                <c:pt idx="11199">
                  <c:v>6.8948213568847949E-2</c:v>
                </c:pt>
                <c:pt idx="11200">
                  <c:v>6.8898032918506491E-2</c:v>
                </c:pt>
                <c:pt idx="11201">
                  <c:v>6.8847852268165477E-2</c:v>
                </c:pt>
                <c:pt idx="11202">
                  <c:v>6.854676836611806E-2</c:v>
                </c:pt>
                <c:pt idx="11203">
                  <c:v>6.7693697310317269E-2</c:v>
                </c:pt>
                <c:pt idx="11204">
                  <c:v>6.8396226415094352E-2</c:v>
                </c:pt>
                <c:pt idx="11205">
                  <c:v>6.7743877960658283E-2</c:v>
                </c:pt>
                <c:pt idx="11206">
                  <c:v>6.854676836611806E-2</c:v>
                </c:pt>
                <c:pt idx="11207">
                  <c:v>6.8396226415094352E-2</c:v>
                </c:pt>
                <c:pt idx="11208">
                  <c:v>6.7794058610999519E-2</c:v>
                </c:pt>
                <c:pt idx="11209">
                  <c:v>6.8095142513046936E-2</c:v>
                </c:pt>
                <c:pt idx="11210">
                  <c:v>6.8346045764753116E-2</c:v>
                </c:pt>
                <c:pt idx="11211">
                  <c:v>6.8697310317141769E-2</c:v>
                </c:pt>
                <c:pt idx="11212">
                  <c:v>6.8797671617824241E-2</c:v>
                </c:pt>
                <c:pt idx="11213">
                  <c:v>6.8596949016459297E-2</c:v>
                </c:pt>
                <c:pt idx="11214">
                  <c:v>6.8647129666800533E-2</c:v>
                </c:pt>
                <c:pt idx="11215">
                  <c:v>6.8998394219189185E-2</c:v>
                </c:pt>
                <c:pt idx="11216">
                  <c:v>6.9249297470895366E-2</c:v>
                </c:pt>
                <c:pt idx="11217">
                  <c:v>6.9148936170212671E-2</c:v>
                </c:pt>
                <c:pt idx="11218">
                  <c:v>6.9249297470895366E-2</c:v>
                </c:pt>
                <c:pt idx="11219">
                  <c:v>6.9600562023283796E-2</c:v>
                </c:pt>
                <c:pt idx="11220">
                  <c:v>6.9249297470895366E-2</c:v>
                </c:pt>
                <c:pt idx="11221">
                  <c:v>6.9349658771577616E-2</c:v>
                </c:pt>
                <c:pt idx="11222">
                  <c:v>6.9199116820553908E-2</c:v>
                </c:pt>
                <c:pt idx="11223">
                  <c:v>6.8747490967482783E-2</c:v>
                </c:pt>
                <c:pt idx="11224">
                  <c:v>6.854676836611806E-2</c:v>
                </c:pt>
                <c:pt idx="11225">
                  <c:v>6.854676836611806E-2</c:v>
                </c:pt>
                <c:pt idx="11226">
                  <c:v>6.854676836611806E-2</c:v>
                </c:pt>
                <c:pt idx="11227">
                  <c:v>6.9500200722601324E-2</c:v>
                </c:pt>
                <c:pt idx="11228">
                  <c:v>6.9048574869530199E-2</c:v>
                </c:pt>
                <c:pt idx="11229">
                  <c:v>6.8948213568847949E-2</c:v>
                </c:pt>
                <c:pt idx="11230">
                  <c:v>6.8797671617824241E-2</c:v>
                </c:pt>
                <c:pt idx="11231">
                  <c:v>6.8496587715776824E-2</c:v>
                </c:pt>
                <c:pt idx="11232">
                  <c:v>6.8847852268165477E-2</c:v>
                </c:pt>
                <c:pt idx="11233">
                  <c:v>6.80449618627057E-2</c:v>
                </c:pt>
                <c:pt idx="11234">
                  <c:v>6.8245684464070644E-2</c:v>
                </c:pt>
                <c:pt idx="11235">
                  <c:v>6.8195503813729408E-2</c:v>
                </c:pt>
                <c:pt idx="11236">
                  <c:v>6.8195503813729408E-2</c:v>
                </c:pt>
                <c:pt idx="11237">
                  <c:v>6.80449618627057E-2</c:v>
                </c:pt>
                <c:pt idx="11238">
                  <c:v>6.7743877960658283E-2</c:v>
                </c:pt>
                <c:pt idx="11239">
                  <c:v>6.7442794058611089E-2</c:v>
                </c:pt>
                <c:pt idx="11240">
                  <c:v>6.7944600562023227E-2</c:v>
                </c:pt>
                <c:pt idx="11241">
                  <c:v>6.8145323163388172E-2</c:v>
                </c:pt>
                <c:pt idx="11242">
                  <c:v>6.7944600562023227E-2</c:v>
                </c:pt>
                <c:pt idx="11243">
                  <c:v>6.8095142513046936E-2</c:v>
                </c:pt>
                <c:pt idx="11244">
                  <c:v>6.7894419911681991E-2</c:v>
                </c:pt>
                <c:pt idx="11245">
                  <c:v>6.7994781212364463E-2</c:v>
                </c:pt>
                <c:pt idx="11246">
                  <c:v>6.7593336009634575E-2</c:v>
                </c:pt>
                <c:pt idx="11247">
                  <c:v>6.7844239261340977E-2</c:v>
                </c:pt>
                <c:pt idx="11248">
                  <c:v>6.7994781212364463E-2</c:v>
                </c:pt>
                <c:pt idx="11249">
                  <c:v>6.7894419911681991E-2</c:v>
                </c:pt>
                <c:pt idx="11250">
                  <c:v>6.7743877960658283E-2</c:v>
                </c:pt>
                <c:pt idx="11251">
                  <c:v>6.8496587715776824E-2</c:v>
                </c:pt>
                <c:pt idx="11252">
                  <c:v>6.80449618627057E-2</c:v>
                </c:pt>
                <c:pt idx="11253">
                  <c:v>6.9098755519871657E-2</c:v>
                </c:pt>
                <c:pt idx="11254">
                  <c:v>6.9399839421919074E-2</c:v>
                </c:pt>
                <c:pt idx="11255">
                  <c:v>6.8647129666800533E-2</c:v>
                </c:pt>
                <c:pt idx="11256">
                  <c:v>6.9148936170212671E-2</c:v>
                </c:pt>
                <c:pt idx="11257">
                  <c:v>6.8596949016459297E-2</c:v>
                </c:pt>
                <c:pt idx="11258">
                  <c:v>6.8346045764753116E-2</c:v>
                </c:pt>
                <c:pt idx="11259">
                  <c:v>6.8847852268165477E-2</c:v>
                </c:pt>
                <c:pt idx="11260">
                  <c:v>6.854676836611806E-2</c:v>
                </c:pt>
                <c:pt idx="11261">
                  <c:v>6.9349658771577616E-2</c:v>
                </c:pt>
                <c:pt idx="11262">
                  <c:v>6.9349658771577616E-2</c:v>
                </c:pt>
                <c:pt idx="11263">
                  <c:v>6.9600562023283796E-2</c:v>
                </c:pt>
                <c:pt idx="11264">
                  <c:v>6.9500200722601324E-2</c:v>
                </c:pt>
                <c:pt idx="11265">
                  <c:v>6.9851465274989977E-2</c:v>
                </c:pt>
                <c:pt idx="11266">
                  <c:v>6.9751103974307505E-2</c:v>
                </c:pt>
                <c:pt idx="11267">
                  <c:v>6.9600562023283796E-2</c:v>
                </c:pt>
                <c:pt idx="11268">
                  <c:v>7.0503813729426046E-2</c:v>
                </c:pt>
                <c:pt idx="11269">
                  <c:v>6.9951826575672449E-2</c:v>
                </c:pt>
                <c:pt idx="11270">
                  <c:v>7.0303091128060879E-2</c:v>
                </c:pt>
                <c:pt idx="11271">
                  <c:v>7.0152549177037393E-2</c:v>
                </c:pt>
                <c:pt idx="11272">
                  <c:v>7.0303091128060879E-2</c:v>
                </c:pt>
                <c:pt idx="11273">
                  <c:v>6.9851465274989977E-2</c:v>
                </c:pt>
                <c:pt idx="11274">
                  <c:v>7.0453633079084588E-2</c:v>
                </c:pt>
                <c:pt idx="11275">
                  <c:v>7.0353271778402338E-2</c:v>
                </c:pt>
                <c:pt idx="11276">
                  <c:v>7.0855078281814476E-2</c:v>
                </c:pt>
                <c:pt idx="11277">
                  <c:v>7.0754716981132004E-2</c:v>
                </c:pt>
                <c:pt idx="11278">
                  <c:v>7.1105981533520657E-2</c:v>
                </c:pt>
                <c:pt idx="11279">
                  <c:v>7.1055800883179421E-2</c:v>
                </c:pt>
                <c:pt idx="11280">
                  <c:v>7.0905258932155713E-2</c:v>
                </c:pt>
                <c:pt idx="11281">
                  <c:v>7.1105981533520657E-2</c:v>
                </c:pt>
                <c:pt idx="11282">
                  <c:v>7.1457246085909309E-2</c:v>
                </c:pt>
                <c:pt idx="11283">
                  <c:v>7.1206342834203129E-2</c:v>
                </c:pt>
                <c:pt idx="11284">
                  <c:v>7.1657968687274254E-2</c:v>
                </c:pt>
                <c:pt idx="11285">
                  <c:v>7.1356884785226837E-2</c:v>
                </c:pt>
                <c:pt idx="11286">
                  <c:v>7.1306704134885601E-2</c:v>
                </c:pt>
                <c:pt idx="11287">
                  <c:v>7.1507426736250546E-2</c:v>
                </c:pt>
                <c:pt idx="11288">
                  <c:v>7.2260136491368865E-2</c:v>
                </c:pt>
                <c:pt idx="11289">
                  <c:v>7.2109594540345157E-2</c:v>
                </c:pt>
                <c:pt idx="11290">
                  <c:v>7.1758329987956726E-2</c:v>
                </c:pt>
                <c:pt idx="11291">
                  <c:v>7.1557607386591782E-2</c:v>
                </c:pt>
                <c:pt idx="11292">
                  <c:v>7.205941389000392E-2</c:v>
                </c:pt>
                <c:pt idx="11293">
                  <c:v>7.1858691288638976E-2</c:v>
                </c:pt>
                <c:pt idx="11294">
                  <c:v>7.2360497792051337E-2</c:v>
                </c:pt>
                <c:pt idx="11295">
                  <c:v>7.1657968687274254E-2</c:v>
                </c:pt>
                <c:pt idx="11296">
                  <c:v>7.205941389000392E-2</c:v>
                </c:pt>
                <c:pt idx="11297">
                  <c:v>7.1908871938980434E-2</c:v>
                </c:pt>
                <c:pt idx="11298">
                  <c:v>7.2009233239662684E-2</c:v>
                </c:pt>
                <c:pt idx="11299">
                  <c:v>7.2260136491368865E-2</c:v>
                </c:pt>
                <c:pt idx="11300">
                  <c:v>7.205941389000392E-2</c:v>
                </c:pt>
                <c:pt idx="11301">
                  <c:v>7.205941389000392E-2</c:v>
                </c:pt>
                <c:pt idx="11302">
                  <c:v>7.2360497792051337E-2</c:v>
                </c:pt>
                <c:pt idx="11303">
                  <c:v>7.2611401043757517E-2</c:v>
                </c:pt>
                <c:pt idx="11304">
                  <c:v>7.2511039743075045E-2</c:v>
                </c:pt>
                <c:pt idx="11305">
                  <c:v>7.2661581694098754E-2</c:v>
                </c:pt>
                <c:pt idx="11306">
                  <c:v>7.271176234443999E-2</c:v>
                </c:pt>
                <c:pt idx="11307">
                  <c:v>7.2611401043757517E-2</c:v>
                </c:pt>
                <c:pt idx="11308">
                  <c:v>7.3113207547169878E-2</c:v>
                </c:pt>
                <c:pt idx="11309">
                  <c:v>7.2611401043757517E-2</c:v>
                </c:pt>
                <c:pt idx="11310">
                  <c:v>7.3063026896828642E-2</c:v>
                </c:pt>
                <c:pt idx="11311">
                  <c:v>7.3063026896828642E-2</c:v>
                </c:pt>
                <c:pt idx="11312">
                  <c:v>7.3163388197511114E-2</c:v>
                </c:pt>
                <c:pt idx="11313">
                  <c:v>7.2561220393416281E-2</c:v>
                </c:pt>
                <c:pt idx="11314">
                  <c:v>7.2159775190686393E-2</c:v>
                </c:pt>
                <c:pt idx="11315">
                  <c:v>7.2761942994781226E-2</c:v>
                </c:pt>
                <c:pt idx="11316">
                  <c:v>7.2661581694098754E-2</c:v>
                </c:pt>
                <c:pt idx="11317">
                  <c:v>7.2862304295463698E-2</c:v>
                </c:pt>
                <c:pt idx="11318">
                  <c:v>7.296266559614617E-2</c:v>
                </c:pt>
                <c:pt idx="11319">
                  <c:v>7.3163388197511114E-2</c:v>
                </c:pt>
                <c:pt idx="11320">
                  <c:v>7.296266559614617E-2</c:v>
                </c:pt>
                <c:pt idx="11321">
                  <c:v>7.3313930148534601E-2</c:v>
                </c:pt>
                <c:pt idx="11322">
                  <c:v>7.396627860297067E-2</c:v>
                </c:pt>
                <c:pt idx="11323">
                  <c:v>7.3313930148534601E-2</c:v>
                </c:pt>
                <c:pt idx="11324">
                  <c:v>7.3916097952629434E-2</c:v>
                </c:pt>
                <c:pt idx="11325">
                  <c:v>7.3564833400240781E-2</c:v>
                </c:pt>
                <c:pt idx="11326">
                  <c:v>7.3916097952629434E-2</c:v>
                </c:pt>
                <c:pt idx="11327">
                  <c:v>7.3815736651946962E-2</c:v>
                </c:pt>
                <c:pt idx="11328">
                  <c:v>7.3313930148534601E-2</c:v>
                </c:pt>
                <c:pt idx="11329">
                  <c:v>7.3815736651946962E-2</c:v>
                </c:pt>
                <c:pt idx="11330">
                  <c:v>7.3765556001605725E-2</c:v>
                </c:pt>
                <c:pt idx="11331">
                  <c:v>7.4066639903653142E-2</c:v>
                </c:pt>
                <c:pt idx="11332">
                  <c:v>7.4267362505018086E-2</c:v>
                </c:pt>
                <c:pt idx="11333">
                  <c:v>7.3715375351264489E-2</c:v>
                </c:pt>
                <c:pt idx="11334">
                  <c:v>7.2611401043757517E-2</c:v>
                </c:pt>
                <c:pt idx="11335">
                  <c:v>7.3313930148534601E-2</c:v>
                </c:pt>
                <c:pt idx="11336">
                  <c:v>7.3263749498193365E-2</c:v>
                </c:pt>
                <c:pt idx="11337">
                  <c:v>7.3263749498193365E-2</c:v>
                </c:pt>
                <c:pt idx="11338">
                  <c:v>7.3263749498193365E-2</c:v>
                </c:pt>
                <c:pt idx="11339">
                  <c:v>7.3865917302288198E-2</c:v>
                </c:pt>
                <c:pt idx="11340">
                  <c:v>7.3213568847852351E-2</c:v>
                </c:pt>
                <c:pt idx="11341">
                  <c:v>7.3765556001605725E-2</c:v>
                </c:pt>
                <c:pt idx="11342">
                  <c:v>7.3113207547169878E-2</c:v>
                </c:pt>
                <c:pt idx="11343">
                  <c:v>7.3464472099558309E-2</c:v>
                </c:pt>
                <c:pt idx="11344">
                  <c:v>7.396627860297067E-2</c:v>
                </c:pt>
                <c:pt idx="11345">
                  <c:v>7.3364110798876059E-2</c:v>
                </c:pt>
                <c:pt idx="11346">
                  <c:v>7.3615014050582017E-2</c:v>
                </c:pt>
                <c:pt idx="11347">
                  <c:v>7.3213568847852351E-2</c:v>
                </c:pt>
                <c:pt idx="11348">
                  <c:v>7.3615014050582017E-2</c:v>
                </c:pt>
                <c:pt idx="11349">
                  <c:v>7.3313930148534601E-2</c:v>
                </c:pt>
                <c:pt idx="11350">
                  <c:v>7.2812123645122462E-2</c:v>
                </c:pt>
                <c:pt idx="11351">
                  <c:v>7.2812123645122462E-2</c:v>
                </c:pt>
                <c:pt idx="11352">
                  <c:v>7.2460859092733809E-2</c:v>
                </c:pt>
                <c:pt idx="11353">
                  <c:v>7.2611401043757517E-2</c:v>
                </c:pt>
                <c:pt idx="11354">
                  <c:v>7.2159775190686393E-2</c:v>
                </c:pt>
                <c:pt idx="11355">
                  <c:v>7.2511039743075045E-2</c:v>
                </c:pt>
                <c:pt idx="11356">
                  <c:v>7.2511039743075045E-2</c:v>
                </c:pt>
                <c:pt idx="11357">
                  <c:v>7.3012846246487406E-2</c:v>
                </c:pt>
                <c:pt idx="11358">
                  <c:v>7.3012846246487406E-2</c:v>
                </c:pt>
                <c:pt idx="11359">
                  <c:v>7.3263749498193365E-2</c:v>
                </c:pt>
                <c:pt idx="11360">
                  <c:v>7.271176234443999E-2</c:v>
                </c:pt>
                <c:pt idx="11361">
                  <c:v>7.271176234443999E-2</c:v>
                </c:pt>
                <c:pt idx="11362">
                  <c:v>7.2460859092733809E-2</c:v>
                </c:pt>
                <c:pt idx="11363">
                  <c:v>7.2159775190686393E-2</c:v>
                </c:pt>
                <c:pt idx="11364">
                  <c:v>7.205941389000392E-2</c:v>
                </c:pt>
                <c:pt idx="11365">
                  <c:v>7.2661581694098754E-2</c:v>
                </c:pt>
                <c:pt idx="11366">
                  <c:v>7.2511039743075045E-2</c:v>
                </c:pt>
                <c:pt idx="11367">
                  <c:v>7.2912484945804934E-2</c:v>
                </c:pt>
                <c:pt idx="11368">
                  <c:v>7.2511039743075045E-2</c:v>
                </c:pt>
                <c:pt idx="11369">
                  <c:v>7.2360497792051337E-2</c:v>
                </c:pt>
                <c:pt idx="11370">
                  <c:v>7.2812123645122462E-2</c:v>
                </c:pt>
                <c:pt idx="11371">
                  <c:v>7.2812123645122462E-2</c:v>
                </c:pt>
                <c:pt idx="11372">
                  <c:v>7.2812123645122462E-2</c:v>
                </c:pt>
                <c:pt idx="11373">
                  <c:v>7.2812123645122462E-2</c:v>
                </c:pt>
                <c:pt idx="11374">
                  <c:v>7.2812123645122462E-2</c:v>
                </c:pt>
                <c:pt idx="11375">
                  <c:v>7.2812123645122462E-2</c:v>
                </c:pt>
                <c:pt idx="11376">
                  <c:v>7.2812123645122462E-2</c:v>
                </c:pt>
                <c:pt idx="11377">
                  <c:v>7.2812123645122462E-2</c:v>
                </c:pt>
                <c:pt idx="11378">
                  <c:v>7.2812123645122462E-2</c:v>
                </c:pt>
                <c:pt idx="11379">
                  <c:v>7.2812123645122462E-2</c:v>
                </c:pt>
                <c:pt idx="11380">
                  <c:v>7.2812123645122462E-2</c:v>
                </c:pt>
                <c:pt idx="11381">
                  <c:v>7.2812123645122462E-2</c:v>
                </c:pt>
                <c:pt idx="11382">
                  <c:v>7.2812123645122462E-2</c:v>
                </c:pt>
                <c:pt idx="11383">
                  <c:v>7.2812123645122462E-2</c:v>
                </c:pt>
                <c:pt idx="11384">
                  <c:v>7.2812123645122462E-2</c:v>
                </c:pt>
                <c:pt idx="11385">
                  <c:v>7.2812123645122462E-2</c:v>
                </c:pt>
                <c:pt idx="11386">
                  <c:v>7.2812123645122462E-2</c:v>
                </c:pt>
                <c:pt idx="11387">
                  <c:v>7.2812123645122462E-2</c:v>
                </c:pt>
                <c:pt idx="11388">
                  <c:v>7.2812123645122462E-2</c:v>
                </c:pt>
                <c:pt idx="11389">
                  <c:v>7.2812123645122462E-2</c:v>
                </c:pt>
                <c:pt idx="11390">
                  <c:v>7.2812123645122462E-2</c:v>
                </c:pt>
                <c:pt idx="11391">
                  <c:v>7.2812123645122462E-2</c:v>
                </c:pt>
                <c:pt idx="11392">
                  <c:v>7.2812123645122462E-2</c:v>
                </c:pt>
                <c:pt idx="11393">
                  <c:v>7.2812123645122462E-2</c:v>
                </c:pt>
                <c:pt idx="11394">
                  <c:v>7.2812123645122462E-2</c:v>
                </c:pt>
                <c:pt idx="11395">
                  <c:v>7.2812123645122462E-2</c:v>
                </c:pt>
                <c:pt idx="11396">
                  <c:v>7.2812123645122462E-2</c:v>
                </c:pt>
                <c:pt idx="11397">
                  <c:v>7.2812123645122462E-2</c:v>
                </c:pt>
                <c:pt idx="11398">
                  <c:v>7.2812123645122462E-2</c:v>
                </c:pt>
                <c:pt idx="11399">
                  <c:v>7.2812123645122462E-2</c:v>
                </c:pt>
                <c:pt idx="11400">
                  <c:v>7.2812123645122462E-2</c:v>
                </c:pt>
                <c:pt idx="11401">
                  <c:v>7.2812123645122462E-2</c:v>
                </c:pt>
                <c:pt idx="11402">
                  <c:v>7.2812123645122462E-2</c:v>
                </c:pt>
                <c:pt idx="11403">
                  <c:v>7.2812123645122462E-2</c:v>
                </c:pt>
                <c:pt idx="11404">
                  <c:v>7.2812123645122462E-2</c:v>
                </c:pt>
                <c:pt idx="11405">
                  <c:v>7.2812123645122462E-2</c:v>
                </c:pt>
                <c:pt idx="11406">
                  <c:v>7.2812123645122462E-2</c:v>
                </c:pt>
                <c:pt idx="11407">
                  <c:v>7.2812123645122462E-2</c:v>
                </c:pt>
                <c:pt idx="11408">
                  <c:v>7.2812123645122462E-2</c:v>
                </c:pt>
                <c:pt idx="11409">
                  <c:v>7.2812123645122462E-2</c:v>
                </c:pt>
                <c:pt idx="11410">
                  <c:v>7.2812123645122462E-2</c:v>
                </c:pt>
                <c:pt idx="11411">
                  <c:v>7.2812123645122462E-2</c:v>
                </c:pt>
                <c:pt idx="11412">
                  <c:v>7.2812123645122462E-2</c:v>
                </c:pt>
                <c:pt idx="11413">
                  <c:v>7.2812123645122462E-2</c:v>
                </c:pt>
                <c:pt idx="11414">
                  <c:v>7.2812123645122462E-2</c:v>
                </c:pt>
                <c:pt idx="11415">
                  <c:v>7.2812123645122462E-2</c:v>
                </c:pt>
                <c:pt idx="11416">
                  <c:v>7.2812123645122462E-2</c:v>
                </c:pt>
                <c:pt idx="11417">
                  <c:v>7.2812123645122462E-2</c:v>
                </c:pt>
                <c:pt idx="11418">
                  <c:v>7.2812123645122462E-2</c:v>
                </c:pt>
                <c:pt idx="11419">
                  <c:v>7.2812123645122462E-2</c:v>
                </c:pt>
                <c:pt idx="11420">
                  <c:v>7.2812123645122462E-2</c:v>
                </c:pt>
                <c:pt idx="11421">
                  <c:v>7.2812123645122462E-2</c:v>
                </c:pt>
                <c:pt idx="11422">
                  <c:v>7.2812123645122462E-2</c:v>
                </c:pt>
                <c:pt idx="11423">
                  <c:v>7.2812123645122462E-2</c:v>
                </c:pt>
                <c:pt idx="11424">
                  <c:v>7.2812123645122462E-2</c:v>
                </c:pt>
                <c:pt idx="11425">
                  <c:v>7.2812123645122462E-2</c:v>
                </c:pt>
                <c:pt idx="11426">
                  <c:v>7.2812123645122462E-2</c:v>
                </c:pt>
                <c:pt idx="11427">
                  <c:v>7.2812123645122462E-2</c:v>
                </c:pt>
                <c:pt idx="11428">
                  <c:v>7.2812123645122462E-2</c:v>
                </c:pt>
                <c:pt idx="11429">
                  <c:v>7.2812123645122462E-2</c:v>
                </c:pt>
                <c:pt idx="11430">
                  <c:v>7.2812123645122462E-2</c:v>
                </c:pt>
                <c:pt idx="11431">
                  <c:v>7.2812123645122462E-2</c:v>
                </c:pt>
                <c:pt idx="11432">
                  <c:v>7.2812123645122462E-2</c:v>
                </c:pt>
                <c:pt idx="11433">
                  <c:v>7.2812123645122462E-2</c:v>
                </c:pt>
                <c:pt idx="11434">
                  <c:v>7.2812123645122462E-2</c:v>
                </c:pt>
                <c:pt idx="11435">
                  <c:v>7.2812123645122462E-2</c:v>
                </c:pt>
                <c:pt idx="11436">
                  <c:v>7.2812123645122462E-2</c:v>
                </c:pt>
                <c:pt idx="11437">
                  <c:v>7.2812123645122462E-2</c:v>
                </c:pt>
                <c:pt idx="11438">
                  <c:v>7.2812123645122462E-2</c:v>
                </c:pt>
                <c:pt idx="11439">
                  <c:v>7.2812123645122462E-2</c:v>
                </c:pt>
                <c:pt idx="11440">
                  <c:v>7.2812123645122462E-2</c:v>
                </c:pt>
                <c:pt idx="11441">
                  <c:v>7.2812123645122462E-2</c:v>
                </c:pt>
                <c:pt idx="11442">
                  <c:v>7.2812123645122462E-2</c:v>
                </c:pt>
                <c:pt idx="11443">
                  <c:v>7.2812123645122462E-2</c:v>
                </c:pt>
                <c:pt idx="11444">
                  <c:v>7.2812123645122462E-2</c:v>
                </c:pt>
                <c:pt idx="11445">
                  <c:v>7.2812123645122462E-2</c:v>
                </c:pt>
                <c:pt idx="11446">
                  <c:v>7.2812123645122462E-2</c:v>
                </c:pt>
                <c:pt idx="11447">
                  <c:v>7.2812123645122462E-2</c:v>
                </c:pt>
                <c:pt idx="11448">
                  <c:v>7.2812123645122462E-2</c:v>
                </c:pt>
                <c:pt idx="11449">
                  <c:v>7.2812123645122462E-2</c:v>
                </c:pt>
                <c:pt idx="11450">
                  <c:v>7.2812123645122462E-2</c:v>
                </c:pt>
                <c:pt idx="11451">
                  <c:v>7.2812123645122462E-2</c:v>
                </c:pt>
                <c:pt idx="11452">
                  <c:v>7.2812123645122462E-2</c:v>
                </c:pt>
                <c:pt idx="11453">
                  <c:v>7.2812123645122462E-2</c:v>
                </c:pt>
                <c:pt idx="11454">
                  <c:v>7.2812123645122462E-2</c:v>
                </c:pt>
                <c:pt idx="11455">
                  <c:v>7.2812123645122462E-2</c:v>
                </c:pt>
                <c:pt idx="11456">
                  <c:v>7.2812123645122462E-2</c:v>
                </c:pt>
                <c:pt idx="11457">
                  <c:v>7.2812123645122462E-2</c:v>
                </c:pt>
                <c:pt idx="11458">
                  <c:v>7.2812123645122462E-2</c:v>
                </c:pt>
                <c:pt idx="11459">
                  <c:v>7.2812123645122462E-2</c:v>
                </c:pt>
                <c:pt idx="11460">
                  <c:v>7.2812123645122462E-2</c:v>
                </c:pt>
                <c:pt idx="11461">
                  <c:v>7.2812123645122462E-2</c:v>
                </c:pt>
                <c:pt idx="11462">
                  <c:v>7.2812123645122462E-2</c:v>
                </c:pt>
                <c:pt idx="11463">
                  <c:v>7.2812123645122462E-2</c:v>
                </c:pt>
                <c:pt idx="11464">
                  <c:v>7.2812123645122462E-2</c:v>
                </c:pt>
                <c:pt idx="11465">
                  <c:v>7.2812123645122462E-2</c:v>
                </c:pt>
                <c:pt idx="11466">
                  <c:v>7.2812123645122462E-2</c:v>
                </c:pt>
                <c:pt idx="11467">
                  <c:v>7.2812123645122462E-2</c:v>
                </c:pt>
                <c:pt idx="11468">
                  <c:v>7.2812123645122462E-2</c:v>
                </c:pt>
                <c:pt idx="11469">
                  <c:v>7.2812123645122462E-2</c:v>
                </c:pt>
                <c:pt idx="11470">
                  <c:v>7.2812123645122462E-2</c:v>
                </c:pt>
                <c:pt idx="11471">
                  <c:v>7.2812123645122462E-2</c:v>
                </c:pt>
                <c:pt idx="11472">
                  <c:v>7.2812123645122462E-2</c:v>
                </c:pt>
                <c:pt idx="11473">
                  <c:v>7.2812123645122462E-2</c:v>
                </c:pt>
                <c:pt idx="11474">
                  <c:v>7.2812123645122462E-2</c:v>
                </c:pt>
                <c:pt idx="11475">
                  <c:v>7.2812123645122462E-2</c:v>
                </c:pt>
                <c:pt idx="11476">
                  <c:v>7.2812123645122462E-2</c:v>
                </c:pt>
                <c:pt idx="11477">
                  <c:v>7.2812123645122462E-2</c:v>
                </c:pt>
                <c:pt idx="11478">
                  <c:v>7.2812123645122462E-2</c:v>
                </c:pt>
                <c:pt idx="11479">
                  <c:v>7.2812123645122462E-2</c:v>
                </c:pt>
                <c:pt idx="11480">
                  <c:v>7.2812123645122462E-2</c:v>
                </c:pt>
                <c:pt idx="11481">
                  <c:v>7.2812123645122462E-2</c:v>
                </c:pt>
                <c:pt idx="11482">
                  <c:v>7.2812123645122462E-2</c:v>
                </c:pt>
                <c:pt idx="11483">
                  <c:v>7.2812123645122462E-2</c:v>
                </c:pt>
                <c:pt idx="11484">
                  <c:v>7.2812123645122462E-2</c:v>
                </c:pt>
                <c:pt idx="11485">
                  <c:v>7.2812123645122462E-2</c:v>
                </c:pt>
                <c:pt idx="11486">
                  <c:v>7.2812123645122462E-2</c:v>
                </c:pt>
                <c:pt idx="11487">
                  <c:v>7.2812123645122462E-2</c:v>
                </c:pt>
                <c:pt idx="11488">
                  <c:v>7.2812123645122462E-2</c:v>
                </c:pt>
                <c:pt idx="11489">
                  <c:v>7.2812123645122462E-2</c:v>
                </c:pt>
                <c:pt idx="11490">
                  <c:v>7.2812123645122462E-2</c:v>
                </c:pt>
                <c:pt idx="11491">
                  <c:v>7.2812123645122462E-2</c:v>
                </c:pt>
                <c:pt idx="11492">
                  <c:v>7.2812123645122462E-2</c:v>
                </c:pt>
                <c:pt idx="11493">
                  <c:v>7.2812123645122462E-2</c:v>
                </c:pt>
                <c:pt idx="11494">
                  <c:v>7.2812123645122462E-2</c:v>
                </c:pt>
                <c:pt idx="11495">
                  <c:v>7.2812123645122462E-2</c:v>
                </c:pt>
                <c:pt idx="11496">
                  <c:v>7.2812123645122462E-2</c:v>
                </c:pt>
                <c:pt idx="11497">
                  <c:v>7.2812123645122462E-2</c:v>
                </c:pt>
                <c:pt idx="11498">
                  <c:v>7.2812123645122462E-2</c:v>
                </c:pt>
                <c:pt idx="11499">
                  <c:v>7.2812123645122462E-2</c:v>
                </c:pt>
                <c:pt idx="11500">
                  <c:v>7.2812123645122462E-2</c:v>
                </c:pt>
                <c:pt idx="11501">
                  <c:v>7.2812123645122462E-2</c:v>
                </c:pt>
                <c:pt idx="11502">
                  <c:v>7.2812123645122462E-2</c:v>
                </c:pt>
                <c:pt idx="11503">
                  <c:v>7.2812123645122462E-2</c:v>
                </c:pt>
                <c:pt idx="11504">
                  <c:v>7.2812123645122462E-2</c:v>
                </c:pt>
                <c:pt idx="11505">
                  <c:v>7.2812123645122462E-2</c:v>
                </c:pt>
                <c:pt idx="11506">
                  <c:v>7.2812123645122462E-2</c:v>
                </c:pt>
                <c:pt idx="11507">
                  <c:v>7.2812123645122462E-2</c:v>
                </c:pt>
                <c:pt idx="11508">
                  <c:v>7.2812123645122462E-2</c:v>
                </c:pt>
                <c:pt idx="11509">
                  <c:v>7.2812123645122462E-2</c:v>
                </c:pt>
                <c:pt idx="11510">
                  <c:v>7.2812123645122462E-2</c:v>
                </c:pt>
                <c:pt idx="11511">
                  <c:v>7.2812123645122462E-2</c:v>
                </c:pt>
                <c:pt idx="11512">
                  <c:v>7.2812123645122462E-2</c:v>
                </c:pt>
                <c:pt idx="11513">
                  <c:v>7.2812123645122462E-2</c:v>
                </c:pt>
                <c:pt idx="11514">
                  <c:v>7.2812123645122462E-2</c:v>
                </c:pt>
                <c:pt idx="11515">
                  <c:v>7.2812123645122462E-2</c:v>
                </c:pt>
                <c:pt idx="11516">
                  <c:v>7.2812123645122462E-2</c:v>
                </c:pt>
                <c:pt idx="11517">
                  <c:v>7.2812123645122462E-2</c:v>
                </c:pt>
                <c:pt idx="11518">
                  <c:v>7.2812123645122462E-2</c:v>
                </c:pt>
                <c:pt idx="11519">
                  <c:v>7.2812123645122462E-2</c:v>
                </c:pt>
                <c:pt idx="11520">
                  <c:v>7.2812123645122462E-2</c:v>
                </c:pt>
                <c:pt idx="11521">
                  <c:v>7.2812123645122462E-2</c:v>
                </c:pt>
                <c:pt idx="11522">
                  <c:v>7.2812123645122462E-2</c:v>
                </c:pt>
                <c:pt idx="11523">
                  <c:v>7.2812123645122462E-2</c:v>
                </c:pt>
                <c:pt idx="11524">
                  <c:v>7.2812123645122462E-2</c:v>
                </c:pt>
                <c:pt idx="11525">
                  <c:v>7.2812123645122462E-2</c:v>
                </c:pt>
                <c:pt idx="11526">
                  <c:v>7.2812123645122462E-2</c:v>
                </c:pt>
                <c:pt idx="11527">
                  <c:v>7.2812123645122462E-2</c:v>
                </c:pt>
                <c:pt idx="11528">
                  <c:v>7.2812123645122462E-2</c:v>
                </c:pt>
                <c:pt idx="11529">
                  <c:v>7.2812123645122462E-2</c:v>
                </c:pt>
                <c:pt idx="11530">
                  <c:v>7.2812123645122462E-2</c:v>
                </c:pt>
                <c:pt idx="11531">
                  <c:v>7.2812123645122462E-2</c:v>
                </c:pt>
                <c:pt idx="11532">
                  <c:v>7.2812123645122462E-2</c:v>
                </c:pt>
                <c:pt idx="11533">
                  <c:v>7.2812123645122462E-2</c:v>
                </c:pt>
                <c:pt idx="11534">
                  <c:v>7.2812123645122462E-2</c:v>
                </c:pt>
                <c:pt idx="11535">
                  <c:v>7.2812123645122462E-2</c:v>
                </c:pt>
                <c:pt idx="11536">
                  <c:v>7.2812123645122462E-2</c:v>
                </c:pt>
                <c:pt idx="11537">
                  <c:v>7.2812123645122462E-2</c:v>
                </c:pt>
                <c:pt idx="11538">
                  <c:v>7.2812123645122462E-2</c:v>
                </c:pt>
                <c:pt idx="11539">
                  <c:v>7.2812123645122462E-2</c:v>
                </c:pt>
                <c:pt idx="11540">
                  <c:v>7.2812123645122462E-2</c:v>
                </c:pt>
                <c:pt idx="11541">
                  <c:v>7.2812123645122462E-2</c:v>
                </c:pt>
                <c:pt idx="11542">
                  <c:v>7.2812123645122462E-2</c:v>
                </c:pt>
                <c:pt idx="11543">
                  <c:v>7.2812123645122462E-2</c:v>
                </c:pt>
                <c:pt idx="11544">
                  <c:v>7.2812123645122462E-2</c:v>
                </c:pt>
                <c:pt idx="11545">
                  <c:v>7.2812123645122462E-2</c:v>
                </c:pt>
                <c:pt idx="11546">
                  <c:v>7.2812123645122462E-2</c:v>
                </c:pt>
                <c:pt idx="11547">
                  <c:v>7.2812123645122462E-2</c:v>
                </c:pt>
                <c:pt idx="11548">
                  <c:v>7.2812123645122462E-2</c:v>
                </c:pt>
                <c:pt idx="11549">
                  <c:v>7.2812123645122462E-2</c:v>
                </c:pt>
                <c:pt idx="11550">
                  <c:v>7.2812123645122462E-2</c:v>
                </c:pt>
                <c:pt idx="11551">
                  <c:v>7.2812123645122462E-2</c:v>
                </c:pt>
                <c:pt idx="11552">
                  <c:v>7.2812123645122462E-2</c:v>
                </c:pt>
                <c:pt idx="11553">
                  <c:v>7.2812123645122462E-2</c:v>
                </c:pt>
                <c:pt idx="11554">
                  <c:v>7.2812123645122462E-2</c:v>
                </c:pt>
                <c:pt idx="11555">
                  <c:v>7.2812123645122462E-2</c:v>
                </c:pt>
                <c:pt idx="11556">
                  <c:v>7.2812123645122462E-2</c:v>
                </c:pt>
                <c:pt idx="11557">
                  <c:v>7.2812123645122462E-2</c:v>
                </c:pt>
                <c:pt idx="11558">
                  <c:v>7.2812123645122462E-2</c:v>
                </c:pt>
                <c:pt idx="11559">
                  <c:v>7.2812123645122462E-2</c:v>
                </c:pt>
                <c:pt idx="11560">
                  <c:v>7.2812123645122462E-2</c:v>
                </c:pt>
                <c:pt idx="11561">
                  <c:v>7.2812123645122462E-2</c:v>
                </c:pt>
                <c:pt idx="11562">
                  <c:v>7.2812123645122462E-2</c:v>
                </c:pt>
                <c:pt idx="11563">
                  <c:v>7.2812123645122462E-2</c:v>
                </c:pt>
                <c:pt idx="11564">
                  <c:v>7.2812123645122462E-2</c:v>
                </c:pt>
                <c:pt idx="11565">
                  <c:v>7.2812123645122462E-2</c:v>
                </c:pt>
                <c:pt idx="11566">
                  <c:v>7.2812123645122462E-2</c:v>
                </c:pt>
                <c:pt idx="11567">
                  <c:v>7.2812123645122462E-2</c:v>
                </c:pt>
                <c:pt idx="11568">
                  <c:v>7.2812123645122462E-2</c:v>
                </c:pt>
                <c:pt idx="11569">
                  <c:v>7.2812123645122462E-2</c:v>
                </c:pt>
                <c:pt idx="11570">
                  <c:v>7.2812123645122462E-2</c:v>
                </c:pt>
                <c:pt idx="11571">
                  <c:v>7.2812123645122462E-2</c:v>
                </c:pt>
                <c:pt idx="11572">
                  <c:v>7.2812123645122462E-2</c:v>
                </c:pt>
                <c:pt idx="11573">
                  <c:v>7.2812123645122462E-2</c:v>
                </c:pt>
                <c:pt idx="11574">
                  <c:v>7.2812123645122462E-2</c:v>
                </c:pt>
                <c:pt idx="11575">
                  <c:v>7.2812123645122462E-2</c:v>
                </c:pt>
                <c:pt idx="11576">
                  <c:v>7.2812123645122462E-2</c:v>
                </c:pt>
                <c:pt idx="11577">
                  <c:v>7.2812123645122462E-2</c:v>
                </c:pt>
                <c:pt idx="11578">
                  <c:v>7.2812123645122462E-2</c:v>
                </c:pt>
                <c:pt idx="11579">
                  <c:v>7.2812123645122462E-2</c:v>
                </c:pt>
                <c:pt idx="11580">
                  <c:v>7.2812123645122462E-2</c:v>
                </c:pt>
                <c:pt idx="11581">
                  <c:v>7.2812123645122462E-2</c:v>
                </c:pt>
                <c:pt idx="11582">
                  <c:v>7.2812123645122462E-2</c:v>
                </c:pt>
                <c:pt idx="11583">
                  <c:v>7.2812123645122462E-2</c:v>
                </c:pt>
                <c:pt idx="11584">
                  <c:v>7.2812123645122462E-2</c:v>
                </c:pt>
                <c:pt idx="11585">
                  <c:v>7.2812123645122462E-2</c:v>
                </c:pt>
                <c:pt idx="11586">
                  <c:v>7.2812123645122462E-2</c:v>
                </c:pt>
                <c:pt idx="11587">
                  <c:v>7.2812123645122462E-2</c:v>
                </c:pt>
                <c:pt idx="11588">
                  <c:v>7.2812123645122462E-2</c:v>
                </c:pt>
                <c:pt idx="11589">
                  <c:v>7.2812123645122462E-2</c:v>
                </c:pt>
                <c:pt idx="11590">
                  <c:v>7.2812123645122462E-2</c:v>
                </c:pt>
                <c:pt idx="11591">
                  <c:v>7.2812123645122462E-2</c:v>
                </c:pt>
                <c:pt idx="11592">
                  <c:v>7.2812123645122462E-2</c:v>
                </c:pt>
                <c:pt idx="11593">
                  <c:v>7.2812123645122462E-2</c:v>
                </c:pt>
                <c:pt idx="11594">
                  <c:v>7.2812123645122462E-2</c:v>
                </c:pt>
                <c:pt idx="11595">
                  <c:v>7.2812123645122462E-2</c:v>
                </c:pt>
                <c:pt idx="11596">
                  <c:v>7.2812123645122462E-2</c:v>
                </c:pt>
                <c:pt idx="11597">
                  <c:v>7.2812123645122462E-2</c:v>
                </c:pt>
                <c:pt idx="11598">
                  <c:v>7.2812123645122462E-2</c:v>
                </c:pt>
                <c:pt idx="11599">
                  <c:v>7.2812123645122462E-2</c:v>
                </c:pt>
                <c:pt idx="11600">
                  <c:v>7.2812123645122462E-2</c:v>
                </c:pt>
                <c:pt idx="11601">
                  <c:v>7.2812123645122462E-2</c:v>
                </c:pt>
                <c:pt idx="11602">
                  <c:v>7.2812123645122462E-2</c:v>
                </c:pt>
                <c:pt idx="11603">
                  <c:v>7.2812123645122462E-2</c:v>
                </c:pt>
                <c:pt idx="11604">
                  <c:v>7.2812123645122462E-2</c:v>
                </c:pt>
                <c:pt idx="11605">
                  <c:v>7.2812123645122462E-2</c:v>
                </c:pt>
                <c:pt idx="11606">
                  <c:v>7.2812123645122462E-2</c:v>
                </c:pt>
                <c:pt idx="11607">
                  <c:v>7.2812123645122462E-2</c:v>
                </c:pt>
                <c:pt idx="11608">
                  <c:v>7.2812123645122462E-2</c:v>
                </c:pt>
                <c:pt idx="11609">
                  <c:v>7.2812123645122462E-2</c:v>
                </c:pt>
                <c:pt idx="11610">
                  <c:v>7.2812123645122462E-2</c:v>
                </c:pt>
                <c:pt idx="11611">
                  <c:v>7.2812123645122462E-2</c:v>
                </c:pt>
                <c:pt idx="11612">
                  <c:v>7.2812123645122462E-2</c:v>
                </c:pt>
                <c:pt idx="11613">
                  <c:v>7.2812123645122462E-2</c:v>
                </c:pt>
                <c:pt idx="11614">
                  <c:v>7.2812123645122462E-2</c:v>
                </c:pt>
                <c:pt idx="11615">
                  <c:v>7.2812123645122462E-2</c:v>
                </c:pt>
                <c:pt idx="11616">
                  <c:v>7.2812123645122462E-2</c:v>
                </c:pt>
                <c:pt idx="11617">
                  <c:v>7.2812123645122462E-2</c:v>
                </c:pt>
                <c:pt idx="11618">
                  <c:v>7.2812123645122462E-2</c:v>
                </c:pt>
                <c:pt idx="11619">
                  <c:v>7.2812123645122462E-2</c:v>
                </c:pt>
                <c:pt idx="11620">
                  <c:v>7.2812123645122462E-2</c:v>
                </c:pt>
                <c:pt idx="11621">
                  <c:v>7.2812123645122462E-2</c:v>
                </c:pt>
                <c:pt idx="11622">
                  <c:v>7.2812123645122462E-2</c:v>
                </c:pt>
                <c:pt idx="11623">
                  <c:v>7.2812123645122462E-2</c:v>
                </c:pt>
                <c:pt idx="11624">
                  <c:v>7.2812123645122462E-2</c:v>
                </c:pt>
                <c:pt idx="11625">
                  <c:v>7.2812123645122462E-2</c:v>
                </c:pt>
                <c:pt idx="11626">
                  <c:v>7.2812123645122462E-2</c:v>
                </c:pt>
                <c:pt idx="11627">
                  <c:v>7.2812123645122462E-2</c:v>
                </c:pt>
                <c:pt idx="11628">
                  <c:v>7.2812123645122462E-2</c:v>
                </c:pt>
                <c:pt idx="11629">
                  <c:v>7.2812123645122462E-2</c:v>
                </c:pt>
                <c:pt idx="11630">
                  <c:v>7.2812123645122462E-2</c:v>
                </c:pt>
                <c:pt idx="11631">
                  <c:v>7.2812123645122462E-2</c:v>
                </c:pt>
                <c:pt idx="11632">
                  <c:v>7.2812123645122462E-2</c:v>
                </c:pt>
                <c:pt idx="11633">
                  <c:v>7.2812123645122462E-2</c:v>
                </c:pt>
                <c:pt idx="11634">
                  <c:v>7.2812123645122462E-2</c:v>
                </c:pt>
                <c:pt idx="11635">
                  <c:v>7.2812123645122462E-2</c:v>
                </c:pt>
                <c:pt idx="11636">
                  <c:v>7.2812123645122462E-2</c:v>
                </c:pt>
                <c:pt idx="11637">
                  <c:v>7.2812123645122462E-2</c:v>
                </c:pt>
                <c:pt idx="11638">
                  <c:v>7.2812123645122462E-2</c:v>
                </c:pt>
                <c:pt idx="11639">
                  <c:v>7.2812123645122462E-2</c:v>
                </c:pt>
                <c:pt idx="11640">
                  <c:v>7.2812123645122462E-2</c:v>
                </c:pt>
                <c:pt idx="11641">
                  <c:v>7.2812123645122462E-2</c:v>
                </c:pt>
                <c:pt idx="11642">
                  <c:v>7.2812123645122462E-2</c:v>
                </c:pt>
                <c:pt idx="11643">
                  <c:v>7.2812123645122462E-2</c:v>
                </c:pt>
                <c:pt idx="11644">
                  <c:v>7.2812123645122462E-2</c:v>
                </c:pt>
                <c:pt idx="11645">
                  <c:v>7.2812123645122462E-2</c:v>
                </c:pt>
                <c:pt idx="11646">
                  <c:v>7.2812123645122462E-2</c:v>
                </c:pt>
                <c:pt idx="11647">
                  <c:v>7.2812123645122462E-2</c:v>
                </c:pt>
                <c:pt idx="11648">
                  <c:v>7.2812123645122462E-2</c:v>
                </c:pt>
                <c:pt idx="11649">
                  <c:v>7.2812123645122462E-2</c:v>
                </c:pt>
                <c:pt idx="11650">
                  <c:v>7.2812123645122462E-2</c:v>
                </c:pt>
                <c:pt idx="11651">
                  <c:v>7.2812123645122462E-2</c:v>
                </c:pt>
                <c:pt idx="11652">
                  <c:v>7.2812123645122462E-2</c:v>
                </c:pt>
                <c:pt idx="11653">
                  <c:v>7.2812123645122462E-2</c:v>
                </c:pt>
                <c:pt idx="11654">
                  <c:v>7.2812123645122462E-2</c:v>
                </c:pt>
                <c:pt idx="11655">
                  <c:v>7.2812123645122462E-2</c:v>
                </c:pt>
                <c:pt idx="11656">
                  <c:v>7.2812123645122462E-2</c:v>
                </c:pt>
                <c:pt idx="11657">
                  <c:v>7.2812123645122462E-2</c:v>
                </c:pt>
                <c:pt idx="11658">
                  <c:v>7.2812123645122462E-2</c:v>
                </c:pt>
                <c:pt idx="11659">
                  <c:v>7.2812123645122462E-2</c:v>
                </c:pt>
                <c:pt idx="11660">
                  <c:v>7.2812123645122462E-2</c:v>
                </c:pt>
                <c:pt idx="11661">
                  <c:v>7.2812123645122462E-2</c:v>
                </c:pt>
                <c:pt idx="11662">
                  <c:v>7.2812123645122462E-2</c:v>
                </c:pt>
                <c:pt idx="11663">
                  <c:v>7.2812123645122462E-2</c:v>
                </c:pt>
                <c:pt idx="11664">
                  <c:v>7.2812123645122462E-2</c:v>
                </c:pt>
                <c:pt idx="11665">
                  <c:v>7.2812123645122462E-2</c:v>
                </c:pt>
                <c:pt idx="11666">
                  <c:v>7.2812123645122462E-2</c:v>
                </c:pt>
                <c:pt idx="11667">
                  <c:v>7.2812123645122462E-2</c:v>
                </c:pt>
                <c:pt idx="11668">
                  <c:v>7.2812123645122462E-2</c:v>
                </c:pt>
                <c:pt idx="11669">
                  <c:v>7.2812123645122462E-2</c:v>
                </c:pt>
                <c:pt idx="11670">
                  <c:v>7.2812123645122462E-2</c:v>
                </c:pt>
                <c:pt idx="11671">
                  <c:v>7.2812123645122462E-2</c:v>
                </c:pt>
                <c:pt idx="11672">
                  <c:v>7.2812123645122462E-2</c:v>
                </c:pt>
                <c:pt idx="11673">
                  <c:v>7.2511039743075045E-2</c:v>
                </c:pt>
                <c:pt idx="11674">
                  <c:v>7.2561220393416281E-2</c:v>
                </c:pt>
                <c:pt idx="11675">
                  <c:v>7.2209955841027629E-2</c:v>
                </c:pt>
                <c:pt idx="11676">
                  <c:v>7.2310317141710101E-2</c:v>
                </c:pt>
                <c:pt idx="11677">
                  <c:v>7.2360497792051337E-2</c:v>
                </c:pt>
                <c:pt idx="11678">
                  <c:v>7.2360497792051337E-2</c:v>
                </c:pt>
                <c:pt idx="11679">
                  <c:v>7.2159775190686393E-2</c:v>
                </c:pt>
                <c:pt idx="11680">
                  <c:v>7.2159775190686393E-2</c:v>
                </c:pt>
                <c:pt idx="11681">
                  <c:v>7.1105981533520657E-2</c:v>
                </c:pt>
                <c:pt idx="11682">
                  <c:v>7.0353271778402338E-2</c:v>
                </c:pt>
                <c:pt idx="11683">
                  <c:v>7.0252910477719865E-2</c:v>
                </c:pt>
                <c:pt idx="11684">
                  <c:v>7.0303091128060879E-2</c:v>
                </c:pt>
                <c:pt idx="11685">
                  <c:v>7.0303091128060879E-2</c:v>
                </c:pt>
                <c:pt idx="11686">
                  <c:v>7.0403452428743574E-2</c:v>
                </c:pt>
                <c:pt idx="11687">
                  <c:v>7.0403452428743574E-2</c:v>
                </c:pt>
                <c:pt idx="11688">
                  <c:v>7.0403452428743574E-2</c:v>
                </c:pt>
                <c:pt idx="11689">
                  <c:v>7.0403452428743574E-2</c:v>
                </c:pt>
                <c:pt idx="11690">
                  <c:v>7.0403452428743574E-2</c:v>
                </c:pt>
                <c:pt idx="11691">
                  <c:v>7.0403452428743574E-2</c:v>
                </c:pt>
                <c:pt idx="11692">
                  <c:v>7.0403452428743574E-2</c:v>
                </c:pt>
                <c:pt idx="11693">
                  <c:v>7.0403452428743574E-2</c:v>
                </c:pt>
                <c:pt idx="11694">
                  <c:v>7.0403452428743574E-2</c:v>
                </c:pt>
                <c:pt idx="11695">
                  <c:v>7.0403452428743574E-2</c:v>
                </c:pt>
                <c:pt idx="11696">
                  <c:v>7.0403452428743574E-2</c:v>
                </c:pt>
                <c:pt idx="11697">
                  <c:v>7.0403452428743574E-2</c:v>
                </c:pt>
                <c:pt idx="11698">
                  <c:v>7.0403452428743574E-2</c:v>
                </c:pt>
                <c:pt idx="11699">
                  <c:v>7.0403452428743574E-2</c:v>
                </c:pt>
                <c:pt idx="11700">
                  <c:v>7.0403452428743574E-2</c:v>
                </c:pt>
                <c:pt idx="11701">
                  <c:v>7.0403452428743574E-2</c:v>
                </c:pt>
                <c:pt idx="11702">
                  <c:v>7.0403452428743574E-2</c:v>
                </c:pt>
                <c:pt idx="11703">
                  <c:v>7.0403452428743574E-2</c:v>
                </c:pt>
                <c:pt idx="11704">
                  <c:v>7.0403452428743574E-2</c:v>
                </c:pt>
                <c:pt idx="11705">
                  <c:v>7.0403452428743574E-2</c:v>
                </c:pt>
                <c:pt idx="11706">
                  <c:v>7.0403452428743574E-2</c:v>
                </c:pt>
                <c:pt idx="11707">
                  <c:v>7.0403452428743574E-2</c:v>
                </c:pt>
                <c:pt idx="11708">
                  <c:v>7.0403452428743574E-2</c:v>
                </c:pt>
                <c:pt idx="11709">
                  <c:v>7.0403452428743574E-2</c:v>
                </c:pt>
                <c:pt idx="11710">
                  <c:v>7.0403452428743574E-2</c:v>
                </c:pt>
                <c:pt idx="11711">
                  <c:v>7.0403452428743574E-2</c:v>
                </c:pt>
                <c:pt idx="11712">
                  <c:v>7.0403452428743574E-2</c:v>
                </c:pt>
                <c:pt idx="11713">
                  <c:v>7.0403452428743574E-2</c:v>
                </c:pt>
                <c:pt idx="11714">
                  <c:v>7.0403452428743574E-2</c:v>
                </c:pt>
                <c:pt idx="11715">
                  <c:v>7.0403452428743574E-2</c:v>
                </c:pt>
                <c:pt idx="11716">
                  <c:v>7.0403452428743574E-2</c:v>
                </c:pt>
                <c:pt idx="11717">
                  <c:v>7.0403452428743574E-2</c:v>
                </c:pt>
                <c:pt idx="11718">
                  <c:v>7.0403452428743574E-2</c:v>
                </c:pt>
                <c:pt idx="11719">
                  <c:v>7.0403452428743574E-2</c:v>
                </c:pt>
                <c:pt idx="11720">
                  <c:v>7.0403452428743574E-2</c:v>
                </c:pt>
                <c:pt idx="11721">
                  <c:v>7.0403452428743574E-2</c:v>
                </c:pt>
                <c:pt idx="11722">
                  <c:v>7.0403452428743574E-2</c:v>
                </c:pt>
                <c:pt idx="11723">
                  <c:v>7.0403452428743574E-2</c:v>
                </c:pt>
                <c:pt idx="11724">
                  <c:v>7.0403452428743574E-2</c:v>
                </c:pt>
                <c:pt idx="11725">
                  <c:v>7.0403452428743574E-2</c:v>
                </c:pt>
                <c:pt idx="11726">
                  <c:v>7.0403452428743574E-2</c:v>
                </c:pt>
                <c:pt idx="11727">
                  <c:v>7.0403452428743574E-2</c:v>
                </c:pt>
                <c:pt idx="11728">
                  <c:v>7.0403452428743574E-2</c:v>
                </c:pt>
                <c:pt idx="11729">
                  <c:v>7.0403452428743574E-2</c:v>
                </c:pt>
                <c:pt idx="11730">
                  <c:v>7.0403452428743574E-2</c:v>
                </c:pt>
                <c:pt idx="11731">
                  <c:v>7.0403452428743574E-2</c:v>
                </c:pt>
                <c:pt idx="11732">
                  <c:v>7.0403452428743574E-2</c:v>
                </c:pt>
                <c:pt idx="11733">
                  <c:v>7.0403452428743574E-2</c:v>
                </c:pt>
                <c:pt idx="11734">
                  <c:v>7.0453633079084588E-2</c:v>
                </c:pt>
                <c:pt idx="11735">
                  <c:v>7.0503813729426046E-2</c:v>
                </c:pt>
                <c:pt idx="11736">
                  <c:v>7.0503813729426046E-2</c:v>
                </c:pt>
                <c:pt idx="11737">
                  <c:v>7.0503813729426046E-2</c:v>
                </c:pt>
                <c:pt idx="11738">
                  <c:v>7.0553994379767282E-2</c:v>
                </c:pt>
                <c:pt idx="11739">
                  <c:v>7.0553994379767282E-2</c:v>
                </c:pt>
                <c:pt idx="11740">
                  <c:v>7.0704536330790768E-2</c:v>
                </c:pt>
                <c:pt idx="11741">
                  <c:v>7.0754716981132004E-2</c:v>
                </c:pt>
                <c:pt idx="11742">
                  <c:v>7.0754716981132004E-2</c:v>
                </c:pt>
                <c:pt idx="11743">
                  <c:v>7.0754716981132004E-2</c:v>
                </c:pt>
                <c:pt idx="11744">
                  <c:v>7.080489763147324E-2</c:v>
                </c:pt>
                <c:pt idx="11745">
                  <c:v>7.0855078281814476E-2</c:v>
                </c:pt>
                <c:pt idx="11746">
                  <c:v>7.1105981533520657E-2</c:v>
                </c:pt>
                <c:pt idx="11747">
                  <c:v>7.1055800883179421E-2</c:v>
                </c:pt>
                <c:pt idx="11748">
                  <c:v>7.1156162183861893E-2</c:v>
                </c:pt>
                <c:pt idx="11749">
                  <c:v>7.1557607386591782E-2</c:v>
                </c:pt>
                <c:pt idx="11750">
                  <c:v>7.1507426736250546E-2</c:v>
                </c:pt>
                <c:pt idx="11751">
                  <c:v>7.1507426736250546E-2</c:v>
                </c:pt>
                <c:pt idx="11752">
                  <c:v>7.1507426736250546E-2</c:v>
                </c:pt>
                <c:pt idx="11753">
                  <c:v>7.1858691288638976E-2</c:v>
                </c:pt>
                <c:pt idx="11754">
                  <c:v>7.2009233239662684E-2</c:v>
                </c:pt>
                <c:pt idx="11755">
                  <c:v>7.2109594540345157E-2</c:v>
                </c:pt>
                <c:pt idx="11756">
                  <c:v>7.2109594540345157E-2</c:v>
                </c:pt>
                <c:pt idx="11757">
                  <c:v>7.2159775190686393E-2</c:v>
                </c:pt>
                <c:pt idx="11758">
                  <c:v>7.2159775190686393E-2</c:v>
                </c:pt>
                <c:pt idx="11759">
                  <c:v>7.2209955841027629E-2</c:v>
                </c:pt>
                <c:pt idx="11760">
                  <c:v>7.2209955841027629E-2</c:v>
                </c:pt>
                <c:pt idx="11761">
                  <c:v>7.2209955841027629E-2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FE1-4889-918C-55818B78EAFA}"/>
            </c:ext>
          </c:extLst>
        </c:ser>
        <c:ser>
          <c:idx val="1"/>
          <c:order val="1"/>
          <c:tx>
            <c:strRef>
              <c:f>Sheet1!$T$3</c:f>
              <c:strCache>
                <c:ptCount val="1"/>
                <c:pt idx="0">
                  <c:v>KOSPI200 선물 (우)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Sheet1!$R$4:$R$11765</c:f>
              <c:strCache>
                <c:ptCount val="11762"/>
                <c:pt idx="0">
                  <c:v>09:00</c:v>
                </c:pt>
                <c:pt idx="1">
                  <c:v>09:01</c:v>
                </c:pt>
                <c:pt idx="2">
                  <c:v>09:01</c:v>
                </c:pt>
                <c:pt idx="3">
                  <c:v>09:01</c:v>
                </c:pt>
                <c:pt idx="4">
                  <c:v>09:01</c:v>
                </c:pt>
                <c:pt idx="5">
                  <c:v>09:01</c:v>
                </c:pt>
                <c:pt idx="6">
                  <c:v>09:01</c:v>
                </c:pt>
                <c:pt idx="7">
                  <c:v>09:01</c:v>
                </c:pt>
                <c:pt idx="8">
                  <c:v>09:01</c:v>
                </c:pt>
                <c:pt idx="9">
                  <c:v>09:01</c:v>
                </c:pt>
                <c:pt idx="10">
                  <c:v>09:01</c:v>
                </c:pt>
                <c:pt idx="11">
                  <c:v>09:01</c:v>
                </c:pt>
                <c:pt idx="12">
                  <c:v>09:01</c:v>
                </c:pt>
                <c:pt idx="13">
                  <c:v>09:01</c:v>
                </c:pt>
                <c:pt idx="14">
                  <c:v>09:01</c:v>
                </c:pt>
                <c:pt idx="15">
                  <c:v>09:01</c:v>
                </c:pt>
                <c:pt idx="16">
                  <c:v>09:01</c:v>
                </c:pt>
                <c:pt idx="17">
                  <c:v>09:01</c:v>
                </c:pt>
                <c:pt idx="18">
                  <c:v>09:01</c:v>
                </c:pt>
                <c:pt idx="19">
                  <c:v>09:01</c:v>
                </c:pt>
                <c:pt idx="20">
                  <c:v>09:01</c:v>
                </c:pt>
                <c:pt idx="21">
                  <c:v>09:01</c:v>
                </c:pt>
                <c:pt idx="22">
                  <c:v>09:01</c:v>
                </c:pt>
                <c:pt idx="23">
                  <c:v>09:01</c:v>
                </c:pt>
                <c:pt idx="24">
                  <c:v>09:01</c:v>
                </c:pt>
                <c:pt idx="25">
                  <c:v>09:01</c:v>
                </c:pt>
                <c:pt idx="26">
                  <c:v>09:01</c:v>
                </c:pt>
                <c:pt idx="27">
                  <c:v>09:01</c:v>
                </c:pt>
                <c:pt idx="28">
                  <c:v>09:01</c:v>
                </c:pt>
                <c:pt idx="29">
                  <c:v>09:01</c:v>
                </c:pt>
                <c:pt idx="30">
                  <c:v>09:02</c:v>
                </c:pt>
                <c:pt idx="31">
                  <c:v>09:02</c:v>
                </c:pt>
                <c:pt idx="32">
                  <c:v>09:02</c:v>
                </c:pt>
                <c:pt idx="33">
                  <c:v>09:02</c:v>
                </c:pt>
                <c:pt idx="34">
                  <c:v>09:02</c:v>
                </c:pt>
                <c:pt idx="35">
                  <c:v>09:02</c:v>
                </c:pt>
                <c:pt idx="36">
                  <c:v>09:02</c:v>
                </c:pt>
                <c:pt idx="37">
                  <c:v>09:02</c:v>
                </c:pt>
                <c:pt idx="38">
                  <c:v>09:02</c:v>
                </c:pt>
                <c:pt idx="39">
                  <c:v>09:02</c:v>
                </c:pt>
                <c:pt idx="40">
                  <c:v>09:02</c:v>
                </c:pt>
                <c:pt idx="41">
                  <c:v>09:02</c:v>
                </c:pt>
                <c:pt idx="42">
                  <c:v>09:02</c:v>
                </c:pt>
                <c:pt idx="43">
                  <c:v>09:02</c:v>
                </c:pt>
                <c:pt idx="44">
                  <c:v>09:02</c:v>
                </c:pt>
                <c:pt idx="45">
                  <c:v>09:02</c:v>
                </c:pt>
                <c:pt idx="46">
                  <c:v>09:02</c:v>
                </c:pt>
                <c:pt idx="47">
                  <c:v>09:02</c:v>
                </c:pt>
                <c:pt idx="48">
                  <c:v>09:02</c:v>
                </c:pt>
                <c:pt idx="49">
                  <c:v>09:02</c:v>
                </c:pt>
                <c:pt idx="50">
                  <c:v>09:02</c:v>
                </c:pt>
                <c:pt idx="51">
                  <c:v>09:02</c:v>
                </c:pt>
                <c:pt idx="52">
                  <c:v>09:02</c:v>
                </c:pt>
                <c:pt idx="53">
                  <c:v>09:02</c:v>
                </c:pt>
                <c:pt idx="54">
                  <c:v>09:02</c:v>
                </c:pt>
                <c:pt idx="55">
                  <c:v>09:02</c:v>
                </c:pt>
                <c:pt idx="56">
                  <c:v>09:02</c:v>
                </c:pt>
                <c:pt idx="57">
                  <c:v>09:02</c:v>
                </c:pt>
                <c:pt idx="58">
                  <c:v>09:02</c:v>
                </c:pt>
                <c:pt idx="59">
                  <c:v>09:02</c:v>
                </c:pt>
                <c:pt idx="60">
                  <c:v>09:03</c:v>
                </c:pt>
                <c:pt idx="61">
                  <c:v>09:03</c:v>
                </c:pt>
                <c:pt idx="62">
                  <c:v>09:03</c:v>
                </c:pt>
                <c:pt idx="63">
                  <c:v>09:03</c:v>
                </c:pt>
                <c:pt idx="64">
                  <c:v>09:03</c:v>
                </c:pt>
                <c:pt idx="65">
                  <c:v>09:03</c:v>
                </c:pt>
                <c:pt idx="66">
                  <c:v>09:03</c:v>
                </c:pt>
                <c:pt idx="67">
                  <c:v>09:03</c:v>
                </c:pt>
                <c:pt idx="68">
                  <c:v>09:03</c:v>
                </c:pt>
                <c:pt idx="69">
                  <c:v>09:03</c:v>
                </c:pt>
                <c:pt idx="70">
                  <c:v>09:03</c:v>
                </c:pt>
                <c:pt idx="71">
                  <c:v>09:03</c:v>
                </c:pt>
                <c:pt idx="72">
                  <c:v>09:03</c:v>
                </c:pt>
                <c:pt idx="73">
                  <c:v>09:03</c:v>
                </c:pt>
                <c:pt idx="74">
                  <c:v>09:03</c:v>
                </c:pt>
                <c:pt idx="75">
                  <c:v>09:03</c:v>
                </c:pt>
                <c:pt idx="76">
                  <c:v>09:03</c:v>
                </c:pt>
                <c:pt idx="77">
                  <c:v>09:03</c:v>
                </c:pt>
                <c:pt idx="78">
                  <c:v>09:03</c:v>
                </c:pt>
                <c:pt idx="79">
                  <c:v>09:03</c:v>
                </c:pt>
                <c:pt idx="80">
                  <c:v>09:03</c:v>
                </c:pt>
                <c:pt idx="81">
                  <c:v>09:03</c:v>
                </c:pt>
                <c:pt idx="82">
                  <c:v>09:03</c:v>
                </c:pt>
                <c:pt idx="83">
                  <c:v>09:03</c:v>
                </c:pt>
                <c:pt idx="84">
                  <c:v>09:03</c:v>
                </c:pt>
                <c:pt idx="85">
                  <c:v>09:03</c:v>
                </c:pt>
                <c:pt idx="86">
                  <c:v>09:03</c:v>
                </c:pt>
                <c:pt idx="87">
                  <c:v>09:03</c:v>
                </c:pt>
                <c:pt idx="88">
                  <c:v>09:03</c:v>
                </c:pt>
                <c:pt idx="89">
                  <c:v>09:03</c:v>
                </c:pt>
                <c:pt idx="90">
                  <c:v>09:04</c:v>
                </c:pt>
                <c:pt idx="91">
                  <c:v>09:04</c:v>
                </c:pt>
                <c:pt idx="92">
                  <c:v>09:04</c:v>
                </c:pt>
                <c:pt idx="93">
                  <c:v>09:04</c:v>
                </c:pt>
                <c:pt idx="94">
                  <c:v>09:04</c:v>
                </c:pt>
                <c:pt idx="95">
                  <c:v>09:04</c:v>
                </c:pt>
                <c:pt idx="96">
                  <c:v>09:04</c:v>
                </c:pt>
                <c:pt idx="97">
                  <c:v>09:04</c:v>
                </c:pt>
                <c:pt idx="98">
                  <c:v>09:04</c:v>
                </c:pt>
                <c:pt idx="99">
                  <c:v>09:04</c:v>
                </c:pt>
                <c:pt idx="100">
                  <c:v>09:04</c:v>
                </c:pt>
                <c:pt idx="101">
                  <c:v>09:04</c:v>
                </c:pt>
                <c:pt idx="102">
                  <c:v>09:04</c:v>
                </c:pt>
                <c:pt idx="103">
                  <c:v>09:04</c:v>
                </c:pt>
                <c:pt idx="104">
                  <c:v>09:04</c:v>
                </c:pt>
                <c:pt idx="105">
                  <c:v>09:04</c:v>
                </c:pt>
                <c:pt idx="106">
                  <c:v>09:04</c:v>
                </c:pt>
                <c:pt idx="107">
                  <c:v>09:04</c:v>
                </c:pt>
                <c:pt idx="108">
                  <c:v>09:04</c:v>
                </c:pt>
                <c:pt idx="109">
                  <c:v>09:04</c:v>
                </c:pt>
                <c:pt idx="110">
                  <c:v>09:04</c:v>
                </c:pt>
                <c:pt idx="111">
                  <c:v>09:04</c:v>
                </c:pt>
                <c:pt idx="112">
                  <c:v>09:04</c:v>
                </c:pt>
                <c:pt idx="113">
                  <c:v>09:04</c:v>
                </c:pt>
                <c:pt idx="114">
                  <c:v>09:04</c:v>
                </c:pt>
                <c:pt idx="115">
                  <c:v>09:04</c:v>
                </c:pt>
                <c:pt idx="116">
                  <c:v>09:04</c:v>
                </c:pt>
                <c:pt idx="117">
                  <c:v>09:04</c:v>
                </c:pt>
                <c:pt idx="118">
                  <c:v>09:04</c:v>
                </c:pt>
                <c:pt idx="119">
                  <c:v>09:04</c:v>
                </c:pt>
                <c:pt idx="120">
                  <c:v>09:05</c:v>
                </c:pt>
                <c:pt idx="121">
                  <c:v>09:05</c:v>
                </c:pt>
                <c:pt idx="122">
                  <c:v>09:05</c:v>
                </c:pt>
                <c:pt idx="123">
                  <c:v>09:05</c:v>
                </c:pt>
                <c:pt idx="124">
                  <c:v>09:05</c:v>
                </c:pt>
                <c:pt idx="125">
                  <c:v>09:05</c:v>
                </c:pt>
                <c:pt idx="126">
                  <c:v>09:05</c:v>
                </c:pt>
                <c:pt idx="127">
                  <c:v>09:05</c:v>
                </c:pt>
                <c:pt idx="128">
                  <c:v>09:05</c:v>
                </c:pt>
                <c:pt idx="129">
                  <c:v>09:05</c:v>
                </c:pt>
                <c:pt idx="130">
                  <c:v>09:05</c:v>
                </c:pt>
                <c:pt idx="131">
                  <c:v>09:05</c:v>
                </c:pt>
                <c:pt idx="132">
                  <c:v>09:05</c:v>
                </c:pt>
                <c:pt idx="133">
                  <c:v>09:05</c:v>
                </c:pt>
                <c:pt idx="134">
                  <c:v>09:05</c:v>
                </c:pt>
                <c:pt idx="135">
                  <c:v>09:05</c:v>
                </c:pt>
                <c:pt idx="136">
                  <c:v>09:05</c:v>
                </c:pt>
                <c:pt idx="137">
                  <c:v>09:05</c:v>
                </c:pt>
                <c:pt idx="138">
                  <c:v>09:05</c:v>
                </c:pt>
                <c:pt idx="139">
                  <c:v>09:05</c:v>
                </c:pt>
                <c:pt idx="140">
                  <c:v>09:05</c:v>
                </c:pt>
                <c:pt idx="141">
                  <c:v>09:05</c:v>
                </c:pt>
                <c:pt idx="142">
                  <c:v>09:05</c:v>
                </c:pt>
                <c:pt idx="143">
                  <c:v>09:05</c:v>
                </c:pt>
                <c:pt idx="144">
                  <c:v>09:05</c:v>
                </c:pt>
                <c:pt idx="145">
                  <c:v>09:05</c:v>
                </c:pt>
                <c:pt idx="146">
                  <c:v>09:05</c:v>
                </c:pt>
                <c:pt idx="147">
                  <c:v>09:05</c:v>
                </c:pt>
                <c:pt idx="148">
                  <c:v>09:05</c:v>
                </c:pt>
                <c:pt idx="149">
                  <c:v>09:05</c:v>
                </c:pt>
                <c:pt idx="150">
                  <c:v>09:06</c:v>
                </c:pt>
                <c:pt idx="151">
                  <c:v>09:06</c:v>
                </c:pt>
                <c:pt idx="152">
                  <c:v>09:06</c:v>
                </c:pt>
                <c:pt idx="153">
                  <c:v>09:06</c:v>
                </c:pt>
                <c:pt idx="154">
                  <c:v>09:06</c:v>
                </c:pt>
                <c:pt idx="155">
                  <c:v>09:06</c:v>
                </c:pt>
                <c:pt idx="156">
                  <c:v>09:06</c:v>
                </c:pt>
                <c:pt idx="157">
                  <c:v>09:06</c:v>
                </c:pt>
                <c:pt idx="158">
                  <c:v>09:06</c:v>
                </c:pt>
                <c:pt idx="159">
                  <c:v>09:06</c:v>
                </c:pt>
                <c:pt idx="160">
                  <c:v>09:06</c:v>
                </c:pt>
                <c:pt idx="161">
                  <c:v>09:06</c:v>
                </c:pt>
                <c:pt idx="162">
                  <c:v>09:06</c:v>
                </c:pt>
                <c:pt idx="163">
                  <c:v>09:06</c:v>
                </c:pt>
                <c:pt idx="164">
                  <c:v>09:06</c:v>
                </c:pt>
                <c:pt idx="165">
                  <c:v>09:06</c:v>
                </c:pt>
                <c:pt idx="166">
                  <c:v>09:06</c:v>
                </c:pt>
                <c:pt idx="167">
                  <c:v>09:06</c:v>
                </c:pt>
                <c:pt idx="168">
                  <c:v>09:06</c:v>
                </c:pt>
                <c:pt idx="169">
                  <c:v>09:06</c:v>
                </c:pt>
                <c:pt idx="170">
                  <c:v>09:06</c:v>
                </c:pt>
                <c:pt idx="171">
                  <c:v>09:06</c:v>
                </c:pt>
                <c:pt idx="172">
                  <c:v>09:06</c:v>
                </c:pt>
                <c:pt idx="173">
                  <c:v>09:06</c:v>
                </c:pt>
                <c:pt idx="174">
                  <c:v>09:06</c:v>
                </c:pt>
                <c:pt idx="175">
                  <c:v>09:06</c:v>
                </c:pt>
                <c:pt idx="176">
                  <c:v>09:06</c:v>
                </c:pt>
                <c:pt idx="177">
                  <c:v>09:06</c:v>
                </c:pt>
                <c:pt idx="178">
                  <c:v>09:06</c:v>
                </c:pt>
                <c:pt idx="179">
                  <c:v>09:06</c:v>
                </c:pt>
                <c:pt idx="180">
                  <c:v>09:07</c:v>
                </c:pt>
                <c:pt idx="181">
                  <c:v>09:07</c:v>
                </c:pt>
                <c:pt idx="182">
                  <c:v>09:07</c:v>
                </c:pt>
                <c:pt idx="183">
                  <c:v>09:07</c:v>
                </c:pt>
                <c:pt idx="184">
                  <c:v>09:07</c:v>
                </c:pt>
                <c:pt idx="185">
                  <c:v>09:07</c:v>
                </c:pt>
                <c:pt idx="186">
                  <c:v>09:07</c:v>
                </c:pt>
                <c:pt idx="187">
                  <c:v>09:07</c:v>
                </c:pt>
                <c:pt idx="188">
                  <c:v>09:07</c:v>
                </c:pt>
                <c:pt idx="189">
                  <c:v>09:07</c:v>
                </c:pt>
                <c:pt idx="190">
                  <c:v>09:07</c:v>
                </c:pt>
                <c:pt idx="191">
                  <c:v>09:07</c:v>
                </c:pt>
                <c:pt idx="192">
                  <c:v>09:07</c:v>
                </c:pt>
                <c:pt idx="193">
                  <c:v>09:07</c:v>
                </c:pt>
                <c:pt idx="194">
                  <c:v>09:07</c:v>
                </c:pt>
                <c:pt idx="195">
                  <c:v>09:07</c:v>
                </c:pt>
                <c:pt idx="196">
                  <c:v>09:07</c:v>
                </c:pt>
                <c:pt idx="197">
                  <c:v>09:07</c:v>
                </c:pt>
                <c:pt idx="198">
                  <c:v>09:07</c:v>
                </c:pt>
                <c:pt idx="199">
                  <c:v>09:07</c:v>
                </c:pt>
                <c:pt idx="200">
                  <c:v>09:07</c:v>
                </c:pt>
                <c:pt idx="201">
                  <c:v>09:07</c:v>
                </c:pt>
                <c:pt idx="202">
                  <c:v>09:07</c:v>
                </c:pt>
                <c:pt idx="203">
                  <c:v>09:07</c:v>
                </c:pt>
                <c:pt idx="204">
                  <c:v>09:07</c:v>
                </c:pt>
                <c:pt idx="205">
                  <c:v>09:07</c:v>
                </c:pt>
                <c:pt idx="206">
                  <c:v>09:07</c:v>
                </c:pt>
                <c:pt idx="207">
                  <c:v>09:07</c:v>
                </c:pt>
                <c:pt idx="208">
                  <c:v>09:07</c:v>
                </c:pt>
                <c:pt idx="209">
                  <c:v>09:07</c:v>
                </c:pt>
                <c:pt idx="210">
                  <c:v>09:08</c:v>
                </c:pt>
                <c:pt idx="211">
                  <c:v>09:08</c:v>
                </c:pt>
                <c:pt idx="212">
                  <c:v>09:08</c:v>
                </c:pt>
                <c:pt idx="213">
                  <c:v>09:08</c:v>
                </c:pt>
                <c:pt idx="214">
                  <c:v>09:08</c:v>
                </c:pt>
                <c:pt idx="215">
                  <c:v>09:08</c:v>
                </c:pt>
                <c:pt idx="216">
                  <c:v>09:08</c:v>
                </c:pt>
                <c:pt idx="217">
                  <c:v>09:08</c:v>
                </c:pt>
                <c:pt idx="218">
                  <c:v>09:08</c:v>
                </c:pt>
                <c:pt idx="219">
                  <c:v>09:08</c:v>
                </c:pt>
                <c:pt idx="220">
                  <c:v>09:08</c:v>
                </c:pt>
                <c:pt idx="221">
                  <c:v>09:08</c:v>
                </c:pt>
                <c:pt idx="222">
                  <c:v>09:08</c:v>
                </c:pt>
                <c:pt idx="223">
                  <c:v>09:08</c:v>
                </c:pt>
                <c:pt idx="224">
                  <c:v>09:08</c:v>
                </c:pt>
                <c:pt idx="225">
                  <c:v>09:08</c:v>
                </c:pt>
                <c:pt idx="226">
                  <c:v>09:08</c:v>
                </c:pt>
                <c:pt idx="227">
                  <c:v>09:08</c:v>
                </c:pt>
                <c:pt idx="228">
                  <c:v>09:08</c:v>
                </c:pt>
                <c:pt idx="229">
                  <c:v>09:08</c:v>
                </c:pt>
                <c:pt idx="230">
                  <c:v>09:08</c:v>
                </c:pt>
                <c:pt idx="231">
                  <c:v>09:08</c:v>
                </c:pt>
                <c:pt idx="232">
                  <c:v>09:08</c:v>
                </c:pt>
                <c:pt idx="233">
                  <c:v>09:08</c:v>
                </c:pt>
                <c:pt idx="234">
                  <c:v>09:08</c:v>
                </c:pt>
                <c:pt idx="235">
                  <c:v>09:08</c:v>
                </c:pt>
                <c:pt idx="236">
                  <c:v>09:08</c:v>
                </c:pt>
                <c:pt idx="237">
                  <c:v>09:08</c:v>
                </c:pt>
                <c:pt idx="238">
                  <c:v>09:08</c:v>
                </c:pt>
                <c:pt idx="239">
                  <c:v>09:08</c:v>
                </c:pt>
                <c:pt idx="240">
                  <c:v>09:09</c:v>
                </c:pt>
                <c:pt idx="241">
                  <c:v>09:09</c:v>
                </c:pt>
                <c:pt idx="242">
                  <c:v>09:09</c:v>
                </c:pt>
                <c:pt idx="243">
                  <c:v>09:09</c:v>
                </c:pt>
                <c:pt idx="244">
                  <c:v>09:09</c:v>
                </c:pt>
                <c:pt idx="245">
                  <c:v>09:09</c:v>
                </c:pt>
                <c:pt idx="246">
                  <c:v>09:09</c:v>
                </c:pt>
                <c:pt idx="247">
                  <c:v>09:09</c:v>
                </c:pt>
                <c:pt idx="248">
                  <c:v>09:09</c:v>
                </c:pt>
                <c:pt idx="249">
                  <c:v>09:09</c:v>
                </c:pt>
                <c:pt idx="250">
                  <c:v>09:09</c:v>
                </c:pt>
                <c:pt idx="251">
                  <c:v>09:09</c:v>
                </c:pt>
                <c:pt idx="252">
                  <c:v>09:09</c:v>
                </c:pt>
                <c:pt idx="253">
                  <c:v>09:09</c:v>
                </c:pt>
                <c:pt idx="254">
                  <c:v>09:09</c:v>
                </c:pt>
                <c:pt idx="255">
                  <c:v>09:09</c:v>
                </c:pt>
                <c:pt idx="256">
                  <c:v>09:09</c:v>
                </c:pt>
                <c:pt idx="257">
                  <c:v>09:09</c:v>
                </c:pt>
                <c:pt idx="258">
                  <c:v>09:09</c:v>
                </c:pt>
                <c:pt idx="259">
                  <c:v>09:09</c:v>
                </c:pt>
                <c:pt idx="260">
                  <c:v>09:09</c:v>
                </c:pt>
                <c:pt idx="261">
                  <c:v>09:09</c:v>
                </c:pt>
                <c:pt idx="262">
                  <c:v>09:09</c:v>
                </c:pt>
                <c:pt idx="263">
                  <c:v>09:09</c:v>
                </c:pt>
                <c:pt idx="264">
                  <c:v>09:09</c:v>
                </c:pt>
                <c:pt idx="265">
                  <c:v>09:09</c:v>
                </c:pt>
                <c:pt idx="266">
                  <c:v>09:09</c:v>
                </c:pt>
                <c:pt idx="267">
                  <c:v>09:09</c:v>
                </c:pt>
                <c:pt idx="268">
                  <c:v>09:09</c:v>
                </c:pt>
                <c:pt idx="269">
                  <c:v>09:09</c:v>
                </c:pt>
                <c:pt idx="270">
                  <c:v>09:10</c:v>
                </c:pt>
                <c:pt idx="271">
                  <c:v>09:10</c:v>
                </c:pt>
                <c:pt idx="272">
                  <c:v>09:10</c:v>
                </c:pt>
                <c:pt idx="273">
                  <c:v>09:10</c:v>
                </c:pt>
                <c:pt idx="274">
                  <c:v>09:10</c:v>
                </c:pt>
                <c:pt idx="275">
                  <c:v>09:10</c:v>
                </c:pt>
                <c:pt idx="276">
                  <c:v>09:10</c:v>
                </c:pt>
                <c:pt idx="277">
                  <c:v>09:10</c:v>
                </c:pt>
                <c:pt idx="278">
                  <c:v>09:10</c:v>
                </c:pt>
                <c:pt idx="279">
                  <c:v>09:10</c:v>
                </c:pt>
                <c:pt idx="280">
                  <c:v>09:10</c:v>
                </c:pt>
                <c:pt idx="281">
                  <c:v>09:10</c:v>
                </c:pt>
                <c:pt idx="282">
                  <c:v>09:10</c:v>
                </c:pt>
                <c:pt idx="283">
                  <c:v>09:10</c:v>
                </c:pt>
                <c:pt idx="284">
                  <c:v>09:10</c:v>
                </c:pt>
                <c:pt idx="285">
                  <c:v>09:10</c:v>
                </c:pt>
                <c:pt idx="286">
                  <c:v>09:10</c:v>
                </c:pt>
                <c:pt idx="287">
                  <c:v>09:10</c:v>
                </c:pt>
                <c:pt idx="288">
                  <c:v>09:10</c:v>
                </c:pt>
                <c:pt idx="289">
                  <c:v>09:10</c:v>
                </c:pt>
                <c:pt idx="290">
                  <c:v>09:10</c:v>
                </c:pt>
                <c:pt idx="291">
                  <c:v>09:10</c:v>
                </c:pt>
                <c:pt idx="292">
                  <c:v>09:10</c:v>
                </c:pt>
                <c:pt idx="293">
                  <c:v>09:10</c:v>
                </c:pt>
                <c:pt idx="294">
                  <c:v>09:10</c:v>
                </c:pt>
                <c:pt idx="295">
                  <c:v>09:10</c:v>
                </c:pt>
                <c:pt idx="296">
                  <c:v>09:10</c:v>
                </c:pt>
                <c:pt idx="297">
                  <c:v>09:10</c:v>
                </c:pt>
                <c:pt idx="298">
                  <c:v>09:10</c:v>
                </c:pt>
                <c:pt idx="299">
                  <c:v>09:10</c:v>
                </c:pt>
                <c:pt idx="300">
                  <c:v>09:11</c:v>
                </c:pt>
                <c:pt idx="301">
                  <c:v>09:11</c:v>
                </c:pt>
                <c:pt idx="302">
                  <c:v>09:11</c:v>
                </c:pt>
                <c:pt idx="303">
                  <c:v>09:11</c:v>
                </c:pt>
                <c:pt idx="304">
                  <c:v>09:11</c:v>
                </c:pt>
                <c:pt idx="305">
                  <c:v>09:11</c:v>
                </c:pt>
                <c:pt idx="306">
                  <c:v>09:11</c:v>
                </c:pt>
                <c:pt idx="307">
                  <c:v>09:11</c:v>
                </c:pt>
                <c:pt idx="308">
                  <c:v>09:11</c:v>
                </c:pt>
                <c:pt idx="309">
                  <c:v>09:11</c:v>
                </c:pt>
                <c:pt idx="310">
                  <c:v>09:11</c:v>
                </c:pt>
                <c:pt idx="311">
                  <c:v>09:11</c:v>
                </c:pt>
                <c:pt idx="312">
                  <c:v>09:11</c:v>
                </c:pt>
                <c:pt idx="313">
                  <c:v>09:11</c:v>
                </c:pt>
                <c:pt idx="314">
                  <c:v>09:11</c:v>
                </c:pt>
                <c:pt idx="315">
                  <c:v>09:11</c:v>
                </c:pt>
                <c:pt idx="316">
                  <c:v>09:11</c:v>
                </c:pt>
                <c:pt idx="317">
                  <c:v>09:11</c:v>
                </c:pt>
                <c:pt idx="318">
                  <c:v>09:11</c:v>
                </c:pt>
                <c:pt idx="319">
                  <c:v>09:11</c:v>
                </c:pt>
                <c:pt idx="320">
                  <c:v>09:11</c:v>
                </c:pt>
                <c:pt idx="321">
                  <c:v>09:11</c:v>
                </c:pt>
                <c:pt idx="322">
                  <c:v>09:11</c:v>
                </c:pt>
                <c:pt idx="323">
                  <c:v>09:11</c:v>
                </c:pt>
                <c:pt idx="324">
                  <c:v>09:11</c:v>
                </c:pt>
                <c:pt idx="325">
                  <c:v>09:11</c:v>
                </c:pt>
                <c:pt idx="326">
                  <c:v>09:11</c:v>
                </c:pt>
                <c:pt idx="327">
                  <c:v>09:11</c:v>
                </c:pt>
                <c:pt idx="328">
                  <c:v>09:11</c:v>
                </c:pt>
                <c:pt idx="329">
                  <c:v>09:11</c:v>
                </c:pt>
                <c:pt idx="330">
                  <c:v>09:12</c:v>
                </c:pt>
                <c:pt idx="331">
                  <c:v>09:12</c:v>
                </c:pt>
                <c:pt idx="332">
                  <c:v>09:12</c:v>
                </c:pt>
                <c:pt idx="333">
                  <c:v>09:12</c:v>
                </c:pt>
                <c:pt idx="334">
                  <c:v>09:12</c:v>
                </c:pt>
                <c:pt idx="335">
                  <c:v>09:12</c:v>
                </c:pt>
                <c:pt idx="336">
                  <c:v>09:12</c:v>
                </c:pt>
                <c:pt idx="337">
                  <c:v>09:12</c:v>
                </c:pt>
                <c:pt idx="338">
                  <c:v>09:12</c:v>
                </c:pt>
                <c:pt idx="339">
                  <c:v>09:12</c:v>
                </c:pt>
                <c:pt idx="340">
                  <c:v>09:12</c:v>
                </c:pt>
                <c:pt idx="341">
                  <c:v>09:12</c:v>
                </c:pt>
                <c:pt idx="342">
                  <c:v>09:12</c:v>
                </c:pt>
                <c:pt idx="343">
                  <c:v>09:12</c:v>
                </c:pt>
                <c:pt idx="344">
                  <c:v>09:12</c:v>
                </c:pt>
                <c:pt idx="345">
                  <c:v>09:12</c:v>
                </c:pt>
                <c:pt idx="346">
                  <c:v>09:12</c:v>
                </c:pt>
                <c:pt idx="347">
                  <c:v>09:12</c:v>
                </c:pt>
                <c:pt idx="348">
                  <c:v>09:12</c:v>
                </c:pt>
                <c:pt idx="349">
                  <c:v>09:12</c:v>
                </c:pt>
                <c:pt idx="350">
                  <c:v>09:12</c:v>
                </c:pt>
                <c:pt idx="351">
                  <c:v>09:12</c:v>
                </c:pt>
                <c:pt idx="352">
                  <c:v>09:12</c:v>
                </c:pt>
                <c:pt idx="353">
                  <c:v>09:12</c:v>
                </c:pt>
                <c:pt idx="354">
                  <c:v>09:12</c:v>
                </c:pt>
                <c:pt idx="355">
                  <c:v>09:12</c:v>
                </c:pt>
                <c:pt idx="356">
                  <c:v>09:12</c:v>
                </c:pt>
                <c:pt idx="357">
                  <c:v>09:12</c:v>
                </c:pt>
                <c:pt idx="358">
                  <c:v>09:12</c:v>
                </c:pt>
                <c:pt idx="359">
                  <c:v>09:12</c:v>
                </c:pt>
                <c:pt idx="360">
                  <c:v>09:13</c:v>
                </c:pt>
                <c:pt idx="361">
                  <c:v>09:13</c:v>
                </c:pt>
                <c:pt idx="362">
                  <c:v>09:13</c:v>
                </c:pt>
                <c:pt idx="363">
                  <c:v>09:13</c:v>
                </c:pt>
                <c:pt idx="364">
                  <c:v>09:13</c:v>
                </c:pt>
                <c:pt idx="365">
                  <c:v>09:13</c:v>
                </c:pt>
                <c:pt idx="366">
                  <c:v>09:13</c:v>
                </c:pt>
                <c:pt idx="367">
                  <c:v>09:13</c:v>
                </c:pt>
                <c:pt idx="368">
                  <c:v>09:13</c:v>
                </c:pt>
                <c:pt idx="369">
                  <c:v>09:13</c:v>
                </c:pt>
                <c:pt idx="370">
                  <c:v>09:13</c:v>
                </c:pt>
                <c:pt idx="371">
                  <c:v>09:13</c:v>
                </c:pt>
                <c:pt idx="372">
                  <c:v>09:13</c:v>
                </c:pt>
                <c:pt idx="373">
                  <c:v>09:13</c:v>
                </c:pt>
                <c:pt idx="374">
                  <c:v>09:13</c:v>
                </c:pt>
                <c:pt idx="375">
                  <c:v>09:13</c:v>
                </c:pt>
                <c:pt idx="376">
                  <c:v>09:13</c:v>
                </c:pt>
                <c:pt idx="377">
                  <c:v>09:13</c:v>
                </c:pt>
                <c:pt idx="378">
                  <c:v>09:13</c:v>
                </c:pt>
                <c:pt idx="379">
                  <c:v>09:13</c:v>
                </c:pt>
                <c:pt idx="380">
                  <c:v>09:13</c:v>
                </c:pt>
                <c:pt idx="381">
                  <c:v>09:13</c:v>
                </c:pt>
                <c:pt idx="382">
                  <c:v>09:13</c:v>
                </c:pt>
                <c:pt idx="383">
                  <c:v>09:13</c:v>
                </c:pt>
                <c:pt idx="384">
                  <c:v>09:13</c:v>
                </c:pt>
                <c:pt idx="385">
                  <c:v>09:13</c:v>
                </c:pt>
                <c:pt idx="386">
                  <c:v>09:13</c:v>
                </c:pt>
                <c:pt idx="387">
                  <c:v>09:13</c:v>
                </c:pt>
                <c:pt idx="388">
                  <c:v>09:13</c:v>
                </c:pt>
                <c:pt idx="389">
                  <c:v>09:13</c:v>
                </c:pt>
                <c:pt idx="390">
                  <c:v>09:14</c:v>
                </c:pt>
                <c:pt idx="391">
                  <c:v>09:14</c:v>
                </c:pt>
                <c:pt idx="392">
                  <c:v>09:14</c:v>
                </c:pt>
                <c:pt idx="393">
                  <c:v>09:14</c:v>
                </c:pt>
                <c:pt idx="394">
                  <c:v>09:14</c:v>
                </c:pt>
                <c:pt idx="395">
                  <c:v>09:14</c:v>
                </c:pt>
                <c:pt idx="396">
                  <c:v>09:14</c:v>
                </c:pt>
                <c:pt idx="397">
                  <c:v>09:14</c:v>
                </c:pt>
                <c:pt idx="398">
                  <c:v>09:14</c:v>
                </c:pt>
                <c:pt idx="399">
                  <c:v>09:14</c:v>
                </c:pt>
                <c:pt idx="400">
                  <c:v>09:14</c:v>
                </c:pt>
                <c:pt idx="401">
                  <c:v>09:14</c:v>
                </c:pt>
                <c:pt idx="402">
                  <c:v>09:14</c:v>
                </c:pt>
                <c:pt idx="403">
                  <c:v>09:14</c:v>
                </c:pt>
                <c:pt idx="404">
                  <c:v>09:14</c:v>
                </c:pt>
                <c:pt idx="405">
                  <c:v>09:14</c:v>
                </c:pt>
                <c:pt idx="406">
                  <c:v>09:14</c:v>
                </c:pt>
                <c:pt idx="407">
                  <c:v>09:14</c:v>
                </c:pt>
                <c:pt idx="408">
                  <c:v>09:14</c:v>
                </c:pt>
                <c:pt idx="409">
                  <c:v>09:14</c:v>
                </c:pt>
                <c:pt idx="410">
                  <c:v>09:14</c:v>
                </c:pt>
                <c:pt idx="411">
                  <c:v>09:14</c:v>
                </c:pt>
                <c:pt idx="412">
                  <c:v>09:14</c:v>
                </c:pt>
                <c:pt idx="413">
                  <c:v>09:14</c:v>
                </c:pt>
                <c:pt idx="414">
                  <c:v>09:14</c:v>
                </c:pt>
                <c:pt idx="415">
                  <c:v>09:14</c:v>
                </c:pt>
                <c:pt idx="416">
                  <c:v>09:14</c:v>
                </c:pt>
                <c:pt idx="417">
                  <c:v>09:14</c:v>
                </c:pt>
                <c:pt idx="418">
                  <c:v>09:14</c:v>
                </c:pt>
                <c:pt idx="419">
                  <c:v>09:14</c:v>
                </c:pt>
                <c:pt idx="420">
                  <c:v>09:15</c:v>
                </c:pt>
                <c:pt idx="421">
                  <c:v>09:15</c:v>
                </c:pt>
                <c:pt idx="422">
                  <c:v>09:15</c:v>
                </c:pt>
                <c:pt idx="423">
                  <c:v>09:15</c:v>
                </c:pt>
                <c:pt idx="424">
                  <c:v>09:15</c:v>
                </c:pt>
                <c:pt idx="425">
                  <c:v>09:15</c:v>
                </c:pt>
                <c:pt idx="426">
                  <c:v>09:15</c:v>
                </c:pt>
                <c:pt idx="427">
                  <c:v>09:15</c:v>
                </c:pt>
                <c:pt idx="428">
                  <c:v>09:15</c:v>
                </c:pt>
                <c:pt idx="429">
                  <c:v>09:15</c:v>
                </c:pt>
                <c:pt idx="430">
                  <c:v>09:15</c:v>
                </c:pt>
                <c:pt idx="431">
                  <c:v>09:15</c:v>
                </c:pt>
                <c:pt idx="432">
                  <c:v>09:15</c:v>
                </c:pt>
                <c:pt idx="433">
                  <c:v>09:15</c:v>
                </c:pt>
                <c:pt idx="434">
                  <c:v>09:15</c:v>
                </c:pt>
                <c:pt idx="435">
                  <c:v>09:15</c:v>
                </c:pt>
                <c:pt idx="436">
                  <c:v>09:15</c:v>
                </c:pt>
                <c:pt idx="437">
                  <c:v>09:15</c:v>
                </c:pt>
                <c:pt idx="438">
                  <c:v>09:15</c:v>
                </c:pt>
                <c:pt idx="439">
                  <c:v>09:15</c:v>
                </c:pt>
                <c:pt idx="440">
                  <c:v>09:15</c:v>
                </c:pt>
                <c:pt idx="441">
                  <c:v>09:15</c:v>
                </c:pt>
                <c:pt idx="442">
                  <c:v>09:15</c:v>
                </c:pt>
                <c:pt idx="443">
                  <c:v>09:15</c:v>
                </c:pt>
                <c:pt idx="444">
                  <c:v>09:15</c:v>
                </c:pt>
                <c:pt idx="445">
                  <c:v>09:15</c:v>
                </c:pt>
                <c:pt idx="446">
                  <c:v>09:15</c:v>
                </c:pt>
                <c:pt idx="447">
                  <c:v>09:15</c:v>
                </c:pt>
                <c:pt idx="448">
                  <c:v>09:15</c:v>
                </c:pt>
                <c:pt idx="449">
                  <c:v>09:15</c:v>
                </c:pt>
                <c:pt idx="450">
                  <c:v>09:16</c:v>
                </c:pt>
                <c:pt idx="451">
                  <c:v>09:16</c:v>
                </c:pt>
                <c:pt idx="452">
                  <c:v>09:16</c:v>
                </c:pt>
                <c:pt idx="453">
                  <c:v>09:16</c:v>
                </c:pt>
                <c:pt idx="454">
                  <c:v>09:16</c:v>
                </c:pt>
                <c:pt idx="455">
                  <c:v>09:16</c:v>
                </c:pt>
                <c:pt idx="456">
                  <c:v>09:16</c:v>
                </c:pt>
                <c:pt idx="457">
                  <c:v>09:16</c:v>
                </c:pt>
                <c:pt idx="458">
                  <c:v>09:16</c:v>
                </c:pt>
                <c:pt idx="459">
                  <c:v>09:16</c:v>
                </c:pt>
                <c:pt idx="460">
                  <c:v>09:16</c:v>
                </c:pt>
                <c:pt idx="461">
                  <c:v>09:16</c:v>
                </c:pt>
                <c:pt idx="462">
                  <c:v>09:16</c:v>
                </c:pt>
                <c:pt idx="463">
                  <c:v>09:16</c:v>
                </c:pt>
                <c:pt idx="464">
                  <c:v>09:16</c:v>
                </c:pt>
                <c:pt idx="465">
                  <c:v>09:16</c:v>
                </c:pt>
                <c:pt idx="466">
                  <c:v>09:16</c:v>
                </c:pt>
                <c:pt idx="467">
                  <c:v>09:16</c:v>
                </c:pt>
                <c:pt idx="468">
                  <c:v>09:16</c:v>
                </c:pt>
                <c:pt idx="469">
                  <c:v>09:16</c:v>
                </c:pt>
                <c:pt idx="470">
                  <c:v>09:16</c:v>
                </c:pt>
                <c:pt idx="471">
                  <c:v>09:16</c:v>
                </c:pt>
                <c:pt idx="472">
                  <c:v>09:16</c:v>
                </c:pt>
                <c:pt idx="473">
                  <c:v>09:16</c:v>
                </c:pt>
                <c:pt idx="474">
                  <c:v>09:16</c:v>
                </c:pt>
                <c:pt idx="475">
                  <c:v>09:16</c:v>
                </c:pt>
                <c:pt idx="476">
                  <c:v>09:16</c:v>
                </c:pt>
                <c:pt idx="477">
                  <c:v>09:16</c:v>
                </c:pt>
                <c:pt idx="478">
                  <c:v>09:16</c:v>
                </c:pt>
                <c:pt idx="479">
                  <c:v>09:16</c:v>
                </c:pt>
                <c:pt idx="480">
                  <c:v>09:17</c:v>
                </c:pt>
                <c:pt idx="481">
                  <c:v>09:17</c:v>
                </c:pt>
                <c:pt idx="482">
                  <c:v>09:17</c:v>
                </c:pt>
                <c:pt idx="483">
                  <c:v>09:17</c:v>
                </c:pt>
                <c:pt idx="484">
                  <c:v>09:17</c:v>
                </c:pt>
                <c:pt idx="485">
                  <c:v>09:17</c:v>
                </c:pt>
                <c:pt idx="486">
                  <c:v>09:17</c:v>
                </c:pt>
                <c:pt idx="487">
                  <c:v>09:17</c:v>
                </c:pt>
                <c:pt idx="488">
                  <c:v>09:17</c:v>
                </c:pt>
                <c:pt idx="489">
                  <c:v>09:17</c:v>
                </c:pt>
                <c:pt idx="490">
                  <c:v>09:17</c:v>
                </c:pt>
                <c:pt idx="491">
                  <c:v>09:17</c:v>
                </c:pt>
                <c:pt idx="492">
                  <c:v>09:17</c:v>
                </c:pt>
                <c:pt idx="493">
                  <c:v>09:17</c:v>
                </c:pt>
                <c:pt idx="494">
                  <c:v>09:17</c:v>
                </c:pt>
                <c:pt idx="495">
                  <c:v>09:17</c:v>
                </c:pt>
                <c:pt idx="496">
                  <c:v>09:17</c:v>
                </c:pt>
                <c:pt idx="497">
                  <c:v>09:17</c:v>
                </c:pt>
                <c:pt idx="498">
                  <c:v>09:17</c:v>
                </c:pt>
                <c:pt idx="499">
                  <c:v>09:17</c:v>
                </c:pt>
                <c:pt idx="500">
                  <c:v>09:17</c:v>
                </c:pt>
                <c:pt idx="501">
                  <c:v>09:17</c:v>
                </c:pt>
                <c:pt idx="502">
                  <c:v>09:17</c:v>
                </c:pt>
                <c:pt idx="503">
                  <c:v>09:17</c:v>
                </c:pt>
                <c:pt idx="504">
                  <c:v>09:17</c:v>
                </c:pt>
                <c:pt idx="505">
                  <c:v>09:17</c:v>
                </c:pt>
                <c:pt idx="506">
                  <c:v>09:17</c:v>
                </c:pt>
                <c:pt idx="507">
                  <c:v>09:17</c:v>
                </c:pt>
                <c:pt idx="508">
                  <c:v>09:17</c:v>
                </c:pt>
                <c:pt idx="509">
                  <c:v>09:17</c:v>
                </c:pt>
                <c:pt idx="510">
                  <c:v>09:18</c:v>
                </c:pt>
                <c:pt idx="511">
                  <c:v>09:18</c:v>
                </c:pt>
                <c:pt idx="512">
                  <c:v>09:18</c:v>
                </c:pt>
                <c:pt idx="513">
                  <c:v>09:18</c:v>
                </c:pt>
                <c:pt idx="514">
                  <c:v>09:18</c:v>
                </c:pt>
                <c:pt idx="515">
                  <c:v>09:18</c:v>
                </c:pt>
                <c:pt idx="516">
                  <c:v>09:18</c:v>
                </c:pt>
                <c:pt idx="517">
                  <c:v>09:18</c:v>
                </c:pt>
                <c:pt idx="518">
                  <c:v>09:18</c:v>
                </c:pt>
                <c:pt idx="519">
                  <c:v>09:18</c:v>
                </c:pt>
                <c:pt idx="520">
                  <c:v>09:18</c:v>
                </c:pt>
                <c:pt idx="521">
                  <c:v>09:18</c:v>
                </c:pt>
                <c:pt idx="522">
                  <c:v>09:18</c:v>
                </c:pt>
                <c:pt idx="523">
                  <c:v>09:18</c:v>
                </c:pt>
                <c:pt idx="524">
                  <c:v>09:18</c:v>
                </c:pt>
                <c:pt idx="525">
                  <c:v>09:18</c:v>
                </c:pt>
                <c:pt idx="526">
                  <c:v>09:18</c:v>
                </c:pt>
                <c:pt idx="527">
                  <c:v>09:18</c:v>
                </c:pt>
                <c:pt idx="528">
                  <c:v>09:18</c:v>
                </c:pt>
                <c:pt idx="529">
                  <c:v>09:18</c:v>
                </c:pt>
                <c:pt idx="530">
                  <c:v>09:18</c:v>
                </c:pt>
                <c:pt idx="531">
                  <c:v>09:18</c:v>
                </c:pt>
                <c:pt idx="532">
                  <c:v>09:18</c:v>
                </c:pt>
                <c:pt idx="533">
                  <c:v>09:18</c:v>
                </c:pt>
                <c:pt idx="534">
                  <c:v>09:18</c:v>
                </c:pt>
                <c:pt idx="535">
                  <c:v>09:18</c:v>
                </c:pt>
                <c:pt idx="536">
                  <c:v>09:18</c:v>
                </c:pt>
                <c:pt idx="537">
                  <c:v>09:18</c:v>
                </c:pt>
                <c:pt idx="538">
                  <c:v>09:18</c:v>
                </c:pt>
                <c:pt idx="539">
                  <c:v>09:18</c:v>
                </c:pt>
                <c:pt idx="540">
                  <c:v>09:19</c:v>
                </c:pt>
                <c:pt idx="541">
                  <c:v>09:19</c:v>
                </c:pt>
                <c:pt idx="542">
                  <c:v>09:19</c:v>
                </c:pt>
                <c:pt idx="543">
                  <c:v>09:19</c:v>
                </c:pt>
                <c:pt idx="544">
                  <c:v>09:19</c:v>
                </c:pt>
                <c:pt idx="545">
                  <c:v>09:19</c:v>
                </c:pt>
                <c:pt idx="546">
                  <c:v>09:19</c:v>
                </c:pt>
                <c:pt idx="547">
                  <c:v>09:19</c:v>
                </c:pt>
                <c:pt idx="548">
                  <c:v>09:19</c:v>
                </c:pt>
                <c:pt idx="549">
                  <c:v>09:19</c:v>
                </c:pt>
                <c:pt idx="550">
                  <c:v>09:19</c:v>
                </c:pt>
                <c:pt idx="551">
                  <c:v>09:19</c:v>
                </c:pt>
                <c:pt idx="552">
                  <c:v>09:19</c:v>
                </c:pt>
                <c:pt idx="553">
                  <c:v>09:19</c:v>
                </c:pt>
                <c:pt idx="554">
                  <c:v>09:19</c:v>
                </c:pt>
                <c:pt idx="555">
                  <c:v>09:19</c:v>
                </c:pt>
                <c:pt idx="556">
                  <c:v>09:19</c:v>
                </c:pt>
                <c:pt idx="557">
                  <c:v>09:19</c:v>
                </c:pt>
                <c:pt idx="558">
                  <c:v>09:19</c:v>
                </c:pt>
                <c:pt idx="559">
                  <c:v>09:19</c:v>
                </c:pt>
                <c:pt idx="560">
                  <c:v>09:19</c:v>
                </c:pt>
                <c:pt idx="561">
                  <c:v>09:19</c:v>
                </c:pt>
                <c:pt idx="562">
                  <c:v>09:19</c:v>
                </c:pt>
                <c:pt idx="563">
                  <c:v>09:19</c:v>
                </c:pt>
                <c:pt idx="564">
                  <c:v>09:19</c:v>
                </c:pt>
                <c:pt idx="565">
                  <c:v>09:19</c:v>
                </c:pt>
                <c:pt idx="566">
                  <c:v>09:19</c:v>
                </c:pt>
                <c:pt idx="567">
                  <c:v>09:19</c:v>
                </c:pt>
                <c:pt idx="568">
                  <c:v>09:19</c:v>
                </c:pt>
                <c:pt idx="569">
                  <c:v>09:19</c:v>
                </c:pt>
                <c:pt idx="570">
                  <c:v>09:20</c:v>
                </c:pt>
                <c:pt idx="571">
                  <c:v>09:20</c:v>
                </c:pt>
                <c:pt idx="572">
                  <c:v>09:20</c:v>
                </c:pt>
                <c:pt idx="573">
                  <c:v>09:20</c:v>
                </c:pt>
                <c:pt idx="574">
                  <c:v>09:20</c:v>
                </c:pt>
                <c:pt idx="575">
                  <c:v>09:20</c:v>
                </c:pt>
                <c:pt idx="576">
                  <c:v>09:20</c:v>
                </c:pt>
                <c:pt idx="577">
                  <c:v>09:20</c:v>
                </c:pt>
                <c:pt idx="578">
                  <c:v>09:20</c:v>
                </c:pt>
                <c:pt idx="579">
                  <c:v>09:20</c:v>
                </c:pt>
                <c:pt idx="580">
                  <c:v>09:20</c:v>
                </c:pt>
                <c:pt idx="581">
                  <c:v>09:20</c:v>
                </c:pt>
                <c:pt idx="582">
                  <c:v>09:20</c:v>
                </c:pt>
                <c:pt idx="583">
                  <c:v>09:20</c:v>
                </c:pt>
                <c:pt idx="584">
                  <c:v>09:20</c:v>
                </c:pt>
                <c:pt idx="585">
                  <c:v>09:20</c:v>
                </c:pt>
                <c:pt idx="586">
                  <c:v>09:20</c:v>
                </c:pt>
                <c:pt idx="587">
                  <c:v>09:20</c:v>
                </c:pt>
                <c:pt idx="588">
                  <c:v>09:20</c:v>
                </c:pt>
                <c:pt idx="589">
                  <c:v>09:20</c:v>
                </c:pt>
                <c:pt idx="590">
                  <c:v>09:20</c:v>
                </c:pt>
                <c:pt idx="591">
                  <c:v>09:20</c:v>
                </c:pt>
                <c:pt idx="592">
                  <c:v>09:20</c:v>
                </c:pt>
                <c:pt idx="593">
                  <c:v>09:20</c:v>
                </c:pt>
                <c:pt idx="594">
                  <c:v>09:20</c:v>
                </c:pt>
                <c:pt idx="595">
                  <c:v>09:20</c:v>
                </c:pt>
                <c:pt idx="596">
                  <c:v>09:20</c:v>
                </c:pt>
                <c:pt idx="597">
                  <c:v>09:20</c:v>
                </c:pt>
                <c:pt idx="598">
                  <c:v>09:20</c:v>
                </c:pt>
                <c:pt idx="599">
                  <c:v>09:20</c:v>
                </c:pt>
                <c:pt idx="600">
                  <c:v>09:21</c:v>
                </c:pt>
                <c:pt idx="601">
                  <c:v>09:21</c:v>
                </c:pt>
                <c:pt idx="602">
                  <c:v>09:21</c:v>
                </c:pt>
                <c:pt idx="603">
                  <c:v>09:21</c:v>
                </c:pt>
                <c:pt idx="604">
                  <c:v>09:21</c:v>
                </c:pt>
                <c:pt idx="605">
                  <c:v>09:21</c:v>
                </c:pt>
                <c:pt idx="606">
                  <c:v>09:21</c:v>
                </c:pt>
                <c:pt idx="607">
                  <c:v>09:21</c:v>
                </c:pt>
                <c:pt idx="608">
                  <c:v>09:21</c:v>
                </c:pt>
                <c:pt idx="609">
                  <c:v>09:21</c:v>
                </c:pt>
                <c:pt idx="610">
                  <c:v>09:21</c:v>
                </c:pt>
                <c:pt idx="611">
                  <c:v>09:21</c:v>
                </c:pt>
                <c:pt idx="612">
                  <c:v>09:21</c:v>
                </c:pt>
                <c:pt idx="613">
                  <c:v>09:21</c:v>
                </c:pt>
                <c:pt idx="614">
                  <c:v>09:21</c:v>
                </c:pt>
                <c:pt idx="615">
                  <c:v>09:21</c:v>
                </c:pt>
                <c:pt idx="616">
                  <c:v>09:21</c:v>
                </c:pt>
                <c:pt idx="617">
                  <c:v>09:21</c:v>
                </c:pt>
                <c:pt idx="618">
                  <c:v>09:21</c:v>
                </c:pt>
                <c:pt idx="619">
                  <c:v>09:21</c:v>
                </c:pt>
                <c:pt idx="620">
                  <c:v>09:21</c:v>
                </c:pt>
                <c:pt idx="621">
                  <c:v>09:21</c:v>
                </c:pt>
                <c:pt idx="622">
                  <c:v>09:21</c:v>
                </c:pt>
                <c:pt idx="623">
                  <c:v>09:21</c:v>
                </c:pt>
                <c:pt idx="624">
                  <c:v>09:21</c:v>
                </c:pt>
                <c:pt idx="625">
                  <c:v>09:21</c:v>
                </c:pt>
                <c:pt idx="626">
                  <c:v>09:21</c:v>
                </c:pt>
                <c:pt idx="627">
                  <c:v>09:21</c:v>
                </c:pt>
                <c:pt idx="628">
                  <c:v>09:21</c:v>
                </c:pt>
                <c:pt idx="629">
                  <c:v>09:21</c:v>
                </c:pt>
                <c:pt idx="630">
                  <c:v>09:22</c:v>
                </c:pt>
                <c:pt idx="631">
                  <c:v>09:22</c:v>
                </c:pt>
                <c:pt idx="632">
                  <c:v>09:22</c:v>
                </c:pt>
                <c:pt idx="633">
                  <c:v>09:22</c:v>
                </c:pt>
                <c:pt idx="634">
                  <c:v>09:22</c:v>
                </c:pt>
                <c:pt idx="635">
                  <c:v>09:22</c:v>
                </c:pt>
                <c:pt idx="636">
                  <c:v>09:22</c:v>
                </c:pt>
                <c:pt idx="637">
                  <c:v>09:22</c:v>
                </c:pt>
                <c:pt idx="638">
                  <c:v>09:22</c:v>
                </c:pt>
                <c:pt idx="639">
                  <c:v>09:22</c:v>
                </c:pt>
                <c:pt idx="640">
                  <c:v>09:22</c:v>
                </c:pt>
                <c:pt idx="641">
                  <c:v>09:22</c:v>
                </c:pt>
                <c:pt idx="642">
                  <c:v>09:22</c:v>
                </c:pt>
                <c:pt idx="643">
                  <c:v>09:22</c:v>
                </c:pt>
                <c:pt idx="644">
                  <c:v>09:22</c:v>
                </c:pt>
                <c:pt idx="645">
                  <c:v>09:22</c:v>
                </c:pt>
                <c:pt idx="646">
                  <c:v>09:22</c:v>
                </c:pt>
                <c:pt idx="647">
                  <c:v>09:22</c:v>
                </c:pt>
                <c:pt idx="648">
                  <c:v>09:22</c:v>
                </c:pt>
                <c:pt idx="649">
                  <c:v>09:22</c:v>
                </c:pt>
                <c:pt idx="650">
                  <c:v>09:22</c:v>
                </c:pt>
                <c:pt idx="651">
                  <c:v>09:22</c:v>
                </c:pt>
                <c:pt idx="652">
                  <c:v>09:22</c:v>
                </c:pt>
                <c:pt idx="653">
                  <c:v>09:22</c:v>
                </c:pt>
                <c:pt idx="654">
                  <c:v>09:22</c:v>
                </c:pt>
                <c:pt idx="655">
                  <c:v>09:22</c:v>
                </c:pt>
                <c:pt idx="656">
                  <c:v>09:22</c:v>
                </c:pt>
                <c:pt idx="657">
                  <c:v>09:22</c:v>
                </c:pt>
                <c:pt idx="658">
                  <c:v>09:22</c:v>
                </c:pt>
                <c:pt idx="659">
                  <c:v>09:22</c:v>
                </c:pt>
                <c:pt idx="660">
                  <c:v>09:23</c:v>
                </c:pt>
                <c:pt idx="661">
                  <c:v>09:23</c:v>
                </c:pt>
                <c:pt idx="662">
                  <c:v>09:23</c:v>
                </c:pt>
                <c:pt idx="663">
                  <c:v>09:23</c:v>
                </c:pt>
                <c:pt idx="664">
                  <c:v>09:23</c:v>
                </c:pt>
                <c:pt idx="665">
                  <c:v>09:23</c:v>
                </c:pt>
                <c:pt idx="666">
                  <c:v>09:23</c:v>
                </c:pt>
                <c:pt idx="667">
                  <c:v>09:23</c:v>
                </c:pt>
                <c:pt idx="668">
                  <c:v>09:23</c:v>
                </c:pt>
                <c:pt idx="669">
                  <c:v>09:23</c:v>
                </c:pt>
                <c:pt idx="670">
                  <c:v>09:23</c:v>
                </c:pt>
                <c:pt idx="671">
                  <c:v>09:23</c:v>
                </c:pt>
                <c:pt idx="672">
                  <c:v>09:23</c:v>
                </c:pt>
                <c:pt idx="673">
                  <c:v>09:23</c:v>
                </c:pt>
                <c:pt idx="674">
                  <c:v>09:23</c:v>
                </c:pt>
                <c:pt idx="675">
                  <c:v>09:23</c:v>
                </c:pt>
                <c:pt idx="676">
                  <c:v>09:23</c:v>
                </c:pt>
                <c:pt idx="677">
                  <c:v>09:23</c:v>
                </c:pt>
                <c:pt idx="678">
                  <c:v>09:23</c:v>
                </c:pt>
                <c:pt idx="679">
                  <c:v>09:23</c:v>
                </c:pt>
                <c:pt idx="680">
                  <c:v>09:23</c:v>
                </c:pt>
                <c:pt idx="681">
                  <c:v>09:23</c:v>
                </c:pt>
                <c:pt idx="682">
                  <c:v>09:23</c:v>
                </c:pt>
                <c:pt idx="683">
                  <c:v>09:23</c:v>
                </c:pt>
                <c:pt idx="684">
                  <c:v>09:23</c:v>
                </c:pt>
                <c:pt idx="685">
                  <c:v>09:23</c:v>
                </c:pt>
                <c:pt idx="686">
                  <c:v>09:23</c:v>
                </c:pt>
                <c:pt idx="687">
                  <c:v>09:23</c:v>
                </c:pt>
                <c:pt idx="688">
                  <c:v>09:23</c:v>
                </c:pt>
                <c:pt idx="689">
                  <c:v>09:23</c:v>
                </c:pt>
                <c:pt idx="690">
                  <c:v>09:24</c:v>
                </c:pt>
                <c:pt idx="691">
                  <c:v>09:24</c:v>
                </c:pt>
                <c:pt idx="692">
                  <c:v>09:24</c:v>
                </c:pt>
                <c:pt idx="693">
                  <c:v>09:24</c:v>
                </c:pt>
                <c:pt idx="694">
                  <c:v>09:24</c:v>
                </c:pt>
                <c:pt idx="695">
                  <c:v>09:24</c:v>
                </c:pt>
                <c:pt idx="696">
                  <c:v>09:24</c:v>
                </c:pt>
                <c:pt idx="697">
                  <c:v>09:24</c:v>
                </c:pt>
                <c:pt idx="698">
                  <c:v>09:24</c:v>
                </c:pt>
                <c:pt idx="699">
                  <c:v>09:24</c:v>
                </c:pt>
                <c:pt idx="700">
                  <c:v>09:24</c:v>
                </c:pt>
                <c:pt idx="701">
                  <c:v>09:24</c:v>
                </c:pt>
                <c:pt idx="702">
                  <c:v>09:24</c:v>
                </c:pt>
                <c:pt idx="703">
                  <c:v>09:24</c:v>
                </c:pt>
                <c:pt idx="704">
                  <c:v>09:24</c:v>
                </c:pt>
                <c:pt idx="705">
                  <c:v>09:24</c:v>
                </c:pt>
                <c:pt idx="706">
                  <c:v>09:24</c:v>
                </c:pt>
                <c:pt idx="707">
                  <c:v>09:24</c:v>
                </c:pt>
                <c:pt idx="708">
                  <c:v>09:24</c:v>
                </c:pt>
                <c:pt idx="709">
                  <c:v>09:24</c:v>
                </c:pt>
                <c:pt idx="710">
                  <c:v>09:24</c:v>
                </c:pt>
                <c:pt idx="711">
                  <c:v>09:24</c:v>
                </c:pt>
                <c:pt idx="712">
                  <c:v>09:24</c:v>
                </c:pt>
                <c:pt idx="713">
                  <c:v>09:24</c:v>
                </c:pt>
                <c:pt idx="714">
                  <c:v>09:24</c:v>
                </c:pt>
                <c:pt idx="715">
                  <c:v>09:24</c:v>
                </c:pt>
                <c:pt idx="716">
                  <c:v>09:24</c:v>
                </c:pt>
                <c:pt idx="717">
                  <c:v>09:24</c:v>
                </c:pt>
                <c:pt idx="718">
                  <c:v>09:24</c:v>
                </c:pt>
                <c:pt idx="719">
                  <c:v>09:24</c:v>
                </c:pt>
                <c:pt idx="720">
                  <c:v>09:25</c:v>
                </c:pt>
                <c:pt idx="721">
                  <c:v>09:25</c:v>
                </c:pt>
                <c:pt idx="722">
                  <c:v>09:25</c:v>
                </c:pt>
                <c:pt idx="723">
                  <c:v>09:25</c:v>
                </c:pt>
                <c:pt idx="724">
                  <c:v>09:25</c:v>
                </c:pt>
                <c:pt idx="725">
                  <c:v>09:25</c:v>
                </c:pt>
                <c:pt idx="726">
                  <c:v>09:25</c:v>
                </c:pt>
                <c:pt idx="727">
                  <c:v>09:25</c:v>
                </c:pt>
                <c:pt idx="728">
                  <c:v>09:25</c:v>
                </c:pt>
                <c:pt idx="729">
                  <c:v>09:25</c:v>
                </c:pt>
                <c:pt idx="730">
                  <c:v>09:25</c:v>
                </c:pt>
                <c:pt idx="731">
                  <c:v>09:25</c:v>
                </c:pt>
                <c:pt idx="732">
                  <c:v>09:25</c:v>
                </c:pt>
                <c:pt idx="733">
                  <c:v>09:25</c:v>
                </c:pt>
                <c:pt idx="734">
                  <c:v>09:25</c:v>
                </c:pt>
                <c:pt idx="735">
                  <c:v>09:25</c:v>
                </c:pt>
                <c:pt idx="736">
                  <c:v>09:25</c:v>
                </c:pt>
                <c:pt idx="737">
                  <c:v>09:25</c:v>
                </c:pt>
                <c:pt idx="738">
                  <c:v>09:25</c:v>
                </c:pt>
                <c:pt idx="739">
                  <c:v>09:25</c:v>
                </c:pt>
                <c:pt idx="740">
                  <c:v>09:25</c:v>
                </c:pt>
                <c:pt idx="741">
                  <c:v>09:25</c:v>
                </c:pt>
                <c:pt idx="742">
                  <c:v>09:25</c:v>
                </c:pt>
                <c:pt idx="743">
                  <c:v>09:25</c:v>
                </c:pt>
                <c:pt idx="744">
                  <c:v>09:25</c:v>
                </c:pt>
                <c:pt idx="745">
                  <c:v>09:25</c:v>
                </c:pt>
                <c:pt idx="746">
                  <c:v>09:25</c:v>
                </c:pt>
                <c:pt idx="747">
                  <c:v>09:25</c:v>
                </c:pt>
                <c:pt idx="748">
                  <c:v>09:25</c:v>
                </c:pt>
                <c:pt idx="749">
                  <c:v>09:25</c:v>
                </c:pt>
                <c:pt idx="750">
                  <c:v>09:26</c:v>
                </c:pt>
                <c:pt idx="751">
                  <c:v>09:26</c:v>
                </c:pt>
                <c:pt idx="752">
                  <c:v>09:26</c:v>
                </c:pt>
                <c:pt idx="753">
                  <c:v>09:26</c:v>
                </c:pt>
                <c:pt idx="754">
                  <c:v>09:26</c:v>
                </c:pt>
                <c:pt idx="755">
                  <c:v>09:26</c:v>
                </c:pt>
                <c:pt idx="756">
                  <c:v>09:26</c:v>
                </c:pt>
                <c:pt idx="757">
                  <c:v>09:26</c:v>
                </c:pt>
                <c:pt idx="758">
                  <c:v>09:26</c:v>
                </c:pt>
                <c:pt idx="759">
                  <c:v>09:26</c:v>
                </c:pt>
                <c:pt idx="760">
                  <c:v>09:26</c:v>
                </c:pt>
                <c:pt idx="761">
                  <c:v>09:26</c:v>
                </c:pt>
                <c:pt idx="762">
                  <c:v>09:26</c:v>
                </c:pt>
                <c:pt idx="763">
                  <c:v>09:26</c:v>
                </c:pt>
                <c:pt idx="764">
                  <c:v>09:26</c:v>
                </c:pt>
                <c:pt idx="765">
                  <c:v>09:26</c:v>
                </c:pt>
                <c:pt idx="766">
                  <c:v>09:26</c:v>
                </c:pt>
                <c:pt idx="767">
                  <c:v>09:26</c:v>
                </c:pt>
                <c:pt idx="768">
                  <c:v>09:26</c:v>
                </c:pt>
                <c:pt idx="769">
                  <c:v>09:26</c:v>
                </c:pt>
                <c:pt idx="770">
                  <c:v>09:26</c:v>
                </c:pt>
                <c:pt idx="771">
                  <c:v>09:26</c:v>
                </c:pt>
                <c:pt idx="772">
                  <c:v>09:26</c:v>
                </c:pt>
                <c:pt idx="773">
                  <c:v>09:26</c:v>
                </c:pt>
                <c:pt idx="774">
                  <c:v>09:26</c:v>
                </c:pt>
                <c:pt idx="775">
                  <c:v>09:26</c:v>
                </c:pt>
                <c:pt idx="776">
                  <c:v>09:26</c:v>
                </c:pt>
                <c:pt idx="777">
                  <c:v>09:26</c:v>
                </c:pt>
                <c:pt idx="778">
                  <c:v>09:26</c:v>
                </c:pt>
                <c:pt idx="779">
                  <c:v>09:26</c:v>
                </c:pt>
                <c:pt idx="780">
                  <c:v>09:27</c:v>
                </c:pt>
                <c:pt idx="781">
                  <c:v>09:27</c:v>
                </c:pt>
                <c:pt idx="782">
                  <c:v>09:27</c:v>
                </c:pt>
                <c:pt idx="783">
                  <c:v>09:27</c:v>
                </c:pt>
                <c:pt idx="784">
                  <c:v>09:27</c:v>
                </c:pt>
                <c:pt idx="785">
                  <c:v>09:27</c:v>
                </c:pt>
                <c:pt idx="786">
                  <c:v>09:27</c:v>
                </c:pt>
                <c:pt idx="787">
                  <c:v>09:27</c:v>
                </c:pt>
                <c:pt idx="788">
                  <c:v>09:27</c:v>
                </c:pt>
                <c:pt idx="789">
                  <c:v>09:27</c:v>
                </c:pt>
                <c:pt idx="790">
                  <c:v>09:27</c:v>
                </c:pt>
                <c:pt idx="791">
                  <c:v>09:27</c:v>
                </c:pt>
                <c:pt idx="792">
                  <c:v>09:27</c:v>
                </c:pt>
                <c:pt idx="793">
                  <c:v>09:27</c:v>
                </c:pt>
                <c:pt idx="794">
                  <c:v>09:27</c:v>
                </c:pt>
                <c:pt idx="795">
                  <c:v>09:27</c:v>
                </c:pt>
                <c:pt idx="796">
                  <c:v>09:27</c:v>
                </c:pt>
                <c:pt idx="797">
                  <c:v>09:27</c:v>
                </c:pt>
                <c:pt idx="798">
                  <c:v>09:27</c:v>
                </c:pt>
                <c:pt idx="799">
                  <c:v>09:27</c:v>
                </c:pt>
                <c:pt idx="800">
                  <c:v>09:27</c:v>
                </c:pt>
                <c:pt idx="801">
                  <c:v>09:27</c:v>
                </c:pt>
                <c:pt idx="802">
                  <c:v>09:27</c:v>
                </c:pt>
                <c:pt idx="803">
                  <c:v>09:27</c:v>
                </c:pt>
                <c:pt idx="804">
                  <c:v>09:27</c:v>
                </c:pt>
                <c:pt idx="805">
                  <c:v>09:27</c:v>
                </c:pt>
                <c:pt idx="806">
                  <c:v>09:27</c:v>
                </c:pt>
                <c:pt idx="807">
                  <c:v>09:27</c:v>
                </c:pt>
                <c:pt idx="808">
                  <c:v>09:27</c:v>
                </c:pt>
                <c:pt idx="809">
                  <c:v>09:27</c:v>
                </c:pt>
                <c:pt idx="810">
                  <c:v>09:28</c:v>
                </c:pt>
                <c:pt idx="811">
                  <c:v>09:28</c:v>
                </c:pt>
                <c:pt idx="812">
                  <c:v>09:28</c:v>
                </c:pt>
                <c:pt idx="813">
                  <c:v>09:28</c:v>
                </c:pt>
                <c:pt idx="814">
                  <c:v>09:28</c:v>
                </c:pt>
                <c:pt idx="815">
                  <c:v>09:28</c:v>
                </c:pt>
                <c:pt idx="816">
                  <c:v>09:28</c:v>
                </c:pt>
                <c:pt idx="817">
                  <c:v>09:28</c:v>
                </c:pt>
                <c:pt idx="818">
                  <c:v>09:28</c:v>
                </c:pt>
                <c:pt idx="819">
                  <c:v>09:28</c:v>
                </c:pt>
                <c:pt idx="820">
                  <c:v>09:28</c:v>
                </c:pt>
                <c:pt idx="821">
                  <c:v>09:28</c:v>
                </c:pt>
                <c:pt idx="822">
                  <c:v>09:28</c:v>
                </c:pt>
                <c:pt idx="823">
                  <c:v>09:28</c:v>
                </c:pt>
                <c:pt idx="824">
                  <c:v>09:28</c:v>
                </c:pt>
                <c:pt idx="825">
                  <c:v>09:28</c:v>
                </c:pt>
                <c:pt idx="826">
                  <c:v>09:28</c:v>
                </c:pt>
                <c:pt idx="827">
                  <c:v>09:28</c:v>
                </c:pt>
                <c:pt idx="828">
                  <c:v>09:28</c:v>
                </c:pt>
                <c:pt idx="829">
                  <c:v>09:28</c:v>
                </c:pt>
                <c:pt idx="830">
                  <c:v>09:28</c:v>
                </c:pt>
                <c:pt idx="831">
                  <c:v>09:28</c:v>
                </c:pt>
                <c:pt idx="832">
                  <c:v>09:28</c:v>
                </c:pt>
                <c:pt idx="833">
                  <c:v>09:28</c:v>
                </c:pt>
                <c:pt idx="834">
                  <c:v>09:28</c:v>
                </c:pt>
                <c:pt idx="835">
                  <c:v>09:28</c:v>
                </c:pt>
                <c:pt idx="836">
                  <c:v>09:28</c:v>
                </c:pt>
                <c:pt idx="837">
                  <c:v>09:28</c:v>
                </c:pt>
                <c:pt idx="838">
                  <c:v>09:28</c:v>
                </c:pt>
                <c:pt idx="839">
                  <c:v>09:28</c:v>
                </c:pt>
                <c:pt idx="840">
                  <c:v>09:29</c:v>
                </c:pt>
                <c:pt idx="841">
                  <c:v>09:29</c:v>
                </c:pt>
                <c:pt idx="842">
                  <c:v>09:29</c:v>
                </c:pt>
                <c:pt idx="843">
                  <c:v>09:29</c:v>
                </c:pt>
                <c:pt idx="844">
                  <c:v>09:29</c:v>
                </c:pt>
                <c:pt idx="845">
                  <c:v>09:29</c:v>
                </c:pt>
                <c:pt idx="846">
                  <c:v>09:29</c:v>
                </c:pt>
                <c:pt idx="847">
                  <c:v>09:29</c:v>
                </c:pt>
                <c:pt idx="848">
                  <c:v>09:29</c:v>
                </c:pt>
                <c:pt idx="849">
                  <c:v>09:29</c:v>
                </c:pt>
                <c:pt idx="850">
                  <c:v>09:29</c:v>
                </c:pt>
                <c:pt idx="851">
                  <c:v>09:29</c:v>
                </c:pt>
                <c:pt idx="852">
                  <c:v>09:29</c:v>
                </c:pt>
                <c:pt idx="853">
                  <c:v>09:29</c:v>
                </c:pt>
                <c:pt idx="854">
                  <c:v>09:29</c:v>
                </c:pt>
                <c:pt idx="855">
                  <c:v>09:29</c:v>
                </c:pt>
                <c:pt idx="856">
                  <c:v>09:29</c:v>
                </c:pt>
                <c:pt idx="857">
                  <c:v>09:29</c:v>
                </c:pt>
                <c:pt idx="858">
                  <c:v>09:29</c:v>
                </c:pt>
                <c:pt idx="859">
                  <c:v>09:29</c:v>
                </c:pt>
                <c:pt idx="860">
                  <c:v>09:29</c:v>
                </c:pt>
                <c:pt idx="861">
                  <c:v>09:29</c:v>
                </c:pt>
                <c:pt idx="862">
                  <c:v>09:29</c:v>
                </c:pt>
                <c:pt idx="863">
                  <c:v>09:29</c:v>
                </c:pt>
                <c:pt idx="864">
                  <c:v>09:29</c:v>
                </c:pt>
                <c:pt idx="865">
                  <c:v>09:29</c:v>
                </c:pt>
                <c:pt idx="866">
                  <c:v>09:29</c:v>
                </c:pt>
                <c:pt idx="867">
                  <c:v>09:29</c:v>
                </c:pt>
                <c:pt idx="868">
                  <c:v>09:29</c:v>
                </c:pt>
                <c:pt idx="869">
                  <c:v>09:29</c:v>
                </c:pt>
                <c:pt idx="870">
                  <c:v>09:30</c:v>
                </c:pt>
                <c:pt idx="871">
                  <c:v>09:30</c:v>
                </c:pt>
                <c:pt idx="872">
                  <c:v>09:30</c:v>
                </c:pt>
                <c:pt idx="873">
                  <c:v>09:30</c:v>
                </c:pt>
                <c:pt idx="874">
                  <c:v>09:30</c:v>
                </c:pt>
                <c:pt idx="875">
                  <c:v>09:30</c:v>
                </c:pt>
                <c:pt idx="876">
                  <c:v>09:30</c:v>
                </c:pt>
                <c:pt idx="877">
                  <c:v>09:30</c:v>
                </c:pt>
                <c:pt idx="878">
                  <c:v>09:30</c:v>
                </c:pt>
                <c:pt idx="879">
                  <c:v>09:30</c:v>
                </c:pt>
                <c:pt idx="880">
                  <c:v>09:30</c:v>
                </c:pt>
                <c:pt idx="881">
                  <c:v>09:30</c:v>
                </c:pt>
                <c:pt idx="882">
                  <c:v>09:30</c:v>
                </c:pt>
                <c:pt idx="883">
                  <c:v>09:30</c:v>
                </c:pt>
                <c:pt idx="884">
                  <c:v>09:30</c:v>
                </c:pt>
                <c:pt idx="885">
                  <c:v>09:30</c:v>
                </c:pt>
                <c:pt idx="886">
                  <c:v>09:30</c:v>
                </c:pt>
                <c:pt idx="887">
                  <c:v>09:30</c:v>
                </c:pt>
                <c:pt idx="888">
                  <c:v>09:30</c:v>
                </c:pt>
                <c:pt idx="889">
                  <c:v>09:30</c:v>
                </c:pt>
                <c:pt idx="890">
                  <c:v>09:30</c:v>
                </c:pt>
                <c:pt idx="891">
                  <c:v>09:30</c:v>
                </c:pt>
                <c:pt idx="892">
                  <c:v>09:30</c:v>
                </c:pt>
                <c:pt idx="893">
                  <c:v>09:30</c:v>
                </c:pt>
                <c:pt idx="894">
                  <c:v>09:30</c:v>
                </c:pt>
                <c:pt idx="895">
                  <c:v>09:30</c:v>
                </c:pt>
                <c:pt idx="896">
                  <c:v>09:30</c:v>
                </c:pt>
                <c:pt idx="897">
                  <c:v>09:30</c:v>
                </c:pt>
                <c:pt idx="898">
                  <c:v>09:30</c:v>
                </c:pt>
                <c:pt idx="899">
                  <c:v>09:30</c:v>
                </c:pt>
                <c:pt idx="900">
                  <c:v>09:31</c:v>
                </c:pt>
                <c:pt idx="901">
                  <c:v>09:31</c:v>
                </c:pt>
                <c:pt idx="902">
                  <c:v>09:31</c:v>
                </c:pt>
                <c:pt idx="903">
                  <c:v>09:31</c:v>
                </c:pt>
                <c:pt idx="904">
                  <c:v>09:31</c:v>
                </c:pt>
                <c:pt idx="905">
                  <c:v>09:31</c:v>
                </c:pt>
                <c:pt idx="906">
                  <c:v>09:31</c:v>
                </c:pt>
                <c:pt idx="907">
                  <c:v>09:31</c:v>
                </c:pt>
                <c:pt idx="908">
                  <c:v>09:31</c:v>
                </c:pt>
                <c:pt idx="909">
                  <c:v>09:31</c:v>
                </c:pt>
                <c:pt idx="910">
                  <c:v>09:31</c:v>
                </c:pt>
                <c:pt idx="911">
                  <c:v>09:31</c:v>
                </c:pt>
                <c:pt idx="912">
                  <c:v>09:31</c:v>
                </c:pt>
                <c:pt idx="913">
                  <c:v>09:31</c:v>
                </c:pt>
                <c:pt idx="914">
                  <c:v>09:31</c:v>
                </c:pt>
                <c:pt idx="915">
                  <c:v>09:31</c:v>
                </c:pt>
                <c:pt idx="916">
                  <c:v>09:31</c:v>
                </c:pt>
                <c:pt idx="917">
                  <c:v>09:31</c:v>
                </c:pt>
                <c:pt idx="918">
                  <c:v>09:31</c:v>
                </c:pt>
                <c:pt idx="919">
                  <c:v>09:31</c:v>
                </c:pt>
                <c:pt idx="920">
                  <c:v>09:31</c:v>
                </c:pt>
                <c:pt idx="921">
                  <c:v>09:31</c:v>
                </c:pt>
                <c:pt idx="922">
                  <c:v>09:31</c:v>
                </c:pt>
                <c:pt idx="923">
                  <c:v>09:31</c:v>
                </c:pt>
                <c:pt idx="924">
                  <c:v>09:31</c:v>
                </c:pt>
                <c:pt idx="925">
                  <c:v>09:31</c:v>
                </c:pt>
                <c:pt idx="926">
                  <c:v>09:31</c:v>
                </c:pt>
                <c:pt idx="927">
                  <c:v>09:31</c:v>
                </c:pt>
                <c:pt idx="928">
                  <c:v>09:31</c:v>
                </c:pt>
                <c:pt idx="929">
                  <c:v>09:31</c:v>
                </c:pt>
                <c:pt idx="930">
                  <c:v>09:32</c:v>
                </c:pt>
                <c:pt idx="931">
                  <c:v>09:32</c:v>
                </c:pt>
                <c:pt idx="932">
                  <c:v>09:32</c:v>
                </c:pt>
                <c:pt idx="933">
                  <c:v>09:32</c:v>
                </c:pt>
                <c:pt idx="934">
                  <c:v>09:32</c:v>
                </c:pt>
                <c:pt idx="935">
                  <c:v>09:32</c:v>
                </c:pt>
                <c:pt idx="936">
                  <c:v>09:32</c:v>
                </c:pt>
                <c:pt idx="937">
                  <c:v>09:32</c:v>
                </c:pt>
                <c:pt idx="938">
                  <c:v>09:32</c:v>
                </c:pt>
                <c:pt idx="939">
                  <c:v>09:32</c:v>
                </c:pt>
                <c:pt idx="940">
                  <c:v>09:32</c:v>
                </c:pt>
                <c:pt idx="941">
                  <c:v>09:32</c:v>
                </c:pt>
                <c:pt idx="942">
                  <c:v>09:32</c:v>
                </c:pt>
                <c:pt idx="943">
                  <c:v>09:32</c:v>
                </c:pt>
                <c:pt idx="944">
                  <c:v>09:32</c:v>
                </c:pt>
                <c:pt idx="945">
                  <c:v>09:32</c:v>
                </c:pt>
                <c:pt idx="946">
                  <c:v>09:32</c:v>
                </c:pt>
                <c:pt idx="947">
                  <c:v>09:32</c:v>
                </c:pt>
                <c:pt idx="948">
                  <c:v>09:32</c:v>
                </c:pt>
                <c:pt idx="949">
                  <c:v>09:32</c:v>
                </c:pt>
                <c:pt idx="950">
                  <c:v>09:32</c:v>
                </c:pt>
                <c:pt idx="951">
                  <c:v>09:32</c:v>
                </c:pt>
                <c:pt idx="952">
                  <c:v>09:32</c:v>
                </c:pt>
                <c:pt idx="953">
                  <c:v>09:32</c:v>
                </c:pt>
                <c:pt idx="954">
                  <c:v>09:32</c:v>
                </c:pt>
                <c:pt idx="955">
                  <c:v>09:32</c:v>
                </c:pt>
                <c:pt idx="956">
                  <c:v>09:32</c:v>
                </c:pt>
                <c:pt idx="957">
                  <c:v>09:32</c:v>
                </c:pt>
                <c:pt idx="958">
                  <c:v>09:32</c:v>
                </c:pt>
                <c:pt idx="959">
                  <c:v>09:32</c:v>
                </c:pt>
                <c:pt idx="960">
                  <c:v>09:33</c:v>
                </c:pt>
                <c:pt idx="961">
                  <c:v>09:33</c:v>
                </c:pt>
                <c:pt idx="962">
                  <c:v>09:33</c:v>
                </c:pt>
                <c:pt idx="963">
                  <c:v>09:33</c:v>
                </c:pt>
                <c:pt idx="964">
                  <c:v>09:33</c:v>
                </c:pt>
                <c:pt idx="965">
                  <c:v>09:33</c:v>
                </c:pt>
                <c:pt idx="966">
                  <c:v>09:33</c:v>
                </c:pt>
                <c:pt idx="967">
                  <c:v>09:33</c:v>
                </c:pt>
                <c:pt idx="968">
                  <c:v>09:33</c:v>
                </c:pt>
                <c:pt idx="969">
                  <c:v>09:33</c:v>
                </c:pt>
                <c:pt idx="970">
                  <c:v>09:33</c:v>
                </c:pt>
                <c:pt idx="971">
                  <c:v>09:33</c:v>
                </c:pt>
                <c:pt idx="972">
                  <c:v>09:33</c:v>
                </c:pt>
                <c:pt idx="973">
                  <c:v>09:33</c:v>
                </c:pt>
                <c:pt idx="974">
                  <c:v>09:33</c:v>
                </c:pt>
                <c:pt idx="975">
                  <c:v>09:33</c:v>
                </c:pt>
                <c:pt idx="976">
                  <c:v>09:33</c:v>
                </c:pt>
                <c:pt idx="977">
                  <c:v>09:33</c:v>
                </c:pt>
                <c:pt idx="978">
                  <c:v>09:33</c:v>
                </c:pt>
                <c:pt idx="979">
                  <c:v>09:33</c:v>
                </c:pt>
                <c:pt idx="980">
                  <c:v>09:33</c:v>
                </c:pt>
                <c:pt idx="981">
                  <c:v>09:33</c:v>
                </c:pt>
                <c:pt idx="982">
                  <c:v>09:33</c:v>
                </c:pt>
                <c:pt idx="983">
                  <c:v>09:33</c:v>
                </c:pt>
                <c:pt idx="984">
                  <c:v>09:33</c:v>
                </c:pt>
                <c:pt idx="985">
                  <c:v>09:33</c:v>
                </c:pt>
                <c:pt idx="986">
                  <c:v>09:33</c:v>
                </c:pt>
                <c:pt idx="987">
                  <c:v>09:33</c:v>
                </c:pt>
                <c:pt idx="988">
                  <c:v>09:33</c:v>
                </c:pt>
                <c:pt idx="989">
                  <c:v>09:33</c:v>
                </c:pt>
                <c:pt idx="990">
                  <c:v>09:34</c:v>
                </c:pt>
                <c:pt idx="991">
                  <c:v>09:34</c:v>
                </c:pt>
                <c:pt idx="992">
                  <c:v>09:34</c:v>
                </c:pt>
                <c:pt idx="993">
                  <c:v>09:34</c:v>
                </c:pt>
                <c:pt idx="994">
                  <c:v>09:34</c:v>
                </c:pt>
                <c:pt idx="995">
                  <c:v>09:34</c:v>
                </c:pt>
                <c:pt idx="996">
                  <c:v>09:34</c:v>
                </c:pt>
                <c:pt idx="997">
                  <c:v>09:34</c:v>
                </c:pt>
                <c:pt idx="998">
                  <c:v>09:34</c:v>
                </c:pt>
                <c:pt idx="999">
                  <c:v>09:34</c:v>
                </c:pt>
                <c:pt idx="1000">
                  <c:v>09:34</c:v>
                </c:pt>
                <c:pt idx="1001">
                  <c:v>09:34</c:v>
                </c:pt>
                <c:pt idx="1002">
                  <c:v>09:34</c:v>
                </c:pt>
                <c:pt idx="1003">
                  <c:v>09:34</c:v>
                </c:pt>
                <c:pt idx="1004">
                  <c:v>09:34</c:v>
                </c:pt>
                <c:pt idx="1005">
                  <c:v>09:34</c:v>
                </c:pt>
                <c:pt idx="1006">
                  <c:v>09:34</c:v>
                </c:pt>
                <c:pt idx="1007">
                  <c:v>09:34</c:v>
                </c:pt>
                <c:pt idx="1008">
                  <c:v>09:34</c:v>
                </c:pt>
                <c:pt idx="1009">
                  <c:v>09:34</c:v>
                </c:pt>
                <c:pt idx="1010">
                  <c:v>09:34</c:v>
                </c:pt>
                <c:pt idx="1011">
                  <c:v>09:34</c:v>
                </c:pt>
                <c:pt idx="1012">
                  <c:v>09:34</c:v>
                </c:pt>
                <c:pt idx="1013">
                  <c:v>09:34</c:v>
                </c:pt>
                <c:pt idx="1014">
                  <c:v>09:34</c:v>
                </c:pt>
                <c:pt idx="1015">
                  <c:v>09:34</c:v>
                </c:pt>
                <c:pt idx="1016">
                  <c:v>09:34</c:v>
                </c:pt>
                <c:pt idx="1017">
                  <c:v>09:34</c:v>
                </c:pt>
                <c:pt idx="1018">
                  <c:v>09:34</c:v>
                </c:pt>
                <c:pt idx="1019">
                  <c:v>09:34</c:v>
                </c:pt>
                <c:pt idx="1020">
                  <c:v>09:35</c:v>
                </c:pt>
                <c:pt idx="1021">
                  <c:v>09:35</c:v>
                </c:pt>
                <c:pt idx="1022">
                  <c:v>09:35</c:v>
                </c:pt>
                <c:pt idx="1023">
                  <c:v>09:35</c:v>
                </c:pt>
                <c:pt idx="1024">
                  <c:v>09:35</c:v>
                </c:pt>
                <c:pt idx="1025">
                  <c:v>09:35</c:v>
                </c:pt>
                <c:pt idx="1026">
                  <c:v>09:35</c:v>
                </c:pt>
                <c:pt idx="1027">
                  <c:v>09:35</c:v>
                </c:pt>
                <c:pt idx="1028">
                  <c:v>09:35</c:v>
                </c:pt>
                <c:pt idx="1029">
                  <c:v>09:35</c:v>
                </c:pt>
                <c:pt idx="1030">
                  <c:v>09:35</c:v>
                </c:pt>
                <c:pt idx="1031">
                  <c:v>09:35</c:v>
                </c:pt>
                <c:pt idx="1032">
                  <c:v>09:35</c:v>
                </c:pt>
                <c:pt idx="1033">
                  <c:v>09:35</c:v>
                </c:pt>
                <c:pt idx="1034">
                  <c:v>09:35</c:v>
                </c:pt>
                <c:pt idx="1035">
                  <c:v>09:35</c:v>
                </c:pt>
                <c:pt idx="1036">
                  <c:v>09:35</c:v>
                </c:pt>
                <c:pt idx="1037">
                  <c:v>09:35</c:v>
                </c:pt>
                <c:pt idx="1038">
                  <c:v>09:35</c:v>
                </c:pt>
                <c:pt idx="1039">
                  <c:v>09:35</c:v>
                </c:pt>
                <c:pt idx="1040">
                  <c:v>09:35</c:v>
                </c:pt>
                <c:pt idx="1041">
                  <c:v>09:35</c:v>
                </c:pt>
                <c:pt idx="1042">
                  <c:v>09:35</c:v>
                </c:pt>
                <c:pt idx="1043">
                  <c:v>09:35</c:v>
                </c:pt>
                <c:pt idx="1044">
                  <c:v>09:35</c:v>
                </c:pt>
                <c:pt idx="1045">
                  <c:v>09:35</c:v>
                </c:pt>
                <c:pt idx="1046">
                  <c:v>09:35</c:v>
                </c:pt>
                <c:pt idx="1047">
                  <c:v>09:35</c:v>
                </c:pt>
                <c:pt idx="1048">
                  <c:v>09:35</c:v>
                </c:pt>
                <c:pt idx="1049">
                  <c:v>09:35</c:v>
                </c:pt>
                <c:pt idx="1050">
                  <c:v>09:36</c:v>
                </c:pt>
                <c:pt idx="1051">
                  <c:v>09:36</c:v>
                </c:pt>
                <c:pt idx="1052">
                  <c:v>09:36</c:v>
                </c:pt>
                <c:pt idx="1053">
                  <c:v>09:36</c:v>
                </c:pt>
                <c:pt idx="1054">
                  <c:v>09:36</c:v>
                </c:pt>
                <c:pt idx="1055">
                  <c:v>09:36</c:v>
                </c:pt>
                <c:pt idx="1056">
                  <c:v>09:36</c:v>
                </c:pt>
                <c:pt idx="1057">
                  <c:v>09:36</c:v>
                </c:pt>
                <c:pt idx="1058">
                  <c:v>09:36</c:v>
                </c:pt>
                <c:pt idx="1059">
                  <c:v>09:36</c:v>
                </c:pt>
                <c:pt idx="1060">
                  <c:v>09:36</c:v>
                </c:pt>
                <c:pt idx="1061">
                  <c:v>09:36</c:v>
                </c:pt>
                <c:pt idx="1062">
                  <c:v>09:36</c:v>
                </c:pt>
                <c:pt idx="1063">
                  <c:v>09:36</c:v>
                </c:pt>
                <c:pt idx="1064">
                  <c:v>09:36</c:v>
                </c:pt>
                <c:pt idx="1065">
                  <c:v>09:36</c:v>
                </c:pt>
                <c:pt idx="1066">
                  <c:v>09:36</c:v>
                </c:pt>
                <c:pt idx="1067">
                  <c:v>09:36</c:v>
                </c:pt>
                <c:pt idx="1068">
                  <c:v>09:36</c:v>
                </c:pt>
                <c:pt idx="1069">
                  <c:v>09:36</c:v>
                </c:pt>
                <c:pt idx="1070">
                  <c:v>09:36</c:v>
                </c:pt>
                <c:pt idx="1071">
                  <c:v>09:36</c:v>
                </c:pt>
                <c:pt idx="1072">
                  <c:v>09:36</c:v>
                </c:pt>
                <c:pt idx="1073">
                  <c:v>09:36</c:v>
                </c:pt>
                <c:pt idx="1074">
                  <c:v>09:36</c:v>
                </c:pt>
                <c:pt idx="1075">
                  <c:v>09:36</c:v>
                </c:pt>
                <c:pt idx="1076">
                  <c:v>09:36</c:v>
                </c:pt>
                <c:pt idx="1077">
                  <c:v>09:36</c:v>
                </c:pt>
                <c:pt idx="1078">
                  <c:v>09:36</c:v>
                </c:pt>
                <c:pt idx="1079">
                  <c:v>09:36</c:v>
                </c:pt>
                <c:pt idx="1080">
                  <c:v>09:37</c:v>
                </c:pt>
                <c:pt idx="1081">
                  <c:v>09:37</c:v>
                </c:pt>
                <c:pt idx="1082">
                  <c:v>09:37</c:v>
                </c:pt>
                <c:pt idx="1083">
                  <c:v>09:37</c:v>
                </c:pt>
                <c:pt idx="1084">
                  <c:v>09:37</c:v>
                </c:pt>
                <c:pt idx="1085">
                  <c:v>09:37</c:v>
                </c:pt>
                <c:pt idx="1086">
                  <c:v>09:37</c:v>
                </c:pt>
                <c:pt idx="1087">
                  <c:v>09:37</c:v>
                </c:pt>
                <c:pt idx="1088">
                  <c:v>09:37</c:v>
                </c:pt>
                <c:pt idx="1089">
                  <c:v>09:37</c:v>
                </c:pt>
                <c:pt idx="1090">
                  <c:v>09:37</c:v>
                </c:pt>
                <c:pt idx="1091">
                  <c:v>09:37</c:v>
                </c:pt>
                <c:pt idx="1092">
                  <c:v>09:37</c:v>
                </c:pt>
                <c:pt idx="1093">
                  <c:v>09:37</c:v>
                </c:pt>
                <c:pt idx="1094">
                  <c:v>09:37</c:v>
                </c:pt>
                <c:pt idx="1095">
                  <c:v>09:37</c:v>
                </c:pt>
                <c:pt idx="1096">
                  <c:v>09:37</c:v>
                </c:pt>
                <c:pt idx="1097">
                  <c:v>09:37</c:v>
                </c:pt>
                <c:pt idx="1098">
                  <c:v>09:37</c:v>
                </c:pt>
                <c:pt idx="1099">
                  <c:v>09:37</c:v>
                </c:pt>
                <c:pt idx="1100">
                  <c:v>09:37</c:v>
                </c:pt>
                <c:pt idx="1101">
                  <c:v>09:37</c:v>
                </c:pt>
                <c:pt idx="1102">
                  <c:v>09:37</c:v>
                </c:pt>
                <c:pt idx="1103">
                  <c:v>09:37</c:v>
                </c:pt>
                <c:pt idx="1104">
                  <c:v>09:37</c:v>
                </c:pt>
                <c:pt idx="1105">
                  <c:v>09:37</c:v>
                </c:pt>
                <c:pt idx="1106">
                  <c:v>09:37</c:v>
                </c:pt>
                <c:pt idx="1107">
                  <c:v>09:37</c:v>
                </c:pt>
                <c:pt idx="1108">
                  <c:v>09:37</c:v>
                </c:pt>
                <c:pt idx="1109">
                  <c:v>09:37</c:v>
                </c:pt>
                <c:pt idx="1110">
                  <c:v>09:38</c:v>
                </c:pt>
                <c:pt idx="1111">
                  <c:v>09:38</c:v>
                </c:pt>
                <c:pt idx="1112">
                  <c:v>09:38</c:v>
                </c:pt>
                <c:pt idx="1113">
                  <c:v>09:38</c:v>
                </c:pt>
                <c:pt idx="1114">
                  <c:v>09:38</c:v>
                </c:pt>
                <c:pt idx="1115">
                  <c:v>09:38</c:v>
                </c:pt>
                <c:pt idx="1116">
                  <c:v>09:38</c:v>
                </c:pt>
                <c:pt idx="1117">
                  <c:v>09:38</c:v>
                </c:pt>
                <c:pt idx="1118">
                  <c:v>09:38</c:v>
                </c:pt>
                <c:pt idx="1119">
                  <c:v>09:38</c:v>
                </c:pt>
                <c:pt idx="1120">
                  <c:v>09:38</c:v>
                </c:pt>
                <c:pt idx="1121">
                  <c:v>09:38</c:v>
                </c:pt>
                <c:pt idx="1122">
                  <c:v>09:38</c:v>
                </c:pt>
                <c:pt idx="1123">
                  <c:v>09:38</c:v>
                </c:pt>
                <c:pt idx="1124">
                  <c:v>09:38</c:v>
                </c:pt>
                <c:pt idx="1125">
                  <c:v>09:38</c:v>
                </c:pt>
                <c:pt idx="1126">
                  <c:v>09:38</c:v>
                </c:pt>
                <c:pt idx="1127">
                  <c:v>09:38</c:v>
                </c:pt>
                <c:pt idx="1128">
                  <c:v>09:38</c:v>
                </c:pt>
                <c:pt idx="1129">
                  <c:v>09:38</c:v>
                </c:pt>
                <c:pt idx="1130">
                  <c:v>09:38</c:v>
                </c:pt>
                <c:pt idx="1131">
                  <c:v>09:38</c:v>
                </c:pt>
                <c:pt idx="1132">
                  <c:v>09:38</c:v>
                </c:pt>
                <c:pt idx="1133">
                  <c:v>09:38</c:v>
                </c:pt>
                <c:pt idx="1134">
                  <c:v>09:38</c:v>
                </c:pt>
                <c:pt idx="1135">
                  <c:v>09:38</c:v>
                </c:pt>
                <c:pt idx="1136">
                  <c:v>09:38</c:v>
                </c:pt>
                <c:pt idx="1137">
                  <c:v>09:38</c:v>
                </c:pt>
                <c:pt idx="1138">
                  <c:v>09:38</c:v>
                </c:pt>
                <c:pt idx="1139">
                  <c:v>09:38</c:v>
                </c:pt>
                <c:pt idx="1140">
                  <c:v>09:39</c:v>
                </c:pt>
                <c:pt idx="1141">
                  <c:v>09:39</c:v>
                </c:pt>
                <c:pt idx="1142">
                  <c:v>09:39</c:v>
                </c:pt>
                <c:pt idx="1143">
                  <c:v>09:39</c:v>
                </c:pt>
                <c:pt idx="1144">
                  <c:v>09:39</c:v>
                </c:pt>
                <c:pt idx="1145">
                  <c:v>09:39</c:v>
                </c:pt>
                <c:pt idx="1146">
                  <c:v>09:39</c:v>
                </c:pt>
                <c:pt idx="1147">
                  <c:v>09:39</c:v>
                </c:pt>
                <c:pt idx="1148">
                  <c:v>09:39</c:v>
                </c:pt>
                <c:pt idx="1149">
                  <c:v>09:39</c:v>
                </c:pt>
                <c:pt idx="1150">
                  <c:v>09:39</c:v>
                </c:pt>
                <c:pt idx="1151">
                  <c:v>09:39</c:v>
                </c:pt>
                <c:pt idx="1152">
                  <c:v>09:39</c:v>
                </c:pt>
                <c:pt idx="1153">
                  <c:v>09:39</c:v>
                </c:pt>
                <c:pt idx="1154">
                  <c:v>09:39</c:v>
                </c:pt>
                <c:pt idx="1155">
                  <c:v>09:39</c:v>
                </c:pt>
                <c:pt idx="1156">
                  <c:v>09:39</c:v>
                </c:pt>
                <c:pt idx="1157">
                  <c:v>09:39</c:v>
                </c:pt>
                <c:pt idx="1158">
                  <c:v>09:39</c:v>
                </c:pt>
                <c:pt idx="1159">
                  <c:v>09:39</c:v>
                </c:pt>
                <c:pt idx="1160">
                  <c:v>09:39</c:v>
                </c:pt>
                <c:pt idx="1161">
                  <c:v>09:39</c:v>
                </c:pt>
                <c:pt idx="1162">
                  <c:v>09:39</c:v>
                </c:pt>
                <c:pt idx="1163">
                  <c:v>09:39</c:v>
                </c:pt>
                <c:pt idx="1164">
                  <c:v>09:39</c:v>
                </c:pt>
                <c:pt idx="1165">
                  <c:v>09:39</c:v>
                </c:pt>
                <c:pt idx="1166">
                  <c:v>09:39</c:v>
                </c:pt>
                <c:pt idx="1167">
                  <c:v>09:39</c:v>
                </c:pt>
                <c:pt idx="1168">
                  <c:v>09:39</c:v>
                </c:pt>
                <c:pt idx="1169">
                  <c:v>09:39</c:v>
                </c:pt>
                <c:pt idx="1170">
                  <c:v>09:40</c:v>
                </c:pt>
                <c:pt idx="1171">
                  <c:v>09:40</c:v>
                </c:pt>
                <c:pt idx="1172">
                  <c:v>09:40</c:v>
                </c:pt>
                <c:pt idx="1173">
                  <c:v>09:40</c:v>
                </c:pt>
                <c:pt idx="1174">
                  <c:v>09:40</c:v>
                </c:pt>
                <c:pt idx="1175">
                  <c:v>09:40</c:v>
                </c:pt>
                <c:pt idx="1176">
                  <c:v>09:40</c:v>
                </c:pt>
                <c:pt idx="1177">
                  <c:v>09:40</c:v>
                </c:pt>
                <c:pt idx="1178">
                  <c:v>09:40</c:v>
                </c:pt>
                <c:pt idx="1179">
                  <c:v>09:40</c:v>
                </c:pt>
                <c:pt idx="1180">
                  <c:v>09:40</c:v>
                </c:pt>
                <c:pt idx="1181">
                  <c:v>09:40</c:v>
                </c:pt>
                <c:pt idx="1182">
                  <c:v>09:40</c:v>
                </c:pt>
                <c:pt idx="1183">
                  <c:v>09:40</c:v>
                </c:pt>
                <c:pt idx="1184">
                  <c:v>09:40</c:v>
                </c:pt>
                <c:pt idx="1185">
                  <c:v>09:40</c:v>
                </c:pt>
                <c:pt idx="1186">
                  <c:v>09:40</c:v>
                </c:pt>
                <c:pt idx="1187">
                  <c:v>09:40</c:v>
                </c:pt>
                <c:pt idx="1188">
                  <c:v>09:40</c:v>
                </c:pt>
                <c:pt idx="1189">
                  <c:v>09:40</c:v>
                </c:pt>
                <c:pt idx="1190">
                  <c:v>09:40</c:v>
                </c:pt>
                <c:pt idx="1191">
                  <c:v>09:40</c:v>
                </c:pt>
                <c:pt idx="1192">
                  <c:v>09:40</c:v>
                </c:pt>
                <c:pt idx="1193">
                  <c:v>09:40</c:v>
                </c:pt>
                <c:pt idx="1194">
                  <c:v>09:40</c:v>
                </c:pt>
                <c:pt idx="1195">
                  <c:v>09:40</c:v>
                </c:pt>
                <c:pt idx="1196">
                  <c:v>09:40</c:v>
                </c:pt>
                <c:pt idx="1197">
                  <c:v>09:40</c:v>
                </c:pt>
                <c:pt idx="1198">
                  <c:v>09:40</c:v>
                </c:pt>
                <c:pt idx="1199">
                  <c:v>09:40</c:v>
                </c:pt>
                <c:pt idx="1200">
                  <c:v>09:41</c:v>
                </c:pt>
                <c:pt idx="1201">
                  <c:v>09:41</c:v>
                </c:pt>
                <c:pt idx="1202">
                  <c:v>09:41</c:v>
                </c:pt>
                <c:pt idx="1203">
                  <c:v>09:41</c:v>
                </c:pt>
                <c:pt idx="1204">
                  <c:v>09:41</c:v>
                </c:pt>
                <c:pt idx="1205">
                  <c:v>09:41</c:v>
                </c:pt>
                <c:pt idx="1206">
                  <c:v>09:41</c:v>
                </c:pt>
                <c:pt idx="1207">
                  <c:v>09:41</c:v>
                </c:pt>
                <c:pt idx="1208">
                  <c:v>09:41</c:v>
                </c:pt>
                <c:pt idx="1209">
                  <c:v>09:41</c:v>
                </c:pt>
                <c:pt idx="1210">
                  <c:v>09:41</c:v>
                </c:pt>
                <c:pt idx="1211">
                  <c:v>09:41</c:v>
                </c:pt>
                <c:pt idx="1212">
                  <c:v>09:41</c:v>
                </c:pt>
                <c:pt idx="1213">
                  <c:v>09:41</c:v>
                </c:pt>
                <c:pt idx="1214">
                  <c:v>09:41</c:v>
                </c:pt>
                <c:pt idx="1215">
                  <c:v>09:41</c:v>
                </c:pt>
                <c:pt idx="1216">
                  <c:v>09:41</c:v>
                </c:pt>
                <c:pt idx="1217">
                  <c:v>09:41</c:v>
                </c:pt>
                <c:pt idx="1218">
                  <c:v>09:41</c:v>
                </c:pt>
                <c:pt idx="1219">
                  <c:v>09:41</c:v>
                </c:pt>
                <c:pt idx="1220">
                  <c:v>09:41</c:v>
                </c:pt>
                <c:pt idx="1221">
                  <c:v>09:41</c:v>
                </c:pt>
                <c:pt idx="1222">
                  <c:v>09:41</c:v>
                </c:pt>
                <c:pt idx="1223">
                  <c:v>09:41</c:v>
                </c:pt>
                <c:pt idx="1224">
                  <c:v>09:41</c:v>
                </c:pt>
                <c:pt idx="1225">
                  <c:v>09:41</c:v>
                </c:pt>
                <c:pt idx="1226">
                  <c:v>09:41</c:v>
                </c:pt>
                <c:pt idx="1227">
                  <c:v>09:41</c:v>
                </c:pt>
                <c:pt idx="1228">
                  <c:v>09:41</c:v>
                </c:pt>
                <c:pt idx="1229">
                  <c:v>09:41</c:v>
                </c:pt>
                <c:pt idx="1230">
                  <c:v>09:42</c:v>
                </c:pt>
                <c:pt idx="1231">
                  <c:v>09:42</c:v>
                </c:pt>
                <c:pt idx="1232">
                  <c:v>09:42</c:v>
                </c:pt>
                <c:pt idx="1233">
                  <c:v>09:42</c:v>
                </c:pt>
                <c:pt idx="1234">
                  <c:v>09:42</c:v>
                </c:pt>
                <c:pt idx="1235">
                  <c:v>09:42</c:v>
                </c:pt>
                <c:pt idx="1236">
                  <c:v>09:42</c:v>
                </c:pt>
                <c:pt idx="1237">
                  <c:v>09:42</c:v>
                </c:pt>
                <c:pt idx="1238">
                  <c:v>09:42</c:v>
                </c:pt>
                <c:pt idx="1239">
                  <c:v>09:42</c:v>
                </c:pt>
                <c:pt idx="1240">
                  <c:v>09:42</c:v>
                </c:pt>
                <c:pt idx="1241">
                  <c:v>09:42</c:v>
                </c:pt>
                <c:pt idx="1242">
                  <c:v>09:42</c:v>
                </c:pt>
                <c:pt idx="1243">
                  <c:v>09:42</c:v>
                </c:pt>
                <c:pt idx="1244">
                  <c:v>09:42</c:v>
                </c:pt>
                <c:pt idx="1245">
                  <c:v>09:42</c:v>
                </c:pt>
                <c:pt idx="1246">
                  <c:v>09:42</c:v>
                </c:pt>
                <c:pt idx="1247">
                  <c:v>09:42</c:v>
                </c:pt>
                <c:pt idx="1248">
                  <c:v>09:42</c:v>
                </c:pt>
                <c:pt idx="1249">
                  <c:v>09:42</c:v>
                </c:pt>
                <c:pt idx="1250">
                  <c:v>09:42</c:v>
                </c:pt>
                <c:pt idx="1251">
                  <c:v>09:42</c:v>
                </c:pt>
                <c:pt idx="1252">
                  <c:v>09:42</c:v>
                </c:pt>
                <c:pt idx="1253">
                  <c:v>09:42</c:v>
                </c:pt>
                <c:pt idx="1254">
                  <c:v>09:42</c:v>
                </c:pt>
                <c:pt idx="1255">
                  <c:v>09:42</c:v>
                </c:pt>
                <c:pt idx="1256">
                  <c:v>09:42</c:v>
                </c:pt>
                <c:pt idx="1257">
                  <c:v>09:42</c:v>
                </c:pt>
                <c:pt idx="1258">
                  <c:v>09:42</c:v>
                </c:pt>
                <c:pt idx="1259">
                  <c:v>09:42</c:v>
                </c:pt>
                <c:pt idx="1260">
                  <c:v>09:43</c:v>
                </c:pt>
                <c:pt idx="1261">
                  <c:v>09:43</c:v>
                </c:pt>
                <c:pt idx="1262">
                  <c:v>09:43</c:v>
                </c:pt>
                <c:pt idx="1263">
                  <c:v>09:43</c:v>
                </c:pt>
                <c:pt idx="1264">
                  <c:v>09:43</c:v>
                </c:pt>
                <c:pt idx="1265">
                  <c:v>09:43</c:v>
                </c:pt>
                <c:pt idx="1266">
                  <c:v>09:43</c:v>
                </c:pt>
                <c:pt idx="1267">
                  <c:v>09:43</c:v>
                </c:pt>
                <c:pt idx="1268">
                  <c:v>09:43</c:v>
                </c:pt>
                <c:pt idx="1269">
                  <c:v>09:43</c:v>
                </c:pt>
                <c:pt idx="1270">
                  <c:v>09:43</c:v>
                </c:pt>
                <c:pt idx="1271">
                  <c:v>09:43</c:v>
                </c:pt>
                <c:pt idx="1272">
                  <c:v>09:43</c:v>
                </c:pt>
                <c:pt idx="1273">
                  <c:v>09:43</c:v>
                </c:pt>
                <c:pt idx="1274">
                  <c:v>09:43</c:v>
                </c:pt>
                <c:pt idx="1275">
                  <c:v>09:43</c:v>
                </c:pt>
                <c:pt idx="1276">
                  <c:v>09:43</c:v>
                </c:pt>
                <c:pt idx="1277">
                  <c:v>09:43</c:v>
                </c:pt>
                <c:pt idx="1278">
                  <c:v>09:43</c:v>
                </c:pt>
                <c:pt idx="1279">
                  <c:v>09:43</c:v>
                </c:pt>
                <c:pt idx="1280">
                  <c:v>09:43</c:v>
                </c:pt>
                <c:pt idx="1281">
                  <c:v>09:43</c:v>
                </c:pt>
                <c:pt idx="1282">
                  <c:v>09:43</c:v>
                </c:pt>
                <c:pt idx="1283">
                  <c:v>09:43</c:v>
                </c:pt>
                <c:pt idx="1284">
                  <c:v>09:43</c:v>
                </c:pt>
                <c:pt idx="1285">
                  <c:v>09:43</c:v>
                </c:pt>
                <c:pt idx="1286">
                  <c:v>09:43</c:v>
                </c:pt>
                <c:pt idx="1287">
                  <c:v>09:43</c:v>
                </c:pt>
                <c:pt idx="1288">
                  <c:v>09:43</c:v>
                </c:pt>
                <c:pt idx="1289">
                  <c:v>09:43</c:v>
                </c:pt>
                <c:pt idx="1290">
                  <c:v>09:44</c:v>
                </c:pt>
                <c:pt idx="1291">
                  <c:v>09:44</c:v>
                </c:pt>
                <c:pt idx="1292">
                  <c:v>09:44</c:v>
                </c:pt>
                <c:pt idx="1293">
                  <c:v>09:44</c:v>
                </c:pt>
                <c:pt idx="1294">
                  <c:v>09:44</c:v>
                </c:pt>
                <c:pt idx="1295">
                  <c:v>09:44</c:v>
                </c:pt>
                <c:pt idx="1296">
                  <c:v>09:44</c:v>
                </c:pt>
                <c:pt idx="1297">
                  <c:v>09:44</c:v>
                </c:pt>
                <c:pt idx="1298">
                  <c:v>09:44</c:v>
                </c:pt>
                <c:pt idx="1299">
                  <c:v>09:44</c:v>
                </c:pt>
                <c:pt idx="1300">
                  <c:v>09:44</c:v>
                </c:pt>
                <c:pt idx="1301">
                  <c:v>09:44</c:v>
                </c:pt>
                <c:pt idx="1302">
                  <c:v>09:44</c:v>
                </c:pt>
                <c:pt idx="1303">
                  <c:v>09:44</c:v>
                </c:pt>
                <c:pt idx="1304">
                  <c:v>09:44</c:v>
                </c:pt>
                <c:pt idx="1305">
                  <c:v>09:44</c:v>
                </c:pt>
                <c:pt idx="1306">
                  <c:v>09:44</c:v>
                </c:pt>
                <c:pt idx="1307">
                  <c:v>09:44</c:v>
                </c:pt>
                <c:pt idx="1308">
                  <c:v>09:44</c:v>
                </c:pt>
                <c:pt idx="1309">
                  <c:v>09:44</c:v>
                </c:pt>
                <c:pt idx="1310">
                  <c:v>09:44</c:v>
                </c:pt>
                <c:pt idx="1311">
                  <c:v>09:44</c:v>
                </c:pt>
                <c:pt idx="1312">
                  <c:v>09:44</c:v>
                </c:pt>
                <c:pt idx="1313">
                  <c:v>09:44</c:v>
                </c:pt>
                <c:pt idx="1314">
                  <c:v>09:44</c:v>
                </c:pt>
                <c:pt idx="1315">
                  <c:v>09:44</c:v>
                </c:pt>
                <c:pt idx="1316">
                  <c:v>09:44</c:v>
                </c:pt>
                <c:pt idx="1317">
                  <c:v>09:44</c:v>
                </c:pt>
                <c:pt idx="1318">
                  <c:v>09:44</c:v>
                </c:pt>
                <c:pt idx="1319">
                  <c:v>09:44</c:v>
                </c:pt>
                <c:pt idx="1320">
                  <c:v>09:45</c:v>
                </c:pt>
                <c:pt idx="1321">
                  <c:v>09:45</c:v>
                </c:pt>
                <c:pt idx="1322">
                  <c:v>09:45</c:v>
                </c:pt>
                <c:pt idx="1323">
                  <c:v>09:45</c:v>
                </c:pt>
                <c:pt idx="1324">
                  <c:v>09:45</c:v>
                </c:pt>
                <c:pt idx="1325">
                  <c:v>09:45</c:v>
                </c:pt>
                <c:pt idx="1326">
                  <c:v>09:45</c:v>
                </c:pt>
                <c:pt idx="1327">
                  <c:v>09:45</c:v>
                </c:pt>
                <c:pt idx="1328">
                  <c:v>09:45</c:v>
                </c:pt>
                <c:pt idx="1329">
                  <c:v>09:45</c:v>
                </c:pt>
                <c:pt idx="1330">
                  <c:v>09:45</c:v>
                </c:pt>
                <c:pt idx="1331">
                  <c:v>09:45</c:v>
                </c:pt>
                <c:pt idx="1332">
                  <c:v>09:45</c:v>
                </c:pt>
                <c:pt idx="1333">
                  <c:v>09:45</c:v>
                </c:pt>
                <c:pt idx="1334">
                  <c:v>09:45</c:v>
                </c:pt>
                <c:pt idx="1335">
                  <c:v>09:45</c:v>
                </c:pt>
                <c:pt idx="1336">
                  <c:v>09:45</c:v>
                </c:pt>
                <c:pt idx="1337">
                  <c:v>09:45</c:v>
                </c:pt>
                <c:pt idx="1338">
                  <c:v>09:45</c:v>
                </c:pt>
                <c:pt idx="1339">
                  <c:v>09:45</c:v>
                </c:pt>
                <c:pt idx="1340">
                  <c:v>09:45</c:v>
                </c:pt>
                <c:pt idx="1341">
                  <c:v>09:45</c:v>
                </c:pt>
                <c:pt idx="1342">
                  <c:v>09:45</c:v>
                </c:pt>
                <c:pt idx="1343">
                  <c:v>09:45</c:v>
                </c:pt>
                <c:pt idx="1344">
                  <c:v>09:45</c:v>
                </c:pt>
                <c:pt idx="1345">
                  <c:v>09:45</c:v>
                </c:pt>
                <c:pt idx="1346">
                  <c:v>09:45</c:v>
                </c:pt>
                <c:pt idx="1347">
                  <c:v>09:45</c:v>
                </c:pt>
                <c:pt idx="1348">
                  <c:v>09:45</c:v>
                </c:pt>
                <c:pt idx="1349">
                  <c:v>09:45</c:v>
                </c:pt>
                <c:pt idx="1350">
                  <c:v>09:46</c:v>
                </c:pt>
                <c:pt idx="1351">
                  <c:v>09:46</c:v>
                </c:pt>
                <c:pt idx="1352">
                  <c:v>09:46</c:v>
                </c:pt>
                <c:pt idx="1353">
                  <c:v>09:46</c:v>
                </c:pt>
                <c:pt idx="1354">
                  <c:v>09:46</c:v>
                </c:pt>
                <c:pt idx="1355">
                  <c:v>09:46</c:v>
                </c:pt>
                <c:pt idx="1356">
                  <c:v>09:46</c:v>
                </c:pt>
                <c:pt idx="1357">
                  <c:v>09:46</c:v>
                </c:pt>
                <c:pt idx="1358">
                  <c:v>09:46</c:v>
                </c:pt>
                <c:pt idx="1359">
                  <c:v>09:46</c:v>
                </c:pt>
                <c:pt idx="1360">
                  <c:v>09:46</c:v>
                </c:pt>
                <c:pt idx="1361">
                  <c:v>09:46</c:v>
                </c:pt>
                <c:pt idx="1362">
                  <c:v>09:46</c:v>
                </c:pt>
                <c:pt idx="1363">
                  <c:v>09:46</c:v>
                </c:pt>
                <c:pt idx="1364">
                  <c:v>09:46</c:v>
                </c:pt>
                <c:pt idx="1365">
                  <c:v>09:46</c:v>
                </c:pt>
                <c:pt idx="1366">
                  <c:v>09:46</c:v>
                </c:pt>
                <c:pt idx="1367">
                  <c:v>09:46</c:v>
                </c:pt>
                <c:pt idx="1368">
                  <c:v>09:46</c:v>
                </c:pt>
                <c:pt idx="1369">
                  <c:v>09:46</c:v>
                </c:pt>
                <c:pt idx="1370">
                  <c:v>09:46</c:v>
                </c:pt>
                <c:pt idx="1371">
                  <c:v>09:46</c:v>
                </c:pt>
                <c:pt idx="1372">
                  <c:v>09:46</c:v>
                </c:pt>
                <c:pt idx="1373">
                  <c:v>09:46</c:v>
                </c:pt>
                <c:pt idx="1374">
                  <c:v>09:46</c:v>
                </c:pt>
                <c:pt idx="1375">
                  <c:v>09:46</c:v>
                </c:pt>
                <c:pt idx="1376">
                  <c:v>09:46</c:v>
                </c:pt>
                <c:pt idx="1377">
                  <c:v>09:46</c:v>
                </c:pt>
                <c:pt idx="1378">
                  <c:v>09:46</c:v>
                </c:pt>
                <c:pt idx="1379">
                  <c:v>09:46</c:v>
                </c:pt>
                <c:pt idx="1380">
                  <c:v>09:47</c:v>
                </c:pt>
                <c:pt idx="1381">
                  <c:v>09:47</c:v>
                </c:pt>
                <c:pt idx="1382">
                  <c:v>09:47</c:v>
                </c:pt>
                <c:pt idx="1383">
                  <c:v>09:47</c:v>
                </c:pt>
                <c:pt idx="1384">
                  <c:v>09:47</c:v>
                </c:pt>
                <c:pt idx="1385">
                  <c:v>09:47</c:v>
                </c:pt>
                <c:pt idx="1386">
                  <c:v>09:47</c:v>
                </c:pt>
                <c:pt idx="1387">
                  <c:v>09:47</c:v>
                </c:pt>
                <c:pt idx="1388">
                  <c:v>09:47</c:v>
                </c:pt>
                <c:pt idx="1389">
                  <c:v>09:47</c:v>
                </c:pt>
                <c:pt idx="1390">
                  <c:v>09:47</c:v>
                </c:pt>
                <c:pt idx="1391">
                  <c:v>09:47</c:v>
                </c:pt>
                <c:pt idx="1392">
                  <c:v>09:47</c:v>
                </c:pt>
                <c:pt idx="1393">
                  <c:v>09:47</c:v>
                </c:pt>
                <c:pt idx="1394">
                  <c:v>09:47</c:v>
                </c:pt>
                <c:pt idx="1395">
                  <c:v>09:47</c:v>
                </c:pt>
                <c:pt idx="1396">
                  <c:v>09:47</c:v>
                </c:pt>
                <c:pt idx="1397">
                  <c:v>09:47</c:v>
                </c:pt>
                <c:pt idx="1398">
                  <c:v>09:47</c:v>
                </c:pt>
                <c:pt idx="1399">
                  <c:v>09:47</c:v>
                </c:pt>
                <c:pt idx="1400">
                  <c:v>09:47</c:v>
                </c:pt>
                <c:pt idx="1401">
                  <c:v>09:47</c:v>
                </c:pt>
                <c:pt idx="1402">
                  <c:v>09:47</c:v>
                </c:pt>
                <c:pt idx="1403">
                  <c:v>09:47</c:v>
                </c:pt>
                <c:pt idx="1404">
                  <c:v>09:47</c:v>
                </c:pt>
                <c:pt idx="1405">
                  <c:v>09:47</c:v>
                </c:pt>
                <c:pt idx="1406">
                  <c:v>09:47</c:v>
                </c:pt>
                <c:pt idx="1407">
                  <c:v>09:47</c:v>
                </c:pt>
                <c:pt idx="1408">
                  <c:v>09:47</c:v>
                </c:pt>
                <c:pt idx="1409">
                  <c:v>09:47</c:v>
                </c:pt>
                <c:pt idx="1410">
                  <c:v>09:48</c:v>
                </c:pt>
                <c:pt idx="1411">
                  <c:v>09:48</c:v>
                </c:pt>
                <c:pt idx="1412">
                  <c:v>09:48</c:v>
                </c:pt>
                <c:pt idx="1413">
                  <c:v>09:48</c:v>
                </c:pt>
                <c:pt idx="1414">
                  <c:v>09:48</c:v>
                </c:pt>
                <c:pt idx="1415">
                  <c:v>09:48</c:v>
                </c:pt>
                <c:pt idx="1416">
                  <c:v>09:48</c:v>
                </c:pt>
                <c:pt idx="1417">
                  <c:v>09:48</c:v>
                </c:pt>
                <c:pt idx="1418">
                  <c:v>09:48</c:v>
                </c:pt>
                <c:pt idx="1419">
                  <c:v>09:48</c:v>
                </c:pt>
                <c:pt idx="1420">
                  <c:v>09:48</c:v>
                </c:pt>
                <c:pt idx="1421">
                  <c:v>09:48</c:v>
                </c:pt>
                <c:pt idx="1422">
                  <c:v>09:48</c:v>
                </c:pt>
                <c:pt idx="1423">
                  <c:v>09:48</c:v>
                </c:pt>
                <c:pt idx="1424">
                  <c:v>09:48</c:v>
                </c:pt>
                <c:pt idx="1425">
                  <c:v>09:48</c:v>
                </c:pt>
                <c:pt idx="1426">
                  <c:v>09:48</c:v>
                </c:pt>
                <c:pt idx="1427">
                  <c:v>09:48</c:v>
                </c:pt>
                <c:pt idx="1428">
                  <c:v>09:48</c:v>
                </c:pt>
                <c:pt idx="1429">
                  <c:v>09:48</c:v>
                </c:pt>
                <c:pt idx="1430">
                  <c:v>09:48</c:v>
                </c:pt>
                <c:pt idx="1431">
                  <c:v>09:48</c:v>
                </c:pt>
                <c:pt idx="1432">
                  <c:v>09:48</c:v>
                </c:pt>
                <c:pt idx="1433">
                  <c:v>09:48</c:v>
                </c:pt>
                <c:pt idx="1434">
                  <c:v>09:48</c:v>
                </c:pt>
                <c:pt idx="1435">
                  <c:v>09:48</c:v>
                </c:pt>
                <c:pt idx="1436">
                  <c:v>09:48</c:v>
                </c:pt>
                <c:pt idx="1437">
                  <c:v>09:48</c:v>
                </c:pt>
                <c:pt idx="1438">
                  <c:v>09:48</c:v>
                </c:pt>
                <c:pt idx="1439">
                  <c:v>09:48</c:v>
                </c:pt>
                <c:pt idx="1440">
                  <c:v>09:49</c:v>
                </c:pt>
                <c:pt idx="1441">
                  <c:v>09:49</c:v>
                </c:pt>
                <c:pt idx="1442">
                  <c:v>09:49</c:v>
                </c:pt>
                <c:pt idx="1443">
                  <c:v>09:49</c:v>
                </c:pt>
                <c:pt idx="1444">
                  <c:v>09:49</c:v>
                </c:pt>
                <c:pt idx="1445">
                  <c:v>09:49</c:v>
                </c:pt>
                <c:pt idx="1446">
                  <c:v>09:49</c:v>
                </c:pt>
                <c:pt idx="1447">
                  <c:v>09:49</c:v>
                </c:pt>
                <c:pt idx="1448">
                  <c:v>09:49</c:v>
                </c:pt>
                <c:pt idx="1449">
                  <c:v>09:49</c:v>
                </c:pt>
                <c:pt idx="1450">
                  <c:v>09:49</c:v>
                </c:pt>
                <c:pt idx="1451">
                  <c:v>09:49</c:v>
                </c:pt>
                <c:pt idx="1452">
                  <c:v>09:49</c:v>
                </c:pt>
                <c:pt idx="1453">
                  <c:v>09:49</c:v>
                </c:pt>
                <c:pt idx="1454">
                  <c:v>09:49</c:v>
                </c:pt>
                <c:pt idx="1455">
                  <c:v>09:49</c:v>
                </c:pt>
                <c:pt idx="1456">
                  <c:v>09:49</c:v>
                </c:pt>
                <c:pt idx="1457">
                  <c:v>09:49</c:v>
                </c:pt>
                <c:pt idx="1458">
                  <c:v>09:49</c:v>
                </c:pt>
                <c:pt idx="1459">
                  <c:v>09:49</c:v>
                </c:pt>
                <c:pt idx="1460">
                  <c:v>09:49</c:v>
                </c:pt>
                <c:pt idx="1461">
                  <c:v>09:49</c:v>
                </c:pt>
                <c:pt idx="1462">
                  <c:v>09:49</c:v>
                </c:pt>
                <c:pt idx="1463">
                  <c:v>09:49</c:v>
                </c:pt>
                <c:pt idx="1464">
                  <c:v>09:49</c:v>
                </c:pt>
                <c:pt idx="1465">
                  <c:v>09:49</c:v>
                </c:pt>
                <c:pt idx="1466">
                  <c:v>09:49</c:v>
                </c:pt>
                <c:pt idx="1467">
                  <c:v>09:49</c:v>
                </c:pt>
                <c:pt idx="1468">
                  <c:v>09:49</c:v>
                </c:pt>
                <c:pt idx="1469">
                  <c:v>09:49</c:v>
                </c:pt>
                <c:pt idx="1470">
                  <c:v>09:50</c:v>
                </c:pt>
                <c:pt idx="1471">
                  <c:v>09:50</c:v>
                </c:pt>
                <c:pt idx="1472">
                  <c:v>09:50</c:v>
                </c:pt>
                <c:pt idx="1473">
                  <c:v>09:50</c:v>
                </c:pt>
                <c:pt idx="1474">
                  <c:v>09:50</c:v>
                </c:pt>
                <c:pt idx="1475">
                  <c:v>09:50</c:v>
                </c:pt>
                <c:pt idx="1476">
                  <c:v>09:50</c:v>
                </c:pt>
                <c:pt idx="1477">
                  <c:v>09:50</c:v>
                </c:pt>
                <c:pt idx="1478">
                  <c:v>09:50</c:v>
                </c:pt>
                <c:pt idx="1479">
                  <c:v>09:50</c:v>
                </c:pt>
                <c:pt idx="1480">
                  <c:v>09:50</c:v>
                </c:pt>
                <c:pt idx="1481">
                  <c:v>09:50</c:v>
                </c:pt>
                <c:pt idx="1482">
                  <c:v>09:50</c:v>
                </c:pt>
                <c:pt idx="1483">
                  <c:v>09:50</c:v>
                </c:pt>
                <c:pt idx="1484">
                  <c:v>09:50</c:v>
                </c:pt>
                <c:pt idx="1485">
                  <c:v>09:50</c:v>
                </c:pt>
                <c:pt idx="1486">
                  <c:v>09:50</c:v>
                </c:pt>
                <c:pt idx="1487">
                  <c:v>09:50</c:v>
                </c:pt>
                <c:pt idx="1488">
                  <c:v>09:50</c:v>
                </c:pt>
                <c:pt idx="1489">
                  <c:v>09:50</c:v>
                </c:pt>
                <c:pt idx="1490">
                  <c:v>09:50</c:v>
                </c:pt>
                <c:pt idx="1491">
                  <c:v>09:50</c:v>
                </c:pt>
                <c:pt idx="1492">
                  <c:v>09:50</c:v>
                </c:pt>
                <c:pt idx="1493">
                  <c:v>09:50</c:v>
                </c:pt>
                <c:pt idx="1494">
                  <c:v>09:50</c:v>
                </c:pt>
                <c:pt idx="1495">
                  <c:v>09:50</c:v>
                </c:pt>
                <c:pt idx="1496">
                  <c:v>09:50</c:v>
                </c:pt>
                <c:pt idx="1497">
                  <c:v>09:50</c:v>
                </c:pt>
                <c:pt idx="1498">
                  <c:v>09:50</c:v>
                </c:pt>
                <c:pt idx="1499">
                  <c:v>09:50</c:v>
                </c:pt>
                <c:pt idx="1500">
                  <c:v>09:51</c:v>
                </c:pt>
                <c:pt idx="1501">
                  <c:v>09:51</c:v>
                </c:pt>
                <c:pt idx="1502">
                  <c:v>09:51</c:v>
                </c:pt>
                <c:pt idx="1503">
                  <c:v>09:51</c:v>
                </c:pt>
                <c:pt idx="1504">
                  <c:v>09:51</c:v>
                </c:pt>
                <c:pt idx="1505">
                  <c:v>09:51</c:v>
                </c:pt>
                <c:pt idx="1506">
                  <c:v>09:51</c:v>
                </c:pt>
                <c:pt idx="1507">
                  <c:v>09:51</c:v>
                </c:pt>
                <c:pt idx="1508">
                  <c:v>09:51</c:v>
                </c:pt>
                <c:pt idx="1509">
                  <c:v>09:51</c:v>
                </c:pt>
                <c:pt idx="1510">
                  <c:v>09:51</c:v>
                </c:pt>
                <c:pt idx="1511">
                  <c:v>09:51</c:v>
                </c:pt>
                <c:pt idx="1512">
                  <c:v>09:51</c:v>
                </c:pt>
                <c:pt idx="1513">
                  <c:v>09:51</c:v>
                </c:pt>
                <c:pt idx="1514">
                  <c:v>09:51</c:v>
                </c:pt>
                <c:pt idx="1515">
                  <c:v>09:51</c:v>
                </c:pt>
                <c:pt idx="1516">
                  <c:v>09:51</c:v>
                </c:pt>
                <c:pt idx="1517">
                  <c:v>09:51</c:v>
                </c:pt>
                <c:pt idx="1518">
                  <c:v>09:51</c:v>
                </c:pt>
                <c:pt idx="1519">
                  <c:v>09:51</c:v>
                </c:pt>
                <c:pt idx="1520">
                  <c:v>09:51</c:v>
                </c:pt>
                <c:pt idx="1521">
                  <c:v>09:51</c:v>
                </c:pt>
                <c:pt idx="1522">
                  <c:v>09:51</c:v>
                </c:pt>
                <c:pt idx="1523">
                  <c:v>09:51</c:v>
                </c:pt>
                <c:pt idx="1524">
                  <c:v>09:51</c:v>
                </c:pt>
                <c:pt idx="1525">
                  <c:v>09:51</c:v>
                </c:pt>
                <c:pt idx="1526">
                  <c:v>09:51</c:v>
                </c:pt>
                <c:pt idx="1527">
                  <c:v>09:51</c:v>
                </c:pt>
                <c:pt idx="1528">
                  <c:v>09:51</c:v>
                </c:pt>
                <c:pt idx="1529">
                  <c:v>09:51</c:v>
                </c:pt>
                <c:pt idx="1530">
                  <c:v>09:52</c:v>
                </c:pt>
                <c:pt idx="1531">
                  <c:v>09:52</c:v>
                </c:pt>
                <c:pt idx="1532">
                  <c:v>09:52</c:v>
                </c:pt>
                <c:pt idx="1533">
                  <c:v>09:52</c:v>
                </c:pt>
                <c:pt idx="1534">
                  <c:v>09:52</c:v>
                </c:pt>
                <c:pt idx="1535">
                  <c:v>09:52</c:v>
                </c:pt>
                <c:pt idx="1536">
                  <c:v>09:52</c:v>
                </c:pt>
                <c:pt idx="1537">
                  <c:v>09:52</c:v>
                </c:pt>
                <c:pt idx="1538">
                  <c:v>09:52</c:v>
                </c:pt>
                <c:pt idx="1539">
                  <c:v>09:52</c:v>
                </c:pt>
                <c:pt idx="1540">
                  <c:v>09:52</c:v>
                </c:pt>
                <c:pt idx="1541">
                  <c:v>09:52</c:v>
                </c:pt>
                <c:pt idx="1542">
                  <c:v>09:52</c:v>
                </c:pt>
                <c:pt idx="1543">
                  <c:v>09:52</c:v>
                </c:pt>
                <c:pt idx="1544">
                  <c:v>09:52</c:v>
                </c:pt>
                <c:pt idx="1545">
                  <c:v>09:52</c:v>
                </c:pt>
                <c:pt idx="1546">
                  <c:v>09:52</c:v>
                </c:pt>
                <c:pt idx="1547">
                  <c:v>09:52</c:v>
                </c:pt>
                <c:pt idx="1548">
                  <c:v>09:52</c:v>
                </c:pt>
                <c:pt idx="1549">
                  <c:v>09:52</c:v>
                </c:pt>
                <c:pt idx="1550">
                  <c:v>09:52</c:v>
                </c:pt>
                <c:pt idx="1551">
                  <c:v>09:52</c:v>
                </c:pt>
                <c:pt idx="1552">
                  <c:v>09:52</c:v>
                </c:pt>
                <c:pt idx="1553">
                  <c:v>09:52</c:v>
                </c:pt>
                <c:pt idx="1554">
                  <c:v>09:52</c:v>
                </c:pt>
                <c:pt idx="1555">
                  <c:v>09:52</c:v>
                </c:pt>
                <c:pt idx="1556">
                  <c:v>09:52</c:v>
                </c:pt>
                <c:pt idx="1557">
                  <c:v>09:52</c:v>
                </c:pt>
                <c:pt idx="1558">
                  <c:v>09:52</c:v>
                </c:pt>
                <c:pt idx="1559">
                  <c:v>09:52</c:v>
                </c:pt>
                <c:pt idx="1560">
                  <c:v>09:53</c:v>
                </c:pt>
                <c:pt idx="1561">
                  <c:v>09:53</c:v>
                </c:pt>
                <c:pt idx="1562">
                  <c:v>09:53</c:v>
                </c:pt>
                <c:pt idx="1563">
                  <c:v>09:53</c:v>
                </c:pt>
                <c:pt idx="1564">
                  <c:v>09:53</c:v>
                </c:pt>
                <c:pt idx="1565">
                  <c:v>09:53</c:v>
                </c:pt>
                <c:pt idx="1566">
                  <c:v>09:53</c:v>
                </c:pt>
                <c:pt idx="1567">
                  <c:v>09:53</c:v>
                </c:pt>
                <c:pt idx="1568">
                  <c:v>09:53</c:v>
                </c:pt>
                <c:pt idx="1569">
                  <c:v>09:53</c:v>
                </c:pt>
                <c:pt idx="1570">
                  <c:v>09:53</c:v>
                </c:pt>
                <c:pt idx="1571">
                  <c:v>09:53</c:v>
                </c:pt>
                <c:pt idx="1572">
                  <c:v>09:53</c:v>
                </c:pt>
                <c:pt idx="1573">
                  <c:v>09:53</c:v>
                </c:pt>
                <c:pt idx="1574">
                  <c:v>09:53</c:v>
                </c:pt>
                <c:pt idx="1575">
                  <c:v>09:53</c:v>
                </c:pt>
                <c:pt idx="1576">
                  <c:v>09:53</c:v>
                </c:pt>
                <c:pt idx="1577">
                  <c:v>09:53</c:v>
                </c:pt>
                <c:pt idx="1578">
                  <c:v>09:53</c:v>
                </c:pt>
                <c:pt idx="1579">
                  <c:v>09:53</c:v>
                </c:pt>
                <c:pt idx="1580">
                  <c:v>09:53</c:v>
                </c:pt>
                <c:pt idx="1581">
                  <c:v>09:53</c:v>
                </c:pt>
                <c:pt idx="1582">
                  <c:v>09:53</c:v>
                </c:pt>
                <c:pt idx="1583">
                  <c:v>09:53</c:v>
                </c:pt>
                <c:pt idx="1584">
                  <c:v>09:53</c:v>
                </c:pt>
                <c:pt idx="1585">
                  <c:v>09:53</c:v>
                </c:pt>
                <c:pt idx="1586">
                  <c:v>09:53</c:v>
                </c:pt>
                <c:pt idx="1587">
                  <c:v>09:53</c:v>
                </c:pt>
                <c:pt idx="1588">
                  <c:v>09:53</c:v>
                </c:pt>
                <c:pt idx="1589">
                  <c:v>09:53</c:v>
                </c:pt>
                <c:pt idx="1590">
                  <c:v>09:54</c:v>
                </c:pt>
                <c:pt idx="1591">
                  <c:v>09:54</c:v>
                </c:pt>
                <c:pt idx="1592">
                  <c:v>09:54</c:v>
                </c:pt>
                <c:pt idx="1593">
                  <c:v>09:54</c:v>
                </c:pt>
                <c:pt idx="1594">
                  <c:v>09:54</c:v>
                </c:pt>
                <c:pt idx="1595">
                  <c:v>09:54</c:v>
                </c:pt>
                <c:pt idx="1596">
                  <c:v>09:54</c:v>
                </c:pt>
                <c:pt idx="1597">
                  <c:v>09:54</c:v>
                </c:pt>
                <c:pt idx="1598">
                  <c:v>09:54</c:v>
                </c:pt>
                <c:pt idx="1599">
                  <c:v>09:54</c:v>
                </c:pt>
                <c:pt idx="1600">
                  <c:v>09:54</c:v>
                </c:pt>
                <c:pt idx="1601">
                  <c:v>09:54</c:v>
                </c:pt>
                <c:pt idx="1602">
                  <c:v>09:54</c:v>
                </c:pt>
                <c:pt idx="1603">
                  <c:v>09:54</c:v>
                </c:pt>
                <c:pt idx="1604">
                  <c:v>09:54</c:v>
                </c:pt>
                <c:pt idx="1605">
                  <c:v>09:54</c:v>
                </c:pt>
                <c:pt idx="1606">
                  <c:v>09:54</c:v>
                </c:pt>
                <c:pt idx="1607">
                  <c:v>09:54</c:v>
                </c:pt>
                <c:pt idx="1608">
                  <c:v>09:54</c:v>
                </c:pt>
                <c:pt idx="1609">
                  <c:v>09:54</c:v>
                </c:pt>
                <c:pt idx="1610">
                  <c:v>09:54</c:v>
                </c:pt>
                <c:pt idx="1611">
                  <c:v>09:54</c:v>
                </c:pt>
                <c:pt idx="1612">
                  <c:v>09:54</c:v>
                </c:pt>
                <c:pt idx="1613">
                  <c:v>09:54</c:v>
                </c:pt>
                <c:pt idx="1614">
                  <c:v>09:54</c:v>
                </c:pt>
                <c:pt idx="1615">
                  <c:v>09:54</c:v>
                </c:pt>
                <c:pt idx="1616">
                  <c:v>09:54</c:v>
                </c:pt>
                <c:pt idx="1617">
                  <c:v>09:54</c:v>
                </c:pt>
                <c:pt idx="1618">
                  <c:v>09:54</c:v>
                </c:pt>
                <c:pt idx="1619">
                  <c:v>09:54</c:v>
                </c:pt>
                <c:pt idx="1620">
                  <c:v>09:55</c:v>
                </c:pt>
                <c:pt idx="1621">
                  <c:v>09:55</c:v>
                </c:pt>
                <c:pt idx="1622">
                  <c:v>09:55</c:v>
                </c:pt>
                <c:pt idx="1623">
                  <c:v>09:55</c:v>
                </c:pt>
                <c:pt idx="1624">
                  <c:v>09:55</c:v>
                </c:pt>
                <c:pt idx="1625">
                  <c:v>09:55</c:v>
                </c:pt>
                <c:pt idx="1626">
                  <c:v>09:55</c:v>
                </c:pt>
                <c:pt idx="1627">
                  <c:v>09:55</c:v>
                </c:pt>
                <c:pt idx="1628">
                  <c:v>09:55</c:v>
                </c:pt>
                <c:pt idx="1629">
                  <c:v>09:55</c:v>
                </c:pt>
                <c:pt idx="1630">
                  <c:v>09:55</c:v>
                </c:pt>
                <c:pt idx="1631">
                  <c:v>09:55</c:v>
                </c:pt>
                <c:pt idx="1632">
                  <c:v>09:55</c:v>
                </c:pt>
                <c:pt idx="1633">
                  <c:v>09:55</c:v>
                </c:pt>
                <c:pt idx="1634">
                  <c:v>09:55</c:v>
                </c:pt>
                <c:pt idx="1635">
                  <c:v>09:55</c:v>
                </c:pt>
                <c:pt idx="1636">
                  <c:v>09:55</c:v>
                </c:pt>
                <c:pt idx="1637">
                  <c:v>09:55</c:v>
                </c:pt>
                <c:pt idx="1638">
                  <c:v>09:55</c:v>
                </c:pt>
                <c:pt idx="1639">
                  <c:v>09:55</c:v>
                </c:pt>
                <c:pt idx="1640">
                  <c:v>09:55</c:v>
                </c:pt>
                <c:pt idx="1641">
                  <c:v>09:55</c:v>
                </c:pt>
                <c:pt idx="1642">
                  <c:v>09:55</c:v>
                </c:pt>
                <c:pt idx="1643">
                  <c:v>09:55</c:v>
                </c:pt>
                <c:pt idx="1644">
                  <c:v>09:55</c:v>
                </c:pt>
                <c:pt idx="1645">
                  <c:v>09:55</c:v>
                </c:pt>
                <c:pt idx="1646">
                  <c:v>09:55</c:v>
                </c:pt>
                <c:pt idx="1647">
                  <c:v>09:55</c:v>
                </c:pt>
                <c:pt idx="1648">
                  <c:v>09:55</c:v>
                </c:pt>
                <c:pt idx="1649">
                  <c:v>09:55</c:v>
                </c:pt>
                <c:pt idx="1650">
                  <c:v>09:56</c:v>
                </c:pt>
                <c:pt idx="1651">
                  <c:v>09:56</c:v>
                </c:pt>
                <c:pt idx="1652">
                  <c:v>09:56</c:v>
                </c:pt>
                <c:pt idx="1653">
                  <c:v>09:56</c:v>
                </c:pt>
                <c:pt idx="1654">
                  <c:v>09:56</c:v>
                </c:pt>
                <c:pt idx="1655">
                  <c:v>09:56</c:v>
                </c:pt>
                <c:pt idx="1656">
                  <c:v>09:56</c:v>
                </c:pt>
                <c:pt idx="1657">
                  <c:v>09:56</c:v>
                </c:pt>
                <c:pt idx="1658">
                  <c:v>09:56</c:v>
                </c:pt>
                <c:pt idx="1659">
                  <c:v>09:56</c:v>
                </c:pt>
                <c:pt idx="1660">
                  <c:v>09:56</c:v>
                </c:pt>
                <c:pt idx="1661">
                  <c:v>09:56</c:v>
                </c:pt>
                <c:pt idx="1662">
                  <c:v>09:56</c:v>
                </c:pt>
                <c:pt idx="1663">
                  <c:v>09:56</c:v>
                </c:pt>
                <c:pt idx="1664">
                  <c:v>09:56</c:v>
                </c:pt>
                <c:pt idx="1665">
                  <c:v>09:56</c:v>
                </c:pt>
                <c:pt idx="1666">
                  <c:v>09:56</c:v>
                </c:pt>
                <c:pt idx="1667">
                  <c:v>09:56</c:v>
                </c:pt>
                <c:pt idx="1668">
                  <c:v>09:56</c:v>
                </c:pt>
                <c:pt idx="1669">
                  <c:v>09:56</c:v>
                </c:pt>
                <c:pt idx="1670">
                  <c:v>09:56</c:v>
                </c:pt>
                <c:pt idx="1671">
                  <c:v>09:56</c:v>
                </c:pt>
                <c:pt idx="1672">
                  <c:v>09:56</c:v>
                </c:pt>
                <c:pt idx="1673">
                  <c:v>09:56</c:v>
                </c:pt>
                <c:pt idx="1674">
                  <c:v>09:56</c:v>
                </c:pt>
                <c:pt idx="1675">
                  <c:v>09:56</c:v>
                </c:pt>
                <c:pt idx="1676">
                  <c:v>09:56</c:v>
                </c:pt>
                <c:pt idx="1677">
                  <c:v>09:56</c:v>
                </c:pt>
                <c:pt idx="1678">
                  <c:v>09:56</c:v>
                </c:pt>
                <c:pt idx="1679">
                  <c:v>09:56</c:v>
                </c:pt>
                <c:pt idx="1680">
                  <c:v>09:57</c:v>
                </c:pt>
                <c:pt idx="1681">
                  <c:v>09:57</c:v>
                </c:pt>
                <c:pt idx="1682">
                  <c:v>09:57</c:v>
                </c:pt>
                <c:pt idx="1683">
                  <c:v>09:57</c:v>
                </c:pt>
                <c:pt idx="1684">
                  <c:v>09:57</c:v>
                </c:pt>
                <c:pt idx="1685">
                  <c:v>09:57</c:v>
                </c:pt>
                <c:pt idx="1686">
                  <c:v>09:57</c:v>
                </c:pt>
                <c:pt idx="1687">
                  <c:v>09:57</c:v>
                </c:pt>
                <c:pt idx="1688">
                  <c:v>09:57</c:v>
                </c:pt>
                <c:pt idx="1689">
                  <c:v>09:57</c:v>
                </c:pt>
                <c:pt idx="1690">
                  <c:v>09:57</c:v>
                </c:pt>
                <c:pt idx="1691">
                  <c:v>09:57</c:v>
                </c:pt>
                <c:pt idx="1692">
                  <c:v>09:57</c:v>
                </c:pt>
                <c:pt idx="1693">
                  <c:v>09:57</c:v>
                </c:pt>
                <c:pt idx="1694">
                  <c:v>09:57</c:v>
                </c:pt>
                <c:pt idx="1695">
                  <c:v>09:57</c:v>
                </c:pt>
                <c:pt idx="1696">
                  <c:v>09:57</c:v>
                </c:pt>
                <c:pt idx="1697">
                  <c:v>09:57</c:v>
                </c:pt>
                <c:pt idx="1698">
                  <c:v>09:57</c:v>
                </c:pt>
                <c:pt idx="1699">
                  <c:v>09:57</c:v>
                </c:pt>
                <c:pt idx="1700">
                  <c:v>09:57</c:v>
                </c:pt>
                <c:pt idx="1701">
                  <c:v>09:57</c:v>
                </c:pt>
                <c:pt idx="1702">
                  <c:v>09:57</c:v>
                </c:pt>
                <c:pt idx="1703">
                  <c:v>09:57</c:v>
                </c:pt>
                <c:pt idx="1704">
                  <c:v>09:57</c:v>
                </c:pt>
                <c:pt idx="1705">
                  <c:v>09:57</c:v>
                </c:pt>
                <c:pt idx="1706">
                  <c:v>09:57</c:v>
                </c:pt>
                <c:pt idx="1707">
                  <c:v>09:57</c:v>
                </c:pt>
                <c:pt idx="1708">
                  <c:v>09:57</c:v>
                </c:pt>
                <c:pt idx="1709">
                  <c:v>09:57</c:v>
                </c:pt>
                <c:pt idx="1710">
                  <c:v>09:58</c:v>
                </c:pt>
                <c:pt idx="1711">
                  <c:v>09:58</c:v>
                </c:pt>
                <c:pt idx="1712">
                  <c:v>09:58</c:v>
                </c:pt>
                <c:pt idx="1713">
                  <c:v>09:58</c:v>
                </c:pt>
                <c:pt idx="1714">
                  <c:v>09:58</c:v>
                </c:pt>
                <c:pt idx="1715">
                  <c:v>09:58</c:v>
                </c:pt>
                <c:pt idx="1716">
                  <c:v>09:58</c:v>
                </c:pt>
                <c:pt idx="1717">
                  <c:v>09:58</c:v>
                </c:pt>
                <c:pt idx="1718">
                  <c:v>09:58</c:v>
                </c:pt>
                <c:pt idx="1719">
                  <c:v>09:58</c:v>
                </c:pt>
                <c:pt idx="1720">
                  <c:v>09:58</c:v>
                </c:pt>
                <c:pt idx="1721">
                  <c:v>09:58</c:v>
                </c:pt>
                <c:pt idx="1722">
                  <c:v>09:58</c:v>
                </c:pt>
                <c:pt idx="1723">
                  <c:v>09:58</c:v>
                </c:pt>
                <c:pt idx="1724">
                  <c:v>09:58</c:v>
                </c:pt>
                <c:pt idx="1725">
                  <c:v>09:58</c:v>
                </c:pt>
                <c:pt idx="1726">
                  <c:v>09:58</c:v>
                </c:pt>
                <c:pt idx="1727">
                  <c:v>09:58</c:v>
                </c:pt>
                <c:pt idx="1728">
                  <c:v>09:58</c:v>
                </c:pt>
                <c:pt idx="1729">
                  <c:v>09:58</c:v>
                </c:pt>
                <c:pt idx="1730">
                  <c:v>09:58</c:v>
                </c:pt>
                <c:pt idx="1731">
                  <c:v>09:58</c:v>
                </c:pt>
                <c:pt idx="1732">
                  <c:v>09:58</c:v>
                </c:pt>
                <c:pt idx="1733">
                  <c:v>09:58</c:v>
                </c:pt>
                <c:pt idx="1734">
                  <c:v>09:58</c:v>
                </c:pt>
                <c:pt idx="1735">
                  <c:v>09:58</c:v>
                </c:pt>
                <c:pt idx="1736">
                  <c:v>09:58</c:v>
                </c:pt>
                <c:pt idx="1737">
                  <c:v>09:58</c:v>
                </c:pt>
                <c:pt idx="1738">
                  <c:v>09:58</c:v>
                </c:pt>
                <c:pt idx="1739">
                  <c:v>09:58</c:v>
                </c:pt>
                <c:pt idx="1740">
                  <c:v>09:59</c:v>
                </c:pt>
                <c:pt idx="1741">
                  <c:v>09:59</c:v>
                </c:pt>
                <c:pt idx="1742">
                  <c:v>09:59</c:v>
                </c:pt>
                <c:pt idx="1743">
                  <c:v>09:59</c:v>
                </c:pt>
                <c:pt idx="1744">
                  <c:v>09:59</c:v>
                </c:pt>
                <c:pt idx="1745">
                  <c:v>09:59</c:v>
                </c:pt>
                <c:pt idx="1746">
                  <c:v>09:59</c:v>
                </c:pt>
                <c:pt idx="1747">
                  <c:v>09:59</c:v>
                </c:pt>
                <c:pt idx="1748">
                  <c:v>09:59</c:v>
                </c:pt>
                <c:pt idx="1749">
                  <c:v>09:59</c:v>
                </c:pt>
                <c:pt idx="1750">
                  <c:v>09:59</c:v>
                </c:pt>
                <c:pt idx="1751">
                  <c:v>09:59</c:v>
                </c:pt>
                <c:pt idx="1752">
                  <c:v>09:59</c:v>
                </c:pt>
                <c:pt idx="1753">
                  <c:v>09:59</c:v>
                </c:pt>
                <c:pt idx="1754">
                  <c:v>09:59</c:v>
                </c:pt>
                <c:pt idx="1755">
                  <c:v>09:59</c:v>
                </c:pt>
                <c:pt idx="1756">
                  <c:v>09:59</c:v>
                </c:pt>
                <c:pt idx="1757">
                  <c:v>09:59</c:v>
                </c:pt>
                <c:pt idx="1758">
                  <c:v>09:59</c:v>
                </c:pt>
                <c:pt idx="1759">
                  <c:v>09:59</c:v>
                </c:pt>
                <c:pt idx="1760">
                  <c:v>09:59</c:v>
                </c:pt>
                <c:pt idx="1761">
                  <c:v>09:59</c:v>
                </c:pt>
                <c:pt idx="1762">
                  <c:v>09:59</c:v>
                </c:pt>
                <c:pt idx="1763">
                  <c:v>09:59</c:v>
                </c:pt>
                <c:pt idx="1764">
                  <c:v>09:59</c:v>
                </c:pt>
                <c:pt idx="1765">
                  <c:v>09:59</c:v>
                </c:pt>
                <c:pt idx="1766">
                  <c:v>09:59</c:v>
                </c:pt>
                <c:pt idx="1767">
                  <c:v>09:59</c:v>
                </c:pt>
                <c:pt idx="1768">
                  <c:v>09:59</c:v>
                </c:pt>
                <c:pt idx="1769">
                  <c:v>09:59</c:v>
                </c:pt>
                <c:pt idx="1770">
                  <c:v>10:00</c:v>
                </c:pt>
                <c:pt idx="1771">
                  <c:v>10:00</c:v>
                </c:pt>
                <c:pt idx="1772">
                  <c:v>10:00</c:v>
                </c:pt>
                <c:pt idx="1773">
                  <c:v>10:00</c:v>
                </c:pt>
                <c:pt idx="1774">
                  <c:v>10:00</c:v>
                </c:pt>
                <c:pt idx="1775">
                  <c:v>10:00</c:v>
                </c:pt>
                <c:pt idx="1776">
                  <c:v>10:00</c:v>
                </c:pt>
                <c:pt idx="1777">
                  <c:v>10:00</c:v>
                </c:pt>
                <c:pt idx="1778">
                  <c:v>10:00</c:v>
                </c:pt>
                <c:pt idx="1779">
                  <c:v>10:00</c:v>
                </c:pt>
                <c:pt idx="1780">
                  <c:v>10:00</c:v>
                </c:pt>
                <c:pt idx="1781">
                  <c:v>10:00</c:v>
                </c:pt>
                <c:pt idx="1782">
                  <c:v>10:00</c:v>
                </c:pt>
                <c:pt idx="1783">
                  <c:v>10:00</c:v>
                </c:pt>
                <c:pt idx="1784">
                  <c:v>10:00</c:v>
                </c:pt>
                <c:pt idx="1785">
                  <c:v>10:00</c:v>
                </c:pt>
                <c:pt idx="1786">
                  <c:v>10:00</c:v>
                </c:pt>
                <c:pt idx="1787">
                  <c:v>10:00</c:v>
                </c:pt>
                <c:pt idx="1788">
                  <c:v>10:00</c:v>
                </c:pt>
                <c:pt idx="1789">
                  <c:v>10:00</c:v>
                </c:pt>
                <c:pt idx="1790">
                  <c:v>10:00</c:v>
                </c:pt>
                <c:pt idx="1791">
                  <c:v>10:00</c:v>
                </c:pt>
                <c:pt idx="1792">
                  <c:v>10:00</c:v>
                </c:pt>
                <c:pt idx="1793">
                  <c:v>10:00</c:v>
                </c:pt>
                <c:pt idx="1794">
                  <c:v>10:00</c:v>
                </c:pt>
                <c:pt idx="1795">
                  <c:v>10:00</c:v>
                </c:pt>
                <c:pt idx="1796">
                  <c:v>10:00</c:v>
                </c:pt>
                <c:pt idx="1797">
                  <c:v>10:00</c:v>
                </c:pt>
                <c:pt idx="1798">
                  <c:v>10:00</c:v>
                </c:pt>
                <c:pt idx="1799">
                  <c:v>10:00</c:v>
                </c:pt>
                <c:pt idx="1800">
                  <c:v>10:01</c:v>
                </c:pt>
                <c:pt idx="1801">
                  <c:v>10:01</c:v>
                </c:pt>
                <c:pt idx="1802">
                  <c:v>10:01</c:v>
                </c:pt>
                <c:pt idx="1803">
                  <c:v>10:01</c:v>
                </c:pt>
                <c:pt idx="1804">
                  <c:v>10:01</c:v>
                </c:pt>
                <c:pt idx="1805">
                  <c:v>10:01</c:v>
                </c:pt>
                <c:pt idx="1806">
                  <c:v>10:01</c:v>
                </c:pt>
                <c:pt idx="1807">
                  <c:v>10:01</c:v>
                </c:pt>
                <c:pt idx="1808">
                  <c:v>10:01</c:v>
                </c:pt>
                <c:pt idx="1809">
                  <c:v>10:01</c:v>
                </c:pt>
                <c:pt idx="1810">
                  <c:v>10:01</c:v>
                </c:pt>
                <c:pt idx="1811">
                  <c:v>10:01</c:v>
                </c:pt>
                <c:pt idx="1812">
                  <c:v>10:01</c:v>
                </c:pt>
                <c:pt idx="1813">
                  <c:v>10:01</c:v>
                </c:pt>
                <c:pt idx="1814">
                  <c:v>10:01</c:v>
                </c:pt>
                <c:pt idx="1815">
                  <c:v>10:01</c:v>
                </c:pt>
                <c:pt idx="1816">
                  <c:v>10:01</c:v>
                </c:pt>
                <c:pt idx="1817">
                  <c:v>10:01</c:v>
                </c:pt>
                <c:pt idx="1818">
                  <c:v>10:01</c:v>
                </c:pt>
                <c:pt idx="1819">
                  <c:v>10:01</c:v>
                </c:pt>
                <c:pt idx="1820">
                  <c:v>10:01</c:v>
                </c:pt>
                <c:pt idx="1821">
                  <c:v>10:01</c:v>
                </c:pt>
                <c:pt idx="1822">
                  <c:v>10:01</c:v>
                </c:pt>
                <c:pt idx="1823">
                  <c:v>10:01</c:v>
                </c:pt>
                <c:pt idx="1824">
                  <c:v>10:01</c:v>
                </c:pt>
                <c:pt idx="1825">
                  <c:v>10:01</c:v>
                </c:pt>
                <c:pt idx="1826">
                  <c:v>10:01</c:v>
                </c:pt>
                <c:pt idx="1827">
                  <c:v>10:01</c:v>
                </c:pt>
                <c:pt idx="1828">
                  <c:v>10:01</c:v>
                </c:pt>
                <c:pt idx="1829">
                  <c:v>10:01</c:v>
                </c:pt>
                <c:pt idx="1830">
                  <c:v>10:02</c:v>
                </c:pt>
                <c:pt idx="1831">
                  <c:v>10:02</c:v>
                </c:pt>
                <c:pt idx="1832">
                  <c:v>10:02</c:v>
                </c:pt>
                <c:pt idx="1833">
                  <c:v>10:02</c:v>
                </c:pt>
                <c:pt idx="1834">
                  <c:v>10:02</c:v>
                </c:pt>
                <c:pt idx="1835">
                  <c:v>10:02</c:v>
                </c:pt>
                <c:pt idx="1836">
                  <c:v>10:02</c:v>
                </c:pt>
                <c:pt idx="1837">
                  <c:v>10:02</c:v>
                </c:pt>
                <c:pt idx="1838">
                  <c:v>10:02</c:v>
                </c:pt>
                <c:pt idx="1839">
                  <c:v>10:02</c:v>
                </c:pt>
                <c:pt idx="1840">
                  <c:v>10:02</c:v>
                </c:pt>
                <c:pt idx="1841">
                  <c:v>10:02</c:v>
                </c:pt>
                <c:pt idx="1842">
                  <c:v>10:02</c:v>
                </c:pt>
                <c:pt idx="1843">
                  <c:v>10:02</c:v>
                </c:pt>
                <c:pt idx="1844">
                  <c:v>10:02</c:v>
                </c:pt>
                <c:pt idx="1845">
                  <c:v>10:02</c:v>
                </c:pt>
                <c:pt idx="1846">
                  <c:v>10:02</c:v>
                </c:pt>
                <c:pt idx="1847">
                  <c:v>10:02</c:v>
                </c:pt>
                <c:pt idx="1848">
                  <c:v>10:02</c:v>
                </c:pt>
                <c:pt idx="1849">
                  <c:v>10:02</c:v>
                </c:pt>
                <c:pt idx="1850">
                  <c:v>10:02</c:v>
                </c:pt>
                <c:pt idx="1851">
                  <c:v>10:02</c:v>
                </c:pt>
                <c:pt idx="1852">
                  <c:v>10:02</c:v>
                </c:pt>
                <c:pt idx="1853">
                  <c:v>10:02</c:v>
                </c:pt>
                <c:pt idx="1854">
                  <c:v>10:02</c:v>
                </c:pt>
                <c:pt idx="1855">
                  <c:v>10:02</c:v>
                </c:pt>
                <c:pt idx="1856">
                  <c:v>10:02</c:v>
                </c:pt>
                <c:pt idx="1857">
                  <c:v>10:02</c:v>
                </c:pt>
                <c:pt idx="1858">
                  <c:v>10:02</c:v>
                </c:pt>
                <c:pt idx="1859">
                  <c:v>10:02</c:v>
                </c:pt>
                <c:pt idx="1860">
                  <c:v>10:03</c:v>
                </c:pt>
                <c:pt idx="1861">
                  <c:v>10:03</c:v>
                </c:pt>
                <c:pt idx="1862">
                  <c:v>10:03</c:v>
                </c:pt>
                <c:pt idx="1863">
                  <c:v>10:03</c:v>
                </c:pt>
                <c:pt idx="1864">
                  <c:v>10:03</c:v>
                </c:pt>
                <c:pt idx="1865">
                  <c:v>10:03</c:v>
                </c:pt>
                <c:pt idx="1866">
                  <c:v>10:03</c:v>
                </c:pt>
                <c:pt idx="1867">
                  <c:v>10:03</c:v>
                </c:pt>
                <c:pt idx="1868">
                  <c:v>10:03</c:v>
                </c:pt>
                <c:pt idx="1869">
                  <c:v>10:03</c:v>
                </c:pt>
                <c:pt idx="1870">
                  <c:v>10:03</c:v>
                </c:pt>
                <c:pt idx="1871">
                  <c:v>10:03</c:v>
                </c:pt>
                <c:pt idx="1872">
                  <c:v>10:03</c:v>
                </c:pt>
                <c:pt idx="1873">
                  <c:v>10:03</c:v>
                </c:pt>
                <c:pt idx="1874">
                  <c:v>10:03</c:v>
                </c:pt>
                <c:pt idx="1875">
                  <c:v>10:03</c:v>
                </c:pt>
                <c:pt idx="1876">
                  <c:v>10:03</c:v>
                </c:pt>
                <c:pt idx="1877">
                  <c:v>10:03</c:v>
                </c:pt>
                <c:pt idx="1878">
                  <c:v>10:03</c:v>
                </c:pt>
                <c:pt idx="1879">
                  <c:v>10:03</c:v>
                </c:pt>
                <c:pt idx="1880">
                  <c:v>10:03</c:v>
                </c:pt>
                <c:pt idx="1881">
                  <c:v>10:03</c:v>
                </c:pt>
                <c:pt idx="1882">
                  <c:v>10:03</c:v>
                </c:pt>
                <c:pt idx="1883">
                  <c:v>10:03</c:v>
                </c:pt>
                <c:pt idx="1884">
                  <c:v>10:03</c:v>
                </c:pt>
                <c:pt idx="1885">
                  <c:v>10:03</c:v>
                </c:pt>
                <c:pt idx="1886">
                  <c:v>10:03</c:v>
                </c:pt>
                <c:pt idx="1887">
                  <c:v>10:03</c:v>
                </c:pt>
                <c:pt idx="1888">
                  <c:v>10:03</c:v>
                </c:pt>
                <c:pt idx="1889">
                  <c:v>10:03</c:v>
                </c:pt>
                <c:pt idx="1890">
                  <c:v>10:04</c:v>
                </c:pt>
                <c:pt idx="1891">
                  <c:v>10:04</c:v>
                </c:pt>
                <c:pt idx="1892">
                  <c:v>10:04</c:v>
                </c:pt>
                <c:pt idx="1893">
                  <c:v>10:04</c:v>
                </c:pt>
                <c:pt idx="1894">
                  <c:v>10:04</c:v>
                </c:pt>
                <c:pt idx="1895">
                  <c:v>10:04</c:v>
                </c:pt>
                <c:pt idx="1896">
                  <c:v>10:04</c:v>
                </c:pt>
                <c:pt idx="1897">
                  <c:v>10:04</c:v>
                </c:pt>
                <c:pt idx="1898">
                  <c:v>10:04</c:v>
                </c:pt>
                <c:pt idx="1899">
                  <c:v>10:04</c:v>
                </c:pt>
                <c:pt idx="1900">
                  <c:v>10:04</c:v>
                </c:pt>
                <c:pt idx="1901">
                  <c:v>10:04</c:v>
                </c:pt>
                <c:pt idx="1902">
                  <c:v>10:04</c:v>
                </c:pt>
                <c:pt idx="1903">
                  <c:v>10:04</c:v>
                </c:pt>
                <c:pt idx="1904">
                  <c:v>10:04</c:v>
                </c:pt>
                <c:pt idx="1905">
                  <c:v>10:04</c:v>
                </c:pt>
                <c:pt idx="1906">
                  <c:v>10:04</c:v>
                </c:pt>
                <c:pt idx="1907">
                  <c:v>10:04</c:v>
                </c:pt>
                <c:pt idx="1908">
                  <c:v>10:04</c:v>
                </c:pt>
                <c:pt idx="1909">
                  <c:v>10:04</c:v>
                </c:pt>
                <c:pt idx="1910">
                  <c:v>10:04</c:v>
                </c:pt>
                <c:pt idx="1911">
                  <c:v>10:04</c:v>
                </c:pt>
                <c:pt idx="1912">
                  <c:v>10:04</c:v>
                </c:pt>
                <c:pt idx="1913">
                  <c:v>10:04</c:v>
                </c:pt>
                <c:pt idx="1914">
                  <c:v>10:04</c:v>
                </c:pt>
                <c:pt idx="1915">
                  <c:v>10:04</c:v>
                </c:pt>
                <c:pt idx="1916">
                  <c:v>10:04</c:v>
                </c:pt>
                <c:pt idx="1917">
                  <c:v>10:04</c:v>
                </c:pt>
                <c:pt idx="1918">
                  <c:v>10:04</c:v>
                </c:pt>
                <c:pt idx="1919">
                  <c:v>10:04</c:v>
                </c:pt>
                <c:pt idx="1920">
                  <c:v>10:05</c:v>
                </c:pt>
                <c:pt idx="1921">
                  <c:v>10:05</c:v>
                </c:pt>
                <c:pt idx="1922">
                  <c:v>10:05</c:v>
                </c:pt>
                <c:pt idx="1923">
                  <c:v>10:05</c:v>
                </c:pt>
                <c:pt idx="1924">
                  <c:v>10:05</c:v>
                </c:pt>
                <c:pt idx="1925">
                  <c:v>10:05</c:v>
                </c:pt>
                <c:pt idx="1926">
                  <c:v>10:05</c:v>
                </c:pt>
                <c:pt idx="1927">
                  <c:v>10:05</c:v>
                </c:pt>
                <c:pt idx="1928">
                  <c:v>10:05</c:v>
                </c:pt>
                <c:pt idx="1929">
                  <c:v>10:05</c:v>
                </c:pt>
                <c:pt idx="1930">
                  <c:v>10:05</c:v>
                </c:pt>
                <c:pt idx="1931">
                  <c:v>10:05</c:v>
                </c:pt>
                <c:pt idx="1932">
                  <c:v>10:05</c:v>
                </c:pt>
                <c:pt idx="1933">
                  <c:v>10:05</c:v>
                </c:pt>
                <c:pt idx="1934">
                  <c:v>10:05</c:v>
                </c:pt>
                <c:pt idx="1935">
                  <c:v>10:05</c:v>
                </c:pt>
                <c:pt idx="1936">
                  <c:v>10:05</c:v>
                </c:pt>
                <c:pt idx="1937">
                  <c:v>10:05</c:v>
                </c:pt>
                <c:pt idx="1938">
                  <c:v>10:05</c:v>
                </c:pt>
                <c:pt idx="1939">
                  <c:v>10:05</c:v>
                </c:pt>
                <c:pt idx="1940">
                  <c:v>10:05</c:v>
                </c:pt>
                <c:pt idx="1941">
                  <c:v>10:05</c:v>
                </c:pt>
                <c:pt idx="1942">
                  <c:v>10:05</c:v>
                </c:pt>
                <c:pt idx="1943">
                  <c:v>10:05</c:v>
                </c:pt>
                <c:pt idx="1944">
                  <c:v>10:05</c:v>
                </c:pt>
                <c:pt idx="1945">
                  <c:v>10:05</c:v>
                </c:pt>
                <c:pt idx="1946">
                  <c:v>10:05</c:v>
                </c:pt>
                <c:pt idx="1947">
                  <c:v>10:05</c:v>
                </c:pt>
                <c:pt idx="1948">
                  <c:v>10:05</c:v>
                </c:pt>
                <c:pt idx="1949">
                  <c:v>10:05</c:v>
                </c:pt>
                <c:pt idx="1950">
                  <c:v>10:06</c:v>
                </c:pt>
                <c:pt idx="1951">
                  <c:v>10:06</c:v>
                </c:pt>
                <c:pt idx="1952">
                  <c:v>10:06</c:v>
                </c:pt>
                <c:pt idx="1953">
                  <c:v>10:06</c:v>
                </c:pt>
                <c:pt idx="1954">
                  <c:v>10:06</c:v>
                </c:pt>
                <c:pt idx="1955">
                  <c:v>10:06</c:v>
                </c:pt>
                <c:pt idx="1956">
                  <c:v>10:06</c:v>
                </c:pt>
                <c:pt idx="1957">
                  <c:v>10:06</c:v>
                </c:pt>
                <c:pt idx="1958">
                  <c:v>10:06</c:v>
                </c:pt>
                <c:pt idx="1959">
                  <c:v>10:06</c:v>
                </c:pt>
                <c:pt idx="1960">
                  <c:v>10:06</c:v>
                </c:pt>
                <c:pt idx="1961">
                  <c:v>10:06</c:v>
                </c:pt>
                <c:pt idx="1962">
                  <c:v>10:06</c:v>
                </c:pt>
                <c:pt idx="1963">
                  <c:v>10:06</c:v>
                </c:pt>
                <c:pt idx="1964">
                  <c:v>10:06</c:v>
                </c:pt>
                <c:pt idx="1965">
                  <c:v>10:06</c:v>
                </c:pt>
                <c:pt idx="1966">
                  <c:v>10:06</c:v>
                </c:pt>
                <c:pt idx="1967">
                  <c:v>10:06</c:v>
                </c:pt>
                <c:pt idx="1968">
                  <c:v>10:06</c:v>
                </c:pt>
                <c:pt idx="1969">
                  <c:v>10:06</c:v>
                </c:pt>
                <c:pt idx="1970">
                  <c:v>10:06</c:v>
                </c:pt>
                <c:pt idx="1971">
                  <c:v>10:06</c:v>
                </c:pt>
                <c:pt idx="1972">
                  <c:v>10:06</c:v>
                </c:pt>
                <c:pt idx="1973">
                  <c:v>10:06</c:v>
                </c:pt>
                <c:pt idx="1974">
                  <c:v>10:06</c:v>
                </c:pt>
                <c:pt idx="1975">
                  <c:v>10:06</c:v>
                </c:pt>
                <c:pt idx="1976">
                  <c:v>10:06</c:v>
                </c:pt>
                <c:pt idx="1977">
                  <c:v>10:06</c:v>
                </c:pt>
                <c:pt idx="1978">
                  <c:v>10:06</c:v>
                </c:pt>
                <c:pt idx="1979">
                  <c:v>10:06</c:v>
                </c:pt>
                <c:pt idx="1980">
                  <c:v>10:07</c:v>
                </c:pt>
                <c:pt idx="1981">
                  <c:v>10:07</c:v>
                </c:pt>
                <c:pt idx="1982">
                  <c:v>10:07</c:v>
                </c:pt>
                <c:pt idx="1983">
                  <c:v>10:07</c:v>
                </c:pt>
                <c:pt idx="1984">
                  <c:v>10:07</c:v>
                </c:pt>
                <c:pt idx="1985">
                  <c:v>10:07</c:v>
                </c:pt>
                <c:pt idx="1986">
                  <c:v>10:07</c:v>
                </c:pt>
                <c:pt idx="1987">
                  <c:v>10:07</c:v>
                </c:pt>
                <c:pt idx="1988">
                  <c:v>10:07</c:v>
                </c:pt>
                <c:pt idx="1989">
                  <c:v>10:07</c:v>
                </c:pt>
                <c:pt idx="1990">
                  <c:v>10:07</c:v>
                </c:pt>
                <c:pt idx="1991">
                  <c:v>10:07</c:v>
                </c:pt>
                <c:pt idx="1992">
                  <c:v>10:07</c:v>
                </c:pt>
                <c:pt idx="1993">
                  <c:v>10:07</c:v>
                </c:pt>
                <c:pt idx="1994">
                  <c:v>10:07</c:v>
                </c:pt>
                <c:pt idx="1995">
                  <c:v>10:07</c:v>
                </c:pt>
                <c:pt idx="1996">
                  <c:v>10:07</c:v>
                </c:pt>
                <c:pt idx="1997">
                  <c:v>10:07</c:v>
                </c:pt>
                <c:pt idx="1998">
                  <c:v>10:07</c:v>
                </c:pt>
                <c:pt idx="1999">
                  <c:v>10:07</c:v>
                </c:pt>
                <c:pt idx="2000">
                  <c:v>10:07</c:v>
                </c:pt>
                <c:pt idx="2001">
                  <c:v>10:07</c:v>
                </c:pt>
                <c:pt idx="2002">
                  <c:v>10:07</c:v>
                </c:pt>
                <c:pt idx="2003">
                  <c:v>10:07</c:v>
                </c:pt>
                <c:pt idx="2004">
                  <c:v>10:07</c:v>
                </c:pt>
                <c:pt idx="2005">
                  <c:v>10:07</c:v>
                </c:pt>
                <c:pt idx="2006">
                  <c:v>10:07</c:v>
                </c:pt>
                <c:pt idx="2007">
                  <c:v>10:07</c:v>
                </c:pt>
                <c:pt idx="2008">
                  <c:v>10:07</c:v>
                </c:pt>
                <c:pt idx="2009">
                  <c:v>10:07</c:v>
                </c:pt>
                <c:pt idx="2010">
                  <c:v>10:08</c:v>
                </c:pt>
                <c:pt idx="2011">
                  <c:v>10:08</c:v>
                </c:pt>
                <c:pt idx="2012">
                  <c:v>10:08</c:v>
                </c:pt>
                <c:pt idx="2013">
                  <c:v>10:08</c:v>
                </c:pt>
                <c:pt idx="2014">
                  <c:v>10:08</c:v>
                </c:pt>
                <c:pt idx="2015">
                  <c:v>10:08</c:v>
                </c:pt>
                <c:pt idx="2016">
                  <c:v>10:08</c:v>
                </c:pt>
                <c:pt idx="2017">
                  <c:v>10:08</c:v>
                </c:pt>
                <c:pt idx="2018">
                  <c:v>10:08</c:v>
                </c:pt>
                <c:pt idx="2019">
                  <c:v>10:08</c:v>
                </c:pt>
                <c:pt idx="2020">
                  <c:v>10:08</c:v>
                </c:pt>
                <c:pt idx="2021">
                  <c:v>10:08</c:v>
                </c:pt>
                <c:pt idx="2022">
                  <c:v>10:08</c:v>
                </c:pt>
                <c:pt idx="2023">
                  <c:v>10:08</c:v>
                </c:pt>
                <c:pt idx="2024">
                  <c:v>10:08</c:v>
                </c:pt>
                <c:pt idx="2025">
                  <c:v>10:08</c:v>
                </c:pt>
                <c:pt idx="2026">
                  <c:v>10:08</c:v>
                </c:pt>
                <c:pt idx="2027">
                  <c:v>10:08</c:v>
                </c:pt>
                <c:pt idx="2028">
                  <c:v>10:08</c:v>
                </c:pt>
                <c:pt idx="2029">
                  <c:v>10:08</c:v>
                </c:pt>
                <c:pt idx="2030">
                  <c:v>10:08</c:v>
                </c:pt>
                <c:pt idx="2031">
                  <c:v>10:08</c:v>
                </c:pt>
                <c:pt idx="2032">
                  <c:v>10:08</c:v>
                </c:pt>
                <c:pt idx="2033">
                  <c:v>10:08</c:v>
                </c:pt>
                <c:pt idx="2034">
                  <c:v>10:08</c:v>
                </c:pt>
                <c:pt idx="2035">
                  <c:v>10:08</c:v>
                </c:pt>
                <c:pt idx="2036">
                  <c:v>10:08</c:v>
                </c:pt>
                <c:pt idx="2037">
                  <c:v>10:08</c:v>
                </c:pt>
                <c:pt idx="2038">
                  <c:v>10:08</c:v>
                </c:pt>
                <c:pt idx="2039">
                  <c:v>10:08</c:v>
                </c:pt>
                <c:pt idx="2040">
                  <c:v>10:09</c:v>
                </c:pt>
                <c:pt idx="2041">
                  <c:v>10:09</c:v>
                </c:pt>
                <c:pt idx="2042">
                  <c:v>10:09</c:v>
                </c:pt>
                <c:pt idx="2043">
                  <c:v>10:09</c:v>
                </c:pt>
                <c:pt idx="2044">
                  <c:v>10:09</c:v>
                </c:pt>
                <c:pt idx="2045">
                  <c:v>10:09</c:v>
                </c:pt>
                <c:pt idx="2046">
                  <c:v>10:09</c:v>
                </c:pt>
                <c:pt idx="2047">
                  <c:v>10:09</c:v>
                </c:pt>
                <c:pt idx="2048">
                  <c:v>10:09</c:v>
                </c:pt>
                <c:pt idx="2049">
                  <c:v>10:09</c:v>
                </c:pt>
                <c:pt idx="2050">
                  <c:v>10:09</c:v>
                </c:pt>
                <c:pt idx="2051">
                  <c:v>10:09</c:v>
                </c:pt>
                <c:pt idx="2052">
                  <c:v>10:09</c:v>
                </c:pt>
                <c:pt idx="2053">
                  <c:v>10:09</c:v>
                </c:pt>
                <c:pt idx="2054">
                  <c:v>10:09</c:v>
                </c:pt>
                <c:pt idx="2055">
                  <c:v>10:09</c:v>
                </c:pt>
                <c:pt idx="2056">
                  <c:v>10:09</c:v>
                </c:pt>
                <c:pt idx="2057">
                  <c:v>10:09</c:v>
                </c:pt>
                <c:pt idx="2058">
                  <c:v>10:09</c:v>
                </c:pt>
                <c:pt idx="2059">
                  <c:v>10:09</c:v>
                </c:pt>
                <c:pt idx="2060">
                  <c:v>10:09</c:v>
                </c:pt>
                <c:pt idx="2061">
                  <c:v>10:09</c:v>
                </c:pt>
                <c:pt idx="2062">
                  <c:v>10:09</c:v>
                </c:pt>
                <c:pt idx="2063">
                  <c:v>10:09</c:v>
                </c:pt>
                <c:pt idx="2064">
                  <c:v>10:09</c:v>
                </c:pt>
                <c:pt idx="2065">
                  <c:v>10:09</c:v>
                </c:pt>
                <c:pt idx="2066">
                  <c:v>10:09</c:v>
                </c:pt>
                <c:pt idx="2067">
                  <c:v>10:09</c:v>
                </c:pt>
                <c:pt idx="2068">
                  <c:v>10:09</c:v>
                </c:pt>
                <c:pt idx="2069">
                  <c:v>10:09</c:v>
                </c:pt>
                <c:pt idx="2070">
                  <c:v>10:10</c:v>
                </c:pt>
                <c:pt idx="2071">
                  <c:v>10:10</c:v>
                </c:pt>
                <c:pt idx="2072">
                  <c:v>10:10</c:v>
                </c:pt>
                <c:pt idx="2073">
                  <c:v>10:10</c:v>
                </c:pt>
                <c:pt idx="2074">
                  <c:v>10:10</c:v>
                </c:pt>
                <c:pt idx="2075">
                  <c:v>10:10</c:v>
                </c:pt>
                <c:pt idx="2076">
                  <c:v>10:10</c:v>
                </c:pt>
                <c:pt idx="2077">
                  <c:v>10:10</c:v>
                </c:pt>
                <c:pt idx="2078">
                  <c:v>10:10</c:v>
                </c:pt>
                <c:pt idx="2079">
                  <c:v>10:10</c:v>
                </c:pt>
                <c:pt idx="2080">
                  <c:v>10:10</c:v>
                </c:pt>
                <c:pt idx="2081">
                  <c:v>10:10</c:v>
                </c:pt>
                <c:pt idx="2082">
                  <c:v>10:10</c:v>
                </c:pt>
                <c:pt idx="2083">
                  <c:v>10:10</c:v>
                </c:pt>
                <c:pt idx="2084">
                  <c:v>10:10</c:v>
                </c:pt>
                <c:pt idx="2085">
                  <c:v>10:10</c:v>
                </c:pt>
                <c:pt idx="2086">
                  <c:v>10:10</c:v>
                </c:pt>
                <c:pt idx="2087">
                  <c:v>10:10</c:v>
                </c:pt>
                <c:pt idx="2088">
                  <c:v>10:10</c:v>
                </c:pt>
                <c:pt idx="2089">
                  <c:v>10:10</c:v>
                </c:pt>
                <c:pt idx="2090">
                  <c:v>10:10</c:v>
                </c:pt>
                <c:pt idx="2091">
                  <c:v>10:10</c:v>
                </c:pt>
                <c:pt idx="2092">
                  <c:v>10:10</c:v>
                </c:pt>
                <c:pt idx="2093">
                  <c:v>10:10</c:v>
                </c:pt>
                <c:pt idx="2094">
                  <c:v>10:10</c:v>
                </c:pt>
                <c:pt idx="2095">
                  <c:v>10:10</c:v>
                </c:pt>
                <c:pt idx="2096">
                  <c:v>10:10</c:v>
                </c:pt>
                <c:pt idx="2097">
                  <c:v>10:10</c:v>
                </c:pt>
                <c:pt idx="2098">
                  <c:v>10:10</c:v>
                </c:pt>
                <c:pt idx="2099">
                  <c:v>10:10</c:v>
                </c:pt>
                <c:pt idx="2100">
                  <c:v>10:11</c:v>
                </c:pt>
                <c:pt idx="2101">
                  <c:v>10:11</c:v>
                </c:pt>
                <c:pt idx="2102">
                  <c:v>10:11</c:v>
                </c:pt>
                <c:pt idx="2103">
                  <c:v>10:11</c:v>
                </c:pt>
                <c:pt idx="2104">
                  <c:v>10:11</c:v>
                </c:pt>
                <c:pt idx="2105">
                  <c:v>10:11</c:v>
                </c:pt>
                <c:pt idx="2106">
                  <c:v>10:11</c:v>
                </c:pt>
                <c:pt idx="2107">
                  <c:v>10:11</c:v>
                </c:pt>
                <c:pt idx="2108">
                  <c:v>10:11</c:v>
                </c:pt>
                <c:pt idx="2109">
                  <c:v>10:11</c:v>
                </c:pt>
                <c:pt idx="2110">
                  <c:v>10:11</c:v>
                </c:pt>
                <c:pt idx="2111">
                  <c:v>10:11</c:v>
                </c:pt>
                <c:pt idx="2112">
                  <c:v>10:11</c:v>
                </c:pt>
                <c:pt idx="2113">
                  <c:v>10:11</c:v>
                </c:pt>
                <c:pt idx="2114">
                  <c:v>10:11</c:v>
                </c:pt>
                <c:pt idx="2115">
                  <c:v>10:11</c:v>
                </c:pt>
                <c:pt idx="2116">
                  <c:v>10:11</c:v>
                </c:pt>
                <c:pt idx="2117">
                  <c:v>10:11</c:v>
                </c:pt>
                <c:pt idx="2118">
                  <c:v>10:11</c:v>
                </c:pt>
                <c:pt idx="2119">
                  <c:v>10:11</c:v>
                </c:pt>
                <c:pt idx="2120">
                  <c:v>10:11</c:v>
                </c:pt>
                <c:pt idx="2121">
                  <c:v>10:11</c:v>
                </c:pt>
                <c:pt idx="2122">
                  <c:v>10:11</c:v>
                </c:pt>
                <c:pt idx="2123">
                  <c:v>10:11</c:v>
                </c:pt>
                <c:pt idx="2124">
                  <c:v>10:11</c:v>
                </c:pt>
                <c:pt idx="2125">
                  <c:v>10:11</c:v>
                </c:pt>
                <c:pt idx="2126">
                  <c:v>10:11</c:v>
                </c:pt>
                <c:pt idx="2127">
                  <c:v>10:11</c:v>
                </c:pt>
                <c:pt idx="2128">
                  <c:v>10:11</c:v>
                </c:pt>
                <c:pt idx="2129">
                  <c:v>10:11</c:v>
                </c:pt>
                <c:pt idx="2130">
                  <c:v>10:12</c:v>
                </c:pt>
                <c:pt idx="2131">
                  <c:v>10:12</c:v>
                </c:pt>
                <c:pt idx="2132">
                  <c:v>10:12</c:v>
                </c:pt>
                <c:pt idx="2133">
                  <c:v>10:12</c:v>
                </c:pt>
                <c:pt idx="2134">
                  <c:v>10:12</c:v>
                </c:pt>
                <c:pt idx="2135">
                  <c:v>10:12</c:v>
                </c:pt>
                <c:pt idx="2136">
                  <c:v>10:12</c:v>
                </c:pt>
                <c:pt idx="2137">
                  <c:v>10:12</c:v>
                </c:pt>
                <c:pt idx="2138">
                  <c:v>10:12</c:v>
                </c:pt>
                <c:pt idx="2139">
                  <c:v>10:12</c:v>
                </c:pt>
                <c:pt idx="2140">
                  <c:v>10:12</c:v>
                </c:pt>
                <c:pt idx="2141">
                  <c:v>10:12</c:v>
                </c:pt>
                <c:pt idx="2142">
                  <c:v>10:12</c:v>
                </c:pt>
                <c:pt idx="2143">
                  <c:v>10:12</c:v>
                </c:pt>
                <c:pt idx="2144">
                  <c:v>10:12</c:v>
                </c:pt>
                <c:pt idx="2145">
                  <c:v>10:12</c:v>
                </c:pt>
                <c:pt idx="2146">
                  <c:v>10:12</c:v>
                </c:pt>
                <c:pt idx="2147">
                  <c:v>10:12</c:v>
                </c:pt>
                <c:pt idx="2148">
                  <c:v>10:12</c:v>
                </c:pt>
                <c:pt idx="2149">
                  <c:v>10:12</c:v>
                </c:pt>
                <c:pt idx="2150">
                  <c:v>10:12</c:v>
                </c:pt>
                <c:pt idx="2151">
                  <c:v>10:12</c:v>
                </c:pt>
                <c:pt idx="2152">
                  <c:v>10:12</c:v>
                </c:pt>
                <c:pt idx="2153">
                  <c:v>10:12</c:v>
                </c:pt>
                <c:pt idx="2154">
                  <c:v>10:12</c:v>
                </c:pt>
                <c:pt idx="2155">
                  <c:v>10:12</c:v>
                </c:pt>
                <c:pt idx="2156">
                  <c:v>10:12</c:v>
                </c:pt>
                <c:pt idx="2157">
                  <c:v>10:12</c:v>
                </c:pt>
                <c:pt idx="2158">
                  <c:v>10:12</c:v>
                </c:pt>
                <c:pt idx="2159">
                  <c:v>10:12</c:v>
                </c:pt>
                <c:pt idx="2160">
                  <c:v>10:13</c:v>
                </c:pt>
                <c:pt idx="2161">
                  <c:v>10:13</c:v>
                </c:pt>
                <c:pt idx="2162">
                  <c:v>10:13</c:v>
                </c:pt>
                <c:pt idx="2163">
                  <c:v>10:13</c:v>
                </c:pt>
                <c:pt idx="2164">
                  <c:v>10:13</c:v>
                </c:pt>
                <c:pt idx="2165">
                  <c:v>10:13</c:v>
                </c:pt>
                <c:pt idx="2166">
                  <c:v>10:13</c:v>
                </c:pt>
                <c:pt idx="2167">
                  <c:v>10:13</c:v>
                </c:pt>
                <c:pt idx="2168">
                  <c:v>10:13</c:v>
                </c:pt>
                <c:pt idx="2169">
                  <c:v>10:13</c:v>
                </c:pt>
                <c:pt idx="2170">
                  <c:v>10:13</c:v>
                </c:pt>
                <c:pt idx="2171">
                  <c:v>10:13</c:v>
                </c:pt>
                <c:pt idx="2172">
                  <c:v>10:13</c:v>
                </c:pt>
                <c:pt idx="2173">
                  <c:v>10:13</c:v>
                </c:pt>
                <c:pt idx="2174">
                  <c:v>10:13</c:v>
                </c:pt>
                <c:pt idx="2175">
                  <c:v>10:13</c:v>
                </c:pt>
                <c:pt idx="2176">
                  <c:v>10:13</c:v>
                </c:pt>
                <c:pt idx="2177">
                  <c:v>10:13</c:v>
                </c:pt>
                <c:pt idx="2178">
                  <c:v>10:13</c:v>
                </c:pt>
                <c:pt idx="2179">
                  <c:v>10:13</c:v>
                </c:pt>
                <c:pt idx="2180">
                  <c:v>10:13</c:v>
                </c:pt>
                <c:pt idx="2181">
                  <c:v>10:13</c:v>
                </c:pt>
                <c:pt idx="2182">
                  <c:v>10:13</c:v>
                </c:pt>
                <c:pt idx="2183">
                  <c:v>10:13</c:v>
                </c:pt>
                <c:pt idx="2184">
                  <c:v>10:13</c:v>
                </c:pt>
                <c:pt idx="2185">
                  <c:v>10:13</c:v>
                </c:pt>
                <c:pt idx="2186">
                  <c:v>10:13</c:v>
                </c:pt>
                <c:pt idx="2187">
                  <c:v>10:13</c:v>
                </c:pt>
                <c:pt idx="2188">
                  <c:v>10:13</c:v>
                </c:pt>
                <c:pt idx="2189">
                  <c:v>10:13</c:v>
                </c:pt>
                <c:pt idx="2190">
                  <c:v>10:14</c:v>
                </c:pt>
                <c:pt idx="2191">
                  <c:v>10:14</c:v>
                </c:pt>
                <c:pt idx="2192">
                  <c:v>10:14</c:v>
                </c:pt>
                <c:pt idx="2193">
                  <c:v>10:14</c:v>
                </c:pt>
                <c:pt idx="2194">
                  <c:v>10:14</c:v>
                </c:pt>
                <c:pt idx="2195">
                  <c:v>10:14</c:v>
                </c:pt>
                <c:pt idx="2196">
                  <c:v>10:14</c:v>
                </c:pt>
                <c:pt idx="2197">
                  <c:v>10:14</c:v>
                </c:pt>
                <c:pt idx="2198">
                  <c:v>10:14</c:v>
                </c:pt>
                <c:pt idx="2199">
                  <c:v>10:14</c:v>
                </c:pt>
                <c:pt idx="2200">
                  <c:v>10:14</c:v>
                </c:pt>
                <c:pt idx="2201">
                  <c:v>10:14</c:v>
                </c:pt>
                <c:pt idx="2202">
                  <c:v>10:14</c:v>
                </c:pt>
                <c:pt idx="2203">
                  <c:v>10:14</c:v>
                </c:pt>
                <c:pt idx="2204">
                  <c:v>10:14</c:v>
                </c:pt>
                <c:pt idx="2205">
                  <c:v>10:14</c:v>
                </c:pt>
                <c:pt idx="2206">
                  <c:v>10:14</c:v>
                </c:pt>
                <c:pt idx="2207">
                  <c:v>10:14</c:v>
                </c:pt>
                <c:pt idx="2208">
                  <c:v>10:14</c:v>
                </c:pt>
                <c:pt idx="2209">
                  <c:v>10:14</c:v>
                </c:pt>
                <c:pt idx="2210">
                  <c:v>10:14</c:v>
                </c:pt>
                <c:pt idx="2211">
                  <c:v>10:14</c:v>
                </c:pt>
                <c:pt idx="2212">
                  <c:v>10:14</c:v>
                </c:pt>
                <c:pt idx="2213">
                  <c:v>10:14</c:v>
                </c:pt>
                <c:pt idx="2214">
                  <c:v>10:14</c:v>
                </c:pt>
                <c:pt idx="2215">
                  <c:v>10:14</c:v>
                </c:pt>
                <c:pt idx="2216">
                  <c:v>10:14</c:v>
                </c:pt>
                <c:pt idx="2217">
                  <c:v>10:14</c:v>
                </c:pt>
                <c:pt idx="2218">
                  <c:v>10:14</c:v>
                </c:pt>
                <c:pt idx="2219">
                  <c:v>10:14</c:v>
                </c:pt>
                <c:pt idx="2220">
                  <c:v>10:15</c:v>
                </c:pt>
                <c:pt idx="2221">
                  <c:v>10:15</c:v>
                </c:pt>
                <c:pt idx="2222">
                  <c:v>10:15</c:v>
                </c:pt>
                <c:pt idx="2223">
                  <c:v>10:15</c:v>
                </c:pt>
                <c:pt idx="2224">
                  <c:v>10:15</c:v>
                </c:pt>
                <c:pt idx="2225">
                  <c:v>10:15</c:v>
                </c:pt>
                <c:pt idx="2226">
                  <c:v>10:15</c:v>
                </c:pt>
                <c:pt idx="2227">
                  <c:v>10:15</c:v>
                </c:pt>
                <c:pt idx="2228">
                  <c:v>10:15</c:v>
                </c:pt>
                <c:pt idx="2229">
                  <c:v>10:15</c:v>
                </c:pt>
                <c:pt idx="2230">
                  <c:v>10:15</c:v>
                </c:pt>
                <c:pt idx="2231">
                  <c:v>10:15</c:v>
                </c:pt>
                <c:pt idx="2232">
                  <c:v>10:15</c:v>
                </c:pt>
                <c:pt idx="2233">
                  <c:v>10:15</c:v>
                </c:pt>
                <c:pt idx="2234">
                  <c:v>10:15</c:v>
                </c:pt>
                <c:pt idx="2235">
                  <c:v>10:15</c:v>
                </c:pt>
                <c:pt idx="2236">
                  <c:v>10:15</c:v>
                </c:pt>
                <c:pt idx="2237">
                  <c:v>10:15</c:v>
                </c:pt>
                <c:pt idx="2238">
                  <c:v>10:15</c:v>
                </c:pt>
                <c:pt idx="2239">
                  <c:v>10:15</c:v>
                </c:pt>
                <c:pt idx="2240">
                  <c:v>10:15</c:v>
                </c:pt>
                <c:pt idx="2241">
                  <c:v>10:15</c:v>
                </c:pt>
                <c:pt idx="2242">
                  <c:v>10:15</c:v>
                </c:pt>
                <c:pt idx="2243">
                  <c:v>10:15</c:v>
                </c:pt>
                <c:pt idx="2244">
                  <c:v>10:15</c:v>
                </c:pt>
                <c:pt idx="2245">
                  <c:v>10:15</c:v>
                </c:pt>
                <c:pt idx="2246">
                  <c:v>10:15</c:v>
                </c:pt>
                <c:pt idx="2247">
                  <c:v>10:15</c:v>
                </c:pt>
                <c:pt idx="2248">
                  <c:v>10:15</c:v>
                </c:pt>
                <c:pt idx="2249">
                  <c:v>10:15</c:v>
                </c:pt>
                <c:pt idx="2250">
                  <c:v>10:16</c:v>
                </c:pt>
                <c:pt idx="2251">
                  <c:v>10:16</c:v>
                </c:pt>
                <c:pt idx="2252">
                  <c:v>10:16</c:v>
                </c:pt>
                <c:pt idx="2253">
                  <c:v>10:16</c:v>
                </c:pt>
                <c:pt idx="2254">
                  <c:v>10:16</c:v>
                </c:pt>
                <c:pt idx="2255">
                  <c:v>10:16</c:v>
                </c:pt>
                <c:pt idx="2256">
                  <c:v>10:16</c:v>
                </c:pt>
                <c:pt idx="2257">
                  <c:v>10:16</c:v>
                </c:pt>
                <c:pt idx="2258">
                  <c:v>10:16</c:v>
                </c:pt>
                <c:pt idx="2259">
                  <c:v>10:16</c:v>
                </c:pt>
                <c:pt idx="2260">
                  <c:v>10:16</c:v>
                </c:pt>
                <c:pt idx="2261">
                  <c:v>10:16</c:v>
                </c:pt>
                <c:pt idx="2262">
                  <c:v>10:16</c:v>
                </c:pt>
                <c:pt idx="2263">
                  <c:v>10:16</c:v>
                </c:pt>
                <c:pt idx="2264">
                  <c:v>10:16</c:v>
                </c:pt>
                <c:pt idx="2265">
                  <c:v>10:16</c:v>
                </c:pt>
                <c:pt idx="2266">
                  <c:v>10:16</c:v>
                </c:pt>
                <c:pt idx="2267">
                  <c:v>10:16</c:v>
                </c:pt>
                <c:pt idx="2268">
                  <c:v>10:16</c:v>
                </c:pt>
                <c:pt idx="2269">
                  <c:v>10:16</c:v>
                </c:pt>
                <c:pt idx="2270">
                  <c:v>10:16</c:v>
                </c:pt>
                <c:pt idx="2271">
                  <c:v>10:16</c:v>
                </c:pt>
                <c:pt idx="2272">
                  <c:v>10:16</c:v>
                </c:pt>
                <c:pt idx="2273">
                  <c:v>10:16</c:v>
                </c:pt>
                <c:pt idx="2274">
                  <c:v>10:16</c:v>
                </c:pt>
                <c:pt idx="2275">
                  <c:v>10:16</c:v>
                </c:pt>
                <c:pt idx="2276">
                  <c:v>10:16</c:v>
                </c:pt>
                <c:pt idx="2277">
                  <c:v>10:16</c:v>
                </c:pt>
                <c:pt idx="2278">
                  <c:v>10:16</c:v>
                </c:pt>
                <c:pt idx="2279">
                  <c:v>10:16</c:v>
                </c:pt>
                <c:pt idx="2280">
                  <c:v>10:17</c:v>
                </c:pt>
                <c:pt idx="2281">
                  <c:v>10:17</c:v>
                </c:pt>
                <c:pt idx="2282">
                  <c:v>10:17</c:v>
                </c:pt>
                <c:pt idx="2283">
                  <c:v>10:17</c:v>
                </c:pt>
                <c:pt idx="2284">
                  <c:v>10:17</c:v>
                </c:pt>
                <c:pt idx="2285">
                  <c:v>10:17</c:v>
                </c:pt>
                <c:pt idx="2286">
                  <c:v>10:17</c:v>
                </c:pt>
                <c:pt idx="2287">
                  <c:v>10:17</c:v>
                </c:pt>
                <c:pt idx="2288">
                  <c:v>10:17</c:v>
                </c:pt>
                <c:pt idx="2289">
                  <c:v>10:17</c:v>
                </c:pt>
                <c:pt idx="2290">
                  <c:v>10:17</c:v>
                </c:pt>
                <c:pt idx="2291">
                  <c:v>10:17</c:v>
                </c:pt>
                <c:pt idx="2292">
                  <c:v>10:17</c:v>
                </c:pt>
                <c:pt idx="2293">
                  <c:v>10:17</c:v>
                </c:pt>
                <c:pt idx="2294">
                  <c:v>10:17</c:v>
                </c:pt>
                <c:pt idx="2295">
                  <c:v>10:17</c:v>
                </c:pt>
                <c:pt idx="2296">
                  <c:v>10:17</c:v>
                </c:pt>
                <c:pt idx="2297">
                  <c:v>10:17</c:v>
                </c:pt>
                <c:pt idx="2298">
                  <c:v>10:17</c:v>
                </c:pt>
                <c:pt idx="2299">
                  <c:v>10:17</c:v>
                </c:pt>
                <c:pt idx="2300">
                  <c:v>10:17</c:v>
                </c:pt>
                <c:pt idx="2301">
                  <c:v>10:17</c:v>
                </c:pt>
                <c:pt idx="2302">
                  <c:v>10:17</c:v>
                </c:pt>
                <c:pt idx="2303">
                  <c:v>10:17</c:v>
                </c:pt>
                <c:pt idx="2304">
                  <c:v>10:17</c:v>
                </c:pt>
                <c:pt idx="2305">
                  <c:v>10:17</c:v>
                </c:pt>
                <c:pt idx="2306">
                  <c:v>10:17</c:v>
                </c:pt>
                <c:pt idx="2307">
                  <c:v>10:17</c:v>
                </c:pt>
                <c:pt idx="2308">
                  <c:v>10:17</c:v>
                </c:pt>
                <c:pt idx="2309">
                  <c:v>10:17</c:v>
                </c:pt>
                <c:pt idx="2310">
                  <c:v>10:18</c:v>
                </c:pt>
                <c:pt idx="2311">
                  <c:v>10:18</c:v>
                </c:pt>
                <c:pt idx="2312">
                  <c:v>10:18</c:v>
                </c:pt>
                <c:pt idx="2313">
                  <c:v>10:18</c:v>
                </c:pt>
                <c:pt idx="2314">
                  <c:v>10:18</c:v>
                </c:pt>
                <c:pt idx="2315">
                  <c:v>10:18</c:v>
                </c:pt>
                <c:pt idx="2316">
                  <c:v>10:18</c:v>
                </c:pt>
                <c:pt idx="2317">
                  <c:v>10:18</c:v>
                </c:pt>
                <c:pt idx="2318">
                  <c:v>10:18</c:v>
                </c:pt>
                <c:pt idx="2319">
                  <c:v>10:18</c:v>
                </c:pt>
                <c:pt idx="2320">
                  <c:v>10:18</c:v>
                </c:pt>
                <c:pt idx="2321">
                  <c:v>10:18</c:v>
                </c:pt>
                <c:pt idx="2322">
                  <c:v>10:18</c:v>
                </c:pt>
                <c:pt idx="2323">
                  <c:v>10:18</c:v>
                </c:pt>
                <c:pt idx="2324">
                  <c:v>10:18</c:v>
                </c:pt>
                <c:pt idx="2325">
                  <c:v>10:18</c:v>
                </c:pt>
                <c:pt idx="2326">
                  <c:v>10:18</c:v>
                </c:pt>
                <c:pt idx="2327">
                  <c:v>10:18</c:v>
                </c:pt>
                <c:pt idx="2328">
                  <c:v>10:18</c:v>
                </c:pt>
                <c:pt idx="2329">
                  <c:v>10:18</c:v>
                </c:pt>
                <c:pt idx="2330">
                  <c:v>10:18</c:v>
                </c:pt>
                <c:pt idx="2331">
                  <c:v>10:18</c:v>
                </c:pt>
                <c:pt idx="2332">
                  <c:v>10:18</c:v>
                </c:pt>
                <c:pt idx="2333">
                  <c:v>10:18</c:v>
                </c:pt>
                <c:pt idx="2334">
                  <c:v>10:18</c:v>
                </c:pt>
                <c:pt idx="2335">
                  <c:v>10:18</c:v>
                </c:pt>
                <c:pt idx="2336">
                  <c:v>10:18</c:v>
                </c:pt>
                <c:pt idx="2337">
                  <c:v>10:18</c:v>
                </c:pt>
                <c:pt idx="2338">
                  <c:v>10:18</c:v>
                </c:pt>
                <c:pt idx="2339">
                  <c:v>10:18</c:v>
                </c:pt>
                <c:pt idx="2340">
                  <c:v>10:19</c:v>
                </c:pt>
                <c:pt idx="2341">
                  <c:v>10:19</c:v>
                </c:pt>
                <c:pt idx="2342">
                  <c:v>10:19</c:v>
                </c:pt>
                <c:pt idx="2343">
                  <c:v>10:19</c:v>
                </c:pt>
                <c:pt idx="2344">
                  <c:v>10:19</c:v>
                </c:pt>
                <c:pt idx="2345">
                  <c:v>10:19</c:v>
                </c:pt>
                <c:pt idx="2346">
                  <c:v>10:19</c:v>
                </c:pt>
                <c:pt idx="2347">
                  <c:v>10:19</c:v>
                </c:pt>
                <c:pt idx="2348">
                  <c:v>10:19</c:v>
                </c:pt>
                <c:pt idx="2349">
                  <c:v>10:19</c:v>
                </c:pt>
                <c:pt idx="2350">
                  <c:v>10:19</c:v>
                </c:pt>
                <c:pt idx="2351">
                  <c:v>10:19</c:v>
                </c:pt>
                <c:pt idx="2352">
                  <c:v>10:19</c:v>
                </c:pt>
                <c:pt idx="2353">
                  <c:v>10:19</c:v>
                </c:pt>
                <c:pt idx="2354">
                  <c:v>10:19</c:v>
                </c:pt>
                <c:pt idx="2355">
                  <c:v>10:19</c:v>
                </c:pt>
                <c:pt idx="2356">
                  <c:v>10:19</c:v>
                </c:pt>
                <c:pt idx="2357">
                  <c:v>10:19</c:v>
                </c:pt>
                <c:pt idx="2358">
                  <c:v>10:19</c:v>
                </c:pt>
                <c:pt idx="2359">
                  <c:v>10:19</c:v>
                </c:pt>
                <c:pt idx="2360">
                  <c:v>10:19</c:v>
                </c:pt>
                <c:pt idx="2361">
                  <c:v>10:19</c:v>
                </c:pt>
                <c:pt idx="2362">
                  <c:v>10:19</c:v>
                </c:pt>
                <c:pt idx="2363">
                  <c:v>10:19</c:v>
                </c:pt>
                <c:pt idx="2364">
                  <c:v>10:19</c:v>
                </c:pt>
                <c:pt idx="2365">
                  <c:v>10:19</c:v>
                </c:pt>
                <c:pt idx="2366">
                  <c:v>10:19</c:v>
                </c:pt>
                <c:pt idx="2367">
                  <c:v>10:19</c:v>
                </c:pt>
                <c:pt idx="2368">
                  <c:v>10:19</c:v>
                </c:pt>
                <c:pt idx="2369">
                  <c:v>10:19</c:v>
                </c:pt>
                <c:pt idx="2370">
                  <c:v>10:20</c:v>
                </c:pt>
                <c:pt idx="2371">
                  <c:v>10:20</c:v>
                </c:pt>
                <c:pt idx="2372">
                  <c:v>10:20</c:v>
                </c:pt>
                <c:pt idx="2373">
                  <c:v>10:20</c:v>
                </c:pt>
                <c:pt idx="2374">
                  <c:v>10:20</c:v>
                </c:pt>
                <c:pt idx="2375">
                  <c:v>10:20</c:v>
                </c:pt>
                <c:pt idx="2376">
                  <c:v>10:20</c:v>
                </c:pt>
                <c:pt idx="2377">
                  <c:v>10:20</c:v>
                </c:pt>
                <c:pt idx="2378">
                  <c:v>10:20</c:v>
                </c:pt>
                <c:pt idx="2379">
                  <c:v>10:20</c:v>
                </c:pt>
                <c:pt idx="2380">
                  <c:v>10:20</c:v>
                </c:pt>
                <c:pt idx="2381">
                  <c:v>10:20</c:v>
                </c:pt>
                <c:pt idx="2382">
                  <c:v>10:20</c:v>
                </c:pt>
                <c:pt idx="2383">
                  <c:v>10:20</c:v>
                </c:pt>
                <c:pt idx="2384">
                  <c:v>10:20</c:v>
                </c:pt>
                <c:pt idx="2385">
                  <c:v>10:20</c:v>
                </c:pt>
                <c:pt idx="2386">
                  <c:v>10:20</c:v>
                </c:pt>
                <c:pt idx="2387">
                  <c:v>10:20</c:v>
                </c:pt>
                <c:pt idx="2388">
                  <c:v>10:20</c:v>
                </c:pt>
                <c:pt idx="2389">
                  <c:v>10:20</c:v>
                </c:pt>
                <c:pt idx="2390">
                  <c:v>10:20</c:v>
                </c:pt>
                <c:pt idx="2391">
                  <c:v>10:20</c:v>
                </c:pt>
                <c:pt idx="2392">
                  <c:v>10:20</c:v>
                </c:pt>
                <c:pt idx="2393">
                  <c:v>10:20</c:v>
                </c:pt>
                <c:pt idx="2394">
                  <c:v>10:20</c:v>
                </c:pt>
                <c:pt idx="2395">
                  <c:v>10:20</c:v>
                </c:pt>
                <c:pt idx="2396">
                  <c:v>10:20</c:v>
                </c:pt>
                <c:pt idx="2397">
                  <c:v>10:20</c:v>
                </c:pt>
                <c:pt idx="2398">
                  <c:v>10:20</c:v>
                </c:pt>
                <c:pt idx="2399">
                  <c:v>10:20</c:v>
                </c:pt>
                <c:pt idx="2400">
                  <c:v>10:21</c:v>
                </c:pt>
                <c:pt idx="2401">
                  <c:v>10:21</c:v>
                </c:pt>
                <c:pt idx="2402">
                  <c:v>10:21</c:v>
                </c:pt>
                <c:pt idx="2403">
                  <c:v>10:21</c:v>
                </c:pt>
                <c:pt idx="2404">
                  <c:v>10:21</c:v>
                </c:pt>
                <c:pt idx="2405">
                  <c:v>10:21</c:v>
                </c:pt>
                <c:pt idx="2406">
                  <c:v>10:21</c:v>
                </c:pt>
                <c:pt idx="2407">
                  <c:v>10:21</c:v>
                </c:pt>
                <c:pt idx="2408">
                  <c:v>10:21</c:v>
                </c:pt>
                <c:pt idx="2409">
                  <c:v>10:21</c:v>
                </c:pt>
                <c:pt idx="2410">
                  <c:v>10:21</c:v>
                </c:pt>
                <c:pt idx="2411">
                  <c:v>10:21</c:v>
                </c:pt>
                <c:pt idx="2412">
                  <c:v>10:21</c:v>
                </c:pt>
                <c:pt idx="2413">
                  <c:v>10:21</c:v>
                </c:pt>
                <c:pt idx="2414">
                  <c:v>10:21</c:v>
                </c:pt>
                <c:pt idx="2415">
                  <c:v>10:21</c:v>
                </c:pt>
                <c:pt idx="2416">
                  <c:v>10:21</c:v>
                </c:pt>
                <c:pt idx="2417">
                  <c:v>10:21</c:v>
                </c:pt>
                <c:pt idx="2418">
                  <c:v>10:21</c:v>
                </c:pt>
                <c:pt idx="2419">
                  <c:v>10:21</c:v>
                </c:pt>
                <c:pt idx="2420">
                  <c:v>10:21</c:v>
                </c:pt>
                <c:pt idx="2421">
                  <c:v>10:21</c:v>
                </c:pt>
                <c:pt idx="2422">
                  <c:v>10:21</c:v>
                </c:pt>
                <c:pt idx="2423">
                  <c:v>10:21</c:v>
                </c:pt>
                <c:pt idx="2424">
                  <c:v>10:21</c:v>
                </c:pt>
                <c:pt idx="2425">
                  <c:v>10:21</c:v>
                </c:pt>
                <c:pt idx="2426">
                  <c:v>10:21</c:v>
                </c:pt>
                <c:pt idx="2427">
                  <c:v>10:21</c:v>
                </c:pt>
                <c:pt idx="2428">
                  <c:v>10:21</c:v>
                </c:pt>
                <c:pt idx="2429">
                  <c:v>10:21</c:v>
                </c:pt>
                <c:pt idx="2430">
                  <c:v>10:22</c:v>
                </c:pt>
                <c:pt idx="2431">
                  <c:v>10:22</c:v>
                </c:pt>
                <c:pt idx="2432">
                  <c:v>10:22</c:v>
                </c:pt>
                <c:pt idx="2433">
                  <c:v>10:22</c:v>
                </c:pt>
                <c:pt idx="2434">
                  <c:v>10:22</c:v>
                </c:pt>
                <c:pt idx="2435">
                  <c:v>10:22</c:v>
                </c:pt>
                <c:pt idx="2436">
                  <c:v>10:22</c:v>
                </c:pt>
                <c:pt idx="2437">
                  <c:v>10:22</c:v>
                </c:pt>
                <c:pt idx="2438">
                  <c:v>10:22</c:v>
                </c:pt>
                <c:pt idx="2439">
                  <c:v>10:22</c:v>
                </c:pt>
                <c:pt idx="2440">
                  <c:v>10:22</c:v>
                </c:pt>
                <c:pt idx="2441">
                  <c:v>10:22</c:v>
                </c:pt>
                <c:pt idx="2442">
                  <c:v>10:22</c:v>
                </c:pt>
                <c:pt idx="2443">
                  <c:v>10:22</c:v>
                </c:pt>
                <c:pt idx="2444">
                  <c:v>10:22</c:v>
                </c:pt>
                <c:pt idx="2445">
                  <c:v>10:22</c:v>
                </c:pt>
                <c:pt idx="2446">
                  <c:v>10:22</c:v>
                </c:pt>
                <c:pt idx="2447">
                  <c:v>10:22</c:v>
                </c:pt>
                <c:pt idx="2448">
                  <c:v>10:22</c:v>
                </c:pt>
                <c:pt idx="2449">
                  <c:v>10:22</c:v>
                </c:pt>
                <c:pt idx="2450">
                  <c:v>10:22</c:v>
                </c:pt>
                <c:pt idx="2451">
                  <c:v>10:22</c:v>
                </c:pt>
                <c:pt idx="2452">
                  <c:v>10:22</c:v>
                </c:pt>
                <c:pt idx="2453">
                  <c:v>10:22</c:v>
                </c:pt>
                <c:pt idx="2454">
                  <c:v>10:22</c:v>
                </c:pt>
                <c:pt idx="2455">
                  <c:v>10:22</c:v>
                </c:pt>
                <c:pt idx="2456">
                  <c:v>10:22</c:v>
                </c:pt>
                <c:pt idx="2457">
                  <c:v>10:22</c:v>
                </c:pt>
                <c:pt idx="2458">
                  <c:v>10:22</c:v>
                </c:pt>
                <c:pt idx="2459">
                  <c:v>10:22</c:v>
                </c:pt>
                <c:pt idx="2460">
                  <c:v>10:23</c:v>
                </c:pt>
                <c:pt idx="2461">
                  <c:v>10:23</c:v>
                </c:pt>
                <c:pt idx="2462">
                  <c:v>10:23</c:v>
                </c:pt>
                <c:pt idx="2463">
                  <c:v>10:23</c:v>
                </c:pt>
                <c:pt idx="2464">
                  <c:v>10:23</c:v>
                </c:pt>
                <c:pt idx="2465">
                  <c:v>10:23</c:v>
                </c:pt>
                <c:pt idx="2466">
                  <c:v>10:23</c:v>
                </c:pt>
                <c:pt idx="2467">
                  <c:v>10:23</c:v>
                </c:pt>
                <c:pt idx="2468">
                  <c:v>10:23</c:v>
                </c:pt>
                <c:pt idx="2469">
                  <c:v>10:23</c:v>
                </c:pt>
                <c:pt idx="2470">
                  <c:v>10:23</c:v>
                </c:pt>
                <c:pt idx="2471">
                  <c:v>10:23</c:v>
                </c:pt>
                <c:pt idx="2472">
                  <c:v>10:23</c:v>
                </c:pt>
                <c:pt idx="2473">
                  <c:v>10:23</c:v>
                </c:pt>
                <c:pt idx="2474">
                  <c:v>10:23</c:v>
                </c:pt>
                <c:pt idx="2475">
                  <c:v>10:23</c:v>
                </c:pt>
                <c:pt idx="2476">
                  <c:v>10:23</c:v>
                </c:pt>
                <c:pt idx="2477">
                  <c:v>10:23</c:v>
                </c:pt>
                <c:pt idx="2478">
                  <c:v>10:23</c:v>
                </c:pt>
                <c:pt idx="2479">
                  <c:v>10:23</c:v>
                </c:pt>
                <c:pt idx="2480">
                  <c:v>10:23</c:v>
                </c:pt>
                <c:pt idx="2481">
                  <c:v>10:23</c:v>
                </c:pt>
                <c:pt idx="2482">
                  <c:v>10:23</c:v>
                </c:pt>
                <c:pt idx="2483">
                  <c:v>10:23</c:v>
                </c:pt>
                <c:pt idx="2484">
                  <c:v>10:23</c:v>
                </c:pt>
                <c:pt idx="2485">
                  <c:v>10:23</c:v>
                </c:pt>
                <c:pt idx="2486">
                  <c:v>10:23</c:v>
                </c:pt>
                <c:pt idx="2487">
                  <c:v>10:23</c:v>
                </c:pt>
                <c:pt idx="2488">
                  <c:v>10:23</c:v>
                </c:pt>
                <c:pt idx="2489">
                  <c:v>10:23</c:v>
                </c:pt>
                <c:pt idx="2490">
                  <c:v>10:24</c:v>
                </c:pt>
                <c:pt idx="2491">
                  <c:v>10:24</c:v>
                </c:pt>
                <c:pt idx="2492">
                  <c:v>10:24</c:v>
                </c:pt>
                <c:pt idx="2493">
                  <c:v>10:24</c:v>
                </c:pt>
                <c:pt idx="2494">
                  <c:v>10:24</c:v>
                </c:pt>
                <c:pt idx="2495">
                  <c:v>10:24</c:v>
                </c:pt>
                <c:pt idx="2496">
                  <c:v>10:24</c:v>
                </c:pt>
                <c:pt idx="2497">
                  <c:v>10:24</c:v>
                </c:pt>
                <c:pt idx="2498">
                  <c:v>10:24</c:v>
                </c:pt>
                <c:pt idx="2499">
                  <c:v>10:24</c:v>
                </c:pt>
                <c:pt idx="2500">
                  <c:v>10:24</c:v>
                </c:pt>
                <c:pt idx="2501">
                  <c:v>10:24</c:v>
                </c:pt>
                <c:pt idx="2502">
                  <c:v>10:24</c:v>
                </c:pt>
                <c:pt idx="2503">
                  <c:v>10:24</c:v>
                </c:pt>
                <c:pt idx="2504">
                  <c:v>10:24</c:v>
                </c:pt>
                <c:pt idx="2505">
                  <c:v>10:24</c:v>
                </c:pt>
                <c:pt idx="2506">
                  <c:v>10:24</c:v>
                </c:pt>
                <c:pt idx="2507">
                  <c:v>10:24</c:v>
                </c:pt>
                <c:pt idx="2508">
                  <c:v>10:24</c:v>
                </c:pt>
                <c:pt idx="2509">
                  <c:v>10:24</c:v>
                </c:pt>
                <c:pt idx="2510">
                  <c:v>10:24</c:v>
                </c:pt>
                <c:pt idx="2511">
                  <c:v>10:24</c:v>
                </c:pt>
                <c:pt idx="2512">
                  <c:v>10:24</c:v>
                </c:pt>
                <c:pt idx="2513">
                  <c:v>10:24</c:v>
                </c:pt>
                <c:pt idx="2514">
                  <c:v>10:24</c:v>
                </c:pt>
                <c:pt idx="2515">
                  <c:v>10:24</c:v>
                </c:pt>
                <c:pt idx="2516">
                  <c:v>10:24</c:v>
                </c:pt>
                <c:pt idx="2517">
                  <c:v>10:24</c:v>
                </c:pt>
                <c:pt idx="2518">
                  <c:v>10:24</c:v>
                </c:pt>
                <c:pt idx="2519">
                  <c:v>10:24</c:v>
                </c:pt>
                <c:pt idx="2520">
                  <c:v>10:25</c:v>
                </c:pt>
                <c:pt idx="2521">
                  <c:v>10:25</c:v>
                </c:pt>
                <c:pt idx="2522">
                  <c:v>10:25</c:v>
                </c:pt>
                <c:pt idx="2523">
                  <c:v>10:25</c:v>
                </c:pt>
                <c:pt idx="2524">
                  <c:v>10:25</c:v>
                </c:pt>
                <c:pt idx="2525">
                  <c:v>10:25</c:v>
                </c:pt>
                <c:pt idx="2526">
                  <c:v>10:25</c:v>
                </c:pt>
                <c:pt idx="2527">
                  <c:v>10:25</c:v>
                </c:pt>
                <c:pt idx="2528">
                  <c:v>10:25</c:v>
                </c:pt>
                <c:pt idx="2529">
                  <c:v>10:25</c:v>
                </c:pt>
                <c:pt idx="2530">
                  <c:v>10:25</c:v>
                </c:pt>
                <c:pt idx="2531">
                  <c:v>10:25</c:v>
                </c:pt>
                <c:pt idx="2532">
                  <c:v>10:25</c:v>
                </c:pt>
                <c:pt idx="2533">
                  <c:v>10:25</c:v>
                </c:pt>
                <c:pt idx="2534">
                  <c:v>10:25</c:v>
                </c:pt>
                <c:pt idx="2535">
                  <c:v>10:25</c:v>
                </c:pt>
                <c:pt idx="2536">
                  <c:v>10:25</c:v>
                </c:pt>
                <c:pt idx="2537">
                  <c:v>10:25</c:v>
                </c:pt>
                <c:pt idx="2538">
                  <c:v>10:25</c:v>
                </c:pt>
                <c:pt idx="2539">
                  <c:v>10:25</c:v>
                </c:pt>
                <c:pt idx="2540">
                  <c:v>10:25</c:v>
                </c:pt>
                <c:pt idx="2541">
                  <c:v>10:25</c:v>
                </c:pt>
                <c:pt idx="2542">
                  <c:v>10:25</c:v>
                </c:pt>
                <c:pt idx="2543">
                  <c:v>10:25</c:v>
                </c:pt>
                <c:pt idx="2544">
                  <c:v>10:25</c:v>
                </c:pt>
                <c:pt idx="2545">
                  <c:v>10:25</c:v>
                </c:pt>
                <c:pt idx="2546">
                  <c:v>10:25</c:v>
                </c:pt>
                <c:pt idx="2547">
                  <c:v>10:25</c:v>
                </c:pt>
                <c:pt idx="2548">
                  <c:v>10:25</c:v>
                </c:pt>
                <c:pt idx="2549">
                  <c:v>10:25</c:v>
                </c:pt>
                <c:pt idx="2550">
                  <c:v>10:26</c:v>
                </c:pt>
                <c:pt idx="2551">
                  <c:v>10:26</c:v>
                </c:pt>
                <c:pt idx="2552">
                  <c:v>10:26</c:v>
                </c:pt>
                <c:pt idx="2553">
                  <c:v>10:26</c:v>
                </c:pt>
                <c:pt idx="2554">
                  <c:v>10:26</c:v>
                </c:pt>
                <c:pt idx="2555">
                  <c:v>10:26</c:v>
                </c:pt>
                <c:pt idx="2556">
                  <c:v>10:26</c:v>
                </c:pt>
                <c:pt idx="2557">
                  <c:v>10:26</c:v>
                </c:pt>
                <c:pt idx="2558">
                  <c:v>10:26</c:v>
                </c:pt>
                <c:pt idx="2559">
                  <c:v>10:26</c:v>
                </c:pt>
                <c:pt idx="2560">
                  <c:v>10:26</c:v>
                </c:pt>
                <c:pt idx="2561">
                  <c:v>10:26</c:v>
                </c:pt>
                <c:pt idx="2562">
                  <c:v>10:26</c:v>
                </c:pt>
                <c:pt idx="2563">
                  <c:v>10:26</c:v>
                </c:pt>
                <c:pt idx="2564">
                  <c:v>10:26</c:v>
                </c:pt>
                <c:pt idx="2565">
                  <c:v>10:26</c:v>
                </c:pt>
                <c:pt idx="2566">
                  <c:v>10:26</c:v>
                </c:pt>
                <c:pt idx="2567">
                  <c:v>10:26</c:v>
                </c:pt>
                <c:pt idx="2568">
                  <c:v>10:26</c:v>
                </c:pt>
                <c:pt idx="2569">
                  <c:v>10:26</c:v>
                </c:pt>
                <c:pt idx="2570">
                  <c:v>10:26</c:v>
                </c:pt>
                <c:pt idx="2571">
                  <c:v>10:26</c:v>
                </c:pt>
                <c:pt idx="2572">
                  <c:v>10:26</c:v>
                </c:pt>
                <c:pt idx="2573">
                  <c:v>10:26</c:v>
                </c:pt>
                <c:pt idx="2574">
                  <c:v>10:26</c:v>
                </c:pt>
                <c:pt idx="2575">
                  <c:v>10:26</c:v>
                </c:pt>
                <c:pt idx="2576">
                  <c:v>10:26</c:v>
                </c:pt>
                <c:pt idx="2577">
                  <c:v>10:26</c:v>
                </c:pt>
                <c:pt idx="2578">
                  <c:v>10:26</c:v>
                </c:pt>
                <c:pt idx="2579">
                  <c:v>10:26</c:v>
                </c:pt>
                <c:pt idx="2580">
                  <c:v>10:27</c:v>
                </c:pt>
                <c:pt idx="2581">
                  <c:v>10:27</c:v>
                </c:pt>
                <c:pt idx="2582">
                  <c:v>10:27</c:v>
                </c:pt>
                <c:pt idx="2583">
                  <c:v>10:27</c:v>
                </c:pt>
                <c:pt idx="2584">
                  <c:v>10:27</c:v>
                </c:pt>
                <c:pt idx="2585">
                  <c:v>10:27</c:v>
                </c:pt>
                <c:pt idx="2586">
                  <c:v>10:27</c:v>
                </c:pt>
                <c:pt idx="2587">
                  <c:v>10:27</c:v>
                </c:pt>
                <c:pt idx="2588">
                  <c:v>10:27</c:v>
                </c:pt>
                <c:pt idx="2589">
                  <c:v>10:27</c:v>
                </c:pt>
                <c:pt idx="2590">
                  <c:v>10:27</c:v>
                </c:pt>
                <c:pt idx="2591">
                  <c:v>10:27</c:v>
                </c:pt>
                <c:pt idx="2592">
                  <c:v>10:27</c:v>
                </c:pt>
                <c:pt idx="2593">
                  <c:v>10:27</c:v>
                </c:pt>
                <c:pt idx="2594">
                  <c:v>10:27</c:v>
                </c:pt>
                <c:pt idx="2595">
                  <c:v>10:27</c:v>
                </c:pt>
                <c:pt idx="2596">
                  <c:v>10:27</c:v>
                </c:pt>
                <c:pt idx="2597">
                  <c:v>10:27</c:v>
                </c:pt>
                <c:pt idx="2598">
                  <c:v>10:27</c:v>
                </c:pt>
                <c:pt idx="2599">
                  <c:v>10:27</c:v>
                </c:pt>
                <c:pt idx="2600">
                  <c:v>10:27</c:v>
                </c:pt>
                <c:pt idx="2601">
                  <c:v>10:27</c:v>
                </c:pt>
                <c:pt idx="2602">
                  <c:v>10:27</c:v>
                </c:pt>
                <c:pt idx="2603">
                  <c:v>10:27</c:v>
                </c:pt>
                <c:pt idx="2604">
                  <c:v>10:27</c:v>
                </c:pt>
                <c:pt idx="2605">
                  <c:v>10:27</c:v>
                </c:pt>
                <c:pt idx="2606">
                  <c:v>10:27</c:v>
                </c:pt>
                <c:pt idx="2607">
                  <c:v>10:27</c:v>
                </c:pt>
                <c:pt idx="2608">
                  <c:v>10:27</c:v>
                </c:pt>
                <c:pt idx="2609">
                  <c:v>10:27</c:v>
                </c:pt>
                <c:pt idx="2610">
                  <c:v>10:28</c:v>
                </c:pt>
                <c:pt idx="2611">
                  <c:v>10:28</c:v>
                </c:pt>
                <c:pt idx="2612">
                  <c:v>10:28</c:v>
                </c:pt>
                <c:pt idx="2613">
                  <c:v>10:28</c:v>
                </c:pt>
                <c:pt idx="2614">
                  <c:v>10:28</c:v>
                </c:pt>
                <c:pt idx="2615">
                  <c:v>10:28</c:v>
                </c:pt>
                <c:pt idx="2616">
                  <c:v>10:28</c:v>
                </c:pt>
                <c:pt idx="2617">
                  <c:v>10:28</c:v>
                </c:pt>
                <c:pt idx="2618">
                  <c:v>10:28</c:v>
                </c:pt>
                <c:pt idx="2619">
                  <c:v>10:28</c:v>
                </c:pt>
                <c:pt idx="2620">
                  <c:v>10:28</c:v>
                </c:pt>
                <c:pt idx="2621">
                  <c:v>10:28</c:v>
                </c:pt>
                <c:pt idx="2622">
                  <c:v>10:28</c:v>
                </c:pt>
                <c:pt idx="2623">
                  <c:v>10:28</c:v>
                </c:pt>
                <c:pt idx="2624">
                  <c:v>10:28</c:v>
                </c:pt>
                <c:pt idx="2625">
                  <c:v>10:28</c:v>
                </c:pt>
                <c:pt idx="2626">
                  <c:v>10:28</c:v>
                </c:pt>
                <c:pt idx="2627">
                  <c:v>10:28</c:v>
                </c:pt>
                <c:pt idx="2628">
                  <c:v>10:28</c:v>
                </c:pt>
                <c:pt idx="2629">
                  <c:v>10:28</c:v>
                </c:pt>
                <c:pt idx="2630">
                  <c:v>10:28</c:v>
                </c:pt>
                <c:pt idx="2631">
                  <c:v>10:28</c:v>
                </c:pt>
                <c:pt idx="2632">
                  <c:v>10:28</c:v>
                </c:pt>
                <c:pt idx="2633">
                  <c:v>10:28</c:v>
                </c:pt>
                <c:pt idx="2634">
                  <c:v>10:28</c:v>
                </c:pt>
                <c:pt idx="2635">
                  <c:v>10:28</c:v>
                </c:pt>
                <c:pt idx="2636">
                  <c:v>10:28</c:v>
                </c:pt>
                <c:pt idx="2637">
                  <c:v>10:28</c:v>
                </c:pt>
                <c:pt idx="2638">
                  <c:v>10:28</c:v>
                </c:pt>
                <c:pt idx="2639">
                  <c:v>10:28</c:v>
                </c:pt>
                <c:pt idx="2640">
                  <c:v>10:29</c:v>
                </c:pt>
                <c:pt idx="2641">
                  <c:v>10:29</c:v>
                </c:pt>
                <c:pt idx="2642">
                  <c:v>10:29</c:v>
                </c:pt>
                <c:pt idx="2643">
                  <c:v>10:29</c:v>
                </c:pt>
                <c:pt idx="2644">
                  <c:v>10:29</c:v>
                </c:pt>
                <c:pt idx="2645">
                  <c:v>10:29</c:v>
                </c:pt>
                <c:pt idx="2646">
                  <c:v>10:29</c:v>
                </c:pt>
                <c:pt idx="2647">
                  <c:v>10:29</c:v>
                </c:pt>
                <c:pt idx="2648">
                  <c:v>10:29</c:v>
                </c:pt>
                <c:pt idx="2649">
                  <c:v>10:29</c:v>
                </c:pt>
                <c:pt idx="2650">
                  <c:v>10:29</c:v>
                </c:pt>
                <c:pt idx="2651">
                  <c:v>10:29</c:v>
                </c:pt>
                <c:pt idx="2652">
                  <c:v>10:29</c:v>
                </c:pt>
                <c:pt idx="2653">
                  <c:v>10:29</c:v>
                </c:pt>
                <c:pt idx="2654">
                  <c:v>10:29</c:v>
                </c:pt>
                <c:pt idx="2655">
                  <c:v>10:29</c:v>
                </c:pt>
                <c:pt idx="2656">
                  <c:v>10:29</c:v>
                </c:pt>
                <c:pt idx="2657">
                  <c:v>10:29</c:v>
                </c:pt>
                <c:pt idx="2658">
                  <c:v>10:29</c:v>
                </c:pt>
                <c:pt idx="2659">
                  <c:v>10:29</c:v>
                </c:pt>
                <c:pt idx="2660">
                  <c:v>10:29</c:v>
                </c:pt>
                <c:pt idx="2661">
                  <c:v>10:29</c:v>
                </c:pt>
                <c:pt idx="2662">
                  <c:v>10:29</c:v>
                </c:pt>
                <c:pt idx="2663">
                  <c:v>10:29</c:v>
                </c:pt>
                <c:pt idx="2664">
                  <c:v>10:29</c:v>
                </c:pt>
                <c:pt idx="2665">
                  <c:v>10:29</c:v>
                </c:pt>
                <c:pt idx="2666">
                  <c:v>10:29</c:v>
                </c:pt>
                <c:pt idx="2667">
                  <c:v>10:29</c:v>
                </c:pt>
                <c:pt idx="2668">
                  <c:v>10:29</c:v>
                </c:pt>
                <c:pt idx="2669">
                  <c:v>10:29</c:v>
                </c:pt>
                <c:pt idx="2670">
                  <c:v>10:30</c:v>
                </c:pt>
                <c:pt idx="2671">
                  <c:v>10:30</c:v>
                </c:pt>
                <c:pt idx="2672">
                  <c:v>10:30</c:v>
                </c:pt>
                <c:pt idx="2673">
                  <c:v>10:30</c:v>
                </c:pt>
                <c:pt idx="2674">
                  <c:v>10:30</c:v>
                </c:pt>
                <c:pt idx="2675">
                  <c:v>10:30</c:v>
                </c:pt>
                <c:pt idx="2676">
                  <c:v>10:30</c:v>
                </c:pt>
                <c:pt idx="2677">
                  <c:v>10:30</c:v>
                </c:pt>
                <c:pt idx="2678">
                  <c:v>10:30</c:v>
                </c:pt>
                <c:pt idx="2679">
                  <c:v>10:30</c:v>
                </c:pt>
                <c:pt idx="2680">
                  <c:v>10:30</c:v>
                </c:pt>
                <c:pt idx="2681">
                  <c:v>10:30</c:v>
                </c:pt>
                <c:pt idx="2682">
                  <c:v>10:30</c:v>
                </c:pt>
                <c:pt idx="2683">
                  <c:v>10:30</c:v>
                </c:pt>
                <c:pt idx="2684">
                  <c:v>10:30</c:v>
                </c:pt>
                <c:pt idx="2685">
                  <c:v>10:30</c:v>
                </c:pt>
                <c:pt idx="2686">
                  <c:v>10:30</c:v>
                </c:pt>
                <c:pt idx="2687">
                  <c:v>10:30</c:v>
                </c:pt>
                <c:pt idx="2688">
                  <c:v>10:30</c:v>
                </c:pt>
                <c:pt idx="2689">
                  <c:v>10:30</c:v>
                </c:pt>
                <c:pt idx="2690">
                  <c:v>10:30</c:v>
                </c:pt>
                <c:pt idx="2691">
                  <c:v>10:30</c:v>
                </c:pt>
                <c:pt idx="2692">
                  <c:v>10:30</c:v>
                </c:pt>
                <c:pt idx="2693">
                  <c:v>10:30</c:v>
                </c:pt>
                <c:pt idx="2694">
                  <c:v>10:30</c:v>
                </c:pt>
                <c:pt idx="2695">
                  <c:v>10:30</c:v>
                </c:pt>
                <c:pt idx="2696">
                  <c:v>10:30</c:v>
                </c:pt>
                <c:pt idx="2697">
                  <c:v>10:30</c:v>
                </c:pt>
                <c:pt idx="2698">
                  <c:v>10:30</c:v>
                </c:pt>
                <c:pt idx="2699">
                  <c:v>10:30</c:v>
                </c:pt>
                <c:pt idx="2700">
                  <c:v>10:31</c:v>
                </c:pt>
                <c:pt idx="2701">
                  <c:v>10:31</c:v>
                </c:pt>
                <c:pt idx="2702">
                  <c:v>10:31</c:v>
                </c:pt>
                <c:pt idx="2703">
                  <c:v>10:31</c:v>
                </c:pt>
                <c:pt idx="2704">
                  <c:v>10:31</c:v>
                </c:pt>
                <c:pt idx="2705">
                  <c:v>10:31</c:v>
                </c:pt>
                <c:pt idx="2706">
                  <c:v>10:31</c:v>
                </c:pt>
                <c:pt idx="2707">
                  <c:v>10:31</c:v>
                </c:pt>
                <c:pt idx="2708">
                  <c:v>10:31</c:v>
                </c:pt>
                <c:pt idx="2709">
                  <c:v>10:31</c:v>
                </c:pt>
                <c:pt idx="2710">
                  <c:v>10:31</c:v>
                </c:pt>
                <c:pt idx="2711">
                  <c:v>10:31</c:v>
                </c:pt>
                <c:pt idx="2712">
                  <c:v>10:31</c:v>
                </c:pt>
                <c:pt idx="2713">
                  <c:v>10:31</c:v>
                </c:pt>
                <c:pt idx="2714">
                  <c:v>10:31</c:v>
                </c:pt>
                <c:pt idx="2715">
                  <c:v>10:31</c:v>
                </c:pt>
                <c:pt idx="2716">
                  <c:v>10:31</c:v>
                </c:pt>
                <c:pt idx="2717">
                  <c:v>10:31</c:v>
                </c:pt>
                <c:pt idx="2718">
                  <c:v>10:31</c:v>
                </c:pt>
                <c:pt idx="2719">
                  <c:v>10:31</c:v>
                </c:pt>
                <c:pt idx="2720">
                  <c:v>10:31</c:v>
                </c:pt>
                <c:pt idx="2721">
                  <c:v>10:31</c:v>
                </c:pt>
                <c:pt idx="2722">
                  <c:v>10:31</c:v>
                </c:pt>
                <c:pt idx="2723">
                  <c:v>10:31</c:v>
                </c:pt>
                <c:pt idx="2724">
                  <c:v>10:31</c:v>
                </c:pt>
                <c:pt idx="2725">
                  <c:v>10:31</c:v>
                </c:pt>
                <c:pt idx="2726">
                  <c:v>10:31</c:v>
                </c:pt>
                <c:pt idx="2727">
                  <c:v>10:31</c:v>
                </c:pt>
                <c:pt idx="2728">
                  <c:v>10:31</c:v>
                </c:pt>
                <c:pt idx="2729">
                  <c:v>10:31</c:v>
                </c:pt>
                <c:pt idx="2730">
                  <c:v>10:32</c:v>
                </c:pt>
                <c:pt idx="2731">
                  <c:v>10:32</c:v>
                </c:pt>
                <c:pt idx="2732">
                  <c:v>10:32</c:v>
                </c:pt>
                <c:pt idx="2733">
                  <c:v>10:32</c:v>
                </c:pt>
                <c:pt idx="2734">
                  <c:v>10:32</c:v>
                </c:pt>
                <c:pt idx="2735">
                  <c:v>10:32</c:v>
                </c:pt>
                <c:pt idx="2736">
                  <c:v>10:32</c:v>
                </c:pt>
                <c:pt idx="2737">
                  <c:v>10:32</c:v>
                </c:pt>
                <c:pt idx="2738">
                  <c:v>10:32</c:v>
                </c:pt>
                <c:pt idx="2739">
                  <c:v>10:32</c:v>
                </c:pt>
                <c:pt idx="2740">
                  <c:v>10:32</c:v>
                </c:pt>
                <c:pt idx="2741">
                  <c:v>10:32</c:v>
                </c:pt>
                <c:pt idx="2742">
                  <c:v>10:32</c:v>
                </c:pt>
                <c:pt idx="2743">
                  <c:v>10:32</c:v>
                </c:pt>
                <c:pt idx="2744">
                  <c:v>10:32</c:v>
                </c:pt>
                <c:pt idx="2745">
                  <c:v>10:32</c:v>
                </c:pt>
                <c:pt idx="2746">
                  <c:v>10:32</c:v>
                </c:pt>
                <c:pt idx="2747">
                  <c:v>10:32</c:v>
                </c:pt>
                <c:pt idx="2748">
                  <c:v>10:32</c:v>
                </c:pt>
                <c:pt idx="2749">
                  <c:v>10:32</c:v>
                </c:pt>
                <c:pt idx="2750">
                  <c:v>10:32</c:v>
                </c:pt>
                <c:pt idx="2751">
                  <c:v>10:32</c:v>
                </c:pt>
                <c:pt idx="2752">
                  <c:v>10:32</c:v>
                </c:pt>
                <c:pt idx="2753">
                  <c:v>10:32</c:v>
                </c:pt>
                <c:pt idx="2754">
                  <c:v>10:32</c:v>
                </c:pt>
                <c:pt idx="2755">
                  <c:v>10:32</c:v>
                </c:pt>
                <c:pt idx="2756">
                  <c:v>10:32</c:v>
                </c:pt>
                <c:pt idx="2757">
                  <c:v>10:32</c:v>
                </c:pt>
                <c:pt idx="2758">
                  <c:v>10:32</c:v>
                </c:pt>
                <c:pt idx="2759">
                  <c:v>10:32</c:v>
                </c:pt>
                <c:pt idx="2760">
                  <c:v>10:33</c:v>
                </c:pt>
                <c:pt idx="2761">
                  <c:v>10:33</c:v>
                </c:pt>
                <c:pt idx="2762">
                  <c:v>10:33</c:v>
                </c:pt>
                <c:pt idx="2763">
                  <c:v>10:33</c:v>
                </c:pt>
                <c:pt idx="2764">
                  <c:v>10:33</c:v>
                </c:pt>
                <c:pt idx="2765">
                  <c:v>10:33</c:v>
                </c:pt>
                <c:pt idx="2766">
                  <c:v>10:33</c:v>
                </c:pt>
                <c:pt idx="2767">
                  <c:v>10:33</c:v>
                </c:pt>
                <c:pt idx="2768">
                  <c:v>10:33</c:v>
                </c:pt>
                <c:pt idx="2769">
                  <c:v>10:33</c:v>
                </c:pt>
                <c:pt idx="2770">
                  <c:v>10:33</c:v>
                </c:pt>
                <c:pt idx="2771">
                  <c:v>10:33</c:v>
                </c:pt>
                <c:pt idx="2772">
                  <c:v>10:33</c:v>
                </c:pt>
                <c:pt idx="2773">
                  <c:v>10:33</c:v>
                </c:pt>
                <c:pt idx="2774">
                  <c:v>10:33</c:v>
                </c:pt>
                <c:pt idx="2775">
                  <c:v>10:33</c:v>
                </c:pt>
                <c:pt idx="2776">
                  <c:v>10:33</c:v>
                </c:pt>
                <c:pt idx="2777">
                  <c:v>10:33</c:v>
                </c:pt>
                <c:pt idx="2778">
                  <c:v>10:33</c:v>
                </c:pt>
                <c:pt idx="2779">
                  <c:v>10:33</c:v>
                </c:pt>
                <c:pt idx="2780">
                  <c:v>10:33</c:v>
                </c:pt>
                <c:pt idx="2781">
                  <c:v>10:33</c:v>
                </c:pt>
                <c:pt idx="2782">
                  <c:v>10:33</c:v>
                </c:pt>
                <c:pt idx="2783">
                  <c:v>10:33</c:v>
                </c:pt>
                <c:pt idx="2784">
                  <c:v>10:33</c:v>
                </c:pt>
                <c:pt idx="2785">
                  <c:v>10:33</c:v>
                </c:pt>
                <c:pt idx="2786">
                  <c:v>10:33</c:v>
                </c:pt>
                <c:pt idx="2787">
                  <c:v>10:33</c:v>
                </c:pt>
                <c:pt idx="2788">
                  <c:v>10:33</c:v>
                </c:pt>
                <c:pt idx="2789">
                  <c:v>10:33</c:v>
                </c:pt>
                <c:pt idx="2790">
                  <c:v>10:34</c:v>
                </c:pt>
                <c:pt idx="2791">
                  <c:v>10:34</c:v>
                </c:pt>
                <c:pt idx="2792">
                  <c:v>10:34</c:v>
                </c:pt>
                <c:pt idx="2793">
                  <c:v>10:34</c:v>
                </c:pt>
                <c:pt idx="2794">
                  <c:v>10:34</c:v>
                </c:pt>
                <c:pt idx="2795">
                  <c:v>10:34</c:v>
                </c:pt>
                <c:pt idx="2796">
                  <c:v>10:34</c:v>
                </c:pt>
                <c:pt idx="2797">
                  <c:v>10:34</c:v>
                </c:pt>
                <c:pt idx="2798">
                  <c:v>10:34</c:v>
                </c:pt>
                <c:pt idx="2799">
                  <c:v>10:34</c:v>
                </c:pt>
                <c:pt idx="2800">
                  <c:v>10:34</c:v>
                </c:pt>
                <c:pt idx="2801">
                  <c:v>10:34</c:v>
                </c:pt>
                <c:pt idx="2802">
                  <c:v>10:34</c:v>
                </c:pt>
                <c:pt idx="2803">
                  <c:v>10:34</c:v>
                </c:pt>
                <c:pt idx="2804">
                  <c:v>10:34</c:v>
                </c:pt>
                <c:pt idx="2805">
                  <c:v>10:34</c:v>
                </c:pt>
                <c:pt idx="2806">
                  <c:v>10:34</c:v>
                </c:pt>
                <c:pt idx="2807">
                  <c:v>10:34</c:v>
                </c:pt>
                <c:pt idx="2808">
                  <c:v>10:34</c:v>
                </c:pt>
                <c:pt idx="2809">
                  <c:v>10:34</c:v>
                </c:pt>
                <c:pt idx="2810">
                  <c:v>10:34</c:v>
                </c:pt>
                <c:pt idx="2811">
                  <c:v>10:34</c:v>
                </c:pt>
                <c:pt idx="2812">
                  <c:v>10:34</c:v>
                </c:pt>
                <c:pt idx="2813">
                  <c:v>10:34</c:v>
                </c:pt>
                <c:pt idx="2814">
                  <c:v>10:34</c:v>
                </c:pt>
                <c:pt idx="2815">
                  <c:v>10:34</c:v>
                </c:pt>
                <c:pt idx="2816">
                  <c:v>10:34</c:v>
                </c:pt>
                <c:pt idx="2817">
                  <c:v>10:34</c:v>
                </c:pt>
                <c:pt idx="2818">
                  <c:v>10:34</c:v>
                </c:pt>
                <c:pt idx="2819">
                  <c:v>10:34</c:v>
                </c:pt>
                <c:pt idx="2820">
                  <c:v>10:35</c:v>
                </c:pt>
                <c:pt idx="2821">
                  <c:v>10:35</c:v>
                </c:pt>
                <c:pt idx="2822">
                  <c:v>10:35</c:v>
                </c:pt>
                <c:pt idx="2823">
                  <c:v>10:35</c:v>
                </c:pt>
                <c:pt idx="2824">
                  <c:v>10:35</c:v>
                </c:pt>
                <c:pt idx="2825">
                  <c:v>10:35</c:v>
                </c:pt>
                <c:pt idx="2826">
                  <c:v>10:35</c:v>
                </c:pt>
                <c:pt idx="2827">
                  <c:v>10:35</c:v>
                </c:pt>
                <c:pt idx="2828">
                  <c:v>10:35</c:v>
                </c:pt>
                <c:pt idx="2829">
                  <c:v>10:35</c:v>
                </c:pt>
                <c:pt idx="2830">
                  <c:v>10:35</c:v>
                </c:pt>
                <c:pt idx="2831">
                  <c:v>10:35</c:v>
                </c:pt>
                <c:pt idx="2832">
                  <c:v>10:35</c:v>
                </c:pt>
                <c:pt idx="2833">
                  <c:v>10:35</c:v>
                </c:pt>
                <c:pt idx="2834">
                  <c:v>10:35</c:v>
                </c:pt>
                <c:pt idx="2835">
                  <c:v>10:35</c:v>
                </c:pt>
                <c:pt idx="2836">
                  <c:v>10:35</c:v>
                </c:pt>
                <c:pt idx="2837">
                  <c:v>10:35</c:v>
                </c:pt>
                <c:pt idx="2838">
                  <c:v>10:35</c:v>
                </c:pt>
                <c:pt idx="2839">
                  <c:v>10:35</c:v>
                </c:pt>
                <c:pt idx="2840">
                  <c:v>10:35</c:v>
                </c:pt>
                <c:pt idx="2841">
                  <c:v>10:35</c:v>
                </c:pt>
                <c:pt idx="2842">
                  <c:v>10:35</c:v>
                </c:pt>
                <c:pt idx="2843">
                  <c:v>10:35</c:v>
                </c:pt>
                <c:pt idx="2844">
                  <c:v>10:35</c:v>
                </c:pt>
                <c:pt idx="2845">
                  <c:v>10:35</c:v>
                </c:pt>
                <c:pt idx="2846">
                  <c:v>10:35</c:v>
                </c:pt>
                <c:pt idx="2847">
                  <c:v>10:35</c:v>
                </c:pt>
                <c:pt idx="2848">
                  <c:v>10:35</c:v>
                </c:pt>
                <c:pt idx="2849">
                  <c:v>10:35</c:v>
                </c:pt>
                <c:pt idx="2850">
                  <c:v>10:36</c:v>
                </c:pt>
                <c:pt idx="2851">
                  <c:v>10:36</c:v>
                </c:pt>
                <c:pt idx="2852">
                  <c:v>10:36</c:v>
                </c:pt>
                <c:pt idx="2853">
                  <c:v>10:36</c:v>
                </c:pt>
                <c:pt idx="2854">
                  <c:v>10:36</c:v>
                </c:pt>
                <c:pt idx="2855">
                  <c:v>10:36</c:v>
                </c:pt>
                <c:pt idx="2856">
                  <c:v>10:36</c:v>
                </c:pt>
                <c:pt idx="2857">
                  <c:v>10:36</c:v>
                </c:pt>
                <c:pt idx="2858">
                  <c:v>10:36</c:v>
                </c:pt>
                <c:pt idx="2859">
                  <c:v>10:36</c:v>
                </c:pt>
                <c:pt idx="2860">
                  <c:v>10:36</c:v>
                </c:pt>
                <c:pt idx="2861">
                  <c:v>10:36</c:v>
                </c:pt>
                <c:pt idx="2862">
                  <c:v>10:36</c:v>
                </c:pt>
                <c:pt idx="2863">
                  <c:v>10:36</c:v>
                </c:pt>
                <c:pt idx="2864">
                  <c:v>10:36</c:v>
                </c:pt>
                <c:pt idx="2865">
                  <c:v>10:36</c:v>
                </c:pt>
                <c:pt idx="2866">
                  <c:v>10:36</c:v>
                </c:pt>
                <c:pt idx="2867">
                  <c:v>10:36</c:v>
                </c:pt>
                <c:pt idx="2868">
                  <c:v>10:36</c:v>
                </c:pt>
                <c:pt idx="2869">
                  <c:v>10:36</c:v>
                </c:pt>
                <c:pt idx="2870">
                  <c:v>10:36</c:v>
                </c:pt>
                <c:pt idx="2871">
                  <c:v>10:36</c:v>
                </c:pt>
                <c:pt idx="2872">
                  <c:v>10:36</c:v>
                </c:pt>
                <c:pt idx="2873">
                  <c:v>10:36</c:v>
                </c:pt>
                <c:pt idx="2874">
                  <c:v>10:36</c:v>
                </c:pt>
                <c:pt idx="2875">
                  <c:v>10:36</c:v>
                </c:pt>
                <c:pt idx="2876">
                  <c:v>10:36</c:v>
                </c:pt>
                <c:pt idx="2877">
                  <c:v>10:36</c:v>
                </c:pt>
                <c:pt idx="2878">
                  <c:v>10:36</c:v>
                </c:pt>
                <c:pt idx="2879">
                  <c:v>10:36</c:v>
                </c:pt>
                <c:pt idx="2880">
                  <c:v>10:37</c:v>
                </c:pt>
                <c:pt idx="2881">
                  <c:v>10:37</c:v>
                </c:pt>
                <c:pt idx="2882">
                  <c:v>10:37</c:v>
                </c:pt>
                <c:pt idx="2883">
                  <c:v>10:37</c:v>
                </c:pt>
                <c:pt idx="2884">
                  <c:v>10:37</c:v>
                </c:pt>
                <c:pt idx="2885">
                  <c:v>10:37</c:v>
                </c:pt>
                <c:pt idx="2886">
                  <c:v>10:37</c:v>
                </c:pt>
                <c:pt idx="2887">
                  <c:v>10:37</c:v>
                </c:pt>
                <c:pt idx="2888">
                  <c:v>10:37</c:v>
                </c:pt>
                <c:pt idx="2889">
                  <c:v>10:37</c:v>
                </c:pt>
                <c:pt idx="2890">
                  <c:v>10:37</c:v>
                </c:pt>
                <c:pt idx="2891">
                  <c:v>10:37</c:v>
                </c:pt>
                <c:pt idx="2892">
                  <c:v>10:37</c:v>
                </c:pt>
                <c:pt idx="2893">
                  <c:v>10:37</c:v>
                </c:pt>
                <c:pt idx="2894">
                  <c:v>10:37</c:v>
                </c:pt>
                <c:pt idx="2895">
                  <c:v>10:37</c:v>
                </c:pt>
                <c:pt idx="2896">
                  <c:v>10:37</c:v>
                </c:pt>
                <c:pt idx="2897">
                  <c:v>10:37</c:v>
                </c:pt>
                <c:pt idx="2898">
                  <c:v>10:37</c:v>
                </c:pt>
                <c:pt idx="2899">
                  <c:v>10:37</c:v>
                </c:pt>
                <c:pt idx="2900">
                  <c:v>10:37</c:v>
                </c:pt>
                <c:pt idx="2901">
                  <c:v>10:37</c:v>
                </c:pt>
                <c:pt idx="2902">
                  <c:v>10:37</c:v>
                </c:pt>
                <c:pt idx="2903">
                  <c:v>10:37</c:v>
                </c:pt>
                <c:pt idx="2904">
                  <c:v>10:37</c:v>
                </c:pt>
                <c:pt idx="2905">
                  <c:v>10:37</c:v>
                </c:pt>
                <c:pt idx="2906">
                  <c:v>10:37</c:v>
                </c:pt>
                <c:pt idx="2907">
                  <c:v>10:37</c:v>
                </c:pt>
                <c:pt idx="2908">
                  <c:v>10:37</c:v>
                </c:pt>
                <c:pt idx="2909">
                  <c:v>10:37</c:v>
                </c:pt>
                <c:pt idx="2910">
                  <c:v>10:38</c:v>
                </c:pt>
                <c:pt idx="2911">
                  <c:v>10:38</c:v>
                </c:pt>
                <c:pt idx="2912">
                  <c:v>10:38</c:v>
                </c:pt>
                <c:pt idx="2913">
                  <c:v>10:38</c:v>
                </c:pt>
                <c:pt idx="2914">
                  <c:v>10:38</c:v>
                </c:pt>
                <c:pt idx="2915">
                  <c:v>10:38</c:v>
                </c:pt>
                <c:pt idx="2916">
                  <c:v>10:38</c:v>
                </c:pt>
                <c:pt idx="2917">
                  <c:v>10:38</c:v>
                </c:pt>
                <c:pt idx="2918">
                  <c:v>10:38</c:v>
                </c:pt>
                <c:pt idx="2919">
                  <c:v>10:38</c:v>
                </c:pt>
                <c:pt idx="2920">
                  <c:v>10:38</c:v>
                </c:pt>
                <c:pt idx="2921">
                  <c:v>10:38</c:v>
                </c:pt>
                <c:pt idx="2922">
                  <c:v>10:38</c:v>
                </c:pt>
                <c:pt idx="2923">
                  <c:v>10:38</c:v>
                </c:pt>
                <c:pt idx="2924">
                  <c:v>10:38</c:v>
                </c:pt>
                <c:pt idx="2925">
                  <c:v>10:38</c:v>
                </c:pt>
                <c:pt idx="2926">
                  <c:v>10:38</c:v>
                </c:pt>
                <c:pt idx="2927">
                  <c:v>10:38</c:v>
                </c:pt>
                <c:pt idx="2928">
                  <c:v>10:38</c:v>
                </c:pt>
                <c:pt idx="2929">
                  <c:v>10:38</c:v>
                </c:pt>
                <c:pt idx="2930">
                  <c:v>10:38</c:v>
                </c:pt>
                <c:pt idx="2931">
                  <c:v>10:38</c:v>
                </c:pt>
                <c:pt idx="2932">
                  <c:v>10:38</c:v>
                </c:pt>
                <c:pt idx="2933">
                  <c:v>10:38</c:v>
                </c:pt>
                <c:pt idx="2934">
                  <c:v>10:38</c:v>
                </c:pt>
                <c:pt idx="2935">
                  <c:v>10:38</c:v>
                </c:pt>
                <c:pt idx="2936">
                  <c:v>10:38</c:v>
                </c:pt>
                <c:pt idx="2937">
                  <c:v>10:38</c:v>
                </c:pt>
                <c:pt idx="2938">
                  <c:v>10:38</c:v>
                </c:pt>
                <c:pt idx="2939">
                  <c:v>10:38</c:v>
                </c:pt>
                <c:pt idx="2940">
                  <c:v>10:39</c:v>
                </c:pt>
                <c:pt idx="2941">
                  <c:v>10:39</c:v>
                </c:pt>
                <c:pt idx="2942">
                  <c:v>10:39</c:v>
                </c:pt>
                <c:pt idx="2943">
                  <c:v>10:39</c:v>
                </c:pt>
                <c:pt idx="2944">
                  <c:v>10:39</c:v>
                </c:pt>
                <c:pt idx="2945">
                  <c:v>10:39</c:v>
                </c:pt>
                <c:pt idx="2946">
                  <c:v>10:39</c:v>
                </c:pt>
                <c:pt idx="2947">
                  <c:v>10:39</c:v>
                </c:pt>
                <c:pt idx="2948">
                  <c:v>10:39</c:v>
                </c:pt>
                <c:pt idx="2949">
                  <c:v>10:39</c:v>
                </c:pt>
                <c:pt idx="2950">
                  <c:v>10:39</c:v>
                </c:pt>
                <c:pt idx="2951">
                  <c:v>10:39</c:v>
                </c:pt>
                <c:pt idx="2952">
                  <c:v>10:39</c:v>
                </c:pt>
                <c:pt idx="2953">
                  <c:v>10:39</c:v>
                </c:pt>
                <c:pt idx="2954">
                  <c:v>10:39</c:v>
                </c:pt>
                <c:pt idx="2955">
                  <c:v>10:39</c:v>
                </c:pt>
                <c:pt idx="2956">
                  <c:v>10:39</c:v>
                </c:pt>
                <c:pt idx="2957">
                  <c:v>10:39</c:v>
                </c:pt>
                <c:pt idx="2958">
                  <c:v>10:39</c:v>
                </c:pt>
                <c:pt idx="2959">
                  <c:v>10:39</c:v>
                </c:pt>
                <c:pt idx="2960">
                  <c:v>10:39</c:v>
                </c:pt>
                <c:pt idx="2961">
                  <c:v>10:39</c:v>
                </c:pt>
                <c:pt idx="2962">
                  <c:v>10:39</c:v>
                </c:pt>
                <c:pt idx="2963">
                  <c:v>10:39</c:v>
                </c:pt>
                <c:pt idx="2964">
                  <c:v>10:39</c:v>
                </c:pt>
                <c:pt idx="2965">
                  <c:v>10:39</c:v>
                </c:pt>
                <c:pt idx="2966">
                  <c:v>10:39</c:v>
                </c:pt>
                <c:pt idx="2967">
                  <c:v>10:39</c:v>
                </c:pt>
                <c:pt idx="2968">
                  <c:v>10:39</c:v>
                </c:pt>
                <c:pt idx="2969">
                  <c:v>10:39</c:v>
                </c:pt>
                <c:pt idx="2970">
                  <c:v>10:40</c:v>
                </c:pt>
                <c:pt idx="2971">
                  <c:v>10:40</c:v>
                </c:pt>
                <c:pt idx="2972">
                  <c:v>10:40</c:v>
                </c:pt>
                <c:pt idx="2973">
                  <c:v>10:40</c:v>
                </c:pt>
                <c:pt idx="2974">
                  <c:v>10:40</c:v>
                </c:pt>
                <c:pt idx="2975">
                  <c:v>10:40</c:v>
                </c:pt>
                <c:pt idx="2976">
                  <c:v>10:40</c:v>
                </c:pt>
                <c:pt idx="2977">
                  <c:v>10:40</c:v>
                </c:pt>
                <c:pt idx="2978">
                  <c:v>10:40</c:v>
                </c:pt>
                <c:pt idx="2979">
                  <c:v>10:40</c:v>
                </c:pt>
                <c:pt idx="2980">
                  <c:v>10:40</c:v>
                </c:pt>
                <c:pt idx="2981">
                  <c:v>10:40</c:v>
                </c:pt>
                <c:pt idx="2982">
                  <c:v>10:40</c:v>
                </c:pt>
                <c:pt idx="2983">
                  <c:v>10:40</c:v>
                </c:pt>
                <c:pt idx="2984">
                  <c:v>10:40</c:v>
                </c:pt>
                <c:pt idx="2985">
                  <c:v>10:40</c:v>
                </c:pt>
                <c:pt idx="2986">
                  <c:v>10:40</c:v>
                </c:pt>
                <c:pt idx="2987">
                  <c:v>10:40</c:v>
                </c:pt>
                <c:pt idx="2988">
                  <c:v>10:40</c:v>
                </c:pt>
                <c:pt idx="2989">
                  <c:v>10:40</c:v>
                </c:pt>
                <c:pt idx="2990">
                  <c:v>10:40</c:v>
                </c:pt>
                <c:pt idx="2991">
                  <c:v>10:40</c:v>
                </c:pt>
                <c:pt idx="2992">
                  <c:v>10:40</c:v>
                </c:pt>
                <c:pt idx="2993">
                  <c:v>10:40</c:v>
                </c:pt>
                <c:pt idx="2994">
                  <c:v>10:40</c:v>
                </c:pt>
                <c:pt idx="2995">
                  <c:v>10:40</c:v>
                </c:pt>
                <c:pt idx="2996">
                  <c:v>10:40</c:v>
                </c:pt>
                <c:pt idx="2997">
                  <c:v>10:40</c:v>
                </c:pt>
                <c:pt idx="2998">
                  <c:v>10:40</c:v>
                </c:pt>
                <c:pt idx="2999">
                  <c:v>10:40</c:v>
                </c:pt>
                <c:pt idx="3000">
                  <c:v>10:41</c:v>
                </c:pt>
                <c:pt idx="3001">
                  <c:v>10:41</c:v>
                </c:pt>
                <c:pt idx="3002">
                  <c:v>10:41</c:v>
                </c:pt>
                <c:pt idx="3003">
                  <c:v>10:41</c:v>
                </c:pt>
                <c:pt idx="3004">
                  <c:v>10:41</c:v>
                </c:pt>
                <c:pt idx="3005">
                  <c:v>10:41</c:v>
                </c:pt>
                <c:pt idx="3006">
                  <c:v>10:41</c:v>
                </c:pt>
                <c:pt idx="3007">
                  <c:v>10:41</c:v>
                </c:pt>
                <c:pt idx="3008">
                  <c:v>10:41</c:v>
                </c:pt>
                <c:pt idx="3009">
                  <c:v>10:41</c:v>
                </c:pt>
                <c:pt idx="3010">
                  <c:v>10:41</c:v>
                </c:pt>
                <c:pt idx="3011">
                  <c:v>10:41</c:v>
                </c:pt>
                <c:pt idx="3012">
                  <c:v>10:41</c:v>
                </c:pt>
                <c:pt idx="3013">
                  <c:v>10:41</c:v>
                </c:pt>
                <c:pt idx="3014">
                  <c:v>10:41</c:v>
                </c:pt>
                <c:pt idx="3015">
                  <c:v>10:41</c:v>
                </c:pt>
                <c:pt idx="3016">
                  <c:v>10:41</c:v>
                </c:pt>
                <c:pt idx="3017">
                  <c:v>10:41</c:v>
                </c:pt>
                <c:pt idx="3018">
                  <c:v>10:41</c:v>
                </c:pt>
                <c:pt idx="3019">
                  <c:v>10:41</c:v>
                </c:pt>
                <c:pt idx="3020">
                  <c:v>10:41</c:v>
                </c:pt>
                <c:pt idx="3021">
                  <c:v>10:41</c:v>
                </c:pt>
                <c:pt idx="3022">
                  <c:v>10:41</c:v>
                </c:pt>
                <c:pt idx="3023">
                  <c:v>10:41</c:v>
                </c:pt>
                <c:pt idx="3024">
                  <c:v>10:41</c:v>
                </c:pt>
                <c:pt idx="3025">
                  <c:v>10:41</c:v>
                </c:pt>
                <c:pt idx="3026">
                  <c:v>10:41</c:v>
                </c:pt>
                <c:pt idx="3027">
                  <c:v>10:41</c:v>
                </c:pt>
                <c:pt idx="3028">
                  <c:v>10:41</c:v>
                </c:pt>
                <c:pt idx="3029">
                  <c:v>10:41</c:v>
                </c:pt>
                <c:pt idx="3030">
                  <c:v>10:42</c:v>
                </c:pt>
                <c:pt idx="3031">
                  <c:v>10:42</c:v>
                </c:pt>
                <c:pt idx="3032">
                  <c:v>10:42</c:v>
                </c:pt>
                <c:pt idx="3033">
                  <c:v>10:42</c:v>
                </c:pt>
                <c:pt idx="3034">
                  <c:v>10:42</c:v>
                </c:pt>
                <c:pt idx="3035">
                  <c:v>10:42</c:v>
                </c:pt>
                <c:pt idx="3036">
                  <c:v>10:42</c:v>
                </c:pt>
                <c:pt idx="3037">
                  <c:v>10:42</c:v>
                </c:pt>
                <c:pt idx="3038">
                  <c:v>10:42</c:v>
                </c:pt>
                <c:pt idx="3039">
                  <c:v>10:42</c:v>
                </c:pt>
                <c:pt idx="3040">
                  <c:v>10:42</c:v>
                </c:pt>
                <c:pt idx="3041">
                  <c:v>10:42</c:v>
                </c:pt>
                <c:pt idx="3042">
                  <c:v>10:42</c:v>
                </c:pt>
                <c:pt idx="3043">
                  <c:v>10:42</c:v>
                </c:pt>
                <c:pt idx="3044">
                  <c:v>10:42</c:v>
                </c:pt>
                <c:pt idx="3045">
                  <c:v>10:42</c:v>
                </c:pt>
                <c:pt idx="3046">
                  <c:v>10:42</c:v>
                </c:pt>
                <c:pt idx="3047">
                  <c:v>10:42</c:v>
                </c:pt>
                <c:pt idx="3048">
                  <c:v>10:42</c:v>
                </c:pt>
                <c:pt idx="3049">
                  <c:v>10:42</c:v>
                </c:pt>
                <c:pt idx="3050">
                  <c:v>10:42</c:v>
                </c:pt>
                <c:pt idx="3051">
                  <c:v>10:42</c:v>
                </c:pt>
                <c:pt idx="3052">
                  <c:v>10:42</c:v>
                </c:pt>
                <c:pt idx="3053">
                  <c:v>10:42</c:v>
                </c:pt>
                <c:pt idx="3054">
                  <c:v>10:42</c:v>
                </c:pt>
                <c:pt idx="3055">
                  <c:v>10:42</c:v>
                </c:pt>
                <c:pt idx="3056">
                  <c:v>10:42</c:v>
                </c:pt>
                <c:pt idx="3057">
                  <c:v>10:42</c:v>
                </c:pt>
                <c:pt idx="3058">
                  <c:v>10:42</c:v>
                </c:pt>
                <c:pt idx="3059">
                  <c:v>10:42</c:v>
                </c:pt>
                <c:pt idx="3060">
                  <c:v>10:43</c:v>
                </c:pt>
                <c:pt idx="3061">
                  <c:v>10:43</c:v>
                </c:pt>
                <c:pt idx="3062">
                  <c:v>10:43</c:v>
                </c:pt>
                <c:pt idx="3063">
                  <c:v>10:43</c:v>
                </c:pt>
                <c:pt idx="3064">
                  <c:v>10:43</c:v>
                </c:pt>
                <c:pt idx="3065">
                  <c:v>10:43</c:v>
                </c:pt>
                <c:pt idx="3066">
                  <c:v>10:43</c:v>
                </c:pt>
                <c:pt idx="3067">
                  <c:v>10:43</c:v>
                </c:pt>
                <c:pt idx="3068">
                  <c:v>10:43</c:v>
                </c:pt>
                <c:pt idx="3069">
                  <c:v>10:43</c:v>
                </c:pt>
                <c:pt idx="3070">
                  <c:v>10:43</c:v>
                </c:pt>
                <c:pt idx="3071">
                  <c:v>10:43</c:v>
                </c:pt>
                <c:pt idx="3072">
                  <c:v>10:43</c:v>
                </c:pt>
                <c:pt idx="3073">
                  <c:v>10:43</c:v>
                </c:pt>
                <c:pt idx="3074">
                  <c:v>10:43</c:v>
                </c:pt>
                <c:pt idx="3075">
                  <c:v>10:43</c:v>
                </c:pt>
                <c:pt idx="3076">
                  <c:v>10:43</c:v>
                </c:pt>
                <c:pt idx="3077">
                  <c:v>10:43</c:v>
                </c:pt>
                <c:pt idx="3078">
                  <c:v>10:43</c:v>
                </c:pt>
                <c:pt idx="3079">
                  <c:v>10:43</c:v>
                </c:pt>
                <c:pt idx="3080">
                  <c:v>10:43</c:v>
                </c:pt>
                <c:pt idx="3081">
                  <c:v>10:43</c:v>
                </c:pt>
                <c:pt idx="3082">
                  <c:v>10:43</c:v>
                </c:pt>
                <c:pt idx="3083">
                  <c:v>10:43</c:v>
                </c:pt>
                <c:pt idx="3084">
                  <c:v>10:43</c:v>
                </c:pt>
                <c:pt idx="3085">
                  <c:v>10:43</c:v>
                </c:pt>
                <c:pt idx="3086">
                  <c:v>10:43</c:v>
                </c:pt>
                <c:pt idx="3087">
                  <c:v>10:43</c:v>
                </c:pt>
                <c:pt idx="3088">
                  <c:v>10:43</c:v>
                </c:pt>
                <c:pt idx="3089">
                  <c:v>10:43</c:v>
                </c:pt>
                <c:pt idx="3090">
                  <c:v>10:44</c:v>
                </c:pt>
                <c:pt idx="3091">
                  <c:v>10:44</c:v>
                </c:pt>
                <c:pt idx="3092">
                  <c:v>10:44</c:v>
                </c:pt>
                <c:pt idx="3093">
                  <c:v>10:44</c:v>
                </c:pt>
                <c:pt idx="3094">
                  <c:v>10:44</c:v>
                </c:pt>
                <c:pt idx="3095">
                  <c:v>10:44</c:v>
                </c:pt>
                <c:pt idx="3096">
                  <c:v>10:44</c:v>
                </c:pt>
                <c:pt idx="3097">
                  <c:v>10:44</c:v>
                </c:pt>
                <c:pt idx="3098">
                  <c:v>10:44</c:v>
                </c:pt>
                <c:pt idx="3099">
                  <c:v>10:44</c:v>
                </c:pt>
                <c:pt idx="3100">
                  <c:v>10:44</c:v>
                </c:pt>
                <c:pt idx="3101">
                  <c:v>10:44</c:v>
                </c:pt>
                <c:pt idx="3102">
                  <c:v>10:44</c:v>
                </c:pt>
                <c:pt idx="3103">
                  <c:v>10:44</c:v>
                </c:pt>
                <c:pt idx="3104">
                  <c:v>10:44</c:v>
                </c:pt>
                <c:pt idx="3105">
                  <c:v>10:44</c:v>
                </c:pt>
                <c:pt idx="3106">
                  <c:v>10:44</c:v>
                </c:pt>
                <c:pt idx="3107">
                  <c:v>10:44</c:v>
                </c:pt>
                <c:pt idx="3108">
                  <c:v>10:44</c:v>
                </c:pt>
                <c:pt idx="3109">
                  <c:v>10:44</c:v>
                </c:pt>
                <c:pt idx="3110">
                  <c:v>10:44</c:v>
                </c:pt>
                <c:pt idx="3111">
                  <c:v>10:44</c:v>
                </c:pt>
                <c:pt idx="3112">
                  <c:v>10:44</c:v>
                </c:pt>
                <c:pt idx="3113">
                  <c:v>10:44</c:v>
                </c:pt>
                <c:pt idx="3114">
                  <c:v>10:44</c:v>
                </c:pt>
                <c:pt idx="3115">
                  <c:v>10:44</c:v>
                </c:pt>
                <c:pt idx="3116">
                  <c:v>10:44</c:v>
                </c:pt>
                <c:pt idx="3117">
                  <c:v>10:44</c:v>
                </c:pt>
                <c:pt idx="3118">
                  <c:v>10:44</c:v>
                </c:pt>
                <c:pt idx="3119">
                  <c:v>10:44</c:v>
                </c:pt>
                <c:pt idx="3120">
                  <c:v>10:45</c:v>
                </c:pt>
                <c:pt idx="3121">
                  <c:v>10:45</c:v>
                </c:pt>
                <c:pt idx="3122">
                  <c:v>10:45</c:v>
                </c:pt>
                <c:pt idx="3123">
                  <c:v>10:45</c:v>
                </c:pt>
                <c:pt idx="3124">
                  <c:v>10:45</c:v>
                </c:pt>
                <c:pt idx="3125">
                  <c:v>10:45</c:v>
                </c:pt>
                <c:pt idx="3126">
                  <c:v>10:45</c:v>
                </c:pt>
                <c:pt idx="3127">
                  <c:v>10:45</c:v>
                </c:pt>
                <c:pt idx="3128">
                  <c:v>10:45</c:v>
                </c:pt>
                <c:pt idx="3129">
                  <c:v>10:45</c:v>
                </c:pt>
                <c:pt idx="3130">
                  <c:v>10:45</c:v>
                </c:pt>
                <c:pt idx="3131">
                  <c:v>10:45</c:v>
                </c:pt>
                <c:pt idx="3132">
                  <c:v>10:45</c:v>
                </c:pt>
                <c:pt idx="3133">
                  <c:v>10:45</c:v>
                </c:pt>
                <c:pt idx="3134">
                  <c:v>10:45</c:v>
                </c:pt>
                <c:pt idx="3135">
                  <c:v>10:45</c:v>
                </c:pt>
                <c:pt idx="3136">
                  <c:v>10:45</c:v>
                </c:pt>
                <c:pt idx="3137">
                  <c:v>10:45</c:v>
                </c:pt>
                <c:pt idx="3138">
                  <c:v>10:45</c:v>
                </c:pt>
                <c:pt idx="3139">
                  <c:v>10:45</c:v>
                </c:pt>
                <c:pt idx="3140">
                  <c:v>10:45</c:v>
                </c:pt>
                <c:pt idx="3141">
                  <c:v>10:45</c:v>
                </c:pt>
                <c:pt idx="3142">
                  <c:v>10:45</c:v>
                </c:pt>
                <c:pt idx="3143">
                  <c:v>10:45</c:v>
                </c:pt>
                <c:pt idx="3144">
                  <c:v>10:45</c:v>
                </c:pt>
                <c:pt idx="3145">
                  <c:v>10:45</c:v>
                </c:pt>
                <c:pt idx="3146">
                  <c:v>10:45</c:v>
                </c:pt>
                <c:pt idx="3147">
                  <c:v>10:45</c:v>
                </c:pt>
                <c:pt idx="3148">
                  <c:v>10:45</c:v>
                </c:pt>
                <c:pt idx="3149">
                  <c:v>10:45</c:v>
                </c:pt>
                <c:pt idx="3150">
                  <c:v>10:46</c:v>
                </c:pt>
                <c:pt idx="3151">
                  <c:v>10:46</c:v>
                </c:pt>
                <c:pt idx="3152">
                  <c:v>10:46</c:v>
                </c:pt>
                <c:pt idx="3153">
                  <c:v>10:46</c:v>
                </c:pt>
                <c:pt idx="3154">
                  <c:v>10:46</c:v>
                </c:pt>
                <c:pt idx="3155">
                  <c:v>10:46</c:v>
                </c:pt>
                <c:pt idx="3156">
                  <c:v>10:46</c:v>
                </c:pt>
                <c:pt idx="3157">
                  <c:v>10:46</c:v>
                </c:pt>
                <c:pt idx="3158">
                  <c:v>10:46</c:v>
                </c:pt>
                <c:pt idx="3159">
                  <c:v>10:46</c:v>
                </c:pt>
                <c:pt idx="3160">
                  <c:v>10:46</c:v>
                </c:pt>
                <c:pt idx="3161">
                  <c:v>10:46</c:v>
                </c:pt>
                <c:pt idx="3162">
                  <c:v>10:46</c:v>
                </c:pt>
                <c:pt idx="3163">
                  <c:v>10:46</c:v>
                </c:pt>
                <c:pt idx="3164">
                  <c:v>10:46</c:v>
                </c:pt>
                <c:pt idx="3165">
                  <c:v>10:46</c:v>
                </c:pt>
                <c:pt idx="3166">
                  <c:v>10:46</c:v>
                </c:pt>
                <c:pt idx="3167">
                  <c:v>10:46</c:v>
                </c:pt>
                <c:pt idx="3168">
                  <c:v>10:46</c:v>
                </c:pt>
                <c:pt idx="3169">
                  <c:v>10:46</c:v>
                </c:pt>
                <c:pt idx="3170">
                  <c:v>10:46</c:v>
                </c:pt>
                <c:pt idx="3171">
                  <c:v>10:46</c:v>
                </c:pt>
                <c:pt idx="3172">
                  <c:v>10:46</c:v>
                </c:pt>
                <c:pt idx="3173">
                  <c:v>10:46</c:v>
                </c:pt>
                <c:pt idx="3174">
                  <c:v>10:46</c:v>
                </c:pt>
                <c:pt idx="3175">
                  <c:v>10:46</c:v>
                </c:pt>
                <c:pt idx="3176">
                  <c:v>10:46</c:v>
                </c:pt>
                <c:pt idx="3177">
                  <c:v>10:46</c:v>
                </c:pt>
                <c:pt idx="3178">
                  <c:v>10:46</c:v>
                </c:pt>
                <c:pt idx="3179">
                  <c:v>10:46</c:v>
                </c:pt>
                <c:pt idx="3180">
                  <c:v>10:47</c:v>
                </c:pt>
                <c:pt idx="3181">
                  <c:v>10:47</c:v>
                </c:pt>
                <c:pt idx="3182">
                  <c:v>10:47</c:v>
                </c:pt>
                <c:pt idx="3183">
                  <c:v>10:47</c:v>
                </c:pt>
                <c:pt idx="3184">
                  <c:v>10:47</c:v>
                </c:pt>
                <c:pt idx="3185">
                  <c:v>10:47</c:v>
                </c:pt>
                <c:pt idx="3186">
                  <c:v>10:47</c:v>
                </c:pt>
                <c:pt idx="3187">
                  <c:v>10:47</c:v>
                </c:pt>
                <c:pt idx="3188">
                  <c:v>10:47</c:v>
                </c:pt>
                <c:pt idx="3189">
                  <c:v>10:47</c:v>
                </c:pt>
                <c:pt idx="3190">
                  <c:v>10:47</c:v>
                </c:pt>
                <c:pt idx="3191">
                  <c:v>10:47</c:v>
                </c:pt>
                <c:pt idx="3192">
                  <c:v>10:47</c:v>
                </c:pt>
                <c:pt idx="3193">
                  <c:v>10:47</c:v>
                </c:pt>
                <c:pt idx="3194">
                  <c:v>10:47</c:v>
                </c:pt>
                <c:pt idx="3195">
                  <c:v>10:47</c:v>
                </c:pt>
                <c:pt idx="3196">
                  <c:v>10:47</c:v>
                </c:pt>
                <c:pt idx="3197">
                  <c:v>10:47</c:v>
                </c:pt>
                <c:pt idx="3198">
                  <c:v>10:47</c:v>
                </c:pt>
                <c:pt idx="3199">
                  <c:v>10:47</c:v>
                </c:pt>
                <c:pt idx="3200">
                  <c:v>10:47</c:v>
                </c:pt>
                <c:pt idx="3201">
                  <c:v>10:47</c:v>
                </c:pt>
                <c:pt idx="3202">
                  <c:v>10:47</c:v>
                </c:pt>
                <c:pt idx="3203">
                  <c:v>10:47</c:v>
                </c:pt>
                <c:pt idx="3204">
                  <c:v>10:47</c:v>
                </c:pt>
                <c:pt idx="3205">
                  <c:v>10:47</c:v>
                </c:pt>
                <c:pt idx="3206">
                  <c:v>10:47</c:v>
                </c:pt>
                <c:pt idx="3207">
                  <c:v>10:47</c:v>
                </c:pt>
                <c:pt idx="3208">
                  <c:v>10:47</c:v>
                </c:pt>
                <c:pt idx="3209">
                  <c:v>10:47</c:v>
                </c:pt>
                <c:pt idx="3210">
                  <c:v>10:48</c:v>
                </c:pt>
                <c:pt idx="3211">
                  <c:v>10:48</c:v>
                </c:pt>
                <c:pt idx="3212">
                  <c:v>10:48</c:v>
                </c:pt>
                <c:pt idx="3213">
                  <c:v>10:48</c:v>
                </c:pt>
                <c:pt idx="3214">
                  <c:v>10:48</c:v>
                </c:pt>
                <c:pt idx="3215">
                  <c:v>10:48</c:v>
                </c:pt>
                <c:pt idx="3216">
                  <c:v>10:48</c:v>
                </c:pt>
                <c:pt idx="3217">
                  <c:v>10:48</c:v>
                </c:pt>
                <c:pt idx="3218">
                  <c:v>10:48</c:v>
                </c:pt>
                <c:pt idx="3219">
                  <c:v>10:48</c:v>
                </c:pt>
                <c:pt idx="3220">
                  <c:v>10:48</c:v>
                </c:pt>
                <c:pt idx="3221">
                  <c:v>10:48</c:v>
                </c:pt>
                <c:pt idx="3222">
                  <c:v>10:48</c:v>
                </c:pt>
                <c:pt idx="3223">
                  <c:v>10:48</c:v>
                </c:pt>
                <c:pt idx="3224">
                  <c:v>10:48</c:v>
                </c:pt>
                <c:pt idx="3225">
                  <c:v>10:48</c:v>
                </c:pt>
                <c:pt idx="3226">
                  <c:v>10:48</c:v>
                </c:pt>
                <c:pt idx="3227">
                  <c:v>10:48</c:v>
                </c:pt>
                <c:pt idx="3228">
                  <c:v>10:48</c:v>
                </c:pt>
                <c:pt idx="3229">
                  <c:v>10:48</c:v>
                </c:pt>
                <c:pt idx="3230">
                  <c:v>10:48</c:v>
                </c:pt>
                <c:pt idx="3231">
                  <c:v>10:48</c:v>
                </c:pt>
                <c:pt idx="3232">
                  <c:v>10:48</c:v>
                </c:pt>
                <c:pt idx="3233">
                  <c:v>10:48</c:v>
                </c:pt>
                <c:pt idx="3234">
                  <c:v>10:48</c:v>
                </c:pt>
                <c:pt idx="3235">
                  <c:v>10:48</c:v>
                </c:pt>
                <c:pt idx="3236">
                  <c:v>10:48</c:v>
                </c:pt>
                <c:pt idx="3237">
                  <c:v>10:48</c:v>
                </c:pt>
                <c:pt idx="3238">
                  <c:v>10:48</c:v>
                </c:pt>
                <c:pt idx="3239">
                  <c:v>10:48</c:v>
                </c:pt>
                <c:pt idx="3240">
                  <c:v>10:49</c:v>
                </c:pt>
                <c:pt idx="3241">
                  <c:v>10:49</c:v>
                </c:pt>
                <c:pt idx="3242">
                  <c:v>10:49</c:v>
                </c:pt>
                <c:pt idx="3243">
                  <c:v>10:49</c:v>
                </c:pt>
                <c:pt idx="3244">
                  <c:v>10:49</c:v>
                </c:pt>
                <c:pt idx="3245">
                  <c:v>10:49</c:v>
                </c:pt>
                <c:pt idx="3246">
                  <c:v>10:49</c:v>
                </c:pt>
                <c:pt idx="3247">
                  <c:v>10:49</c:v>
                </c:pt>
                <c:pt idx="3248">
                  <c:v>10:49</c:v>
                </c:pt>
                <c:pt idx="3249">
                  <c:v>10:49</c:v>
                </c:pt>
                <c:pt idx="3250">
                  <c:v>10:49</c:v>
                </c:pt>
                <c:pt idx="3251">
                  <c:v>10:49</c:v>
                </c:pt>
                <c:pt idx="3252">
                  <c:v>10:49</c:v>
                </c:pt>
                <c:pt idx="3253">
                  <c:v>10:49</c:v>
                </c:pt>
                <c:pt idx="3254">
                  <c:v>10:49</c:v>
                </c:pt>
                <c:pt idx="3255">
                  <c:v>10:49</c:v>
                </c:pt>
                <c:pt idx="3256">
                  <c:v>10:49</c:v>
                </c:pt>
                <c:pt idx="3257">
                  <c:v>10:49</c:v>
                </c:pt>
                <c:pt idx="3258">
                  <c:v>10:49</c:v>
                </c:pt>
                <c:pt idx="3259">
                  <c:v>10:49</c:v>
                </c:pt>
                <c:pt idx="3260">
                  <c:v>10:49</c:v>
                </c:pt>
                <c:pt idx="3261">
                  <c:v>10:49</c:v>
                </c:pt>
                <c:pt idx="3262">
                  <c:v>10:49</c:v>
                </c:pt>
                <c:pt idx="3263">
                  <c:v>10:49</c:v>
                </c:pt>
                <c:pt idx="3264">
                  <c:v>10:49</c:v>
                </c:pt>
                <c:pt idx="3265">
                  <c:v>10:49</c:v>
                </c:pt>
                <c:pt idx="3266">
                  <c:v>10:49</c:v>
                </c:pt>
                <c:pt idx="3267">
                  <c:v>10:49</c:v>
                </c:pt>
                <c:pt idx="3268">
                  <c:v>10:49</c:v>
                </c:pt>
                <c:pt idx="3269">
                  <c:v>10:49</c:v>
                </c:pt>
                <c:pt idx="3270">
                  <c:v>10:50</c:v>
                </c:pt>
                <c:pt idx="3271">
                  <c:v>10:50</c:v>
                </c:pt>
                <c:pt idx="3272">
                  <c:v>10:50</c:v>
                </c:pt>
                <c:pt idx="3273">
                  <c:v>10:50</c:v>
                </c:pt>
                <c:pt idx="3274">
                  <c:v>10:50</c:v>
                </c:pt>
                <c:pt idx="3275">
                  <c:v>10:50</c:v>
                </c:pt>
                <c:pt idx="3276">
                  <c:v>10:50</c:v>
                </c:pt>
                <c:pt idx="3277">
                  <c:v>10:50</c:v>
                </c:pt>
                <c:pt idx="3278">
                  <c:v>10:50</c:v>
                </c:pt>
                <c:pt idx="3279">
                  <c:v>10:50</c:v>
                </c:pt>
                <c:pt idx="3280">
                  <c:v>10:50</c:v>
                </c:pt>
                <c:pt idx="3281">
                  <c:v>10:50</c:v>
                </c:pt>
                <c:pt idx="3282">
                  <c:v>10:50</c:v>
                </c:pt>
                <c:pt idx="3283">
                  <c:v>10:50</c:v>
                </c:pt>
                <c:pt idx="3284">
                  <c:v>10:50</c:v>
                </c:pt>
                <c:pt idx="3285">
                  <c:v>10:50</c:v>
                </c:pt>
                <c:pt idx="3286">
                  <c:v>10:50</c:v>
                </c:pt>
                <c:pt idx="3287">
                  <c:v>10:50</c:v>
                </c:pt>
                <c:pt idx="3288">
                  <c:v>10:50</c:v>
                </c:pt>
                <c:pt idx="3289">
                  <c:v>10:50</c:v>
                </c:pt>
                <c:pt idx="3290">
                  <c:v>10:50</c:v>
                </c:pt>
                <c:pt idx="3291">
                  <c:v>10:50</c:v>
                </c:pt>
                <c:pt idx="3292">
                  <c:v>10:50</c:v>
                </c:pt>
                <c:pt idx="3293">
                  <c:v>10:50</c:v>
                </c:pt>
                <c:pt idx="3294">
                  <c:v>10:50</c:v>
                </c:pt>
                <c:pt idx="3295">
                  <c:v>10:50</c:v>
                </c:pt>
                <c:pt idx="3296">
                  <c:v>10:50</c:v>
                </c:pt>
                <c:pt idx="3297">
                  <c:v>10:50</c:v>
                </c:pt>
                <c:pt idx="3298">
                  <c:v>10:50</c:v>
                </c:pt>
                <c:pt idx="3299">
                  <c:v>10:50</c:v>
                </c:pt>
                <c:pt idx="3300">
                  <c:v>10:51</c:v>
                </c:pt>
                <c:pt idx="3301">
                  <c:v>10:51</c:v>
                </c:pt>
                <c:pt idx="3302">
                  <c:v>10:51</c:v>
                </c:pt>
                <c:pt idx="3303">
                  <c:v>10:51</c:v>
                </c:pt>
                <c:pt idx="3304">
                  <c:v>10:51</c:v>
                </c:pt>
                <c:pt idx="3305">
                  <c:v>10:51</c:v>
                </c:pt>
                <c:pt idx="3306">
                  <c:v>10:51</c:v>
                </c:pt>
                <c:pt idx="3307">
                  <c:v>10:51</c:v>
                </c:pt>
                <c:pt idx="3308">
                  <c:v>10:51</c:v>
                </c:pt>
                <c:pt idx="3309">
                  <c:v>10:51</c:v>
                </c:pt>
                <c:pt idx="3310">
                  <c:v>10:51</c:v>
                </c:pt>
                <c:pt idx="3311">
                  <c:v>10:51</c:v>
                </c:pt>
                <c:pt idx="3312">
                  <c:v>10:51</c:v>
                </c:pt>
                <c:pt idx="3313">
                  <c:v>10:51</c:v>
                </c:pt>
                <c:pt idx="3314">
                  <c:v>10:51</c:v>
                </c:pt>
                <c:pt idx="3315">
                  <c:v>10:51</c:v>
                </c:pt>
                <c:pt idx="3316">
                  <c:v>10:51</c:v>
                </c:pt>
                <c:pt idx="3317">
                  <c:v>10:51</c:v>
                </c:pt>
                <c:pt idx="3318">
                  <c:v>10:51</c:v>
                </c:pt>
                <c:pt idx="3319">
                  <c:v>10:51</c:v>
                </c:pt>
                <c:pt idx="3320">
                  <c:v>10:51</c:v>
                </c:pt>
                <c:pt idx="3321">
                  <c:v>10:51</c:v>
                </c:pt>
                <c:pt idx="3322">
                  <c:v>10:51</c:v>
                </c:pt>
                <c:pt idx="3323">
                  <c:v>10:51</c:v>
                </c:pt>
                <c:pt idx="3324">
                  <c:v>10:51</c:v>
                </c:pt>
                <c:pt idx="3325">
                  <c:v>10:51</c:v>
                </c:pt>
                <c:pt idx="3326">
                  <c:v>10:51</c:v>
                </c:pt>
                <c:pt idx="3327">
                  <c:v>10:51</c:v>
                </c:pt>
                <c:pt idx="3328">
                  <c:v>10:51</c:v>
                </c:pt>
                <c:pt idx="3329">
                  <c:v>10:51</c:v>
                </c:pt>
                <c:pt idx="3330">
                  <c:v>10:52</c:v>
                </c:pt>
                <c:pt idx="3331">
                  <c:v>10:52</c:v>
                </c:pt>
                <c:pt idx="3332">
                  <c:v>10:52</c:v>
                </c:pt>
                <c:pt idx="3333">
                  <c:v>10:52</c:v>
                </c:pt>
                <c:pt idx="3334">
                  <c:v>10:52</c:v>
                </c:pt>
                <c:pt idx="3335">
                  <c:v>10:52</c:v>
                </c:pt>
                <c:pt idx="3336">
                  <c:v>10:52</c:v>
                </c:pt>
                <c:pt idx="3337">
                  <c:v>10:52</c:v>
                </c:pt>
                <c:pt idx="3338">
                  <c:v>10:52</c:v>
                </c:pt>
                <c:pt idx="3339">
                  <c:v>10:52</c:v>
                </c:pt>
                <c:pt idx="3340">
                  <c:v>10:52</c:v>
                </c:pt>
                <c:pt idx="3341">
                  <c:v>10:52</c:v>
                </c:pt>
                <c:pt idx="3342">
                  <c:v>10:52</c:v>
                </c:pt>
                <c:pt idx="3343">
                  <c:v>10:52</c:v>
                </c:pt>
                <c:pt idx="3344">
                  <c:v>10:52</c:v>
                </c:pt>
                <c:pt idx="3345">
                  <c:v>10:52</c:v>
                </c:pt>
                <c:pt idx="3346">
                  <c:v>10:52</c:v>
                </c:pt>
                <c:pt idx="3347">
                  <c:v>10:52</c:v>
                </c:pt>
                <c:pt idx="3348">
                  <c:v>10:52</c:v>
                </c:pt>
                <c:pt idx="3349">
                  <c:v>10:52</c:v>
                </c:pt>
                <c:pt idx="3350">
                  <c:v>10:52</c:v>
                </c:pt>
                <c:pt idx="3351">
                  <c:v>10:52</c:v>
                </c:pt>
                <c:pt idx="3352">
                  <c:v>10:52</c:v>
                </c:pt>
                <c:pt idx="3353">
                  <c:v>10:52</c:v>
                </c:pt>
                <c:pt idx="3354">
                  <c:v>10:52</c:v>
                </c:pt>
                <c:pt idx="3355">
                  <c:v>10:52</c:v>
                </c:pt>
                <c:pt idx="3356">
                  <c:v>10:52</c:v>
                </c:pt>
                <c:pt idx="3357">
                  <c:v>10:52</c:v>
                </c:pt>
                <c:pt idx="3358">
                  <c:v>10:52</c:v>
                </c:pt>
                <c:pt idx="3359">
                  <c:v>10:52</c:v>
                </c:pt>
                <c:pt idx="3360">
                  <c:v>10:53</c:v>
                </c:pt>
                <c:pt idx="3361">
                  <c:v>10:53</c:v>
                </c:pt>
                <c:pt idx="3362">
                  <c:v>10:53</c:v>
                </c:pt>
                <c:pt idx="3363">
                  <c:v>10:53</c:v>
                </c:pt>
                <c:pt idx="3364">
                  <c:v>10:53</c:v>
                </c:pt>
                <c:pt idx="3365">
                  <c:v>10:53</c:v>
                </c:pt>
                <c:pt idx="3366">
                  <c:v>10:53</c:v>
                </c:pt>
                <c:pt idx="3367">
                  <c:v>10:53</c:v>
                </c:pt>
                <c:pt idx="3368">
                  <c:v>10:53</c:v>
                </c:pt>
                <c:pt idx="3369">
                  <c:v>10:53</c:v>
                </c:pt>
                <c:pt idx="3370">
                  <c:v>10:53</c:v>
                </c:pt>
                <c:pt idx="3371">
                  <c:v>10:53</c:v>
                </c:pt>
                <c:pt idx="3372">
                  <c:v>10:53</c:v>
                </c:pt>
                <c:pt idx="3373">
                  <c:v>10:53</c:v>
                </c:pt>
                <c:pt idx="3374">
                  <c:v>10:53</c:v>
                </c:pt>
                <c:pt idx="3375">
                  <c:v>10:53</c:v>
                </c:pt>
                <c:pt idx="3376">
                  <c:v>10:53</c:v>
                </c:pt>
                <c:pt idx="3377">
                  <c:v>10:53</c:v>
                </c:pt>
                <c:pt idx="3378">
                  <c:v>10:53</c:v>
                </c:pt>
                <c:pt idx="3379">
                  <c:v>10:53</c:v>
                </c:pt>
                <c:pt idx="3380">
                  <c:v>10:53</c:v>
                </c:pt>
                <c:pt idx="3381">
                  <c:v>10:53</c:v>
                </c:pt>
                <c:pt idx="3382">
                  <c:v>10:53</c:v>
                </c:pt>
                <c:pt idx="3383">
                  <c:v>10:53</c:v>
                </c:pt>
                <c:pt idx="3384">
                  <c:v>10:53</c:v>
                </c:pt>
                <c:pt idx="3385">
                  <c:v>10:53</c:v>
                </c:pt>
                <c:pt idx="3386">
                  <c:v>10:53</c:v>
                </c:pt>
                <c:pt idx="3387">
                  <c:v>10:53</c:v>
                </c:pt>
                <c:pt idx="3388">
                  <c:v>10:53</c:v>
                </c:pt>
                <c:pt idx="3389">
                  <c:v>10:53</c:v>
                </c:pt>
                <c:pt idx="3390">
                  <c:v>10:54</c:v>
                </c:pt>
                <c:pt idx="3391">
                  <c:v>10:54</c:v>
                </c:pt>
                <c:pt idx="3392">
                  <c:v>10:54</c:v>
                </c:pt>
                <c:pt idx="3393">
                  <c:v>10:54</c:v>
                </c:pt>
                <c:pt idx="3394">
                  <c:v>10:54</c:v>
                </c:pt>
                <c:pt idx="3395">
                  <c:v>10:54</c:v>
                </c:pt>
                <c:pt idx="3396">
                  <c:v>10:54</c:v>
                </c:pt>
                <c:pt idx="3397">
                  <c:v>10:54</c:v>
                </c:pt>
                <c:pt idx="3398">
                  <c:v>10:54</c:v>
                </c:pt>
                <c:pt idx="3399">
                  <c:v>10:54</c:v>
                </c:pt>
                <c:pt idx="3400">
                  <c:v>10:54</c:v>
                </c:pt>
                <c:pt idx="3401">
                  <c:v>10:54</c:v>
                </c:pt>
                <c:pt idx="3402">
                  <c:v>10:54</c:v>
                </c:pt>
                <c:pt idx="3403">
                  <c:v>10:54</c:v>
                </c:pt>
                <c:pt idx="3404">
                  <c:v>10:54</c:v>
                </c:pt>
                <c:pt idx="3405">
                  <c:v>10:54</c:v>
                </c:pt>
                <c:pt idx="3406">
                  <c:v>10:54</c:v>
                </c:pt>
                <c:pt idx="3407">
                  <c:v>10:54</c:v>
                </c:pt>
                <c:pt idx="3408">
                  <c:v>10:54</c:v>
                </c:pt>
                <c:pt idx="3409">
                  <c:v>10:54</c:v>
                </c:pt>
                <c:pt idx="3410">
                  <c:v>10:54</c:v>
                </c:pt>
                <c:pt idx="3411">
                  <c:v>10:54</c:v>
                </c:pt>
                <c:pt idx="3412">
                  <c:v>10:54</c:v>
                </c:pt>
                <c:pt idx="3413">
                  <c:v>10:54</c:v>
                </c:pt>
                <c:pt idx="3414">
                  <c:v>10:54</c:v>
                </c:pt>
                <c:pt idx="3415">
                  <c:v>10:54</c:v>
                </c:pt>
                <c:pt idx="3416">
                  <c:v>10:54</c:v>
                </c:pt>
                <c:pt idx="3417">
                  <c:v>10:54</c:v>
                </c:pt>
                <c:pt idx="3418">
                  <c:v>10:54</c:v>
                </c:pt>
                <c:pt idx="3419">
                  <c:v>10:54</c:v>
                </c:pt>
                <c:pt idx="3420">
                  <c:v>10:55</c:v>
                </c:pt>
                <c:pt idx="3421">
                  <c:v>10:55</c:v>
                </c:pt>
                <c:pt idx="3422">
                  <c:v>10:55</c:v>
                </c:pt>
                <c:pt idx="3423">
                  <c:v>10:55</c:v>
                </c:pt>
                <c:pt idx="3424">
                  <c:v>10:55</c:v>
                </c:pt>
                <c:pt idx="3425">
                  <c:v>10:55</c:v>
                </c:pt>
                <c:pt idx="3426">
                  <c:v>10:55</c:v>
                </c:pt>
                <c:pt idx="3427">
                  <c:v>10:55</c:v>
                </c:pt>
                <c:pt idx="3428">
                  <c:v>10:55</c:v>
                </c:pt>
                <c:pt idx="3429">
                  <c:v>10:55</c:v>
                </c:pt>
                <c:pt idx="3430">
                  <c:v>10:55</c:v>
                </c:pt>
                <c:pt idx="3431">
                  <c:v>10:55</c:v>
                </c:pt>
                <c:pt idx="3432">
                  <c:v>10:55</c:v>
                </c:pt>
                <c:pt idx="3433">
                  <c:v>10:55</c:v>
                </c:pt>
                <c:pt idx="3434">
                  <c:v>10:55</c:v>
                </c:pt>
                <c:pt idx="3435">
                  <c:v>10:55</c:v>
                </c:pt>
                <c:pt idx="3436">
                  <c:v>10:55</c:v>
                </c:pt>
                <c:pt idx="3437">
                  <c:v>10:55</c:v>
                </c:pt>
                <c:pt idx="3438">
                  <c:v>10:55</c:v>
                </c:pt>
                <c:pt idx="3439">
                  <c:v>10:55</c:v>
                </c:pt>
                <c:pt idx="3440">
                  <c:v>10:55</c:v>
                </c:pt>
                <c:pt idx="3441">
                  <c:v>10:55</c:v>
                </c:pt>
                <c:pt idx="3442">
                  <c:v>10:55</c:v>
                </c:pt>
                <c:pt idx="3443">
                  <c:v>10:55</c:v>
                </c:pt>
                <c:pt idx="3444">
                  <c:v>10:55</c:v>
                </c:pt>
                <c:pt idx="3445">
                  <c:v>10:55</c:v>
                </c:pt>
                <c:pt idx="3446">
                  <c:v>10:55</c:v>
                </c:pt>
                <c:pt idx="3447">
                  <c:v>10:55</c:v>
                </c:pt>
                <c:pt idx="3448">
                  <c:v>10:55</c:v>
                </c:pt>
                <c:pt idx="3449">
                  <c:v>10:55</c:v>
                </c:pt>
                <c:pt idx="3450">
                  <c:v>10:56</c:v>
                </c:pt>
                <c:pt idx="3451">
                  <c:v>10:56</c:v>
                </c:pt>
                <c:pt idx="3452">
                  <c:v>10:56</c:v>
                </c:pt>
                <c:pt idx="3453">
                  <c:v>10:56</c:v>
                </c:pt>
                <c:pt idx="3454">
                  <c:v>10:56</c:v>
                </c:pt>
                <c:pt idx="3455">
                  <c:v>10:56</c:v>
                </c:pt>
                <c:pt idx="3456">
                  <c:v>10:56</c:v>
                </c:pt>
                <c:pt idx="3457">
                  <c:v>10:56</c:v>
                </c:pt>
                <c:pt idx="3458">
                  <c:v>10:56</c:v>
                </c:pt>
                <c:pt idx="3459">
                  <c:v>10:56</c:v>
                </c:pt>
                <c:pt idx="3460">
                  <c:v>10:56</c:v>
                </c:pt>
                <c:pt idx="3461">
                  <c:v>10:56</c:v>
                </c:pt>
                <c:pt idx="3462">
                  <c:v>10:56</c:v>
                </c:pt>
                <c:pt idx="3463">
                  <c:v>10:56</c:v>
                </c:pt>
                <c:pt idx="3464">
                  <c:v>10:56</c:v>
                </c:pt>
                <c:pt idx="3465">
                  <c:v>10:56</c:v>
                </c:pt>
                <c:pt idx="3466">
                  <c:v>10:56</c:v>
                </c:pt>
                <c:pt idx="3467">
                  <c:v>10:56</c:v>
                </c:pt>
                <c:pt idx="3468">
                  <c:v>10:56</c:v>
                </c:pt>
                <c:pt idx="3469">
                  <c:v>10:56</c:v>
                </c:pt>
                <c:pt idx="3470">
                  <c:v>10:56</c:v>
                </c:pt>
                <c:pt idx="3471">
                  <c:v>10:56</c:v>
                </c:pt>
                <c:pt idx="3472">
                  <c:v>10:56</c:v>
                </c:pt>
                <c:pt idx="3473">
                  <c:v>10:56</c:v>
                </c:pt>
                <c:pt idx="3474">
                  <c:v>10:56</c:v>
                </c:pt>
                <c:pt idx="3475">
                  <c:v>10:56</c:v>
                </c:pt>
                <c:pt idx="3476">
                  <c:v>10:56</c:v>
                </c:pt>
                <c:pt idx="3477">
                  <c:v>10:56</c:v>
                </c:pt>
                <c:pt idx="3478">
                  <c:v>10:56</c:v>
                </c:pt>
                <c:pt idx="3479">
                  <c:v>10:56</c:v>
                </c:pt>
                <c:pt idx="3480">
                  <c:v>10:57</c:v>
                </c:pt>
                <c:pt idx="3481">
                  <c:v>10:57</c:v>
                </c:pt>
                <c:pt idx="3482">
                  <c:v>10:57</c:v>
                </c:pt>
                <c:pt idx="3483">
                  <c:v>10:57</c:v>
                </c:pt>
                <c:pt idx="3484">
                  <c:v>10:57</c:v>
                </c:pt>
                <c:pt idx="3485">
                  <c:v>10:57</c:v>
                </c:pt>
                <c:pt idx="3486">
                  <c:v>10:57</c:v>
                </c:pt>
                <c:pt idx="3487">
                  <c:v>10:57</c:v>
                </c:pt>
                <c:pt idx="3488">
                  <c:v>10:57</c:v>
                </c:pt>
                <c:pt idx="3489">
                  <c:v>10:57</c:v>
                </c:pt>
                <c:pt idx="3490">
                  <c:v>10:57</c:v>
                </c:pt>
                <c:pt idx="3491">
                  <c:v>10:57</c:v>
                </c:pt>
                <c:pt idx="3492">
                  <c:v>10:57</c:v>
                </c:pt>
                <c:pt idx="3493">
                  <c:v>10:57</c:v>
                </c:pt>
                <c:pt idx="3494">
                  <c:v>10:57</c:v>
                </c:pt>
                <c:pt idx="3495">
                  <c:v>10:57</c:v>
                </c:pt>
                <c:pt idx="3496">
                  <c:v>10:57</c:v>
                </c:pt>
                <c:pt idx="3497">
                  <c:v>10:57</c:v>
                </c:pt>
                <c:pt idx="3498">
                  <c:v>10:57</c:v>
                </c:pt>
                <c:pt idx="3499">
                  <c:v>10:57</c:v>
                </c:pt>
                <c:pt idx="3500">
                  <c:v>10:57</c:v>
                </c:pt>
                <c:pt idx="3501">
                  <c:v>10:57</c:v>
                </c:pt>
                <c:pt idx="3502">
                  <c:v>10:57</c:v>
                </c:pt>
                <c:pt idx="3503">
                  <c:v>10:57</c:v>
                </c:pt>
                <c:pt idx="3504">
                  <c:v>10:57</c:v>
                </c:pt>
                <c:pt idx="3505">
                  <c:v>10:57</c:v>
                </c:pt>
                <c:pt idx="3506">
                  <c:v>10:57</c:v>
                </c:pt>
                <c:pt idx="3507">
                  <c:v>10:57</c:v>
                </c:pt>
                <c:pt idx="3508">
                  <c:v>10:57</c:v>
                </c:pt>
                <c:pt idx="3509">
                  <c:v>10:57</c:v>
                </c:pt>
                <c:pt idx="3510">
                  <c:v>10:58</c:v>
                </c:pt>
                <c:pt idx="3511">
                  <c:v>10:58</c:v>
                </c:pt>
                <c:pt idx="3512">
                  <c:v>10:58</c:v>
                </c:pt>
                <c:pt idx="3513">
                  <c:v>10:58</c:v>
                </c:pt>
                <c:pt idx="3514">
                  <c:v>10:58</c:v>
                </c:pt>
                <c:pt idx="3515">
                  <c:v>10:58</c:v>
                </c:pt>
                <c:pt idx="3516">
                  <c:v>10:58</c:v>
                </c:pt>
                <c:pt idx="3517">
                  <c:v>10:58</c:v>
                </c:pt>
                <c:pt idx="3518">
                  <c:v>10:58</c:v>
                </c:pt>
                <c:pt idx="3519">
                  <c:v>10:58</c:v>
                </c:pt>
                <c:pt idx="3520">
                  <c:v>10:58</c:v>
                </c:pt>
                <c:pt idx="3521">
                  <c:v>10:58</c:v>
                </c:pt>
                <c:pt idx="3522">
                  <c:v>10:58</c:v>
                </c:pt>
                <c:pt idx="3523">
                  <c:v>10:58</c:v>
                </c:pt>
                <c:pt idx="3524">
                  <c:v>10:58</c:v>
                </c:pt>
                <c:pt idx="3525">
                  <c:v>10:58</c:v>
                </c:pt>
                <c:pt idx="3526">
                  <c:v>10:58</c:v>
                </c:pt>
                <c:pt idx="3527">
                  <c:v>10:58</c:v>
                </c:pt>
                <c:pt idx="3528">
                  <c:v>10:58</c:v>
                </c:pt>
                <c:pt idx="3529">
                  <c:v>10:58</c:v>
                </c:pt>
                <c:pt idx="3530">
                  <c:v>10:58</c:v>
                </c:pt>
                <c:pt idx="3531">
                  <c:v>10:58</c:v>
                </c:pt>
                <c:pt idx="3532">
                  <c:v>10:58</c:v>
                </c:pt>
                <c:pt idx="3533">
                  <c:v>10:58</c:v>
                </c:pt>
                <c:pt idx="3534">
                  <c:v>10:58</c:v>
                </c:pt>
                <c:pt idx="3535">
                  <c:v>10:58</c:v>
                </c:pt>
                <c:pt idx="3536">
                  <c:v>10:58</c:v>
                </c:pt>
                <c:pt idx="3537">
                  <c:v>10:58</c:v>
                </c:pt>
                <c:pt idx="3538">
                  <c:v>10:58</c:v>
                </c:pt>
                <c:pt idx="3539">
                  <c:v>10:58</c:v>
                </c:pt>
                <c:pt idx="3540">
                  <c:v>10:59</c:v>
                </c:pt>
                <c:pt idx="3541">
                  <c:v>10:59</c:v>
                </c:pt>
                <c:pt idx="3542">
                  <c:v>10:59</c:v>
                </c:pt>
                <c:pt idx="3543">
                  <c:v>10:59</c:v>
                </c:pt>
                <c:pt idx="3544">
                  <c:v>10:59</c:v>
                </c:pt>
                <c:pt idx="3545">
                  <c:v>10:59</c:v>
                </c:pt>
                <c:pt idx="3546">
                  <c:v>10:59</c:v>
                </c:pt>
                <c:pt idx="3547">
                  <c:v>10:59</c:v>
                </c:pt>
                <c:pt idx="3548">
                  <c:v>10:59</c:v>
                </c:pt>
                <c:pt idx="3549">
                  <c:v>10:59</c:v>
                </c:pt>
                <c:pt idx="3550">
                  <c:v>10:59</c:v>
                </c:pt>
                <c:pt idx="3551">
                  <c:v>10:59</c:v>
                </c:pt>
                <c:pt idx="3552">
                  <c:v>10:59</c:v>
                </c:pt>
                <c:pt idx="3553">
                  <c:v>10:59</c:v>
                </c:pt>
                <c:pt idx="3554">
                  <c:v>10:59</c:v>
                </c:pt>
                <c:pt idx="3555">
                  <c:v>10:59</c:v>
                </c:pt>
                <c:pt idx="3556">
                  <c:v>10:59</c:v>
                </c:pt>
                <c:pt idx="3557">
                  <c:v>10:59</c:v>
                </c:pt>
                <c:pt idx="3558">
                  <c:v>10:59</c:v>
                </c:pt>
                <c:pt idx="3559">
                  <c:v>10:59</c:v>
                </c:pt>
                <c:pt idx="3560">
                  <c:v>10:59</c:v>
                </c:pt>
                <c:pt idx="3561">
                  <c:v>10:59</c:v>
                </c:pt>
                <c:pt idx="3562">
                  <c:v>10:59</c:v>
                </c:pt>
                <c:pt idx="3563">
                  <c:v>10:59</c:v>
                </c:pt>
                <c:pt idx="3564">
                  <c:v>10:59</c:v>
                </c:pt>
                <c:pt idx="3565">
                  <c:v>10:59</c:v>
                </c:pt>
                <c:pt idx="3566">
                  <c:v>10:59</c:v>
                </c:pt>
                <c:pt idx="3567">
                  <c:v>10:59</c:v>
                </c:pt>
                <c:pt idx="3568">
                  <c:v>10:59</c:v>
                </c:pt>
                <c:pt idx="3569">
                  <c:v>10:59</c:v>
                </c:pt>
                <c:pt idx="3570">
                  <c:v>11:00</c:v>
                </c:pt>
                <c:pt idx="3571">
                  <c:v>11:00</c:v>
                </c:pt>
                <c:pt idx="3572">
                  <c:v>11:00</c:v>
                </c:pt>
                <c:pt idx="3573">
                  <c:v>11:00</c:v>
                </c:pt>
                <c:pt idx="3574">
                  <c:v>11:00</c:v>
                </c:pt>
                <c:pt idx="3575">
                  <c:v>11:00</c:v>
                </c:pt>
                <c:pt idx="3576">
                  <c:v>11:00</c:v>
                </c:pt>
                <c:pt idx="3577">
                  <c:v>11:00</c:v>
                </c:pt>
                <c:pt idx="3578">
                  <c:v>11:00</c:v>
                </c:pt>
                <c:pt idx="3579">
                  <c:v>11:00</c:v>
                </c:pt>
                <c:pt idx="3580">
                  <c:v>11:00</c:v>
                </c:pt>
                <c:pt idx="3581">
                  <c:v>11:00</c:v>
                </c:pt>
                <c:pt idx="3582">
                  <c:v>11:00</c:v>
                </c:pt>
                <c:pt idx="3583">
                  <c:v>11:00</c:v>
                </c:pt>
                <c:pt idx="3584">
                  <c:v>11:00</c:v>
                </c:pt>
                <c:pt idx="3585">
                  <c:v>11:00</c:v>
                </c:pt>
                <c:pt idx="3586">
                  <c:v>11:00</c:v>
                </c:pt>
                <c:pt idx="3587">
                  <c:v>11:00</c:v>
                </c:pt>
                <c:pt idx="3588">
                  <c:v>11:00</c:v>
                </c:pt>
                <c:pt idx="3589">
                  <c:v>11:00</c:v>
                </c:pt>
                <c:pt idx="3590">
                  <c:v>11:00</c:v>
                </c:pt>
                <c:pt idx="3591">
                  <c:v>11:00</c:v>
                </c:pt>
                <c:pt idx="3592">
                  <c:v>11:00</c:v>
                </c:pt>
                <c:pt idx="3593">
                  <c:v>11:00</c:v>
                </c:pt>
                <c:pt idx="3594">
                  <c:v>11:00</c:v>
                </c:pt>
                <c:pt idx="3595">
                  <c:v>11:00</c:v>
                </c:pt>
                <c:pt idx="3596">
                  <c:v>11:00</c:v>
                </c:pt>
                <c:pt idx="3597">
                  <c:v>11:00</c:v>
                </c:pt>
                <c:pt idx="3598">
                  <c:v>11:00</c:v>
                </c:pt>
                <c:pt idx="3599">
                  <c:v>11:00</c:v>
                </c:pt>
                <c:pt idx="3600">
                  <c:v>11:01</c:v>
                </c:pt>
                <c:pt idx="3601">
                  <c:v>11:01</c:v>
                </c:pt>
                <c:pt idx="3602">
                  <c:v>11:01</c:v>
                </c:pt>
                <c:pt idx="3603">
                  <c:v>11:01</c:v>
                </c:pt>
                <c:pt idx="3604">
                  <c:v>11:01</c:v>
                </c:pt>
                <c:pt idx="3605">
                  <c:v>11:01</c:v>
                </c:pt>
                <c:pt idx="3606">
                  <c:v>11:01</c:v>
                </c:pt>
                <c:pt idx="3607">
                  <c:v>11:01</c:v>
                </c:pt>
                <c:pt idx="3608">
                  <c:v>11:01</c:v>
                </c:pt>
                <c:pt idx="3609">
                  <c:v>11:01</c:v>
                </c:pt>
                <c:pt idx="3610">
                  <c:v>11:01</c:v>
                </c:pt>
                <c:pt idx="3611">
                  <c:v>11:01</c:v>
                </c:pt>
                <c:pt idx="3612">
                  <c:v>11:01</c:v>
                </c:pt>
                <c:pt idx="3613">
                  <c:v>11:01</c:v>
                </c:pt>
                <c:pt idx="3614">
                  <c:v>11:01</c:v>
                </c:pt>
                <c:pt idx="3615">
                  <c:v>11:01</c:v>
                </c:pt>
                <c:pt idx="3616">
                  <c:v>11:01</c:v>
                </c:pt>
                <c:pt idx="3617">
                  <c:v>11:01</c:v>
                </c:pt>
                <c:pt idx="3618">
                  <c:v>11:01</c:v>
                </c:pt>
                <c:pt idx="3619">
                  <c:v>11:01</c:v>
                </c:pt>
                <c:pt idx="3620">
                  <c:v>11:01</c:v>
                </c:pt>
                <c:pt idx="3621">
                  <c:v>11:01</c:v>
                </c:pt>
                <c:pt idx="3622">
                  <c:v>11:01</c:v>
                </c:pt>
                <c:pt idx="3623">
                  <c:v>11:01</c:v>
                </c:pt>
                <c:pt idx="3624">
                  <c:v>11:01</c:v>
                </c:pt>
                <c:pt idx="3625">
                  <c:v>11:01</c:v>
                </c:pt>
                <c:pt idx="3626">
                  <c:v>11:01</c:v>
                </c:pt>
                <c:pt idx="3627">
                  <c:v>11:01</c:v>
                </c:pt>
                <c:pt idx="3628">
                  <c:v>11:01</c:v>
                </c:pt>
                <c:pt idx="3629">
                  <c:v>11:01</c:v>
                </c:pt>
                <c:pt idx="3630">
                  <c:v>11:02</c:v>
                </c:pt>
                <c:pt idx="3631">
                  <c:v>11:02</c:v>
                </c:pt>
                <c:pt idx="3632">
                  <c:v>11:02</c:v>
                </c:pt>
                <c:pt idx="3633">
                  <c:v>11:02</c:v>
                </c:pt>
                <c:pt idx="3634">
                  <c:v>11:02</c:v>
                </c:pt>
                <c:pt idx="3635">
                  <c:v>11:02</c:v>
                </c:pt>
                <c:pt idx="3636">
                  <c:v>11:02</c:v>
                </c:pt>
                <c:pt idx="3637">
                  <c:v>11:02</c:v>
                </c:pt>
                <c:pt idx="3638">
                  <c:v>11:02</c:v>
                </c:pt>
                <c:pt idx="3639">
                  <c:v>11:02</c:v>
                </c:pt>
                <c:pt idx="3640">
                  <c:v>11:02</c:v>
                </c:pt>
                <c:pt idx="3641">
                  <c:v>11:02</c:v>
                </c:pt>
                <c:pt idx="3642">
                  <c:v>11:02</c:v>
                </c:pt>
                <c:pt idx="3643">
                  <c:v>11:02</c:v>
                </c:pt>
                <c:pt idx="3644">
                  <c:v>11:02</c:v>
                </c:pt>
                <c:pt idx="3645">
                  <c:v>11:02</c:v>
                </c:pt>
                <c:pt idx="3646">
                  <c:v>11:02</c:v>
                </c:pt>
                <c:pt idx="3647">
                  <c:v>11:02</c:v>
                </c:pt>
                <c:pt idx="3648">
                  <c:v>11:02</c:v>
                </c:pt>
                <c:pt idx="3649">
                  <c:v>11:02</c:v>
                </c:pt>
                <c:pt idx="3650">
                  <c:v>11:02</c:v>
                </c:pt>
                <c:pt idx="3651">
                  <c:v>11:02</c:v>
                </c:pt>
                <c:pt idx="3652">
                  <c:v>11:02</c:v>
                </c:pt>
                <c:pt idx="3653">
                  <c:v>11:02</c:v>
                </c:pt>
                <c:pt idx="3654">
                  <c:v>11:02</c:v>
                </c:pt>
                <c:pt idx="3655">
                  <c:v>11:02</c:v>
                </c:pt>
                <c:pt idx="3656">
                  <c:v>11:02</c:v>
                </c:pt>
                <c:pt idx="3657">
                  <c:v>11:02</c:v>
                </c:pt>
                <c:pt idx="3658">
                  <c:v>11:02</c:v>
                </c:pt>
                <c:pt idx="3659">
                  <c:v>11:02</c:v>
                </c:pt>
                <c:pt idx="3660">
                  <c:v>11:03</c:v>
                </c:pt>
                <c:pt idx="3661">
                  <c:v>11:03</c:v>
                </c:pt>
                <c:pt idx="3662">
                  <c:v>11:03</c:v>
                </c:pt>
                <c:pt idx="3663">
                  <c:v>11:03</c:v>
                </c:pt>
                <c:pt idx="3664">
                  <c:v>11:03</c:v>
                </c:pt>
                <c:pt idx="3665">
                  <c:v>11:03</c:v>
                </c:pt>
                <c:pt idx="3666">
                  <c:v>11:03</c:v>
                </c:pt>
                <c:pt idx="3667">
                  <c:v>11:03</c:v>
                </c:pt>
                <c:pt idx="3668">
                  <c:v>11:03</c:v>
                </c:pt>
                <c:pt idx="3669">
                  <c:v>11:03</c:v>
                </c:pt>
                <c:pt idx="3670">
                  <c:v>11:03</c:v>
                </c:pt>
                <c:pt idx="3671">
                  <c:v>11:03</c:v>
                </c:pt>
                <c:pt idx="3672">
                  <c:v>11:03</c:v>
                </c:pt>
                <c:pt idx="3673">
                  <c:v>11:03</c:v>
                </c:pt>
                <c:pt idx="3674">
                  <c:v>11:03</c:v>
                </c:pt>
                <c:pt idx="3675">
                  <c:v>11:03</c:v>
                </c:pt>
                <c:pt idx="3676">
                  <c:v>11:03</c:v>
                </c:pt>
                <c:pt idx="3677">
                  <c:v>11:03</c:v>
                </c:pt>
                <c:pt idx="3678">
                  <c:v>11:03</c:v>
                </c:pt>
                <c:pt idx="3679">
                  <c:v>11:03</c:v>
                </c:pt>
                <c:pt idx="3680">
                  <c:v>11:03</c:v>
                </c:pt>
                <c:pt idx="3681">
                  <c:v>11:03</c:v>
                </c:pt>
                <c:pt idx="3682">
                  <c:v>11:03</c:v>
                </c:pt>
                <c:pt idx="3683">
                  <c:v>11:03</c:v>
                </c:pt>
                <c:pt idx="3684">
                  <c:v>11:03</c:v>
                </c:pt>
                <c:pt idx="3685">
                  <c:v>11:03</c:v>
                </c:pt>
                <c:pt idx="3686">
                  <c:v>11:03</c:v>
                </c:pt>
                <c:pt idx="3687">
                  <c:v>11:03</c:v>
                </c:pt>
                <c:pt idx="3688">
                  <c:v>11:03</c:v>
                </c:pt>
                <c:pt idx="3689">
                  <c:v>11:03</c:v>
                </c:pt>
                <c:pt idx="3690">
                  <c:v>11:04</c:v>
                </c:pt>
                <c:pt idx="3691">
                  <c:v>11:04</c:v>
                </c:pt>
                <c:pt idx="3692">
                  <c:v>11:04</c:v>
                </c:pt>
                <c:pt idx="3693">
                  <c:v>11:04</c:v>
                </c:pt>
                <c:pt idx="3694">
                  <c:v>11:04</c:v>
                </c:pt>
                <c:pt idx="3695">
                  <c:v>11:04</c:v>
                </c:pt>
                <c:pt idx="3696">
                  <c:v>11:04</c:v>
                </c:pt>
                <c:pt idx="3697">
                  <c:v>11:04</c:v>
                </c:pt>
                <c:pt idx="3698">
                  <c:v>11:04</c:v>
                </c:pt>
                <c:pt idx="3699">
                  <c:v>11:04</c:v>
                </c:pt>
                <c:pt idx="3700">
                  <c:v>11:04</c:v>
                </c:pt>
                <c:pt idx="3701">
                  <c:v>11:04</c:v>
                </c:pt>
                <c:pt idx="3702">
                  <c:v>11:04</c:v>
                </c:pt>
                <c:pt idx="3703">
                  <c:v>11:04</c:v>
                </c:pt>
                <c:pt idx="3704">
                  <c:v>11:04</c:v>
                </c:pt>
                <c:pt idx="3705">
                  <c:v>11:04</c:v>
                </c:pt>
                <c:pt idx="3706">
                  <c:v>11:04</c:v>
                </c:pt>
                <c:pt idx="3707">
                  <c:v>11:04</c:v>
                </c:pt>
                <c:pt idx="3708">
                  <c:v>11:04</c:v>
                </c:pt>
                <c:pt idx="3709">
                  <c:v>11:04</c:v>
                </c:pt>
                <c:pt idx="3710">
                  <c:v>11:04</c:v>
                </c:pt>
                <c:pt idx="3711">
                  <c:v>11:04</c:v>
                </c:pt>
                <c:pt idx="3712">
                  <c:v>11:04</c:v>
                </c:pt>
                <c:pt idx="3713">
                  <c:v>11:04</c:v>
                </c:pt>
                <c:pt idx="3714">
                  <c:v>11:04</c:v>
                </c:pt>
                <c:pt idx="3715">
                  <c:v>11:04</c:v>
                </c:pt>
                <c:pt idx="3716">
                  <c:v>11:04</c:v>
                </c:pt>
                <c:pt idx="3717">
                  <c:v>11:04</c:v>
                </c:pt>
                <c:pt idx="3718">
                  <c:v>11:04</c:v>
                </c:pt>
                <c:pt idx="3719">
                  <c:v>11:04</c:v>
                </c:pt>
                <c:pt idx="3720">
                  <c:v>11:05</c:v>
                </c:pt>
                <c:pt idx="3721">
                  <c:v>11:05</c:v>
                </c:pt>
                <c:pt idx="3722">
                  <c:v>11:05</c:v>
                </c:pt>
                <c:pt idx="3723">
                  <c:v>11:05</c:v>
                </c:pt>
                <c:pt idx="3724">
                  <c:v>11:05</c:v>
                </c:pt>
                <c:pt idx="3725">
                  <c:v>11:05</c:v>
                </c:pt>
                <c:pt idx="3726">
                  <c:v>11:05</c:v>
                </c:pt>
                <c:pt idx="3727">
                  <c:v>11:05</c:v>
                </c:pt>
                <c:pt idx="3728">
                  <c:v>11:05</c:v>
                </c:pt>
                <c:pt idx="3729">
                  <c:v>11:05</c:v>
                </c:pt>
                <c:pt idx="3730">
                  <c:v>11:05</c:v>
                </c:pt>
                <c:pt idx="3731">
                  <c:v>11:05</c:v>
                </c:pt>
                <c:pt idx="3732">
                  <c:v>11:05</c:v>
                </c:pt>
                <c:pt idx="3733">
                  <c:v>11:05</c:v>
                </c:pt>
                <c:pt idx="3734">
                  <c:v>11:05</c:v>
                </c:pt>
                <c:pt idx="3735">
                  <c:v>11:05</c:v>
                </c:pt>
                <c:pt idx="3736">
                  <c:v>11:05</c:v>
                </c:pt>
                <c:pt idx="3737">
                  <c:v>11:05</c:v>
                </c:pt>
                <c:pt idx="3738">
                  <c:v>11:05</c:v>
                </c:pt>
                <c:pt idx="3739">
                  <c:v>11:05</c:v>
                </c:pt>
                <c:pt idx="3740">
                  <c:v>11:05</c:v>
                </c:pt>
                <c:pt idx="3741">
                  <c:v>11:05</c:v>
                </c:pt>
                <c:pt idx="3742">
                  <c:v>11:05</c:v>
                </c:pt>
                <c:pt idx="3743">
                  <c:v>11:05</c:v>
                </c:pt>
                <c:pt idx="3744">
                  <c:v>11:05</c:v>
                </c:pt>
                <c:pt idx="3745">
                  <c:v>11:05</c:v>
                </c:pt>
                <c:pt idx="3746">
                  <c:v>11:05</c:v>
                </c:pt>
                <c:pt idx="3747">
                  <c:v>11:05</c:v>
                </c:pt>
                <c:pt idx="3748">
                  <c:v>11:05</c:v>
                </c:pt>
                <c:pt idx="3749">
                  <c:v>11:05</c:v>
                </c:pt>
                <c:pt idx="3750">
                  <c:v>11:06</c:v>
                </c:pt>
                <c:pt idx="3751">
                  <c:v>11:06</c:v>
                </c:pt>
                <c:pt idx="3752">
                  <c:v>11:06</c:v>
                </c:pt>
                <c:pt idx="3753">
                  <c:v>11:06</c:v>
                </c:pt>
                <c:pt idx="3754">
                  <c:v>11:06</c:v>
                </c:pt>
                <c:pt idx="3755">
                  <c:v>11:06</c:v>
                </c:pt>
                <c:pt idx="3756">
                  <c:v>11:06</c:v>
                </c:pt>
                <c:pt idx="3757">
                  <c:v>11:06</c:v>
                </c:pt>
                <c:pt idx="3758">
                  <c:v>11:06</c:v>
                </c:pt>
                <c:pt idx="3759">
                  <c:v>11:06</c:v>
                </c:pt>
                <c:pt idx="3760">
                  <c:v>11:06</c:v>
                </c:pt>
                <c:pt idx="3761">
                  <c:v>11:06</c:v>
                </c:pt>
                <c:pt idx="3762">
                  <c:v>11:06</c:v>
                </c:pt>
                <c:pt idx="3763">
                  <c:v>11:06</c:v>
                </c:pt>
                <c:pt idx="3764">
                  <c:v>11:06</c:v>
                </c:pt>
                <c:pt idx="3765">
                  <c:v>11:06</c:v>
                </c:pt>
                <c:pt idx="3766">
                  <c:v>11:06</c:v>
                </c:pt>
                <c:pt idx="3767">
                  <c:v>11:06</c:v>
                </c:pt>
                <c:pt idx="3768">
                  <c:v>11:06</c:v>
                </c:pt>
                <c:pt idx="3769">
                  <c:v>11:06</c:v>
                </c:pt>
                <c:pt idx="3770">
                  <c:v>11:06</c:v>
                </c:pt>
                <c:pt idx="3771">
                  <c:v>11:06</c:v>
                </c:pt>
                <c:pt idx="3772">
                  <c:v>11:06</c:v>
                </c:pt>
                <c:pt idx="3773">
                  <c:v>11:06</c:v>
                </c:pt>
                <c:pt idx="3774">
                  <c:v>11:06</c:v>
                </c:pt>
                <c:pt idx="3775">
                  <c:v>11:06</c:v>
                </c:pt>
                <c:pt idx="3776">
                  <c:v>11:06</c:v>
                </c:pt>
                <c:pt idx="3777">
                  <c:v>11:06</c:v>
                </c:pt>
                <c:pt idx="3778">
                  <c:v>11:06</c:v>
                </c:pt>
                <c:pt idx="3779">
                  <c:v>11:06</c:v>
                </c:pt>
                <c:pt idx="3780">
                  <c:v>11:07</c:v>
                </c:pt>
                <c:pt idx="3781">
                  <c:v>11:07</c:v>
                </c:pt>
                <c:pt idx="3782">
                  <c:v>11:07</c:v>
                </c:pt>
                <c:pt idx="3783">
                  <c:v>11:07</c:v>
                </c:pt>
                <c:pt idx="3784">
                  <c:v>11:07</c:v>
                </c:pt>
                <c:pt idx="3785">
                  <c:v>11:07</c:v>
                </c:pt>
                <c:pt idx="3786">
                  <c:v>11:07</c:v>
                </c:pt>
                <c:pt idx="3787">
                  <c:v>11:07</c:v>
                </c:pt>
                <c:pt idx="3788">
                  <c:v>11:07</c:v>
                </c:pt>
                <c:pt idx="3789">
                  <c:v>11:07</c:v>
                </c:pt>
                <c:pt idx="3790">
                  <c:v>11:07</c:v>
                </c:pt>
                <c:pt idx="3791">
                  <c:v>11:07</c:v>
                </c:pt>
                <c:pt idx="3792">
                  <c:v>11:07</c:v>
                </c:pt>
                <c:pt idx="3793">
                  <c:v>11:07</c:v>
                </c:pt>
                <c:pt idx="3794">
                  <c:v>11:07</c:v>
                </c:pt>
                <c:pt idx="3795">
                  <c:v>11:07</c:v>
                </c:pt>
                <c:pt idx="3796">
                  <c:v>11:07</c:v>
                </c:pt>
                <c:pt idx="3797">
                  <c:v>11:07</c:v>
                </c:pt>
                <c:pt idx="3798">
                  <c:v>11:07</c:v>
                </c:pt>
                <c:pt idx="3799">
                  <c:v>11:07</c:v>
                </c:pt>
                <c:pt idx="3800">
                  <c:v>11:07</c:v>
                </c:pt>
                <c:pt idx="3801">
                  <c:v>11:07</c:v>
                </c:pt>
                <c:pt idx="3802">
                  <c:v>11:07</c:v>
                </c:pt>
                <c:pt idx="3803">
                  <c:v>11:07</c:v>
                </c:pt>
                <c:pt idx="3804">
                  <c:v>11:07</c:v>
                </c:pt>
                <c:pt idx="3805">
                  <c:v>11:07</c:v>
                </c:pt>
                <c:pt idx="3806">
                  <c:v>11:07</c:v>
                </c:pt>
                <c:pt idx="3807">
                  <c:v>11:07</c:v>
                </c:pt>
                <c:pt idx="3808">
                  <c:v>11:07</c:v>
                </c:pt>
                <c:pt idx="3809">
                  <c:v>11:07</c:v>
                </c:pt>
                <c:pt idx="3810">
                  <c:v>11:08</c:v>
                </c:pt>
                <c:pt idx="3811">
                  <c:v>11:08</c:v>
                </c:pt>
                <c:pt idx="3812">
                  <c:v>11:08</c:v>
                </c:pt>
                <c:pt idx="3813">
                  <c:v>11:08</c:v>
                </c:pt>
                <c:pt idx="3814">
                  <c:v>11:08</c:v>
                </c:pt>
                <c:pt idx="3815">
                  <c:v>11:08</c:v>
                </c:pt>
                <c:pt idx="3816">
                  <c:v>11:08</c:v>
                </c:pt>
                <c:pt idx="3817">
                  <c:v>11:08</c:v>
                </c:pt>
                <c:pt idx="3818">
                  <c:v>11:08</c:v>
                </c:pt>
                <c:pt idx="3819">
                  <c:v>11:08</c:v>
                </c:pt>
                <c:pt idx="3820">
                  <c:v>11:08</c:v>
                </c:pt>
                <c:pt idx="3821">
                  <c:v>11:08</c:v>
                </c:pt>
                <c:pt idx="3822">
                  <c:v>11:08</c:v>
                </c:pt>
                <c:pt idx="3823">
                  <c:v>11:08</c:v>
                </c:pt>
                <c:pt idx="3824">
                  <c:v>11:08</c:v>
                </c:pt>
                <c:pt idx="3825">
                  <c:v>11:08</c:v>
                </c:pt>
                <c:pt idx="3826">
                  <c:v>11:08</c:v>
                </c:pt>
                <c:pt idx="3827">
                  <c:v>11:08</c:v>
                </c:pt>
                <c:pt idx="3828">
                  <c:v>11:08</c:v>
                </c:pt>
                <c:pt idx="3829">
                  <c:v>11:08</c:v>
                </c:pt>
                <c:pt idx="3830">
                  <c:v>11:08</c:v>
                </c:pt>
                <c:pt idx="3831">
                  <c:v>11:08</c:v>
                </c:pt>
                <c:pt idx="3832">
                  <c:v>11:08</c:v>
                </c:pt>
                <c:pt idx="3833">
                  <c:v>11:08</c:v>
                </c:pt>
                <c:pt idx="3834">
                  <c:v>11:08</c:v>
                </c:pt>
                <c:pt idx="3835">
                  <c:v>11:08</c:v>
                </c:pt>
                <c:pt idx="3836">
                  <c:v>11:08</c:v>
                </c:pt>
                <c:pt idx="3837">
                  <c:v>11:08</c:v>
                </c:pt>
                <c:pt idx="3838">
                  <c:v>11:08</c:v>
                </c:pt>
                <c:pt idx="3839">
                  <c:v>11:08</c:v>
                </c:pt>
                <c:pt idx="3840">
                  <c:v>11:09</c:v>
                </c:pt>
                <c:pt idx="3841">
                  <c:v>11:09</c:v>
                </c:pt>
                <c:pt idx="3842">
                  <c:v>11:09</c:v>
                </c:pt>
                <c:pt idx="3843">
                  <c:v>11:09</c:v>
                </c:pt>
                <c:pt idx="3844">
                  <c:v>11:09</c:v>
                </c:pt>
                <c:pt idx="3845">
                  <c:v>11:09</c:v>
                </c:pt>
                <c:pt idx="3846">
                  <c:v>11:09</c:v>
                </c:pt>
                <c:pt idx="3847">
                  <c:v>11:09</c:v>
                </c:pt>
                <c:pt idx="3848">
                  <c:v>11:09</c:v>
                </c:pt>
                <c:pt idx="3849">
                  <c:v>11:09</c:v>
                </c:pt>
                <c:pt idx="3850">
                  <c:v>11:09</c:v>
                </c:pt>
                <c:pt idx="3851">
                  <c:v>11:09</c:v>
                </c:pt>
                <c:pt idx="3852">
                  <c:v>11:09</c:v>
                </c:pt>
                <c:pt idx="3853">
                  <c:v>11:09</c:v>
                </c:pt>
                <c:pt idx="3854">
                  <c:v>11:09</c:v>
                </c:pt>
                <c:pt idx="3855">
                  <c:v>11:09</c:v>
                </c:pt>
                <c:pt idx="3856">
                  <c:v>11:09</c:v>
                </c:pt>
                <c:pt idx="3857">
                  <c:v>11:09</c:v>
                </c:pt>
                <c:pt idx="3858">
                  <c:v>11:09</c:v>
                </c:pt>
                <c:pt idx="3859">
                  <c:v>11:09</c:v>
                </c:pt>
                <c:pt idx="3860">
                  <c:v>11:09</c:v>
                </c:pt>
                <c:pt idx="3861">
                  <c:v>11:09</c:v>
                </c:pt>
                <c:pt idx="3862">
                  <c:v>11:09</c:v>
                </c:pt>
                <c:pt idx="3863">
                  <c:v>11:09</c:v>
                </c:pt>
                <c:pt idx="3864">
                  <c:v>11:09</c:v>
                </c:pt>
                <c:pt idx="3865">
                  <c:v>11:09</c:v>
                </c:pt>
                <c:pt idx="3866">
                  <c:v>11:09</c:v>
                </c:pt>
                <c:pt idx="3867">
                  <c:v>11:09</c:v>
                </c:pt>
                <c:pt idx="3868">
                  <c:v>11:09</c:v>
                </c:pt>
                <c:pt idx="3869">
                  <c:v>11:09</c:v>
                </c:pt>
                <c:pt idx="3870">
                  <c:v>11:10</c:v>
                </c:pt>
                <c:pt idx="3871">
                  <c:v>11:10</c:v>
                </c:pt>
                <c:pt idx="3872">
                  <c:v>11:10</c:v>
                </c:pt>
                <c:pt idx="3873">
                  <c:v>11:10</c:v>
                </c:pt>
                <c:pt idx="3874">
                  <c:v>11:10</c:v>
                </c:pt>
                <c:pt idx="3875">
                  <c:v>11:10</c:v>
                </c:pt>
                <c:pt idx="3876">
                  <c:v>11:10</c:v>
                </c:pt>
                <c:pt idx="3877">
                  <c:v>11:10</c:v>
                </c:pt>
                <c:pt idx="3878">
                  <c:v>11:10</c:v>
                </c:pt>
                <c:pt idx="3879">
                  <c:v>11:10</c:v>
                </c:pt>
                <c:pt idx="3880">
                  <c:v>11:10</c:v>
                </c:pt>
                <c:pt idx="3881">
                  <c:v>11:10</c:v>
                </c:pt>
                <c:pt idx="3882">
                  <c:v>11:10</c:v>
                </c:pt>
                <c:pt idx="3883">
                  <c:v>11:10</c:v>
                </c:pt>
                <c:pt idx="3884">
                  <c:v>11:10</c:v>
                </c:pt>
                <c:pt idx="3885">
                  <c:v>11:10</c:v>
                </c:pt>
                <c:pt idx="3886">
                  <c:v>11:10</c:v>
                </c:pt>
                <c:pt idx="3887">
                  <c:v>11:10</c:v>
                </c:pt>
                <c:pt idx="3888">
                  <c:v>11:10</c:v>
                </c:pt>
                <c:pt idx="3889">
                  <c:v>11:10</c:v>
                </c:pt>
                <c:pt idx="3890">
                  <c:v>11:10</c:v>
                </c:pt>
                <c:pt idx="3891">
                  <c:v>11:10</c:v>
                </c:pt>
                <c:pt idx="3892">
                  <c:v>11:10</c:v>
                </c:pt>
                <c:pt idx="3893">
                  <c:v>11:10</c:v>
                </c:pt>
                <c:pt idx="3894">
                  <c:v>11:10</c:v>
                </c:pt>
                <c:pt idx="3895">
                  <c:v>11:10</c:v>
                </c:pt>
                <c:pt idx="3896">
                  <c:v>11:10</c:v>
                </c:pt>
                <c:pt idx="3897">
                  <c:v>11:10</c:v>
                </c:pt>
                <c:pt idx="3898">
                  <c:v>11:10</c:v>
                </c:pt>
                <c:pt idx="3899">
                  <c:v>11:10</c:v>
                </c:pt>
                <c:pt idx="3900">
                  <c:v>11:11</c:v>
                </c:pt>
                <c:pt idx="3901">
                  <c:v>11:11</c:v>
                </c:pt>
                <c:pt idx="3902">
                  <c:v>11:11</c:v>
                </c:pt>
                <c:pt idx="3903">
                  <c:v>11:11</c:v>
                </c:pt>
                <c:pt idx="3904">
                  <c:v>11:11</c:v>
                </c:pt>
                <c:pt idx="3905">
                  <c:v>11:11</c:v>
                </c:pt>
                <c:pt idx="3906">
                  <c:v>11:11</c:v>
                </c:pt>
                <c:pt idx="3907">
                  <c:v>11:11</c:v>
                </c:pt>
                <c:pt idx="3908">
                  <c:v>11:11</c:v>
                </c:pt>
                <c:pt idx="3909">
                  <c:v>11:11</c:v>
                </c:pt>
                <c:pt idx="3910">
                  <c:v>11:11</c:v>
                </c:pt>
                <c:pt idx="3911">
                  <c:v>11:11</c:v>
                </c:pt>
                <c:pt idx="3912">
                  <c:v>11:11</c:v>
                </c:pt>
                <c:pt idx="3913">
                  <c:v>11:11</c:v>
                </c:pt>
                <c:pt idx="3914">
                  <c:v>11:11</c:v>
                </c:pt>
                <c:pt idx="3915">
                  <c:v>11:11</c:v>
                </c:pt>
                <c:pt idx="3916">
                  <c:v>11:11</c:v>
                </c:pt>
                <c:pt idx="3917">
                  <c:v>11:11</c:v>
                </c:pt>
                <c:pt idx="3918">
                  <c:v>11:11</c:v>
                </c:pt>
                <c:pt idx="3919">
                  <c:v>11:11</c:v>
                </c:pt>
                <c:pt idx="3920">
                  <c:v>11:11</c:v>
                </c:pt>
                <c:pt idx="3921">
                  <c:v>11:11</c:v>
                </c:pt>
                <c:pt idx="3922">
                  <c:v>11:11</c:v>
                </c:pt>
                <c:pt idx="3923">
                  <c:v>11:11</c:v>
                </c:pt>
                <c:pt idx="3924">
                  <c:v>11:11</c:v>
                </c:pt>
                <c:pt idx="3925">
                  <c:v>11:11</c:v>
                </c:pt>
                <c:pt idx="3926">
                  <c:v>11:11</c:v>
                </c:pt>
                <c:pt idx="3927">
                  <c:v>11:11</c:v>
                </c:pt>
                <c:pt idx="3928">
                  <c:v>11:11</c:v>
                </c:pt>
                <c:pt idx="3929">
                  <c:v>11:11</c:v>
                </c:pt>
                <c:pt idx="3930">
                  <c:v>11:12</c:v>
                </c:pt>
                <c:pt idx="3931">
                  <c:v>11:12</c:v>
                </c:pt>
                <c:pt idx="3932">
                  <c:v>11:12</c:v>
                </c:pt>
                <c:pt idx="3933">
                  <c:v>11:12</c:v>
                </c:pt>
                <c:pt idx="3934">
                  <c:v>11:12</c:v>
                </c:pt>
                <c:pt idx="3935">
                  <c:v>11:12</c:v>
                </c:pt>
                <c:pt idx="3936">
                  <c:v>11:12</c:v>
                </c:pt>
                <c:pt idx="3937">
                  <c:v>11:12</c:v>
                </c:pt>
                <c:pt idx="3938">
                  <c:v>11:12</c:v>
                </c:pt>
                <c:pt idx="3939">
                  <c:v>11:12</c:v>
                </c:pt>
                <c:pt idx="3940">
                  <c:v>11:12</c:v>
                </c:pt>
                <c:pt idx="3941">
                  <c:v>11:12</c:v>
                </c:pt>
                <c:pt idx="3942">
                  <c:v>11:12</c:v>
                </c:pt>
                <c:pt idx="3943">
                  <c:v>11:12</c:v>
                </c:pt>
                <c:pt idx="3944">
                  <c:v>11:12</c:v>
                </c:pt>
                <c:pt idx="3945">
                  <c:v>11:12</c:v>
                </c:pt>
                <c:pt idx="3946">
                  <c:v>11:12</c:v>
                </c:pt>
                <c:pt idx="3947">
                  <c:v>11:12</c:v>
                </c:pt>
                <c:pt idx="3948">
                  <c:v>11:12</c:v>
                </c:pt>
                <c:pt idx="3949">
                  <c:v>11:12</c:v>
                </c:pt>
                <c:pt idx="3950">
                  <c:v>11:12</c:v>
                </c:pt>
                <c:pt idx="3951">
                  <c:v>11:12</c:v>
                </c:pt>
                <c:pt idx="3952">
                  <c:v>11:12</c:v>
                </c:pt>
                <c:pt idx="3953">
                  <c:v>11:12</c:v>
                </c:pt>
                <c:pt idx="3954">
                  <c:v>11:12</c:v>
                </c:pt>
                <c:pt idx="3955">
                  <c:v>11:12</c:v>
                </c:pt>
                <c:pt idx="3956">
                  <c:v>11:12</c:v>
                </c:pt>
                <c:pt idx="3957">
                  <c:v>11:12</c:v>
                </c:pt>
                <c:pt idx="3958">
                  <c:v>11:12</c:v>
                </c:pt>
                <c:pt idx="3959">
                  <c:v>11:12</c:v>
                </c:pt>
                <c:pt idx="3960">
                  <c:v>11:13</c:v>
                </c:pt>
                <c:pt idx="3961">
                  <c:v>11:13</c:v>
                </c:pt>
                <c:pt idx="3962">
                  <c:v>11:13</c:v>
                </c:pt>
                <c:pt idx="3963">
                  <c:v>11:13</c:v>
                </c:pt>
                <c:pt idx="3964">
                  <c:v>11:13</c:v>
                </c:pt>
                <c:pt idx="3965">
                  <c:v>11:13</c:v>
                </c:pt>
                <c:pt idx="3966">
                  <c:v>11:13</c:v>
                </c:pt>
                <c:pt idx="3967">
                  <c:v>11:13</c:v>
                </c:pt>
                <c:pt idx="3968">
                  <c:v>11:13</c:v>
                </c:pt>
                <c:pt idx="3969">
                  <c:v>11:13</c:v>
                </c:pt>
                <c:pt idx="3970">
                  <c:v>11:13</c:v>
                </c:pt>
                <c:pt idx="3971">
                  <c:v>11:13</c:v>
                </c:pt>
                <c:pt idx="3972">
                  <c:v>11:13</c:v>
                </c:pt>
                <c:pt idx="3973">
                  <c:v>11:13</c:v>
                </c:pt>
                <c:pt idx="3974">
                  <c:v>11:13</c:v>
                </c:pt>
                <c:pt idx="3975">
                  <c:v>11:13</c:v>
                </c:pt>
                <c:pt idx="3976">
                  <c:v>11:13</c:v>
                </c:pt>
                <c:pt idx="3977">
                  <c:v>11:13</c:v>
                </c:pt>
                <c:pt idx="3978">
                  <c:v>11:13</c:v>
                </c:pt>
                <c:pt idx="3979">
                  <c:v>11:13</c:v>
                </c:pt>
                <c:pt idx="3980">
                  <c:v>11:13</c:v>
                </c:pt>
                <c:pt idx="3981">
                  <c:v>11:13</c:v>
                </c:pt>
                <c:pt idx="3982">
                  <c:v>11:13</c:v>
                </c:pt>
                <c:pt idx="3983">
                  <c:v>11:13</c:v>
                </c:pt>
                <c:pt idx="3984">
                  <c:v>11:13</c:v>
                </c:pt>
                <c:pt idx="3985">
                  <c:v>11:13</c:v>
                </c:pt>
                <c:pt idx="3986">
                  <c:v>11:13</c:v>
                </c:pt>
                <c:pt idx="3987">
                  <c:v>11:13</c:v>
                </c:pt>
                <c:pt idx="3988">
                  <c:v>11:13</c:v>
                </c:pt>
                <c:pt idx="3989">
                  <c:v>11:13</c:v>
                </c:pt>
                <c:pt idx="3990">
                  <c:v>11:14</c:v>
                </c:pt>
                <c:pt idx="3991">
                  <c:v>11:14</c:v>
                </c:pt>
                <c:pt idx="3992">
                  <c:v>11:14</c:v>
                </c:pt>
                <c:pt idx="3993">
                  <c:v>11:14</c:v>
                </c:pt>
                <c:pt idx="3994">
                  <c:v>11:14</c:v>
                </c:pt>
                <c:pt idx="3995">
                  <c:v>11:14</c:v>
                </c:pt>
                <c:pt idx="3996">
                  <c:v>11:14</c:v>
                </c:pt>
                <c:pt idx="3997">
                  <c:v>11:14</c:v>
                </c:pt>
                <c:pt idx="3998">
                  <c:v>11:14</c:v>
                </c:pt>
                <c:pt idx="3999">
                  <c:v>11:14</c:v>
                </c:pt>
                <c:pt idx="4000">
                  <c:v>11:14</c:v>
                </c:pt>
                <c:pt idx="4001">
                  <c:v>11:14</c:v>
                </c:pt>
                <c:pt idx="4002">
                  <c:v>11:14</c:v>
                </c:pt>
                <c:pt idx="4003">
                  <c:v>11:14</c:v>
                </c:pt>
                <c:pt idx="4004">
                  <c:v>11:14</c:v>
                </c:pt>
                <c:pt idx="4005">
                  <c:v>11:14</c:v>
                </c:pt>
                <c:pt idx="4006">
                  <c:v>11:14</c:v>
                </c:pt>
                <c:pt idx="4007">
                  <c:v>11:14</c:v>
                </c:pt>
                <c:pt idx="4008">
                  <c:v>11:14</c:v>
                </c:pt>
                <c:pt idx="4009">
                  <c:v>11:14</c:v>
                </c:pt>
                <c:pt idx="4010">
                  <c:v>11:14</c:v>
                </c:pt>
                <c:pt idx="4011">
                  <c:v>11:14</c:v>
                </c:pt>
                <c:pt idx="4012">
                  <c:v>11:14</c:v>
                </c:pt>
                <c:pt idx="4013">
                  <c:v>11:14</c:v>
                </c:pt>
                <c:pt idx="4014">
                  <c:v>11:14</c:v>
                </c:pt>
                <c:pt idx="4015">
                  <c:v>11:14</c:v>
                </c:pt>
                <c:pt idx="4016">
                  <c:v>11:14</c:v>
                </c:pt>
                <c:pt idx="4017">
                  <c:v>11:14</c:v>
                </c:pt>
                <c:pt idx="4018">
                  <c:v>11:14</c:v>
                </c:pt>
                <c:pt idx="4019">
                  <c:v>11:14</c:v>
                </c:pt>
                <c:pt idx="4020">
                  <c:v>11:15</c:v>
                </c:pt>
                <c:pt idx="4021">
                  <c:v>11:15</c:v>
                </c:pt>
                <c:pt idx="4022">
                  <c:v>11:15</c:v>
                </c:pt>
                <c:pt idx="4023">
                  <c:v>11:15</c:v>
                </c:pt>
                <c:pt idx="4024">
                  <c:v>11:15</c:v>
                </c:pt>
                <c:pt idx="4025">
                  <c:v>11:15</c:v>
                </c:pt>
                <c:pt idx="4026">
                  <c:v>11:15</c:v>
                </c:pt>
                <c:pt idx="4027">
                  <c:v>11:15</c:v>
                </c:pt>
                <c:pt idx="4028">
                  <c:v>11:15</c:v>
                </c:pt>
                <c:pt idx="4029">
                  <c:v>11:15</c:v>
                </c:pt>
                <c:pt idx="4030">
                  <c:v>11:15</c:v>
                </c:pt>
                <c:pt idx="4031">
                  <c:v>11:15</c:v>
                </c:pt>
                <c:pt idx="4032">
                  <c:v>11:15</c:v>
                </c:pt>
                <c:pt idx="4033">
                  <c:v>11:15</c:v>
                </c:pt>
                <c:pt idx="4034">
                  <c:v>11:15</c:v>
                </c:pt>
                <c:pt idx="4035">
                  <c:v>11:15</c:v>
                </c:pt>
                <c:pt idx="4036">
                  <c:v>11:15</c:v>
                </c:pt>
                <c:pt idx="4037">
                  <c:v>11:15</c:v>
                </c:pt>
                <c:pt idx="4038">
                  <c:v>11:15</c:v>
                </c:pt>
                <c:pt idx="4039">
                  <c:v>11:15</c:v>
                </c:pt>
                <c:pt idx="4040">
                  <c:v>11:15</c:v>
                </c:pt>
                <c:pt idx="4041">
                  <c:v>11:15</c:v>
                </c:pt>
                <c:pt idx="4042">
                  <c:v>11:15</c:v>
                </c:pt>
                <c:pt idx="4043">
                  <c:v>11:15</c:v>
                </c:pt>
                <c:pt idx="4044">
                  <c:v>11:15</c:v>
                </c:pt>
                <c:pt idx="4045">
                  <c:v>11:15</c:v>
                </c:pt>
                <c:pt idx="4046">
                  <c:v>11:15</c:v>
                </c:pt>
                <c:pt idx="4047">
                  <c:v>11:15</c:v>
                </c:pt>
                <c:pt idx="4048">
                  <c:v>11:15</c:v>
                </c:pt>
                <c:pt idx="4049">
                  <c:v>11:15</c:v>
                </c:pt>
                <c:pt idx="4050">
                  <c:v>11:16</c:v>
                </c:pt>
                <c:pt idx="4051">
                  <c:v>11:16</c:v>
                </c:pt>
                <c:pt idx="4052">
                  <c:v>11:16</c:v>
                </c:pt>
                <c:pt idx="4053">
                  <c:v>11:16</c:v>
                </c:pt>
                <c:pt idx="4054">
                  <c:v>11:16</c:v>
                </c:pt>
                <c:pt idx="4055">
                  <c:v>11:16</c:v>
                </c:pt>
                <c:pt idx="4056">
                  <c:v>11:16</c:v>
                </c:pt>
                <c:pt idx="4057">
                  <c:v>11:16</c:v>
                </c:pt>
                <c:pt idx="4058">
                  <c:v>11:16</c:v>
                </c:pt>
                <c:pt idx="4059">
                  <c:v>11:16</c:v>
                </c:pt>
                <c:pt idx="4060">
                  <c:v>11:16</c:v>
                </c:pt>
                <c:pt idx="4061">
                  <c:v>11:16</c:v>
                </c:pt>
                <c:pt idx="4062">
                  <c:v>11:16</c:v>
                </c:pt>
                <c:pt idx="4063">
                  <c:v>11:16</c:v>
                </c:pt>
                <c:pt idx="4064">
                  <c:v>11:16</c:v>
                </c:pt>
                <c:pt idx="4065">
                  <c:v>11:16</c:v>
                </c:pt>
                <c:pt idx="4066">
                  <c:v>11:16</c:v>
                </c:pt>
                <c:pt idx="4067">
                  <c:v>11:16</c:v>
                </c:pt>
                <c:pt idx="4068">
                  <c:v>11:16</c:v>
                </c:pt>
                <c:pt idx="4069">
                  <c:v>11:16</c:v>
                </c:pt>
                <c:pt idx="4070">
                  <c:v>11:16</c:v>
                </c:pt>
                <c:pt idx="4071">
                  <c:v>11:16</c:v>
                </c:pt>
                <c:pt idx="4072">
                  <c:v>11:16</c:v>
                </c:pt>
                <c:pt idx="4073">
                  <c:v>11:16</c:v>
                </c:pt>
                <c:pt idx="4074">
                  <c:v>11:16</c:v>
                </c:pt>
                <c:pt idx="4075">
                  <c:v>11:16</c:v>
                </c:pt>
                <c:pt idx="4076">
                  <c:v>11:16</c:v>
                </c:pt>
                <c:pt idx="4077">
                  <c:v>11:16</c:v>
                </c:pt>
                <c:pt idx="4078">
                  <c:v>11:16</c:v>
                </c:pt>
                <c:pt idx="4079">
                  <c:v>11:16</c:v>
                </c:pt>
                <c:pt idx="4080">
                  <c:v>11:17</c:v>
                </c:pt>
                <c:pt idx="4081">
                  <c:v>11:17</c:v>
                </c:pt>
                <c:pt idx="4082">
                  <c:v>11:17</c:v>
                </c:pt>
                <c:pt idx="4083">
                  <c:v>11:17</c:v>
                </c:pt>
                <c:pt idx="4084">
                  <c:v>11:17</c:v>
                </c:pt>
                <c:pt idx="4085">
                  <c:v>11:17</c:v>
                </c:pt>
                <c:pt idx="4086">
                  <c:v>11:17</c:v>
                </c:pt>
                <c:pt idx="4087">
                  <c:v>11:17</c:v>
                </c:pt>
                <c:pt idx="4088">
                  <c:v>11:17</c:v>
                </c:pt>
                <c:pt idx="4089">
                  <c:v>11:17</c:v>
                </c:pt>
                <c:pt idx="4090">
                  <c:v>11:17</c:v>
                </c:pt>
                <c:pt idx="4091">
                  <c:v>11:17</c:v>
                </c:pt>
                <c:pt idx="4092">
                  <c:v>11:17</c:v>
                </c:pt>
                <c:pt idx="4093">
                  <c:v>11:17</c:v>
                </c:pt>
                <c:pt idx="4094">
                  <c:v>11:17</c:v>
                </c:pt>
                <c:pt idx="4095">
                  <c:v>11:17</c:v>
                </c:pt>
                <c:pt idx="4096">
                  <c:v>11:17</c:v>
                </c:pt>
                <c:pt idx="4097">
                  <c:v>11:17</c:v>
                </c:pt>
                <c:pt idx="4098">
                  <c:v>11:17</c:v>
                </c:pt>
                <c:pt idx="4099">
                  <c:v>11:17</c:v>
                </c:pt>
                <c:pt idx="4100">
                  <c:v>11:17</c:v>
                </c:pt>
                <c:pt idx="4101">
                  <c:v>11:17</c:v>
                </c:pt>
                <c:pt idx="4102">
                  <c:v>11:17</c:v>
                </c:pt>
                <c:pt idx="4103">
                  <c:v>11:17</c:v>
                </c:pt>
                <c:pt idx="4104">
                  <c:v>11:17</c:v>
                </c:pt>
                <c:pt idx="4105">
                  <c:v>11:17</c:v>
                </c:pt>
                <c:pt idx="4106">
                  <c:v>11:17</c:v>
                </c:pt>
                <c:pt idx="4107">
                  <c:v>11:17</c:v>
                </c:pt>
                <c:pt idx="4108">
                  <c:v>11:17</c:v>
                </c:pt>
                <c:pt idx="4109">
                  <c:v>11:17</c:v>
                </c:pt>
                <c:pt idx="4110">
                  <c:v>11:18</c:v>
                </c:pt>
                <c:pt idx="4111">
                  <c:v>11:18</c:v>
                </c:pt>
                <c:pt idx="4112">
                  <c:v>11:18</c:v>
                </c:pt>
                <c:pt idx="4113">
                  <c:v>11:18</c:v>
                </c:pt>
                <c:pt idx="4114">
                  <c:v>11:18</c:v>
                </c:pt>
                <c:pt idx="4115">
                  <c:v>11:18</c:v>
                </c:pt>
                <c:pt idx="4116">
                  <c:v>11:18</c:v>
                </c:pt>
                <c:pt idx="4117">
                  <c:v>11:18</c:v>
                </c:pt>
                <c:pt idx="4118">
                  <c:v>11:18</c:v>
                </c:pt>
                <c:pt idx="4119">
                  <c:v>11:18</c:v>
                </c:pt>
                <c:pt idx="4120">
                  <c:v>11:18</c:v>
                </c:pt>
                <c:pt idx="4121">
                  <c:v>11:18</c:v>
                </c:pt>
                <c:pt idx="4122">
                  <c:v>11:18</c:v>
                </c:pt>
                <c:pt idx="4123">
                  <c:v>11:18</c:v>
                </c:pt>
                <c:pt idx="4124">
                  <c:v>11:18</c:v>
                </c:pt>
                <c:pt idx="4125">
                  <c:v>11:18</c:v>
                </c:pt>
                <c:pt idx="4126">
                  <c:v>11:18</c:v>
                </c:pt>
                <c:pt idx="4127">
                  <c:v>11:18</c:v>
                </c:pt>
                <c:pt idx="4128">
                  <c:v>11:18</c:v>
                </c:pt>
                <c:pt idx="4129">
                  <c:v>11:18</c:v>
                </c:pt>
                <c:pt idx="4130">
                  <c:v>11:18</c:v>
                </c:pt>
                <c:pt idx="4131">
                  <c:v>11:18</c:v>
                </c:pt>
                <c:pt idx="4132">
                  <c:v>11:18</c:v>
                </c:pt>
                <c:pt idx="4133">
                  <c:v>11:18</c:v>
                </c:pt>
                <c:pt idx="4134">
                  <c:v>11:18</c:v>
                </c:pt>
                <c:pt idx="4135">
                  <c:v>11:18</c:v>
                </c:pt>
                <c:pt idx="4136">
                  <c:v>11:18</c:v>
                </c:pt>
                <c:pt idx="4137">
                  <c:v>11:18</c:v>
                </c:pt>
                <c:pt idx="4138">
                  <c:v>11:18</c:v>
                </c:pt>
                <c:pt idx="4139">
                  <c:v>11:18</c:v>
                </c:pt>
                <c:pt idx="4140">
                  <c:v>11:19</c:v>
                </c:pt>
                <c:pt idx="4141">
                  <c:v>11:19</c:v>
                </c:pt>
                <c:pt idx="4142">
                  <c:v>11:19</c:v>
                </c:pt>
                <c:pt idx="4143">
                  <c:v>11:19</c:v>
                </c:pt>
                <c:pt idx="4144">
                  <c:v>11:19</c:v>
                </c:pt>
                <c:pt idx="4145">
                  <c:v>11:19</c:v>
                </c:pt>
                <c:pt idx="4146">
                  <c:v>11:19</c:v>
                </c:pt>
                <c:pt idx="4147">
                  <c:v>11:19</c:v>
                </c:pt>
                <c:pt idx="4148">
                  <c:v>11:19</c:v>
                </c:pt>
                <c:pt idx="4149">
                  <c:v>11:19</c:v>
                </c:pt>
                <c:pt idx="4150">
                  <c:v>11:19</c:v>
                </c:pt>
                <c:pt idx="4151">
                  <c:v>11:19</c:v>
                </c:pt>
                <c:pt idx="4152">
                  <c:v>11:19</c:v>
                </c:pt>
                <c:pt idx="4153">
                  <c:v>11:19</c:v>
                </c:pt>
                <c:pt idx="4154">
                  <c:v>11:19</c:v>
                </c:pt>
                <c:pt idx="4155">
                  <c:v>11:19</c:v>
                </c:pt>
                <c:pt idx="4156">
                  <c:v>11:19</c:v>
                </c:pt>
                <c:pt idx="4157">
                  <c:v>11:19</c:v>
                </c:pt>
                <c:pt idx="4158">
                  <c:v>11:19</c:v>
                </c:pt>
                <c:pt idx="4159">
                  <c:v>11:19</c:v>
                </c:pt>
                <c:pt idx="4160">
                  <c:v>11:19</c:v>
                </c:pt>
                <c:pt idx="4161">
                  <c:v>11:19</c:v>
                </c:pt>
                <c:pt idx="4162">
                  <c:v>11:19</c:v>
                </c:pt>
                <c:pt idx="4163">
                  <c:v>11:19</c:v>
                </c:pt>
                <c:pt idx="4164">
                  <c:v>11:19</c:v>
                </c:pt>
                <c:pt idx="4165">
                  <c:v>11:19</c:v>
                </c:pt>
                <c:pt idx="4166">
                  <c:v>11:19</c:v>
                </c:pt>
                <c:pt idx="4167">
                  <c:v>11:19</c:v>
                </c:pt>
                <c:pt idx="4168">
                  <c:v>11:19</c:v>
                </c:pt>
                <c:pt idx="4169">
                  <c:v>11:19</c:v>
                </c:pt>
                <c:pt idx="4170">
                  <c:v>11:20</c:v>
                </c:pt>
                <c:pt idx="4171">
                  <c:v>11:20</c:v>
                </c:pt>
                <c:pt idx="4172">
                  <c:v>11:20</c:v>
                </c:pt>
                <c:pt idx="4173">
                  <c:v>11:20</c:v>
                </c:pt>
                <c:pt idx="4174">
                  <c:v>11:20</c:v>
                </c:pt>
                <c:pt idx="4175">
                  <c:v>11:20</c:v>
                </c:pt>
                <c:pt idx="4176">
                  <c:v>11:20</c:v>
                </c:pt>
                <c:pt idx="4177">
                  <c:v>11:20</c:v>
                </c:pt>
                <c:pt idx="4178">
                  <c:v>11:20</c:v>
                </c:pt>
                <c:pt idx="4179">
                  <c:v>11:20</c:v>
                </c:pt>
                <c:pt idx="4180">
                  <c:v>11:20</c:v>
                </c:pt>
                <c:pt idx="4181">
                  <c:v>11:20</c:v>
                </c:pt>
                <c:pt idx="4182">
                  <c:v>11:20</c:v>
                </c:pt>
                <c:pt idx="4183">
                  <c:v>11:20</c:v>
                </c:pt>
                <c:pt idx="4184">
                  <c:v>11:20</c:v>
                </c:pt>
                <c:pt idx="4185">
                  <c:v>11:20</c:v>
                </c:pt>
                <c:pt idx="4186">
                  <c:v>11:20</c:v>
                </c:pt>
                <c:pt idx="4187">
                  <c:v>11:20</c:v>
                </c:pt>
                <c:pt idx="4188">
                  <c:v>11:20</c:v>
                </c:pt>
                <c:pt idx="4189">
                  <c:v>11:20</c:v>
                </c:pt>
                <c:pt idx="4190">
                  <c:v>11:20</c:v>
                </c:pt>
                <c:pt idx="4191">
                  <c:v>11:20</c:v>
                </c:pt>
                <c:pt idx="4192">
                  <c:v>11:20</c:v>
                </c:pt>
                <c:pt idx="4193">
                  <c:v>11:20</c:v>
                </c:pt>
                <c:pt idx="4194">
                  <c:v>11:20</c:v>
                </c:pt>
                <c:pt idx="4195">
                  <c:v>11:20</c:v>
                </c:pt>
                <c:pt idx="4196">
                  <c:v>11:20</c:v>
                </c:pt>
                <c:pt idx="4197">
                  <c:v>11:20</c:v>
                </c:pt>
                <c:pt idx="4198">
                  <c:v>11:20</c:v>
                </c:pt>
                <c:pt idx="4199">
                  <c:v>11:20</c:v>
                </c:pt>
                <c:pt idx="4200">
                  <c:v>11:21</c:v>
                </c:pt>
                <c:pt idx="4201">
                  <c:v>11:21</c:v>
                </c:pt>
                <c:pt idx="4202">
                  <c:v>11:21</c:v>
                </c:pt>
                <c:pt idx="4203">
                  <c:v>11:21</c:v>
                </c:pt>
                <c:pt idx="4204">
                  <c:v>11:21</c:v>
                </c:pt>
                <c:pt idx="4205">
                  <c:v>11:21</c:v>
                </c:pt>
                <c:pt idx="4206">
                  <c:v>11:21</c:v>
                </c:pt>
                <c:pt idx="4207">
                  <c:v>11:21</c:v>
                </c:pt>
                <c:pt idx="4208">
                  <c:v>11:21</c:v>
                </c:pt>
                <c:pt idx="4209">
                  <c:v>11:21</c:v>
                </c:pt>
                <c:pt idx="4210">
                  <c:v>11:21</c:v>
                </c:pt>
                <c:pt idx="4211">
                  <c:v>11:21</c:v>
                </c:pt>
                <c:pt idx="4212">
                  <c:v>11:21</c:v>
                </c:pt>
                <c:pt idx="4213">
                  <c:v>11:21</c:v>
                </c:pt>
                <c:pt idx="4214">
                  <c:v>11:21</c:v>
                </c:pt>
                <c:pt idx="4215">
                  <c:v>11:21</c:v>
                </c:pt>
                <c:pt idx="4216">
                  <c:v>11:21</c:v>
                </c:pt>
                <c:pt idx="4217">
                  <c:v>11:21</c:v>
                </c:pt>
                <c:pt idx="4218">
                  <c:v>11:21</c:v>
                </c:pt>
                <c:pt idx="4219">
                  <c:v>11:21</c:v>
                </c:pt>
                <c:pt idx="4220">
                  <c:v>11:21</c:v>
                </c:pt>
                <c:pt idx="4221">
                  <c:v>11:21</c:v>
                </c:pt>
                <c:pt idx="4222">
                  <c:v>11:21</c:v>
                </c:pt>
                <c:pt idx="4223">
                  <c:v>11:21</c:v>
                </c:pt>
                <c:pt idx="4224">
                  <c:v>11:21</c:v>
                </c:pt>
                <c:pt idx="4225">
                  <c:v>11:21</c:v>
                </c:pt>
                <c:pt idx="4226">
                  <c:v>11:21</c:v>
                </c:pt>
                <c:pt idx="4227">
                  <c:v>11:21</c:v>
                </c:pt>
                <c:pt idx="4228">
                  <c:v>11:21</c:v>
                </c:pt>
                <c:pt idx="4229">
                  <c:v>11:21</c:v>
                </c:pt>
                <c:pt idx="4230">
                  <c:v>11:22</c:v>
                </c:pt>
                <c:pt idx="4231">
                  <c:v>11:22</c:v>
                </c:pt>
                <c:pt idx="4232">
                  <c:v>11:22</c:v>
                </c:pt>
                <c:pt idx="4233">
                  <c:v>11:22</c:v>
                </c:pt>
                <c:pt idx="4234">
                  <c:v>11:22</c:v>
                </c:pt>
                <c:pt idx="4235">
                  <c:v>11:22</c:v>
                </c:pt>
                <c:pt idx="4236">
                  <c:v>11:22</c:v>
                </c:pt>
                <c:pt idx="4237">
                  <c:v>11:22</c:v>
                </c:pt>
                <c:pt idx="4238">
                  <c:v>11:22</c:v>
                </c:pt>
                <c:pt idx="4239">
                  <c:v>11:22</c:v>
                </c:pt>
                <c:pt idx="4240">
                  <c:v>11:22</c:v>
                </c:pt>
                <c:pt idx="4241">
                  <c:v>11:22</c:v>
                </c:pt>
                <c:pt idx="4242">
                  <c:v>11:22</c:v>
                </c:pt>
                <c:pt idx="4243">
                  <c:v>11:22</c:v>
                </c:pt>
                <c:pt idx="4244">
                  <c:v>11:22</c:v>
                </c:pt>
                <c:pt idx="4245">
                  <c:v>11:22</c:v>
                </c:pt>
                <c:pt idx="4246">
                  <c:v>11:22</c:v>
                </c:pt>
                <c:pt idx="4247">
                  <c:v>11:22</c:v>
                </c:pt>
                <c:pt idx="4248">
                  <c:v>11:22</c:v>
                </c:pt>
                <c:pt idx="4249">
                  <c:v>11:22</c:v>
                </c:pt>
                <c:pt idx="4250">
                  <c:v>11:22</c:v>
                </c:pt>
                <c:pt idx="4251">
                  <c:v>11:22</c:v>
                </c:pt>
                <c:pt idx="4252">
                  <c:v>11:22</c:v>
                </c:pt>
                <c:pt idx="4253">
                  <c:v>11:22</c:v>
                </c:pt>
                <c:pt idx="4254">
                  <c:v>11:22</c:v>
                </c:pt>
                <c:pt idx="4255">
                  <c:v>11:22</c:v>
                </c:pt>
                <c:pt idx="4256">
                  <c:v>11:22</c:v>
                </c:pt>
                <c:pt idx="4257">
                  <c:v>11:22</c:v>
                </c:pt>
                <c:pt idx="4258">
                  <c:v>11:22</c:v>
                </c:pt>
                <c:pt idx="4259">
                  <c:v>11:22</c:v>
                </c:pt>
                <c:pt idx="4260">
                  <c:v>11:23</c:v>
                </c:pt>
                <c:pt idx="4261">
                  <c:v>11:23</c:v>
                </c:pt>
                <c:pt idx="4262">
                  <c:v>11:23</c:v>
                </c:pt>
                <c:pt idx="4263">
                  <c:v>11:23</c:v>
                </c:pt>
                <c:pt idx="4264">
                  <c:v>11:23</c:v>
                </c:pt>
                <c:pt idx="4265">
                  <c:v>11:23</c:v>
                </c:pt>
                <c:pt idx="4266">
                  <c:v>11:23</c:v>
                </c:pt>
                <c:pt idx="4267">
                  <c:v>11:23</c:v>
                </c:pt>
                <c:pt idx="4268">
                  <c:v>11:23</c:v>
                </c:pt>
                <c:pt idx="4269">
                  <c:v>11:23</c:v>
                </c:pt>
                <c:pt idx="4270">
                  <c:v>11:23</c:v>
                </c:pt>
                <c:pt idx="4271">
                  <c:v>11:23</c:v>
                </c:pt>
                <c:pt idx="4272">
                  <c:v>11:23</c:v>
                </c:pt>
                <c:pt idx="4273">
                  <c:v>11:23</c:v>
                </c:pt>
                <c:pt idx="4274">
                  <c:v>11:23</c:v>
                </c:pt>
                <c:pt idx="4275">
                  <c:v>11:23</c:v>
                </c:pt>
                <c:pt idx="4276">
                  <c:v>11:23</c:v>
                </c:pt>
                <c:pt idx="4277">
                  <c:v>11:23</c:v>
                </c:pt>
                <c:pt idx="4278">
                  <c:v>11:23</c:v>
                </c:pt>
                <c:pt idx="4279">
                  <c:v>11:23</c:v>
                </c:pt>
                <c:pt idx="4280">
                  <c:v>11:23</c:v>
                </c:pt>
                <c:pt idx="4281">
                  <c:v>11:23</c:v>
                </c:pt>
                <c:pt idx="4282">
                  <c:v>11:23</c:v>
                </c:pt>
                <c:pt idx="4283">
                  <c:v>11:23</c:v>
                </c:pt>
                <c:pt idx="4284">
                  <c:v>11:23</c:v>
                </c:pt>
                <c:pt idx="4285">
                  <c:v>11:23</c:v>
                </c:pt>
                <c:pt idx="4286">
                  <c:v>11:23</c:v>
                </c:pt>
                <c:pt idx="4287">
                  <c:v>11:23</c:v>
                </c:pt>
                <c:pt idx="4288">
                  <c:v>11:23</c:v>
                </c:pt>
                <c:pt idx="4289">
                  <c:v>11:23</c:v>
                </c:pt>
                <c:pt idx="4290">
                  <c:v>11:24</c:v>
                </c:pt>
                <c:pt idx="4291">
                  <c:v>11:24</c:v>
                </c:pt>
                <c:pt idx="4292">
                  <c:v>11:24</c:v>
                </c:pt>
                <c:pt idx="4293">
                  <c:v>11:24</c:v>
                </c:pt>
                <c:pt idx="4294">
                  <c:v>11:24</c:v>
                </c:pt>
                <c:pt idx="4295">
                  <c:v>11:24</c:v>
                </c:pt>
                <c:pt idx="4296">
                  <c:v>11:24</c:v>
                </c:pt>
                <c:pt idx="4297">
                  <c:v>11:24</c:v>
                </c:pt>
                <c:pt idx="4298">
                  <c:v>11:24</c:v>
                </c:pt>
                <c:pt idx="4299">
                  <c:v>11:24</c:v>
                </c:pt>
                <c:pt idx="4300">
                  <c:v>11:24</c:v>
                </c:pt>
                <c:pt idx="4301">
                  <c:v>11:24</c:v>
                </c:pt>
                <c:pt idx="4302">
                  <c:v>11:24</c:v>
                </c:pt>
                <c:pt idx="4303">
                  <c:v>11:24</c:v>
                </c:pt>
                <c:pt idx="4304">
                  <c:v>11:24</c:v>
                </c:pt>
                <c:pt idx="4305">
                  <c:v>11:24</c:v>
                </c:pt>
                <c:pt idx="4306">
                  <c:v>11:24</c:v>
                </c:pt>
                <c:pt idx="4307">
                  <c:v>11:24</c:v>
                </c:pt>
                <c:pt idx="4308">
                  <c:v>11:24</c:v>
                </c:pt>
                <c:pt idx="4309">
                  <c:v>11:24</c:v>
                </c:pt>
                <c:pt idx="4310">
                  <c:v>11:24</c:v>
                </c:pt>
                <c:pt idx="4311">
                  <c:v>11:24</c:v>
                </c:pt>
                <c:pt idx="4312">
                  <c:v>11:24</c:v>
                </c:pt>
                <c:pt idx="4313">
                  <c:v>11:24</c:v>
                </c:pt>
                <c:pt idx="4314">
                  <c:v>11:24</c:v>
                </c:pt>
                <c:pt idx="4315">
                  <c:v>11:24</c:v>
                </c:pt>
                <c:pt idx="4316">
                  <c:v>11:24</c:v>
                </c:pt>
                <c:pt idx="4317">
                  <c:v>11:24</c:v>
                </c:pt>
                <c:pt idx="4318">
                  <c:v>11:24</c:v>
                </c:pt>
                <c:pt idx="4319">
                  <c:v>11:24</c:v>
                </c:pt>
                <c:pt idx="4320">
                  <c:v>11:25</c:v>
                </c:pt>
                <c:pt idx="4321">
                  <c:v>11:25</c:v>
                </c:pt>
                <c:pt idx="4322">
                  <c:v>11:25</c:v>
                </c:pt>
                <c:pt idx="4323">
                  <c:v>11:25</c:v>
                </c:pt>
                <c:pt idx="4324">
                  <c:v>11:25</c:v>
                </c:pt>
                <c:pt idx="4325">
                  <c:v>11:25</c:v>
                </c:pt>
                <c:pt idx="4326">
                  <c:v>11:25</c:v>
                </c:pt>
                <c:pt idx="4327">
                  <c:v>11:25</c:v>
                </c:pt>
                <c:pt idx="4328">
                  <c:v>11:25</c:v>
                </c:pt>
                <c:pt idx="4329">
                  <c:v>11:25</c:v>
                </c:pt>
                <c:pt idx="4330">
                  <c:v>11:25</c:v>
                </c:pt>
                <c:pt idx="4331">
                  <c:v>11:25</c:v>
                </c:pt>
                <c:pt idx="4332">
                  <c:v>11:25</c:v>
                </c:pt>
                <c:pt idx="4333">
                  <c:v>11:25</c:v>
                </c:pt>
                <c:pt idx="4334">
                  <c:v>11:25</c:v>
                </c:pt>
                <c:pt idx="4335">
                  <c:v>11:25</c:v>
                </c:pt>
                <c:pt idx="4336">
                  <c:v>11:25</c:v>
                </c:pt>
                <c:pt idx="4337">
                  <c:v>11:25</c:v>
                </c:pt>
                <c:pt idx="4338">
                  <c:v>11:25</c:v>
                </c:pt>
                <c:pt idx="4339">
                  <c:v>11:25</c:v>
                </c:pt>
                <c:pt idx="4340">
                  <c:v>11:25</c:v>
                </c:pt>
                <c:pt idx="4341">
                  <c:v>11:25</c:v>
                </c:pt>
                <c:pt idx="4342">
                  <c:v>11:25</c:v>
                </c:pt>
                <c:pt idx="4343">
                  <c:v>11:25</c:v>
                </c:pt>
                <c:pt idx="4344">
                  <c:v>11:25</c:v>
                </c:pt>
                <c:pt idx="4345">
                  <c:v>11:25</c:v>
                </c:pt>
                <c:pt idx="4346">
                  <c:v>11:25</c:v>
                </c:pt>
                <c:pt idx="4347">
                  <c:v>11:25</c:v>
                </c:pt>
                <c:pt idx="4348">
                  <c:v>11:25</c:v>
                </c:pt>
                <c:pt idx="4349">
                  <c:v>11:25</c:v>
                </c:pt>
                <c:pt idx="4350">
                  <c:v>11:26</c:v>
                </c:pt>
                <c:pt idx="4351">
                  <c:v>11:26</c:v>
                </c:pt>
                <c:pt idx="4352">
                  <c:v>11:26</c:v>
                </c:pt>
                <c:pt idx="4353">
                  <c:v>11:26</c:v>
                </c:pt>
                <c:pt idx="4354">
                  <c:v>11:26</c:v>
                </c:pt>
                <c:pt idx="4355">
                  <c:v>11:26</c:v>
                </c:pt>
                <c:pt idx="4356">
                  <c:v>11:26</c:v>
                </c:pt>
                <c:pt idx="4357">
                  <c:v>11:26</c:v>
                </c:pt>
                <c:pt idx="4358">
                  <c:v>11:26</c:v>
                </c:pt>
                <c:pt idx="4359">
                  <c:v>11:26</c:v>
                </c:pt>
                <c:pt idx="4360">
                  <c:v>11:26</c:v>
                </c:pt>
                <c:pt idx="4361">
                  <c:v>11:26</c:v>
                </c:pt>
                <c:pt idx="4362">
                  <c:v>11:26</c:v>
                </c:pt>
                <c:pt idx="4363">
                  <c:v>11:26</c:v>
                </c:pt>
                <c:pt idx="4364">
                  <c:v>11:26</c:v>
                </c:pt>
                <c:pt idx="4365">
                  <c:v>11:26</c:v>
                </c:pt>
                <c:pt idx="4366">
                  <c:v>11:26</c:v>
                </c:pt>
                <c:pt idx="4367">
                  <c:v>11:26</c:v>
                </c:pt>
                <c:pt idx="4368">
                  <c:v>11:26</c:v>
                </c:pt>
                <c:pt idx="4369">
                  <c:v>11:26</c:v>
                </c:pt>
                <c:pt idx="4370">
                  <c:v>11:26</c:v>
                </c:pt>
                <c:pt idx="4371">
                  <c:v>11:26</c:v>
                </c:pt>
                <c:pt idx="4372">
                  <c:v>11:26</c:v>
                </c:pt>
                <c:pt idx="4373">
                  <c:v>11:26</c:v>
                </c:pt>
                <c:pt idx="4374">
                  <c:v>11:26</c:v>
                </c:pt>
                <c:pt idx="4375">
                  <c:v>11:26</c:v>
                </c:pt>
                <c:pt idx="4376">
                  <c:v>11:26</c:v>
                </c:pt>
                <c:pt idx="4377">
                  <c:v>11:26</c:v>
                </c:pt>
                <c:pt idx="4378">
                  <c:v>11:26</c:v>
                </c:pt>
                <c:pt idx="4379">
                  <c:v>11:26</c:v>
                </c:pt>
                <c:pt idx="4380">
                  <c:v>11:27</c:v>
                </c:pt>
                <c:pt idx="4381">
                  <c:v>11:27</c:v>
                </c:pt>
                <c:pt idx="4382">
                  <c:v>11:27</c:v>
                </c:pt>
                <c:pt idx="4383">
                  <c:v>11:27</c:v>
                </c:pt>
                <c:pt idx="4384">
                  <c:v>11:27</c:v>
                </c:pt>
                <c:pt idx="4385">
                  <c:v>11:27</c:v>
                </c:pt>
                <c:pt idx="4386">
                  <c:v>11:27</c:v>
                </c:pt>
                <c:pt idx="4387">
                  <c:v>11:27</c:v>
                </c:pt>
                <c:pt idx="4388">
                  <c:v>11:27</c:v>
                </c:pt>
                <c:pt idx="4389">
                  <c:v>11:27</c:v>
                </c:pt>
                <c:pt idx="4390">
                  <c:v>11:27</c:v>
                </c:pt>
                <c:pt idx="4391">
                  <c:v>11:27</c:v>
                </c:pt>
                <c:pt idx="4392">
                  <c:v>11:27</c:v>
                </c:pt>
                <c:pt idx="4393">
                  <c:v>11:27</c:v>
                </c:pt>
                <c:pt idx="4394">
                  <c:v>11:27</c:v>
                </c:pt>
                <c:pt idx="4395">
                  <c:v>11:27</c:v>
                </c:pt>
                <c:pt idx="4396">
                  <c:v>11:27</c:v>
                </c:pt>
                <c:pt idx="4397">
                  <c:v>11:27</c:v>
                </c:pt>
                <c:pt idx="4398">
                  <c:v>11:27</c:v>
                </c:pt>
                <c:pt idx="4399">
                  <c:v>11:27</c:v>
                </c:pt>
                <c:pt idx="4400">
                  <c:v>11:27</c:v>
                </c:pt>
                <c:pt idx="4401">
                  <c:v>11:27</c:v>
                </c:pt>
                <c:pt idx="4402">
                  <c:v>11:27</c:v>
                </c:pt>
                <c:pt idx="4403">
                  <c:v>11:27</c:v>
                </c:pt>
                <c:pt idx="4404">
                  <c:v>11:27</c:v>
                </c:pt>
                <c:pt idx="4405">
                  <c:v>11:27</c:v>
                </c:pt>
                <c:pt idx="4406">
                  <c:v>11:27</c:v>
                </c:pt>
                <c:pt idx="4407">
                  <c:v>11:27</c:v>
                </c:pt>
                <c:pt idx="4408">
                  <c:v>11:27</c:v>
                </c:pt>
                <c:pt idx="4409">
                  <c:v>11:27</c:v>
                </c:pt>
                <c:pt idx="4410">
                  <c:v>11:28</c:v>
                </c:pt>
                <c:pt idx="4411">
                  <c:v>11:28</c:v>
                </c:pt>
                <c:pt idx="4412">
                  <c:v>11:28</c:v>
                </c:pt>
                <c:pt idx="4413">
                  <c:v>11:28</c:v>
                </c:pt>
                <c:pt idx="4414">
                  <c:v>11:28</c:v>
                </c:pt>
                <c:pt idx="4415">
                  <c:v>11:28</c:v>
                </c:pt>
                <c:pt idx="4416">
                  <c:v>11:28</c:v>
                </c:pt>
                <c:pt idx="4417">
                  <c:v>11:28</c:v>
                </c:pt>
                <c:pt idx="4418">
                  <c:v>11:28</c:v>
                </c:pt>
                <c:pt idx="4419">
                  <c:v>11:28</c:v>
                </c:pt>
                <c:pt idx="4420">
                  <c:v>11:28</c:v>
                </c:pt>
                <c:pt idx="4421">
                  <c:v>11:28</c:v>
                </c:pt>
                <c:pt idx="4422">
                  <c:v>11:28</c:v>
                </c:pt>
                <c:pt idx="4423">
                  <c:v>11:28</c:v>
                </c:pt>
                <c:pt idx="4424">
                  <c:v>11:28</c:v>
                </c:pt>
                <c:pt idx="4425">
                  <c:v>11:28</c:v>
                </c:pt>
                <c:pt idx="4426">
                  <c:v>11:28</c:v>
                </c:pt>
                <c:pt idx="4427">
                  <c:v>11:28</c:v>
                </c:pt>
                <c:pt idx="4428">
                  <c:v>11:28</c:v>
                </c:pt>
                <c:pt idx="4429">
                  <c:v>11:28</c:v>
                </c:pt>
                <c:pt idx="4430">
                  <c:v>11:28</c:v>
                </c:pt>
                <c:pt idx="4431">
                  <c:v>11:28</c:v>
                </c:pt>
                <c:pt idx="4432">
                  <c:v>11:28</c:v>
                </c:pt>
                <c:pt idx="4433">
                  <c:v>11:28</c:v>
                </c:pt>
                <c:pt idx="4434">
                  <c:v>11:28</c:v>
                </c:pt>
                <c:pt idx="4435">
                  <c:v>11:28</c:v>
                </c:pt>
                <c:pt idx="4436">
                  <c:v>11:28</c:v>
                </c:pt>
                <c:pt idx="4437">
                  <c:v>11:28</c:v>
                </c:pt>
                <c:pt idx="4438">
                  <c:v>11:28</c:v>
                </c:pt>
                <c:pt idx="4439">
                  <c:v>11:28</c:v>
                </c:pt>
                <c:pt idx="4440">
                  <c:v>11:29</c:v>
                </c:pt>
                <c:pt idx="4441">
                  <c:v>11:29</c:v>
                </c:pt>
                <c:pt idx="4442">
                  <c:v>11:29</c:v>
                </c:pt>
                <c:pt idx="4443">
                  <c:v>11:29</c:v>
                </c:pt>
                <c:pt idx="4444">
                  <c:v>11:29</c:v>
                </c:pt>
                <c:pt idx="4445">
                  <c:v>11:29</c:v>
                </c:pt>
                <c:pt idx="4446">
                  <c:v>11:29</c:v>
                </c:pt>
                <c:pt idx="4447">
                  <c:v>11:29</c:v>
                </c:pt>
                <c:pt idx="4448">
                  <c:v>11:29</c:v>
                </c:pt>
                <c:pt idx="4449">
                  <c:v>11:29</c:v>
                </c:pt>
                <c:pt idx="4450">
                  <c:v>11:29</c:v>
                </c:pt>
                <c:pt idx="4451">
                  <c:v>11:29</c:v>
                </c:pt>
                <c:pt idx="4452">
                  <c:v>11:29</c:v>
                </c:pt>
                <c:pt idx="4453">
                  <c:v>11:29</c:v>
                </c:pt>
                <c:pt idx="4454">
                  <c:v>11:29</c:v>
                </c:pt>
                <c:pt idx="4455">
                  <c:v>11:29</c:v>
                </c:pt>
                <c:pt idx="4456">
                  <c:v>11:29</c:v>
                </c:pt>
                <c:pt idx="4457">
                  <c:v>11:29</c:v>
                </c:pt>
                <c:pt idx="4458">
                  <c:v>11:29</c:v>
                </c:pt>
                <c:pt idx="4459">
                  <c:v>11:29</c:v>
                </c:pt>
                <c:pt idx="4460">
                  <c:v>11:29</c:v>
                </c:pt>
                <c:pt idx="4461">
                  <c:v>11:29</c:v>
                </c:pt>
                <c:pt idx="4462">
                  <c:v>11:29</c:v>
                </c:pt>
                <c:pt idx="4463">
                  <c:v>11:29</c:v>
                </c:pt>
                <c:pt idx="4464">
                  <c:v>11:29</c:v>
                </c:pt>
                <c:pt idx="4465">
                  <c:v>11:29</c:v>
                </c:pt>
                <c:pt idx="4466">
                  <c:v>11:29</c:v>
                </c:pt>
                <c:pt idx="4467">
                  <c:v>11:29</c:v>
                </c:pt>
                <c:pt idx="4468">
                  <c:v>11:29</c:v>
                </c:pt>
                <c:pt idx="4469">
                  <c:v>11:29</c:v>
                </c:pt>
                <c:pt idx="4470">
                  <c:v>11:30</c:v>
                </c:pt>
                <c:pt idx="4471">
                  <c:v>11:30</c:v>
                </c:pt>
                <c:pt idx="4472">
                  <c:v>11:30</c:v>
                </c:pt>
                <c:pt idx="4473">
                  <c:v>11:30</c:v>
                </c:pt>
                <c:pt idx="4474">
                  <c:v>11:30</c:v>
                </c:pt>
                <c:pt idx="4475">
                  <c:v>11:30</c:v>
                </c:pt>
                <c:pt idx="4476">
                  <c:v>11:30</c:v>
                </c:pt>
                <c:pt idx="4477">
                  <c:v>11:30</c:v>
                </c:pt>
                <c:pt idx="4478">
                  <c:v>11:30</c:v>
                </c:pt>
                <c:pt idx="4479">
                  <c:v>11:30</c:v>
                </c:pt>
                <c:pt idx="4480">
                  <c:v>11:30</c:v>
                </c:pt>
                <c:pt idx="4481">
                  <c:v>11:30</c:v>
                </c:pt>
                <c:pt idx="4482">
                  <c:v>11:30</c:v>
                </c:pt>
                <c:pt idx="4483">
                  <c:v>11:30</c:v>
                </c:pt>
                <c:pt idx="4484">
                  <c:v>11:30</c:v>
                </c:pt>
                <c:pt idx="4485">
                  <c:v>11:30</c:v>
                </c:pt>
                <c:pt idx="4486">
                  <c:v>11:30</c:v>
                </c:pt>
                <c:pt idx="4487">
                  <c:v>11:30</c:v>
                </c:pt>
                <c:pt idx="4488">
                  <c:v>11:30</c:v>
                </c:pt>
                <c:pt idx="4489">
                  <c:v>11:30</c:v>
                </c:pt>
                <c:pt idx="4490">
                  <c:v>11:30</c:v>
                </c:pt>
                <c:pt idx="4491">
                  <c:v>11:30</c:v>
                </c:pt>
                <c:pt idx="4492">
                  <c:v>11:30</c:v>
                </c:pt>
                <c:pt idx="4493">
                  <c:v>11:30</c:v>
                </c:pt>
                <c:pt idx="4494">
                  <c:v>11:30</c:v>
                </c:pt>
                <c:pt idx="4495">
                  <c:v>11:30</c:v>
                </c:pt>
                <c:pt idx="4496">
                  <c:v>11:30</c:v>
                </c:pt>
                <c:pt idx="4497">
                  <c:v>11:30</c:v>
                </c:pt>
                <c:pt idx="4498">
                  <c:v>11:30</c:v>
                </c:pt>
                <c:pt idx="4499">
                  <c:v>11:30</c:v>
                </c:pt>
                <c:pt idx="4500">
                  <c:v>11:31</c:v>
                </c:pt>
                <c:pt idx="4501">
                  <c:v>11:31</c:v>
                </c:pt>
                <c:pt idx="4502">
                  <c:v>11:31</c:v>
                </c:pt>
                <c:pt idx="4503">
                  <c:v>11:31</c:v>
                </c:pt>
                <c:pt idx="4504">
                  <c:v>11:31</c:v>
                </c:pt>
                <c:pt idx="4505">
                  <c:v>11:31</c:v>
                </c:pt>
                <c:pt idx="4506">
                  <c:v>11:31</c:v>
                </c:pt>
                <c:pt idx="4507">
                  <c:v>11:31</c:v>
                </c:pt>
                <c:pt idx="4508">
                  <c:v>11:31</c:v>
                </c:pt>
                <c:pt idx="4509">
                  <c:v>11:31</c:v>
                </c:pt>
                <c:pt idx="4510">
                  <c:v>11:31</c:v>
                </c:pt>
                <c:pt idx="4511">
                  <c:v>11:31</c:v>
                </c:pt>
                <c:pt idx="4512">
                  <c:v>11:31</c:v>
                </c:pt>
                <c:pt idx="4513">
                  <c:v>11:31</c:v>
                </c:pt>
                <c:pt idx="4514">
                  <c:v>11:31</c:v>
                </c:pt>
                <c:pt idx="4515">
                  <c:v>11:31</c:v>
                </c:pt>
                <c:pt idx="4516">
                  <c:v>11:31</c:v>
                </c:pt>
                <c:pt idx="4517">
                  <c:v>11:31</c:v>
                </c:pt>
                <c:pt idx="4518">
                  <c:v>11:31</c:v>
                </c:pt>
                <c:pt idx="4519">
                  <c:v>11:31</c:v>
                </c:pt>
                <c:pt idx="4520">
                  <c:v>11:31</c:v>
                </c:pt>
                <c:pt idx="4521">
                  <c:v>11:31</c:v>
                </c:pt>
                <c:pt idx="4522">
                  <c:v>11:31</c:v>
                </c:pt>
                <c:pt idx="4523">
                  <c:v>11:31</c:v>
                </c:pt>
                <c:pt idx="4524">
                  <c:v>11:31</c:v>
                </c:pt>
                <c:pt idx="4525">
                  <c:v>11:31</c:v>
                </c:pt>
                <c:pt idx="4526">
                  <c:v>11:31</c:v>
                </c:pt>
                <c:pt idx="4527">
                  <c:v>11:31</c:v>
                </c:pt>
                <c:pt idx="4528">
                  <c:v>11:31</c:v>
                </c:pt>
                <c:pt idx="4529">
                  <c:v>11:31</c:v>
                </c:pt>
                <c:pt idx="4530">
                  <c:v>11:32</c:v>
                </c:pt>
                <c:pt idx="4531">
                  <c:v>11:32</c:v>
                </c:pt>
                <c:pt idx="4532">
                  <c:v>11:32</c:v>
                </c:pt>
                <c:pt idx="4533">
                  <c:v>11:32</c:v>
                </c:pt>
                <c:pt idx="4534">
                  <c:v>11:32</c:v>
                </c:pt>
                <c:pt idx="4535">
                  <c:v>11:32</c:v>
                </c:pt>
                <c:pt idx="4536">
                  <c:v>11:32</c:v>
                </c:pt>
                <c:pt idx="4537">
                  <c:v>11:32</c:v>
                </c:pt>
                <c:pt idx="4538">
                  <c:v>11:32</c:v>
                </c:pt>
                <c:pt idx="4539">
                  <c:v>11:32</c:v>
                </c:pt>
                <c:pt idx="4540">
                  <c:v>11:32</c:v>
                </c:pt>
                <c:pt idx="4541">
                  <c:v>11:32</c:v>
                </c:pt>
                <c:pt idx="4542">
                  <c:v>11:32</c:v>
                </c:pt>
                <c:pt idx="4543">
                  <c:v>11:32</c:v>
                </c:pt>
                <c:pt idx="4544">
                  <c:v>11:32</c:v>
                </c:pt>
                <c:pt idx="4545">
                  <c:v>11:32</c:v>
                </c:pt>
                <c:pt idx="4546">
                  <c:v>11:32</c:v>
                </c:pt>
                <c:pt idx="4547">
                  <c:v>11:32</c:v>
                </c:pt>
                <c:pt idx="4548">
                  <c:v>11:32</c:v>
                </c:pt>
                <c:pt idx="4549">
                  <c:v>11:32</c:v>
                </c:pt>
                <c:pt idx="4550">
                  <c:v>11:32</c:v>
                </c:pt>
                <c:pt idx="4551">
                  <c:v>11:32</c:v>
                </c:pt>
                <c:pt idx="4552">
                  <c:v>11:32</c:v>
                </c:pt>
                <c:pt idx="4553">
                  <c:v>11:32</c:v>
                </c:pt>
                <c:pt idx="4554">
                  <c:v>11:32</c:v>
                </c:pt>
                <c:pt idx="4555">
                  <c:v>11:32</c:v>
                </c:pt>
                <c:pt idx="4556">
                  <c:v>11:32</c:v>
                </c:pt>
                <c:pt idx="4557">
                  <c:v>11:32</c:v>
                </c:pt>
                <c:pt idx="4558">
                  <c:v>11:32</c:v>
                </c:pt>
                <c:pt idx="4559">
                  <c:v>11:32</c:v>
                </c:pt>
                <c:pt idx="4560">
                  <c:v>11:33</c:v>
                </c:pt>
                <c:pt idx="4561">
                  <c:v>11:33</c:v>
                </c:pt>
                <c:pt idx="4562">
                  <c:v>11:33</c:v>
                </c:pt>
                <c:pt idx="4563">
                  <c:v>11:33</c:v>
                </c:pt>
                <c:pt idx="4564">
                  <c:v>11:33</c:v>
                </c:pt>
                <c:pt idx="4565">
                  <c:v>11:33</c:v>
                </c:pt>
                <c:pt idx="4566">
                  <c:v>11:33</c:v>
                </c:pt>
                <c:pt idx="4567">
                  <c:v>11:33</c:v>
                </c:pt>
                <c:pt idx="4568">
                  <c:v>11:33</c:v>
                </c:pt>
                <c:pt idx="4569">
                  <c:v>11:33</c:v>
                </c:pt>
                <c:pt idx="4570">
                  <c:v>11:33</c:v>
                </c:pt>
                <c:pt idx="4571">
                  <c:v>11:33</c:v>
                </c:pt>
                <c:pt idx="4572">
                  <c:v>11:33</c:v>
                </c:pt>
                <c:pt idx="4573">
                  <c:v>11:33</c:v>
                </c:pt>
                <c:pt idx="4574">
                  <c:v>11:33</c:v>
                </c:pt>
                <c:pt idx="4575">
                  <c:v>11:33</c:v>
                </c:pt>
                <c:pt idx="4576">
                  <c:v>11:33</c:v>
                </c:pt>
                <c:pt idx="4577">
                  <c:v>11:33</c:v>
                </c:pt>
                <c:pt idx="4578">
                  <c:v>11:33</c:v>
                </c:pt>
                <c:pt idx="4579">
                  <c:v>11:33</c:v>
                </c:pt>
                <c:pt idx="4580">
                  <c:v>11:33</c:v>
                </c:pt>
                <c:pt idx="4581">
                  <c:v>11:33</c:v>
                </c:pt>
                <c:pt idx="4582">
                  <c:v>11:33</c:v>
                </c:pt>
                <c:pt idx="4583">
                  <c:v>11:33</c:v>
                </c:pt>
                <c:pt idx="4584">
                  <c:v>11:33</c:v>
                </c:pt>
                <c:pt idx="4585">
                  <c:v>11:33</c:v>
                </c:pt>
                <c:pt idx="4586">
                  <c:v>11:33</c:v>
                </c:pt>
                <c:pt idx="4587">
                  <c:v>11:33</c:v>
                </c:pt>
                <c:pt idx="4588">
                  <c:v>11:33</c:v>
                </c:pt>
                <c:pt idx="4589">
                  <c:v>11:33</c:v>
                </c:pt>
                <c:pt idx="4590">
                  <c:v>11:34</c:v>
                </c:pt>
                <c:pt idx="4591">
                  <c:v>11:34</c:v>
                </c:pt>
                <c:pt idx="4592">
                  <c:v>11:34</c:v>
                </c:pt>
                <c:pt idx="4593">
                  <c:v>11:34</c:v>
                </c:pt>
                <c:pt idx="4594">
                  <c:v>11:34</c:v>
                </c:pt>
                <c:pt idx="4595">
                  <c:v>11:34</c:v>
                </c:pt>
                <c:pt idx="4596">
                  <c:v>11:34</c:v>
                </c:pt>
                <c:pt idx="4597">
                  <c:v>11:34</c:v>
                </c:pt>
                <c:pt idx="4598">
                  <c:v>11:34</c:v>
                </c:pt>
                <c:pt idx="4599">
                  <c:v>11:34</c:v>
                </c:pt>
                <c:pt idx="4600">
                  <c:v>11:34</c:v>
                </c:pt>
                <c:pt idx="4601">
                  <c:v>11:34</c:v>
                </c:pt>
                <c:pt idx="4602">
                  <c:v>11:34</c:v>
                </c:pt>
                <c:pt idx="4603">
                  <c:v>11:34</c:v>
                </c:pt>
                <c:pt idx="4604">
                  <c:v>11:34</c:v>
                </c:pt>
                <c:pt idx="4605">
                  <c:v>11:34</c:v>
                </c:pt>
                <c:pt idx="4606">
                  <c:v>11:34</c:v>
                </c:pt>
                <c:pt idx="4607">
                  <c:v>11:34</c:v>
                </c:pt>
                <c:pt idx="4608">
                  <c:v>11:34</c:v>
                </c:pt>
                <c:pt idx="4609">
                  <c:v>11:34</c:v>
                </c:pt>
                <c:pt idx="4610">
                  <c:v>11:34</c:v>
                </c:pt>
                <c:pt idx="4611">
                  <c:v>11:34</c:v>
                </c:pt>
                <c:pt idx="4612">
                  <c:v>11:34</c:v>
                </c:pt>
                <c:pt idx="4613">
                  <c:v>11:34</c:v>
                </c:pt>
                <c:pt idx="4614">
                  <c:v>11:34</c:v>
                </c:pt>
                <c:pt idx="4615">
                  <c:v>11:34</c:v>
                </c:pt>
                <c:pt idx="4616">
                  <c:v>11:34</c:v>
                </c:pt>
                <c:pt idx="4617">
                  <c:v>11:34</c:v>
                </c:pt>
                <c:pt idx="4618">
                  <c:v>11:34</c:v>
                </c:pt>
                <c:pt idx="4619">
                  <c:v>11:34</c:v>
                </c:pt>
                <c:pt idx="4620">
                  <c:v>11:35</c:v>
                </c:pt>
                <c:pt idx="4621">
                  <c:v>11:35</c:v>
                </c:pt>
                <c:pt idx="4622">
                  <c:v>11:35</c:v>
                </c:pt>
                <c:pt idx="4623">
                  <c:v>11:35</c:v>
                </c:pt>
                <c:pt idx="4624">
                  <c:v>11:35</c:v>
                </c:pt>
                <c:pt idx="4625">
                  <c:v>11:35</c:v>
                </c:pt>
                <c:pt idx="4626">
                  <c:v>11:35</c:v>
                </c:pt>
                <c:pt idx="4627">
                  <c:v>11:35</c:v>
                </c:pt>
                <c:pt idx="4628">
                  <c:v>11:35</c:v>
                </c:pt>
                <c:pt idx="4629">
                  <c:v>11:35</c:v>
                </c:pt>
                <c:pt idx="4630">
                  <c:v>11:35</c:v>
                </c:pt>
                <c:pt idx="4631">
                  <c:v>11:35</c:v>
                </c:pt>
                <c:pt idx="4632">
                  <c:v>11:35</c:v>
                </c:pt>
                <c:pt idx="4633">
                  <c:v>11:35</c:v>
                </c:pt>
                <c:pt idx="4634">
                  <c:v>11:35</c:v>
                </c:pt>
                <c:pt idx="4635">
                  <c:v>11:35</c:v>
                </c:pt>
                <c:pt idx="4636">
                  <c:v>11:35</c:v>
                </c:pt>
                <c:pt idx="4637">
                  <c:v>11:35</c:v>
                </c:pt>
                <c:pt idx="4638">
                  <c:v>11:35</c:v>
                </c:pt>
                <c:pt idx="4639">
                  <c:v>11:35</c:v>
                </c:pt>
                <c:pt idx="4640">
                  <c:v>11:35</c:v>
                </c:pt>
                <c:pt idx="4641">
                  <c:v>11:35</c:v>
                </c:pt>
                <c:pt idx="4642">
                  <c:v>11:35</c:v>
                </c:pt>
                <c:pt idx="4643">
                  <c:v>11:35</c:v>
                </c:pt>
                <c:pt idx="4644">
                  <c:v>11:35</c:v>
                </c:pt>
                <c:pt idx="4645">
                  <c:v>11:35</c:v>
                </c:pt>
                <c:pt idx="4646">
                  <c:v>11:35</c:v>
                </c:pt>
                <c:pt idx="4647">
                  <c:v>11:35</c:v>
                </c:pt>
                <c:pt idx="4648">
                  <c:v>11:35</c:v>
                </c:pt>
                <c:pt idx="4649">
                  <c:v>11:35</c:v>
                </c:pt>
                <c:pt idx="4650">
                  <c:v>11:36</c:v>
                </c:pt>
                <c:pt idx="4651">
                  <c:v>11:36</c:v>
                </c:pt>
                <c:pt idx="4652">
                  <c:v>11:36</c:v>
                </c:pt>
                <c:pt idx="4653">
                  <c:v>11:36</c:v>
                </c:pt>
                <c:pt idx="4654">
                  <c:v>11:36</c:v>
                </c:pt>
                <c:pt idx="4655">
                  <c:v>11:36</c:v>
                </c:pt>
                <c:pt idx="4656">
                  <c:v>11:36</c:v>
                </c:pt>
                <c:pt idx="4657">
                  <c:v>11:36</c:v>
                </c:pt>
                <c:pt idx="4658">
                  <c:v>11:36</c:v>
                </c:pt>
                <c:pt idx="4659">
                  <c:v>11:36</c:v>
                </c:pt>
                <c:pt idx="4660">
                  <c:v>11:36</c:v>
                </c:pt>
                <c:pt idx="4661">
                  <c:v>11:36</c:v>
                </c:pt>
                <c:pt idx="4662">
                  <c:v>11:36</c:v>
                </c:pt>
                <c:pt idx="4663">
                  <c:v>11:36</c:v>
                </c:pt>
                <c:pt idx="4664">
                  <c:v>11:36</c:v>
                </c:pt>
                <c:pt idx="4665">
                  <c:v>11:36</c:v>
                </c:pt>
                <c:pt idx="4666">
                  <c:v>11:36</c:v>
                </c:pt>
                <c:pt idx="4667">
                  <c:v>11:36</c:v>
                </c:pt>
                <c:pt idx="4668">
                  <c:v>11:36</c:v>
                </c:pt>
                <c:pt idx="4669">
                  <c:v>11:36</c:v>
                </c:pt>
                <c:pt idx="4670">
                  <c:v>11:36</c:v>
                </c:pt>
                <c:pt idx="4671">
                  <c:v>11:36</c:v>
                </c:pt>
                <c:pt idx="4672">
                  <c:v>11:36</c:v>
                </c:pt>
                <c:pt idx="4673">
                  <c:v>11:36</c:v>
                </c:pt>
                <c:pt idx="4674">
                  <c:v>11:36</c:v>
                </c:pt>
                <c:pt idx="4675">
                  <c:v>11:36</c:v>
                </c:pt>
                <c:pt idx="4676">
                  <c:v>11:36</c:v>
                </c:pt>
                <c:pt idx="4677">
                  <c:v>11:36</c:v>
                </c:pt>
                <c:pt idx="4678">
                  <c:v>11:36</c:v>
                </c:pt>
                <c:pt idx="4679">
                  <c:v>11:36</c:v>
                </c:pt>
                <c:pt idx="4680">
                  <c:v>11:37</c:v>
                </c:pt>
                <c:pt idx="4681">
                  <c:v>11:37</c:v>
                </c:pt>
                <c:pt idx="4682">
                  <c:v>11:37</c:v>
                </c:pt>
                <c:pt idx="4683">
                  <c:v>11:37</c:v>
                </c:pt>
                <c:pt idx="4684">
                  <c:v>11:37</c:v>
                </c:pt>
                <c:pt idx="4685">
                  <c:v>11:37</c:v>
                </c:pt>
                <c:pt idx="4686">
                  <c:v>11:37</c:v>
                </c:pt>
                <c:pt idx="4687">
                  <c:v>11:37</c:v>
                </c:pt>
                <c:pt idx="4688">
                  <c:v>11:37</c:v>
                </c:pt>
                <c:pt idx="4689">
                  <c:v>11:37</c:v>
                </c:pt>
                <c:pt idx="4690">
                  <c:v>11:37</c:v>
                </c:pt>
                <c:pt idx="4691">
                  <c:v>11:37</c:v>
                </c:pt>
                <c:pt idx="4692">
                  <c:v>11:37</c:v>
                </c:pt>
                <c:pt idx="4693">
                  <c:v>11:37</c:v>
                </c:pt>
                <c:pt idx="4694">
                  <c:v>11:37</c:v>
                </c:pt>
                <c:pt idx="4695">
                  <c:v>11:37</c:v>
                </c:pt>
                <c:pt idx="4696">
                  <c:v>11:37</c:v>
                </c:pt>
                <c:pt idx="4697">
                  <c:v>11:37</c:v>
                </c:pt>
                <c:pt idx="4698">
                  <c:v>11:37</c:v>
                </c:pt>
                <c:pt idx="4699">
                  <c:v>11:37</c:v>
                </c:pt>
                <c:pt idx="4700">
                  <c:v>11:37</c:v>
                </c:pt>
                <c:pt idx="4701">
                  <c:v>11:37</c:v>
                </c:pt>
                <c:pt idx="4702">
                  <c:v>11:37</c:v>
                </c:pt>
                <c:pt idx="4703">
                  <c:v>11:37</c:v>
                </c:pt>
                <c:pt idx="4704">
                  <c:v>11:37</c:v>
                </c:pt>
                <c:pt idx="4705">
                  <c:v>11:37</c:v>
                </c:pt>
                <c:pt idx="4706">
                  <c:v>11:37</c:v>
                </c:pt>
                <c:pt idx="4707">
                  <c:v>11:37</c:v>
                </c:pt>
                <c:pt idx="4708">
                  <c:v>11:37</c:v>
                </c:pt>
                <c:pt idx="4709">
                  <c:v>11:37</c:v>
                </c:pt>
                <c:pt idx="4710">
                  <c:v>11:38</c:v>
                </c:pt>
                <c:pt idx="4711">
                  <c:v>11:38</c:v>
                </c:pt>
                <c:pt idx="4712">
                  <c:v>11:38</c:v>
                </c:pt>
                <c:pt idx="4713">
                  <c:v>11:38</c:v>
                </c:pt>
                <c:pt idx="4714">
                  <c:v>11:38</c:v>
                </c:pt>
                <c:pt idx="4715">
                  <c:v>11:38</c:v>
                </c:pt>
                <c:pt idx="4716">
                  <c:v>11:38</c:v>
                </c:pt>
                <c:pt idx="4717">
                  <c:v>11:38</c:v>
                </c:pt>
                <c:pt idx="4718">
                  <c:v>11:38</c:v>
                </c:pt>
                <c:pt idx="4719">
                  <c:v>11:38</c:v>
                </c:pt>
                <c:pt idx="4720">
                  <c:v>11:38</c:v>
                </c:pt>
                <c:pt idx="4721">
                  <c:v>11:38</c:v>
                </c:pt>
                <c:pt idx="4722">
                  <c:v>11:38</c:v>
                </c:pt>
                <c:pt idx="4723">
                  <c:v>11:38</c:v>
                </c:pt>
                <c:pt idx="4724">
                  <c:v>11:38</c:v>
                </c:pt>
                <c:pt idx="4725">
                  <c:v>11:38</c:v>
                </c:pt>
                <c:pt idx="4726">
                  <c:v>11:38</c:v>
                </c:pt>
                <c:pt idx="4727">
                  <c:v>11:38</c:v>
                </c:pt>
                <c:pt idx="4728">
                  <c:v>11:38</c:v>
                </c:pt>
                <c:pt idx="4729">
                  <c:v>11:38</c:v>
                </c:pt>
                <c:pt idx="4730">
                  <c:v>11:38</c:v>
                </c:pt>
                <c:pt idx="4731">
                  <c:v>11:38</c:v>
                </c:pt>
                <c:pt idx="4732">
                  <c:v>11:38</c:v>
                </c:pt>
                <c:pt idx="4733">
                  <c:v>11:38</c:v>
                </c:pt>
                <c:pt idx="4734">
                  <c:v>11:38</c:v>
                </c:pt>
                <c:pt idx="4735">
                  <c:v>11:38</c:v>
                </c:pt>
                <c:pt idx="4736">
                  <c:v>11:38</c:v>
                </c:pt>
                <c:pt idx="4737">
                  <c:v>11:38</c:v>
                </c:pt>
                <c:pt idx="4738">
                  <c:v>11:38</c:v>
                </c:pt>
                <c:pt idx="4739">
                  <c:v>11:38</c:v>
                </c:pt>
                <c:pt idx="4740">
                  <c:v>11:39</c:v>
                </c:pt>
                <c:pt idx="4741">
                  <c:v>11:39</c:v>
                </c:pt>
                <c:pt idx="4742">
                  <c:v>11:39</c:v>
                </c:pt>
                <c:pt idx="4743">
                  <c:v>11:39</c:v>
                </c:pt>
                <c:pt idx="4744">
                  <c:v>11:39</c:v>
                </c:pt>
                <c:pt idx="4745">
                  <c:v>11:39</c:v>
                </c:pt>
                <c:pt idx="4746">
                  <c:v>11:39</c:v>
                </c:pt>
                <c:pt idx="4747">
                  <c:v>11:39</c:v>
                </c:pt>
                <c:pt idx="4748">
                  <c:v>11:39</c:v>
                </c:pt>
                <c:pt idx="4749">
                  <c:v>11:39</c:v>
                </c:pt>
                <c:pt idx="4750">
                  <c:v>11:39</c:v>
                </c:pt>
                <c:pt idx="4751">
                  <c:v>11:39</c:v>
                </c:pt>
                <c:pt idx="4752">
                  <c:v>11:39</c:v>
                </c:pt>
                <c:pt idx="4753">
                  <c:v>11:39</c:v>
                </c:pt>
                <c:pt idx="4754">
                  <c:v>11:39</c:v>
                </c:pt>
                <c:pt idx="4755">
                  <c:v>11:39</c:v>
                </c:pt>
                <c:pt idx="4756">
                  <c:v>11:39</c:v>
                </c:pt>
                <c:pt idx="4757">
                  <c:v>11:39</c:v>
                </c:pt>
                <c:pt idx="4758">
                  <c:v>11:39</c:v>
                </c:pt>
                <c:pt idx="4759">
                  <c:v>11:39</c:v>
                </c:pt>
                <c:pt idx="4760">
                  <c:v>11:39</c:v>
                </c:pt>
                <c:pt idx="4761">
                  <c:v>11:39</c:v>
                </c:pt>
                <c:pt idx="4762">
                  <c:v>11:39</c:v>
                </c:pt>
                <c:pt idx="4763">
                  <c:v>11:39</c:v>
                </c:pt>
                <c:pt idx="4764">
                  <c:v>11:39</c:v>
                </c:pt>
                <c:pt idx="4765">
                  <c:v>11:39</c:v>
                </c:pt>
                <c:pt idx="4766">
                  <c:v>11:39</c:v>
                </c:pt>
                <c:pt idx="4767">
                  <c:v>11:39</c:v>
                </c:pt>
                <c:pt idx="4768">
                  <c:v>11:39</c:v>
                </c:pt>
                <c:pt idx="4769">
                  <c:v>11:39</c:v>
                </c:pt>
                <c:pt idx="4770">
                  <c:v>11:40</c:v>
                </c:pt>
                <c:pt idx="4771">
                  <c:v>11:40</c:v>
                </c:pt>
                <c:pt idx="4772">
                  <c:v>11:40</c:v>
                </c:pt>
                <c:pt idx="4773">
                  <c:v>11:40</c:v>
                </c:pt>
                <c:pt idx="4774">
                  <c:v>11:40</c:v>
                </c:pt>
                <c:pt idx="4775">
                  <c:v>11:40</c:v>
                </c:pt>
                <c:pt idx="4776">
                  <c:v>11:40</c:v>
                </c:pt>
                <c:pt idx="4777">
                  <c:v>11:40</c:v>
                </c:pt>
                <c:pt idx="4778">
                  <c:v>11:40</c:v>
                </c:pt>
                <c:pt idx="4779">
                  <c:v>11:40</c:v>
                </c:pt>
                <c:pt idx="4780">
                  <c:v>11:40</c:v>
                </c:pt>
                <c:pt idx="4781">
                  <c:v>11:40</c:v>
                </c:pt>
                <c:pt idx="4782">
                  <c:v>11:40</c:v>
                </c:pt>
                <c:pt idx="4783">
                  <c:v>11:40</c:v>
                </c:pt>
                <c:pt idx="4784">
                  <c:v>11:40</c:v>
                </c:pt>
                <c:pt idx="4785">
                  <c:v>11:40</c:v>
                </c:pt>
                <c:pt idx="4786">
                  <c:v>11:40</c:v>
                </c:pt>
                <c:pt idx="4787">
                  <c:v>11:40</c:v>
                </c:pt>
                <c:pt idx="4788">
                  <c:v>11:40</c:v>
                </c:pt>
                <c:pt idx="4789">
                  <c:v>11:40</c:v>
                </c:pt>
                <c:pt idx="4790">
                  <c:v>11:40</c:v>
                </c:pt>
                <c:pt idx="4791">
                  <c:v>11:40</c:v>
                </c:pt>
                <c:pt idx="4792">
                  <c:v>11:40</c:v>
                </c:pt>
                <c:pt idx="4793">
                  <c:v>11:40</c:v>
                </c:pt>
                <c:pt idx="4794">
                  <c:v>11:40</c:v>
                </c:pt>
                <c:pt idx="4795">
                  <c:v>11:40</c:v>
                </c:pt>
                <c:pt idx="4796">
                  <c:v>11:40</c:v>
                </c:pt>
                <c:pt idx="4797">
                  <c:v>11:40</c:v>
                </c:pt>
                <c:pt idx="4798">
                  <c:v>11:40</c:v>
                </c:pt>
                <c:pt idx="4799">
                  <c:v>11:40</c:v>
                </c:pt>
                <c:pt idx="4800">
                  <c:v>11:41</c:v>
                </c:pt>
                <c:pt idx="4801">
                  <c:v>11:41</c:v>
                </c:pt>
                <c:pt idx="4802">
                  <c:v>11:41</c:v>
                </c:pt>
                <c:pt idx="4803">
                  <c:v>11:41</c:v>
                </c:pt>
                <c:pt idx="4804">
                  <c:v>11:41</c:v>
                </c:pt>
                <c:pt idx="4805">
                  <c:v>11:41</c:v>
                </c:pt>
                <c:pt idx="4806">
                  <c:v>11:41</c:v>
                </c:pt>
                <c:pt idx="4807">
                  <c:v>11:41</c:v>
                </c:pt>
                <c:pt idx="4808">
                  <c:v>11:41</c:v>
                </c:pt>
                <c:pt idx="4809">
                  <c:v>11:41</c:v>
                </c:pt>
                <c:pt idx="4810">
                  <c:v>11:41</c:v>
                </c:pt>
                <c:pt idx="4811">
                  <c:v>11:41</c:v>
                </c:pt>
                <c:pt idx="4812">
                  <c:v>11:41</c:v>
                </c:pt>
                <c:pt idx="4813">
                  <c:v>11:41</c:v>
                </c:pt>
                <c:pt idx="4814">
                  <c:v>11:41</c:v>
                </c:pt>
                <c:pt idx="4815">
                  <c:v>11:41</c:v>
                </c:pt>
                <c:pt idx="4816">
                  <c:v>11:41</c:v>
                </c:pt>
                <c:pt idx="4817">
                  <c:v>11:41</c:v>
                </c:pt>
                <c:pt idx="4818">
                  <c:v>11:41</c:v>
                </c:pt>
                <c:pt idx="4819">
                  <c:v>11:41</c:v>
                </c:pt>
                <c:pt idx="4820">
                  <c:v>11:41</c:v>
                </c:pt>
                <c:pt idx="4821">
                  <c:v>11:41</c:v>
                </c:pt>
                <c:pt idx="4822">
                  <c:v>11:41</c:v>
                </c:pt>
                <c:pt idx="4823">
                  <c:v>11:41</c:v>
                </c:pt>
                <c:pt idx="4824">
                  <c:v>11:41</c:v>
                </c:pt>
                <c:pt idx="4825">
                  <c:v>11:41</c:v>
                </c:pt>
                <c:pt idx="4826">
                  <c:v>11:41</c:v>
                </c:pt>
                <c:pt idx="4827">
                  <c:v>11:41</c:v>
                </c:pt>
                <c:pt idx="4828">
                  <c:v>11:41</c:v>
                </c:pt>
                <c:pt idx="4829">
                  <c:v>11:41</c:v>
                </c:pt>
                <c:pt idx="4830">
                  <c:v>11:42</c:v>
                </c:pt>
                <c:pt idx="4831">
                  <c:v>11:42</c:v>
                </c:pt>
                <c:pt idx="4832">
                  <c:v>11:42</c:v>
                </c:pt>
                <c:pt idx="4833">
                  <c:v>11:42</c:v>
                </c:pt>
                <c:pt idx="4834">
                  <c:v>11:42</c:v>
                </c:pt>
                <c:pt idx="4835">
                  <c:v>11:42</c:v>
                </c:pt>
                <c:pt idx="4836">
                  <c:v>11:42</c:v>
                </c:pt>
                <c:pt idx="4837">
                  <c:v>11:42</c:v>
                </c:pt>
                <c:pt idx="4838">
                  <c:v>11:42</c:v>
                </c:pt>
                <c:pt idx="4839">
                  <c:v>11:42</c:v>
                </c:pt>
                <c:pt idx="4840">
                  <c:v>11:42</c:v>
                </c:pt>
                <c:pt idx="4841">
                  <c:v>11:42</c:v>
                </c:pt>
                <c:pt idx="4842">
                  <c:v>11:42</c:v>
                </c:pt>
                <c:pt idx="4843">
                  <c:v>11:42</c:v>
                </c:pt>
                <c:pt idx="4844">
                  <c:v>11:42</c:v>
                </c:pt>
                <c:pt idx="4845">
                  <c:v>11:42</c:v>
                </c:pt>
                <c:pt idx="4846">
                  <c:v>11:42</c:v>
                </c:pt>
                <c:pt idx="4847">
                  <c:v>11:42</c:v>
                </c:pt>
                <c:pt idx="4848">
                  <c:v>11:42</c:v>
                </c:pt>
                <c:pt idx="4849">
                  <c:v>11:42</c:v>
                </c:pt>
                <c:pt idx="4850">
                  <c:v>11:42</c:v>
                </c:pt>
                <c:pt idx="4851">
                  <c:v>11:42</c:v>
                </c:pt>
                <c:pt idx="4852">
                  <c:v>11:42</c:v>
                </c:pt>
                <c:pt idx="4853">
                  <c:v>11:42</c:v>
                </c:pt>
                <c:pt idx="4854">
                  <c:v>11:42</c:v>
                </c:pt>
                <c:pt idx="4855">
                  <c:v>11:42</c:v>
                </c:pt>
                <c:pt idx="4856">
                  <c:v>11:42</c:v>
                </c:pt>
                <c:pt idx="4857">
                  <c:v>11:42</c:v>
                </c:pt>
                <c:pt idx="4858">
                  <c:v>11:42</c:v>
                </c:pt>
                <c:pt idx="4859">
                  <c:v>11:42</c:v>
                </c:pt>
                <c:pt idx="4860">
                  <c:v>11:43</c:v>
                </c:pt>
                <c:pt idx="4861">
                  <c:v>11:43</c:v>
                </c:pt>
                <c:pt idx="4862">
                  <c:v>11:43</c:v>
                </c:pt>
                <c:pt idx="4863">
                  <c:v>11:43</c:v>
                </c:pt>
                <c:pt idx="4864">
                  <c:v>11:43</c:v>
                </c:pt>
                <c:pt idx="4865">
                  <c:v>11:43</c:v>
                </c:pt>
                <c:pt idx="4866">
                  <c:v>11:43</c:v>
                </c:pt>
                <c:pt idx="4867">
                  <c:v>11:43</c:v>
                </c:pt>
                <c:pt idx="4868">
                  <c:v>11:43</c:v>
                </c:pt>
                <c:pt idx="4869">
                  <c:v>11:43</c:v>
                </c:pt>
                <c:pt idx="4870">
                  <c:v>11:43</c:v>
                </c:pt>
                <c:pt idx="4871">
                  <c:v>11:43</c:v>
                </c:pt>
                <c:pt idx="4872">
                  <c:v>11:43</c:v>
                </c:pt>
                <c:pt idx="4873">
                  <c:v>11:43</c:v>
                </c:pt>
                <c:pt idx="4874">
                  <c:v>11:43</c:v>
                </c:pt>
                <c:pt idx="4875">
                  <c:v>11:43</c:v>
                </c:pt>
                <c:pt idx="4876">
                  <c:v>11:43</c:v>
                </c:pt>
                <c:pt idx="4877">
                  <c:v>11:43</c:v>
                </c:pt>
                <c:pt idx="4878">
                  <c:v>11:43</c:v>
                </c:pt>
                <c:pt idx="4879">
                  <c:v>11:43</c:v>
                </c:pt>
                <c:pt idx="4880">
                  <c:v>11:43</c:v>
                </c:pt>
                <c:pt idx="4881">
                  <c:v>11:43</c:v>
                </c:pt>
                <c:pt idx="4882">
                  <c:v>11:43</c:v>
                </c:pt>
                <c:pt idx="4883">
                  <c:v>11:43</c:v>
                </c:pt>
                <c:pt idx="4884">
                  <c:v>11:43</c:v>
                </c:pt>
                <c:pt idx="4885">
                  <c:v>11:43</c:v>
                </c:pt>
                <c:pt idx="4886">
                  <c:v>11:43</c:v>
                </c:pt>
                <c:pt idx="4887">
                  <c:v>11:43</c:v>
                </c:pt>
                <c:pt idx="4888">
                  <c:v>11:43</c:v>
                </c:pt>
                <c:pt idx="4889">
                  <c:v>11:43</c:v>
                </c:pt>
                <c:pt idx="4890">
                  <c:v>11:44</c:v>
                </c:pt>
                <c:pt idx="4891">
                  <c:v>11:44</c:v>
                </c:pt>
                <c:pt idx="4892">
                  <c:v>11:44</c:v>
                </c:pt>
                <c:pt idx="4893">
                  <c:v>11:44</c:v>
                </c:pt>
                <c:pt idx="4894">
                  <c:v>11:44</c:v>
                </c:pt>
                <c:pt idx="4895">
                  <c:v>11:44</c:v>
                </c:pt>
                <c:pt idx="4896">
                  <c:v>11:44</c:v>
                </c:pt>
                <c:pt idx="4897">
                  <c:v>11:44</c:v>
                </c:pt>
                <c:pt idx="4898">
                  <c:v>11:44</c:v>
                </c:pt>
                <c:pt idx="4899">
                  <c:v>11:44</c:v>
                </c:pt>
                <c:pt idx="4900">
                  <c:v>11:44</c:v>
                </c:pt>
                <c:pt idx="4901">
                  <c:v>11:44</c:v>
                </c:pt>
                <c:pt idx="4902">
                  <c:v>11:44</c:v>
                </c:pt>
                <c:pt idx="4903">
                  <c:v>11:44</c:v>
                </c:pt>
                <c:pt idx="4904">
                  <c:v>11:44</c:v>
                </c:pt>
                <c:pt idx="4905">
                  <c:v>11:44</c:v>
                </c:pt>
                <c:pt idx="4906">
                  <c:v>11:44</c:v>
                </c:pt>
                <c:pt idx="4907">
                  <c:v>11:44</c:v>
                </c:pt>
                <c:pt idx="4908">
                  <c:v>11:44</c:v>
                </c:pt>
                <c:pt idx="4909">
                  <c:v>11:44</c:v>
                </c:pt>
                <c:pt idx="4910">
                  <c:v>11:44</c:v>
                </c:pt>
                <c:pt idx="4911">
                  <c:v>11:44</c:v>
                </c:pt>
                <c:pt idx="4912">
                  <c:v>11:44</c:v>
                </c:pt>
                <c:pt idx="4913">
                  <c:v>11:44</c:v>
                </c:pt>
                <c:pt idx="4914">
                  <c:v>11:44</c:v>
                </c:pt>
                <c:pt idx="4915">
                  <c:v>11:44</c:v>
                </c:pt>
                <c:pt idx="4916">
                  <c:v>11:44</c:v>
                </c:pt>
                <c:pt idx="4917">
                  <c:v>11:44</c:v>
                </c:pt>
                <c:pt idx="4918">
                  <c:v>11:44</c:v>
                </c:pt>
                <c:pt idx="4919">
                  <c:v>11:44</c:v>
                </c:pt>
                <c:pt idx="4920">
                  <c:v>11:45</c:v>
                </c:pt>
                <c:pt idx="4921">
                  <c:v>11:45</c:v>
                </c:pt>
                <c:pt idx="4922">
                  <c:v>11:45</c:v>
                </c:pt>
                <c:pt idx="4923">
                  <c:v>11:45</c:v>
                </c:pt>
                <c:pt idx="4924">
                  <c:v>11:45</c:v>
                </c:pt>
                <c:pt idx="4925">
                  <c:v>11:45</c:v>
                </c:pt>
                <c:pt idx="4926">
                  <c:v>11:45</c:v>
                </c:pt>
                <c:pt idx="4927">
                  <c:v>11:45</c:v>
                </c:pt>
                <c:pt idx="4928">
                  <c:v>11:45</c:v>
                </c:pt>
                <c:pt idx="4929">
                  <c:v>11:45</c:v>
                </c:pt>
                <c:pt idx="4930">
                  <c:v>11:45</c:v>
                </c:pt>
                <c:pt idx="4931">
                  <c:v>11:45</c:v>
                </c:pt>
                <c:pt idx="4932">
                  <c:v>11:45</c:v>
                </c:pt>
                <c:pt idx="4933">
                  <c:v>11:45</c:v>
                </c:pt>
                <c:pt idx="4934">
                  <c:v>11:45</c:v>
                </c:pt>
                <c:pt idx="4935">
                  <c:v>11:45</c:v>
                </c:pt>
                <c:pt idx="4936">
                  <c:v>11:45</c:v>
                </c:pt>
                <c:pt idx="4937">
                  <c:v>11:45</c:v>
                </c:pt>
                <c:pt idx="4938">
                  <c:v>11:45</c:v>
                </c:pt>
                <c:pt idx="4939">
                  <c:v>11:45</c:v>
                </c:pt>
                <c:pt idx="4940">
                  <c:v>11:45</c:v>
                </c:pt>
                <c:pt idx="4941">
                  <c:v>11:45</c:v>
                </c:pt>
                <c:pt idx="4942">
                  <c:v>11:45</c:v>
                </c:pt>
                <c:pt idx="4943">
                  <c:v>11:45</c:v>
                </c:pt>
                <c:pt idx="4944">
                  <c:v>11:45</c:v>
                </c:pt>
                <c:pt idx="4945">
                  <c:v>11:45</c:v>
                </c:pt>
                <c:pt idx="4946">
                  <c:v>11:45</c:v>
                </c:pt>
                <c:pt idx="4947">
                  <c:v>11:45</c:v>
                </c:pt>
                <c:pt idx="4948">
                  <c:v>11:45</c:v>
                </c:pt>
                <c:pt idx="4949">
                  <c:v>11:45</c:v>
                </c:pt>
                <c:pt idx="4950">
                  <c:v>11:46</c:v>
                </c:pt>
                <c:pt idx="4951">
                  <c:v>11:46</c:v>
                </c:pt>
                <c:pt idx="4952">
                  <c:v>11:46</c:v>
                </c:pt>
                <c:pt idx="4953">
                  <c:v>11:46</c:v>
                </c:pt>
                <c:pt idx="4954">
                  <c:v>11:46</c:v>
                </c:pt>
                <c:pt idx="4955">
                  <c:v>11:46</c:v>
                </c:pt>
                <c:pt idx="4956">
                  <c:v>11:46</c:v>
                </c:pt>
                <c:pt idx="4957">
                  <c:v>11:46</c:v>
                </c:pt>
                <c:pt idx="4958">
                  <c:v>11:46</c:v>
                </c:pt>
                <c:pt idx="4959">
                  <c:v>11:46</c:v>
                </c:pt>
                <c:pt idx="4960">
                  <c:v>11:46</c:v>
                </c:pt>
                <c:pt idx="4961">
                  <c:v>11:46</c:v>
                </c:pt>
                <c:pt idx="4962">
                  <c:v>11:46</c:v>
                </c:pt>
                <c:pt idx="4963">
                  <c:v>11:46</c:v>
                </c:pt>
                <c:pt idx="4964">
                  <c:v>11:46</c:v>
                </c:pt>
                <c:pt idx="4965">
                  <c:v>11:46</c:v>
                </c:pt>
                <c:pt idx="4966">
                  <c:v>11:46</c:v>
                </c:pt>
                <c:pt idx="4967">
                  <c:v>11:46</c:v>
                </c:pt>
                <c:pt idx="4968">
                  <c:v>11:46</c:v>
                </c:pt>
                <c:pt idx="4969">
                  <c:v>11:46</c:v>
                </c:pt>
                <c:pt idx="4970">
                  <c:v>11:46</c:v>
                </c:pt>
                <c:pt idx="4971">
                  <c:v>11:46</c:v>
                </c:pt>
                <c:pt idx="4972">
                  <c:v>11:46</c:v>
                </c:pt>
                <c:pt idx="4973">
                  <c:v>11:46</c:v>
                </c:pt>
                <c:pt idx="4974">
                  <c:v>11:46</c:v>
                </c:pt>
                <c:pt idx="4975">
                  <c:v>11:46</c:v>
                </c:pt>
                <c:pt idx="4976">
                  <c:v>11:46</c:v>
                </c:pt>
                <c:pt idx="4977">
                  <c:v>11:46</c:v>
                </c:pt>
                <c:pt idx="4978">
                  <c:v>11:46</c:v>
                </c:pt>
                <c:pt idx="4979">
                  <c:v>11:46</c:v>
                </c:pt>
                <c:pt idx="4980">
                  <c:v>11:47</c:v>
                </c:pt>
                <c:pt idx="4981">
                  <c:v>11:47</c:v>
                </c:pt>
                <c:pt idx="4982">
                  <c:v>11:47</c:v>
                </c:pt>
                <c:pt idx="4983">
                  <c:v>11:47</c:v>
                </c:pt>
                <c:pt idx="4984">
                  <c:v>11:47</c:v>
                </c:pt>
                <c:pt idx="4985">
                  <c:v>11:47</c:v>
                </c:pt>
                <c:pt idx="4986">
                  <c:v>11:47</c:v>
                </c:pt>
                <c:pt idx="4987">
                  <c:v>11:47</c:v>
                </c:pt>
                <c:pt idx="4988">
                  <c:v>11:47</c:v>
                </c:pt>
                <c:pt idx="4989">
                  <c:v>11:47</c:v>
                </c:pt>
                <c:pt idx="4990">
                  <c:v>11:47</c:v>
                </c:pt>
                <c:pt idx="4991">
                  <c:v>11:47</c:v>
                </c:pt>
                <c:pt idx="4992">
                  <c:v>11:47</c:v>
                </c:pt>
                <c:pt idx="4993">
                  <c:v>11:47</c:v>
                </c:pt>
                <c:pt idx="4994">
                  <c:v>11:47</c:v>
                </c:pt>
                <c:pt idx="4995">
                  <c:v>11:47</c:v>
                </c:pt>
                <c:pt idx="4996">
                  <c:v>11:47</c:v>
                </c:pt>
                <c:pt idx="4997">
                  <c:v>11:47</c:v>
                </c:pt>
                <c:pt idx="4998">
                  <c:v>11:47</c:v>
                </c:pt>
                <c:pt idx="4999">
                  <c:v>11:47</c:v>
                </c:pt>
                <c:pt idx="5000">
                  <c:v>11:47</c:v>
                </c:pt>
                <c:pt idx="5001">
                  <c:v>11:47</c:v>
                </c:pt>
                <c:pt idx="5002">
                  <c:v>11:47</c:v>
                </c:pt>
                <c:pt idx="5003">
                  <c:v>11:47</c:v>
                </c:pt>
                <c:pt idx="5004">
                  <c:v>11:47</c:v>
                </c:pt>
                <c:pt idx="5005">
                  <c:v>11:47</c:v>
                </c:pt>
                <c:pt idx="5006">
                  <c:v>11:47</c:v>
                </c:pt>
                <c:pt idx="5007">
                  <c:v>11:47</c:v>
                </c:pt>
                <c:pt idx="5008">
                  <c:v>11:47</c:v>
                </c:pt>
                <c:pt idx="5009">
                  <c:v>11:47</c:v>
                </c:pt>
                <c:pt idx="5010">
                  <c:v>11:48</c:v>
                </c:pt>
                <c:pt idx="5011">
                  <c:v>11:48</c:v>
                </c:pt>
                <c:pt idx="5012">
                  <c:v>11:48</c:v>
                </c:pt>
                <c:pt idx="5013">
                  <c:v>11:48</c:v>
                </c:pt>
                <c:pt idx="5014">
                  <c:v>11:48</c:v>
                </c:pt>
                <c:pt idx="5015">
                  <c:v>11:48</c:v>
                </c:pt>
                <c:pt idx="5016">
                  <c:v>11:48</c:v>
                </c:pt>
                <c:pt idx="5017">
                  <c:v>11:48</c:v>
                </c:pt>
                <c:pt idx="5018">
                  <c:v>11:48</c:v>
                </c:pt>
                <c:pt idx="5019">
                  <c:v>11:48</c:v>
                </c:pt>
                <c:pt idx="5020">
                  <c:v>11:48</c:v>
                </c:pt>
                <c:pt idx="5021">
                  <c:v>11:48</c:v>
                </c:pt>
                <c:pt idx="5022">
                  <c:v>11:48</c:v>
                </c:pt>
                <c:pt idx="5023">
                  <c:v>11:48</c:v>
                </c:pt>
                <c:pt idx="5024">
                  <c:v>11:48</c:v>
                </c:pt>
                <c:pt idx="5025">
                  <c:v>11:48</c:v>
                </c:pt>
                <c:pt idx="5026">
                  <c:v>11:48</c:v>
                </c:pt>
                <c:pt idx="5027">
                  <c:v>11:48</c:v>
                </c:pt>
                <c:pt idx="5028">
                  <c:v>11:48</c:v>
                </c:pt>
                <c:pt idx="5029">
                  <c:v>11:48</c:v>
                </c:pt>
                <c:pt idx="5030">
                  <c:v>11:48</c:v>
                </c:pt>
                <c:pt idx="5031">
                  <c:v>11:48</c:v>
                </c:pt>
                <c:pt idx="5032">
                  <c:v>11:48</c:v>
                </c:pt>
                <c:pt idx="5033">
                  <c:v>11:48</c:v>
                </c:pt>
                <c:pt idx="5034">
                  <c:v>11:48</c:v>
                </c:pt>
                <c:pt idx="5035">
                  <c:v>11:48</c:v>
                </c:pt>
                <c:pt idx="5036">
                  <c:v>11:48</c:v>
                </c:pt>
                <c:pt idx="5037">
                  <c:v>11:48</c:v>
                </c:pt>
                <c:pt idx="5038">
                  <c:v>11:48</c:v>
                </c:pt>
                <c:pt idx="5039">
                  <c:v>11:48</c:v>
                </c:pt>
                <c:pt idx="5040">
                  <c:v>11:49</c:v>
                </c:pt>
                <c:pt idx="5041">
                  <c:v>11:49</c:v>
                </c:pt>
                <c:pt idx="5042">
                  <c:v>11:49</c:v>
                </c:pt>
                <c:pt idx="5043">
                  <c:v>11:49</c:v>
                </c:pt>
                <c:pt idx="5044">
                  <c:v>11:49</c:v>
                </c:pt>
                <c:pt idx="5045">
                  <c:v>11:49</c:v>
                </c:pt>
                <c:pt idx="5046">
                  <c:v>11:49</c:v>
                </c:pt>
                <c:pt idx="5047">
                  <c:v>11:49</c:v>
                </c:pt>
                <c:pt idx="5048">
                  <c:v>11:49</c:v>
                </c:pt>
                <c:pt idx="5049">
                  <c:v>11:49</c:v>
                </c:pt>
                <c:pt idx="5050">
                  <c:v>11:49</c:v>
                </c:pt>
                <c:pt idx="5051">
                  <c:v>11:49</c:v>
                </c:pt>
                <c:pt idx="5052">
                  <c:v>11:49</c:v>
                </c:pt>
                <c:pt idx="5053">
                  <c:v>11:49</c:v>
                </c:pt>
                <c:pt idx="5054">
                  <c:v>11:49</c:v>
                </c:pt>
                <c:pt idx="5055">
                  <c:v>11:49</c:v>
                </c:pt>
                <c:pt idx="5056">
                  <c:v>11:49</c:v>
                </c:pt>
                <c:pt idx="5057">
                  <c:v>11:49</c:v>
                </c:pt>
                <c:pt idx="5058">
                  <c:v>11:49</c:v>
                </c:pt>
                <c:pt idx="5059">
                  <c:v>11:49</c:v>
                </c:pt>
                <c:pt idx="5060">
                  <c:v>11:49</c:v>
                </c:pt>
                <c:pt idx="5061">
                  <c:v>11:49</c:v>
                </c:pt>
                <c:pt idx="5062">
                  <c:v>11:49</c:v>
                </c:pt>
                <c:pt idx="5063">
                  <c:v>11:49</c:v>
                </c:pt>
                <c:pt idx="5064">
                  <c:v>11:49</c:v>
                </c:pt>
                <c:pt idx="5065">
                  <c:v>11:49</c:v>
                </c:pt>
                <c:pt idx="5066">
                  <c:v>11:49</c:v>
                </c:pt>
                <c:pt idx="5067">
                  <c:v>11:49</c:v>
                </c:pt>
                <c:pt idx="5068">
                  <c:v>11:49</c:v>
                </c:pt>
                <c:pt idx="5069">
                  <c:v>11:49</c:v>
                </c:pt>
                <c:pt idx="5070">
                  <c:v>11:50</c:v>
                </c:pt>
                <c:pt idx="5071">
                  <c:v>11:50</c:v>
                </c:pt>
                <c:pt idx="5072">
                  <c:v>11:50</c:v>
                </c:pt>
                <c:pt idx="5073">
                  <c:v>11:50</c:v>
                </c:pt>
                <c:pt idx="5074">
                  <c:v>11:50</c:v>
                </c:pt>
                <c:pt idx="5075">
                  <c:v>11:50</c:v>
                </c:pt>
                <c:pt idx="5076">
                  <c:v>11:50</c:v>
                </c:pt>
                <c:pt idx="5077">
                  <c:v>11:50</c:v>
                </c:pt>
                <c:pt idx="5078">
                  <c:v>11:50</c:v>
                </c:pt>
                <c:pt idx="5079">
                  <c:v>11:50</c:v>
                </c:pt>
                <c:pt idx="5080">
                  <c:v>11:50</c:v>
                </c:pt>
                <c:pt idx="5081">
                  <c:v>11:50</c:v>
                </c:pt>
                <c:pt idx="5082">
                  <c:v>11:50</c:v>
                </c:pt>
                <c:pt idx="5083">
                  <c:v>11:50</c:v>
                </c:pt>
                <c:pt idx="5084">
                  <c:v>11:50</c:v>
                </c:pt>
                <c:pt idx="5085">
                  <c:v>11:50</c:v>
                </c:pt>
                <c:pt idx="5086">
                  <c:v>11:50</c:v>
                </c:pt>
                <c:pt idx="5087">
                  <c:v>11:50</c:v>
                </c:pt>
                <c:pt idx="5088">
                  <c:v>11:50</c:v>
                </c:pt>
                <c:pt idx="5089">
                  <c:v>11:50</c:v>
                </c:pt>
                <c:pt idx="5090">
                  <c:v>11:50</c:v>
                </c:pt>
                <c:pt idx="5091">
                  <c:v>11:50</c:v>
                </c:pt>
                <c:pt idx="5092">
                  <c:v>11:50</c:v>
                </c:pt>
                <c:pt idx="5093">
                  <c:v>11:50</c:v>
                </c:pt>
                <c:pt idx="5094">
                  <c:v>11:50</c:v>
                </c:pt>
                <c:pt idx="5095">
                  <c:v>11:50</c:v>
                </c:pt>
                <c:pt idx="5096">
                  <c:v>11:50</c:v>
                </c:pt>
                <c:pt idx="5097">
                  <c:v>11:50</c:v>
                </c:pt>
                <c:pt idx="5098">
                  <c:v>11:50</c:v>
                </c:pt>
                <c:pt idx="5099">
                  <c:v>11:50</c:v>
                </c:pt>
                <c:pt idx="5100">
                  <c:v>11:51</c:v>
                </c:pt>
                <c:pt idx="5101">
                  <c:v>11:51</c:v>
                </c:pt>
                <c:pt idx="5102">
                  <c:v>11:51</c:v>
                </c:pt>
                <c:pt idx="5103">
                  <c:v>11:51</c:v>
                </c:pt>
                <c:pt idx="5104">
                  <c:v>11:51</c:v>
                </c:pt>
                <c:pt idx="5105">
                  <c:v>11:51</c:v>
                </c:pt>
                <c:pt idx="5106">
                  <c:v>11:51</c:v>
                </c:pt>
                <c:pt idx="5107">
                  <c:v>11:51</c:v>
                </c:pt>
                <c:pt idx="5108">
                  <c:v>11:51</c:v>
                </c:pt>
                <c:pt idx="5109">
                  <c:v>11:51</c:v>
                </c:pt>
                <c:pt idx="5110">
                  <c:v>11:51</c:v>
                </c:pt>
                <c:pt idx="5111">
                  <c:v>11:51</c:v>
                </c:pt>
                <c:pt idx="5112">
                  <c:v>11:51</c:v>
                </c:pt>
                <c:pt idx="5113">
                  <c:v>11:51</c:v>
                </c:pt>
                <c:pt idx="5114">
                  <c:v>11:51</c:v>
                </c:pt>
                <c:pt idx="5115">
                  <c:v>11:51</c:v>
                </c:pt>
                <c:pt idx="5116">
                  <c:v>11:51</c:v>
                </c:pt>
                <c:pt idx="5117">
                  <c:v>11:51</c:v>
                </c:pt>
                <c:pt idx="5118">
                  <c:v>11:51</c:v>
                </c:pt>
                <c:pt idx="5119">
                  <c:v>11:51</c:v>
                </c:pt>
                <c:pt idx="5120">
                  <c:v>11:51</c:v>
                </c:pt>
                <c:pt idx="5121">
                  <c:v>11:51</c:v>
                </c:pt>
                <c:pt idx="5122">
                  <c:v>11:51</c:v>
                </c:pt>
                <c:pt idx="5123">
                  <c:v>11:51</c:v>
                </c:pt>
                <c:pt idx="5124">
                  <c:v>11:51</c:v>
                </c:pt>
                <c:pt idx="5125">
                  <c:v>11:51</c:v>
                </c:pt>
                <c:pt idx="5126">
                  <c:v>11:51</c:v>
                </c:pt>
                <c:pt idx="5127">
                  <c:v>11:51</c:v>
                </c:pt>
                <c:pt idx="5128">
                  <c:v>11:51</c:v>
                </c:pt>
                <c:pt idx="5129">
                  <c:v>11:51</c:v>
                </c:pt>
                <c:pt idx="5130">
                  <c:v>11:52</c:v>
                </c:pt>
                <c:pt idx="5131">
                  <c:v>11:52</c:v>
                </c:pt>
                <c:pt idx="5132">
                  <c:v>11:52</c:v>
                </c:pt>
                <c:pt idx="5133">
                  <c:v>11:52</c:v>
                </c:pt>
                <c:pt idx="5134">
                  <c:v>11:52</c:v>
                </c:pt>
                <c:pt idx="5135">
                  <c:v>11:52</c:v>
                </c:pt>
                <c:pt idx="5136">
                  <c:v>11:52</c:v>
                </c:pt>
                <c:pt idx="5137">
                  <c:v>11:52</c:v>
                </c:pt>
                <c:pt idx="5138">
                  <c:v>11:52</c:v>
                </c:pt>
                <c:pt idx="5139">
                  <c:v>11:52</c:v>
                </c:pt>
                <c:pt idx="5140">
                  <c:v>11:52</c:v>
                </c:pt>
                <c:pt idx="5141">
                  <c:v>11:52</c:v>
                </c:pt>
                <c:pt idx="5142">
                  <c:v>11:52</c:v>
                </c:pt>
                <c:pt idx="5143">
                  <c:v>11:52</c:v>
                </c:pt>
                <c:pt idx="5144">
                  <c:v>11:52</c:v>
                </c:pt>
                <c:pt idx="5145">
                  <c:v>11:52</c:v>
                </c:pt>
                <c:pt idx="5146">
                  <c:v>11:52</c:v>
                </c:pt>
                <c:pt idx="5147">
                  <c:v>11:52</c:v>
                </c:pt>
                <c:pt idx="5148">
                  <c:v>11:52</c:v>
                </c:pt>
                <c:pt idx="5149">
                  <c:v>11:52</c:v>
                </c:pt>
                <c:pt idx="5150">
                  <c:v>11:52</c:v>
                </c:pt>
                <c:pt idx="5151">
                  <c:v>11:52</c:v>
                </c:pt>
                <c:pt idx="5152">
                  <c:v>11:52</c:v>
                </c:pt>
                <c:pt idx="5153">
                  <c:v>11:52</c:v>
                </c:pt>
                <c:pt idx="5154">
                  <c:v>11:52</c:v>
                </c:pt>
                <c:pt idx="5155">
                  <c:v>11:52</c:v>
                </c:pt>
                <c:pt idx="5156">
                  <c:v>11:52</c:v>
                </c:pt>
                <c:pt idx="5157">
                  <c:v>11:52</c:v>
                </c:pt>
                <c:pt idx="5158">
                  <c:v>11:52</c:v>
                </c:pt>
                <c:pt idx="5159">
                  <c:v>11:52</c:v>
                </c:pt>
                <c:pt idx="5160">
                  <c:v>11:53</c:v>
                </c:pt>
                <c:pt idx="5161">
                  <c:v>11:53</c:v>
                </c:pt>
                <c:pt idx="5162">
                  <c:v>11:53</c:v>
                </c:pt>
                <c:pt idx="5163">
                  <c:v>11:53</c:v>
                </c:pt>
                <c:pt idx="5164">
                  <c:v>11:53</c:v>
                </c:pt>
                <c:pt idx="5165">
                  <c:v>11:53</c:v>
                </c:pt>
                <c:pt idx="5166">
                  <c:v>11:53</c:v>
                </c:pt>
                <c:pt idx="5167">
                  <c:v>11:53</c:v>
                </c:pt>
                <c:pt idx="5168">
                  <c:v>11:53</c:v>
                </c:pt>
                <c:pt idx="5169">
                  <c:v>11:53</c:v>
                </c:pt>
                <c:pt idx="5170">
                  <c:v>11:53</c:v>
                </c:pt>
                <c:pt idx="5171">
                  <c:v>11:53</c:v>
                </c:pt>
                <c:pt idx="5172">
                  <c:v>11:53</c:v>
                </c:pt>
                <c:pt idx="5173">
                  <c:v>11:53</c:v>
                </c:pt>
                <c:pt idx="5174">
                  <c:v>11:53</c:v>
                </c:pt>
                <c:pt idx="5175">
                  <c:v>11:53</c:v>
                </c:pt>
                <c:pt idx="5176">
                  <c:v>11:53</c:v>
                </c:pt>
                <c:pt idx="5177">
                  <c:v>11:53</c:v>
                </c:pt>
                <c:pt idx="5178">
                  <c:v>11:53</c:v>
                </c:pt>
                <c:pt idx="5179">
                  <c:v>11:53</c:v>
                </c:pt>
                <c:pt idx="5180">
                  <c:v>11:53</c:v>
                </c:pt>
                <c:pt idx="5181">
                  <c:v>11:53</c:v>
                </c:pt>
                <c:pt idx="5182">
                  <c:v>11:53</c:v>
                </c:pt>
                <c:pt idx="5183">
                  <c:v>11:53</c:v>
                </c:pt>
                <c:pt idx="5184">
                  <c:v>11:53</c:v>
                </c:pt>
                <c:pt idx="5185">
                  <c:v>11:53</c:v>
                </c:pt>
                <c:pt idx="5186">
                  <c:v>11:53</c:v>
                </c:pt>
                <c:pt idx="5187">
                  <c:v>11:53</c:v>
                </c:pt>
                <c:pt idx="5188">
                  <c:v>11:53</c:v>
                </c:pt>
                <c:pt idx="5189">
                  <c:v>11:53</c:v>
                </c:pt>
                <c:pt idx="5190">
                  <c:v>11:54</c:v>
                </c:pt>
                <c:pt idx="5191">
                  <c:v>11:54</c:v>
                </c:pt>
                <c:pt idx="5192">
                  <c:v>11:54</c:v>
                </c:pt>
                <c:pt idx="5193">
                  <c:v>11:54</c:v>
                </c:pt>
                <c:pt idx="5194">
                  <c:v>11:54</c:v>
                </c:pt>
                <c:pt idx="5195">
                  <c:v>11:54</c:v>
                </c:pt>
                <c:pt idx="5196">
                  <c:v>11:54</c:v>
                </c:pt>
                <c:pt idx="5197">
                  <c:v>11:54</c:v>
                </c:pt>
                <c:pt idx="5198">
                  <c:v>11:54</c:v>
                </c:pt>
                <c:pt idx="5199">
                  <c:v>11:54</c:v>
                </c:pt>
                <c:pt idx="5200">
                  <c:v>11:54</c:v>
                </c:pt>
                <c:pt idx="5201">
                  <c:v>11:54</c:v>
                </c:pt>
                <c:pt idx="5202">
                  <c:v>11:54</c:v>
                </c:pt>
                <c:pt idx="5203">
                  <c:v>11:54</c:v>
                </c:pt>
                <c:pt idx="5204">
                  <c:v>11:54</c:v>
                </c:pt>
                <c:pt idx="5205">
                  <c:v>11:54</c:v>
                </c:pt>
                <c:pt idx="5206">
                  <c:v>11:54</c:v>
                </c:pt>
                <c:pt idx="5207">
                  <c:v>11:54</c:v>
                </c:pt>
                <c:pt idx="5208">
                  <c:v>11:54</c:v>
                </c:pt>
                <c:pt idx="5209">
                  <c:v>11:54</c:v>
                </c:pt>
                <c:pt idx="5210">
                  <c:v>11:54</c:v>
                </c:pt>
                <c:pt idx="5211">
                  <c:v>11:54</c:v>
                </c:pt>
                <c:pt idx="5212">
                  <c:v>11:54</c:v>
                </c:pt>
                <c:pt idx="5213">
                  <c:v>11:54</c:v>
                </c:pt>
                <c:pt idx="5214">
                  <c:v>11:54</c:v>
                </c:pt>
                <c:pt idx="5215">
                  <c:v>11:54</c:v>
                </c:pt>
                <c:pt idx="5216">
                  <c:v>11:54</c:v>
                </c:pt>
                <c:pt idx="5217">
                  <c:v>11:54</c:v>
                </c:pt>
                <c:pt idx="5218">
                  <c:v>11:54</c:v>
                </c:pt>
                <c:pt idx="5219">
                  <c:v>11:54</c:v>
                </c:pt>
                <c:pt idx="5220">
                  <c:v>11:55</c:v>
                </c:pt>
                <c:pt idx="5221">
                  <c:v>11:55</c:v>
                </c:pt>
                <c:pt idx="5222">
                  <c:v>11:55</c:v>
                </c:pt>
                <c:pt idx="5223">
                  <c:v>11:55</c:v>
                </c:pt>
                <c:pt idx="5224">
                  <c:v>11:55</c:v>
                </c:pt>
                <c:pt idx="5225">
                  <c:v>11:55</c:v>
                </c:pt>
                <c:pt idx="5226">
                  <c:v>11:55</c:v>
                </c:pt>
                <c:pt idx="5227">
                  <c:v>11:55</c:v>
                </c:pt>
                <c:pt idx="5228">
                  <c:v>11:55</c:v>
                </c:pt>
                <c:pt idx="5229">
                  <c:v>11:55</c:v>
                </c:pt>
                <c:pt idx="5230">
                  <c:v>11:55</c:v>
                </c:pt>
                <c:pt idx="5231">
                  <c:v>11:55</c:v>
                </c:pt>
                <c:pt idx="5232">
                  <c:v>11:55</c:v>
                </c:pt>
                <c:pt idx="5233">
                  <c:v>11:55</c:v>
                </c:pt>
                <c:pt idx="5234">
                  <c:v>11:55</c:v>
                </c:pt>
                <c:pt idx="5235">
                  <c:v>11:55</c:v>
                </c:pt>
                <c:pt idx="5236">
                  <c:v>11:55</c:v>
                </c:pt>
                <c:pt idx="5237">
                  <c:v>11:55</c:v>
                </c:pt>
                <c:pt idx="5238">
                  <c:v>11:55</c:v>
                </c:pt>
                <c:pt idx="5239">
                  <c:v>11:55</c:v>
                </c:pt>
                <c:pt idx="5240">
                  <c:v>11:55</c:v>
                </c:pt>
                <c:pt idx="5241">
                  <c:v>11:55</c:v>
                </c:pt>
                <c:pt idx="5242">
                  <c:v>11:55</c:v>
                </c:pt>
                <c:pt idx="5243">
                  <c:v>11:55</c:v>
                </c:pt>
                <c:pt idx="5244">
                  <c:v>11:55</c:v>
                </c:pt>
                <c:pt idx="5245">
                  <c:v>11:55</c:v>
                </c:pt>
                <c:pt idx="5246">
                  <c:v>11:55</c:v>
                </c:pt>
                <c:pt idx="5247">
                  <c:v>11:55</c:v>
                </c:pt>
                <c:pt idx="5248">
                  <c:v>11:55</c:v>
                </c:pt>
                <c:pt idx="5249">
                  <c:v>11:55</c:v>
                </c:pt>
                <c:pt idx="5250">
                  <c:v>11:56</c:v>
                </c:pt>
                <c:pt idx="5251">
                  <c:v>11:56</c:v>
                </c:pt>
                <c:pt idx="5252">
                  <c:v>11:56</c:v>
                </c:pt>
                <c:pt idx="5253">
                  <c:v>11:56</c:v>
                </c:pt>
                <c:pt idx="5254">
                  <c:v>11:56</c:v>
                </c:pt>
                <c:pt idx="5255">
                  <c:v>11:56</c:v>
                </c:pt>
                <c:pt idx="5256">
                  <c:v>11:56</c:v>
                </c:pt>
                <c:pt idx="5257">
                  <c:v>11:56</c:v>
                </c:pt>
                <c:pt idx="5258">
                  <c:v>11:56</c:v>
                </c:pt>
                <c:pt idx="5259">
                  <c:v>11:56</c:v>
                </c:pt>
                <c:pt idx="5260">
                  <c:v>11:56</c:v>
                </c:pt>
                <c:pt idx="5261">
                  <c:v>11:56</c:v>
                </c:pt>
                <c:pt idx="5262">
                  <c:v>11:56</c:v>
                </c:pt>
                <c:pt idx="5263">
                  <c:v>11:56</c:v>
                </c:pt>
                <c:pt idx="5264">
                  <c:v>11:56</c:v>
                </c:pt>
                <c:pt idx="5265">
                  <c:v>11:56</c:v>
                </c:pt>
                <c:pt idx="5266">
                  <c:v>11:56</c:v>
                </c:pt>
                <c:pt idx="5267">
                  <c:v>11:56</c:v>
                </c:pt>
                <c:pt idx="5268">
                  <c:v>11:56</c:v>
                </c:pt>
                <c:pt idx="5269">
                  <c:v>11:56</c:v>
                </c:pt>
                <c:pt idx="5270">
                  <c:v>11:56</c:v>
                </c:pt>
                <c:pt idx="5271">
                  <c:v>11:56</c:v>
                </c:pt>
                <c:pt idx="5272">
                  <c:v>11:56</c:v>
                </c:pt>
                <c:pt idx="5273">
                  <c:v>11:56</c:v>
                </c:pt>
                <c:pt idx="5274">
                  <c:v>11:56</c:v>
                </c:pt>
                <c:pt idx="5275">
                  <c:v>11:56</c:v>
                </c:pt>
                <c:pt idx="5276">
                  <c:v>11:56</c:v>
                </c:pt>
                <c:pt idx="5277">
                  <c:v>11:56</c:v>
                </c:pt>
                <c:pt idx="5278">
                  <c:v>11:56</c:v>
                </c:pt>
                <c:pt idx="5279">
                  <c:v>11:56</c:v>
                </c:pt>
                <c:pt idx="5280">
                  <c:v>11:57</c:v>
                </c:pt>
                <c:pt idx="5281">
                  <c:v>11:57</c:v>
                </c:pt>
                <c:pt idx="5282">
                  <c:v>11:57</c:v>
                </c:pt>
                <c:pt idx="5283">
                  <c:v>11:57</c:v>
                </c:pt>
                <c:pt idx="5284">
                  <c:v>11:57</c:v>
                </c:pt>
                <c:pt idx="5285">
                  <c:v>11:57</c:v>
                </c:pt>
                <c:pt idx="5286">
                  <c:v>11:57</c:v>
                </c:pt>
                <c:pt idx="5287">
                  <c:v>11:57</c:v>
                </c:pt>
                <c:pt idx="5288">
                  <c:v>11:57</c:v>
                </c:pt>
                <c:pt idx="5289">
                  <c:v>11:57</c:v>
                </c:pt>
                <c:pt idx="5290">
                  <c:v>11:57</c:v>
                </c:pt>
                <c:pt idx="5291">
                  <c:v>11:57</c:v>
                </c:pt>
                <c:pt idx="5292">
                  <c:v>11:57</c:v>
                </c:pt>
                <c:pt idx="5293">
                  <c:v>11:57</c:v>
                </c:pt>
                <c:pt idx="5294">
                  <c:v>11:57</c:v>
                </c:pt>
                <c:pt idx="5295">
                  <c:v>11:57</c:v>
                </c:pt>
                <c:pt idx="5296">
                  <c:v>11:57</c:v>
                </c:pt>
                <c:pt idx="5297">
                  <c:v>11:57</c:v>
                </c:pt>
                <c:pt idx="5298">
                  <c:v>11:57</c:v>
                </c:pt>
                <c:pt idx="5299">
                  <c:v>11:57</c:v>
                </c:pt>
                <c:pt idx="5300">
                  <c:v>11:57</c:v>
                </c:pt>
                <c:pt idx="5301">
                  <c:v>11:57</c:v>
                </c:pt>
                <c:pt idx="5302">
                  <c:v>11:57</c:v>
                </c:pt>
                <c:pt idx="5303">
                  <c:v>11:57</c:v>
                </c:pt>
                <c:pt idx="5304">
                  <c:v>11:57</c:v>
                </c:pt>
                <c:pt idx="5305">
                  <c:v>11:57</c:v>
                </c:pt>
                <c:pt idx="5306">
                  <c:v>11:57</c:v>
                </c:pt>
                <c:pt idx="5307">
                  <c:v>11:57</c:v>
                </c:pt>
                <c:pt idx="5308">
                  <c:v>11:57</c:v>
                </c:pt>
                <c:pt idx="5309">
                  <c:v>11:57</c:v>
                </c:pt>
                <c:pt idx="5310">
                  <c:v>11:58</c:v>
                </c:pt>
                <c:pt idx="5311">
                  <c:v>11:58</c:v>
                </c:pt>
                <c:pt idx="5312">
                  <c:v>11:58</c:v>
                </c:pt>
                <c:pt idx="5313">
                  <c:v>11:58</c:v>
                </c:pt>
                <c:pt idx="5314">
                  <c:v>11:58</c:v>
                </c:pt>
                <c:pt idx="5315">
                  <c:v>11:58</c:v>
                </c:pt>
                <c:pt idx="5316">
                  <c:v>11:58</c:v>
                </c:pt>
                <c:pt idx="5317">
                  <c:v>11:58</c:v>
                </c:pt>
                <c:pt idx="5318">
                  <c:v>11:58</c:v>
                </c:pt>
                <c:pt idx="5319">
                  <c:v>11:58</c:v>
                </c:pt>
                <c:pt idx="5320">
                  <c:v>11:58</c:v>
                </c:pt>
                <c:pt idx="5321">
                  <c:v>11:58</c:v>
                </c:pt>
                <c:pt idx="5322">
                  <c:v>11:58</c:v>
                </c:pt>
                <c:pt idx="5323">
                  <c:v>11:58</c:v>
                </c:pt>
                <c:pt idx="5324">
                  <c:v>11:58</c:v>
                </c:pt>
                <c:pt idx="5325">
                  <c:v>11:58</c:v>
                </c:pt>
                <c:pt idx="5326">
                  <c:v>11:58</c:v>
                </c:pt>
                <c:pt idx="5327">
                  <c:v>11:58</c:v>
                </c:pt>
                <c:pt idx="5328">
                  <c:v>11:58</c:v>
                </c:pt>
                <c:pt idx="5329">
                  <c:v>11:58</c:v>
                </c:pt>
                <c:pt idx="5330">
                  <c:v>11:58</c:v>
                </c:pt>
                <c:pt idx="5331">
                  <c:v>11:58</c:v>
                </c:pt>
                <c:pt idx="5332">
                  <c:v>11:58</c:v>
                </c:pt>
                <c:pt idx="5333">
                  <c:v>11:58</c:v>
                </c:pt>
                <c:pt idx="5334">
                  <c:v>11:58</c:v>
                </c:pt>
                <c:pt idx="5335">
                  <c:v>11:58</c:v>
                </c:pt>
                <c:pt idx="5336">
                  <c:v>11:58</c:v>
                </c:pt>
                <c:pt idx="5337">
                  <c:v>11:58</c:v>
                </c:pt>
                <c:pt idx="5338">
                  <c:v>11:58</c:v>
                </c:pt>
                <c:pt idx="5339">
                  <c:v>11:58</c:v>
                </c:pt>
                <c:pt idx="5340">
                  <c:v>11:59</c:v>
                </c:pt>
                <c:pt idx="5341">
                  <c:v>11:59</c:v>
                </c:pt>
                <c:pt idx="5342">
                  <c:v>11:59</c:v>
                </c:pt>
                <c:pt idx="5343">
                  <c:v>11:59</c:v>
                </c:pt>
                <c:pt idx="5344">
                  <c:v>11:59</c:v>
                </c:pt>
                <c:pt idx="5345">
                  <c:v>11:59</c:v>
                </c:pt>
                <c:pt idx="5346">
                  <c:v>11:59</c:v>
                </c:pt>
                <c:pt idx="5347">
                  <c:v>11:59</c:v>
                </c:pt>
                <c:pt idx="5348">
                  <c:v>11:59</c:v>
                </c:pt>
                <c:pt idx="5349">
                  <c:v>11:59</c:v>
                </c:pt>
                <c:pt idx="5350">
                  <c:v>11:59</c:v>
                </c:pt>
                <c:pt idx="5351">
                  <c:v>11:59</c:v>
                </c:pt>
                <c:pt idx="5352">
                  <c:v>11:59</c:v>
                </c:pt>
                <c:pt idx="5353">
                  <c:v>11:59</c:v>
                </c:pt>
                <c:pt idx="5354">
                  <c:v>11:59</c:v>
                </c:pt>
                <c:pt idx="5355">
                  <c:v>11:59</c:v>
                </c:pt>
                <c:pt idx="5356">
                  <c:v>11:59</c:v>
                </c:pt>
                <c:pt idx="5357">
                  <c:v>11:59</c:v>
                </c:pt>
                <c:pt idx="5358">
                  <c:v>11:59</c:v>
                </c:pt>
                <c:pt idx="5359">
                  <c:v>11:59</c:v>
                </c:pt>
                <c:pt idx="5360">
                  <c:v>11:59</c:v>
                </c:pt>
                <c:pt idx="5361">
                  <c:v>11:59</c:v>
                </c:pt>
                <c:pt idx="5362">
                  <c:v>11:59</c:v>
                </c:pt>
                <c:pt idx="5363">
                  <c:v>11:59</c:v>
                </c:pt>
                <c:pt idx="5364">
                  <c:v>11:59</c:v>
                </c:pt>
                <c:pt idx="5365">
                  <c:v>11:59</c:v>
                </c:pt>
                <c:pt idx="5366">
                  <c:v>11:59</c:v>
                </c:pt>
                <c:pt idx="5367">
                  <c:v>11:59</c:v>
                </c:pt>
                <c:pt idx="5368">
                  <c:v>11:59</c:v>
                </c:pt>
                <c:pt idx="5369">
                  <c:v>11:59</c:v>
                </c:pt>
                <c:pt idx="5370">
                  <c:v>12:00</c:v>
                </c:pt>
                <c:pt idx="5371">
                  <c:v>12:00</c:v>
                </c:pt>
                <c:pt idx="5372">
                  <c:v>12:00</c:v>
                </c:pt>
                <c:pt idx="5373">
                  <c:v>12:00</c:v>
                </c:pt>
                <c:pt idx="5374">
                  <c:v>12:00</c:v>
                </c:pt>
                <c:pt idx="5375">
                  <c:v>12:00</c:v>
                </c:pt>
                <c:pt idx="5376">
                  <c:v>12:00</c:v>
                </c:pt>
                <c:pt idx="5377">
                  <c:v>12:00</c:v>
                </c:pt>
                <c:pt idx="5378">
                  <c:v>12:00</c:v>
                </c:pt>
                <c:pt idx="5379">
                  <c:v>12:00</c:v>
                </c:pt>
                <c:pt idx="5380">
                  <c:v>12:00</c:v>
                </c:pt>
                <c:pt idx="5381">
                  <c:v>12:00</c:v>
                </c:pt>
                <c:pt idx="5382">
                  <c:v>12:00</c:v>
                </c:pt>
                <c:pt idx="5383">
                  <c:v>12:00</c:v>
                </c:pt>
                <c:pt idx="5384">
                  <c:v>12:00</c:v>
                </c:pt>
                <c:pt idx="5385">
                  <c:v>12:00</c:v>
                </c:pt>
                <c:pt idx="5386">
                  <c:v>12:00</c:v>
                </c:pt>
                <c:pt idx="5387">
                  <c:v>12:00</c:v>
                </c:pt>
                <c:pt idx="5388">
                  <c:v>12:00</c:v>
                </c:pt>
                <c:pt idx="5389">
                  <c:v>12:00</c:v>
                </c:pt>
                <c:pt idx="5390">
                  <c:v>12:00</c:v>
                </c:pt>
                <c:pt idx="5391">
                  <c:v>12:00</c:v>
                </c:pt>
                <c:pt idx="5392">
                  <c:v>12:00</c:v>
                </c:pt>
                <c:pt idx="5393">
                  <c:v>12:00</c:v>
                </c:pt>
                <c:pt idx="5394">
                  <c:v>12:00</c:v>
                </c:pt>
                <c:pt idx="5395">
                  <c:v>12:00</c:v>
                </c:pt>
                <c:pt idx="5396">
                  <c:v>12:00</c:v>
                </c:pt>
                <c:pt idx="5397">
                  <c:v>12:00</c:v>
                </c:pt>
                <c:pt idx="5398">
                  <c:v>12:00</c:v>
                </c:pt>
                <c:pt idx="5399">
                  <c:v>12:00</c:v>
                </c:pt>
                <c:pt idx="5400">
                  <c:v>12:01</c:v>
                </c:pt>
                <c:pt idx="5401">
                  <c:v>12:01</c:v>
                </c:pt>
                <c:pt idx="5402">
                  <c:v>12:01</c:v>
                </c:pt>
                <c:pt idx="5403">
                  <c:v>12:01</c:v>
                </c:pt>
                <c:pt idx="5404">
                  <c:v>12:01</c:v>
                </c:pt>
                <c:pt idx="5405">
                  <c:v>12:01</c:v>
                </c:pt>
                <c:pt idx="5406">
                  <c:v>12:01</c:v>
                </c:pt>
                <c:pt idx="5407">
                  <c:v>12:01</c:v>
                </c:pt>
                <c:pt idx="5408">
                  <c:v>12:01</c:v>
                </c:pt>
                <c:pt idx="5409">
                  <c:v>12:01</c:v>
                </c:pt>
                <c:pt idx="5410">
                  <c:v>12:01</c:v>
                </c:pt>
                <c:pt idx="5411">
                  <c:v>12:01</c:v>
                </c:pt>
                <c:pt idx="5412">
                  <c:v>12:01</c:v>
                </c:pt>
                <c:pt idx="5413">
                  <c:v>12:01</c:v>
                </c:pt>
                <c:pt idx="5414">
                  <c:v>12:01</c:v>
                </c:pt>
                <c:pt idx="5415">
                  <c:v>12:01</c:v>
                </c:pt>
                <c:pt idx="5416">
                  <c:v>12:01</c:v>
                </c:pt>
                <c:pt idx="5417">
                  <c:v>12:01</c:v>
                </c:pt>
                <c:pt idx="5418">
                  <c:v>12:01</c:v>
                </c:pt>
                <c:pt idx="5419">
                  <c:v>12:01</c:v>
                </c:pt>
                <c:pt idx="5420">
                  <c:v>12:01</c:v>
                </c:pt>
                <c:pt idx="5421">
                  <c:v>12:01</c:v>
                </c:pt>
                <c:pt idx="5422">
                  <c:v>12:01</c:v>
                </c:pt>
                <c:pt idx="5423">
                  <c:v>12:01</c:v>
                </c:pt>
                <c:pt idx="5424">
                  <c:v>12:01</c:v>
                </c:pt>
                <c:pt idx="5425">
                  <c:v>12:01</c:v>
                </c:pt>
                <c:pt idx="5426">
                  <c:v>12:01</c:v>
                </c:pt>
                <c:pt idx="5427">
                  <c:v>12:01</c:v>
                </c:pt>
                <c:pt idx="5428">
                  <c:v>12:01</c:v>
                </c:pt>
                <c:pt idx="5429">
                  <c:v>12:01</c:v>
                </c:pt>
                <c:pt idx="5430">
                  <c:v>12:02</c:v>
                </c:pt>
                <c:pt idx="5431">
                  <c:v>12:02</c:v>
                </c:pt>
                <c:pt idx="5432">
                  <c:v>12:02</c:v>
                </c:pt>
                <c:pt idx="5433">
                  <c:v>12:02</c:v>
                </c:pt>
                <c:pt idx="5434">
                  <c:v>12:02</c:v>
                </c:pt>
                <c:pt idx="5435">
                  <c:v>12:02</c:v>
                </c:pt>
                <c:pt idx="5436">
                  <c:v>12:02</c:v>
                </c:pt>
                <c:pt idx="5437">
                  <c:v>12:02</c:v>
                </c:pt>
                <c:pt idx="5438">
                  <c:v>12:02</c:v>
                </c:pt>
                <c:pt idx="5439">
                  <c:v>12:02</c:v>
                </c:pt>
                <c:pt idx="5440">
                  <c:v>12:02</c:v>
                </c:pt>
                <c:pt idx="5441">
                  <c:v>12:02</c:v>
                </c:pt>
                <c:pt idx="5442">
                  <c:v>12:02</c:v>
                </c:pt>
                <c:pt idx="5443">
                  <c:v>12:02</c:v>
                </c:pt>
                <c:pt idx="5444">
                  <c:v>12:02</c:v>
                </c:pt>
                <c:pt idx="5445">
                  <c:v>12:02</c:v>
                </c:pt>
                <c:pt idx="5446">
                  <c:v>12:02</c:v>
                </c:pt>
                <c:pt idx="5447">
                  <c:v>12:02</c:v>
                </c:pt>
                <c:pt idx="5448">
                  <c:v>12:02</c:v>
                </c:pt>
                <c:pt idx="5449">
                  <c:v>12:02</c:v>
                </c:pt>
                <c:pt idx="5450">
                  <c:v>12:02</c:v>
                </c:pt>
                <c:pt idx="5451">
                  <c:v>12:02</c:v>
                </c:pt>
                <c:pt idx="5452">
                  <c:v>12:02</c:v>
                </c:pt>
                <c:pt idx="5453">
                  <c:v>12:02</c:v>
                </c:pt>
                <c:pt idx="5454">
                  <c:v>12:02</c:v>
                </c:pt>
                <c:pt idx="5455">
                  <c:v>12:02</c:v>
                </c:pt>
                <c:pt idx="5456">
                  <c:v>12:02</c:v>
                </c:pt>
                <c:pt idx="5457">
                  <c:v>12:02</c:v>
                </c:pt>
                <c:pt idx="5458">
                  <c:v>12:02</c:v>
                </c:pt>
                <c:pt idx="5459">
                  <c:v>12:02</c:v>
                </c:pt>
                <c:pt idx="5460">
                  <c:v>12:03</c:v>
                </c:pt>
                <c:pt idx="5461">
                  <c:v>12:03</c:v>
                </c:pt>
                <c:pt idx="5462">
                  <c:v>12:03</c:v>
                </c:pt>
                <c:pt idx="5463">
                  <c:v>12:03</c:v>
                </c:pt>
                <c:pt idx="5464">
                  <c:v>12:03</c:v>
                </c:pt>
                <c:pt idx="5465">
                  <c:v>12:03</c:v>
                </c:pt>
                <c:pt idx="5466">
                  <c:v>12:03</c:v>
                </c:pt>
                <c:pt idx="5467">
                  <c:v>12:03</c:v>
                </c:pt>
                <c:pt idx="5468">
                  <c:v>12:03</c:v>
                </c:pt>
                <c:pt idx="5469">
                  <c:v>12:03</c:v>
                </c:pt>
                <c:pt idx="5470">
                  <c:v>12:03</c:v>
                </c:pt>
                <c:pt idx="5471">
                  <c:v>12:03</c:v>
                </c:pt>
                <c:pt idx="5472">
                  <c:v>12:03</c:v>
                </c:pt>
                <c:pt idx="5473">
                  <c:v>12:03</c:v>
                </c:pt>
                <c:pt idx="5474">
                  <c:v>12:03</c:v>
                </c:pt>
                <c:pt idx="5475">
                  <c:v>12:03</c:v>
                </c:pt>
                <c:pt idx="5476">
                  <c:v>12:03</c:v>
                </c:pt>
                <c:pt idx="5477">
                  <c:v>12:03</c:v>
                </c:pt>
                <c:pt idx="5478">
                  <c:v>12:03</c:v>
                </c:pt>
                <c:pt idx="5479">
                  <c:v>12:03</c:v>
                </c:pt>
                <c:pt idx="5480">
                  <c:v>12:03</c:v>
                </c:pt>
                <c:pt idx="5481">
                  <c:v>12:03</c:v>
                </c:pt>
                <c:pt idx="5482">
                  <c:v>12:03</c:v>
                </c:pt>
                <c:pt idx="5483">
                  <c:v>12:03</c:v>
                </c:pt>
                <c:pt idx="5484">
                  <c:v>12:03</c:v>
                </c:pt>
                <c:pt idx="5485">
                  <c:v>12:03</c:v>
                </c:pt>
                <c:pt idx="5486">
                  <c:v>12:03</c:v>
                </c:pt>
                <c:pt idx="5487">
                  <c:v>12:03</c:v>
                </c:pt>
                <c:pt idx="5488">
                  <c:v>12:03</c:v>
                </c:pt>
                <c:pt idx="5489">
                  <c:v>12:03</c:v>
                </c:pt>
                <c:pt idx="5490">
                  <c:v>12:04</c:v>
                </c:pt>
                <c:pt idx="5491">
                  <c:v>12:04</c:v>
                </c:pt>
                <c:pt idx="5492">
                  <c:v>12:04</c:v>
                </c:pt>
                <c:pt idx="5493">
                  <c:v>12:04</c:v>
                </c:pt>
                <c:pt idx="5494">
                  <c:v>12:04</c:v>
                </c:pt>
                <c:pt idx="5495">
                  <c:v>12:04</c:v>
                </c:pt>
                <c:pt idx="5496">
                  <c:v>12:04</c:v>
                </c:pt>
                <c:pt idx="5497">
                  <c:v>12:04</c:v>
                </c:pt>
                <c:pt idx="5498">
                  <c:v>12:04</c:v>
                </c:pt>
                <c:pt idx="5499">
                  <c:v>12:04</c:v>
                </c:pt>
                <c:pt idx="5500">
                  <c:v>12:04</c:v>
                </c:pt>
                <c:pt idx="5501">
                  <c:v>12:04</c:v>
                </c:pt>
                <c:pt idx="5502">
                  <c:v>12:04</c:v>
                </c:pt>
                <c:pt idx="5503">
                  <c:v>12:04</c:v>
                </c:pt>
                <c:pt idx="5504">
                  <c:v>12:04</c:v>
                </c:pt>
                <c:pt idx="5505">
                  <c:v>12:04</c:v>
                </c:pt>
                <c:pt idx="5506">
                  <c:v>12:04</c:v>
                </c:pt>
                <c:pt idx="5507">
                  <c:v>12:04</c:v>
                </c:pt>
                <c:pt idx="5508">
                  <c:v>12:04</c:v>
                </c:pt>
                <c:pt idx="5509">
                  <c:v>12:04</c:v>
                </c:pt>
                <c:pt idx="5510">
                  <c:v>12:04</c:v>
                </c:pt>
                <c:pt idx="5511">
                  <c:v>12:04</c:v>
                </c:pt>
                <c:pt idx="5512">
                  <c:v>12:04</c:v>
                </c:pt>
                <c:pt idx="5513">
                  <c:v>12:04</c:v>
                </c:pt>
                <c:pt idx="5514">
                  <c:v>12:04</c:v>
                </c:pt>
                <c:pt idx="5515">
                  <c:v>12:04</c:v>
                </c:pt>
                <c:pt idx="5516">
                  <c:v>12:04</c:v>
                </c:pt>
                <c:pt idx="5517">
                  <c:v>12:04</c:v>
                </c:pt>
                <c:pt idx="5518">
                  <c:v>12:04</c:v>
                </c:pt>
                <c:pt idx="5519">
                  <c:v>12:04</c:v>
                </c:pt>
                <c:pt idx="5520">
                  <c:v>12:05</c:v>
                </c:pt>
                <c:pt idx="5521">
                  <c:v>12:05</c:v>
                </c:pt>
                <c:pt idx="5522">
                  <c:v>12:05</c:v>
                </c:pt>
                <c:pt idx="5523">
                  <c:v>12:05</c:v>
                </c:pt>
                <c:pt idx="5524">
                  <c:v>12:05</c:v>
                </c:pt>
                <c:pt idx="5525">
                  <c:v>12:05</c:v>
                </c:pt>
                <c:pt idx="5526">
                  <c:v>12:05</c:v>
                </c:pt>
                <c:pt idx="5527">
                  <c:v>12:05</c:v>
                </c:pt>
                <c:pt idx="5528">
                  <c:v>12:05</c:v>
                </c:pt>
                <c:pt idx="5529">
                  <c:v>12:05</c:v>
                </c:pt>
                <c:pt idx="5530">
                  <c:v>12:05</c:v>
                </c:pt>
                <c:pt idx="5531">
                  <c:v>12:05</c:v>
                </c:pt>
                <c:pt idx="5532">
                  <c:v>12:05</c:v>
                </c:pt>
                <c:pt idx="5533">
                  <c:v>12:05</c:v>
                </c:pt>
                <c:pt idx="5534">
                  <c:v>12:05</c:v>
                </c:pt>
                <c:pt idx="5535">
                  <c:v>12:05</c:v>
                </c:pt>
                <c:pt idx="5536">
                  <c:v>12:05</c:v>
                </c:pt>
                <c:pt idx="5537">
                  <c:v>12:05</c:v>
                </c:pt>
                <c:pt idx="5538">
                  <c:v>12:05</c:v>
                </c:pt>
                <c:pt idx="5539">
                  <c:v>12:05</c:v>
                </c:pt>
                <c:pt idx="5540">
                  <c:v>12:05</c:v>
                </c:pt>
                <c:pt idx="5541">
                  <c:v>12:05</c:v>
                </c:pt>
                <c:pt idx="5542">
                  <c:v>12:05</c:v>
                </c:pt>
                <c:pt idx="5543">
                  <c:v>12:05</c:v>
                </c:pt>
                <c:pt idx="5544">
                  <c:v>12:05</c:v>
                </c:pt>
                <c:pt idx="5545">
                  <c:v>12:05</c:v>
                </c:pt>
                <c:pt idx="5546">
                  <c:v>12:05</c:v>
                </c:pt>
                <c:pt idx="5547">
                  <c:v>12:05</c:v>
                </c:pt>
                <c:pt idx="5548">
                  <c:v>12:05</c:v>
                </c:pt>
                <c:pt idx="5549">
                  <c:v>12:05</c:v>
                </c:pt>
                <c:pt idx="5550">
                  <c:v>12:06</c:v>
                </c:pt>
                <c:pt idx="5551">
                  <c:v>12:06</c:v>
                </c:pt>
                <c:pt idx="5552">
                  <c:v>12:06</c:v>
                </c:pt>
                <c:pt idx="5553">
                  <c:v>12:06</c:v>
                </c:pt>
                <c:pt idx="5554">
                  <c:v>12:06</c:v>
                </c:pt>
                <c:pt idx="5555">
                  <c:v>12:06</c:v>
                </c:pt>
                <c:pt idx="5556">
                  <c:v>12:06</c:v>
                </c:pt>
                <c:pt idx="5557">
                  <c:v>12:06</c:v>
                </c:pt>
                <c:pt idx="5558">
                  <c:v>12:06</c:v>
                </c:pt>
                <c:pt idx="5559">
                  <c:v>12:06</c:v>
                </c:pt>
                <c:pt idx="5560">
                  <c:v>12:06</c:v>
                </c:pt>
                <c:pt idx="5561">
                  <c:v>12:06</c:v>
                </c:pt>
                <c:pt idx="5562">
                  <c:v>12:06</c:v>
                </c:pt>
                <c:pt idx="5563">
                  <c:v>12:06</c:v>
                </c:pt>
                <c:pt idx="5564">
                  <c:v>12:06</c:v>
                </c:pt>
                <c:pt idx="5565">
                  <c:v>12:06</c:v>
                </c:pt>
                <c:pt idx="5566">
                  <c:v>12:06</c:v>
                </c:pt>
                <c:pt idx="5567">
                  <c:v>12:06</c:v>
                </c:pt>
                <c:pt idx="5568">
                  <c:v>12:06</c:v>
                </c:pt>
                <c:pt idx="5569">
                  <c:v>12:06</c:v>
                </c:pt>
                <c:pt idx="5570">
                  <c:v>12:06</c:v>
                </c:pt>
                <c:pt idx="5571">
                  <c:v>12:06</c:v>
                </c:pt>
                <c:pt idx="5572">
                  <c:v>12:06</c:v>
                </c:pt>
                <c:pt idx="5573">
                  <c:v>12:06</c:v>
                </c:pt>
                <c:pt idx="5574">
                  <c:v>12:06</c:v>
                </c:pt>
                <c:pt idx="5575">
                  <c:v>12:06</c:v>
                </c:pt>
                <c:pt idx="5576">
                  <c:v>12:06</c:v>
                </c:pt>
                <c:pt idx="5577">
                  <c:v>12:06</c:v>
                </c:pt>
                <c:pt idx="5578">
                  <c:v>12:06</c:v>
                </c:pt>
                <c:pt idx="5579">
                  <c:v>12:06</c:v>
                </c:pt>
                <c:pt idx="5580">
                  <c:v>12:07</c:v>
                </c:pt>
                <c:pt idx="5581">
                  <c:v>12:07</c:v>
                </c:pt>
                <c:pt idx="5582">
                  <c:v>12:07</c:v>
                </c:pt>
                <c:pt idx="5583">
                  <c:v>12:07</c:v>
                </c:pt>
                <c:pt idx="5584">
                  <c:v>12:07</c:v>
                </c:pt>
                <c:pt idx="5585">
                  <c:v>12:07</c:v>
                </c:pt>
                <c:pt idx="5586">
                  <c:v>12:07</c:v>
                </c:pt>
                <c:pt idx="5587">
                  <c:v>12:07</c:v>
                </c:pt>
                <c:pt idx="5588">
                  <c:v>12:07</c:v>
                </c:pt>
                <c:pt idx="5589">
                  <c:v>12:07</c:v>
                </c:pt>
                <c:pt idx="5590">
                  <c:v>12:07</c:v>
                </c:pt>
                <c:pt idx="5591">
                  <c:v>12:07</c:v>
                </c:pt>
                <c:pt idx="5592">
                  <c:v>12:07</c:v>
                </c:pt>
                <c:pt idx="5593">
                  <c:v>12:07</c:v>
                </c:pt>
                <c:pt idx="5594">
                  <c:v>12:07</c:v>
                </c:pt>
                <c:pt idx="5595">
                  <c:v>12:07</c:v>
                </c:pt>
                <c:pt idx="5596">
                  <c:v>12:07</c:v>
                </c:pt>
                <c:pt idx="5597">
                  <c:v>12:07</c:v>
                </c:pt>
                <c:pt idx="5598">
                  <c:v>12:07</c:v>
                </c:pt>
                <c:pt idx="5599">
                  <c:v>12:07</c:v>
                </c:pt>
                <c:pt idx="5600">
                  <c:v>12:07</c:v>
                </c:pt>
                <c:pt idx="5601">
                  <c:v>12:07</c:v>
                </c:pt>
                <c:pt idx="5602">
                  <c:v>12:07</c:v>
                </c:pt>
                <c:pt idx="5603">
                  <c:v>12:07</c:v>
                </c:pt>
                <c:pt idx="5604">
                  <c:v>12:07</c:v>
                </c:pt>
                <c:pt idx="5605">
                  <c:v>12:07</c:v>
                </c:pt>
                <c:pt idx="5606">
                  <c:v>12:07</c:v>
                </c:pt>
                <c:pt idx="5607">
                  <c:v>12:07</c:v>
                </c:pt>
                <c:pt idx="5608">
                  <c:v>12:07</c:v>
                </c:pt>
                <c:pt idx="5609">
                  <c:v>12:07</c:v>
                </c:pt>
                <c:pt idx="5610">
                  <c:v>12:08</c:v>
                </c:pt>
                <c:pt idx="5611">
                  <c:v>12:08</c:v>
                </c:pt>
                <c:pt idx="5612">
                  <c:v>12:08</c:v>
                </c:pt>
                <c:pt idx="5613">
                  <c:v>12:08</c:v>
                </c:pt>
                <c:pt idx="5614">
                  <c:v>12:08</c:v>
                </c:pt>
                <c:pt idx="5615">
                  <c:v>12:08</c:v>
                </c:pt>
                <c:pt idx="5616">
                  <c:v>12:08</c:v>
                </c:pt>
                <c:pt idx="5617">
                  <c:v>12:08</c:v>
                </c:pt>
                <c:pt idx="5618">
                  <c:v>12:08</c:v>
                </c:pt>
                <c:pt idx="5619">
                  <c:v>12:08</c:v>
                </c:pt>
                <c:pt idx="5620">
                  <c:v>12:08</c:v>
                </c:pt>
                <c:pt idx="5621">
                  <c:v>12:08</c:v>
                </c:pt>
                <c:pt idx="5622">
                  <c:v>12:08</c:v>
                </c:pt>
                <c:pt idx="5623">
                  <c:v>12:08</c:v>
                </c:pt>
                <c:pt idx="5624">
                  <c:v>12:08</c:v>
                </c:pt>
                <c:pt idx="5625">
                  <c:v>12:08</c:v>
                </c:pt>
                <c:pt idx="5626">
                  <c:v>12:08</c:v>
                </c:pt>
                <c:pt idx="5627">
                  <c:v>12:08</c:v>
                </c:pt>
                <c:pt idx="5628">
                  <c:v>12:08</c:v>
                </c:pt>
                <c:pt idx="5629">
                  <c:v>12:08</c:v>
                </c:pt>
                <c:pt idx="5630">
                  <c:v>12:08</c:v>
                </c:pt>
                <c:pt idx="5631">
                  <c:v>12:08</c:v>
                </c:pt>
                <c:pt idx="5632">
                  <c:v>12:08</c:v>
                </c:pt>
                <c:pt idx="5633">
                  <c:v>12:08</c:v>
                </c:pt>
                <c:pt idx="5634">
                  <c:v>12:08</c:v>
                </c:pt>
                <c:pt idx="5635">
                  <c:v>12:08</c:v>
                </c:pt>
                <c:pt idx="5636">
                  <c:v>12:08</c:v>
                </c:pt>
                <c:pt idx="5637">
                  <c:v>12:08</c:v>
                </c:pt>
                <c:pt idx="5638">
                  <c:v>12:08</c:v>
                </c:pt>
                <c:pt idx="5639">
                  <c:v>12:08</c:v>
                </c:pt>
                <c:pt idx="5640">
                  <c:v>12:09</c:v>
                </c:pt>
                <c:pt idx="5641">
                  <c:v>12:09</c:v>
                </c:pt>
                <c:pt idx="5642">
                  <c:v>12:09</c:v>
                </c:pt>
                <c:pt idx="5643">
                  <c:v>12:09</c:v>
                </c:pt>
                <c:pt idx="5644">
                  <c:v>12:09</c:v>
                </c:pt>
                <c:pt idx="5645">
                  <c:v>12:09</c:v>
                </c:pt>
                <c:pt idx="5646">
                  <c:v>12:09</c:v>
                </c:pt>
                <c:pt idx="5647">
                  <c:v>12:09</c:v>
                </c:pt>
                <c:pt idx="5648">
                  <c:v>12:09</c:v>
                </c:pt>
                <c:pt idx="5649">
                  <c:v>12:09</c:v>
                </c:pt>
                <c:pt idx="5650">
                  <c:v>12:09</c:v>
                </c:pt>
                <c:pt idx="5651">
                  <c:v>12:09</c:v>
                </c:pt>
                <c:pt idx="5652">
                  <c:v>12:09</c:v>
                </c:pt>
                <c:pt idx="5653">
                  <c:v>12:09</c:v>
                </c:pt>
                <c:pt idx="5654">
                  <c:v>12:09</c:v>
                </c:pt>
                <c:pt idx="5655">
                  <c:v>12:09</c:v>
                </c:pt>
                <c:pt idx="5656">
                  <c:v>12:09</c:v>
                </c:pt>
                <c:pt idx="5657">
                  <c:v>12:09</c:v>
                </c:pt>
                <c:pt idx="5658">
                  <c:v>12:09</c:v>
                </c:pt>
                <c:pt idx="5659">
                  <c:v>12:09</c:v>
                </c:pt>
                <c:pt idx="5660">
                  <c:v>12:09</c:v>
                </c:pt>
                <c:pt idx="5661">
                  <c:v>12:09</c:v>
                </c:pt>
                <c:pt idx="5662">
                  <c:v>12:09</c:v>
                </c:pt>
                <c:pt idx="5663">
                  <c:v>12:09</c:v>
                </c:pt>
                <c:pt idx="5664">
                  <c:v>12:09</c:v>
                </c:pt>
                <c:pt idx="5665">
                  <c:v>12:09</c:v>
                </c:pt>
                <c:pt idx="5666">
                  <c:v>12:09</c:v>
                </c:pt>
                <c:pt idx="5667">
                  <c:v>12:09</c:v>
                </c:pt>
                <c:pt idx="5668">
                  <c:v>12:09</c:v>
                </c:pt>
                <c:pt idx="5669">
                  <c:v>12:09</c:v>
                </c:pt>
                <c:pt idx="5670">
                  <c:v>12:10</c:v>
                </c:pt>
                <c:pt idx="5671">
                  <c:v>12:10</c:v>
                </c:pt>
                <c:pt idx="5672">
                  <c:v>12:10</c:v>
                </c:pt>
                <c:pt idx="5673">
                  <c:v>12:10</c:v>
                </c:pt>
                <c:pt idx="5674">
                  <c:v>12:10</c:v>
                </c:pt>
                <c:pt idx="5675">
                  <c:v>12:10</c:v>
                </c:pt>
                <c:pt idx="5676">
                  <c:v>12:10</c:v>
                </c:pt>
                <c:pt idx="5677">
                  <c:v>12:10</c:v>
                </c:pt>
                <c:pt idx="5678">
                  <c:v>12:10</c:v>
                </c:pt>
                <c:pt idx="5679">
                  <c:v>12:10</c:v>
                </c:pt>
                <c:pt idx="5680">
                  <c:v>12:10</c:v>
                </c:pt>
                <c:pt idx="5681">
                  <c:v>12:10</c:v>
                </c:pt>
                <c:pt idx="5682">
                  <c:v>12:10</c:v>
                </c:pt>
                <c:pt idx="5683">
                  <c:v>12:10</c:v>
                </c:pt>
                <c:pt idx="5684">
                  <c:v>12:10</c:v>
                </c:pt>
                <c:pt idx="5685">
                  <c:v>12:10</c:v>
                </c:pt>
                <c:pt idx="5686">
                  <c:v>12:10</c:v>
                </c:pt>
                <c:pt idx="5687">
                  <c:v>12:10</c:v>
                </c:pt>
                <c:pt idx="5688">
                  <c:v>12:10</c:v>
                </c:pt>
                <c:pt idx="5689">
                  <c:v>12:10</c:v>
                </c:pt>
                <c:pt idx="5690">
                  <c:v>12:10</c:v>
                </c:pt>
                <c:pt idx="5691">
                  <c:v>12:10</c:v>
                </c:pt>
                <c:pt idx="5692">
                  <c:v>12:10</c:v>
                </c:pt>
                <c:pt idx="5693">
                  <c:v>12:10</c:v>
                </c:pt>
                <c:pt idx="5694">
                  <c:v>12:10</c:v>
                </c:pt>
                <c:pt idx="5695">
                  <c:v>12:10</c:v>
                </c:pt>
                <c:pt idx="5696">
                  <c:v>12:10</c:v>
                </c:pt>
                <c:pt idx="5697">
                  <c:v>12:10</c:v>
                </c:pt>
                <c:pt idx="5698">
                  <c:v>12:10</c:v>
                </c:pt>
                <c:pt idx="5699">
                  <c:v>12:10</c:v>
                </c:pt>
                <c:pt idx="5700">
                  <c:v>12:11</c:v>
                </c:pt>
                <c:pt idx="5701">
                  <c:v>12:11</c:v>
                </c:pt>
                <c:pt idx="5702">
                  <c:v>12:11</c:v>
                </c:pt>
                <c:pt idx="5703">
                  <c:v>12:11</c:v>
                </c:pt>
                <c:pt idx="5704">
                  <c:v>12:11</c:v>
                </c:pt>
                <c:pt idx="5705">
                  <c:v>12:11</c:v>
                </c:pt>
                <c:pt idx="5706">
                  <c:v>12:11</c:v>
                </c:pt>
                <c:pt idx="5707">
                  <c:v>12:11</c:v>
                </c:pt>
                <c:pt idx="5708">
                  <c:v>12:11</c:v>
                </c:pt>
                <c:pt idx="5709">
                  <c:v>12:11</c:v>
                </c:pt>
                <c:pt idx="5710">
                  <c:v>12:11</c:v>
                </c:pt>
                <c:pt idx="5711">
                  <c:v>12:11</c:v>
                </c:pt>
                <c:pt idx="5712">
                  <c:v>12:11</c:v>
                </c:pt>
                <c:pt idx="5713">
                  <c:v>12:11</c:v>
                </c:pt>
                <c:pt idx="5714">
                  <c:v>12:11</c:v>
                </c:pt>
                <c:pt idx="5715">
                  <c:v>12:11</c:v>
                </c:pt>
                <c:pt idx="5716">
                  <c:v>12:11</c:v>
                </c:pt>
                <c:pt idx="5717">
                  <c:v>12:11</c:v>
                </c:pt>
                <c:pt idx="5718">
                  <c:v>12:11</c:v>
                </c:pt>
                <c:pt idx="5719">
                  <c:v>12:11</c:v>
                </c:pt>
                <c:pt idx="5720">
                  <c:v>12:11</c:v>
                </c:pt>
                <c:pt idx="5721">
                  <c:v>12:11</c:v>
                </c:pt>
                <c:pt idx="5722">
                  <c:v>12:11</c:v>
                </c:pt>
                <c:pt idx="5723">
                  <c:v>12:11</c:v>
                </c:pt>
                <c:pt idx="5724">
                  <c:v>12:11</c:v>
                </c:pt>
                <c:pt idx="5725">
                  <c:v>12:11</c:v>
                </c:pt>
                <c:pt idx="5726">
                  <c:v>12:11</c:v>
                </c:pt>
                <c:pt idx="5727">
                  <c:v>12:11</c:v>
                </c:pt>
                <c:pt idx="5728">
                  <c:v>12:11</c:v>
                </c:pt>
                <c:pt idx="5729">
                  <c:v>12:11</c:v>
                </c:pt>
                <c:pt idx="5730">
                  <c:v>12:12</c:v>
                </c:pt>
                <c:pt idx="5731">
                  <c:v>12:12</c:v>
                </c:pt>
                <c:pt idx="5732">
                  <c:v>12:12</c:v>
                </c:pt>
                <c:pt idx="5733">
                  <c:v>12:12</c:v>
                </c:pt>
                <c:pt idx="5734">
                  <c:v>12:12</c:v>
                </c:pt>
                <c:pt idx="5735">
                  <c:v>12:12</c:v>
                </c:pt>
                <c:pt idx="5736">
                  <c:v>12:12</c:v>
                </c:pt>
                <c:pt idx="5737">
                  <c:v>12:12</c:v>
                </c:pt>
                <c:pt idx="5738">
                  <c:v>12:12</c:v>
                </c:pt>
                <c:pt idx="5739">
                  <c:v>12:12</c:v>
                </c:pt>
                <c:pt idx="5740">
                  <c:v>12:12</c:v>
                </c:pt>
                <c:pt idx="5741">
                  <c:v>12:12</c:v>
                </c:pt>
                <c:pt idx="5742">
                  <c:v>12:12</c:v>
                </c:pt>
                <c:pt idx="5743">
                  <c:v>12:12</c:v>
                </c:pt>
                <c:pt idx="5744">
                  <c:v>12:12</c:v>
                </c:pt>
                <c:pt idx="5745">
                  <c:v>12:12</c:v>
                </c:pt>
                <c:pt idx="5746">
                  <c:v>12:12</c:v>
                </c:pt>
                <c:pt idx="5747">
                  <c:v>12:12</c:v>
                </c:pt>
                <c:pt idx="5748">
                  <c:v>12:12</c:v>
                </c:pt>
                <c:pt idx="5749">
                  <c:v>12:12</c:v>
                </c:pt>
                <c:pt idx="5750">
                  <c:v>12:12</c:v>
                </c:pt>
                <c:pt idx="5751">
                  <c:v>12:12</c:v>
                </c:pt>
                <c:pt idx="5752">
                  <c:v>12:12</c:v>
                </c:pt>
                <c:pt idx="5753">
                  <c:v>12:12</c:v>
                </c:pt>
                <c:pt idx="5754">
                  <c:v>12:12</c:v>
                </c:pt>
                <c:pt idx="5755">
                  <c:v>12:12</c:v>
                </c:pt>
                <c:pt idx="5756">
                  <c:v>12:12</c:v>
                </c:pt>
                <c:pt idx="5757">
                  <c:v>12:12</c:v>
                </c:pt>
                <c:pt idx="5758">
                  <c:v>12:12</c:v>
                </c:pt>
                <c:pt idx="5759">
                  <c:v>12:12</c:v>
                </c:pt>
                <c:pt idx="5760">
                  <c:v>12:13</c:v>
                </c:pt>
                <c:pt idx="5761">
                  <c:v>12:13</c:v>
                </c:pt>
                <c:pt idx="5762">
                  <c:v>12:13</c:v>
                </c:pt>
                <c:pt idx="5763">
                  <c:v>12:13</c:v>
                </c:pt>
                <c:pt idx="5764">
                  <c:v>12:13</c:v>
                </c:pt>
                <c:pt idx="5765">
                  <c:v>12:13</c:v>
                </c:pt>
                <c:pt idx="5766">
                  <c:v>12:13</c:v>
                </c:pt>
                <c:pt idx="5767">
                  <c:v>12:13</c:v>
                </c:pt>
                <c:pt idx="5768">
                  <c:v>12:13</c:v>
                </c:pt>
                <c:pt idx="5769">
                  <c:v>12:13</c:v>
                </c:pt>
                <c:pt idx="5770">
                  <c:v>12:13</c:v>
                </c:pt>
                <c:pt idx="5771">
                  <c:v>12:13</c:v>
                </c:pt>
                <c:pt idx="5772">
                  <c:v>12:13</c:v>
                </c:pt>
                <c:pt idx="5773">
                  <c:v>12:13</c:v>
                </c:pt>
                <c:pt idx="5774">
                  <c:v>12:13</c:v>
                </c:pt>
                <c:pt idx="5775">
                  <c:v>12:13</c:v>
                </c:pt>
                <c:pt idx="5776">
                  <c:v>12:13</c:v>
                </c:pt>
                <c:pt idx="5777">
                  <c:v>12:13</c:v>
                </c:pt>
                <c:pt idx="5778">
                  <c:v>12:13</c:v>
                </c:pt>
                <c:pt idx="5779">
                  <c:v>12:13</c:v>
                </c:pt>
                <c:pt idx="5780">
                  <c:v>12:13</c:v>
                </c:pt>
                <c:pt idx="5781">
                  <c:v>12:13</c:v>
                </c:pt>
                <c:pt idx="5782">
                  <c:v>12:13</c:v>
                </c:pt>
                <c:pt idx="5783">
                  <c:v>12:13</c:v>
                </c:pt>
                <c:pt idx="5784">
                  <c:v>12:13</c:v>
                </c:pt>
                <c:pt idx="5785">
                  <c:v>12:13</c:v>
                </c:pt>
                <c:pt idx="5786">
                  <c:v>12:13</c:v>
                </c:pt>
                <c:pt idx="5787">
                  <c:v>12:13</c:v>
                </c:pt>
                <c:pt idx="5788">
                  <c:v>12:13</c:v>
                </c:pt>
                <c:pt idx="5789">
                  <c:v>12:13</c:v>
                </c:pt>
                <c:pt idx="5790">
                  <c:v>12:14</c:v>
                </c:pt>
                <c:pt idx="5791">
                  <c:v>12:14</c:v>
                </c:pt>
                <c:pt idx="5792">
                  <c:v>12:14</c:v>
                </c:pt>
                <c:pt idx="5793">
                  <c:v>12:14</c:v>
                </c:pt>
                <c:pt idx="5794">
                  <c:v>12:14</c:v>
                </c:pt>
                <c:pt idx="5795">
                  <c:v>12:14</c:v>
                </c:pt>
                <c:pt idx="5796">
                  <c:v>12:14</c:v>
                </c:pt>
                <c:pt idx="5797">
                  <c:v>12:14</c:v>
                </c:pt>
                <c:pt idx="5798">
                  <c:v>12:14</c:v>
                </c:pt>
                <c:pt idx="5799">
                  <c:v>12:14</c:v>
                </c:pt>
                <c:pt idx="5800">
                  <c:v>12:14</c:v>
                </c:pt>
                <c:pt idx="5801">
                  <c:v>12:14</c:v>
                </c:pt>
                <c:pt idx="5802">
                  <c:v>12:14</c:v>
                </c:pt>
                <c:pt idx="5803">
                  <c:v>12:14</c:v>
                </c:pt>
                <c:pt idx="5804">
                  <c:v>12:14</c:v>
                </c:pt>
                <c:pt idx="5805">
                  <c:v>12:14</c:v>
                </c:pt>
                <c:pt idx="5806">
                  <c:v>12:14</c:v>
                </c:pt>
                <c:pt idx="5807">
                  <c:v>12:14</c:v>
                </c:pt>
                <c:pt idx="5808">
                  <c:v>12:14</c:v>
                </c:pt>
                <c:pt idx="5809">
                  <c:v>12:14</c:v>
                </c:pt>
                <c:pt idx="5810">
                  <c:v>12:14</c:v>
                </c:pt>
                <c:pt idx="5811">
                  <c:v>12:14</c:v>
                </c:pt>
                <c:pt idx="5812">
                  <c:v>12:14</c:v>
                </c:pt>
                <c:pt idx="5813">
                  <c:v>12:14</c:v>
                </c:pt>
                <c:pt idx="5814">
                  <c:v>12:14</c:v>
                </c:pt>
                <c:pt idx="5815">
                  <c:v>12:14</c:v>
                </c:pt>
                <c:pt idx="5816">
                  <c:v>12:14</c:v>
                </c:pt>
                <c:pt idx="5817">
                  <c:v>12:14</c:v>
                </c:pt>
                <c:pt idx="5818">
                  <c:v>12:14</c:v>
                </c:pt>
                <c:pt idx="5819">
                  <c:v>12:14</c:v>
                </c:pt>
                <c:pt idx="5820">
                  <c:v>12:15</c:v>
                </c:pt>
                <c:pt idx="5821">
                  <c:v>12:15</c:v>
                </c:pt>
                <c:pt idx="5822">
                  <c:v>12:15</c:v>
                </c:pt>
                <c:pt idx="5823">
                  <c:v>12:15</c:v>
                </c:pt>
                <c:pt idx="5824">
                  <c:v>12:15</c:v>
                </c:pt>
                <c:pt idx="5825">
                  <c:v>12:15</c:v>
                </c:pt>
                <c:pt idx="5826">
                  <c:v>12:15</c:v>
                </c:pt>
                <c:pt idx="5827">
                  <c:v>12:15</c:v>
                </c:pt>
                <c:pt idx="5828">
                  <c:v>12:15</c:v>
                </c:pt>
                <c:pt idx="5829">
                  <c:v>12:15</c:v>
                </c:pt>
                <c:pt idx="5830">
                  <c:v>12:15</c:v>
                </c:pt>
                <c:pt idx="5831">
                  <c:v>12:15</c:v>
                </c:pt>
                <c:pt idx="5832">
                  <c:v>12:15</c:v>
                </c:pt>
                <c:pt idx="5833">
                  <c:v>12:15</c:v>
                </c:pt>
                <c:pt idx="5834">
                  <c:v>12:15</c:v>
                </c:pt>
                <c:pt idx="5835">
                  <c:v>12:15</c:v>
                </c:pt>
                <c:pt idx="5836">
                  <c:v>12:15</c:v>
                </c:pt>
                <c:pt idx="5837">
                  <c:v>12:15</c:v>
                </c:pt>
                <c:pt idx="5838">
                  <c:v>12:15</c:v>
                </c:pt>
                <c:pt idx="5839">
                  <c:v>12:15</c:v>
                </c:pt>
                <c:pt idx="5840">
                  <c:v>12:15</c:v>
                </c:pt>
                <c:pt idx="5841">
                  <c:v>12:15</c:v>
                </c:pt>
                <c:pt idx="5842">
                  <c:v>12:15</c:v>
                </c:pt>
                <c:pt idx="5843">
                  <c:v>12:15</c:v>
                </c:pt>
                <c:pt idx="5844">
                  <c:v>12:15</c:v>
                </c:pt>
                <c:pt idx="5845">
                  <c:v>12:15</c:v>
                </c:pt>
                <c:pt idx="5846">
                  <c:v>12:15</c:v>
                </c:pt>
                <c:pt idx="5847">
                  <c:v>12:15</c:v>
                </c:pt>
                <c:pt idx="5848">
                  <c:v>12:15</c:v>
                </c:pt>
                <c:pt idx="5849">
                  <c:v>12:15</c:v>
                </c:pt>
                <c:pt idx="5850">
                  <c:v>12:16</c:v>
                </c:pt>
                <c:pt idx="5851">
                  <c:v>12:16</c:v>
                </c:pt>
                <c:pt idx="5852">
                  <c:v>12:16</c:v>
                </c:pt>
                <c:pt idx="5853">
                  <c:v>12:16</c:v>
                </c:pt>
                <c:pt idx="5854">
                  <c:v>12:16</c:v>
                </c:pt>
                <c:pt idx="5855">
                  <c:v>12:16</c:v>
                </c:pt>
                <c:pt idx="5856">
                  <c:v>12:16</c:v>
                </c:pt>
                <c:pt idx="5857">
                  <c:v>12:16</c:v>
                </c:pt>
                <c:pt idx="5858">
                  <c:v>12:16</c:v>
                </c:pt>
                <c:pt idx="5859">
                  <c:v>12:16</c:v>
                </c:pt>
                <c:pt idx="5860">
                  <c:v>12:16</c:v>
                </c:pt>
                <c:pt idx="5861">
                  <c:v>12:16</c:v>
                </c:pt>
                <c:pt idx="5862">
                  <c:v>12:16</c:v>
                </c:pt>
                <c:pt idx="5863">
                  <c:v>12:16</c:v>
                </c:pt>
                <c:pt idx="5864">
                  <c:v>12:16</c:v>
                </c:pt>
                <c:pt idx="5865">
                  <c:v>12:16</c:v>
                </c:pt>
                <c:pt idx="5866">
                  <c:v>12:16</c:v>
                </c:pt>
                <c:pt idx="5867">
                  <c:v>12:16</c:v>
                </c:pt>
                <c:pt idx="5868">
                  <c:v>12:16</c:v>
                </c:pt>
                <c:pt idx="5869">
                  <c:v>12:16</c:v>
                </c:pt>
                <c:pt idx="5870">
                  <c:v>12:16</c:v>
                </c:pt>
                <c:pt idx="5871">
                  <c:v>12:16</c:v>
                </c:pt>
                <c:pt idx="5872">
                  <c:v>12:16</c:v>
                </c:pt>
                <c:pt idx="5873">
                  <c:v>12:16</c:v>
                </c:pt>
                <c:pt idx="5874">
                  <c:v>12:16</c:v>
                </c:pt>
                <c:pt idx="5875">
                  <c:v>12:16</c:v>
                </c:pt>
                <c:pt idx="5876">
                  <c:v>12:16</c:v>
                </c:pt>
                <c:pt idx="5877">
                  <c:v>12:16</c:v>
                </c:pt>
                <c:pt idx="5878">
                  <c:v>12:16</c:v>
                </c:pt>
                <c:pt idx="5879">
                  <c:v>12:16</c:v>
                </c:pt>
                <c:pt idx="5880">
                  <c:v>12:17</c:v>
                </c:pt>
                <c:pt idx="5881">
                  <c:v>12:17</c:v>
                </c:pt>
                <c:pt idx="5882">
                  <c:v>12:17</c:v>
                </c:pt>
                <c:pt idx="5883">
                  <c:v>12:17</c:v>
                </c:pt>
                <c:pt idx="5884">
                  <c:v>12:17</c:v>
                </c:pt>
                <c:pt idx="5885">
                  <c:v>12:17</c:v>
                </c:pt>
                <c:pt idx="5886">
                  <c:v>12:17</c:v>
                </c:pt>
                <c:pt idx="5887">
                  <c:v>12:17</c:v>
                </c:pt>
                <c:pt idx="5888">
                  <c:v>12:17</c:v>
                </c:pt>
                <c:pt idx="5889">
                  <c:v>12:17</c:v>
                </c:pt>
                <c:pt idx="5890">
                  <c:v>12:17</c:v>
                </c:pt>
                <c:pt idx="5891">
                  <c:v>12:17</c:v>
                </c:pt>
                <c:pt idx="5892">
                  <c:v>12:17</c:v>
                </c:pt>
                <c:pt idx="5893">
                  <c:v>12:17</c:v>
                </c:pt>
                <c:pt idx="5894">
                  <c:v>12:17</c:v>
                </c:pt>
                <c:pt idx="5895">
                  <c:v>12:17</c:v>
                </c:pt>
                <c:pt idx="5896">
                  <c:v>12:17</c:v>
                </c:pt>
                <c:pt idx="5897">
                  <c:v>12:17</c:v>
                </c:pt>
                <c:pt idx="5898">
                  <c:v>12:17</c:v>
                </c:pt>
                <c:pt idx="5899">
                  <c:v>12:17</c:v>
                </c:pt>
                <c:pt idx="5900">
                  <c:v>12:17</c:v>
                </c:pt>
                <c:pt idx="5901">
                  <c:v>12:17</c:v>
                </c:pt>
                <c:pt idx="5902">
                  <c:v>12:17</c:v>
                </c:pt>
                <c:pt idx="5903">
                  <c:v>12:17</c:v>
                </c:pt>
                <c:pt idx="5904">
                  <c:v>12:17</c:v>
                </c:pt>
                <c:pt idx="5905">
                  <c:v>12:17</c:v>
                </c:pt>
                <c:pt idx="5906">
                  <c:v>12:17</c:v>
                </c:pt>
                <c:pt idx="5907">
                  <c:v>12:17</c:v>
                </c:pt>
                <c:pt idx="5908">
                  <c:v>12:17</c:v>
                </c:pt>
                <c:pt idx="5909">
                  <c:v>12:17</c:v>
                </c:pt>
                <c:pt idx="5910">
                  <c:v>12:18</c:v>
                </c:pt>
                <c:pt idx="5911">
                  <c:v>12:18</c:v>
                </c:pt>
                <c:pt idx="5912">
                  <c:v>12:18</c:v>
                </c:pt>
                <c:pt idx="5913">
                  <c:v>12:18</c:v>
                </c:pt>
                <c:pt idx="5914">
                  <c:v>12:18</c:v>
                </c:pt>
                <c:pt idx="5915">
                  <c:v>12:18</c:v>
                </c:pt>
                <c:pt idx="5916">
                  <c:v>12:18</c:v>
                </c:pt>
                <c:pt idx="5917">
                  <c:v>12:18</c:v>
                </c:pt>
                <c:pt idx="5918">
                  <c:v>12:18</c:v>
                </c:pt>
                <c:pt idx="5919">
                  <c:v>12:18</c:v>
                </c:pt>
                <c:pt idx="5920">
                  <c:v>12:18</c:v>
                </c:pt>
                <c:pt idx="5921">
                  <c:v>12:18</c:v>
                </c:pt>
                <c:pt idx="5922">
                  <c:v>12:18</c:v>
                </c:pt>
                <c:pt idx="5923">
                  <c:v>12:18</c:v>
                </c:pt>
                <c:pt idx="5924">
                  <c:v>12:18</c:v>
                </c:pt>
                <c:pt idx="5925">
                  <c:v>12:18</c:v>
                </c:pt>
                <c:pt idx="5926">
                  <c:v>12:18</c:v>
                </c:pt>
                <c:pt idx="5927">
                  <c:v>12:18</c:v>
                </c:pt>
                <c:pt idx="5928">
                  <c:v>12:18</c:v>
                </c:pt>
                <c:pt idx="5929">
                  <c:v>12:18</c:v>
                </c:pt>
                <c:pt idx="5930">
                  <c:v>12:18</c:v>
                </c:pt>
                <c:pt idx="5931">
                  <c:v>12:18</c:v>
                </c:pt>
                <c:pt idx="5932">
                  <c:v>12:18</c:v>
                </c:pt>
                <c:pt idx="5933">
                  <c:v>12:18</c:v>
                </c:pt>
                <c:pt idx="5934">
                  <c:v>12:18</c:v>
                </c:pt>
                <c:pt idx="5935">
                  <c:v>12:18</c:v>
                </c:pt>
                <c:pt idx="5936">
                  <c:v>12:18</c:v>
                </c:pt>
                <c:pt idx="5937">
                  <c:v>12:18</c:v>
                </c:pt>
                <c:pt idx="5938">
                  <c:v>12:18</c:v>
                </c:pt>
                <c:pt idx="5939">
                  <c:v>12:18</c:v>
                </c:pt>
                <c:pt idx="5940">
                  <c:v>12:19</c:v>
                </c:pt>
                <c:pt idx="5941">
                  <c:v>12:19</c:v>
                </c:pt>
                <c:pt idx="5942">
                  <c:v>12:19</c:v>
                </c:pt>
                <c:pt idx="5943">
                  <c:v>12:19</c:v>
                </c:pt>
                <c:pt idx="5944">
                  <c:v>12:19</c:v>
                </c:pt>
                <c:pt idx="5945">
                  <c:v>12:19</c:v>
                </c:pt>
                <c:pt idx="5946">
                  <c:v>12:19</c:v>
                </c:pt>
                <c:pt idx="5947">
                  <c:v>12:19</c:v>
                </c:pt>
                <c:pt idx="5948">
                  <c:v>12:19</c:v>
                </c:pt>
                <c:pt idx="5949">
                  <c:v>12:19</c:v>
                </c:pt>
                <c:pt idx="5950">
                  <c:v>12:19</c:v>
                </c:pt>
                <c:pt idx="5951">
                  <c:v>12:19</c:v>
                </c:pt>
                <c:pt idx="5952">
                  <c:v>12:19</c:v>
                </c:pt>
                <c:pt idx="5953">
                  <c:v>12:19</c:v>
                </c:pt>
                <c:pt idx="5954">
                  <c:v>12:19</c:v>
                </c:pt>
                <c:pt idx="5955">
                  <c:v>12:19</c:v>
                </c:pt>
                <c:pt idx="5956">
                  <c:v>12:19</c:v>
                </c:pt>
                <c:pt idx="5957">
                  <c:v>12:19</c:v>
                </c:pt>
                <c:pt idx="5958">
                  <c:v>12:19</c:v>
                </c:pt>
                <c:pt idx="5959">
                  <c:v>12:19</c:v>
                </c:pt>
                <c:pt idx="5960">
                  <c:v>12:19</c:v>
                </c:pt>
                <c:pt idx="5961">
                  <c:v>12:19</c:v>
                </c:pt>
                <c:pt idx="5962">
                  <c:v>12:19</c:v>
                </c:pt>
                <c:pt idx="5963">
                  <c:v>12:19</c:v>
                </c:pt>
                <c:pt idx="5964">
                  <c:v>12:19</c:v>
                </c:pt>
                <c:pt idx="5965">
                  <c:v>12:19</c:v>
                </c:pt>
                <c:pt idx="5966">
                  <c:v>12:19</c:v>
                </c:pt>
                <c:pt idx="5967">
                  <c:v>12:19</c:v>
                </c:pt>
                <c:pt idx="5968">
                  <c:v>12:19</c:v>
                </c:pt>
                <c:pt idx="5969">
                  <c:v>12:19</c:v>
                </c:pt>
                <c:pt idx="5970">
                  <c:v>12:20</c:v>
                </c:pt>
                <c:pt idx="5971">
                  <c:v>12:20</c:v>
                </c:pt>
                <c:pt idx="5972">
                  <c:v>12:20</c:v>
                </c:pt>
                <c:pt idx="5973">
                  <c:v>12:20</c:v>
                </c:pt>
                <c:pt idx="5974">
                  <c:v>12:20</c:v>
                </c:pt>
                <c:pt idx="5975">
                  <c:v>12:20</c:v>
                </c:pt>
                <c:pt idx="5976">
                  <c:v>12:20</c:v>
                </c:pt>
                <c:pt idx="5977">
                  <c:v>12:20</c:v>
                </c:pt>
                <c:pt idx="5978">
                  <c:v>12:20</c:v>
                </c:pt>
                <c:pt idx="5979">
                  <c:v>12:20</c:v>
                </c:pt>
                <c:pt idx="5980">
                  <c:v>12:20</c:v>
                </c:pt>
                <c:pt idx="5981">
                  <c:v>12:20</c:v>
                </c:pt>
                <c:pt idx="5982">
                  <c:v>12:20</c:v>
                </c:pt>
                <c:pt idx="5983">
                  <c:v>12:20</c:v>
                </c:pt>
                <c:pt idx="5984">
                  <c:v>12:20</c:v>
                </c:pt>
                <c:pt idx="5985">
                  <c:v>12:20</c:v>
                </c:pt>
                <c:pt idx="5986">
                  <c:v>12:20</c:v>
                </c:pt>
                <c:pt idx="5987">
                  <c:v>12:20</c:v>
                </c:pt>
                <c:pt idx="5988">
                  <c:v>12:20</c:v>
                </c:pt>
                <c:pt idx="5989">
                  <c:v>12:20</c:v>
                </c:pt>
                <c:pt idx="5990">
                  <c:v>12:20</c:v>
                </c:pt>
                <c:pt idx="5991">
                  <c:v>12:20</c:v>
                </c:pt>
                <c:pt idx="5992">
                  <c:v>12:20</c:v>
                </c:pt>
                <c:pt idx="5993">
                  <c:v>12:20</c:v>
                </c:pt>
                <c:pt idx="5994">
                  <c:v>12:20</c:v>
                </c:pt>
                <c:pt idx="5995">
                  <c:v>12:20</c:v>
                </c:pt>
                <c:pt idx="5996">
                  <c:v>12:20</c:v>
                </c:pt>
                <c:pt idx="5997">
                  <c:v>12:20</c:v>
                </c:pt>
                <c:pt idx="5998">
                  <c:v>12:20</c:v>
                </c:pt>
                <c:pt idx="5999">
                  <c:v>12:20</c:v>
                </c:pt>
                <c:pt idx="6000">
                  <c:v>12:21</c:v>
                </c:pt>
                <c:pt idx="6001">
                  <c:v>12:21</c:v>
                </c:pt>
                <c:pt idx="6002">
                  <c:v>12:21</c:v>
                </c:pt>
                <c:pt idx="6003">
                  <c:v>12:21</c:v>
                </c:pt>
                <c:pt idx="6004">
                  <c:v>12:21</c:v>
                </c:pt>
                <c:pt idx="6005">
                  <c:v>12:21</c:v>
                </c:pt>
                <c:pt idx="6006">
                  <c:v>12:21</c:v>
                </c:pt>
                <c:pt idx="6007">
                  <c:v>12:21</c:v>
                </c:pt>
                <c:pt idx="6008">
                  <c:v>12:21</c:v>
                </c:pt>
                <c:pt idx="6009">
                  <c:v>12:21</c:v>
                </c:pt>
                <c:pt idx="6010">
                  <c:v>12:21</c:v>
                </c:pt>
                <c:pt idx="6011">
                  <c:v>12:21</c:v>
                </c:pt>
                <c:pt idx="6012">
                  <c:v>12:21</c:v>
                </c:pt>
                <c:pt idx="6013">
                  <c:v>12:21</c:v>
                </c:pt>
                <c:pt idx="6014">
                  <c:v>12:21</c:v>
                </c:pt>
                <c:pt idx="6015">
                  <c:v>12:21</c:v>
                </c:pt>
                <c:pt idx="6016">
                  <c:v>12:21</c:v>
                </c:pt>
                <c:pt idx="6017">
                  <c:v>12:21</c:v>
                </c:pt>
                <c:pt idx="6018">
                  <c:v>12:21</c:v>
                </c:pt>
                <c:pt idx="6019">
                  <c:v>12:21</c:v>
                </c:pt>
                <c:pt idx="6020">
                  <c:v>12:21</c:v>
                </c:pt>
                <c:pt idx="6021">
                  <c:v>12:21</c:v>
                </c:pt>
                <c:pt idx="6022">
                  <c:v>12:21</c:v>
                </c:pt>
                <c:pt idx="6023">
                  <c:v>12:21</c:v>
                </c:pt>
                <c:pt idx="6024">
                  <c:v>12:21</c:v>
                </c:pt>
                <c:pt idx="6025">
                  <c:v>12:21</c:v>
                </c:pt>
                <c:pt idx="6026">
                  <c:v>12:21</c:v>
                </c:pt>
                <c:pt idx="6027">
                  <c:v>12:21</c:v>
                </c:pt>
                <c:pt idx="6028">
                  <c:v>12:21</c:v>
                </c:pt>
                <c:pt idx="6029">
                  <c:v>12:21</c:v>
                </c:pt>
                <c:pt idx="6030">
                  <c:v>12:22</c:v>
                </c:pt>
                <c:pt idx="6031">
                  <c:v>12:22</c:v>
                </c:pt>
                <c:pt idx="6032">
                  <c:v>12:22</c:v>
                </c:pt>
                <c:pt idx="6033">
                  <c:v>12:22</c:v>
                </c:pt>
                <c:pt idx="6034">
                  <c:v>12:22</c:v>
                </c:pt>
                <c:pt idx="6035">
                  <c:v>12:22</c:v>
                </c:pt>
                <c:pt idx="6036">
                  <c:v>12:22</c:v>
                </c:pt>
                <c:pt idx="6037">
                  <c:v>12:22</c:v>
                </c:pt>
                <c:pt idx="6038">
                  <c:v>12:22</c:v>
                </c:pt>
                <c:pt idx="6039">
                  <c:v>12:22</c:v>
                </c:pt>
                <c:pt idx="6040">
                  <c:v>12:22</c:v>
                </c:pt>
                <c:pt idx="6041">
                  <c:v>12:22</c:v>
                </c:pt>
                <c:pt idx="6042">
                  <c:v>12:22</c:v>
                </c:pt>
                <c:pt idx="6043">
                  <c:v>12:22</c:v>
                </c:pt>
                <c:pt idx="6044">
                  <c:v>12:22</c:v>
                </c:pt>
                <c:pt idx="6045">
                  <c:v>12:22</c:v>
                </c:pt>
                <c:pt idx="6046">
                  <c:v>12:22</c:v>
                </c:pt>
                <c:pt idx="6047">
                  <c:v>12:22</c:v>
                </c:pt>
                <c:pt idx="6048">
                  <c:v>12:22</c:v>
                </c:pt>
                <c:pt idx="6049">
                  <c:v>12:22</c:v>
                </c:pt>
                <c:pt idx="6050">
                  <c:v>12:22</c:v>
                </c:pt>
                <c:pt idx="6051">
                  <c:v>12:22</c:v>
                </c:pt>
                <c:pt idx="6052">
                  <c:v>12:22</c:v>
                </c:pt>
                <c:pt idx="6053">
                  <c:v>12:22</c:v>
                </c:pt>
                <c:pt idx="6054">
                  <c:v>12:22</c:v>
                </c:pt>
                <c:pt idx="6055">
                  <c:v>12:22</c:v>
                </c:pt>
                <c:pt idx="6056">
                  <c:v>12:22</c:v>
                </c:pt>
                <c:pt idx="6057">
                  <c:v>12:22</c:v>
                </c:pt>
                <c:pt idx="6058">
                  <c:v>12:22</c:v>
                </c:pt>
                <c:pt idx="6059">
                  <c:v>12:22</c:v>
                </c:pt>
                <c:pt idx="6060">
                  <c:v>12:23</c:v>
                </c:pt>
                <c:pt idx="6061">
                  <c:v>12:23</c:v>
                </c:pt>
                <c:pt idx="6062">
                  <c:v>12:23</c:v>
                </c:pt>
                <c:pt idx="6063">
                  <c:v>12:23</c:v>
                </c:pt>
                <c:pt idx="6064">
                  <c:v>12:23</c:v>
                </c:pt>
                <c:pt idx="6065">
                  <c:v>12:23</c:v>
                </c:pt>
                <c:pt idx="6066">
                  <c:v>12:23</c:v>
                </c:pt>
                <c:pt idx="6067">
                  <c:v>12:23</c:v>
                </c:pt>
                <c:pt idx="6068">
                  <c:v>12:23</c:v>
                </c:pt>
                <c:pt idx="6069">
                  <c:v>12:23</c:v>
                </c:pt>
                <c:pt idx="6070">
                  <c:v>12:23</c:v>
                </c:pt>
                <c:pt idx="6071">
                  <c:v>12:23</c:v>
                </c:pt>
                <c:pt idx="6072">
                  <c:v>12:23</c:v>
                </c:pt>
                <c:pt idx="6073">
                  <c:v>12:23</c:v>
                </c:pt>
                <c:pt idx="6074">
                  <c:v>12:23</c:v>
                </c:pt>
                <c:pt idx="6075">
                  <c:v>12:23</c:v>
                </c:pt>
                <c:pt idx="6076">
                  <c:v>12:23</c:v>
                </c:pt>
                <c:pt idx="6077">
                  <c:v>12:23</c:v>
                </c:pt>
                <c:pt idx="6078">
                  <c:v>12:23</c:v>
                </c:pt>
                <c:pt idx="6079">
                  <c:v>12:23</c:v>
                </c:pt>
                <c:pt idx="6080">
                  <c:v>12:23</c:v>
                </c:pt>
                <c:pt idx="6081">
                  <c:v>12:23</c:v>
                </c:pt>
                <c:pt idx="6082">
                  <c:v>12:23</c:v>
                </c:pt>
                <c:pt idx="6083">
                  <c:v>12:23</c:v>
                </c:pt>
                <c:pt idx="6084">
                  <c:v>12:23</c:v>
                </c:pt>
                <c:pt idx="6085">
                  <c:v>12:23</c:v>
                </c:pt>
                <c:pt idx="6086">
                  <c:v>12:23</c:v>
                </c:pt>
                <c:pt idx="6087">
                  <c:v>12:23</c:v>
                </c:pt>
                <c:pt idx="6088">
                  <c:v>12:23</c:v>
                </c:pt>
                <c:pt idx="6089">
                  <c:v>12:23</c:v>
                </c:pt>
                <c:pt idx="6090">
                  <c:v>12:24</c:v>
                </c:pt>
                <c:pt idx="6091">
                  <c:v>12:24</c:v>
                </c:pt>
                <c:pt idx="6092">
                  <c:v>12:24</c:v>
                </c:pt>
                <c:pt idx="6093">
                  <c:v>12:24</c:v>
                </c:pt>
                <c:pt idx="6094">
                  <c:v>12:24</c:v>
                </c:pt>
                <c:pt idx="6095">
                  <c:v>12:24</c:v>
                </c:pt>
                <c:pt idx="6096">
                  <c:v>12:24</c:v>
                </c:pt>
                <c:pt idx="6097">
                  <c:v>12:24</c:v>
                </c:pt>
                <c:pt idx="6098">
                  <c:v>12:24</c:v>
                </c:pt>
                <c:pt idx="6099">
                  <c:v>12:24</c:v>
                </c:pt>
                <c:pt idx="6100">
                  <c:v>12:24</c:v>
                </c:pt>
                <c:pt idx="6101">
                  <c:v>12:24</c:v>
                </c:pt>
                <c:pt idx="6102">
                  <c:v>12:24</c:v>
                </c:pt>
                <c:pt idx="6103">
                  <c:v>12:24</c:v>
                </c:pt>
                <c:pt idx="6104">
                  <c:v>12:24</c:v>
                </c:pt>
                <c:pt idx="6105">
                  <c:v>12:24</c:v>
                </c:pt>
                <c:pt idx="6106">
                  <c:v>12:24</c:v>
                </c:pt>
                <c:pt idx="6107">
                  <c:v>12:24</c:v>
                </c:pt>
                <c:pt idx="6108">
                  <c:v>12:24</c:v>
                </c:pt>
                <c:pt idx="6109">
                  <c:v>12:24</c:v>
                </c:pt>
                <c:pt idx="6110">
                  <c:v>12:24</c:v>
                </c:pt>
                <c:pt idx="6111">
                  <c:v>12:24</c:v>
                </c:pt>
                <c:pt idx="6112">
                  <c:v>12:24</c:v>
                </c:pt>
                <c:pt idx="6113">
                  <c:v>12:24</c:v>
                </c:pt>
                <c:pt idx="6114">
                  <c:v>12:24</c:v>
                </c:pt>
                <c:pt idx="6115">
                  <c:v>12:24</c:v>
                </c:pt>
                <c:pt idx="6116">
                  <c:v>12:24</c:v>
                </c:pt>
                <c:pt idx="6117">
                  <c:v>12:24</c:v>
                </c:pt>
                <c:pt idx="6118">
                  <c:v>12:24</c:v>
                </c:pt>
                <c:pt idx="6119">
                  <c:v>12:24</c:v>
                </c:pt>
                <c:pt idx="6120">
                  <c:v>12:25</c:v>
                </c:pt>
                <c:pt idx="6121">
                  <c:v>12:25</c:v>
                </c:pt>
                <c:pt idx="6122">
                  <c:v>12:25</c:v>
                </c:pt>
                <c:pt idx="6123">
                  <c:v>12:25</c:v>
                </c:pt>
                <c:pt idx="6124">
                  <c:v>12:25</c:v>
                </c:pt>
                <c:pt idx="6125">
                  <c:v>12:25</c:v>
                </c:pt>
                <c:pt idx="6126">
                  <c:v>12:25</c:v>
                </c:pt>
                <c:pt idx="6127">
                  <c:v>12:25</c:v>
                </c:pt>
                <c:pt idx="6128">
                  <c:v>12:25</c:v>
                </c:pt>
                <c:pt idx="6129">
                  <c:v>12:25</c:v>
                </c:pt>
                <c:pt idx="6130">
                  <c:v>12:25</c:v>
                </c:pt>
                <c:pt idx="6131">
                  <c:v>12:25</c:v>
                </c:pt>
                <c:pt idx="6132">
                  <c:v>12:25</c:v>
                </c:pt>
                <c:pt idx="6133">
                  <c:v>12:25</c:v>
                </c:pt>
                <c:pt idx="6134">
                  <c:v>12:25</c:v>
                </c:pt>
                <c:pt idx="6135">
                  <c:v>12:25</c:v>
                </c:pt>
                <c:pt idx="6136">
                  <c:v>12:25</c:v>
                </c:pt>
                <c:pt idx="6137">
                  <c:v>12:25</c:v>
                </c:pt>
                <c:pt idx="6138">
                  <c:v>12:25</c:v>
                </c:pt>
                <c:pt idx="6139">
                  <c:v>12:25</c:v>
                </c:pt>
                <c:pt idx="6140">
                  <c:v>12:25</c:v>
                </c:pt>
                <c:pt idx="6141">
                  <c:v>12:25</c:v>
                </c:pt>
                <c:pt idx="6142">
                  <c:v>12:25</c:v>
                </c:pt>
                <c:pt idx="6143">
                  <c:v>12:25</c:v>
                </c:pt>
                <c:pt idx="6144">
                  <c:v>12:25</c:v>
                </c:pt>
                <c:pt idx="6145">
                  <c:v>12:25</c:v>
                </c:pt>
                <c:pt idx="6146">
                  <c:v>12:25</c:v>
                </c:pt>
                <c:pt idx="6147">
                  <c:v>12:25</c:v>
                </c:pt>
                <c:pt idx="6148">
                  <c:v>12:25</c:v>
                </c:pt>
                <c:pt idx="6149">
                  <c:v>12:25</c:v>
                </c:pt>
                <c:pt idx="6150">
                  <c:v>12:26</c:v>
                </c:pt>
                <c:pt idx="6151">
                  <c:v>12:26</c:v>
                </c:pt>
                <c:pt idx="6152">
                  <c:v>12:26</c:v>
                </c:pt>
                <c:pt idx="6153">
                  <c:v>12:26</c:v>
                </c:pt>
                <c:pt idx="6154">
                  <c:v>12:26</c:v>
                </c:pt>
                <c:pt idx="6155">
                  <c:v>12:26</c:v>
                </c:pt>
                <c:pt idx="6156">
                  <c:v>12:26</c:v>
                </c:pt>
                <c:pt idx="6157">
                  <c:v>12:26</c:v>
                </c:pt>
                <c:pt idx="6158">
                  <c:v>12:26</c:v>
                </c:pt>
                <c:pt idx="6159">
                  <c:v>12:26</c:v>
                </c:pt>
                <c:pt idx="6160">
                  <c:v>12:26</c:v>
                </c:pt>
                <c:pt idx="6161">
                  <c:v>12:26</c:v>
                </c:pt>
                <c:pt idx="6162">
                  <c:v>12:26</c:v>
                </c:pt>
                <c:pt idx="6163">
                  <c:v>12:26</c:v>
                </c:pt>
                <c:pt idx="6164">
                  <c:v>12:26</c:v>
                </c:pt>
                <c:pt idx="6165">
                  <c:v>12:26</c:v>
                </c:pt>
                <c:pt idx="6166">
                  <c:v>12:26</c:v>
                </c:pt>
                <c:pt idx="6167">
                  <c:v>12:26</c:v>
                </c:pt>
                <c:pt idx="6168">
                  <c:v>12:26</c:v>
                </c:pt>
                <c:pt idx="6169">
                  <c:v>12:26</c:v>
                </c:pt>
                <c:pt idx="6170">
                  <c:v>12:26</c:v>
                </c:pt>
                <c:pt idx="6171">
                  <c:v>12:26</c:v>
                </c:pt>
                <c:pt idx="6172">
                  <c:v>12:26</c:v>
                </c:pt>
                <c:pt idx="6173">
                  <c:v>12:26</c:v>
                </c:pt>
                <c:pt idx="6174">
                  <c:v>12:26</c:v>
                </c:pt>
                <c:pt idx="6175">
                  <c:v>12:26</c:v>
                </c:pt>
                <c:pt idx="6176">
                  <c:v>12:26</c:v>
                </c:pt>
                <c:pt idx="6177">
                  <c:v>12:26</c:v>
                </c:pt>
                <c:pt idx="6178">
                  <c:v>12:26</c:v>
                </c:pt>
                <c:pt idx="6179">
                  <c:v>12:26</c:v>
                </c:pt>
                <c:pt idx="6180">
                  <c:v>12:27</c:v>
                </c:pt>
                <c:pt idx="6181">
                  <c:v>12:27</c:v>
                </c:pt>
                <c:pt idx="6182">
                  <c:v>12:27</c:v>
                </c:pt>
                <c:pt idx="6183">
                  <c:v>12:27</c:v>
                </c:pt>
                <c:pt idx="6184">
                  <c:v>12:27</c:v>
                </c:pt>
                <c:pt idx="6185">
                  <c:v>12:27</c:v>
                </c:pt>
                <c:pt idx="6186">
                  <c:v>12:27</c:v>
                </c:pt>
                <c:pt idx="6187">
                  <c:v>12:27</c:v>
                </c:pt>
                <c:pt idx="6188">
                  <c:v>12:27</c:v>
                </c:pt>
                <c:pt idx="6189">
                  <c:v>12:27</c:v>
                </c:pt>
                <c:pt idx="6190">
                  <c:v>12:27</c:v>
                </c:pt>
                <c:pt idx="6191">
                  <c:v>12:27</c:v>
                </c:pt>
                <c:pt idx="6192">
                  <c:v>12:27</c:v>
                </c:pt>
                <c:pt idx="6193">
                  <c:v>12:27</c:v>
                </c:pt>
                <c:pt idx="6194">
                  <c:v>12:27</c:v>
                </c:pt>
                <c:pt idx="6195">
                  <c:v>12:27</c:v>
                </c:pt>
                <c:pt idx="6196">
                  <c:v>12:27</c:v>
                </c:pt>
                <c:pt idx="6197">
                  <c:v>12:27</c:v>
                </c:pt>
                <c:pt idx="6198">
                  <c:v>12:27</c:v>
                </c:pt>
                <c:pt idx="6199">
                  <c:v>12:27</c:v>
                </c:pt>
                <c:pt idx="6200">
                  <c:v>12:27</c:v>
                </c:pt>
                <c:pt idx="6201">
                  <c:v>12:27</c:v>
                </c:pt>
                <c:pt idx="6202">
                  <c:v>12:27</c:v>
                </c:pt>
                <c:pt idx="6203">
                  <c:v>12:27</c:v>
                </c:pt>
                <c:pt idx="6204">
                  <c:v>12:27</c:v>
                </c:pt>
                <c:pt idx="6205">
                  <c:v>12:27</c:v>
                </c:pt>
                <c:pt idx="6206">
                  <c:v>12:27</c:v>
                </c:pt>
                <c:pt idx="6207">
                  <c:v>12:27</c:v>
                </c:pt>
                <c:pt idx="6208">
                  <c:v>12:27</c:v>
                </c:pt>
                <c:pt idx="6209">
                  <c:v>12:27</c:v>
                </c:pt>
                <c:pt idx="6210">
                  <c:v>12:28</c:v>
                </c:pt>
                <c:pt idx="6211">
                  <c:v>12:28</c:v>
                </c:pt>
                <c:pt idx="6212">
                  <c:v>12:28</c:v>
                </c:pt>
                <c:pt idx="6213">
                  <c:v>12:28</c:v>
                </c:pt>
                <c:pt idx="6214">
                  <c:v>12:28</c:v>
                </c:pt>
                <c:pt idx="6215">
                  <c:v>12:28</c:v>
                </c:pt>
                <c:pt idx="6216">
                  <c:v>12:28</c:v>
                </c:pt>
                <c:pt idx="6217">
                  <c:v>12:28</c:v>
                </c:pt>
                <c:pt idx="6218">
                  <c:v>12:28</c:v>
                </c:pt>
                <c:pt idx="6219">
                  <c:v>12:28</c:v>
                </c:pt>
                <c:pt idx="6220">
                  <c:v>12:28</c:v>
                </c:pt>
                <c:pt idx="6221">
                  <c:v>12:28</c:v>
                </c:pt>
                <c:pt idx="6222">
                  <c:v>12:28</c:v>
                </c:pt>
                <c:pt idx="6223">
                  <c:v>12:28</c:v>
                </c:pt>
                <c:pt idx="6224">
                  <c:v>12:28</c:v>
                </c:pt>
                <c:pt idx="6225">
                  <c:v>12:28</c:v>
                </c:pt>
                <c:pt idx="6226">
                  <c:v>12:28</c:v>
                </c:pt>
                <c:pt idx="6227">
                  <c:v>12:28</c:v>
                </c:pt>
                <c:pt idx="6228">
                  <c:v>12:28</c:v>
                </c:pt>
                <c:pt idx="6229">
                  <c:v>12:28</c:v>
                </c:pt>
                <c:pt idx="6230">
                  <c:v>12:28</c:v>
                </c:pt>
                <c:pt idx="6231">
                  <c:v>12:28</c:v>
                </c:pt>
                <c:pt idx="6232">
                  <c:v>12:28</c:v>
                </c:pt>
                <c:pt idx="6233">
                  <c:v>12:28</c:v>
                </c:pt>
                <c:pt idx="6234">
                  <c:v>12:28</c:v>
                </c:pt>
                <c:pt idx="6235">
                  <c:v>12:28</c:v>
                </c:pt>
                <c:pt idx="6236">
                  <c:v>12:28</c:v>
                </c:pt>
                <c:pt idx="6237">
                  <c:v>12:28</c:v>
                </c:pt>
                <c:pt idx="6238">
                  <c:v>12:28</c:v>
                </c:pt>
                <c:pt idx="6239">
                  <c:v>12:28</c:v>
                </c:pt>
                <c:pt idx="6240">
                  <c:v>12:29</c:v>
                </c:pt>
                <c:pt idx="6241">
                  <c:v>12:29</c:v>
                </c:pt>
                <c:pt idx="6242">
                  <c:v>12:29</c:v>
                </c:pt>
                <c:pt idx="6243">
                  <c:v>12:29</c:v>
                </c:pt>
                <c:pt idx="6244">
                  <c:v>12:29</c:v>
                </c:pt>
                <c:pt idx="6245">
                  <c:v>12:29</c:v>
                </c:pt>
                <c:pt idx="6246">
                  <c:v>12:29</c:v>
                </c:pt>
                <c:pt idx="6247">
                  <c:v>12:29</c:v>
                </c:pt>
                <c:pt idx="6248">
                  <c:v>12:29</c:v>
                </c:pt>
                <c:pt idx="6249">
                  <c:v>12:29</c:v>
                </c:pt>
                <c:pt idx="6250">
                  <c:v>12:29</c:v>
                </c:pt>
                <c:pt idx="6251">
                  <c:v>12:29</c:v>
                </c:pt>
                <c:pt idx="6252">
                  <c:v>12:29</c:v>
                </c:pt>
                <c:pt idx="6253">
                  <c:v>12:29</c:v>
                </c:pt>
                <c:pt idx="6254">
                  <c:v>12:29</c:v>
                </c:pt>
                <c:pt idx="6255">
                  <c:v>12:29</c:v>
                </c:pt>
                <c:pt idx="6256">
                  <c:v>12:29</c:v>
                </c:pt>
                <c:pt idx="6257">
                  <c:v>12:29</c:v>
                </c:pt>
                <c:pt idx="6258">
                  <c:v>12:29</c:v>
                </c:pt>
                <c:pt idx="6259">
                  <c:v>12:29</c:v>
                </c:pt>
                <c:pt idx="6260">
                  <c:v>12:29</c:v>
                </c:pt>
                <c:pt idx="6261">
                  <c:v>12:29</c:v>
                </c:pt>
                <c:pt idx="6262">
                  <c:v>12:29</c:v>
                </c:pt>
                <c:pt idx="6263">
                  <c:v>12:29</c:v>
                </c:pt>
                <c:pt idx="6264">
                  <c:v>12:29</c:v>
                </c:pt>
                <c:pt idx="6265">
                  <c:v>12:29</c:v>
                </c:pt>
                <c:pt idx="6266">
                  <c:v>12:29</c:v>
                </c:pt>
                <c:pt idx="6267">
                  <c:v>12:29</c:v>
                </c:pt>
                <c:pt idx="6268">
                  <c:v>12:29</c:v>
                </c:pt>
                <c:pt idx="6269">
                  <c:v>12:29</c:v>
                </c:pt>
                <c:pt idx="6270">
                  <c:v>12:30</c:v>
                </c:pt>
                <c:pt idx="6271">
                  <c:v>12:30</c:v>
                </c:pt>
                <c:pt idx="6272">
                  <c:v>12:30</c:v>
                </c:pt>
                <c:pt idx="6273">
                  <c:v>12:30</c:v>
                </c:pt>
                <c:pt idx="6274">
                  <c:v>12:30</c:v>
                </c:pt>
                <c:pt idx="6275">
                  <c:v>12:30</c:v>
                </c:pt>
                <c:pt idx="6276">
                  <c:v>12:30</c:v>
                </c:pt>
                <c:pt idx="6277">
                  <c:v>12:30</c:v>
                </c:pt>
                <c:pt idx="6278">
                  <c:v>12:30</c:v>
                </c:pt>
                <c:pt idx="6279">
                  <c:v>12:30</c:v>
                </c:pt>
                <c:pt idx="6280">
                  <c:v>12:30</c:v>
                </c:pt>
                <c:pt idx="6281">
                  <c:v>12:30</c:v>
                </c:pt>
                <c:pt idx="6282">
                  <c:v>12:30</c:v>
                </c:pt>
                <c:pt idx="6283">
                  <c:v>12:30</c:v>
                </c:pt>
                <c:pt idx="6284">
                  <c:v>12:30</c:v>
                </c:pt>
                <c:pt idx="6285">
                  <c:v>12:30</c:v>
                </c:pt>
                <c:pt idx="6286">
                  <c:v>12:30</c:v>
                </c:pt>
                <c:pt idx="6287">
                  <c:v>12:30</c:v>
                </c:pt>
                <c:pt idx="6288">
                  <c:v>12:30</c:v>
                </c:pt>
                <c:pt idx="6289">
                  <c:v>12:30</c:v>
                </c:pt>
                <c:pt idx="6290">
                  <c:v>12:30</c:v>
                </c:pt>
                <c:pt idx="6291">
                  <c:v>12:30</c:v>
                </c:pt>
                <c:pt idx="6292">
                  <c:v>12:30</c:v>
                </c:pt>
                <c:pt idx="6293">
                  <c:v>12:30</c:v>
                </c:pt>
                <c:pt idx="6294">
                  <c:v>12:30</c:v>
                </c:pt>
                <c:pt idx="6295">
                  <c:v>12:30</c:v>
                </c:pt>
                <c:pt idx="6296">
                  <c:v>12:30</c:v>
                </c:pt>
                <c:pt idx="6297">
                  <c:v>12:30</c:v>
                </c:pt>
                <c:pt idx="6298">
                  <c:v>12:30</c:v>
                </c:pt>
                <c:pt idx="6299">
                  <c:v>12:30</c:v>
                </c:pt>
                <c:pt idx="6300">
                  <c:v>12:31</c:v>
                </c:pt>
                <c:pt idx="6301">
                  <c:v>12:31</c:v>
                </c:pt>
                <c:pt idx="6302">
                  <c:v>12:31</c:v>
                </c:pt>
                <c:pt idx="6303">
                  <c:v>12:31</c:v>
                </c:pt>
                <c:pt idx="6304">
                  <c:v>12:31</c:v>
                </c:pt>
                <c:pt idx="6305">
                  <c:v>12:31</c:v>
                </c:pt>
                <c:pt idx="6306">
                  <c:v>12:31</c:v>
                </c:pt>
                <c:pt idx="6307">
                  <c:v>12:31</c:v>
                </c:pt>
                <c:pt idx="6308">
                  <c:v>12:31</c:v>
                </c:pt>
                <c:pt idx="6309">
                  <c:v>12:31</c:v>
                </c:pt>
                <c:pt idx="6310">
                  <c:v>12:31</c:v>
                </c:pt>
                <c:pt idx="6311">
                  <c:v>12:31</c:v>
                </c:pt>
                <c:pt idx="6312">
                  <c:v>12:31</c:v>
                </c:pt>
                <c:pt idx="6313">
                  <c:v>12:31</c:v>
                </c:pt>
                <c:pt idx="6314">
                  <c:v>12:31</c:v>
                </c:pt>
                <c:pt idx="6315">
                  <c:v>12:31</c:v>
                </c:pt>
                <c:pt idx="6316">
                  <c:v>12:31</c:v>
                </c:pt>
                <c:pt idx="6317">
                  <c:v>12:31</c:v>
                </c:pt>
                <c:pt idx="6318">
                  <c:v>12:31</c:v>
                </c:pt>
                <c:pt idx="6319">
                  <c:v>12:31</c:v>
                </c:pt>
                <c:pt idx="6320">
                  <c:v>12:31</c:v>
                </c:pt>
                <c:pt idx="6321">
                  <c:v>12:31</c:v>
                </c:pt>
                <c:pt idx="6322">
                  <c:v>12:31</c:v>
                </c:pt>
                <c:pt idx="6323">
                  <c:v>12:31</c:v>
                </c:pt>
                <c:pt idx="6324">
                  <c:v>12:31</c:v>
                </c:pt>
                <c:pt idx="6325">
                  <c:v>12:31</c:v>
                </c:pt>
                <c:pt idx="6326">
                  <c:v>12:31</c:v>
                </c:pt>
                <c:pt idx="6327">
                  <c:v>12:31</c:v>
                </c:pt>
                <c:pt idx="6328">
                  <c:v>12:31</c:v>
                </c:pt>
                <c:pt idx="6329">
                  <c:v>12:31</c:v>
                </c:pt>
                <c:pt idx="6330">
                  <c:v>12:32</c:v>
                </c:pt>
                <c:pt idx="6331">
                  <c:v>12:32</c:v>
                </c:pt>
                <c:pt idx="6332">
                  <c:v>12:32</c:v>
                </c:pt>
                <c:pt idx="6333">
                  <c:v>12:32</c:v>
                </c:pt>
                <c:pt idx="6334">
                  <c:v>12:32</c:v>
                </c:pt>
                <c:pt idx="6335">
                  <c:v>12:32</c:v>
                </c:pt>
                <c:pt idx="6336">
                  <c:v>12:32</c:v>
                </c:pt>
                <c:pt idx="6337">
                  <c:v>12:32</c:v>
                </c:pt>
                <c:pt idx="6338">
                  <c:v>12:32</c:v>
                </c:pt>
                <c:pt idx="6339">
                  <c:v>12:32</c:v>
                </c:pt>
                <c:pt idx="6340">
                  <c:v>12:32</c:v>
                </c:pt>
                <c:pt idx="6341">
                  <c:v>12:32</c:v>
                </c:pt>
                <c:pt idx="6342">
                  <c:v>12:32</c:v>
                </c:pt>
                <c:pt idx="6343">
                  <c:v>12:32</c:v>
                </c:pt>
                <c:pt idx="6344">
                  <c:v>12:32</c:v>
                </c:pt>
                <c:pt idx="6345">
                  <c:v>12:32</c:v>
                </c:pt>
                <c:pt idx="6346">
                  <c:v>12:32</c:v>
                </c:pt>
                <c:pt idx="6347">
                  <c:v>12:32</c:v>
                </c:pt>
                <c:pt idx="6348">
                  <c:v>12:32</c:v>
                </c:pt>
                <c:pt idx="6349">
                  <c:v>12:32</c:v>
                </c:pt>
                <c:pt idx="6350">
                  <c:v>12:32</c:v>
                </c:pt>
                <c:pt idx="6351">
                  <c:v>12:32</c:v>
                </c:pt>
                <c:pt idx="6352">
                  <c:v>12:32</c:v>
                </c:pt>
                <c:pt idx="6353">
                  <c:v>12:32</c:v>
                </c:pt>
                <c:pt idx="6354">
                  <c:v>12:32</c:v>
                </c:pt>
                <c:pt idx="6355">
                  <c:v>12:32</c:v>
                </c:pt>
                <c:pt idx="6356">
                  <c:v>12:32</c:v>
                </c:pt>
                <c:pt idx="6357">
                  <c:v>12:32</c:v>
                </c:pt>
                <c:pt idx="6358">
                  <c:v>12:32</c:v>
                </c:pt>
                <c:pt idx="6359">
                  <c:v>12:32</c:v>
                </c:pt>
                <c:pt idx="6360">
                  <c:v>12:33</c:v>
                </c:pt>
                <c:pt idx="6361">
                  <c:v>12:33</c:v>
                </c:pt>
                <c:pt idx="6362">
                  <c:v>12:33</c:v>
                </c:pt>
                <c:pt idx="6363">
                  <c:v>12:33</c:v>
                </c:pt>
                <c:pt idx="6364">
                  <c:v>12:33</c:v>
                </c:pt>
                <c:pt idx="6365">
                  <c:v>12:33</c:v>
                </c:pt>
                <c:pt idx="6366">
                  <c:v>12:33</c:v>
                </c:pt>
                <c:pt idx="6367">
                  <c:v>12:33</c:v>
                </c:pt>
                <c:pt idx="6368">
                  <c:v>12:33</c:v>
                </c:pt>
                <c:pt idx="6369">
                  <c:v>12:33</c:v>
                </c:pt>
                <c:pt idx="6370">
                  <c:v>12:33</c:v>
                </c:pt>
                <c:pt idx="6371">
                  <c:v>12:33</c:v>
                </c:pt>
                <c:pt idx="6372">
                  <c:v>12:33</c:v>
                </c:pt>
                <c:pt idx="6373">
                  <c:v>12:33</c:v>
                </c:pt>
                <c:pt idx="6374">
                  <c:v>12:33</c:v>
                </c:pt>
                <c:pt idx="6375">
                  <c:v>12:33</c:v>
                </c:pt>
                <c:pt idx="6376">
                  <c:v>12:33</c:v>
                </c:pt>
                <c:pt idx="6377">
                  <c:v>12:33</c:v>
                </c:pt>
                <c:pt idx="6378">
                  <c:v>12:33</c:v>
                </c:pt>
                <c:pt idx="6379">
                  <c:v>12:33</c:v>
                </c:pt>
                <c:pt idx="6380">
                  <c:v>12:33</c:v>
                </c:pt>
                <c:pt idx="6381">
                  <c:v>12:33</c:v>
                </c:pt>
                <c:pt idx="6382">
                  <c:v>12:33</c:v>
                </c:pt>
                <c:pt idx="6383">
                  <c:v>12:33</c:v>
                </c:pt>
                <c:pt idx="6384">
                  <c:v>12:33</c:v>
                </c:pt>
                <c:pt idx="6385">
                  <c:v>12:33</c:v>
                </c:pt>
                <c:pt idx="6386">
                  <c:v>12:33</c:v>
                </c:pt>
                <c:pt idx="6387">
                  <c:v>12:33</c:v>
                </c:pt>
                <c:pt idx="6388">
                  <c:v>12:33</c:v>
                </c:pt>
                <c:pt idx="6389">
                  <c:v>12:33</c:v>
                </c:pt>
                <c:pt idx="6390">
                  <c:v>12:34</c:v>
                </c:pt>
                <c:pt idx="6391">
                  <c:v>12:34</c:v>
                </c:pt>
                <c:pt idx="6392">
                  <c:v>12:34</c:v>
                </c:pt>
                <c:pt idx="6393">
                  <c:v>12:34</c:v>
                </c:pt>
                <c:pt idx="6394">
                  <c:v>12:34</c:v>
                </c:pt>
                <c:pt idx="6395">
                  <c:v>12:34</c:v>
                </c:pt>
                <c:pt idx="6396">
                  <c:v>12:34</c:v>
                </c:pt>
                <c:pt idx="6397">
                  <c:v>12:34</c:v>
                </c:pt>
                <c:pt idx="6398">
                  <c:v>12:34</c:v>
                </c:pt>
                <c:pt idx="6399">
                  <c:v>12:34</c:v>
                </c:pt>
                <c:pt idx="6400">
                  <c:v>12:34</c:v>
                </c:pt>
                <c:pt idx="6401">
                  <c:v>12:34</c:v>
                </c:pt>
                <c:pt idx="6402">
                  <c:v>12:34</c:v>
                </c:pt>
                <c:pt idx="6403">
                  <c:v>12:34</c:v>
                </c:pt>
                <c:pt idx="6404">
                  <c:v>12:34</c:v>
                </c:pt>
                <c:pt idx="6405">
                  <c:v>12:34</c:v>
                </c:pt>
                <c:pt idx="6406">
                  <c:v>12:34</c:v>
                </c:pt>
                <c:pt idx="6407">
                  <c:v>12:34</c:v>
                </c:pt>
                <c:pt idx="6408">
                  <c:v>12:34</c:v>
                </c:pt>
                <c:pt idx="6409">
                  <c:v>12:34</c:v>
                </c:pt>
                <c:pt idx="6410">
                  <c:v>12:34</c:v>
                </c:pt>
                <c:pt idx="6411">
                  <c:v>12:34</c:v>
                </c:pt>
                <c:pt idx="6412">
                  <c:v>12:34</c:v>
                </c:pt>
                <c:pt idx="6413">
                  <c:v>12:34</c:v>
                </c:pt>
                <c:pt idx="6414">
                  <c:v>12:34</c:v>
                </c:pt>
                <c:pt idx="6415">
                  <c:v>12:34</c:v>
                </c:pt>
                <c:pt idx="6416">
                  <c:v>12:34</c:v>
                </c:pt>
                <c:pt idx="6417">
                  <c:v>12:34</c:v>
                </c:pt>
                <c:pt idx="6418">
                  <c:v>12:34</c:v>
                </c:pt>
                <c:pt idx="6419">
                  <c:v>12:34</c:v>
                </c:pt>
                <c:pt idx="6420">
                  <c:v>12:35</c:v>
                </c:pt>
                <c:pt idx="6421">
                  <c:v>12:35</c:v>
                </c:pt>
                <c:pt idx="6422">
                  <c:v>12:35</c:v>
                </c:pt>
                <c:pt idx="6423">
                  <c:v>12:35</c:v>
                </c:pt>
                <c:pt idx="6424">
                  <c:v>12:35</c:v>
                </c:pt>
                <c:pt idx="6425">
                  <c:v>12:35</c:v>
                </c:pt>
                <c:pt idx="6426">
                  <c:v>12:35</c:v>
                </c:pt>
                <c:pt idx="6427">
                  <c:v>12:35</c:v>
                </c:pt>
                <c:pt idx="6428">
                  <c:v>12:35</c:v>
                </c:pt>
                <c:pt idx="6429">
                  <c:v>12:35</c:v>
                </c:pt>
                <c:pt idx="6430">
                  <c:v>12:35</c:v>
                </c:pt>
                <c:pt idx="6431">
                  <c:v>12:35</c:v>
                </c:pt>
                <c:pt idx="6432">
                  <c:v>12:35</c:v>
                </c:pt>
                <c:pt idx="6433">
                  <c:v>12:35</c:v>
                </c:pt>
                <c:pt idx="6434">
                  <c:v>12:35</c:v>
                </c:pt>
                <c:pt idx="6435">
                  <c:v>12:35</c:v>
                </c:pt>
                <c:pt idx="6436">
                  <c:v>12:35</c:v>
                </c:pt>
                <c:pt idx="6437">
                  <c:v>12:35</c:v>
                </c:pt>
                <c:pt idx="6438">
                  <c:v>12:35</c:v>
                </c:pt>
                <c:pt idx="6439">
                  <c:v>12:35</c:v>
                </c:pt>
                <c:pt idx="6440">
                  <c:v>12:35</c:v>
                </c:pt>
                <c:pt idx="6441">
                  <c:v>12:35</c:v>
                </c:pt>
                <c:pt idx="6442">
                  <c:v>12:35</c:v>
                </c:pt>
                <c:pt idx="6443">
                  <c:v>12:35</c:v>
                </c:pt>
                <c:pt idx="6444">
                  <c:v>12:35</c:v>
                </c:pt>
                <c:pt idx="6445">
                  <c:v>12:35</c:v>
                </c:pt>
                <c:pt idx="6446">
                  <c:v>12:35</c:v>
                </c:pt>
                <c:pt idx="6447">
                  <c:v>12:35</c:v>
                </c:pt>
                <c:pt idx="6448">
                  <c:v>12:35</c:v>
                </c:pt>
                <c:pt idx="6449">
                  <c:v>12:35</c:v>
                </c:pt>
                <c:pt idx="6450">
                  <c:v>12:36</c:v>
                </c:pt>
                <c:pt idx="6451">
                  <c:v>12:36</c:v>
                </c:pt>
                <c:pt idx="6452">
                  <c:v>12:36</c:v>
                </c:pt>
                <c:pt idx="6453">
                  <c:v>12:36</c:v>
                </c:pt>
                <c:pt idx="6454">
                  <c:v>12:36</c:v>
                </c:pt>
                <c:pt idx="6455">
                  <c:v>12:36</c:v>
                </c:pt>
                <c:pt idx="6456">
                  <c:v>12:36</c:v>
                </c:pt>
                <c:pt idx="6457">
                  <c:v>12:36</c:v>
                </c:pt>
                <c:pt idx="6458">
                  <c:v>12:36</c:v>
                </c:pt>
                <c:pt idx="6459">
                  <c:v>12:36</c:v>
                </c:pt>
                <c:pt idx="6460">
                  <c:v>12:36</c:v>
                </c:pt>
                <c:pt idx="6461">
                  <c:v>12:36</c:v>
                </c:pt>
                <c:pt idx="6462">
                  <c:v>12:36</c:v>
                </c:pt>
                <c:pt idx="6463">
                  <c:v>12:36</c:v>
                </c:pt>
                <c:pt idx="6464">
                  <c:v>12:36</c:v>
                </c:pt>
                <c:pt idx="6465">
                  <c:v>12:36</c:v>
                </c:pt>
                <c:pt idx="6466">
                  <c:v>12:36</c:v>
                </c:pt>
                <c:pt idx="6467">
                  <c:v>12:36</c:v>
                </c:pt>
                <c:pt idx="6468">
                  <c:v>12:36</c:v>
                </c:pt>
                <c:pt idx="6469">
                  <c:v>12:36</c:v>
                </c:pt>
                <c:pt idx="6470">
                  <c:v>12:36</c:v>
                </c:pt>
                <c:pt idx="6471">
                  <c:v>12:36</c:v>
                </c:pt>
                <c:pt idx="6472">
                  <c:v>12:36</c:v>
                </c:pt>
                <c:pt idx="6473">
                  <c:v>12:36</c:v>
                </c:pt>
                <c:pt idx="6474">
                  <c:v>12:36</c:v>
                </c:pt>
                <c:pt idx="6475">
                  <c:v>12:36</c:v>
                </c:pt>
                <c:pt idx="6476">
                  <c:v>12:36</c:v>
                </c:pt>
                <c:pt idx="6477">
                  <c:v>12:36</c:v>
                </c:pt>
                <c:pt idx="6478">
                  <c:v>12:36</c:v>
                </c:pt>
                <c:pt idx="6479">
                  <c:v>12:36</c:v>
                </c:pt>
                <c:pt idx="6480">
                  <c:v>12:37</c:v>
                </c:pt>
                <c:pt idx="6481">
                  <c:v>12:37</c:v>
                </c:pt>
                <c:pt idx="6482">
                  <c:v>12:37</c:v>
                </c:pt>
                <c:pt idx="6483">
                  <c:v>12:37</c:v>
                </c:pt>
                <c:pt idx="6484">
                  <c:v>12:37</c:v>
                </c:pt>
                <c:pt idx="6485">
                  <c:v>12:37</c:v>
                </c:pt>
                <c:pt idx="6486">
                  <c:v>12:37</c:v>
                </c:pt>
                <c:pt idx="6487">
                  <c:v>12:37</c:v>
                </c:pt>
                <c:pt idx="6488">
                  <c:v>12:37</c:v>
                </c:pt>
                <c:pt idx="6489">
                  <c:v>12:37</c:v>
                </c:pt>
                <c:pt idx="6490">
                  <c:v>12:37</c:v>
                </c:pt>
                <c:pt idx="6491">
                  <c:v>12:37</c:v>
                </c:pt>
                <c:pt idx="6492">
                  <c:v>12:37</c:v>
                </c:pt>
                <c:pt idx="6493">
                  <c:v>12:37</c:v>
                </c:pt>
                <c:pt idx="6494">
                  <c:v>12:37</c:v>
                </c:pt>
                <c:pt idx="6495">
                  <c:v>12:37</c:v>
                </c:pt>
                <c:pt idx="6496">
                  <c:v>12:37</c:v>
                </c:pt>
                <c:pt idx="6497">
                  <c:v>12:37</c:v>
                </c:pt>
                <c:pt idx="6498">
                  <c:v>12:37</c:v>
                </c:pt>
                <c:pt idx="6499">
                  <c:v>12:37</c:v>
                </c:pt>
                <c:pt idx="6500">
                  <c:v>12:37</c:v>
                </c:pt>
                <c:pt idx="6501">
                  <c:v>12:37</c:v>
                </c:pt>
                <c:pt idx="6502">
                  <c:v>12:37</c:v>
                </c:pt>
                <c:pt idx="6503">
                  <c:v>12:37</c:v>
                </c:pt>
                <c:pt idx="6504">
                  <c:v>12:37</c:v>
                </c:pt>
                <c:pt idx="6505">
                  <c:v>12:37</c:v>
                </c:pt>
                <c:pt idx="6506">
                  <c:v>12:37</c:v>
                </c:pt>
                <c:pt idx="6507">
                  <c:v>12:37</c:v>
                </c:pt>
                <c:pt idx="6508">
                  <c:v>12:37</c:v>
                </c:pt>
                <c:pt idx="6509">
                  <c:v>12:37</c:v>
                </c:pt>
                <c:pt idx="6510">
                  <c:v>12:38</c:v>
                </c:pt>
                <c:pt idx="6511">
                  <c:v>12:38</c:v>
                </c:pt>
                <c:pt idx="6512">
                  <c:v>12:38</c:v>
                </c:pt>
                <c:pt idx="6513">
                  <c:v>12:38</c:v>
                </c:pt>
                <c:pt idx="6514">
                  <c:v>12:38</c:v>
                </c:pt>
                <c:pt idx="6515">
                  <c:v>12:38</c:v>
                </c:pt>
                <c:pt idx="6516">
                  <c:v>12:38</c:v>
                </c:pt>
                <c:pt idx="6517">
                  <c:v>12:38</c:v>
                </c:pt>
                <c:pt idx="6518">
                  <c:v>12:38</c:v>
                </c:pt>
                <c:pt idx="6519">
                  <c:v>12:38</c:v>
                </c:pt>
                <c:pt idx="6520">
                  <c:v>12:38</c:v>
                </c:pt>
                <c:pt idx="6521">
                  <c:v>12:38</c:v>
                </c:pt>
                <c:pt idx="6522">
                  <c:v>12:38</c:v>
                </c:pt>
                <c:pt idx="6523">
                  <c:v>12:38</c:v>
                </c:pt>
                <c:pt idx="6524">
                  <c:v>12:38</c:v>
                </c:pt>
                <c:pt idx="6525">
                  <c:v>12:38</c:v>
                </c:pt>
                <c:pt idx="6526">
                  <c:v>12:38</c:v>
                </c:pt>
                <c:pt idx="6527">
                  <c:v>12:38</c:v>
                </c:pt>
                <c:pt idx="6528">
                  <c:v>12:38</c:v>
                </c:pt>
                <c:pt idx="6529">
                  <c:v>12:38</c:v>
                </c:pt>
                <c:pt idx="6530">
                  <c:v>12:38</c:v>
                </c:pt>
                <c:pt idx="6531">
                  <c:v>12:38</c:v>
                </c:pt>
                <c:pt idx="6532">
                  <c:v>12:38</c:v>
                </c:pt>
                <c:pt idx="6533">
                  <c:v>12:38</c:v>
                </c:pt>
                <c:pt idx="6534">
                  <c:v>12:38</c:v>
                </c:pt>
                <c:pt idx="6535">
                  <c:v>12:38</c:v>
                </c:pt>
                <c:pt idx="6536">
                  <c:v>12:38</c:v>
                </c:pt>
                <c:pt idx="6537">
                  <c:v>12:38</c:v>
                </c:pt>
                <c:pt idx="6538">
                  <c:v>12:38</c:v>
                </c:pt>
                <c:pt idx="6539">
                  <c:v>12:38</c:v>
                </c:pt>
                <c:pt idx="6540">
                  <c:v>12:39</c:v>
                </c:pt>
                <c:pt idx="6541">
                  <c:v>12:39</c:v>
                </c:pt>
                <c:pt idx="6542">
                  <c:v>12:39</c:v>
                </c:pt>
                <c:pt idx="6543">
                  <c:v>12:39</c:v>
                </c:pt>
                <c:pt idx="6544">
                  <c:v>12:39</c:v>
                </c:pt>
                <c:pt idx="6545">
                  <c:v>12:39</c:v>
                </c:pt>
                <c:pt idx="6546">
                  <c:v>12:39</c:v>
                </c:pt>
                <c:pt idx="6547">
                  <c:v>12:39</c:v>
                </c:pt>
                <c:pt idx="6548">
                  <c:v>12:39</c:v>
                </c:pt>
                <c:pt idx="6549">
                  <c:v>12:39</c:v>
                </c:pt>
                <c:pt idx="6550">
                  <c:v>12:39</c:v>
                </c:pt>
                <c:pt idx="6551">
                  <c:v>12:39</c:v>
                </c:pt>
                <c:pt idx="6552">
                  <c:v>12:39</c:v>
                </c:pt>
                <c:pt idx="6553">
                  <c:v>12:39</c:v>
                </c:pt>
                <c:pt idx="6554">
                  <c:v>12:39</c:v>
                </c:pt>
                <c:pt idx="6555">
                  <c:v>12:39</c:v>
                </c:pt>
                <c:pt idx="6556">
                  <c:v>12:39</c:v>
                </c:pt>
                <c:pt idx="6557">
                  <c:v>12:39</c:v>
                </c:pt>
                <c:pt idx="6558">
                  <c:v>12:39</c:v>
                </c:pt>
                <c:pt idx="6559">
                  <c:v>12:39</c:v>
                </c:pt>
                <c:pt idx="6560">
                  <c:v>12:39</c:v>
                </c:pt>
                <c:pt idx="6561">
                  <c:v>12:39</c:v>
                </c:pt>
                <c:pt idx="6562">
                  <c:v>12:39</c:v>
                </c:pt>
                <c:pt idx="6563">
                  <c:v>12:39</c:v>
                </c:pt>
                <c:pt idx="6564">
                  <c:v>12:39</c:v>
                </c:pt>
                <c:pt idx="6565">
                  <c:v>12:39</c:v>
                </c:pt>
                <c:pt idx="6566">
                  <c:v>12:39</c:v>
                </c:pt>
                <c:pt idx="6567">
                  <c:v>12:39</c:v>
                </c:pt>
                <c:pt idx="6568">
                  <c:v>12:39</c:v>
                </c:pt>
                <c:pt idx="6569">
                  <c:v>12:39</c:v>
                </c:pt>
                <c:pt idx="6570">
                  <c:v>12:40</c:v>
                </c:pt>
                <c:pt idx="6571">
                  <c:v>12:40</c:v>
                </c:pt>
                <c:pt idx="6572">
                  <c:v>12:40</c:v>
                </c:pt>
                <c:pt idx="6573">
                  <c:v>12:40</c:v>
                </c:pt>
                <c:pt idx="6574">
                  <c:v>12:40</c:v>
                </c:pt>
                <c:pt idx="6575">
                  <c:v>12:40</c:v>
                </c:pt>
                <c:pt idx="6576">
                  <c:v>12:40</c:v>
                </c:pt>
                <c:pt idx="6577">
                  <c:v>12:40</c:v>
                </c:pt>
                <c:pt idx="6578">
                  <c:v>12:40</c:v>
                </c:pt>
                <c:pt idx="6579">
                  <c:v>12:40</c:v>
                </c:pt>
                <c:pt idx="6580">
                  <c:v>12:40</c:v>
                </c:pt>
                <c:pt idx="6581">
                  <c:v>12:40</c:v>
                </c:pt>
                <c:pt idx="6582">
                  <c:v>12:40</c:v>
                </c:pt>
                <c:pt idx="6583">
                  <c:v>12:40</c:v>
                </c:pt>
                <c:pt idx="6584">
                  <c:v>12:40</c:v>
                </c:pt>
                <c:pt idx="6585">
                  <c:v>12:40</c:v>
                </c:pt>
                <c:pt idx="6586">
                  <c:v>12:40</c:v>
                </c:pt>
                <c:pt idx="6587">
                  <c:v>12:40</c:v>
                </c:pt>
                <c:pt idx="6588">
                  <c:v>12:40</c:v>
                </c:pt>
                <c:pt idx="6589">
                  <c:v>12:40</c:v>
                </c:pt>
                <c:pt idx="6590">
                  <c:v>12:40</c:v>
                </c:pt>
                <c:pt idx="6591">
                  <c:v>12:40</c:v>
                </c:pt>
                <c:pt idx="6592">
                  <c:v>12:40</c:v>
                </c:pt>
                <c:pt idx="6593">
                  <c:v>12:40</c:v>
                </c:pt>
                <c:pt idx="6594">
                  <c:v>12:40</c:v>
                </c:pt>
                <c:pt idx="6595">
                  <c:v>12:40</c:v>
                </c:pt>
                <c:pt idx="6596">
                  <c:v>12:40</c:v>
                </c:pt>
                <c:pt idx="6597">
                  <c:v>12:40</c:v>
                </c:pt>
                <c:pt idx="6598">
                  <c:v>12:40</c:v>
                </c:pt>
                <c:pt idx="6599">
                  <c:v>12:40</c:v>
                </c:pt>
                <c:pt idx="6600">
                  <c:v>12:41</c:v>
                </c:pt>
                <c:pt idx="6601">
                  <c:v>12:41</c:v>
                </c:pt>
                <c:pt idx="6602">
                  <c:v>12:41</c:v>
                </c:pt>
                <c:pt idx="6603">
                  <c:v>12:41</c:v>
                </c:pt>
                <c:pt idx="6604">
                  <c:v>12:41</c:v>
                </c:pt>
                <c:pt idx="6605">
                  <c:v>12:41</c:v>
                </c:pt>
                <c:pt idx="6606">
                  <c:v>12:41</c:v>
                </c:pt>
                <c:pt idx="6607">
                  <c:v>12:41</c:v>
                </c:pt>
                <c:pt idx="6608">
                  <c:v>12:41</c:v>
                </c:pt>
                <c:pt idx="6609">
                  <c:v>12:41</c:v>
                </c:pt>
                <c:pt idx="6610">
                  <c:v>12:41</c:v>
                </c:pt>
                <c:pt idx="6611">
                  <c:v>12:41</c:v>
                </c:pt>
                <c:pt idx="6612">
                  <c:v>12:41</c:v>
                </c:pt>
                <c:pt idx="6613">
                  <c:v>12:41</c:v>
                </c:pt>
                <c:pt idx="6614">
                  <c:v>12:41</c:v>
                </c:pt>
                <c:pt idx="6615">
                  <c:v>12:41</c:v>
                </c:pt>
                <c:pt idx="6616">
                  <c:v>12:41</c:v>
                </c:pt>
                <c:pt idx="6617">
                  <c:v>12:41</c:v>
                </c:pt>
                <c:pt idx="6618">
                  <c:v>12:41</c:v>
                </c:pt>
                <c:pt idx="6619">
                  <c:v>12:41</c:v>
                </c:pt>
                <c:pt idx="6620">
                  <c:v>12:41</c:v>
                </c:pt>
                <c:pt idx="6621">
                  <c:v>12:41</c:v>
                </c:pt>
                <c:pt idx="6622">
                  <c:v>12:41</c:v>
                </c:pt>
                <c:pt idx="6623">
                  <c:v>12:41</c:v>
                </c:pt>
                <c:pt idx="6624">
                  <c:v>12:41</c:v>
                </c:pt>
                <c:pt idx="6625">
                  <c:v>12:41</c:v>
                </c:pt>
                <c:pt idx="6626">
                  <c:v>12:41</c:v>
                </c:pt>
                <c:pt idx="6627">
                  <c:v>12:41</c:v>
                </c:pt>
                <c:pt idx="6628">
                  <c:v>12:41</c:v>
                </c:pt>
                <c:pt idx="6629">
                  <c:v>12:41</c:v>
                </c:pt>
                <c:pt idx="6630">
                  <c:v>12:42</c:v>
                </c:pt>
                <c:pt idx="6631">
                  <c:v>12:42</c:v>
                </c:pt>
                <c:pt idx="6632">
                  <c:v>12:42</c:v>
                </c:pt>
                <c:pt idx="6633">
                  <c:v>12:42</c:v>
                </c:pt>
                <c:pt idx="6634">
                  <c:v>12:42</c:v>
                </c:pt>
                <c:pt idx="6635">
                  <c:v>12:42</c:v>
                </c:pt>
                <c:pt idx="6636">
                  <c:v>12:42</c:v>
                </c:pt>
                <c:pt idx="6637">
                  <c:v>12:42</c:v>
                </c:pt>
                <c:pt idx="6638">
                  <c:v>12:42</c:v>
                </c:pt>
                <c:pt idx="6639">
                  <c:v>12:42</c:v>
                </c:pt>
                <c:pt idx="6640">
                  <c:v>12:42</c:v>
                </c:pt>
                <c:pt idx="6641">
                  <c:v>12:42</c:v>
                </c:pt>
                <c:pt idx="6642">
                  <c:v>12:42</c:v>
                </c:pt>
                <c:pt idx="6643">
                  <c:v>12:42</c:v>
                </c:pt>
                <c:pt idx="6644">
                  <c:v>12:42</c:v>
                </c:pt>
                <c:pt idx="6645">
                  <c:v>12:42</c:v>
                </c:pt>
                <c:pt idx="6646">
                  <c:v>12:42</c:v>
                </c:pt>
                <c:pt idx="6647">
                  <c:v>12:42</c:v>
                </c:pt>
                <c:pt idx="6648">
                  <c:v>12:42</c:v>
                </c:pt>
                <c:pt idx="6649">
                  <c:v>12:42</c:v>
                </c:pt>
                <c:pt idx="6650">
                  <c:v>12:42</c:v>
                </c:pt>
                <c:pt idx="6651">
                  <c:v>12:42</c:v>
                </c:pt>
                <c:pt idx="6652">
                  <c:v>12:42</c:v>
                </c:pt>
                <c:pt idx="6653">
                  <c:v>12:42</c:v>
                </c:pt>
                <c:pt idx="6654">
                  <c:v>12:42</c:v>
                </c:pt>
                <c:pt idx="6655">
                  <c:v>12:42</c:v>
                </c:pt>
                <c:pt idx="6656">
                  <c:v>12:42</c:v>
                </c:pt>
                <c:pt idx="6657">
                  <c:v>12:42</c:v>
                </c:pt>
                <c:pt idx="6658">
                  <c:v>12:42</c:v>
                </c:pt>
                <c:pt idx="6659">
                  <c:v>12:42</c:v>
                </c:pt>
                <c:pt idx="6660">
                  <c:v>12:43</c:v>
                </c:pt>
                <c:pt idx="6661">
                  <c:v>12:43</c:v>
                </c:pt>
                <c:pt idx="6662">
                  <c:v>12:43</c:v>
                </c:pt>
                <c:pt idx="6663">
                  <c:v>12:43</c:v>
                </c:pt>
                <c:pt idx="6664">
                  <c:v>12:43</c:v>
                </c:pt>
                <c:pt idx="6665">
                  <c:v>12:43</c:v>
                </c:pt>
                <c:pt idx="6666">
                  <c:v>12:43</c:v>
                </c:pt>
                <c:pt idx="6667">
                  <c:v>12:43</c:v>
                </c:pt>
                <c:pt idx="6668">
                  <c:v>12:43</c:v>
                </c:pt>
                <c:pt idx="6669">
                  <c:v>12:43</c:v>
                </c:pt>
                <c:pt idx="6670">
                  <c:v>12:43</c:v>
                </c:pt>
                <c:pt idx="6671">
                  <c:v>12:43</c:v>
                </c:pt>
                <c:pt idx="6672">
                  <c:v>12:43</c:v>
                </c:pt>
                <c:pt idx="6673">
                  <c:v>12:43</c:v>
                </c:pt>
                <c:pt idx="6674">
                  <c:v>12:43</c:v>
                </c:pt>
                <c:pt idx="6675">
                  <c:v>12:43</c:v>
                </c:pt>
                <c:pt idx="6676">
                  <c:v>12:43</c:v>
                </c:pt>
                <c:pt idx="6677">
                  <c:v>12:43</c:v>
                </c:pt>
                <c:pt idx="6678">
                  <c:v>12:43</c:v>
                </c:pt>
                <c:pt idx="6679">
                  <c:v>12:43</c:v>
                </c:pt>
                <c:pt idx="6680">
                  <c:v>12:43</c:v>
                </c:pt>
                <c:pt idx="6681">
                  <c:v>12:43</c:v>
                </c:pt>
                <c:pt idx="6682">
                  <c:v>12:43</c:v>
                </c:pt>
                <c:pt idx="6683">
                  <c:v>12:43</c:v>
                </c:pt>
                <c:pt idx="6684">
                  <c:v>12:43</c:v>
                </c:pt>
                <c:pt idx="6685">
                  <c:v>12:43</c:v>
                </c:pt>
                <c:pt idx="6686">
                  <c:v>12:43</c:v>
                </c:pt>
                <c:pt idx="6687">
                  <c:v>12:43</c:v>
                </c:pt>
                <c:pt idx="6688">
                  <c:v>12:43</c:v>
                </c:pt>
                <c:pt idx="6689">
                  <c:v>12:43</c:v>
                </c:pt>
                <c:pt idx="6690">
                  <c:v>12:44</c:v>
                </c:pt>
                <c:pt idx="6691">
                  <c:v>12:44</c:v>
                </c:pt>
                <c:pt idx="6692">
                  <c:v>12:44</c:v>
                </c:pt>
                <c:pt idx="6693">
                  <c:v>12:44</c:v>
                </c:pt>
                <c:pt idx="6694">
                  <c:v>12:44</c:v>
                </c:pt>
                <c:pt idx="6695">
                  <c:v>12:44</c:v>
                </c:pt>
                <c:pt idx="6696">
                  <c:v>12:44</c:v>
                </c:pt>
                <c:pt idx="6697">
                  <c:v>12:44</c:v>
                </c:pt>
                <c:pt idx="6698">
                  <c:v>12:44</c:v>
                </c:pt>
                <c:pt idx="6699">
                  <c:v>12:44</c:v>
                </c:pt>
                <c:pt idx="6700">
                  <c:v>12:44</c:v>
                </c:pt>
                <c:pt idx="6701">
                  <c:v>12:44</c:v>
                </c:pt>
                <c:pt idx="6702">
                  <c:v>12:44</c:v>
                </c:pt>
                <c:pt idx="6703">
                  <c:v>12:44</c:v>
                </c:pt>
                <c:pt idx="6704">
                  <c:v>12:44</c:v>
                </c:pt>
                <c:pt idx="6705">
                  <c:v>12:44</c:v>
                </c:pt>
                <c:pt idx="6706">
                  <c:v>12:44</c:v>
                </c:pt>
                <c:pt idx="6707">
                  <c:v>12:44</c:v>
                </c:pt>
                <c:pt idx="6708">
                  <c:v>12:44</c:v>
                </c:pt>
                <c:pt idx="6709">
                  <c:v>12:44</c:v>
                </c:pt>
                <c:pt idx="6710">
                  <c:v>12:44</c:v>
                </c:pt>
                <c:pt idx="6711">
                  <c:v>12:44</c:v>
                </c:pt>
                <c:pt idx="6712">
                  <c:v>12:44</c:v>
                </c:pt>
                <c:pt idx="6713">
                  <c:v>12:44</c:v>
                </c:pt>
                <c:pt idx="6714">
                  <c:v>12:44</c:v>
                </c:pt>
                <c:pt idx="6715">
                  <c:v>12:44</c:v>
                </c:pt>
                <c:pt idx="6716">
                  <c:v>12:44</c:v>
                </c:pt>
                <c:pt idx="6717">
                  <c:v>12:44</c:v>
                </c:pt>
                <c:pt idx="6718">
                  <c:v>12:44</c:v>
                </c:pt>
                <c:pt idx="6719">
                  <c:v>12:44</c:v>
                </c:pt>
                <c:pt idx="6720">
                  <c:v>12:45</c:v>
                </c:pt>
                <c:pt idx="6721">
                  <c:v>12:45</c:v>
                </c:pt>
                <c:pt idx="6722">
                  <c:v>12:45</c:v>
                </c:pt>
                <c:pt idx="6723">
                  <c:v>12:45</c:v>
                </c:pt>
                <c:pt idx="6724">
                  <c:v>12:45</c:v>
                </c:pt>
                <c:pt idx="6725">
                  <c:v>12:45</c:v>
                </c:pt>
                <c:pt idx="6726">
                  <c:v>12:45</c:v>
                </c:pt>
                <c:pt idx="6727">
                  <c:v>12:45</c:v>
                </c:pt>
                <c:pt idx="6728">
                  <c:v>12:45</c:v>
                </c:pt>
                <c:pt idx="6729">
                  <c:v>12:45</c:v>
                </c:pt>
                <c:pt idx="6730">
                  <c:v>12:45</c:v>
                </c:pt>
                <c:pt idx="6731">
                  <c:v>12:45</c:v>
                </c:pt>
                <c:pt idx="6732">
                  <c:v>12:45</c:v>
                </c:pt>
                <c:pt idx="6733">
                  <c:v>12:45</c:v>
                </c:pt>
                <c:pt idx="6734">
                  <c:v>12:45</c:v>
                </c:pt>
                <c:pt idx="6735">
                  <c:v>12:45</c:v>
                </c:pt>
                <c:pt idx="6736">
                  <c:v>12:45</c:v>
                </c:pt>
                <c:pt idx="6737">
                  <c:v>12:45</c:v>
                </c:pt>
                <c:pt idx="6738">
                  <c:v>12:45</c:v>
                </c:pt>
                <c:pt idx="6739">
                  <c:v>12:45</c:v>
                </c:pt>
                <c:pt idx="6740">
                  <c:v>12:45</c:v>
                </c:pt>
                <c:pt idx="6741">
                  <c:v>12:45</c:v>
                </c:pt>
                <c:pt idx="6742">
                  <c:v>12:45</c:v>
                </c:pt>
                <c:pt idx="6743">
                  <c:v>12:45</c:v>
                </c:pt>
                <c:pt idx="6744">
                  <c:v>12:45</c:v>
                </c:pt>
                <c:pt idx="6745">
                  <c:v>12:45</c:v>
                </c:pt>
                <c:pt idx="6746">
                  <c:v>12:45</c:v>
                </c:pt>
                <c:pt idx="6747">
                  <c:v>12:45</c:v>
                </c:pt>
                <c:pt idx="6748">
                  <c:v>12:45</c:v>
                </c:pt>
                <c:pt idx="6749">
                  <c:v>12:45</c:v>
                </c:pt>
                <c:pt idx="6750">
                  <c:v>12:46</c:v>
                </c:pt>
                <c:pt idx="6751">
                  <c:v>12:46</c:v>
                </c:pt>
                <c:pt idx="6752">
                  <c:v>12:46</c:v>
                </c:pt>
                <c:pt idx="6753">
                  <c:v>12:46</c:v>
                </c:pt>
                <c:pt idx="6754">
                  <c:v>12:46</c:v>
                </c:pt>
                <c:pt idx="6755">
                  <c:v>12:46</c:v>
                </c:pt>
                <c:pt idx="6756">
                  <c:v>12:46</c:v>
                </c:pt>
                <c:pt idx="6757">
                  <c:v>12:46</c:v>
                </c:pt>
                <c:pt idx="6758">
                  <c:v>12:46</c:v>
                </c:pt>
                <c:pt idx="6759">
                  <c:v>12:46</c:v>
                </c:pt>
                <c:pt idx="6760">
                  <c:v>12:46</c:v>
                </c:pt>
                <c:pt idx="6761">
                  <c:v>12:46</c:v>
                </c:pt>
                <c:pt idx="6762">
                  <c:v>12:46</c:v>
                </c:pt>
                <c:pt idx="6763">
                  <c:v>12:46</c:v>
                </c:pt>
                <c:pt idx="6764">
                  <c:v>12:46</c:v>
                </c:pt>
                <c:pt idx="6765">
                  <c:v>12:46</c:v>
                </c:pt>
                <c:pt idx="6766">
                  <c:v>12:46</c:v>
                </c:pt>
                <c:pt idx="6767">
                  <c:v>12:46</c:v>
                </c:pt>
                <c:pt idx="6768">
                  <c:v>12:46</c:v>
                </c:pt>
                <c:pt idx="6769">
                  <c:v>12:46</c:v>
                </c:pt>
                <c:pt idx="6770">
                  <c:v>12:46</c:v>
                </c:pt>
                <c:pt idx="6771">
                  <c:v>12:46</c:v>
                </c:pt>
                <c:pt idx="6772">
                  <c:v>12:46</c:v>
                </c:pt>
                <c:pt idx="6773">
                  <c:v>12:46</c:v>
                </c:pt>
                <c:pt idx="6774">
                  <c:v>12:46</c:v>
                </c:pt>
                <c:pt idx="6775">
                  <c:v>12:46</c:v>
                </c:pt>
                <c:pt idx="6776">
                  <c:v>12:46</c:v>
                </c:pt>
                <c:pt idx="6777">
                  <c:v>12:46</c:v>
                </c:pt>
                <c:pt idx="6778">
                  <c:v>12:46</c:v>
                </c:pt>
                <c:pt idx="6779">
                  <c:v>12:46</c:v>
                </c:pt>
                <c:pt idx="6780">
                  <c:v>12:47</c:v>
                </c:pt>
                <c:pt idx="6781">
                  <c:v>12:47</c:v>
                </c:pt>
                <c:pt idx="6782">
                  <c:v>12:47</c:v>
                </c:pt>
                <c:pt idx="6783">
                  <c:v>12:47</c:v>
                </c:pt>
                <c:pt idx="6784">
                  <c:v>12:47</c:v>
                </c:pt>
                <c:pt idx="6785">
                  <c:v>12:47</c:v>
                </c:pt>
                <c:pt idx="6786">
                  <c:v>12:47</c:v>
                </c:pt>
                <c:pt idx="6787">
                  <c:v>12:47</c:v>
                </c:pt>
                <c:pt idx="6788">
                  <c:v>12:47</c:v>
                </c:pt>
                <c:pt idx="6789">
                  <c:v>12:47</c:v>
                </c:pt>
                <c:pt idx="6790">
                  <c:v>12:47</c:v>
                </c:pt>
                <c:pt idx="6791">
                  <c:v>12:47</c:v>
                </c:pt>
                <c:pt idx="6792">
                  <c:v>12:47</c:v>
                </c:pt>
                <c:pt idx="6793">
                  <c:v>12:47</c:v>
                </c:pt>
                <c:pt idx="6794">
                  <c:v>12:47</c:v>
                </c:pt>
                <c:pt idx="6795">
                  <c:v>12:47</c:v>
                </c:pt>
                <c:pt idx="6796">
                  <c:v>12:47</c:v>
                </c:pt>
                <c:pt idx="6797">
                  <c:v>12:47</c:v>
                </c:pt>
                <c:pt idx="6798">
                  <c:v>12:47</c:v>
                </c:pt>
                <c:pt idx="6799">
                  <c:v>12:47</c:v>
                </c:pt>
                <c:pt idx="6800">
                  <c:v>12:47</c:v>
                </c:pt>
                <c:pt idx="6801">
                  <c:v>12:47</c:v>
                </c:pt>
                <c:pt idx="6802">
                  <c:v>12:47</c:v>
                </c:pt>
                <c:pt idx="6803">
                  <c:v>12:47</c:v>
                </c:pt>
                <c:pt idx="6804">
                  <c:v>12:47</c:v>
                </c:pt>
                <c:pt idx="6805">
                  <c:v>12:47</c:v>
                </c:pt>
                <c:pt idx="6806">
                  <c:v>12:47</c:v>
                </c:pt>
                <c:pt idx="6807">
                  <c:v>12:47</c:v>
                </c:pt>
                <c:pt idx="6808">
                  <c:v>12:47</c:v>
                </c:pt>
                <c:pt idx="6809">
                  <c:v>12:47</c:v>
                </c:pt>
                <c:pt idx="6810">
                  <c:v>12:48</c:v>
                </c:pt>
                <c:pt idx="6811">
                  <c:v>12:48</c:v>
                </c:pt>
                <c:pt idx="6812">
                  <c:v>12:48</c:v>
                </c:pt>
                <c:pt idx="6813">
                  <c:v>12:48</c:v>
                </c:pt>
                <c:pt idx="6814">
                  <c:v>12:48</c:v>
                </c:pt>
                <c:pt idx="6815">
                  <c:v>12:48</c:v>
                </c:pt>
                <c:pt idx="6816">
                  <c:v>12:48</c:v>
                </c:pt>
                <c:pt idx="6817">
                  <c:v>12:48</c:v>
                </c:pt>
                <c:pt idx="6818">
                  <c:v>12:48</c:v>
                </c:pt>
                <c:pt idx="6819">
                  <c:v>12:48</c:v>
                </c:pt>
                <c:pt idx="6820">
                  <c:v>12:48</c:v>
                </c:pt>
                <c:pt idx="6821">
                  <c:v>12:48</c:v>
                </c:pt>
                <c:pt idx="6822">
                  <c:v>12:48</c:v>
                </c:pt>
                <c:pt idx="6823">
                  <c:v>12:48</c:v>
                </c:pt>
                <c:pt idx="6824">
                  <c:v>12:48</c:v>
                </c:pt>
                <c:pt idx="6825">
                  <c:v>12:48</c:v>
                </c:pt>
                <c:pt idx="6826">
                  <c:v>12:48</c:v>
                </c:pt>
                <c:pt idx="6827">
                  <c:v>12:48</c:v>
                </c:pt>
                <c:pt idx="6828">
                  <c:v>12:48</c:v>
                </c:pt>
                <c:pt idx="6829">
                  <c:v>12:48</c:v>
                </c:pt>
                <c:pt idx="6830">
                  <c:v>12:48</c:v>
                </c:pt>
                <c:pt idx="6831">
                  <c:v>12:48</c:v>
                </c:pt>
                <c:pt idx="6832">
                  <c:v>12:48</c:v>
                </c:pt>
                <c:pt idx="6833">
                  <c:v>12:48</c:v>
                </c:pt>
                <c:pt idx="6834">
                  <c:v>12:48</c:v>
                </c:pt>
                <c:pt idx="6835">
                  <c:v>12:48</c:v>
                </c:pt>
                <c:pt idx="6836">
                  <c:v>12:48</c:v>
                </c:pt>
                <c:pt idx="6837">
                  <c:v>12:48</c:v>
                </c:pt>
                <c:pt idx="6838">
                  <c:v>12:48</c:v>
                </c:pt>
                <c:pt idx="6839">
                  <c:v>12:48</c:v>
                </c:pt>
                <c:pt idx="6840">
                  <c:v>12:49</c:v>
                </c:pt>
                <c:pt idx="6841">
                  <c:v>12:49</c:v>
                </c:pt>
                <c:pt idx="6842">
                  <c:v>12:49</c:v>
                </c:pt>
                <c:pt idx="6843">
                  <c:v>12:49</c:v>
                </c:pt>
                <c:pt idx="6844">
                  <c:v>12:49</c:v>
                </c:pt>
                <c:pt idx="6845">
                  <c:v>12:49</c:v>
                </c:pt>
                <c:pt idx="6846">
                  <c:v>12:49</c:v>
                </c:pt>
                <c:pt idx="6847">
                  <c:v>12:49</c:v>
                </c:pt>
                <c:pt idx="6848">
                  <c:v>12:49</c:v>
                </c:pt>
                <c:pt idx="6849">
                  <c:v>12:49</c:v>
                </c:pt>
                <c:pt idx="6850">
                  <c:v>12:49</c:v>
                </c:pt>
                <c:pt idx="6851">
                  <c:v>12:49</c:v>
                </c:pt>
                <c:pt idx="6852">
                  <c:v>12:49</c:v>
                </c:pt>
                <c:pt idx="6853">
                  <c:v>12:49</c:v>
                </c:pt>
                <c:pt idx="6854">
                  <c:v>12:49</c:v>
                </c:pt>
                <c:pt idx="6855">
                  <c:v>12:49</c:v>
                </c:pt>
                <c:pt idx="6856">
                  <c:v>12:49</c:v>
                </c:pt>
                <c:pt idx="6857">
                  <c:v>12:49</c:v>
                </c:pt>
                <c:pt idx="6858">
                  <c:v>12:49</c:v>
                </c:pt>
                <c:pt idx="6859">
                  <c:v>12:49</c:v>
                </c:pt>
                <c:pt idx="6860">
                  <c:v>12:49</c:v>
                </c:pt>
                <c:pt idx="6861">
                  <c:v>12:49</c:v>
                </c:pt>
                <c:pt idx="6862">
                  <c:v>12:49</c:v>
                </c:pt>
                <c:pt idx="6863">
                  <c:v>12:49</c:v>
                </c:pt>
                <c:pt idx="6864">
                  <c:v>12:49</c:v>
                </c:pt>
                <c:pt idx="6865">
                  <c:v>12:49</c:v>
                </c:pt>
                <c:pt idx="6866">
                  <c:v>12:49</c:v>
                </c:pt>
                <c:pt idx="6867">
                  <c:v>12:49</c:v>
                </c:pt>
                <c:pt idx="6868">
                  <c:v>12:49</c:v>
                </c:pt>
                <c:pt idx="6869">
                  <c:v>12:49</c:v>
                </c:pt>
                <c:pt idx="6870">
                  <c:v>12:50</c:v>
                </c:pt>
                <c:pt idx="6871">
                  <c:v>12:50</c:v>
                </c:pt>
                <c:pt idx="6872">
                  <c:v>12:50</c:v>
                </c:pt>
                <c:pt idx="6873">
                  <c:v>12:50</c:v>
                </c:pt>
                <c:pt idx="6874">
                  <c:v>12:50</c:v>
                </c:pt>
                <c:pt idx="6875">
                  <c:v>12:50</c:v>
                </c:pt>
                <c:pt idx="6876">
                  <c:v>12:50</c:v>
                </c:pt>
                <c:pt idx="6877">
                  <c:v>12:50</c:v>
                </c:pt>
                <c:pt idx="6878">
                  <c:v>12:50</c:v>
                </c:pt>
                <c:pt idx="6879">
                  <c:v>12:50</c:v>
                </c:pt>
                <c:pt idx="6880">
                  <c:v>12:50</c:v>
                </c:pt>
                <c:pt idx="6881">
                  <c:v>12:50</c:v>
                </c:pt>
                <c:pt idx="6882">
                  <c:v>12:50</c:v>
                </c:pt>
                <c:pt idx="6883">
                  <c:v>12:50</c:v>
                </c:pt>
                <c:pt idx="6884">
                  <c:v>12:50</c:v>
                </c:pt>
                <c:pt idx="6885">
                  <c:v>12:50</c:v>
                </c:pt>
                <c:pt idx="6886">
                  <c:v>12:50</c:v>
                </c:pt>
                <c:pt idx="6887">
                  <c:v>12:50</c:v>
                </c:pt>
                <c:pt idx="6888">
                  <c:v>12:50</c:v>
                </c:pt>
                <c:pt idx="6889">
                  <c:v>12:50</c:v>
                </c:pt>
                <c:pt idx="6890">
                  <c:v>12:50</c:v>
                </c:pt>
                <c:pt idx="6891">
                  <c:v>12:50</c:v>
                </c:pt>
                <c:pt idx="6892">
                  <c:v>12:50</c:v>
                </c:pt>
                <c:pt idx="6893">
                  <c:v>12:50</c:v>
                </c:pt>
                <c:pt idx="6894">
                  <c:v>12:50</c:v>
                </c:pt>
                <c:pt idx="6895">
                  <c:v>12:50</c:v>
                </c:pt>
                <c:pt idx="6896">
                  <c:v>12:50</c:v>
                </c:pt>
                <c:pt idx="6897">
                  <c:v>12:50</c:v>
                </c:pt>
                <c:pt idx="6898">
                  <c:v>12:50</c:v>
                </c:pt>
                <c:pt idx="6899">
                  <c:v>12:50</c:v>
                </c:pt>
                <c:pt idx="6900">
                  <c:v>12:51</c:v>
                </c:pt>
                <c:pt idx="6901">
                  <c:v>12:51</c:v>
                </c:pt>
                <c:pt idx="6902">
                  <c:v>12:51</c:v>
                </c:pt>
                <c:pt idx="6903">
                  <c:v>12:51</c:v>
                </c:pt>
                <c:pt idx="6904">
                  <c:v>12:51</c:v>
                </c:pt>
                <c:pt idx="6905">
                  <c:v>12:51</c:v>
                </c:pt>
                <c:pt idx="6906">
                  <c:v>12:51</c:v>
                </c:pt>
                <c:pt idx="6907">
                  <c:v>12:51</c:v>
                </c:pt>
                <c:pt idx="6908">
                  <c:v>12:51</c:v>
                </c:pt>
                <c:pt idx="6909">
                  <c:v>12:51</c:v>
                </c:pt>
                <c:pt idx="6910">
                  <c:v>12:51</c:v>
                </c:pt>
                <c:pt idx="6911">
                  <c:v>12:51</c:v>
                </c:pt>
                <c:pt idx="6912">
                  <c:v>12:51</c:v>
                </c:pt>
                <c:pt idx="6913">
                  <c:v>12:51</c:v>
                </c:pt>
                <c:pt idx="6914">
                  <c:v>12:51</c:v>
                </c:pt>
                <c:pt idx="6915">
                  <c:v>12:51</c:v>
                </c:pt>
                <c:pt idx="6916">
                  <c:v>12:51</c:v>
                </c:pt>
                <c:pt idx="6917">
                  <c:v>12:51</c:v>
                </c:pt>
                <c:pt idx="6918">
                  <c:v>12:51</c:v>
                </c:pt>
                <c:pt idx="6919">
                  <c:v>12:51</c:v>
                </c:pt>
                <c:pt idx="6920">
                  <c:v>12:51</c:v>
                </c:pt>
                <c:pt idx="6921">
                  <c:v>12:51</c:v>
                </c:pt>
                <c:pt idx="6922">
                  <c:v>12:51</c:v>
                </c:pt>
                <c:pt idx="6923">
                  <c:v>12:51</c:v>
                </c:pt>
                <c:pt idx="6924">
                  <c:v>12:51</c:v>
                </c:pt>
                <c:pt idx="6925">
                  <c:v>12:51</c:v>
                </c:pt>
                <c:pt idx="6926">
                  <c:v>12:51</c:v>
                </c:pt>
                <c:pt idx="6927">
                  <c:v>12:51</c:v>
                </c:pt>
                <c:pt idx="6928">
                  <c:v>12:51</c:v>
                </c:pt>
                <c:pt idx="6929">
                  <c:v>12:51</c:v>
                </c:pt>
                <c:pt idx="6930">
                  <c:v>12:52</c:v>
                </c:pt>
                <c:pt idx="6931">
                  <c:v>12:52</c:v>
                </c:pt>
                <c:pt idx="6932">
                  <c:v>12:52</c:v>
                </c:pt>
                <c:pt idx="6933">
                  <c:v>12:52</c:v>
                </c:pt>
                <c:pt idx="6934">
                  <c:v>12:52</c:v>
                </c:pt>
                <c:pt idx="6935">
                  <c:v>12:52</c:v>
                </c:pt>
                <c:pt idx="6936">
                  <c:v>12:52</c:v>
                </c:pt>
                <c:pt idx="6937">
                  <c:v>12:52</c:v>
                </c:pt>
                <c:pt idx="6938">
                  <c:v>12:52</c:v>
                </c:pt>
                <c:pt idx="6939">
                  <c:v>12:52</c:v>
                </c:pt>
                <c:pt idx="6940">
                  <c:v>12:52</c:v>
                </c:pt>
                <c:pt idx="6941">
                  <c:v>12:52</c:v>
                </c:pt>
                <c:pt idx="6942">
                  <c:v>12:52</c:v>
                </c:pt>
                <c:pt idx="6943">
                  <c:v>12:52</c:v>
                </c:pt>
                <c:pt idx="6944">
                  <c:v>12:52</c:v>
                </c:pt>
                <c:pt idx="6945">
                  <c:v>12:52</c:v>
                </c:pt>
                <c:pt idx="6946">
                  <c:v>12:52</c:v>
                </c:pt>
                <c:pt idx="6947">
                  <c:v>12:52</c:v>
                </c:pt>
                <c:pt idx="6948">
                  <c:v>12:52</c:v>
                </c:pt>
                <c:pt idx="6949">
                  <c:v>12:52</c:v>
                </c:pt>
                <c:pt idx="6950">
                  <c:v>12:52</c:v>
                </c:pt>
                <c:pt idx="6951">
                  <c:v>12:52</c:v>
                </c:pt>
                <c:pt idx="6952">
                  <c:v>12:52</c:v>
                </c:pt>
                <c:pt idx="6953">
                  <c:v>12:52</c:v>
                </c:pt>
                <c:pt idx="6954">
                  <c:v>12:52</c:v>
                </c:pt>
                <c:pt idx="6955">
                  <c:v>12:52</c:v>
                </c:pt>
                <c:pt idx="6956">
                  <c:v>12:52</c:v>
                </c:pt>
                <c:pt idx="6957">
                  <c:v>12:52</c:v>
                </c:pt>
                <c:pt idx="6958">
                  <c:v>12:52</c:v>
                </c:pt>
                <c:pt idx="6959">
                  <c:v>12:52</c:v>
                </c:pt>
                <c:pt idx="6960">
                  <c:v>12:53</c:v>
                </c:pt>
                <c:pt idx="6961">
                  <c:v>12:53</c:v>
                </c:pt>
                <c:pt idx="6962">
                  <c:v>12:53</c:v>
                </c:pt>
                <c:pt idx="6963">
                  <c:v>12:53</c:v>
                </c:pt>
                <c:pt idx="6964">
                  <c:v>12:53</c:v>
                </c:pt>
                <c:pt idx="6965">
                  <c:v>12:53</c:v>
                </c:pt>
                <c:pt idx="6966">
                  <c:v>12:53</c:v>
                </c:pt>
                <c:pt idx="6967">
                  <c:v>12:53</c:v>
                </c:pt>
                <c:pt idx="6968">
                  <c:v>12:53</c:v>
                </c:pt>
                <c:pt idx="6969">
                  <c:v>12:53</c:v>
                </c:pt>
                <c:pt idx="6970">
                  <c:v>12:53</c:v>
                </c:pt>
                <c:pt idx="6971">
                  <c:v>12:53</c:v>
                </c:pt>
                <c:pt idx="6972">
                  <c:v>12:53</c:v>
                </c:pt>
                <c:pt idx="6973">
                  <c:v>12:53</c:v>
                </c:pt>
                <c:pt idx="6974">
                  <c:v>12:53</c:v>
                </c:pt>
                <c:pt idx="6975">
                  <c:v>12:53</c:v>
                </c:pt>
                <c:pt idx="6976">
                  <c:v>12:53</c:v>
                </c:pt>
                <c:pt idx="6977">
                  <c:v>12:53</c:v>
                </c:pt>
                <c:pt idx="6978">
                  <c:v>12:53</c:v>
                </c:pt>
                <c:pt idx="6979">
                  <c:v>12:53</c:v>
                </c:pt>
                <c:pt idx="6980">
                  <c:v>12:53</c:v>
                </c:pt>
                <c:pt idx="6981">
                  <c:v>12:53</c:v>
                </c:pt>
                <c:pt idx="6982">
                  <c:v>12:53</c:v>
                </c:pt>
                <c:pt idx="6983">
                  <c:v>12:53</c:v>
                </c:pt>
                <c:pt idx="6984">
                  <c:v>12:53</c:v>
                </c:pt>
                <c:pt idx="6985">
                  <c:v>12:53</c:v>
                </c:pt>
                <c:pt idx="6986">
                  <c:v>12:53</c:v>
                </c:pt>
                <c:pt idx="6987">
                  <c:v>12:53</c:v>
                </c:pt>
                <c:pt idx="6988">
                  <c:v>12:53</c:v>
                </c:pt>
                <c:pt idx="6989">
                  <c:v>12:53</c:v>
                </c:pt>
                <c:pt idx="6990">
                  <c:v>12:54</c:v>
                </c:pt>
                <c:pt idx="6991">
                  <c:v>12:54</c:v>
                </c:pt>
                <c:pt idx="6992">
                  <c:v>12:54</c:v>
                </c:pt>
                <c:pt idx="6993">
                  <c:v>12:54</c:v>
                </c:pt>
                <c:pt idx="6994">
                  <c:v>12:54</c:v>
                </c:pt>
                <c:pt idx="6995">
                  <c:v>12:54</c:v>
                </c:pt>
                <c:pt idx="6996">
                  <c:v>12:54</c:v>
                </c:pt>
                <c:pt idx="6997">
                  <c:v>12:54</c:v>
                </c:pt>
                <c:pt idx="6998">
                  <c:v>12:54</c:v>
                </c:pt>
                <c:pt idx="6999">
                  <c:v>12:54</c:v>
                </c:pt>
                <c:pt idx="7000">
                  <c:v>12:54</c:v>
                </c:pt>
                <c:pt idx="7001">
                  <c:v>12:54</c:v>
                </c:pt>
                <c:pt idx="7002">
                  <c:v>12:54</c:v>
                </c:pt>
                <c:pt idx="7003">
                  <c:v>12:54</c:v>
                </c:pt>
                <c:pt idx="7004">
                  <c:v>12:54</c:v>
                </c:pt>
                <c:pt idx="7005">
                  <c:v>12:54</c:v>
                </c:pt>
                <c:pt idx="7006">
                  <c:v>12:54</c:v>
                </c:pt>
                <c:pt idx="7007">
                  <c:v>12:54</c:v>
                </c:pt>
                <c:pt idx="7008">
                  <c:v>12:54</c:v>
                </c:pt>
                <c:pt idx="7009">
                  <c:v>12:54</c:v>
                </c:pt>
                <c:pt idx="7010">
                  <c:v>12:54</c:v>
                </c:pt>
                <c:pt idx="7011">
                  <c:v>12:54</c:v>
                </c:pt>
                <c:pt idx="7012">
                  <c:v>12:54</c:v>
                </c:pt>
                <c:pt idx="7013">
                  <c:v>12:54</c:v>
                </c:pt>
                <c:pt idx="7014">
                  <c:v>12:54</c:v>
                </c:pt>
                <c:pt idx="7015">
                  <c:v>12:54</c:v>
                </c:pt>
                <c:pt idx="7016">
                  <c:v>12:54</c:v>
                </c:pt>
                <c:pt idx="7017">
                  <c:v>12:54</c:v>
                </c:pt>
                <c:pt idx="7018">
                  <c:v>12:54</c:v>
                </c:pt>
                <c:pt idx="7019">
                  <c:v>12:54</c:v>
                </c:pt>
                <c:pt idx="7020">
                  <c:v>12:55</c:v>
                </c:pt>
                <c:pt idx="7021">
                  <c:v>12:55</c:v>
                </c:pt>
                <c:pt idx="7022">
                  <c:v>12:55</c:v>
                </c:pt>
                <c:pt idx="7023">
                  <c:v>12:55</c:v>
                </c:pt>
                <c:pt idx="7024">
                  <c:v>12:55</c:v>
                </c:pt>
                <c:pt idx="7025">
                  <c:v>12:55</c:v>
                </c:pt>
                <c:pt idx="7026">
                  <c:v>12:55</c:v>
                </c:pt>
                <c:pt idx="7027">
                  <c:v>12:55</c:v>
                </c:pt>
                <c:pt idx="7028">
                  <c:v>12:55</c:v>
                </c:pt>
                <c:pt idx="7029">
                  <c:v>12:55</c:v>
                </c:pt>
                <c:pt idx="7030">
                  <c:v>12:55</c:v>
                </c:pt>
                <c:pt idx="7031">
                  <c:v>12:55</c:v>
                </c:pt>
                <c:pt idx="7032">
                  <c:v>12:55</c:v>
                </c:pt>
                <c:pt idx="7033">
                  <c:v>12:55</c:v>
                </c:pt>
                <c:pt idx="7034">
                  <c:v>12:55</c:v>
                </c:pt>
                <c:pt idx="7035">
                  <c:v>12:55</c:v>
                </c:pt>
                <c:pt idx="7036">
                  <c:v>12:55</c:v>
                </c:pt>
                <c:pt idx="7037">
                  <c:v>12:55</c:v>
                </c:pt>
                <c:pt idx="7038">
                  <c:v>12:55</c:v>
                </c:pt>
                <c:pt idx="7039">
                  <c:v>12:55</c:v>
                </c:pt>
                <c:pt idx="7040">
                  <c:v>12:55</c:v>
                </c:pt>
                <c:pt idx="7041">
                  <c:v>12:55</c:v>
                </c:pt>
                <c:pt idx="7042">
                  <c:v>12:55</c:v>
                </c:pt>
                <c:pt idx="7043">
                  <c:v>12:55</c:v>
                </c:pt>
                <c:pt idx="7044">
                  <c:v>12:55</c:v>
                </c:pt>
                <c:pt idx="7045">
                  <c:v>12:55</c:v>
                </c:pt>
                <c:pt idx="7046">
                  <c:v>12:55</c:v>
                </c:pt>
                <c:pt idx="7047">
                  <c:v>12:55</c:v>
                </c:pt>
                <c:pt idx="7048">
                  <c:v>12:55</c:v>
                </c:pt>
                <c:pt idx="7049">
                  <c:v>12:55</c:v>
                </c:pt>
                <c:pt idx="7050">
                  <c:v>12:56</c:v>
                </c:pt>
                <c:pt idx="7051">
                  <c:v>12:56</c:v>
                </c:pt>
                <c:pt idx="7052">
                  <c:v>12:56</c:v>
                </c:pt>
                <c:pt idx="7053">
                  <c:v>12:56</c:v>
                </c:pt>
                <c:pt idx="7054">
                  <c:v>12:56</c:v>
                </c:pt>
                <c:pt idx="7055">
                  <c:v>12:56</c:v>
                </c:pt>
                <c:pt idx="7056">
                  <c:v>12:56</c:v>
                </c:pt>
                <c:pt idx="7057">
                  <c:v>12:56</c:v>
                </c:pt>
                <c:pt idx="7058">
                  <c:v>12:56</c:v>
                </c:pt>
                <c:pt idx="7059">
                  <c:v>12:56</c:v>
                </c:pt>
                <c:pt idx="7060">
                  <c:v>12:56</c:v>
                </c:pt>
                <c:pt idx="7061">
                  <c:v>12:56</c:v>
                </c:pt>
                <c:pt idx="7062">
                  <c:v>12:56</c:v>
                </c:pt>
                <c:pt idx="7063">
                  <c:v>12:56</c:v>
                </c:pt>
                <c:pt idx="7064">
                  <c:v>12:56</c:v>
                </c:pt>
                <c:pt idx="7065">
                  <c:v>12:56</c:v>
                </c:pt>
                <c:pt idx="7066">
                  <c:v>12:56</c:v>
                </c:pt>
                <c:pt idx="7067">
                  <c:v>12:56</c:v>
                </c:pt>
                <c:pt idx="7068">
                  <c:v>12:56</c:v>
                </c:pt>
                <c:pt idx="7069">
                  <c:v>12:56</c:v>
                </c:pt>
                <c:pt idx="7070">
                  <c:v>12:56</c:v>
                </c:pt>
                <c:pt idx="7071">
                  <c:v>12:56</c:v>
                </c:pt>
                <c:pt idx="7072">
                  <c:v>12:56</c:v>
                </c:pt>
                <c:pt idx="7073">
                  <c:v>12:56</c:v>
                </c:pt>
                <c:pt idx="7074">
                  <c:v>12:56</c:v>
                </c:pt>
                <c:pt idx="7075">
                  <c:v>12:56</c:v>
                </c:pt>
                <c:pt idx="7076">
                  <c:v>12:56</c:v>
                </c:pt>
                <c:pt idx="7077">
                  <c:v>12:56</c:v>
                </c:pt>
                <c:pt idx="7078">
                  <c:v>12:56</c:v>
                </c:pt>
                <c:pt idx="7079">
                  <c:v>12:56</c:v>
                </c:pt>
                <c:pt idx="7080">
                  <c:v>12:57</c:v>
                </c:pt>
                <c:pt idx="7081">
                  <c:v>12:57</c:v>
                </c:pt>
                <c:pt idx="7082">
                  <c:v>12:57</c:v>
                </c:pt>
                <c:pt idx="7083">
                  <c:v>12:57</c:v>
                </c:pt>
                <c:pt idx="7084">
                  <c:v>12:57</c:v>
                </c:pt>
                <c:pt idx="7085">
                  <c:v>12:57</c:v>
                </c:pt>
                <c:pt idx="7086">
                  <c:v>12:57</c:v>
                </c:pt>
                <c:pt idx="7087">
                  <c:v>12:57</c:v>
                </c:pt>
                <c:pt idx="7088">
                  <c:v>12:57</c:v>
                </c:pt>
                <c:pt idx="7089">
                  <c:v>12:57</c:v>
                </c:pt>
                <c:pt idx="7090">
                  <c:v>12:57</c:v>
                </c:pt>
                <c:pt idx="7091">
                  <c:v>12:57</c:v>
                </c:pt>
                <c:pt idx="7092">
                  <c:v>12:57</c:v>
                </c:pt>
                <c:pt idx="7093">
                  <c:v>12:57</c:v>
                </c:pt>
                <c:pt idx="7094">
                  <c:v>12:57</c:v>
                </c:pt>
                <c:pt idx="7095">
                  <c:v>12:57</c:v>
                </c:pt>
                <c:pt idx="7096">
                  <c:v>12:57</c:v>
                </c:pt>
                <c:pt idx="7097">
                  <c:v>12:57</c:v>
                </c:pt>
                <c:pt idx="7098">
                  <c:v>12:57</c:v>
                </c:pt>
                <c:pt idx="7099">
                  <c:v>12:57</c:v>
                </c:pt>
                <c:pt idx="7100">
                  <c:v>12:57</c:v>
                </c:pt>
                <c:pt idx="7101">
                  <c:v>12:57</c:v>
                </c:pt>
                <c:pt idx="7102">
                  <c:v>12:57</c:v>
                </c:pt>
                <c:pt idx="7103">
                  <c:v>12:57</c:v>
                </c:pt>
                <c:pt idx="7104">
                  <c:v>12:57</c:v>
                </c:pt>
                <c:pt idx="7105">
                  <c:v>12:57</c:v>
                </c:pt>
                <c:pt idx="7106">
                  <c:v>12:57</c:v>
                </c:pt>
                <c:pt idx="7107">
                  <c:v>12:57</c:v>
                </c:pt>
                <c:pt idx="7108">
                  <c:v>12:57</c:v>
                </c:pt>
                <c:pt idx="7109">
                  <c:v>12:57</c:v>
                </c:pt>
                <c:pt idx="7110">
                  <c:v>12:58</c:v>
                </c:pt>
                <c:pt idx="7111">
                  <c:v>12:58</c:v>
                </c:pt>
                <c:pt idx="7112">
                  <c:v>12:58</c:v>
                </c:pt>
                <c:pt idx="7113">
                  <c:v>12:58</c:v>
                </c:pt>
                <c:pt idx="7114">
                  <c:v>12:58</c:v>
                </c:pt>
                <c:pt idx="7115">
                  <c:v>12:58</c:v>
                </c:pt>
                <c:pt idx="7116">
                  <c:v>12:58</c:v>
                </c:pt>
                <c:pt idx="7117">
                  <c:v>12:58</c:v>
                </c:pt>
                <c:pt idx="7118">
                  <c:v>12:58</c:v>
                </c:pt>
                <c:pt idx="7119">
                  <c:v>12:58</c:v>
                </c:pt>
                <c:pt idx="7120">
                  <c:v>12:58</c:v>
                </c:pt>
                <c:pt idx="7121">
                  <c:v>12:58</c:v>
                </c:pt>
                <c:pt idx="7122">
                  <c:v>12:58</c:v>
                </c:pt>
                <c:pt idx="7123">
                  <c:v>12:58</c:v>
                </c:pt>
                <c:pt idx="7124">
                  <c:v>12:58</c:v>
                </c:pt>
                <c:pt idx="7125">
                  <c:v>12:58</c:v>
                </c:pt>
                <c:pt idx="7126">
                  <c:v>12:58</c:v>
                </c:pt>
                <c:pt idx="7127">
                  <c:v>12:58</c:v>
                </c:pt>
                <c:pt idx="7128">
                  <c:v>12:58</c:v>
                </c:pt>
                <c:pt idx="7129">
                  <c:v>12:58</c:v>
                </c:pt>
                <c:pt idx="7130">
                  <c:v>12:58</c:v>
                </c:pt>
                <c:pt idx="7131">
                  <c:v>12:58</c:v>
                </c:pt>
                <c:pt idx="7132">
                  <c:v>12:58</c:v>
                </c:pt>
                <c:pt idx="7133">
                  <c:v>12:58</c:v>
                </c:pt>
                <c:pt idx="7134">
                  <c:v>12:58</c:v>
                </c:pt>
                <c:pt idx="7135">
                  <c:v>12:58</c:v>
                </c:pt>
                <c:pt idx="7136">
                  <c:v>12:58</c:v>
                </c:pt>
                <c:pt idx="7137">
                  <c:v>12:58</c:v>
                </c:pt>
                <c:pt idx="7138">
                  <c:v>12:58</c:v>
                </c:pt>
                <c:pt idx="7139">
                  <c:v>12:58</c:v>
                </c:pt>
                <c:pt idx="7140">
                  <c:v>12:59</c:v>
                </c:pt>
                <c:pt idx="7141">
                  <c:v>12:59</c:v>
                </c:pt>
                <c:pt idx="7142">
                  <c:v>12:59</c:v>
                </c:pt>
                <c:pt idx="7143">
                  <c:v>12:59</c:v>
                </c:pt>
                <c:pt idx="7144">
                  <c:v>12:59</c:v>
                </c:pt>
                <c:pt idx="7145">
                  <c:v>12:59</c:v>
                </c:pt>
                <c:pt idx="7146">
                  <c:v>12:59</c:v>
                </c:pt>
                <c:pt idx="7147">
                  <c:v>12:59</c:v>
                </c:pt>
                <c:pt idx="7148">
                  <c:v>12:59</c:v>
                </c:pt>
                <c:pt idx="7149">
                  <c:v>12:59</c:v>
                </c:pt>
                <c:pt idx="7150">
                  <c:v>12:59</c:v>
                </c:pt>
                <c:pt idx="7151">
                  <c:v>12:59</c:v>
                </c:pt>
                <c:pt idx="7152">
                  <c:v>12:59</c:v>
                </c:pt>
                <c:pt idx="7153">
                  <c:v>12:59</c:v>
                </c:pt>
                <c:pt idx="7154">
                  <c:v>12:59</c:v>
                </c:pt>
                <c:pt idx="7155">
                  <c:v>12:59</c:v>
                </c:pt>
                <c:pt idx="7156">
                  <c:v>12:59</c:v>
                </c:pt>
                <c:pt idx="7157">
                  <c:v>12:59</c:v>
                </c:pt>
                <c:pt idx="7158">
                  <c:v>12:59</c:v>
                </c:pt>
                <c:pt idx="7159">
                  <c:v>12:59</c:v>
                </c:pt>
                <c:pt idx="7160">
                  <c:v>12:59</c:v>
                </c:pt>
                <c:pt idx="7161">
                  <c:v>12:59</c:v>
                </c:pt>
                <c:pt idx="7162">
                  <c:v>12:59</c:v>
                </c:pt>
                <c:pt idx="7163">
                  <c:v>12:59</c:v>
                </c:pt>
                <c:pt idx="7164">
                  <c:v>12:59</c:v>
                </c:pt>
                <c:pt idx="7165">
                  <c:v>12:59</c:v>
                </c:pt>
                <c:pt idx="7166">
                  <c:v>12:59</c:v>
                </c:pt>
                <c:pt idx="7167">
                  <c:v>12:59</c:v>
                </c:pt>
                <c:pt idx="7168">
                  <c:v>12:59</c:v>
                </c:pt>
                <c:pt idx="7169">
                  <c:v>12:59</c:v>
                </c:pt>
                <c:pt idx="7170">
                  <c:v>13:00</c:v>
                </c:pt>
                <c:pt idx="7171">
                  <c:v>13:00</c:v>
                </c:pt>
                <c:pt idx="7172">
                  <c:v>13:00</c:v>
                </c:pt>
                <c:pt idx="7173">
                  <c:v>13:00</c:v>
                </c:pt>
                <c:pt idx="7174">
                  <c:v>13:00</c:v>
                </c:pt>
                <c:pt idx="7175">
                  <c:v>13:00</c:v>
                </c:pt>
                <c:pt idx="7176">
                  <c:v>13:00</c:v>
                </c:pt>
                <c:pt idx="7177">
                  <c:v>13:00</c:v>
                </c:pt>
                <c:pt idx="7178">
                  <c:v>13:00</c:v>
                </c:pt>
                <c:pt idx="7179">
                  <c:v>13:00</c:v>
                </c:pt>
                <c:pt idx="7180">
                  <c:v>13:00</c:v>
                </c:pt>
                <c:pt idx="7181">
                  <c:v>13:00</c:v>
                </c:pt>
                <c:pt idx="7182">
                  <c:v>13:00</c:v>
                </c:pt>
                <c:pt idx="7183">
                  <c:v>13:00</c:v>
                </c:pt>
                <c:pt idx="7184">
                  <c:v>13:00</c:v>
                </c:pt>
                <c:pt idx="7185">
                  <c:v>13:00</c:v>
                </c:pt>
                <c:pt idx="7186">
                  <c:v>13:00</c:v>
                </c:pt>
                <c:pt idx="7187">
                  <c:v>13:00</c:v>
                </c:pt>
                <c:pt idx="7188">
                  <c:v>13:00</c:v>
                </c:pt>
                <c:pt idx="7189">
                  <c:v>13:00</c:v>
                </c:pt>
                <c:pt idx="7190">
                  <c:v>13:00</c:v>
                </c:pt>
                <c:pt idx="7191">
                  <c:v>13:00</c:v>
                </c:pt>
                <c:pt idx="7192">
                  <c:v>13:00</c:v>
                </c:pt>
                <c:pt idx="7193">
                  <c:v>13:00</c:v>
                </c:pt>
                <c:pt idx="7194">
                  <c:v>13:00</c:v>
                </c:pt>
                <c:pt idx="7195">
                  <c:v>13:00</c:v>
                </c:pt>
                <c:pt idx="7196">
                  <c:v>13:00</c:v>
                </c:pt>
                <c:pt idx="7197">
                  <c:v>13:00</c:v>
                </c:pt>
                <c:pt idx="7198">
                  <c:v>13:00</c:v>
                </c:pt>
                <c:pt idx="7199">
                  <c:v>13:00</c:v>
                </c:pt>
                <c:pt idx="7200">
                  <c:v>13:01</c:v>
                </c:pt>
                <c:pt idx="7201">
                  <c:v>13:01</c:v>
                </c:pt>
                <c:pt idx="7202">
                  <c:v>13:01</c:v>
                </c:pt>
                <c:pt idx="7203">
                  <c:v>13:01</c:v>
                </c:pt>
                <c:pt idx="7204">
                  <c:v>13:01</c:v>
                </c:pt>
                <c:pt idx="7205">
                  <c:v>13:01</c:v>
                </c:pt>
                <c:pt idx="7206">
                  <c:v>13:01</c:v>
                </c:pt>
                <c:pt idx="7207">
                  <c:v>13:01</c:v>
                </c:pt>
                <c:pt idx="7208">
                  <c:v>13:01</c:v>
                </c:pt>
                <c:pt idx="7209">
                  <c:v>13:01</c:v>
                </c:pt>
                <c:pt idx="7210">
                  <c:v>13:01</c:v>
                </c:pt>
                <c:pt idx="7211">
                  <c:v>13:01</c:v>
                </c:pt>
                <c:pt idx="7212">
                  <c:v>13:01</c:v>
                </c:pt>
                <c:pt idx="7213">
                  <c:v>13:01</c:v>
                </c:pt>
                <c:pt idx="7214">
                  <c:v>13:01</c:v>
                </c:pt>
                <c:pt idx="7215">
                  <c:v>13:01</c:v>
                </c:pt>
                <c:pt idx="7216">
                  <c:v>13:01</c:v>
                </c:pt>
                <c:pt idx="7217">
                  <c:v>13:01</c:v>
                </c:pt>
                <c:pt idx="7218">
                  <c:v>13:01</c:v>
                </c:pt>
                <c:pt idx="7219">
                  <c:v>13:01</c:v>
                </c:pt>
                <c:pt idx="7220">
                  <c:v>13:01</c:v>
                </c:pt>
                <c:pt idx="7221">
                  <c:v>13:01</c:v>
                </c:pt>
                <c:pt idx="7222">
                  <c:v>13:01</c:v>
                </c:pt>
                <c:pt idx="7223">
                  <c:v>13:01</c:v>
                </c:pt>
                <c:pt idx="7224">
                  <c:v>13:01</c:v>
                </c:pt>
                <c:pt idx="7225">
                  <c:v>13:01</c:v>
                </c:pt>
                <c:pt idx="7226">
                  <c:v>13:01</c:v>
                </c:pt>
                <c:pt idx="7227">
                  <c:v>13:01</c:v>
                </c:pt>
                <c:pt idx="7228">
                  <c:v>13:01</c:v>
                </c:pt>
                <c:pt idx="7229">
                  <c:v>13:01</c:v>
                </c:pt>
                <c:pt idx="7230">
                  <c:v>13:02</c:v>
                </c:pt>
                <c:pt idx="7231">
                  <c:v>13:02</c:v>
                </c:pt>
                <c:pt idx="7232">
                  <c:v>13:02</c:v>
                </c:pt>
                <c:pt idx="7233">
                  <c:v>13:02</c:v>
                </c:pt>
                <c:pt idx="7234">
                  <c:v>13:02</c:v>
                </c:pt>
                <c:pt idx="7235">
                  <c:v>13:02</c:v>
                </c:pt>
                <c:pt idx="7236">
                  <c:v>13:02</c:v>
                </c:pt>
                <c:pt idx="7237">
                  <c:v>13:02</c:v>
                </c:pt>
                <c:pt idx="7238">
                  <c:v>13:02</c:v>
                </c:pt>
                <c:pt idx="7239">
                  <c:v>13:02</c:v>
                </c:pt>
                <c:pt idx="7240">
                  <c:v>13:02</c:v>
                </c:pt>
                <c:pt idx="7241">
                  <c:v>13:02</c:v>
                </c:pt>
                <c:pt idx="7242">
                  <c:v>13:02</c:v>
                </c:pt>
                <c:pt idx="7243">
                  <c:v>13:02</c:v>
                </c:pt>
                <c:pt idx="7244">
                  <c:v>13:02</c:v>
                </c:pt>
                <c:pt idx="7245">
                  <c:v>13:02</c:v>
                </c:pt>
                <c:pt idx="7246">
                  <c:v>13:02</c:v>
                </c:pt>
                <c:pt idx="7247">
                  <c:v>13:02</c:v>
                </c:pt>
                <c:pt idx="7248">
                  <c:v>13:02</c:v>
                </c:pt>
                <c:pt idx="7249">
                  <c:v>13:02</c:v>
                </c:pt>
                <c:pt idx="7250">
                  <c:v>13:02</c:v>
                </c:pt>
                <c:pt idx="7251">
                  <c:v>13:02</c:v>
                </c:pt>
                <c:pt idx="7252">
                  <c:v>13:02</c:v>
                </c:pt>
                <c:pt idx="7253">
                  <c:v>13:02</c:v>
                </c:pt>
                <c:pt idx="7254">
                  <c:v>13:02</c:v>
                </c:pt>
                <c:pt idx="7255">
                  <c:v>13:02</c:v>
                </c:pt>
                <c:pt idx="7256">
                  <c:v>13:02</c:v>
                </c:pt>
                <c:pt idx="7257">
                  <c:v>13:02</c:v>
                </c:pt>
                <c:pt idx="7258">
                  <c:v>13:02</c:v>
                </c:pt>
                <c:pt idx="7259">
                  <c:v>13:02</c:v>
                </c:pt>
                <c:pt idx="7260">
                  <c:v>13:03</c:v>
                </c:pt>
                <c:pt idx="7261">
                  <c:v>13:03</c:v>
                </c:pt>
                <c:pt idx="7262">
                  <c:v>13:03</c:v>
                </c:pt>
                <c:pt idx="7263">
                  <c:v>13:03</c:v>
                </c:pt>
                <c:pt idx="7264">
                  <c:v>13:03</c:v>
                </c:pt>
                <c:pt idx="7265">
                  <c:v>13:03</c:v>
                </c:pt>
                <c:pt idx="7266">
                  <c:v>13:03</c:v>
                </c:pt>
                <c:pt idx="7267">
                  <c:v>13:03</c:v>
                </c:pt>
                <c:pt idx="7268">
                  <c:v>13:03</c:v>
                </c:pt>
                <c:pt idx="7269">
                  <c:v>13:03</c:v>
                </c:pt>
                <c:pt idx="7270">
                  <c:v>13:03</c:v>
                </c:pt>
                <c:pt idx="7271">
                  <c:v>13:03</c:v>
                </c:pt>
                <c:pt idx="7272">
                  <c:v>13:03</c:v>
                </c:pt>
                <c:pt idx="7273">
                  <c:v>13:03</c:v>
                </c:pt>
                <c:pt idx="7274">
                  <c:v>13:03</c:v>
                </c:pt>
                <c:pt idx="7275">
                  <c:v>13:03</c:v>
                </c:pt>
                <c:pt idx="7276">
                  <c:v>13:03</c:v>
                </c:pt>
                <c:pt idx="7277">
                  <c:v>13:03</c:v>
                </c:pt>
                <c:pt idx="7278">
                  <c:v>13:03</c:v>
                </c:pt>
                <c:pt idx="7279">
                  <c:v>13:03</c:v>
                </c:pt>
                <c:pt idx="7280">
                  <c:v>13:03</c:v>
                </c:pt>
                <c:pt idx="7281">
                  <c:v>13:03</c:v>
                </c:pt>
                <c:pt idx="7282">
                  <c:v>13:03</c:v>
                </c:pt>
                <c:pt idx="7283">
                  <c:v>13:03</c:v>
                </c:pt>
                <c:pt idx="7284">
                  <c:v>13:03</c:v>
                </c:pt>
                <c:pt idx="7285">
                  <c:v>13:03</c:v>
                </c:pt>
                <c:pt idx="7286">
                  <c:v>13:03</c:v>
                </c:pt>
                <c:pt idx="7287">
                  <c:v>13:03</c:v>
                </c:pt>
                <c:pt idx="7288">
                  <c:v>13:03</c:v>
                </c:pt>
                <c:pt idx="7289">
                  <c:v>13:03</c:v>
                </c:pt>
                <c:pt idx="7290">
                  <c:v>13:04</c:v>
                </c:pt>
                <c:pt idx="7291">
                  <c:v>13:04</c:v>
                </c:pt>
                <c:pt idx="7292">
                  <c:v>13:04</c:v>
                </c:pt>
                <c:pt idx="7293">
                  <c:v>13:04</c:v>
                </c:pt>
                <c:pt idx="7294">
                  <c:v>13:04</c:v>
                </c:pt>
                <c:pt idx="7295">
                  <c:v>13:04</c:v>
                </c:pt>
                <c:pt idx="7296">
                  <c:v>13:04</c:v>
                </c:pt>
                <c:pt idx="7297">
                  <c:v>13:04</c:v>
                </c:pt>
                <c:pt idx="7298">
                  <c:v>13:04</c:v>
                </c:pt>
                <c:pt idx="7299">
                  <c:v>13:04</c:v>
                </c:pt>
                <c:pt idx="7300">
                  <c:v>13:04</c:v>
                </c:pt>
                <c:pt idx="7301">
                  <c:v>13:04</c:v>
                </c:pt>
                <c:pt idx="7302">
                  <c:v>13:04</c:v>
                </c:pt>
                <c:pt idx="7303">
                  <c:v>13:04</c:v>
                </c:pt>
                <c:pt idx="7304">
                  <c:v>13:04</c:v>
                </c:pt>
                <c:pt idx="7305">
                  <c:v>13:04</c:v>
                </c:pt>
                <c:pt idx="7306">
                  <c:v>13:04</c:v>
                </c:pt>
                <c:pt idx="7307">
                  <c:v>13:04</c:v>
                </c:pt>
                <c:pt idx="7308">
                  <c:v>13:04</c:v>
                </c:pt>
                <c:pt idx="7309">
                  <c:v>13:04</c:v>
                </c:pt>
                <c:pt idx="7310">
                  <c:v>13:04</c:v>
                </c:pt>
                <c:pt idx="7311">
                  <c:v>13:04</c:v>
                </c:pt>
                <c:pt idx="7312">
                  <c:v>13:04</c:v>
                </c:pt>
                <c:pt idx="7313">
                  <c:v>13:04</c:v>
                </c:pt>
                <c:pt idx="7314">
                  <c:v>13:04</c:v>
                </c:pt>
                <c:pt idx="7315">
                  <c:v>13:04</c:v>
                </c:pt>
                <c:pt idx="7316">
                  <c:v>13:04</c:v>
                </c:pt>
                <c:pt idx="7317">
                  <c:v>13:04</c:v>
                </c:pt>
                <c:pt idx="7318">
                  <c:v>13:04</c:v>
                </c:pt>
                <c:pt idx="7319">
                  <c:v>13:04</c:v>
                </c:pt>
                <c:pt idx="7320">
                  <c:v>13:05</c:v>
                </c:pt>
                <c:pt idx="7321">
                  <c:v>13:05</c:v>
                </c:pt>
                <c:pt idx="7322">
                  <c:v>13:05</c:v>
                </c:pt>
                <c:pt idx="7323">
                  <c:v>13:05</c:v>
                </c:pt>
                <c:pt idx="7324">
                  <c:v>13:05</c:v>
                </c:pt>
                <c:pt idx="7325">
                  <c:v>13:05</c:v>
                </c:pt>
                <c:pt idx="7326">
                  <c:v>13:05</c:v>
                </c:pt>
                <c:pt idx="7327">
                  <c:v>13:05</c:v>
                </c:pt>
                <c:pt idx="7328">
                  <c:v>13:05</c:v>
                </c:pt>
                <c:pt idx="7329">
                  <c:v>13:05</c:v>
                </c:pt>
                <c:pt idx="7330">
                  <c:v>13:05</c:v>
                </c:pt>
                <c:pt idx="7331">
                  <c:v>13:05</c:v>
                </c:pt>
                <c:pt idx="7332">
                  <c:v>13:05</c:v>
                </c:pt>
                <c:pt idx="7333">
                  <c:v>13:05</c:v>
                </c:pt>
                <c:pt idx="7334">
                  <c:v>13:05</c:v>
                </c:pt>
                <c:pt idx="7335">
                  <c:v>13:05</c:v>
                </c:pt>
                <c:pt idx="7336">
                  <c:v>13:05</c:v>
                </c:pt>
                <c:pt idx="7337">
                  <c:v>13:05</c:v>
                </c:pt>
                <c:pt idx="7338">
                  <c:v>13:05</c:v>
                </c:pt>
                <c:pt idx="7339">
                  <c:v>13:05</c:v>
                </c:pt>
                <c:pt idx="7340">
                  <c:v>13:05</c:v>
                </c:pt>
                <c:pt idx="7341">
                  <c:v>13:05</c:v>
                </c:pt>
                <c:pt idx="7342">
                  <c:v>13:05</c:v>
                </c:pt>
                <c:pt idx="7343">
                  <c:v>13:05</c:v>
                </c:pt>
                <c:pt idx="7344">
                  <c:v>13:05</c:v>
                </c:pt>
                <c:pt idx="7345">
                  <c:v>13:05</c:v>
                </c:pt>
                <c:pt idx="7346">
                  <c:v>13:05</c:v>
                </c:pt>
                <c:pt idx="7347">
                  <c:v>13:05</c:v>
                </c:pt>
                <c:pt idx="7348">
                  <c:v>13:05</c:v>
                </c:pt>
                <c:pt idx="7349">
                  <c:v>13:05</c:v>
                </c:pt>
                <c:pt idx="7350">
                  <c:v>13:06</c:v>
                </c:pt>
                <c:pt idx="7351">
                  <c:v>13:06</c:v>
                </c:pt>
                <c:pt idx="7352">
                  <c:v>13:06</c:v>
                </c:pt>
                <c:pt idx="7353">
                  <c:v>13:06</c:v>
                </c:pt>
                <c:pt idx="7354">
                  <c:v>13:06</c:v>
                </c:pt>
                <c:pt idx="7355">
                  <c:v>13:06</c:v>
                </c:pt>
                <c:pt idx="7356">
                  <c:v>13:06</c:v>
                </c:pt>
                <c:pt idx="7357">
                  <c:v>13:06</c:v>
                </c:pt>
                <c:pt idx="7358">
                  <c:v>13:06</c:v>
                </c:pt>
                <c:pt idx="7359">
                  <c:v>13:06</c:v>
                </c:pt>
                <c:pt idx="7360">
                  <c:v>13:06</c:v>
                </c:pt>
                <c:pt idx="7361">
                  <c:v>13:06</c:v>
                </c:pt>
                <c:pt idx="7362">
                  <c:v>13:06</c:v>
                </c:pt>
                <c:pt idx="7363">
                  <c:v>13:06</c:v>
                </c:pt>
                <c:pt idx="7364">
                  <c:v>13:06</c:v>
                </c:pt>
                <c:pt idx="7365">
                  <c:v>13:06</c:v>
                </c:pt>
                <c:pt idx="7366">
                  <c:v>13:06</c:v>
                </c:pt>
                <c:pt idx="7367">
                  <c:v>13:06</c:v>
                </c:pt>
                <c:pt idx="7368">
                  <c:v>13:06</c:v>
                </c:pt>
                <c:pt idx="7369">
                  <c:v>13:06</c:v>
                </c:pt>
                <c:pt idx="7370">
                  <c:v>13:06</c:v>
                </c:pt>
                <c:pt idx="7371">
                  <c:v>13:06</c:v>
                </c:pt>
                <c:pt idx="7372">
                  <c:v>13:06</c:v>
                </c:pt>
                <c:pt idx="7373">
                  <c:v>13:06</c:v>
                </c:pt>
                <c:pt idx="7374">
                  <c:v>13:06</c:v>
                </c:pt>
                <c:pt idx="7375">
                  <c:v>13:06</c:v>
                </c:pt>
                <c:pt idx="7376">
                  <c:v>13:06</c:v>
                </c:pt>
                <c:pt idx="7377">
                  <c:v>13:06</c:v>
                </c:pt>
                <c:pt idx="7378">
                  <c:v>13:06</c:v>
                </c:pt>
                <c:pt idx="7379">
                  <c:v>13:06</c:v>
                </c:pt>
                <c:pt idx="7380">
                  <c:v>13:07</c:v>
                </c:pt>
                <c:pt idx="7381">
                  <c:v>13:07</c:v>
                </c:pt>
                <c:pt idx="7382">
                  <c:v>13:07</c:v>
                </c:pt>
                <c:pt idx="7383">
                  <c:v>13:07</c:v>
                </c:pt>
                <c:pt idx="7384">
                  <c:v>13:07</c:v>
                </c:pt>
                <c:pt idx="7385">
                  <c:v>13:07</c:v>
                </c:pt>
                <c:pt idx="7386">
                  <c:v>13:07</c:v>
                </c:pt>
                <c:pt idx="7387">
                  <c:v>13:07</c:v>
                </c:pt>
                <c:pt idx="7388">
                  <c:v>13:07</c:v>
                </c:pt>
                <c:pt idx="7389">
                  <c:v>13:07</c:v>
                </c:pt>
                <c:pt idx="7390">
                  <c:v>13:07</c:v>
                </c:pt>
                <c:pt idx="7391">
                  <c:v>13:07</c:v>
                </c:pt>
                <c:pt idx="7392">
                  <c:v>13:07</c:v>
                </c:pt>
                <c:pt idx="7393">
                  <c:v>13:07</c:v>
                </c:pt>
                <c:pt idx="7394">
                  <c:v>13:07</c:v>
                </c:pt>
                <c:pt idx="7395">
                  <c:v>13:07</c:v>
                </c:pt>
                <c:pt idx="7396">
                  <c:v>13:07</c:v>
                </c:pt>
                <c:pt idx="7397">
                  <c:v>13:07</c:v>
                </c:pt>
                <c:pt idx="7398">
                  <c:v>13:07</c:v>
                </c:pt>
                <c:pt idx="7399">
                  <c:v>13:07</c:v>
                </c:pt>
                <c:pt idx="7400">
                  <c:v>13:07</c:v>
                </c:pt>
                <c:pt idx="7401">
                  <c:v>13:07</c:v>
                </c:pt>
                <c:pt idx="7402">
                  <c:v>13:07</c:v>
                </c:pt>
                <c:pt idx="7403">
                  <c:v>13:07</c:v>
                </c:pt>
                <c:pt idx="7404">
                  <c:v>13:07</c:v>
                </c:pt>
                <c:pt idx="7405">
                  <c:v>13:07</c:v>
                </c:pt>
                <c:pt idx="7406">
                  <c:v>13:07</c:v>
                </c:pt>
                <c:pt idx="7407">
                  <c:v>13:07</c:v>
                </c:pt>
                <c:pt idx="7408">
                  <c:v>13:07</c:v>
                </c:pt>
                <c:pt idx="7409">
                  <c:v>13:07</c:v>
                </c:pt>
                <c:pt idx="7410">
                  <c:v>13:08</c:v>
                </c:pt>
                <c:pt idx="7411">
                  <c:v>13:08</c:v>
                </c:pt>
                <c:pt idx="7412">
                  <c:v>13:08</c:v>
                </c:pt>
                <c:pt idx="7413">
                  <c:v>13:08</c:v>
                </c:pt>
                <c:pt idx="7414">
                  <c:v>13:08</c:v>
                </c:pt>
                <c:pt idx="7415">
                  <c:v>13:08</c:v>
                </c:pt>
                <c:pt idx="7416">
                  <c:v>13:08</c:v>
                </c:pt>
                <c:pt idx="7417">
                  <c:v>13:08</c:v>
                </c:pt>
                <c:pt idx="7418">
                  <c:v>13:08</c:v>
                </c:pt>
                <c:pt idx="7419">
                  <c:v>13:08</c:v>
                </c:pt>
                <c:pt idx="7420">
                  <c:v>13:08</c:v>
                </c:pt>
                <c:pt idx="7421">
                  <c:v>13:08</c:v>
                </c:pt>
                <c:pt idx="7422">
                  <c:v>13:08</c:v>
                </c:pt>
                <c:pt idx="7423">
                  <c:v>13:08</c:v>
                </c:pt>
                <c:pt idx="7424">
                  <c:v>13:08</c:v>
                </c:pt>
                <c:pt idx="7425">
                  <c:v>13:08</c:v>
                </c:pt>
                <c:pt idx="7426">
                  <c:v>13:08</c:v>
                </c:pt>
                <c:pt idx="7427">
                  <c:v>13:08</c:v>
                </c:pt>
                <c:pt idx="7428">
                  <c:v>13:08</c:v>
                </c:pt>
                <c:pt idx="7429">
                  <c:v>13:08</c:v>
                </c:pt>
                <c:pt idx="7430">
                  <c:v>13:08</c:v>
                </c:pt>
                <c:pt idx="7431">
                  <c:v>13:08</c:v>
                </c:pt>
                <c:pt idx="7432">
                  <c:v>13:08</c:v>
                </c:pt>
                <c:pt idx="7433">
                  <c:v>13:08</c:v>
                </c:pt>
                <c:pt idx="7434">
                  <c:v>13:08</c:v>
                </c:pt>
                <c:pt idx="7435">
                  <c:v>13:08</c:v>
                </c:pt>
                <c:pt idx="7436">
                  <c:v>13:08</c:v>
                </c:pt>
                <c:pt idx="7437">
                  <c:v>13:08</c:v>
                </c:pt>
                <c:pt idx="7438">
                  <c:v>13:08</c:v>
                </c:pt>
                <c:pt idx="7439">
                  <c:v>13:08</c:v>
                </c:pt>
                <c:pt idx="7440">
                  <c:v>13:09</c:v>
                </c:pt>
                <c:pt idx="7441">
                  <c:v>13:09</c:v>
                </c:pt>
                <c:pt idx="7442">
                  <c:v>13:09</c:v>
                </c:pt>
                <c:pt idx="7443">
                  <c:v>13:09</c:v>
                </c:pt>
                <c:pt idx="7444">
                  <c:v>13:09</c:v>
                </c:pt>
                <c:pt idx="7445">
                  <c:v>13:09</c:v>
                </c:pt>
                <c:pt idx="7446">
                  <c:v>13:09</c:v>
                </c:pt>
                <c:pt idx="7447">
                  <c:v>13:09</c:v>
                </c:pt>
                <c:pt idx="7448">
                  <c:v>13:09</c:v>
                </c:pt>
                <c:pt idx="7449">
                  <c:v>13:09</c:v>
                </c:pt>
                <c:pt idx="7450">
                  <c:v>13:09</c:v>
                </c:pt>
                <c:pt idx="7451">
                  <c:v>13:09</c:v>
                </c:pt>
                <c:pt idx="7452">
                  <c:v>13:09</c:v>
                </c:pt>
                <c:pt idx="7453">
                  <c:v>13:09</c:v>
                </c:pt>
                <c:pt idx="7454">
                  <c:v>13:09</c:v>
                </c:pt>
                <c:pt idx="7455">
                  <c:v>13:09</c:v>
                </c:pt>
                <c:pt idx="7456">
                  <c:v>13:09</c:v>
                </c:pt>
                <c:pt idx="7457">
                  <c:v>13:09</c:v>
                </c:pt>
                <c:pt idx="7458">
                  <c:v>13:09</c:v>
                </c:pt>
                <c:pt idx="7459">
                  <c:v>13:09</c:v>
                </c:pt>
                <c:pt idx="7460">
                  <c:v>13:09</c:v>
                </c:pt>
                <c:pt idx="7461">
                  <c:v>13:09</c:v>
                </c:pt>
                <c:pt idx="7462">
                  <c:v>13:09</c:v>
                </c:pt>
                <c:pt idx="7463">
                  <c:v>13:09</c:v>
                </c:pt>
                <c:pt idx="7464">
                  <c:v>13:09</c:v>
                </c:pt>
                <c:pt idx="7465">
                  <c:v>13:09</c:v>
                </c:pt>
                <c:pt idx="7466">
                  <c:v>13:09</c:v>
                </c:pt>
                <c:pt idx="7467">
                  <c:v>13:09</c:v>
                </c:pt>
                <c:pt idx="7468">
                  <c:v>13:09</c:v>
                </c:pt>
                <c:pt idx="7469">
                  <c:v>13:09</c:v>
                </c:pt>
                <c:pt idx="7470">
                  <c:v>13:10</c:v>
                </c:pt>
                <c:pt idx="7471">
                  <c:v>13:10</c:v>
                </c:pt>
                <c:pt idx="7472">
                  <c:v>13:10</c:v>
                </c:pt>
                <c:pt idx="7473">
                  <c:v>13:10</c:v>
                </c:pt>
                <c:pt idx="7474">
                  <c:v>13:10</c:v>
                </c:pt>
                <c:pt idx="7475">
                  <c:v>13:10</c:v>
                </c:pt>
                <c:pt idx="7476">
                  <c:v>13:10</c:v>
                </c:pt>
                <c:pt idx="7477">
                  <c:v>13:10</c:v>
                </c:pt>
                <c:pt idx="7478">
                  <c:v>13:10</c:v>
                </c:pt>
                <c:pt idx="7479">
                  <c:v>13:10</c:v>
                </c:pt>
                <c:pt idx="7480">
                  <c:v>13:10</c:v>
                </c:pt>
                <c:pt idx="7481">
                  <c:v>13:10</c:v>
                </c:pt>
                <c:pt idx="7482">
                  <c:v>13:10</c:v>
                </c:pt>
                <c:pt idx="7483">
                  <c:v>13:10</c:v>
                </c:pt>
                <c:pt idx="7484">
                  <c:v>13:10</c:v>
                </c:pt>
                <c:pt idx="7485">
                  <c:v>13:10</c:v>
                </c:pt>
                <c:pt idx="7486">
                  <c:v>13:10</c:v>
                </c:pt>
                <c:pt idx="7487">
                  <c:v>13:10</c:v>
                </c:pt>
                <c:pt idx="7488">
                  <c:v>13:10</c:v>
                </c:pt>
                <c:pt idx="7489">
                  <c:v>13:10</c:v>
                </c:pt>
                <c:pt idx="7490">
                  <c:v>13:10</c:v>
                </c:pt>
                <c:pt idx="7491">
                  <c:v>13:10</c:v>
                </c:pt>
                <c:pt idx="7492">
                  <c:v>13:10</c:v>
                </c:pt>
                <c:pt idx="7493">
                  <c:v>13:10</c:v>
                </c:pt>
                <c:pt idx="7494">
                  <c:v>13:10</c:v>
                </c:pt>
                <c:pt idx="7495">
                  <c:v>13:10</c:v>
                </c:pt>
                <c:pt idx="7496">
                  <c:v>13:10</c:v>
                </c:pt>
                <c:pt idx="7497">
                  <c:v>13:10</c:v>
                </c:pt>
                <c:pt idx="7498">
                  <c:v>13:10</c:v>
                </c:pt>
                <c:pt idx="7499">
                  <c:v>13:10</c:v>
                </c:pt>
                <c:pt idx="7500">
                  <c:v>13:11</c:v>
                </c:pt>
                <c:pt idx="7501">
                  <c:v>13:11</c:v>
                </c:pt>
                <c:pt idx="7502">
                  <c:v>13:11</c:v>
                </c:pt>
                <c:pt idx="7503">
                  <c:v>13:11</c:v>
                </c:pt>
                <c:pt idx="7504">
                  <c:v>13:11</c:v>
                </c:pt>
                <c:pt idx="7505">
                  <c:v>13:11</c:v>
                </c:pt>
                <c:pt idx="7506">
                  <c:v>13:11</c:v>
                </c:pt>
                <c:pt idx="7507">
                  <c:v>13:11</c:v>
                </c:pt>
                <c:pt idx="7508">
                  <c:v>13:11</c:v>
                </c:pt>
                <c:pt idx="7509">
                  <c:v>13:11</c:v>
                </c:pt>
                <c:pt idx="7510">
                  <c:v>13:11</c:v>
                </c:pt>
                <c:pt idx="7511">
                  <c:v>13:11</c:v>
                </c:pt>
                <c:pt idx="7512">
                  <c:v>13:11</c:v>
                </c:pt>
                <c:pt idx="7513">
                  <c:v>13:11</c:v>
                </c:pt>
                <c:pt idx="7514">
                  <c:v>13:11</c:v>
                </c:pt>
                <c:pt idx="7515">
                  <c:v>13:11</c:v>
                </c:pt>
                <c:pt idx="7516">
                  <c:v>13:11</c:v>
                </c:pt>
                <c:pt idx="7517">
                  <c:v>13:11</c:v>
                </c:pt>
                <c:pt idx="7518">
                  <c:v>13:11</c:v>
                </c:pt>
                <c:pt idx="7519">
                  <c:v>13:11</c:v>
                </c:pt>
                <c:pt idx="7520">
                  <c:v>13:11</c:v>
                </c:pt>
                <c:pt idx="7521">
                  <c:v>13:11</c:v>
                </c:pt>
                <c:pt idx="7522">
                  <c:v>13:11</c:v>
                </c:pt>
                <c:pt idx="7523">
                  <c:v>13:11</c:v>
                </c:pt>
                <c:pt idx="7524">
                  <c:v>13:11</c:v>
                </c:pt>
                <c:pt idx="7525">
                  <c:v>13:11</c:v>
                </c:pt>
                <c:pt idx="7526">
                  <c:v>13:11</c:v>
                </c:pt>
                <c:pt idx="7527">
                  <c:v>13:11</c:v>
                </c:pt>
                <c:pt idx="7528">
                  <c:v>13:11</c:v>
                </c:pt>
                <c:pt idx="7529">
                  <c:v>13:11</c:v>
                </c:pt>
                <c:pt idx="7530">
                  <c:v>13:12</c:v>
                </c:pt>
                <c:pt idx="7531">
                  <c:v>13:12</c:v>
                </c:pt>
                <c:pt idx="7532">
                  <c:v>13:12</c:v>
                </c:pt>
                <c:pt idx="7533">
                  <c:v>13:12</c:v>
                </c:pt>
                <c:pt idx="7534">
                  <c:v>13:12</c:v>
                </c:pt>
                <c:pt idx="7535">
                  <c:v>13:12</c:v>
                </c:pt>
                <c:pt idx="7536">
                  <c:v>13:12</c:v>
                </c:pt>
                <c:pt idx="7537">
                  <c:v>13:12</c:v>
                </c:pt>
                <c:pt idx="7538">
                  <c:v>13:12</c:v>
                </c:pt>
                <c:pt idx="7539">
                  <c:v>13:12</c:v>
                </c:pt>
                <c:pt idx="7540">
                  <c:v>13:12</c:v>
                </c:pt>
                <c:pt idx="7541">
                  <c:v>13:12</c:v>
                </c:pt>
                <c:pt idx="7542">
                  <c:v>13:12</c:v>
                </c:pt>
                <c:pt idx="7543">
                  <c:v>13:12</c:v>
                </c:pt>
                <c:pt idx="7544">
                  <c:v>13:12</c:v>
                </c:pt>
                <c:pt idx="7545">
                  <c:v>13:12</c:v>
                </c:pt>
                <c:pt idx="7546">
                  <c:v>13:12</c:v>
                </c:pt>
                <c:pt idx="7547">
                  <c:v>13:12</c:v>
                </c:pt>
                <c:pt idx="7548">
                  <c:v>13:12</c:v>
                </c:pt>
                <c:pt idx="7549">
                  <c:v>13:12</c:v>
                </c:pt>
                <c:pt idx="7550">
                  <c:v>13:12</c:v>
                </c:pt>
                <c:pt idx="7551">
                  <c:v>13:12</c:v>
                </c:pt>
                <c:pt idx="7552">
                  <c:v>13:12</c:v>
                </c:pt>
                <c:pt idx="7553">
                  <c:v>13:12</c:v>
                </c:pt>
                <c:pt idx="7554">
                  <c:v>13:12</c:v>
                </c:pt>
                <c:pt idx="7555">
                  <c:v>13:12</c:v>
                </c:pt>
                <c:pt idx="7556">
                  <c:v>13:12</c:v>
                </c:pt>
                <c:pt idx="7557">
                  <c:v>13:12</c:v>
                </c:pt>
                <c:pt idx="7558">
                  <c:v>13:12</c:v>
                </c:pt>
                <c:pt idx="7559">
                  <c:v>13:12</c:v>
                </c:pt>
                <c:pt idx="7560">
                  <c:v>13:13</c:v>
                </c:pt>
                <c:pt idx="7561">
                  <c:v>13:13</c:v>
                </c:pt>
                <c:pt idx="7562">
                  <c:v>13:13</c:v>
                </c:pt>
                <c:pt idx="7563">
                  <c:v>13:13</c:v>
                </c:pt>
                <c:pt idx="7564">
                  <c:v>13:13</c:v>
                </c:pt>
                <c:pt idx="7565">
                  <c:v>13:13</c:v>
                </c:pt>
                <c:pt idx="7566">
                  <c:v>13:13</c:v>
                </c:pt>
                <c:pt idx="7567">
                  <c:v>13:13</c:v>
                </c:pt>
                <c:pt idx="7568">
                  <c:v>13:13</c:v>
                </c:pt>
                <c:pt idx="7569">
                  <c:v>13:13</c:v>
                </c:pt>
                <c:pt idx="7570">
                  <c:v>13:13</c:v>
                </c:pt>
                <c:pt idx="7571">
                  <c:v>13:13</c:v>
                </c:pt>
                <c:pt idx="7572">
                  <c:v>13:13</c:v>
                </c:pt>
                <c:pt idx="7573">
                  <c:v>13:13</c:v>
                </c:pt>
                <c:pt idx="7574">
                  <c:v>13:13</c:v>
                </c:pt>
                <c:pt idx="7575">
                  <c:v>13:13</c:v>
                </c:pt>
                <c:pt idx="7576">
                  <c:v>13:13</c:v>
                </c:pt>
                <c:pt idx="7577">
                  <c:v>13:13</c:v>
                </c:pt>
                <c:pt idx="7578">
                  <c:v>13:13</c:v>
                </c:pt>
                <c:pt idx="7579">
                  <c:v>13:13</c:v>
                </c:pt>
                <c:pt idx="7580">
                  <c:v>13:13</c:v>
                </c:pt>
                <c:pt idx="7581">
                  <c:v>13:13</c:v>
                </c:pt>
                <c:pt idx="7582">
                  <c:v>13:13</c:v>
                </c:pt>
                <c:pt idx="7583">
                  <c:v>13:13</c:v>
                </c:pt>
                <c:pt idx="7584">
                  <c:v>13:13</c:v>
                </c:pt>
                <c:pt idx="7585">
                  <c:v>13:13</c:v>
                </c:pt>
                <c:pt idx="7586">
                  <c:v>13:13</c:v>
                </c:pt>
                <c:pt idx="7587">
                  <c:v>13:13</c:v>
                </c:pt>
                <c:pt idx="7588">
                  <c:v>13:13</c:v>
                </c:pt>
                <c:pt idx="7589">
                  <c:v>13:13</c:v>
                </c:pt>
                <c:pt idx="7590">
                  <c:v>13:14</c:v>
                </c:pt>
                <c:pt idx="7591">
                  <c:v>13:14</c:v>
                </c:pt>
                <c:pt idx="7592">
                  <c:v>13:14</c:v>
                </c:pt>
                <c:pt idx="7593">
                  <c:v>13:14</c:v>
                </c:pt>
                <c:pt idx="7594">
                  <c:v>13:14</c:v>
                </c:pt>
                <c:pt idx="7595">
                  <c:v>13:14</c:v>
                </c:pt>
                <c:pt idx="7596">
                  <c:v>13:14</c:v>
                </c:pt>
                <c:pt idx="7597">
                  <c:v>13:14</c:v>
                </c:pt>
                <c:pt idx="7598">
                  <c:v>13:14</c:v>
                </c:pt>
                <c:pt idx="7599">
                  <c:v>13:14</c:v>
                </c:pt>
                <c:pt idx="7600">
                  <c:v>13:14</c:v>
                </c:pt>
                <c:pt idx="7601">
                  <c:v>13:14</c:v>
                </c:pt>
                <c:pt idx="7602">
                  <c:v>13:14</c:v>
                </c:pt>
                <c:pt idx="7603">
                  <c:v>13:14</c:v>
                </c:pt>
                <c:pt idx="7604">
                  <c:v>13:14</c:v>
                </c:pt>
                <c:pt idx="7605">
                  <c:v>13:14</c:v>
                </c:pt>
                <c:pt idx="7606">
                  <c:v>13:14</c:v>
                </c:pt>
                <c:pt idx="7607">
                  <c:v>13:14</c:v>
                </c:pt>
                <c:pt idx="7608">
                  <c:v>13:14</c:v>
                </c:pt>
                <c:pt idx="7609">
                  <c:v>13:14</c:v>
                </c:pt>
                <c:pt idx="7610">
                  <c:v>13:14</c:v>
                </c:pt>
                <c:pt idx="7611">
                  <c:v>13:14</c:v>
                </c:pt>
                <c:pt idx="7612">
                  <c:v>13:14</c:v>
                </c:pt>
                <c:pt idx="7613">
                  <c:v>13:14</c:v>
                </c:pt>
                <c:pt idx="7614">
                  <c:v>13:14</c:v>
                </c:pt>
                <c:pt idx="7615">
                  <c:v>13:14</c:v>
                </c:pt>
                <c:pt idx="7616">
                  <c:v>13:14</c:v>
                </c:pt>
                <c:pt idx="7617">
                  <c:v>13:14</c:v>
                </c:pt>
                <c:pt idx="7618">
                  <c:v>13:14</c:v>
                </c:pt>
                <c:pt idx="7619">
                  <c:v>13:14</c:v>
                </c:pt>
                <c:pt idx="7620">
                  <c:v>13:15</c:v>
                </c:pt>
                <c:pt idx="7621">
                  <c:v>13:15</c:v>
                </c:pt>
                <c:pt idx="7622">
                  <c:v>13:15</c:v>
                </c:pt>
                <c:pt idx="7623">
                  <c:v>13:15</c:v>
                </c:pt>
                <c:pt idx="7624">
                  <c:v>13:15</c:v>
                </c:pt>
                <c:pt idx="7625">
                  <c:v>13:15</c:v>
                </c:pt>
                <c:pt idx="7626">
                  <c:v>13:15</c:v>
                </c:pt>
                <c:pt idx="7627">
                  <c:v>13:15</c:v>
                </c:pt>
                <c:pt idx="7628">
                  <c:v>13:15</c:v>
                </c:pt>
                <c:pt idx="7629">
                  <c:v>13:15</c:v>
                </c:pt>
                <c:pt idx="7630">
                  <c:v>13:15</c:v>
                </c:pt>
                <c:pt idx="7631">
                  <c:v>13:15</c:v>
                </c:pt>
                <c:pt idx="7632">
                  <c:v>13:15</c:v>
                </c:pt>
                <c:pt idx="7633">
                  <c:v>13:15</c:v>
                </c:pt>
                <c:pt idx="7634">
                  <c:v>13:15</c:v>
                </c:pt>
                <c:pt idx="7635">
                  <c:v>13:15</c:v>
                </c:pt>
                <c:pt idx="7636">
                  <c:v>13:15</c:v>
                </c:pt>
                <c:pt idx="7637">
                  <c:v>13:15</c:v>
                </c:pt>
                <c:pt idx="7638">
                  <c:v>13:15</c:v>
                </c:pt>
                <c:pt idx="7639">
                  <c:v>13:15</c:v>
                </c:pt>
                <c:pt idx="7640">
                  <c:v>13:15</c:v>
                </c:pt>
                <c:pt idx="7641">
                  <c:v>13:15</c:v>
                </c:pt>
                <c:pt idx="7642">
                  <c:v>13:15</c:v>
                </c:pt>
                <c:pt idx="7643">
                  <c:v>13:15</c:v>
                </c:pt>
                <c:pt idx="7644">
                  <c:v>13:15</c:v>
                </c:pt>
                <c:pt idx="7645">
                  <c:v>13:15</c:v>
                </c:pt>
                <c:pt idx="7646">
                  <c:v>13:15</c:v>
                </c:pt>
                <c:pt idx="7647">
                  <c:v>13:15</c:v>
                </c:pt>
                <c:pt idx="7648">
                  <c:v>13:15</c:v>
                </c:pt>
                <c:pt idx="7649">
                  <c:v>13:15</c:v>
                </c:pt>
                <c:pt idx="7650">
                  <c:v>13:16</c:v>
                </c:pt>
                <c:pt idx="7651">
                  <c:v>13:16</c:v>
                </c:pt>
                <c:pt idx="7652">
                  <c:v>13:16</c:v>
                </c:pt>
                <c:pt idx="7653">
                  <c:v>13:16</c:v>
                </c:pt>
                <c:pt idx="7654">
                  <c:v>13:16</c:v>
                </c:pt>
                <c:pt idx="7655">
                  <c:v>13:16</c:v>
                </c:pt>
                <c:pt idx="7656">
                  <c:v>13:16</c:v>
                </c:pt>
                <c:pt idx="7657">
                  <c:v>13:16</c:v>
                </c:pt>
                <c:pt idx="7658">
                  <c:v>13:16</c:v>
                </c:pt>
                <c:pt idx="7659">
                  <c:v>13:16</c:v>
                </c:pt>
                <c:pt idx="7660">
                  <c:v>13:16</c:v>
                </c:pt>
                <c:pt idx="7661">
                  <c:v>13:16</c:v>
                </c:pt>
                <c:pt idx="7662">
                  <c:v>13:16</c:v>
                </c:pt>
                <c:pt idx="7663">
                  <c:v>13:16</c:v>
                </c:pt>
                <c:pt idx="7664">
                  <c:v>13:16</c:v>
                </c:pt>
                <c:pt idx="7665">
                  <c:v>13:16</c:v>
                </c:pt>
                <c:pt idx="7666">
                  <c:v>13:16</c:v>
                </c:pt>
                <c:pt idx="7667">
                  <c:v>13:16</c:v>
                </c:pt>
                <c:pt idx="7668">
                  <c:v>13:16</c:v>
                </c:pt>
                <c:pt idx="7669">
                  <c:v>13:16</c:v>
                </c:pt>
                <c:pt idx="7670">
                  <c:v>13:16</c:v>
                </c:pt>
                <c:pt idx="7671">
                  <c:v>13:16</c:v>
                </c:pt>
                <c:pt idx="7672">
                  <c:v>13:16</c:v>
                </c:pt>
                <c:pt idx="7673">
                  <c:v>13:16</c:v>
                </c:pt>
                <c:pt idx="7674">
                  <c:v>13:16</c:v>
                </c:pt>
                <c:pt idx="7675">
                  <c:v>13:16</c:v>
                </c:pt>
                <c:pt idx="7676">
                  <c:v>13:16</c:v>
                </c:pt>
                <c:pt idx="7677">
                  <c:v>13:16</c:v>
                </c:pt>
                <c:pt idx="7678">
                  <c:v>13:16</c:v>
                </c:pt>
                <c:pt idx="7679">
                  <c:v>13:16</c:v>
                </c:pt>
                <c:pt idx="7680">
                  <c:v>13:17</c:v>
                </c:pt>
                <c:pt idx="7681">
                  <c:v>13:17</c:v>
                </c:pt>
                <c:pt idx="7682">
                  <c:v>13:17</c:v>
                </c:pt>
                <c:pt idx="7683">
                  <c:v>13:17</c:v>
                </c:pt>
                <c:pt idx="7684">
                  <c:v>13:17</c:v>
                </c:pt>
                <c:pt idx="7685">
                  <c:v>13:17</c:v>
                </c:pt>
                <c:pt idx="7686">
                  <c:v>13:17</c:v>
                </c:pt>
                <c:pt idx="7687">
                  <c:v>13:17</c:v>
                </c:pt>
                <c:pt idx="7688">
                  <c:v>13:17</c:v>
                </c:pt>
                <c:pt idx="7689">
                  <c:v>13:17</c:v>
                </c:pt>
                <c:pt idx="7690">
                  <c:v>13:17</c:v>
                </c:pt>
                <c:pt idx="7691">
                  <c:v>13:17</c:v>
                </c:pt>
                <c:pt idx="7692">
                  <c:v>13:17</c:v>
                </c:pt>
                <c:pt idx="7693">
                  <c:v>13:17</c:v>
                </c:pt>
                <c:pt idx="7694">
                  <c:v>13:17</c:v>
                </c:pt>
                <c:pt idx="7695">
                  <c:v>13:17</c:v>
                </c:pt>
                <c:pt idx="7696">
                  <c:v>13:17</c:v>
                </c:pt>
                <c:pt idx="7697">
                  <c:v>13:17</c:v>
                </c:pt>
                <c:pt idx="7698">
                  <c:v>13:17</c:v>
                </c:pt>
                <c:pt idx="7699">
                  <c:v>13:17</c:v>
                </c:pt>
                <c:pt idx="7700">
                  <c:v>13:17</c:v>
                </c:pt>
                <c:pt idx="7701">
                  <c:v>13:17</c:v>
                </c:pt>
                <c:pt idx="7702">
                  <c:v>13:17</c:v>
                </c:pt>
                <c:pt idx="7703">
                  <c:v>13:17</c:v>
                </c:pt>
                <c:pt idx="7704">
                  <c:v>13:17</c:v>
                </c:pt>
                <c:pt idx="7705">
                  <c:v>13:17</c:v>
                </c:pt>
                <c:pt idx="7706">
                  <c:v>13:17</c:v>
                </c:pt>
                <c:pt idx="7707">
                  <c:v>13:17</c:v>
                </c:pt>
                <c:pt idx="7708">
                  <c:v>13:17</c:v>
                </c:pt>
                <c:pt idx="7709">
                  <c:v>13:17</c:v>
                </c:pt>
                <c:pt idx="7710">
                  <c:v>13:18</c:v>
                </c:pt>
                <c:pt idx="7711">
                  <c:v>13:18</c:v>
                </c:pt>
                <c:pt idx="7712">
                  <c:v>13:18</c:v>
                </c:pt>
                <c:pt idx="7713">
                  <c:v>13:18</c:v>
                </c:pt>
                <c:pt idx="7714">
                  <c:v>13:18</c:v>
                </c:pt>
                <c:pt idx="7715">
                  <c:v>13:18</c:v>
                </c:pt>
                <c:pt idx="7716">
                  <c:v>13:18</c:v>
                </c:pt>
                <c:pt idx="7717">
                  <c:v>13:18</c:v>
                </c:pt>
                <c:pt idx="7718">
                  <c:v>13:18</c:v>
                </c:pt>
                <c:pt idx="7719">
                  <c:v>13:18</c:v>
                </c:pt>
                <c:pt idx="7720">
                  <c:v>13:18</c:v>
                </c:pt>
                <c:pt idx="7721">
                  <c:v>13:18</c:v>
                </c:pt>
                <c:pt idx="7722">
                  <c:v>13:18</c:v>
                </c:pt>
                <c:pt idx="7723">
                  <c:v>13:18</c:v>
                </c:pt>
                <c:pt idx="7724">
                  <c:v>13:18</c:v>
                </c:pt>
                <c:pt idx="7725">
                  <c:v>13:18</c:v>
                </c:pt>
                <c:pt idx="7726">
                  <c:v>13:18</c:v>
                </c:pt>
                <c:pt idx="7727">
                  <c:v>13:18</c:v>
                </c:pt>
                <c:pt idx="7728">
                  <c:v>13:18</c:v>
                </c:pt>
                <c:pt idx="7729">
                  <c:v>13:18</c:v>
                </c:pt>
                <c:pt idx="7730">
                  <c:v>13:18</c:v>
                </c:pt>
                <c:pt idx="7731">
                  <c:v>13:18</c:v>
                </c:pt>
                <c:pt idx="7732">
                  <c:v>13:18</c:v>
                </c:pt>
                <c:pt idx="7733">
                  <c:v>13:18</c:v>
                </c:pt>
                <c:pt idx="7734">
                  <c:v>13:18</c:v>
                </c:pt>
                <c:pt idx="7735">
                  <c:v>13:18</c:v>
                </c:pt>
                <c:pt idx="7736">
                  <c:v>13:18</c:v>
                </c:pt>
                <c:pt idx="7737">
                  <c:v>13:18</c:v>
                </c:pt>
                <c:pt idx="7738">
                  <c:v>13:18</c:v>
                </c:pt>
                <c:pt idx="7739">
                  <c:v>13:18</c:v>
                </c:pt>
                <c:pt idx="7740">
                  <c:v>13:19</c:v>
                </c:pt>
                <c:pt idx="7741">
                  <c:v>13:19</c:v>
                </c:pt>
                <c:pt idx="7742">
                  <c:v>13:19</c:v>
                </c:pt>
                <c:pt idx="7743">
                  <c:v>13:19</c:v>
                </c:pt>
                <c:pt idx="7744">
                  <c:v>13:19</c:v>
                </c:pt>
                <c:pt idx="7745">
                  <c:v>13:19</c:v>
                </c:pt>
                <c:pt idx="7746">
                  <c:v>13:19</c:v>
                </c:pt>
                <c:pt idx="7747">
                  <c:v>13:19</c:v>
                </c:pt>
                <c:pt idx="7748">
                  <c:v>13:19</c:v>
                </c:pt>
                <c:pt idx="7749">
                  <c:v>13:19</c:v>
                </c:pt>
                <c:pt idx="7750">
                  <c:v>13:19</c:v>
                </c:pt>
                <c:pt idx="7751">
                  <c:v>13:19</c:v>
                </c:pt>
                <c:pt idx="7752">
                  <c:v>13:19</c:v>
                </c:pt>
                <c:pt idx="7753">
                  <c:v>13:19</c:v>
                </c:pt>
                <c:pt idx="7754">
                  <c:v>13:19</c:v>
                </c:pt>
                <c:pt idx="7755">
                  <c:v>13:19</c:v>
                </c:pt>
                <c:pt idx="7756">
                  <c:v>13:19</c:v>
                </c:pt>
                <c:pt idx="7757">
                  <c:v>13:19</c:v>
                </c:pt>
                <c:pt idx="7758">
                  <c:v>13:19</c:v>
                </c:pt>
                <c:pt idx="7759">
                  <c:v>13:19</c:v>
                </c:pt>
                <c:pt idx="7760">
                  <c:v>13:19</c:v>
                </c:pt>
                <c:pt idx="7761">
                  <c:v>13:19</c:v>
                </c:pt>
                <c:pt idx="7762">
                  <c:v>13:19</c:v>
                </c:pt>
                <c:pt idx="7763">
                  <c:v>13:19</c:v>
                </c:pt>
                <c:pt idx="7764">
                  <c:v>13:19</c:v>
                </c:pt>
                <c:pt idx="7765">
                  <c:v>13:19</c:v>
                </c:pt>
                <c:pt idx="7766">
                  <c:v>13:19</c:v>
                </c:pt>
                <c:pt idx="7767">
                  <c:v>13:19</c:v>
                </c:pt>
                <c:pt idx="7768">
                  <c:v>13:19</c:v>
                </c:pt>
                <c:pt idx="7769">
                  <c:v>13:19</c:v>
                </c:pt>
                <c:pt idx="7770">
                  <c:v>13:20</c:v>
                </c:pt>
                <c:pt idx="7771">
                  <c:v>13:20</c:v>
                </c:pt>
                <c:pt idx="7772">
                  <c:v>13:20</c:v>
                </c:pt>
                <c:pt idx="7773">
                  <c:v>13:20</c:v>
                </c:pt>
                <c:pt idx="7774">
                  <c:v>13:20</c:v>
                </c:pt>
                <c:pt idx="7775">
                  <c:v>13:20</c:v>
                </c:pt>
                <c:pt idx="7776">
                  <c:v>13:20</c:v>
                </c:pt>
                <c:pt idx="7777">
                  <c:v>13:20</c:v>
                </c:pt>
                <c:pt idx="7778">
                  <c:v>13:20</c:v>
                </c:pt>
                <c:pt idx="7779">
                  <c:v>13:20</c:v>
                </c:pt>
                <c:pt idx="7780">
                  <c:v>13:20</c:v>
                </c:pt>
                <c:pt idx="7781">
                  <c:v>13:20</c:v>
                </c:pt>
                <c:pt idx="7782">
                  <c:v>13:20</c:v>
                </c:pt>
                <c:pt idx="7783">
                  <c:v>13:20</c:v>
                </c:pt>
                <c:pt idx="7784">
                  <c:v>13:20</c:v>
                </c:pt>
                <c:pt idx="7785">
                  <c:v>13:20</c:v>
                </c:pt>
                <c:pt idx="7786">
                  <c:v>13:20</c:v>
                </c:pt>
                <c:pt idx="7787">
                  <c:v>13:20</c:v>
                </c:pt>
                <c:pt idx="7788">
                  <c:v>13:20</c:v>
                </c:pt>
                <c:pt idx="7789">
                  <c:v>13:20</c:v>
                </c:pt>
                <c:pt idx="7790">
                  <c:v>13:20</c:v>
                </c:pt>
                <c:pt idx="7791">
                  <c:v>13:20</c:v>
                </c:pt>
                <c:pt idx="7792">
                  <c:v>13:20</c:v>
                </c:pt>
                <c:pt idx="7793">
                  <c:v>13:20</c:v>
                </c:pt>
                <c:pt idx="7794">
                  <c:v>13:20</c:v>
                </c:pt>
                <c:pt idx="7795">
                  <c:v>13:20</c:v>
                </c:pt>
                <c:pt idx="7796">
                  <c:v>13:20</c:v>
                </c:pt>
                <c:pt idx="7797">
                  <c:v>13:20</c:v>
                </c:pt>
                <c:pt idx="7798">
                  <c:v>13:20</c:v>
                </c:pt>
                <c:pt idx="7799">
                  <c:v>13:20</c:v>
                </c:pt>
                <c:pt idx="7800">
                  <c:v>13:21</c:v>
                </c:pt>
                <c:pt idx="7801">
                  <c:v>13:21</c:v>
                </c:pt>
                <c:pt idx="7802">
                  <c:v>13:21</c:v>
                </c:pt>
                <c:pt idx="7803">
                  <c:v>13:21</c:v>
                </c:pt>
                <c:pt idx="7804">
                  <c:v>13:21</c:v>
                </c:pt>
                <c:pt idx="7805">
                  <c:v>13:21</c:v>
                </c:pt>
                <c:pt idx="7806">
                  <c:v>13:21</c:v>
                </c:pt>
                <c:pt idx="7807">
                  <c:v>13:21</c:v>
                </c:pt>
                <c:pt idx="7808">
                  <c:v>13:21</c:v>
                </c:pt>
                <c:pt idx="7809">
                  <c:v>13:21</c:v>
                </c:pt>
                <c:pt idx="7810">
                  <c:v>13:21</c:v>
                </c:pt>
                <c:pt idx="7811">
                  <c:v>13:21</c:v>
                </c:pt>
                <c:pt idx="7812">
                  <c:v>13:21</c:v>
                </c:pt>
                <c:pt idx="7813">
                  <c:v>13:21</c:v>
                </c:pt>
                <c:pt idx="7814">
                  <c:v>13:21</c:v>
                </c:pt>
                <c:pt idx="7815">
                  <c:v>13:21</c:v>
                </c:pt>
                <c:pt idx="7816">
                  <c:v>13:21</c:v>
                </c:pt>
                <c:pt idx="7817">
                  <c:v>13:21</c:v>
                </c:pt>
                <c:pt idx="7818">
                  <c:v>13:21</c:v>
                </c:pt>
                <c:pt idx="7819">
                  <c:v>13:21</c:v>
                </c:pt>
                <c:pt idx="7820">
                  <c:v>13:21</c:v>
                </c:pt>
                <c:pt idx="7821">
                  <c:v>13:21</c:v>
                </c:pt>
                <c:pt idx="7822">
                  <c:v>13:21</c:v>
                </c:pt>
                <c:pt idx="7823">
                  <c:v>13:21</c:v>
                </c:pt>
                <c:pt idx="7824">
                  <c:v>13:21</c:v>
                </c:pt>
                <c:pt idx="7825">
                  <c:v>13:21</c:v>
                </c:pt>
                <c:pt idx="7826">
                  <c:v>13:21</c:v>
                </c:pt>
                <c:pt idx="7827">
                  <c:v>13:21</c:v>
                </c:pt>
                <c:pt idx="7828">
                  <c:v>13:21</c:v>
                </c:pt>
                <c:pt idx="7829">
                  <c:v>13:21</c:v>
                </c:pt>
                <c:pt idx="7830">
                  <c:v>13:22</c:v>
                </c:pt>
                <c:pt idx="7831">
                  <c:v>13:22</c:v>
                </c:pt>
                <c:pt idx="7832">
                  <c:v>13:22</c:v>
                </c:pt>
                <c:pt idx="7833">
                  <c:v>13:22</c:v>
                </c:pt>
                <c:pt idx="7834">
                  <c:v>13:22</c:v>
                </c:pt>
                <c:pt idx="7835">
                  <c:v>13:22</c:v>
                </c:pt>
                <c:pt idx="7836">
                  <c:v>13:22</c:v>
                </c:pt>
                <c:pt idx="7837">
                  <c:v>13:22</c:v>
                </c:pt>
                <c:pt idx="7838">
                  <c:v>13:22</c:v>
                </c:pt>
                <c:pt idx="7839">
                  <c:v>13:22</c:v>
                </c:pt>
                <c:pt idx="7840">
                  <c:v>13:22</c:v>
                </c:pt>
                <c:pt idx="7841">
                  <c:v>13:22</c:v>
                </c:pt>
                <c:pt idx="7842">
                  <c:v>13:22</c:v>
                </c:pt>
                <c:pt idx="7843">
                  <c:v>13:22</c:v>
                </c:pt>
                <c:pt idx="7844">
                  <c:v>13:22</c:v>
                </c:pt>
                <c:pt idx="7845">
                  <c:v>13:22</c:v>
                </c:pt>
                <c:pt idx="7846">
                  <c:v>13:22</c:v>
                </c:pt>
                <c:pt idx="7847">
                  <c:v>13:22</c:v>
                </c:pt>
                <c:pt idx="7848">
                  <c:v>13:22</c:v>
                </c:pt>
                <c:pt idx="7849">
                  <c:v>13:22</c:v>
                </c:pt>
                <c:pt idx="7850">
                  <c:v>13:22</c:v>
                </c:pt>
                <c:pt idx="7851">
                  <c:v>13:22</c:v>
                </c:pt>
                <c:pt idx="7852">
                  <c:v>13:22</c:v>
                </c:pt>
                <c:pt idx="7853">
                  <c:v>13:22</c:v>
                </c:pt>
                <c:pt idx="7854">
                  <c:v>13:22</c:v>
                </c:pt>
                <c:pt idx="7855">
                  <c:v>13:22</c:v>
                </c:pt>
                <c:pt idx="7856">
                  <c:v>13:22</c:v>
                </c:pt>
                <c:pt idx="7857">
                  <c:v>13:22</c:v>
                </c:pt>
                <c:pt idx="7858">
                  <c:v>13:22</c:v>
                </c:pt>
                <c:pt idx="7859">
                  <c:v>13:22</c:v>
                </c:pt>
                <c:pt idx="7860">
                  <c:v>13:23</c:v>
                </c:pt>
                <c:pt idx="7861">
                  <c:v>13:23</c:v>
                </c:pt>
                <c:pt idx="7862">
                  <c:v>13:23</c:v>
                </c:pt>
                <c:pt idx="7863">
                  <c:v>13:23</c:v>
                </c:pt>
                <c:pt idx="7864">
                  <c:v>13:23</c:v>
                </c:pt>
                <c:pt idx="7865">
                  <c:v>13:23</c:v>
                </c:pt>
                <c:pt idx="7866">
                  <c:v>13:23</c:v>
                </c:pt>
                <c:pt idx="7867">
                  <c:v>13:23</c:v>
                </c:pt>
                <c:pt idx="7868">
                  <c:v>13:23</c:v>
                </c:pt>
                <c:pt idx="7869">
                  <c:v>13:23</c:v>
                </c:pt>
                <c:pt idx="7870">
                  <c:v>13:23</c:v>
                </c:pt>
                <c:pt idx="7871">
                  <c:v>13:23</c:v>
                </c:pt>
                <c:pt idx="7872">
                  <c:v>13:23</c:v>
                </c:pt>
                <c:pt idx="7873">
                  <c:v>13:23</c:v>
                </c:pt>
                <c:pt idx="7874">
                  <c:v>13:23</c:v>
                </c:pt>
                <c:pt idx="7875">
                  <c:v>13:23</c:v>
                </c:pt>
                <c:pt idx="7876">
                  <c:v>13:23</c:v>
                </c:pt>
                <c:pt idx="7877">
                  <c:v>13:23</c:v>
                </c:pt>
                <c:pt idx="7878">
                  <c:v>13:23</c:v>
                </c:pt>
                <c:pt idx="7879">
                  <c:v>13:23</c:v>
                </c:pt>
                <c:pt idx="7880">
                  <c:v>13:23</c:v>
                </c:pt>
                <c:pt idx="7881">
                  <c:v>13:23</c:v>
                </c:pt>
                <c:pt idx="7882">
                  <c:v>13:23</c:v>
                </c:pt>
                <c:pt idx="7883">
                  <c:v>13:23</c:v>
                </c:pt>
                <c:pt idx="7884">
                  <c:v>13:23</c:v>
                </c:pt>
                <c:pt idx="7885">
                  <c:v>13:23</c:v>
                </c:pt>
                <c:pt idx="7886">
                  <c:v>13:23</c:v>
                </c:pt>
                <c:pt idx="7887">
                  <c:v>13:23</c:v>
                </c:pt>
                <c:pt idx="7888">
                  <c:v>13:23</c:v>
                </c:pt>
                <c:pt idx="7889">
                  <c:v>13:23</c:v>
                </c:pt>
                <c:pt idx="7890">
                  <c:v>13:24</c:v>
                </c:pt>
                <c:pt idx="7891">
                  <c:v>13:24</c:v>
                </c:pt>
                <c:pt idx="7892">
                  <c:v>13:24</c:v>
                </c:pt>
                <c:pt idx="7893">
                  <c:v>13:24</c:v>
                </c:pt>
                <c:pt idx="7894">
                  <c:v>13:24</c:v>
                </c:pt>
                <c:pt idx="7895">
                  <c:v>13:24</c:v>
                </c:pt>
                <c:pt idx="7896">
                  <c:v>13:24</c:v>
                </c:pt>
                <c:pt idx="7897">
                  <c:v>13:24</c:v>
                </c:pt>
                <c:pt idx="7898">
                  <c:v>13:24</c:v>
                </c:pt>
                <c:pt idx="7899">
                  <c:v>13:24</c:v>
                </c:pt>
                <c:pt idx="7900">
                  <c:v>13:24</c:v>
                </c:pt>
                <c:pt idx="7901">
                  <c:v>13:24</c:v>
                </c:pt>
                <c:pt idx="7902">
                  <c:v>13:24</c:v>
                </c:pt>
                <c:pt idx="7903">
                  <c:v>13:24</c:v>
                </c:pt>
                <c:pt idx="7904">
                  <c:v>13:24</c:v>
                </c:pt>
                <c:pt idx="7905">
                  <c:v>13:24</c:v>
                </c:pt>
                <c:pt idx="7906">
                  <c:v>13:24</c:v>
                </c:pt>
                <c:pt idx="7907">
                  <c:v>13:24</c:v>
                </c:pt>
                <c:pt idx="7908">
                  <c:v>13:24</c:v>
                </c:pt>
                <c:pt idx="7909">
                  <c:v>13:24</c:v>
                </c:pt>
                <c:pt idx="7910">
                  <c:v>13:24</c:v>
                </c:pt>
                <c:pt idx="7911">
                  <c:v>13:24</c:v>
                </c:pt>
                <c:pt idx="7912">
                  <c:v>13:24</c:v>
                </c:pt>
                <c:pt idx="7913">
                  <c:v>13:24</c:v>
                </c:pt>
                <c:pt idx="7914">
                  <c:v>13:24</c:v>
                </c:pt>
                <c:pt idx="7915">
                  <c:v>13:24</c:v>
                </c:pt>
                <c:pt idx="7916">
                  <c:v>13:24</c:v>
                </c:pt>
                <c:pt idx="7917">
                  <c:v>13:24</c:v>
                </c:pt>
                <c:pt idx="7918">
                  <c:v>13:24</c:v>
                </c:pt>
                <c:pt idx="7919">
                  <c:v>13:24</c:v>
                </c:pt>
                <c:pt idx="7920">
                  <c:v>13:25</c:v>
                </c:pt>
                <c:pt idx="7921">
                  <c:v>13:25</c:v>
                </c:pt>
                <c:pt idx="7922">
                  <c:v>13:25</c:v>
                </c:pt>
                <c:pt idx="7923">
                  <c:v>13:25</c:v>
                </c:pt>
                <c:pt idx="7924">
                  <c:v>13:25</c:v>
                </c:pt>
                <c:pt idx="7925">
                  <c:v>13:25</c:v>
                </c:pt>
                <c:pt idx="7926">
                  <c:v>13:25</c:v>
                </c:pt>
                <c:pt idx="7927">
                  <c:v>13:25</c:v>
                </c:pt>
                <c:pt idx="7928">
                  <c:v>13:25</c:v>
                </c:pt>
                <c:pt idx="7929">
                  <c:v>13:25</c:v>
                </c:pt>
                <c:pt idx="7930">
                  <c:v>13:25</c:v>
                </c:pt>
                <c:pt idx="7931">
                  <c:v>13:25</c:v>
                </c:pt>
                <c:pt idx="7932">
                  <c:v>13:25</c:v>
                </c:pt>
                <c:pt idx="7933">
                  <c:v>13:25</c:v>
                </c:pt>
                <c:pt idx="7934">
                  <c:v>13:25</c:v>
                </c:pt>
                <c:pt idx="7935">
                  <c:v>13:25</c:v>
                </c:pt>
                <c:pt idx="7936">
                  <c:v>13:25</c:v>
                </c:pt>
                <c:pt idx="7937">
                  <c:v>13:25</c:v>
                </c:pt>
                <c:pt idx="7938">
                  <c:v>13:25</c:v>
                </c:pt>
                <c:pt idx="7939">
                  <c:v>13:25</c:v>
                </c:pt>
                <c:pt idx="7940">
                  <c:v>13:25</c:v>
                </c:pt>
                <c:pt idx="7941">
                  <c:v>13:25</c:v>
                </c:pt>
                <c:pt idx="7942">
                  <c:v>13:25</c:v>
                </c:pt>
                <c:pt idx="7943">
                  <c:v>13:25</c:v>
                </c:pt>
                <c:pt idx="7944">
                  <c:v>13:25</c:v>
                </c:pt>
                <c:pt idx="7945">
                  <c:v>13:25</c:v>
                </c:pt>
                <c:pt idx="7946">
                  <c:v>13:25</c:v>
                </c:pt>
                <c:pt idx="7947">
                  <c:v>13:25</c:v>
                </c:pt>
                <c:pt idx="7948">
                  <c:v>13:25</c:v>
                </c:pt>
                <c:pt idx="7949">
                  <c:v>13:25</c:v>
                </c:pt>
                <c:pt idx="7950">
                  <c:v>13:26</c:v>
                </c:pt>
                <c:pt idx="7951">
                  <c:v>13:26</c:v>
                </c:pt>
                <c:pt idx="7952">
                  <c:v>13:26</c:v>
                </c:pt>
                <c:pt idx="7953">
                  <c:v>13:26</c:v>
                </c:pt>
                <c:pt idx="7954">
                  <c:v>13:26</c:v>
                </c:pt>
                <c:pt idx="7955">
                  <c:v>13:26</c:v>
                </c:pt>
                <c:pt idx="7956">
                  <c:v>13:26</c:v>
                </c:pt>
                <c:pt idx="7957">
                  <c:v>13:26</c:v>
                </c:pt>
                <c:pt idx="7958">
                  <c:v>13:26</c:v>
                </c:pt>
                <c:pt idx="7959">
                  <c:v>13:26</c:v>
                </c:pt>
                <c:pt idx="7960">
                  <c:v>13:26</c:v>
                </c:pt>
                <c:pt idx="7961">
                  <c:v>13:26</c:v>
                </c:pt>
                <c:pt idx="7962">
                  <c:v>13:26</c:v>
                </c:pt>
                <c:pt idx="7963">
                  <c:v>13:26</c:v>
                </c:pt>
                <c:pt idx="7964">
                  <c:v>13:26</c:v>
                </c:pt>
                <c:pt idx="7965">
                  <c:v>13:26</c:v>
                </c:pt>
                <c:pt idx="7966">
                  <c:v>13:26</c:v>
                </c:pt>
                <c:pt idx="7967">
                  <c:v>13:26</c:v>
                </c:pt>
                <c:pt idx="7968">
                  <c:v>13:26</c:v>
                </c:pt>
                <c:pt idx="7969">
                  <c:v>13:26</c:v>
                </c:pt>
                <c:pt idx="7970">
                  <c:v>13:26</c:v>
                </c:pt>
                <c:pt idx="7971">
                  <c:v>13:26</c:v>
                </c:pt>
                <c:pt idx="7972">
                  <c:v>13:26</c:v>
                </c:pt>
                <c:pt idx="7973">
                  <c:v>13:26</c:v>
                </c:pt>
                <c:pt idx="7974">
                  <c:v>13:26</c:v>
                </c:pt>
                <c:pt idx="7975">
                  <c:v>13:26</c:v>
                </c:pt>
                <c:pt idx="7976">
                  <c:v>13:26</c:v>
                </c:pt>
                <c:pt idx="7977">
                  <c:v>13:26</c:v>
                </c:pt>
                <c:pt idx="7978">
                  <c:v>13:26</c:v>
                </c:pt>
                <c:pt idx="7979">
                  <c:v>13:26</c:v>
                </c:pt>
                <c:pt idx="7980">
                  <c:v>13:27</c:v>
                </c:pt>
                <c:pt idx="7981">
                  <c:v>13:27</c:v>
                </c:pt>
                <c:pt idx="7982">
                  <c:v>13:27</c:v>
                </c:pt>
                <c:pt idx="7983">
                  <c:v>13:27</c:v>
                </c:pt>
                <c:pt idx="7984">
                  <c:v>13:27</c:v>
                </c:pt>
                <c:pt idx="7985">
                  <c:v>13:27</c:v>
                </c:pt>
                <c:pt idx="7986">
                  <c:v>13:27</c:v>
                </c:pt>
                <c:pt idx="7987">
                  <c:v>13:27</c:v>
                </c:pt>
                <c:pt idx="7988">
                  <c:v>13:27</c:v>
                </c:pt>
                <c:pt idx="7989">
                  <c:v>13:27</c:v>
                </c:pt>
                <c:pt idx="7990">
                  <c:v>13:27</c:v>
                </c:pt>
                <c:pt idx="7991">
                  <c:v>13:27</c:v>
                </c:pt>
                <c:pt idx="7992">
                  <c:v>13:27</c:v>
                </c:pt>
                <c:pt idx="7993">
                  <c:v>13:27</c:v>
                </c:pt>
                <c:pt idx="7994">
                  <c:v>13:27</c:v>
                </c:pt>
                <c:pt idx="7995">
                  <c:v>13:27</c:v>
                </c:pt>
                <c:pt idx="7996">
                  <c:v>13:27</c:v>
                </c:pt>
                <c:pt idx="7997">
                  <c:v>13:27</c:v>
                </c:pt>
                <c:pt idx="7998">
                  <c:v>13:27</c:v>
                </c:pt>
                <c:pt idx="7999">
                  <c:v>13:27</c:v>
                </c:pt>
                <c:pt idx="8000">
                  <c:v>13:27</c:v>
                </c:pt>
                <c:pt idx="8001">
                  <c:v>13:27</c:v>
                </c:pt>
                <c:pt idx="8002">
                  <c:v>13:27</c:v>
                </c:pt>
                <c:pt idx="8003">
                  <c:v>13:27</c:v>
                </c:pt>
                <c:pt idx="8004">
                  <c:v>13:27</c:v>
                </c:pt>
                <c:pt idx="8005">
                  <c:v>13:27</c:v>
                </c:pt>
                <c:pt idx="8006">
                  <c:v>13:27</c:v>
                </c:pt>
                <c:pt idx="8007">
                  <c:v>13:27</c:v>
                </c:pt>
                <c:pt idx="8008">
                  <c:v>13:27</c:v>
                </c:pt>
                <c:pt idx="8009">
                  <c:v>13:27</c:v>
                </c:pt>
                <c:pt idx="8010">
                  <c:v>13:28</c:v>
                </c:pt>
                <c:pt idx="8011">
                  <c:v>13:28</c:v>
                </c:pt>
                <c:pt idx="8012">
                  <c:v>13:28</c:v>
                </c:pt>
                <c:pt idx="8013">
                  <c:v>13:28</c:v>
                </c:pt>
                <c:pt idx="8014">
                  <c:v>13:28</c:v>
                </c:pt>
                <c:pt idx="8015">
                  <c:v>13:28</c:v>
                </c:pt>
                <c:pt idx="8016">
                  <c:v>13:28</c:v>
                </c:pt>
                <c:pt idx="8017">
                  <c:v>13:28</c:v>
                </c:pt>
                <c:pt idx="8018">
                  <c:v>13:28</c:v>
                </c:pt>
                <c:pt idx="8019">
                  <c:v>13:28</c:v>
                </c:pt>
                <c:pt idx="8020">
                  <c:v>13:28</c:v>
                </c:pt>
                <c:pt idx="8021">
                  <c:v>13:28</c:v>
                </c:pt>
                <c:pt idx="8022">
                  <c:v>13:28</c:v>
                </c:pt>
                <c:pt idx="8023">
                  <c:v>13:28</c:v>
                </c:pt>
                <c:pt idx="8024">
                  <c:v>13:28</c:v>
                </c:pt>
                <c:pt idx="8025">
                  <c:v>13:28</c:v>
                </c:pt>
                <c:pt idx="8026">
                  <c:v>13:28</c:v>
                </c:pt>
                <c:pt idx="8027">
                  <c:v>13:28</c:v>
                </c:pt>
                <c:pt idx="8028">
                  <c:v>13:28</c:v>
                </c:pt>
                <c:pt idx="8029">
                  <c:v>13:28</c:v>
                </c:pt>
                <c:pt idx="8030">
                  <c:v>13:28</c:v>
                </c:pt>
                <c:pt idx="8031">
                  <c:v>13:28</c:v>
                </c:pt>
                <c:pt idx="8032">
                  <c:v>13:28</c:v>
                </c:pt>
                <c:pt idx="8033">
                  <c:v>13:28</c:v>
                </c:pt>
                <c:pt idx="8034">
                  <c:v>13:28</c:v>
                </c:pt>
                <c:pt idx="8035">
                  <c:v>13:28</c:v>
                </c:pt>
                <c:pt idx="8036">
                  <c:v>13:28</c:v>
                </c:pt>
                <c:pt idx="8037">
                  <c:v>13:28</c:v>
                </c:pt>
                <c:pt idx="8038">
                  <c:v>13:28</c:v>
                </c:pt>
                <c:pt idx="8039">
                  <c:v>13:28</c:v>
                </c:pt>
                <c:pt idx="8040">
                  <c:v>13:29</c:v>
                </c:pt>
                <c:pt idx="8041">
                  <c:v>13:29</c:v>
                </c:pt>
                <c:pt idx="8042">
                  <c:v>13:29</c:v>
                </c:pt>
                <c:pt idx="8043">
                  <c:v>13:29</c:v>
                </c:pt>
                <c:pt idx="8044">
                  <c:v>13:29</c:v>
                </c:pt>
                <c:pt idx="8045">
                  <c:v>13:29</c:v>
                </c:pt>
                <c:pt idx="8046">
                  <c:v>13:29</c:v>
                </c:pt>
                <c:pt idx="8047">
                  <c:v>13:29</c:v>
                </c:pt>
                <c:pt idx="8048">
                  <c:v>13:29</c:v>
                </c:pt>
                <c:pt idx="8049">
                  <c:v>13:29</c:v>
                </c:pt>
                <c:pt idx="8050">
                  <c:v>13:29</c:v>
                </c:pt>
                <c:pt idx="8051">
                  <c:v>13:29</c:v>
                </c:pt>
                <c:pt idx="8052">
                  <c:v>13:29</c:v>
                </c:pt>
                <c:pt idx="8053">
                  <c:v>13:29</c:v>
                </c:pt>
                <c:pt idx="8054">
                  <c:v>13:29</c:v>
                </c:pt>
                <c:pt idx="8055">
                  <c:v>13:29</c:v>
                </c:pt>
                <c:pt idx="8056">
                  <c:v>13:29</c:v>
                </c:pt>
                <c:pt idx="8057">
                  <c:v>13:29</c:v>
                </c:pt>
                <c:pt idx="8058">
                  <c:v>13:29</c:v>
                </c:pt>
                <c:pt idx="8059">
                  <c:v>13:29</c:v>
                </c:pt>
                <c:pt idx="8060">
                  <c:v>13:29</c:v>
                </c:pt>
                <c:pt idx="8061">
                  <c:v>13:29</c:v>
                </c:pt>
                <c:pt idx="8062">
                  <c:v>13:29</c:v>
                </c:pt>
                <c:pt idx="8063">
                  <c:v>13:29</c:v>
                </c:pt>
                <c:pt idx="8064">
                  <c:v>13:29</c:v>
                </c:pt>
                <c:pt idx="8065">
                  <c:v>13:29</c:v>
                </c:pt>
                <c:pt idx="8066">
                  <c:v>13:29</c:v>
                </c:pt>
                <c:pt idx="8067">
                  <c:v>13:29</c:v>
                </c:pt>
                <c:pt idx="8068">
                  <c:v>13:29</c:v>
                </c:pt>
                <c:pt idx="8069">
                  <c:v>13:29</c:v>
                </c:pt>
                <c:pt idx="8070">
                  <c:v>13:30</c:v>
                </c:pt>
                <c:pt idx="8071">
                  <c:v>13:30</c:v>
                </c:pt>
                <c:pt idx="8072">
                  <c:v>13:30</c:v>
                </c:pt>
                <c:pt idx="8073">
                  <c:v>13:30</c:v>
                </c:pt>
                <c:pt idx="8074">
                  <c:v>13:30</c:v>
                </c:pt>
                <c:pt idx="8075">
                  <c:v>13:30</c:v>
                </c:pt>
                <c:pt idx="8076">
                  <c:v>13:30</c:v>
                </c:pt>
                <c:pt idx="8077">
                  <c:v>13:30</c:v>
                </c:pt>
                <c:pt idx="8078">
                  <c:v>13:30</c:v>
                </c:pt>
                <c:pt idx="8079">
                  <c:v>13:30</c:v>
                </c:pt>
                <c:pt idx="8080">
                  <c:v>13:30</c:v>
                </c:pt>
                <c:pt idx="8081">
                  <c:v>13:30</c:v>
                </c:pt>
                <c:pt idx="8082">
                  <c:v>13:30</c:v>
                </c:pt>
                <c:pt idx="8083">
                  <c:v>13:30</c:v>
                </c:pt>
                <c:pt idx="8084">
                  <c:v>13:30</c:v>
                </c:pt>
                <c:pt idx="8085">
                  <c:v>13:30</c:v>
                </c:pt>
                <c:pt idx="8086">
                  <c:v>13:30</c:v>
                </c:pt>
                <c:pt idx="8087">
                  <c:v>13:30</c:v>
                </c:pt>
                <c:pt idx="8088">
                  <c:v>13:30</c:v>
                </c:pt>
                <c:pt idx="8089">
                  <c:v>13:30</c:v>
                </c:pt>
                <c:pt idx="8090">
                  <c:v>13:30</c:v>
                </c:pt>
                <c:pt idx="8091">
                  <c:v>13:30</c:v>
                </c:pt>
                <c:pt idx="8092">
                  <c:v>13:30</c:v>
                </c:pt>
                <c:pt idx="8093">
                  <c:v>13:30</c:v>
                </c:pt>
                <c:pt idx="8094">
                  <c:v>13:30</c:v>
                </c:pt>
                <c:pt idx="8095">
                  <c:v>13:30</c:v>
                </c:pt>
                <c:pt idx="8096">
                  <c:v>13:30</c:v>
                </c:pt>
                <c:pt idx="8097">
                  <c:v>13:30</c:v>
                </c:pt>
                <c:pt idx="8098">
                  <c:v>13:30</c:v>
                </c:pt>
                <c:pt idx="8099">
                  <c:v>13:30</c:v>
                </c:pt>
                <c:pt idx="8100">
                  <c:v>13:31</c:v>
                </c:pt>
                <c:pt idx="8101">
                  <c:v>13:31</c:v>
                </c:pt>
                <c:pt idx="8102">
                  <c:v>13:31</c:v>
                </c:pt>
                <c:pt idx="8103">
                  <c:v>13:31</c:v>
                </c:pt>
                <c:pt idx="8104">
                  <c:v>13:31</c:v>
                </c:pt>
                <c:pt idx="8105">
                  <c:v>13:31</c:v>
                </c:pt>
                <c:pt idx="8106">
                  <c:v>13:31</c:v>
                </c:pt>
                <c:pt idx="8107">
                  <c:v>13:31</c:v>
                </c:pt>
                <c:pt idx="8108">
                  <c:v>13:31</c:v>
                </c:pt>
                <c:pt idx="8109">
                  <c:v>13:31</c:v>
                </c:pt>
                <c:pt idx="8110">
                  <c:v>13:31</c:v>
                </c:pt>
                <c:pt idx="8111">
                  <c:v>13:31</c:v>
                </c:pt>
                <c:pt idx="8112">
                  <c:v>13:31</c:v>
                </c:pt>
                <c:pt idx="8113">
                  <c:v>13:31</c:v>
                </c:pt>
                <c:pt idx="8114">
                  <c:v>13:31</c:v>
                </c:pt>
                <c:pt idx="8115">
                  <c:v>13:31</c:v>
                </c:pt>
                <c:pt idx="8116">
                  <c:v>13:31</c:v>
                </c:pt>
                <c:pt idx="8117">
                  <c:v>13:31</c:v>
                </c:pt>
                <c:pt idx="8118">
                  <c:v>13:31</c:v>
                </c:pt>
                <c:pt idx="8119">
                  <c:v>13:31</c:v>
                </c:pt>
                <c:pt idx="8120">
                  <c:v>13:31</c:v>
                </c:pt>
                <c:pt idx="8121">
                  <c:v>13:31</c:v>
                </c:pt>
                <c:pt idx="8122">
                  <c:v>13:31</c:v>
                </c:pt>
                <c:pt idx="8123">
                  <c:v>13:31</c:v>
                </c:pt>
                <c:pt idx="8124">
                  <c:v>13:31</c:v>
                </c:pt>
                <c:pt idx="8125">
                  <c:v>13:31</c:v>
                </c:pt>
                <c:pt idx="8126">
                  <c:v>13:31</c:v>
                </c:pt>
                <c:pt idx="8127">
                  <c:v>13:31</c:v>
                </c:pt>
                <c:pt idx="8128">
                  <c:v>13:31</c:v>
                </c:pt>
                <c:pt idx="8129">
                  <c:v>13:31</c:v>
                </c:pt>
                <c:pt idx="8130">
                  <c:v>13:32</c:v>
                </c:pt>
                <c:pt idx="8131">
                  <c:v>13:32</c:v>
                </c:pt>
                <c:pt idx="8132">
                  <c:v>13:32</c:v>
                </c:pt>
                <c:pt idx="8133">
                  <c:v>13:32</c:v>
                </c:pt>
                <c:pt idx="8134">
                  <c:v>13:32</c:v>
                </c:pt>
                <c:pt idx="8135">
                  <c:v>13:32</c:v>
                </c:pt>
                <c:pt idx="8136">
                  <c:v>13:32</c:v>
                </c:pt>
                <c:pt idx="8137">
                  <c:v>13:32</c:v>
                </c:pt>
                <c:pt idx="8138">
                  <c:v>13:32</c:v>
                </c:pt>
                <c:pt idx="8139">
                  <c:v>13:32</c:v>
                </c:pt>
                <c:pt idx="8140">
                  <c:v>13:32</c:v>
                </c:pt>
                <c:pt idx="8141">
                  <c:v>13:32</c:v>
                </c:pt>
                <c:pt idx="8142">
                  <c:v>13:32</c:v>
                </c:pt>
                <c:pt idx="8143">
                  <c:v>13:32</c:v>
                </c:pt>
                <c:pt idx="8144">
                  <c:v>13:32</c:v>
                </c:pt>
                <c:pt idx="8145">
                  <c:v>13:32</c:v>
                </c:pt>
                <c:pt idx="8146">
                  <c:v>13:32</c:v>
                </c:pt>
                <c:pt idx="8147">
                  <c:v>13:32</c:v>
                </c:pt>
                <c:pt idx="8148">
                  <c:v>13:32</c:v>
                </c:pt>
                <c:pt idx="8149">
                  <c:v>13:32</c:v>
                </c:pt>
                <c:pt idx="8150">
                  <c:v>13:32</c:v>
                </c:pt>
                <c:pt idx="8151">
                  <c:v>13:32</c:v>
                </c:pt>
                <c:pt idx="8152">
                  <c:v>13:32</c:v>
                </c:pt>
                <c:pt idx="8153">
                  <c:v>13:32</c:v>
                </c:pt>
                <c:pt idx="8154">
                  <c:v>13:32</c:v>
                </c:pt>
                <c:pt idx="8155">
                  <c:v>13:32</c:v>
                </c:pt>
                <c:pt idx="8156">
                  <c:v>13:32</c:v>
                </c:pt>
                <c:pt idx="8157">
                  <c:v>13:32</c:v>
                </c:pt>
                <c:pt idx="8158">
                  <c:v>13:32</c:v>
                </c:pt>
                <c:pt idx="8159">
                  <c:v>13:32</c:v>
                </c:pt>
                <c:pt idx="8160">
                  <c:v>13:33</c:v>
                </c:pt>
                <c:pt idx="8161">
                  <c:v>13:33</c:v>
                </c:pt>
                <c:pt idx="8162">
                  <c:v>13:33</c:v>
                </c:pt>
                <c:pt idx="8163">
                  <c:v>13:33</c:v>
                </c:pt>
                <c:pt idx="8164">
                  <c:v>13:33</c:v>
                </c:pt>
                <c:pt idx="8165">
                  <c:v>13:33</c:v>
                </c:pt>
                <c:pt idx="8166">
                  <c:v>13:33</c:v>
                </c:pt>
                <c:pt idx="8167">
                  <c:v>13:33</c:v>
                </c:pt>
                <c:pt idx="8168">
                  <c:v>13:33</c:v>
                </c:pt>
                <c:pt idx="8169">
                  <c:v>13:33</c:v>
                </c:pt>
                <c:pt idx="8170">
                  <c:v>13:33</c:v>
                </c:pt>
                <c:pt idx="8171">
                  <c:v>13:33</c:v>
                </c:pt>
                <c:pt idx="8172">
                  <c:v>13:33</c:v>
                </c:pt>
                <c:pt idx="8173">
                  <c:v>13:33</c:v>
                </c:pt>
                <c:pt idx="8174">
                  <c:v>13:33</c:v>
                </c:pt>
                <c:pt idx="8175">
                  <c:v>13:33</c:v>
                </c:pt>
                <c:pt idx="8176">
                  <c:v>13:33</c:v>
                </c:pt>
                <c:pt idx="8177">
                  <c:v>13:33</c:v>
                </c:pt>
                <c:pt idx="8178">
                  <c:v>13:33</c:v>
                </c:pt>
                <c:pt idx="8179">
                  <c:v>13:33</c:v>
                </c:pt>
                <c:pt idx="8180">
                  <c:v>13:33</c:v>
                </c:pt>
                <c:pt idx="8181">
                  <c:v>13:33</c:v>
                </c:pt>
                <c:pt idx="8182">
                  <c:v>13:33</c:v>
                </c:pt>
                <c:pt idx="8183">
                  <c:v>13:33</c:v>
                </c:pt>
                <c:pt idx="8184">
                  <c:v>13:33</c:v>
                </c:pt>
                <c:pt idx="8185">
                  <c:v>13:33</c:v>
                </c:pt>
                <c:pt idx="8186">
                  <c:v>13:33</c:v>
                </c:pt>
                <c:pt idx="8187">
                  <c:v>13:33</c:v>
                </c:pt>
                <c:pt idx="8188">
                  <c:v>13:33</c:v>
                </c:pt>
                <c:pt idx="8189">
                  <c:v>13:33</c:v>
                </c:pt>
                <c:pt idx="8190">
                  <c:v>13:34</c:v>
                </c:pt>
                <c:pt idx="8191">
                  <c:v>13:34</c:v>
                </c:pt>
                <c:pt idx="8192">
                  <c:v>13:34</c:v>
                </c:pt>
                <c:pt idx="8193">
                  <c:v>13:34</c:v>
                </c:pt>
                <c:pt idx="8194">
                  <c:v>13:34</c:v>
                </c:pt>
                <c:pt idx="8195">
                  <c:v>13:34</c:v>
                </c:pt>
                <c:pt idx="8196">
                  <c:v>13:34</c:v>
                </c:pt>
                <c:pt idx="8197">
                  <c:v>13:34</c:v>
                </c:pt>
                <c:pt idx="8198">
                  <c:v>13:34</c:v>
                </c:pt>
                <c:pt idx="8199">
                  <c:v>13:34</c:v>
                </c:pt>
                <c:pt idx="8200">
                  <c:v>13:34</c:v>
                </c:pt>
                <c:pt idx="8201">
                  <c:v>13:34</c:v>
                </c:pt>
                <c:pt idx="8202">
                  <c:v>13:34</c:v>
                </c:pt>
                <c:pt idx="8203">
                  <c:v>13:34</c:v>
                </c:pt>
                <c:pt idx="8204">
                  <c:v>13:34</c:v>
                </c:pt>
                <c:pt idx="8205">
                  <c:v>13:34</c:v>
                </c:pt>
                <c:pt idx="8206">
                  <c:v>13:34</c:v>
                </c:pt>
                <c:pt idx="8207">
                  <c:v>13:34</c:v>
                </c:pt>
                <c:pt idx="8208">
                  <c:v>13:34</c:v>
                </c:pt>
                <c:pt idx="8209">
                  <c:v>13:34</c:v>
                </c:pt>
                <c:pt idx="8210">
                  <c:v>13:34</c:v>
                </c:pt>
                <c:pt idx="8211">
                  <c:v>13:34</c:v>
                </c:pt>
                <c:pt idx="8212">
                  <c:v>13:34</c:v>
                </c:pt>
                <c:pt idx="8213">
                  <c:v>13:34</c:v>
                </c:pt>
                <c:pt idx="8214">
                  <c:v>13:34</c:v>
                </c:pt>
                <c:pt idx="8215">
                  <c:v>13:34</c:v>
                </c:pt>
                <c:pt idx="8216">
                  <c:v>13:34</c:v>
                </c:pt>
                <c:pt idx="8217">
                  <c:v>13:34</c:v>
                </c:pt>
                <c:pt idx="8218">
                  <c:v>13:34</c:v>
                </c:pt>
                <c:pt idx="8219">
                  <c:v>13:34</c:v>
                </c:pt>
                <c:pt idx="8220">
                  <c:v>13:35</c:v>
                </c:pt>
                <c:pt idx="8221">
                  <c:v>13:35</c:v>
                </c:pt>
                <c:pt idx="8222">
                  <c:v>13:35</c:v>
                </c:pt>
                <c:pt idx="8223">
                  <c:v>13:35</c:v>
                </c:pt>
                <c:pt idx="8224">
                  <c:v>13:35</c:v>
                </c:pt>
                <c:pt idx="8225">
                  <c:v>13:35</c:v>
                </c:pt>
                <c:pt idx="8226">
                  <c:v>13:35</c:v>
                </c:pt>
                <c:pt idx="8227">
                  <c:v>13:35</c:v>
                </c:pt>
                <c:pt idx="8228">
                  <c:v>13:35</c:v>
                </c:pt>
                <c:pt idx="8229">
                  <c:v>13:35</c:v>
                </c:pt>
                <c:pt idx="8230">
                  <c:v>13:35</c:v>
                </c:pt>
                <c:pt idx="8231">
                  <c:v>13:35</c:v>
                </c:pt>
                <c:pt idx="8232">
                  <c:v>13:35</c:v>
                </c:pt>
                <c:pt idx="8233">
                  <c:v>13:35</c:v>
                </c:pt>
                <c:pt idx="8234">
                  <c:v>13:35</c:v>
                </c:pt>
                <c:pt idx="8235">
                  <c:v>13:35</c:v>
                </c:pt>
                <c:pt idx="8236">
                  <c:v>13:35</c:v>
                </c:pt>
                <c:pt idx="8237">
                  <c:v>13:35</c:v>
                </c:pt>
                <c:pt idx="8238">
                  <c:v>13:35</c:v>
                </c:pt>
                <c:pt idx="8239">
                  <c:v>13:35</c:v>
                </c:pt>
                <c:pt idx="8240">
                  <c:v>13:35</c:v>
                </c:pt>
                <c:pt idx="8241">
                  <c:v>13:35</c:v>
                </c:pt>
                <c:pt idx="8242">
                  <c:v>13:35</c:v>
                </c:pt>
                <c:pt idx="8243">
                  <c:v>13:35</c:v>
                </c:pt>
                <c:pt idx="8244">
                  <c:v>13:35</c:v>
                </c:pt>
                <c:pt idx="8245">
                  <c:v>13:35</c:v>
                </c:pt>
                <c:pt idx="8246">
                  <c:v>13:35</c:v>
                </c:pt>
                <c:pt idx="8247">
                  <c:v>13:35</c:v>
                </c:pt>
                <c:pt idx="8248">
                  <c:v>13:35</c:v>
                </c:pt>
                <c:pt idx="8249">
                  <c:v>13:35</c:v>
                </c:pt>
                <c:pt idx="8250">
                  <c:v>13:36</c:v>
                </c:pt>
                <c:pt idx="8251">
                  <c:v>13:36</c:v>
                </c:pt>
                <c:pt idx="8252">
                  <c:v>13:36</c:v>
                </c:pt>
                <c:pt idx="8253">
                  <c:v>13:36</c:v>
                </c:pt>
                <c:pt idx="8254">
                  <c:v>13:36</c:v>
                </c:pt>
                <c:pt idx="8255">
                  <c:v>13:36</c:v>
                </c:pt>
                <c:pt idx="8256">
                  <c:v>13:36</c:v>
                </c:pt>
                <c:pt idx="8257">
                  <c:v>13:36</c:v>
                </c:pt>
                <c:pt idx="8258">
                  <c:v>13:36</c:v>
                </c:pt>
                <c:pt idx="8259">
                  <c:v>13:36</c:v>
                </c:pt>
                <c:pt idx="8260">
                  <c:v>13:36</c:v>
                </c:pt>
                <c:pt idx="8261">
                  <c:v>13:36</c:v>
                </c:pt>
                <c:pt idx="8262">
                  <c:v>13:36</c:v>
                </c:pt>
                <c:pt idx="8263">
                  <c:v>13:36</c:v>
                </c:pt>
                <c:pt idx="8264">
                  <c:v>13:36</c:v>
                </c:pt>
                <c:pt idx="8265">
                  <c:v>13:36</c:v>
                </c:pt>
                <c:pt idx="8266">
                  <c:v>13:36</c:v>
                </c:pt>
                <c:pt idx="8267">
                  <c:v>13:36</c:v>
                </c:pt>
                <c:pt idx="8268">
                  <c:v>13:36</c:v>
                </c:pt>
                <c:pt idx="8269">
                  <c:v>13:36</c:v>
                </c:pt>
                <c:pt idx="8270">
                  <c:v>13:36</c:v>
                </c:pt>
                <c:pt idx="8271">
                  <c:v>13:36</c:v>
                </c:pt>
                <c:pt idx="8272">
                  <c:v>13:36</c:v>
                </c:pt>
                <c:pt idx="8273">
                  <c:v>13:36</c:v>
                </c:pt>
                <c:pt idx="8274">
                  <c:v>13:36</c:v>
                </c:pt>
                <c:pt idx="8275">
                  <c:v>13:36</c:v>
                </c:pt>
                <c:pt idx="8276">
                  <c:v>13:36</c:v>
                </c:pt>
                <c:pt idx="8277">
                  <c:v>13:36</c:v>
                </c:pt>
                <c:pt idx="8278">
                  <c:v>13:36</c:v>
                </c:pt>
                <c:pt idx="8279">
                  <c:v>13:36</c:v>
                </c:pt>
                <c:pt idx="8280">
                  <c:v>13:37</c:v>
                </c:pt>
                <c:pt idx="8281">
                  <c:v>13:37</c:v>
                </c:pt>
                <c:pt idx="8282">
                  <c:v>13:37</c:v>
                </c:pt>
                <c:pt idx="8283">
                  <c:v>13:37</c:v>
                </c:pt>
                <c:pt idx="8284">
                  <c:v>13:37</c:v>
                </c:pt>
                <c:pt idx="8285">
                  <c:v>13:37</c:v>
                </c:pt>
                <c:pt idx="8286">
                  <c:v>13:37</c:v>
                </c:pt>
                <c:pt idx="8287">
                  <c:v>13:37</c:v>
                </c:pt>
                <c:pt idx="8288">
                  <c:v>13:37</c:v>
                </c:pt>
                <c:pt idx="8289">
                  <c:v>13:37</c:v>
                </c:pt>
                <c:pt idx="8290">
                  <c:v>13:37</c:v>
                </c:pt>
                <c:pt idx="8291">
                  <c:v>13:37</c:v>
                </c:pt>
                <c:pt idx="8292">
                  <c:v>13:37</c:v>
                </c:pt>
                <c:pt idx="8293">
                  <c:v>13:37</c:v>
                </c:pt>
                <c:pt idx="8294">
                  <c:v>13:37</c:v>
                </c:pt>
                <c:pt idx="8295">
                  <c:v>13:37</c:v>
                </c:pt>
                <c:pt idx="8296">
                  <c:v>13:37</c:v>
                </c:pt>
                <c:pt idx="8297">
                  <c:v>13:37</c:v>
                </c:pt>
                <c:pt idx="8298">
                  <c:v>13:37</c:v>
                </c:pt>
                <c:pt idx="8299">
                  <c:v>13:37</c:v>
                </c:pt>
                <c:pt idx="8300">
                  <c:v>13:37</c:v>
                </c:pt>
                <c:pt idx="8301">
                  <c:v>13:37</c:v>
                </c:pt>
                <c:pt idx="8302">
                  <c:v>13:37</c:v>
                </c:pt>
                <c:pt idx="8303">
                  <c:v>13:37</c:v>
                </c:pt>
                <c:pt idx="8304">
                  <c:v>13:37</c:v>
                </c:pt>
                <c:pt idx="8305">
                  <c:v>13:37</c:v>
                </c:pt>
                <c:pt idx="8306">
                  <c:v>13:37</c:v>
                </c:pt>
                <c:pt idx="8307">
                  <c:v>13:37</c:v>
                </c:pt>
                <c:pt idx="8308">
                  <c:v>13:37</c:v>
                </c:pt>
                <c:pt idx="8309">
                  <c:v>13:37</c:v>
                </c:pt>
                <c:pt idx="8310">
                  <c:v>13:38</c:v>
                </c:pt>
                <c:pt idx="8311">
                  <c:v>13:38</c:v>
                </c:pt>
                <c:pt idx="8312">
                  <c:v>13:38</c:v>
                </c:pt>
                <c:pt idx="8313">
                  <c:v>13:38</c:v>
                </c:pt>
                <c:pt idx="8314">
                  <c:v>13:38</c:v>
                </c:pt>
                <c:pt idx="8315">
                  <c:v>13:38</c:v>
                </c:pt>
                <c:pt idx="8316">
                  <c:v>13:38</c:v>
                </c:pt>
                <c:pt idx="8317">
                  <c:v>13:38</c:v>
                </c:pt>
                <c:pt idx="8318">
                  <c:v>13:38</c:v>
                </c:pt>
                <c:pt idx="8319">
                  <c:v>13:38</c:v>
                </c:pt>
                <c:pt idx="8320">
                  <c:v>13:38</c:v>
                </c:pt>
                <c:pt idx="8321">
                  <c:v>13:38</c:v>
                </c:pt>
                <c:pt idx="8322">
                  <c:v>13:38</c:v>
                </c:pt>
                <c:pt idx="8323">
                  <c:v>13:38</c:v>
                </c:pt>
                <c:pt idx="8324">
                  <c:v>13:38</c:v>
                </c:pt>
                <c:pt idx="8325">
                  <c:v>13:38</c:v>
                </c:pt>
                <c:pt idx="8326">
                  <c:v>13:38</c:v>
                </c:pt>
                <c:pt idx="8327">
                  <c:v>13:38</c:v>
                </c:pt>
                <c:pt idx="8328">
                  <c:v>13:38</c:v>
                </c:pt>
                <c:pt idx="8329">
                  <c:v>13:38</c:v>
                </c:pt>
                <c:pt idx="8330">
                  <c:v>13:38</c:v>
                </c:pt>
                <c:pt idx="8331">
                  <c:v>13:38</c:v>
                </c:pt>
                <c:pt idx="8332">
                  <c:v>13:38</c:v>
                </c:pt>
                <c:pt idx="8333">
                  <c:v>13:38</c:v>
                </c:pt>
                <c:pt idx="8334">
                  <c:v>13:38</c:v>
                </c:pt>
                <c:pt idx="8335">
                  <c:v>13:38</c:v>
                </c:pt>
                <c:pt idx="8336">
                  <c:v>13:38</c:v>
                </c:pt>
                <c:pt idx="8337">
                  <c:v>13:38</c:v>
                </c:pt>
                <c:pt idx="8338">
                  <c:v>13:38</c:v>
                </c:pt>
                <c:pt idx="8339">
                  <c:v>13:38</c:v>
                </c:pt>
                <c:pt idx="8340">
                  <c:v>13:39</c:v>
                </c:pt>
                <c:pt idx="8341">
                  <c:v>13:39</c:v>
                </c:pt>
                <c:pt idx="8342">
                  <c:v>13:39</c:v>
                </c:pt>
                <c:pt idx="8343">
                  <c:v>13:39</c:v>
                </c:pt>
                <c:pt idx="8344">
                  <c:v>13:39</c:v>
                </c:pt>
                <c:pt idx="8345">
                  <c:v>13:39</c:v>
                </c:pt>
                <c:pt idx="8346">
                  <c:v>13:39</c:v>
                </c:pt>
                <c:pt idx="8347">
                  <c:v>13:39</c:v>
                </c:pt>
                <c:pt idx="8348">
                  <c:v>13:39</c:v>
                </c:pt>
                <c:pt idx="8349">
                  <c:v>13:39</c:v>
                </c:pt>
                <c:pt idx="8350">
                  <c:v>13:39</c:v>
                </c:pt>
                <c:pt idx="8351">
                  <c:v>13:39</c:v>
                </c:pt>
                <c:pt idx="8352">
                  <c:v>13:39</c:v>
                </c:pt>
                <c:pt idx="8353">
                  <c:v>13:39</c:v>
                </c:pt>
                <c:pt idx="8354">
                  <c:v>13:39</c:v>
                </c:pt>
                <c:pt idx="8355">
                  <c:v>13:39</c:v>
                </c:pt>
                <c:pt idx="8356">
                  <c:v>13:39</c:v>
                </c:pt>
                <c:pt idx="8357">
                  <c:v>13:39</c:v>
                </c:pt>
                <c:pt idx="8358">
                  <c:v>13:39</c:v>
                </c:pt>
                <c:pt idx="8359">
                  <c:v>13:39</c:v>
                </c:pt>
                <c:pt idx="8360">
                  <c:v>13:39</c:v>
                </c:pt>
                <c:pt idx="8361">
                  <c:v>13:39</c:v>
                </c:pt>
                <c:pt idx="8362">
                  <c:v>13:39</c:v>
                </c:pt>
                <c:pt idx="8363">
                  <c:v>13:39</c:v>
                </c:pt>
                <c:pt idx="8364">
                  <c:v>13:39</c:v>
                </c:pt>
                <c:pt idx="8365">
                  <c:v>13:39</c:v>
                </c:pt>
                <c:pt idx="8366">
                  <c:v>13:39</c:v>
                </c:pt>
                <c:pt idx="8367">
                  <c:v>13:39</c:v>
                </c:pt>
                <c:pt idx="8368">
                  <c:v>13:39</c:v>
                </c:pt>
                <c:pt idx="8369">
                  <c:v>13:39</c:v>
                </c:pt>
                <c:pt idx="8370">
                  <c:v>13:40</c:v>
                </c:pt>
                <c:pt idx="8371">
                  <c:v>13:40</c:v>
                </c:pt>
                <c:pt idx="8372">
                  <c:v>13:40</c:v>
                </c:pt>
                <c:pt idx="8373">
                  <c:v>13:40</c:v>
                </c:pt>
                <c:pt idx="8374">
                  <c:v>13:40</c:v>
                </c:pt>
                <c:pt idx="8375">
                  <c:v>13:40</c:v>
                </c:pt>
                <c:pt idx="8376">
                  <c:v>13:40</c:v>
                </c:pt>
                <c:pt idx="8377">
                  <c:v>13:40</c:v>
                </c:pt>
                <c:pt idx="8378">
                  <c:v>13:40</c:v>
                </c:pt>
                <c:pt idx="8379">
                  <c:v>13:40</c:v>
                </c:pt>
                <c:pt idx="8380">
                  <c:v>13:40</c:v>
                </c:pt>
                <c:pt idx="8381">
                  <c:v>13:40</c:v>
                </c:pt>
                <c:pt idx="8382">
                  <c:v>13:40</c:v>
                </c:pt>
                <c:pt idx="8383">
                  <c:v>13:40</c:v>
                </c:pt>
                <c:pt idx="8384">
                  <c:v>13:40</c:v>
                </c:pt>
                <c:pt idx="8385">
                  <c:v>13:40</c:v>
                </c:pt>
                <c:pt idx="8386">
                  <c:v>13:40</c:v>
                </c:pt>
                <c:pt idx="8387">
                  <c:v>13:40</c:v>
                </c:pt>
                <c:pt idx="8388">
                  <c:v>13:40</c:v>
                </c:pt>
                <c:pt idx="8389">
                  <c:v>13:40</c:v>
                </c:pt>
                <c:pt idx="8390">
                  <c:v>13:40</c:v>
                </c:pt>
                <c:pt idx="8391">
                  <c:v>13:40</c:v>
                </c:pt>
                <c:pt idx="8392">
                  <c:v>13:40</c:v>
                </c:pt>
                <c:pt idx="8393">
                  <c:v>13:40</c:v>
                </c:pt>
                <c:pt idx="8394">
                  <c:v>13:40</c:v>
                </c:pt>
                <c:pt idx="8395">
                  <c:v>13:40</c:v>
                </c:pt>
                <c:pt idx="8396">
                  <c:v>13:40</c:v>
                </c:pt>
                <c:pt idx="8397">
                  <c:v>13:40</c:v>
                </c:pt>
                <c:pt idx="8398">
                  <c:v>13:40</c:v>
                </c:pt>
                <c:pt idx="8399">
                  <c:v>13:40</c:v>
                </c:pt>
                <c:pt idx="8400">
                  <c:v>13:41</c:v>
                </c:pt>
                <c:pt idx="8401">
                  <c:v>13:41</c:v>
                </c:pt>
                <c:pt idx="8402">
                  <c:v>13:41</c:v>
                </c:pt>
                <c:pt idx="8403">
                  <c:v>13:41</c:v>
                </c:pt>
                <c:pt idx="8404">
                  <c:v>13:41</c:v>
                </c:pt>
                <c:pt idx="8405">
                  <c:v>13:41</c:v>
                </c:pt>
                <c:pt idx="8406">
                  <c:v>13:41</c:v>
                </c:pt>
                <c:pt idx="8407">
                  <c:v>13:41</c:v>
                </c:pt>
                <c:pt idx="8408">
                  <c:v>13:41</c:v>
                </c:pt>
                <c:pt idx="8409">
                  <c:v>13:41</c:v>
                </c:pt>
                <c:pt idx="8410">
                  <c:v>13:41</c:v>
                </c:pt>
                <c:pt idx="8411">
                  <c:v>13:41</c:v>
                </c:pt>
                <c:pt idx="8412">
                  <c:v>13:41</c:v>
                </c:pt>
                <c:pt idx="8413">
                  <c:v>13:41</c:v>
                </c:pt>
                <c:pt idx="8414">
                  <c:v>13:41</c:v>
                </c:pt>
                <c:pt idx="8415">
                  <c:v>13:41</c:v>
                </c:pt>
                <c:pt idx="8416">
                  <c:v>13:41</c:v>
                </c:pt>
                <c:pt idx="8417">
                  <c:v>13:41</c:v>
                </c:pt>
                <c:pt idx="8418">
                  <c:v>13:41</c:v>
                </c:pt>
                <c:pt idx="8419">
                  <c:v>13:41</c:v>
                </c:pt>
                <c:pt idx="8420">
                  <c:v>13:41</c:v>
                </c:pt>
                <c:pt idx="8421">
                  <c:v>13:41</c:v>
                </c:pt>
                <c:pt idx="8422">
                  <c:v>13:41</c:v>
                </c:pt>
                <c:pt idx="8423">
                  <c:v>13:41</c:v>
                </c:pt>
                <c:pt idx="8424">
                  <c:v>13:41</c:v>
                </c:pt>
                <c:pt idx="8425">
                  <c:v>13:41</c:v>
                </c:pt>
                <c:pt idx="8426">
                  <c:v>13:41</c:v>
                </c:pt>
                <c:pt idx="8427">
                  <c:v>13:41</c:v>
                </c:pt>
                <c:pt idx="8428">
                  <c:v>13:41</c:v>
                </c:pt>
                <c:pt idx="8429">
                  <c:v>13:41</c:v>
                </c:pt>
                <c:pt idx="8430">
                  <c:v>13:42</c:v>
                </c:pt>
                <c:pt idx="8431">
                  <c:v>13:42</c:v>
                </c:pt>
                <c:pt idx="8432">
                  <c:v>13:42</c:v>
                </c:pt>
                <c:pt idx="8433">
                  <c:v>13:42</c:v>
                </c:pt>
                <c:pt idx="8434">
                  <c:v>13:42</c:v>
                </c:pt>
                <c:pt idx="8435">
                  <c:v>13:42</c:v>
                </c:pt>
                <c:pt idx="8436">
                  <c:v>13:42</c:v>
                </c:pt>
                <c:pt idx="8437">
                  <c:v>13:42</c:v>
                </c:pt>
                <c:pt idx="8438">
                  <c:v>13:42</c:v>
                </c:pt>
                <c:pt idx="8439">
                  <c:v>13:42</c:v>
                </c:pt>
                <c:pt idx="8440">
                  <c:v>13:42</c:v>
                </c:pt>
                <c:pt idx="8441">
                  <c:v>13:42</c:v>
                </c:pt>
                <c:pt idx="8442">
                  <c:v>13:42</c:v>
                </c:pt>
                <c:pt idx="8443">
                  <c:v>13:42</c:v>
                </c:pt>
                <c:pt idx="8444">
                  <c:v>13:42</c:v>
                </c:pt>
                <c:pt idx="8445">
                  <c:v>13:42</c:v>
                </c:pt>
                <c:pt idx="8446">
                  <c:v>13:42</c:v>
                </c:pt>
                <c:pt idx="8447">
                  <c:v>13:42</c:v>
                </c:pt>
                <c:pt idx="8448">
                  <c:v>13:42</c:v>
                </c:pt>
                <c:pt idx="8449">
                  <c:v>13:42</c:v>
                </c:pt>
                <c:pt idx="8450">
                  <c:v>13:42</c:v>
                </c:pt>
                <c:pt idx="8451">
                  <c:v>13:42</c:v>
                </c:pt>
                <c:pt idx="8452">
                  <c:v>13:42</c:v>
                </c:pt>
                <c:pt idx="8453">
                  <c:v>13:42</c:v>
                </c:pt>
                <c:pt idx="8454">
                  <c:v>13:42</c:v>
                </c:pt>
                <c:pt idx="8455">
                  <c:v>13:42</c:v>
                </c:pt>
                <c:pt idx="8456">
                  <c:v>13:42</c:v>
                </c:pt>
                <c:pt idx="8457">
                  <c:v>13:42</c:v>
                </c:pt>
                <c:pt idx="8458">
                  <c:v>13:42</c:v>
                </c:pt>
                <c:pt idx="8459">
                  <c:v>13:42</c:v>
                </c:pt>
                <c:pt idx="8460">
                  <c:v>13:43</c:v>
                </c:pt>
                <c:pt idx="8461">
                  <c:v>13:43</c:v>
                </c:pt>
                <c:pt idx="8462">
                  <c:v>13:43</c:v>
                </c:pt>
                <c:pt idx="8463">
                  <c:v>13:43</c:v>
                </c:pt>
                <c:pt idx="8464">
                  <c:v>13:43</c:v>
                </c:pt>
                <c:pt idx="8465">
                  <c:v>13:43</c:v>
                </c:pt>
                <c:pt idx="8466">
                  <c:v>13:43</c:v>
                </c:pt>
                <c:pt idx="8467">
                  <c:v>13:43</c:v>
                </c:pt>
                <c:pt idx="8468">
                  <c:v>13:43</c:v>
                </c:pt>
                <c:pt idx="8469">
                  <c:v>13:43</c:v>
                </c:pt>
                <c:pt idx="8470">
                  <c:v>13:43</c:v>
                </c:pt>
                <c:pt idx="8471">
                  <c:v>13:43</c:v>
                </c:pt>
                <c:pt idx="8472">
                  <c:v>13:43</c:v>
                </c:pt>
                <c:pt idx="8473">
                  <c:v>13:43</c:v>
                </c:pt>
                <c:pt idx="8474">
                  <c:v>13:43</c:v>
                </c:pt>
                <c:pt idx="8475">
                  <c:v>13:43</c:v>
                </c:pt>
                <c:pt idx="8476">
                  <c:v>13:43</c:v>
                </c:pt>
                <c:pt idx="8477">
                  <c:v>13:43</c:v>
                </c:pt>
                <c:pt idx="8478">
                  <c:v>13:43</c:v>
                </c:pt>
                <c:pt idx="8479">
                  <c:v>13:43</c:v>
                </c:pt>
                <c:pt idx="8480">
                  <c:v>13:43</c:v>
                </c:pt>
                <c:pt idx="8481">
                  <c:v>13:43</c:v>
                </c:pt>
                <c:pt idx="8482">
                  <c:v>13:43</c:v>
                </c:pt>
                <c:pt idx="8483">
                  <c:v>13:43</c:v>
                </c:pt>
                <c:pt idx="8484">
                  <c:v>13:43</c:v>
                </c:pt>
                <c:pt idx="8485">
                  <c:v>13:43</c:v>
                </c:pt>
                <c:pt idx="8486">
                  <c:v>13:43</c:v>
                </c:pt>
                <c:pt idx="8487">
                  <c:v>13:43</c:v>
                </c:pt>
                <c:pt idx="8488">
                  <c:v>13:43</c:v>
                </c:pt>
                <c:pt idx="8489">
                  <c:v>13:43</c:v>
                </c:pt>
                <c:pt idx="8490">
                  <c:v>13:44</c:v>
                </c:pt>
                <c:pt idx="8491">
                  <c:v>13:44</c:v>
                </c:pt>
                <c:pt idx="8492">
                  <c:v>13:44</c:v>
                </c:pt>
                <c:pt idx="8493">
                  <c:v>13:44</c:v>
                </c:pt>
                <c:pt idx="8494">
                  <c:v>13:44</c:v>
                </c:pt>
                <c:pt idx="8495">
                  <c:v>13:44</c:v>
                </c:pt>
                <c:pt idx="8496">
                  <c:v>13:44</c:v>
                </c:pt>
                <c:pt idx="8497">
                  <c:v>13:44</c:v>
                </c:pt>
                <c:pt idx="8498">
                  <c:v>13:44</c:v>
                </c:pt>
                <c:pt idx="8499">
                  <c:v>13:44</c:v>
                </c:pt>
                <c:pt idx="8500">
                  <c:v>13:44</c:v>
                </c:pt>
                <c:pt idx="8501">
                  <c:v>13:44</c:v>
                </c:pt>
                <c:pt idx="8502">
                  <c:v>13:44</c:v>
                </c:pt>
                <c:pt idx="8503">
                  <c:v>13:44</c:v>
                </c:pt>
                <c:pt idx="8504">
                  <c:v>13:44</c:v>
                </c:pt>
                <c:pt idx="8505">
                  <c:v>13:44</c:v>
                </c:pt>
                <c:pt idx="8506">
                  <c:v>13:44</c:v>
                </c:pt>
                <c:pt idx="8507">
                  <c:v>13:44</c:v>
                </c:pt>
                <c:pt idx="8508">
                  <c:v>13:44</c:v>
                </c:pt>
                <c:pt idx="8509">
                  <c:v>13:44</c:v>
                </c:pt>
                <c:pt idx="8510">
                  <c:v>13:44</c:v>
                </c:pt>
                <c:pt idx="8511">
                  <c:v>13:44</c:v>
                </c:pt>
                <c:pt idx="8512">
                  <c:v>13:44</c:v>
                </c:pt>
                <c:pt idx="8513">
                  <c:v>13:44</c:v>
                </c:pt>
                <c:pt idx="8514">
                  <c:v>13:44</c:v>
                </c:pt>
                <c:pt idx="8515">
                  <c:v>13:44</c:v>
                </c:pt>
                <c:pt idx="8516">
                  <c:v>13:44</c:v>
                </c:pt>
                <c:pt idx="8517">
                  <c:v>13:44</c:v>
                </c:pt>
                <c:pt idx="8518">
                  <c:v>13:44</c:v>
                </c:pt>
                <c:pt idx="8519">
                  <c:v>13:44</c:v>
                </c:pt>
                <c:pt idx="8520">
                  <c:v>13:45</c:v>
                </c:pt>
                <c:pt idx="8521">
                  <c:v>13:45</c:v>
                </c:pt>
                <c:pt idx="8522">
                  <c:v>13:45</c:v>
                </c:pt>
                <c:pt idx="8523">
                  <c:v>13:45</c:v>
                </c:pt>
                <c:pt idx="8524">
                  <c:v>13:45</c:v>
                </c:pt>
                <c:pt idx="8525">
                  <c:v>13:45</c:v>
                </c:pt>
                <c:pt idx="8526">
                  <c:v>13:45</c:v>
                </c:pt>
                <c:pt idx="8527">
                  <c:v>13:45</c:v>
                </c:pt>
                <c:pt idx="8528">
                  <c:v>13:45</c:v>
                </c:pt>
                <c:pt idx="8529">
                  <c:v>13:45</c:v>
                </c:pt>
                <c:pt idx="8530">
                  <c:v>13:45</c:v>
                </c:pt>
                <c:pt idx="8531">
                  <c:v>13:45</c:v>
                </c:pt>
                <c:pt idx="8532">
                  <c:v>13:45</c:v>
                </c:pt>
                <c:pt idx="8533">
                  <c:v>13:45</c:v>
                </c:pt>
                <c:pt idx="8534">
                  <c:v>13:45</c:v>
                </c:pt>
                <c:pt idx="8535">
                  <c:v>13:45</c:v>
                </c:pt>
                <c:pt idx="8536">
                  <c:v>13:45</c:v>
                </c:pt>
                <c:pt idx="8537">
                  <c:v>13:45</c:v>
                </c:pt>
                <c:pt idx="8538">
                  <c:v>13:45</c:v>
                </c:pt>
                <c:pt idx="8539">
                  <c:v>13:45</c:v>
                </c:pt>
                <c:pt idx="8540">
                  <c:v>13:45</c:v>
                </c:pt>
                <c:pt idx="8541">
                  <c:v>13:45</c:v>
                </c:pt>
                <c:pt idx="8542">
                  <c:v>13:45</c:v>
                </c:pt>
                <c:pt idx="8543">
                  <c:v>13:45</c:v>
                </c:pt>
                <c:pt idx="8544">
                  <c:v>13:45</c:v>
                </c:pt>
                <c:pt idx="8545">
                  <c:v>13:45</c:v>
                </c:pt>
                <c:pt idx="8546">
                  <c:v>13:45</c:v>
                </c:pt>
                <c:pt idx="8547">
                  <c:v>13:45</c:v>
                </c:pt>
                <c:pt idx="8548">
                  <c:v>13:45</c:v>
                </c:pt>
                <c:pt idx="8549">
                  <c:v>13:45</c:v>
                </c:pt>
                <c:pt idx="8550">
                  <c:v>13:46</c:v>
                </c:pt>
                <c:pt idx="8551">
                  <c:v>13:46</c:v>
                </c:pt>
                <c:pt idx="8552">
                  <c:v>13:46</c:v>
                </c:pt>
                <c:pt idx="8553">
                  <c:v>13:46</c:v>
                </c:pt>
                <c:pt idx="8554">
                  <c:v>13:46</c:v>
                </c:pt>
                <c:pt idx="8555">
                  <c:v>13:46</c:v>
                </c:pt>
                <c:pt idx="8556">
                  <c:v>13:46</c:v>
                </c:pt>
                <c:pt idx="8557">
                  <c:v>13:46</c:v>
                </c:pt>
                <c:pt idx="8558">
                  <c:v>13:46</c:v>
                </c:pt>
                <c:pt idx="8559">
                  <c:v>13:46</c:v>
                </c:pt>
                <c:pt idx="8560">
                  <c:v>13:46</c:v>
                </c:pt>
                <c:pt idx="8561">
                  <c:v>13:46</c:v>
                </c:pt>
                <c:pt idx="8562">
                  <c:v>13:46</c:v>
                </c:pt>
                <c:pt idx="8563">
                  <c:v>13:46</c:v>
                </c:pt>
                <c:pt idx="8564">
                  <c:v>13:46</c:v>
                </c:pt>
                <c:pt idx="8565">
                  <c:v>13:46</c:v>
                </c:pt>
                <c:pt idx="8566">
                  <c:v>13:46</c:v>
                </c:pt>
                <c:pt idx="8567">
                  <c:v>13:46</c:v>
                </c:pt>
                <c:pt idx="8568">
                  <c:v>13:46</c:v>
                </c:pt>
                <c:pt idx="8569">
                  <c:v>13:46</c:v>
                </c:pt>
                <c:pt idx="8570">
                  <c:v>13:46</c:v>
                </c:pt>
                <c:pt idx="8571">
                  <c:v>13:46</c:v>
                </c:pt>
                <c:pt idx="8572">
                  <c:v>13:46</c:v>
                </c:pt>
                <c:pt idx="8573">
                  <c:v>13:46</c:v>
                </c:pt>
                <c:pt idx="8574">
                  <c:v>13:46</c:v>
                </c:pt>
                <c:pt idx="8575">
                  <c:v>13:46</c:v>
                </c:pt>
                <c:pt idx="8576">
                  <c:v>13:46</c:v>
                </c:pt>
                <c:pt idx="8577">
                  <c:v>13:46</c:v>
                </c:pt>
                <c:pt idx="8578">
                  <c:v>13:46</c:v>
                </c:pt>
                <c:pt idx="8579">
                  <c:v>13:46</c:v>
                </c:pt>
                <c:pt idx="8580">
                  <c:v>13:47</c:v>
                </c:pt>
                <c:pt idx="8581">
                  <c:v>13:47</c:v>
                </c:pt>
                <c:pt idx="8582">
                  <c:v>13:47</c:v>
                </c:pt>
                <c:pt idx="8583">
                  <c:v>13:47</c:v>
                </c:pt>
                <c:pt idx="8584">
                  <c:v>13:47</c:v>
                </c:pt>
                <c:pt idx="8585">
                  <c:v>13:47</c:v>
                </c:pt>
                <c:pt idx="8586">
                  <c:v>13:47</c:v>
                </c:pt>
                <c:pt idx="8587">
                  <c:v>13:47</c:v>
                </c:pt>
                <c:pt idx="8588">
                  <c:v>13:47</c:v>
                </c:pt>
                <c:pt idx="8589">
                  <c:v>13:47</c:v>
                </c:pt>
                <c:pt idx="8590">
                  <c:v>13:47</c:v>
                </c:pt>
                <c:pt idx="8591">
                  <c:v>13:47</c:v>
                </c:pt>
                <c:pt idx="8592">
                  <c:v>13:47</c:v>
                </c:pt>
                <c:pt idx="8593">
                  <c:v>13:47</c:v>
                </c:pt>
                <c:pt idx="8594">
                  <c:v>13:47</c:v>
                </c:pt>
                <c:pt idx="8595">
                  <c:v>13:47</c:v>
                </c:pt>
                <c:pt idx="8596">
                  <c:v>13:47</c:v>
                </c:pt>
                <c:pt idx="8597">
                  <c:v>13:47</c:v>
                </c:pt>
                <c:pt idx="8598">
                  <c:v>13:47</c:v>
                </c:pt>
                <c:pt idx="8599">
                  <c:v>13:47</c:v>
                </c:pt>
                <c:pt idx="8600">
                  <c:v>13:47</c:v>
                </c:pt>
                <c:pt idx="8601">
                  <c:v>13:47</c:v>
                </c:pt>
                <c:pt idx="8602">
                  <c:v>13:47</c:v>
                </c:pt>
                <c:pt idx="8603">
                  <c:v>13:47</c:v>
                </c:pt>
                <c:pt idx="8604">
                  <c:v>13:47</c:v>
                </c:pt>
                <c:pt idx="8605">
                  <c:v>13:47</c:v>
                </c:pt>
                <c:pt idx="8606">
                  <c:v>13:47</c:v>
                </c:pt>
                <c:pt idx="8607">
                  <c:v>13:47</c:v>
                </c:pt>
                <c:pt idx="8608">
                  <c:v>13:47</c:v>
                </c:pt>
                <c:pt idx="8609">
                  <c:v>13:47</c:v>
                </c:pt>
                <c:pt idx="8610">
                  <c:v>13:48</c:v>
                </c:pt>
                <c:pt idx="8611">
                  <c:v>13:48</c:v>
                </c:pt>
                <c:pt idx="8612">
                  <c:v>13:48</c:v>
                </c:pt>
                <c:pt idx="8613">
                  <c:v>13:48</c:v>
                </c:pt>
                <c:pt idx="8614">
                  <c:v>13:48</c:v>
                </c:pt>
                <c:pt idx="8615">
                  <c:v>13:48</c:v>
                </c:pt>
                <c:pt idx="8616">
                  <c:v>13:48</c:v>
                </c:pt>
                <c:pt idx="8617">
                  <c:v>13:48</c:v>
                </c:pt>
                <c:pt idx="8618">
                  <c:v>13:48</c:v>
                </c:pt>
                <c:pt idx="8619">
                  <c:v>13:48</c:v>
                </c:pt>
                <c:pt idx="8620">
                  <c:v>13:48</c:v>
                </c:pt>
                <c:pt idx="8621">
                  <c:v>13:48</c:v>
                </c:pt>
                <c:pt idx="8622">
                  <c:v>13:48</c:v>
                </c:pt>
                <c:pt idx="8623">
                  <c:v>13:48</c:v>
                </c:pt>
                <c:pt idx="8624">
                  <c:v>13:48</c:v>
                </c:pt>
                <c:pt idx="8625">
                  <c:v>13:48</c:v>
                </c:pt>
                <c:pt idx="8626">
                  <c:v>13:48</c:v>
                </c:pt>
                <c:pt idx="8627">
                  <c:v>13:48</c:v>
                </c:pt>
                <c:pt idx="8628">
                  <c:v>13:48</c:v>
                </c:pt>
                <c:pt idx="8629">
                  <c:v>13:48</c:v>
                </c:pt>
                <c:pt idx="8630">
                  <c:v>13:48</c:v>
                </c:pt>
                <c:pt idx="8631">
                  <c:v>13:48</c:v>
                </c:pt>
                <c:pt idx="8632">
                  <c:v>13:48</c:v>
                </c:pt>
                <c:pt idx="8633">
                  <c:v>13:48</c:v>
                </c:pt>
                <c:pt idx="8634">
                  <c:v>13:48</c:v>
                </c:pt>
                <c:pt idx="8635">
                  <c:v>13:48</c:v>
                </c:pt>
                <c:pt idx="8636">
                  <c:v>13:48</c:v>
                </c:pt>
                <c:pt idx="8637">
                  <c:v>13:48</c:v>
                </c:pt>
                <c:pt idx="8638">
                  <c:v>13:48</c:v>
                </c:pt>
                <c:pt idx="8639">
                  <c:v>13:48</c:v>
                </c:pt>
                <c:pt idx="8640">
                  <c:v>13:49</c:v>
                </c:pt>
                <c:pt idx="8641">
                  <c:v>13:49</c:v>
                </c:pt>
                <c:pt idx="8642">
                  <c:v>13:49</c:v>
                </c:pt>
                <c:pt idx="8643">
                  <c:v>13:49</c:v>
                </c:pt>
                <c:pt idx="8644">
                  <c:v>13:49</c:v>
                </c:pt>
                <c:pt idx="8645">
                  <c:v>13:49</c:v>
                </c:pt>
                <c:pt idx="8646">
                  <c:v>13:49</c:v>
                </c:pt>
                <c:pt idx="8647">
                  <c:v>13:49</c:v>
                </c:pt>
                <c:pt idx="8648">
                  <c:v>13:49</c:v>
                </c:pt>
                <c:pt idx="8649">
                  <c:v>13:49</c:v>
                </c:pt>
                <c:pt idx="8650">
                  <c:v>13:49</c:v>
                </c:pt>
                <c:pt idx="8651">
                  <c:v>13:49</c:v>
                </c:pt>
                <c:pt idx="8652">
                  <c:v>13:49</c:v>
                </c:pt>
                <c:pt idx="8653">
                  <c:v>13:49</c:v>
                </c:pt>
                <c:pt idx="8654">
                  <c:v>13:49</c:v>
                </c:pt>
                <c:pt idx="8655">
                  <c:v>13:49</c:v>
                </c:pt>
                <c:pt idx="8656">
                  <c:v>13:49</c:v>
                </c:pt>
                <c:pt idx="8657">
                  <c:v>13:49</c:v>
                </c:pt>
                <c:pt idx="8658">
                  <c:v>13:49</c:v>
                </c:pt>
                <c:pt idx="8659">
                  <c:v>13:49</c:v>
                </c:pt>
                <c:pt idx="8660">
                  <c:v>13:49</c:v>
                </c:pt>
                <c:pt idx="8661">
                  <c:v>13:49</c:v>
                </c:pt>
                <c:pt idx="8662">
                  <c:v>13:49</c:v>
                </c:pt>
                <c:pt idx="8663">
                  <c:v>13:49</c:v>
                </c:pt>
                <c:pt idx="8664">
                  <c:v>13:49</c:v>
                </c:pt>
                <c:pt idx="8665">
                  <c:v>13:49</c:v>
                </c:pt>
                <c:pt idx="8666">
                  <c:v>13:49</c:v>
                </c:pt>
                <c:pt idx="8667">
                  <c:v>13:49</c:v>
                </c:pt>
                <c:pt idx="8668">
                  <c:v>13:49</c:v>
                </c:pt>
                <c:pt idx="8669">
                  <c:v>13:49</c:v>
                </c:pt>
                <c:pt idx="8670">
                  <c:v>13:50</c:v>
                </c:pt>
                <c:pt idx="8671">
                  <c:v>13:50</c:v>
                </c:pt>
                <c:pt idx="8672">
                  <c:v>13:50</c:v>
                </c:pt>
                <c:pt idx="8673">
                  <c:v>13:50</c:v>
                </c:pt>
                <c:pt idx="8674">
                  <c:v>13:50</c:v>
                </c:pt>
                <c:pt idx="8675">
                  <c:v>13:50</c:v>
                </c:pt>
                <c:pt idx="8676">
                  <c:v>13:50</c:v>
                </c:pt>
                <c:pt idx="8677">
                  <c:v>13:50</c:v>
                </c:pt>
                <c:pt idx="8678">
                  <c:v>13:50</c:v>
                </c:pt>
                <c:pt idx="8679">
                  <c:v>13:50</c:v>
                </c:pt>
                <c:pt idx="8680">
                  <c:v>13:50</c:v>
                </c:pt>
                <c:pt idx="8681">
                  <c:v>13:50</c:v>
                </c:pt>
                <c:pt idx="8682">
                  <c:v>13:50</c:v>
                </c:pt>
                <c:pt idx="8683">
                  <c:v>13:50</c:v>
                </c:pt>
                <c:pt idx="8684">
                  <c:v>13:50</c:v>
                </c:pt>
                <c:pt idx="8685">
                  <c:v>13:50</c:v>
                </c:pt>
                <c:pt idx="8686">
                  <c:v>13:50</c:v>
                </c:pt>
                <c:pt idx="8687">
                  <c:v>13:50</c:v>
                </c:pt>
                <c:pt idx="8688">
                  <c:v>13:50</c:v>
                </c:pt>
                <c:pt idx="8689">
                  <c:v>13:50</c:v>
                </c:pt>
                <c:pt idx="8690">
                  <c:v>13:50</c:v>
                </c:pt>
                <c:pt idx="8691">
                  <c:v>13:50</c:v>
                </c:pt>
                <c:pt idx="8692">
                  <c:v>13:50</c:v>
                </c:pt>
                <c:pt idx="8693">
                  <c:v>13:50</c:v>
                </c:pt>
                <c:pt idx="8694">
                  <c:v>13:50</c:v>
                </c:pt>
                <c:pt idx="8695">
                  <c:v>13:50</c:v>
                </c:pt>
                <c:pt idx="8696">
                  <c:v>13:50</c:v>
                </c:pt>
                <c:pt idx="8697">
                  <c:v>13:50</c:v>
                </c:pt>
                <c:pt idx="8698">
                  <c:v>13:50</c:v>
                </c:pt>
                <c:pt idx="8699">
                  <c:v>13:50</c:v>
                </c:pt>
                <c:pt idx="8700">
                  <c:v>13:51</c:v>
                </c:pt>
                <c:pt idx="8701">
                  <c:v>13:51</c:v>
                </c:pt>
                <c:pt idx="8702">
                  <c:v>13:51</c:v>
                </c:pt>
                <c:pt idx="8703">
                  <c:v>13:51</c:v>
                </c:pt>
                <c:pt idx="8704">
                  <c:v>13:51</c:v>
                </c:pt>
                <c:pt idx="8705">
                  <c:v>13:51</c:v>
                </c:pt>
                <c:pt idx="8706">
                  <c:v>13:51</c:v>
                </c:pt>
                <c:pt idx="8707">
                  <c:v>13:51</c:v>
                </c:pt>
                <c:pt idx="8708">
                  <c:v>13:51</c:v>
                </c:pt>
                <c:pt idx="8709">
                  <c:v>13:51</c:v>
                </c:pt>
                <c:pt idx="8710">
                  <c:v>13:51</c:v>
                </c:pt>
                <c:pt idx="8711">
                  <c:v>13:51</c:v>
                </c:pt>
                <c:pt idx="8712">
                  <c:v>13:51</c:v>
                </c:pt>
                <c:pt idx="8713">
                  <c:v>13:51</c:v>
                </c:pt>
                <c:pt idx="8714">
                  <c:v>13:51</c:v>
                </c:pt>
                <c:pt idx="8715">
                  <c:v>13:51</c:v>
                </c:pt>
                <c:pt idx="8716">
                  <c:v>13:51</c:v>
                </c:pt>
                <c:pt idx="8717">
                  <c:v>13:51</c:v>
                </c:pt>
                <c:pt idx="8718">
                  <c:v>13:51</c:v>
                </c:pt>
                <c:pt idx="8719">
                  <c:v>13:51</c:v>
                </c:pt>
                <c:pt idx="8720">
                  <c:v>13:51</c:v>
                </c:pt>
                <c:pt idx="8721">
                  <c:v>13:51</c:v>
                </c:pt>
                <c:pt idx="8722">
                  <c:v>13:51</c:v>
                </c:pt>
                <c:pt idx="8723">
                  <c:v>13:51</c:v>
                </c:pt>
                <c:pt idx="8724">
                  <c:v>13:51</c:v>
                </c:pt>
                <c:pt idx="8725">
                  <c:v>13:51</c:v>
                </c:pt>
                <c:pt idx="8726">
                  <c:v>13:51</c:v>
                </c:pt>
                <c:pt idx="8727">
                  <c:v>13:51</c:v>
                </c:pt>
                <c:pt idx="8728">
                  <c:v>13:51</c:v>
                </c:pt>
                <c:pt idx="8729">
                  <c:v>13:51</c:v>
                </c:pt>
                <c:pt idx="8730">
                  <c:v>13:52</c:v>
                </c:pt>
                <c:pt idx="8731">
                  <c:v>13:52</c:v>
                </c:pt>
                <c:pt idx="8732">
                  <c:v>13:52</c:v>
                </c:pt>
                <c:pt idx="8733">
                  <c:v>13:52</c:v>
                </c:pt>
                <c:pt idx="8734">
                  <c:v>13:52</c:v>
                </c:pt>
                <c:pt idx="8735">
                  <c:v>13:52</c:v>
                </c:pt>
                <c:pt idx="8736">
                  <c:v>13:52</c:v>
                </c:pt>
                <c:pt idx="8737">
                  <c:v>13:52</c:v>
                </c:pt>
                <c:pt idx="8738">
                  <c:v>13:52</c:v>
                </c:pt>
                <c:pt idx="8739">
                  <c:v>13:52</c:v>
                </c:pt>
                <c:pt idx="8740">
                  <c:v>13:52</c:v>
                </c:pt>
                <c:pt idx="8741">
                  <c:v>13:52</c:v>
                </c:pt>
                <c:pt idx="8742">
                  <c:v>13:52</c:v>
                </c:pt>
                <c:pt idx="8743">
                  <c:v>13:52</c:v>
                </c:pt>
                <c:pt idx="8744">
                  <c:v>13:52</c:v>
                </c:pt>
                <c:pt idx="8745">
                  <c:v>13:52</c:v>
                </c:pt>
                <c:pt idx="8746">
                  <c:v>13:52</c:v>
                </c:pt>
                <c:pt idx="8747">
                  <c:v>13:52</c:v>
                </c:pt>
                <c:pt idx="8748">
                  <c:v>13:52</c:v>
                </c:pt>
                <c:pt idx="8749">
                  <c:v>13:52</c:v>
                </c:pt>
                <c:pt idx="8750">
                  <c:v>13:52</c:v>
                </c:pt>
                <c:pt idx="8751">
                  <c:v>13:52</c:v>
                </c:pt>
                <c:pt idx="8752">
                  <c:v>13:52</c:v>
                </c:pt>
                <c:pt idx="8753">
                  <c:v>13:52</c:v>
                </c:pt>
                <c:pt idx="8754">
                  <c:v>13:52</c:v>
                </c:pt>
                <c:pt idx="8755">
                  <c:v>13:52</c:v>
                </c:pt>
                <c:pt idx="8756">
                  <c:v>13:52</c:v>
                </c:pt>
                <c:pt idx="8757">
                  <c:v>13:52</c:v>
                </c:pt>
                <c:pt idx="8758">
                  <c:v>13:52</c:v>
                </c:pt>
                <c:pt idx="8759">
                  <c:v>13:52</c:v>
                </c:pt>
                <c:pt idx="8760">
                  <c:v>13:53</c:v>
                </c:pt>
                <c:pt idx="8761">
                  <c:v>13:53</c:v>
                </c:pt>
                <c:pt idx="8762">
                  <c:v>13:53</c:v>
                </c:pt>
                <c:pt idx="8763">
                  <c:v>13:53</c:v>
                </c:pt>
                <c:pt idx="8764">
                  <c:v>13:53</c:v>
                </c:pt>
                <c:pt idx="8765">
                  <c:v>13:53</c:v>
                </c:pt>
                <c:pt idx="8766">
                  <c:v>13:53</c:v>
                </c:pt>
                <c:pt idx="8767">
                  <c:v>13:53</c:v>
                </c:pt>
                <c:pt idx="8768">
                  <c:v>13:53</c:v>
                </c:pt>
                <c:pt idx="8769">
                  <c:v>13:53</c:v>
                </c:pt>
                <c:pt idx="8770">
                  <c:v>13:53</c:v>
                </c:pt>
                <c:pt idx="8771">
                  <c:v>13:53</c:v>
                </c:pt>
                <c:pt idx="8772">
                  <c:v>13:53</c:v>
                </c:pt>
                <c:pt idx="8773">
                  <c:v>13:53</c:v>
                </c:pt>
                <c:pt idx="8774">
                  <c:v>13:53</c:v>
                </c:pt>
                <c:pt idx="8775">
                  <c:v>13:53</c:v>
                </c:pt>
                <c:pt idx="8776">
                  <c:v>13:53</c:v>
                </c:pt>
                <c:pt idx="8777">
                  <c:v>13:53</c:v>
                </c:pt>
                <c:pt idx="8778">
                  <c:v>13:53</c:v>
                </c:pt>
                <c:pt idx="8779">
                  <c:v>13:53</c:v>
                </c:pt>
                <c:pt idx="8780">
                  <c:v>13:53</c:v>
                </c:pt>
                <c:pt idx="8781">
                  <c:v>13:53</c:v>
                </c:pt>
                <c:pt idx="8782">
                  <c:v>13:53</c:v>
                </c:pt>
                <c:pt idx="8783">
                  <c:v>13:53</c:v>
                </c:pt>
                <c:pt idx="8784">
                  <c:v>13:53</c:v>
                </c:pt>
                <c:pt idx="8785">
                  <c:v>13:53</c:v>
                </c:pt>
                <c:pt idx="8786">
                  <c:v>13:53</c:v>
                </c:pt>
                <c:pt idx="8787">
                  <c:v>13:53</c:v>
                </c:pt>
                <c:pt idx="8788">
                  <c:v>13:53</c:v>
                </c:pt>
                <c:pt idx="8789">
                  <c:v>13:53</c:v>
                </c:pt>
                <c:pt idx="8790">
                  <c:v>13:54</c:v>
                </c:pt>
                <c:pt idx="8791">
                  <c:v>13:54</c:v>
                </c:pt>
                <c:pt idx="8792">
                  <c:v>13:54</c:v>
                </c:pt>
                <c:pt idx="8793">
                  <c:v>13:54</c:v>
                </c:pt>
                <c:pt idx="8794">
                  <c:v>13:54</c:v>
                </c:pt>
                <c:pt idx="8795">
                  <c:v>13:54</c:v>
                </c:pt>
                <c:pt idx="8796">
                  <c:v>13:54</c:v>
                </c:pt>
                <c:pt idx="8797">
                  <c:v>13:54</c:v>
                </c:pt>
                <c:pt idx="8798">
                  <c:v>13:54</c:v>
                </c:pt>
                <c:pt idx="8799">
                  <c:v>13:54</c:v>
                </c:pt>
                <c:pt idx="8800">
                  <c:v>13:54</c:v>
                </c:pt>
                <c:pt idx="8801">
                  <c:v>13:54</c:v>
                </c:pt>
                <c:pt idx="8802">
                  <c:v>13:54</c:v>
                </c:pt>
                <c:pt idx="8803">
                  <c:v>13:54</c:v>
                </c:pt>
                <c:pt idx="8804">
                  <c:v>13:54</c:v>
                </c:pt>
                <c:pt idx="8805">
                  <c:v>13:54</c:v>
                </c:pt>
                <c:pt idx="8806">
                  <c:v>13:54</c:v>
                </c:pt>
                <c:pt idx="8807">
                  <c:v>13:54</c:v>
                </c:pt>
                <c:pt idx="8808">
                  <c:v>13:54</c:v>
                </c:pt>
                <c:pt idx="8809">
                  <c:v>13:54</c:v>
                </c:pt>
                <c:pt idx="8810">
                  <c:v>13:54</c:v>
                </c:pt>
                <c:pt idx="8811">
                  <c:v>13:54</c:v>
                </c:pt>
                <c:pt idx="8812">
                  <c:v>13:54</c:v>
                </c:pt>
                <c:pt idx="8813">
                  <c:v>13:54</c:v>
                </c:pt>
                <c:pt idx="8814">
                  <c:v>13:54</c:v>
                </c:pt>
                <c:pt idx="8815">
                  <c:v>13:54</c:v>
                </c:pt>
                <c:pt idx="8816">
                  <c:v>13:54</c:v>
                </c:pt>
                <c:pt idx="8817">
                  <c:v>13:54</c:v>
                </c:pt>
                <c:pt idx="8818">
                  <c:v>13:54</c:v>
                </c:pt>
                <c:pt idx="8819">
                  <c:v>13:54</c:v>
                </c:pt>
                <c:pt idx="8820">
                  <c:v>13:55</c:v>
                </c:pt>
                <c:pt idx="8821">
                  <c:v>13:55</c:v>
                </c:pt>
                <c:pt idx="8822">
                  <c:v>13:55</c:v>
                </c:pt>
                <c:pt idx="8823">
                  <c:v>13:55</c:v>
                </c:pt>
                <c:pt idx="8824">
                  <c:v>13:55</c:v>
                </c:pt>
                <c:pt idx="8825">
                  <c:v>13:55</c:v>
                </c:pt>
                <c:pt idx="8826">
                  <c:v>13:55</c:v>
                </c:pt>
                <c:pt idx="8827">
                  <c:v>13:55</c:v>
                </c:pt>
                <c:pt idx="8828">
                  <c:v>13:55</c:v>
                </c:pt>
                <c:pt idx="8829">
                  <c:v>13:55</c:v>
                </c:pt>
                <c:pt idx="8830">
                  <c:v>13:55</c:v>
                </c:pt>
                <c:pt idx="8831">
                  <c:v>13:55</c:v>
                </c:pt>
                <c:pt idx="8832">
                  <c:v>13:55</c:v>
                </c:pt>
                <c:pt idx="8833">
                  <c:v>13:55</c:v>
                </c:pt>
                <c:pt idx="8834">
                  <c:v>13:55</c:v>
                </c:pt>
                <c:pt idx="8835">
                  <c:v>13:55</c:v>
                </c:pt>
                <c:pt idx="8836">
                  <c:v>13:55</c:v>
                </c:pt>
                <c:pt idx="8837">
                  <c:v>13:55</c:v>
                </c:pt>
                <c:pt idx="8838">
                  <c:v>13:55</c:v>
                </c:pt>
                <c:pt idx="8839">
                  <c:v>13:55</c:v>
                </c:pt>
                <c:pt idx="8840">
                  <c:v>13:55</c:v>
                </c:pt>
                <c:pt idx="8841">
                  <c:v>13:55</c:v>
                </c:pt>
                <c:pt idx="8842">
                  <c:v>13:55</c:v>
                </c:pt>
                <c:pt idx="8843">
                  <c:v>13:55</c:v>
                </c:pt>
                <c:pt idx="8844">
                  <c:v>13:55</c:v>
                </c:pt>
                <c:pt idx="8845">
                  <c:v>13:55</c:v>
                </c:pt>
                <c:pt idx="8846">
                  <c:v>13:55</c:v>
                </c:pt>
                <c:pt idx="8847">
                  <c:v>13:55</c:v>
                </c:pt>
                <c:pt idx="8848">
                  <c:v>13:55</c:v>
                </c:pt>
                <c:pt idx="8849">
                  <c:v>13:55</c:v>
                </c:pt>
                <c:pt idx="8850">
                  <c:v>13:56</c:v>
                </c:pt>
                <c:pt idx="8851">
                  <c:v>13:56</c:v>
                </c:pt>
                <c:pt idx="8852">
                  <c:v>13:56</c:v>
                </c:pt>
                <c:pt idx="8853">
                  <c:v>13:56</c:v>
                </c:pt>
                <c:pt idx="8854">
                  <c:v>13:56</c:v>
                </c:pt>
                <c:pt idx="8855">
                  <c:v>13:56</c:v>
                </c:pt>
                <c:pt idx="8856">
                  <c:v>13:56</c:v>
                </c:pt>
                <c:pt idx="8857">
                  <c:v>13:56</c:v>
                </c:pt>
                <c:pt idx="8858">
                  <c:v>13:56</c:v>
                </c:pt>
                <c:pt idx="8859">
                  <c:v>13:56</c:v>
                </c:pt>
                <c:pt idx="8860">
                  <c:v>13:56</c:v>
                </c:pt>
                <c:pt idx="8861">
                  <c:v>13:56</c:v>
                </c:pt>
                <c:pt idx="8862">
                  <c:v>13:56</c:v>
                </c:pt>
                <c:pt idx="8863">
                  <c:v>13:56</c:v>
                </c:pt>
                <c:pt idx="8864">
                  <c:v>13:56</c:v>
                </c:pt>
                <c:pt idx="8865">
                  <c:v>13:56</c:v>
                </c:pt>
                <c:pt idx="8866">
                  <c:v>13:56</c:v>
                </c:pt>
                <c:pt idx="8867">
                  <c:v>13:56</c:v>
                </c:pt>
                <c:pt idx="8868">
                  <c:v>13:56</c:v>
                </c:pt>
                <c:pt idx="8869">
                  <c:v>13:56</c:v>
                </c:pt>
                <c:pt idx="8870">
                  <c:v>13:56</c:v>
                </c:pt>
                <c:pt idx="8871">
                  <c:v>13:56</c:v>
                </c:pt>
                <c:pt idx="8872">
                  <c:v>13:56</c:v>
                </c:pt>
                <c:pt idx="8873">
                  <c:v>13:56</c:v>
                </c:pt>
                <c:pt idx="8874">
                  <c:v>13:56</c:v>
                </c:pt>
                <c:pt idx="8875">
                  <c:v>13:56</c:v>
                </c:pt>
                <c:pt idx="8876">
                  <c:v>13:56</c:v>
                </c:pt>
                <c:pt idx="8877">
                  <c:v>13:56</c:v>
                </c:pt>
                <c:pt idx="8878">
                  <c:v>13:56</c:v>
                </c:pt>
                <c:pt idx="8879">
                  <c:v>13:56</c:v>
                </c:pt>
                <c:pt idx="8880">
                  <c:v>13:57</c:v>
                </c:pt>
                <c:pt idx="8881">
                  <c:v>13:57</c:v>
                </c:pt>
                <c:pt idx="8882">
                  <c:v>13:57</c:v>
                </c:pt>
                <c:pt idx="8883">
                  <c:v>13:57</c:v>
                </c:pt>
                <c:pt idx="8884">
                  <c:v>13:57</c:v>
                </c:pt>
                <c:pt idx="8885">
                  <c:v>13:57</c:v>
                </c:pt>
                <c:pt idx="8886">
                  <c:v>13:57</c:v>
                </c:pt>
                <c:pt idx="8887">
                  <c:v>13:57</c:v>
                </c:pt>
                <c:pt idx="8888">
                  <c:v>13:57</c:v>
                </c:pt>
                <c:pt idx="8889">
                  <c:v>13:57</c:v>
                </c:pt>
                <c:pt idx="8890">
                  <c:v>13:57</c:v>
                </c:pt>
                <c:pt idx="8891">
                  <c:v>13:57</c:v>
                </c:pt>
                <c:pt idx="8892">
                  <c:v>13:57</c:v>
                </c:pt>
                <c:pt idx="8893">
                  <c:v>13:57</c:v>
                </c:pt>
                <c:pt idx="8894">
                  <c:v>13:57</c:v>
                </c:pt>
                <c:pt idx="8895">
                  <c:v>13:57</c:v>
                </c:pt>
                <c:pt idx="8896">
                  <c:v>13:57</c:v>
                </c:pt>
                <c:pt idx="8897">
                  <c:v>13:57</c:v>
                </c:pt>
                <c:pt idx="8898">
                  <c:v>13:57</c:v>
                </c:pt>
                <c:pt idx="8899">
                  <c:v>13:57</c:v>
                </c:pt>
                <c:pt idx="8900">
                  <c:v>13:57</c:v>
                </c:pt>
                <c:pt idx="8901">
                  <c:v>13:57</c:v>
                </c:pt>
                <c:pt idx="8902">
                  <c:v>13:57</c:v>
                </c:pt>
                <c:pt idx="8903">
                  <c:v>13:57</c:v>
                </c:pt>
                <c:pt idx="8904">
                  <c:v>13:57</c:v>
                </c:pt>
                <c:pt idx="8905">
                  <c:v>13:57</c:v>
                </c:pt>
                <c:pt idx="8906">
                  <c:v>13:57</c:v>
                </c:pt>
                <c:pt idx="8907">
                  <c:v>13:57</c:v>
                </c:pt>
                <c:pt idx="8908">
                  <c:v>13:57</c:v>
                </c:pt>
                <c:pt idx="8909">
                  <c:v>13:57</c:v>
                </c:pt>
                <c:pt idx="8910">
                  <c:v>13:58</c:v>
                </c:pt>
                <c:pt idx="8911">
                  <c:v>13:58</c:v>
                </c:pt>
                <c:pt idx="8912">
                  <c:v>13:58</c:v>
                </c:pt>
                <c:pt idx="8913">
                  <c:v>13:58</c:v>
                </c:pt>
                <c:pt idx="8914">
                  <c:v>13:58</c:v>
                </c:pt>
                <c:pt idx="8915">
                  <c:v>13:58</c:v>
                </c:pt>
                <c:pt idx="8916">
                  <c:v>13:58</c:v>
                </c:pt>
                <c:pt idx="8917">
                  <c:v>13:58</c:v>
                </c:pt>
                <c:pt idx="8918">
                  <c:v>13:58</c:v>
                </c:pt>
                <c:pt idx="8919">
                  <c:v>13:58</c:v>
                </c:pt>
                <c:pt idx="8920">
                  <c:v>13:58</c:v>
                </c:pt>
                <c:pt idx="8921">
                  <c:v>13:58</c:v>
                </c:pt>
                <c:pt idx="8922">
                  <c:v>13:58</c:v>
                </c:pt>
                <c:pt idx="8923">
                  <c:v>13:58</c:v>
                </c:pt>
                <c:pt idx="8924">
                  <c:v>13:58</c:v>
                </c:pt>
                <c:pt idx="8925">
                  <c:v>13:58</c:v>
                </c:pt>
                <c:pt idx="8926">
                  <c:v>13:58</c:v>
                </c:pt>
                <c:pt idx="8927">
                  <c:v>13:58</c:v>
                </c:pt>
                <c:pt idx="8928">
                  <c:v>13:58</c:v>
                </c:pt>
                <c:pt idx="8929">
                  <c:v>13:58</c:v>
                </c:pt>
                <c:pt idx="8930">
                  <c:v>13:58</c:v>
                </c:pt>
                <c:pt idx="8931">
                  <c:v>13:58</c:v>
                </c:pt>
                <c:pt idx="8932">
                  <c:v>13:58</c:v>
                </c:pt>
                <c:pt idx="8933">
                  <c:v>13:58</c:v>
                </c:pt>
                <c:pt idx="8934">
                  <c:v>13:58</c:v>
                </c:pt>
                <c:pt idx="8935">
                  <c:v>13:58</c:v>
                </c:pt>
                <c:pt idx="8936">
                  <c:v>13:58</c:v>
                </c:pt>
                <c:pt idx="8937">
                  <c:v>13:58</c:v>
                </c:pt>
                <c:pt idx="8938">
                  <c:v>13:58</c:v>
                </c:pt>
                <c:pt idx="8939">
                  <c:v>13:58</c:v>
                </c:pt>
                <c:pt idx="8940">
                  <c:v>13:59</c:v>
                </c:pt>
                <c:pt idx="8941">
                  <c:v>13:59</c:v>
                </c:pt>
                <c:pt idx="8942">
                  <c:v>13:59</c:v>
                </c:pt>
                <c:pt idx="8943">
                  <c:v>13:59</c:v>
                </c:pt>
                <c:pt idx="8944">
                  <c:v>13:59</c:v>
                </c:pt>
                <c:pt idx="8945">
                  <c:v>13:59</c:v>
                </c:pt>
                <c:pt idx="8946">
                  <c:v>13:59</c:v>
                </c:pt>
                <c:pt idx="8947">
                  <c:v>13:59</c:v>
                </c:pt>
                <c:pt idx="8948">
                  <c:v>13:59</c:v>
                </c:pt>
                <c:pt idx="8949">
                  <c:v>13:59</c:v>
                </c:pt>
                <c:pt idx="8950">
                  <c:v>13:59</c:v>
                </c:pt>
                <c:pt idx="8951">
                  <c:v>13:59</c:v>
                </c:pt>
                <c:pt idx="8952">
                  <c:v>13:59</c:v>
                </c:pt>
                <c:pt idx="8953">
                  <c:v>13:59</c:v>
                </c:pt>
                <c:pt idx="8954">
                  <c:v>13:59</c:v>
                </c:pt>
                <c:pt idx="8955">
                  <c:v>13:59</c:v>
                </c:pt>
                <c:pt idx="8956">
                  <c:v>13:59</c:v>
                </c:pt>
                <c:pt idx="8957">
                  <c:v>13:59</c:v>
                </c:pt>
                <c:pt idx="8958">
                  <c:v>13:59</c:v>
                </c:pt>
                <c:pt idx="8959">
                  <c:v>13:59</c:v>
                </c:pt>
                <c:pt idx="8960">
                  <c:v>13:59</c:v>
                </c:pt>
                <c:pt idx="8961">
                  <c:v>13:59</c:v>
                </c:pt>
                <c:pt idx="8962">
                  <c:v>13:59</c:v>
                </c:pt>
                <c:pt idx="8963">
                  <c:v>13:59</c:v>
                </c:pt>
                <c:pt idx="8964">
                  <c:v>13:59</c:v>
                </c:pt>
                <c:pt idx="8965">
                  <c:v>13:59</c:v>
                </c:pt>
                <c:pt idx="8966">
                  <c:v>13:59</c:v>
                </c:pt>
                <c:pt idx="8967">
                  <c:v>13:59</c:v>
                </c:pt>
                <c:pt idx="8968">
                  <c:v>13:59</c:v>
                </c:pt>
                <c:pt idx="8969">
                  <c:v>13:59</c:v>
                </c:pt>
                <c:pt idx="8970">
                  <c:v>14:00</c:v>
                </c:pt>
                <c:pt idx="8971">
                  <c:v>14:00</c:v>
                </c:pt>
                <c:pt idx="8972">
                  <c:v>14:00</c:v>
                </c:pt>
                <c:pt idx="8973">
                  <c:v>14:00</c:v>
                </c:pt>
                <c:pt idx="8974">
                  <c:v>14:00</c:v>
                </c:pt>
                <c:pt idx="8975">
                  <c:v>14:00</c:v>
                </c:pt>
                <c:pt idx="8976">
                  <c:v>14:00</c:v>
                </c:pt>
                <c:pt idx="8977">
                  <c:v>14:00</c:v>
                </c:pt>
                <c:pt idx="8978">
                  <c:v>14:00</c:v>
                </c:pt>
                <c:pt idx="8979">
                  <c:v>14:00</c:v>
                </c:pt>
                <c:pt idx="8980">
                  <c:v>14:00</c:v>
                </c:pt>
                <c:pt idx="8981">
                  <c:v>14:00</c:v>
                </c:pt>
                <c:pt idx="8982">
                  <c:v>14:00</c:v>
                </c:pt>
                <c:pt idx="8983">
                  <c:v>14:00</c:v>
                </c:pt>
                <c:pt idx="8984">
                  <c:v>14:00</c:v>
                </c:pt>
                <c:pt idx="8985">
                  <c:v>14:00</c:v>
                </c:pt>
                <c:pt idx="8986">
                  <c:v>14:00</c:v>
                </c:pt>
                <c:pt idx="8987">
                  <c:v>14:00</c:v>
                </c:pt>
                <c:pt idx="8988">
                  <c:v>14:00</c:v>
                </c:pt>
                <c:pt idx="8989">
                  <c:v>14:00</c:v>
                </c:pt>
                <c:pt idx="8990">
                  <c:v>14:00</c:v>
                </c:pt>
                <c:pt idx="8991">
                  <c:v>14:00</c:v>
                </c:pt>
                <c:pt idx="8992">
                  <c:v>14:00</c:v>
                </c:pt>
                <c:pt idx="8993">
                  <c:v>14:00</c:v>
                </c:pt>
                <c:pt idx="8994">
                  <c:v>14:00</c:v>
                </c:pt>
                <c:pt idx="8995">
                  <c:v>14:00</c:v>
                </c:pt>
                <c:pt idx="8996">
                  <c:v>14:00</c:v>
                </c:pt>
                <c:pt idx="8997">
                  <c:v>14:00</c:v>
                </c:pt>
                <c:pt idx="8998">
                  <c:v>14:00</c:v>
                </c:pt>
                <c:pt idx="8999">
                  <c:v>14:00</c:v>
                </c:pt>
                <c:pt idx="9000">
                  <c:v>14:01</c:v>
                </c:pt>
                <c:pt idx="9001">
                  <c:v>14:01</c:v>
                </c:pt>
                <c:pt idx="9002">
                  <c:v>14:01</c:v>
                </c:pt>
                <c:pt idx="9003">
                  <c:v>14:01</c:v>
                </c:pt>
                <c:pt idx="9004">
                  <c:v>14:01</c:v>
                </c:pt>
                <c:pt idx="9005">
                  <c:v>14:01</c:v>
                </c:pt>
                <c:pt idx="9006">
                  <c:v>14:01</c:v>
                </c:pt>
                <c:pt idx="9007">
                  <c:v>14:01</c:v>
                </c:pt>
                <c:pt idx="9008">
                  <c:v>14:01</c:v>
                </c:pt>
                <c:pt idx="9009">
                  <c:v>14:01</c:v>
                </c:pt>
                <c:pt idx="9010">
                  <c:v>14:01</c:v>
                </c:pt>
                <c:pt idx="9011">
                  <c:v>14:01</c:v>
                </c:pt>
                <c:pt idx="9012">
                  <c:v>14:01</c:v>
                </c:pt>
                <c:pt idx="9013">
                  <c:v>14:01</c:v>
                </c:pt>
                <c:pt idx="9014">
                  <c:v>14:01</c:v>
                </c:pt>
                <c:pt idx="9015">
                  <c:v>14:01</c:v>
                </c:pt>
                <c:pt idx="9016">
                  <c:v>14:01</c:v>
                </c:pt>
                <c:pt idx="9017">
                  <c:v>14:01</c:v>
                </c:pt>
                <c:pt idx="9018">
                  <c:v>14:01</c:v>
                </c:pt>
                <c:pt idx="9019">
                  <c:v>14:01</c:v>
                </c:pt>
                <c:pt idx="9020">
                  <c:v>14:01</c:v>
                </c:pt>
                <c:pt idx="9021">
                  <c:v>14:01</c:v>
                </c:pt>
                <c:pt idx="9022">
                  <c:v>14:01</c:v>
                </c:pt>
                <c:pt idx="9023">
                  <c:v>14:01</c:v>
                </c:pt>
                <c:pt idx="9024">
                  <c:v>14:01</c:v>
                </c:pt>
                <c:pt idx="9025">
                  <c:v>14:01</c:v>
                </c:pt>
                <c:pt idx="9026">
                  <c:v>14:01</c:v>
                </c:pt>
                <c:pt idx="9027">
                  <c:v>14:01</c:v>
                </c:pt>
                <c:pt idx="9028">
                  <c:v>14:01</c:v>
                </c:pt>
                <c:pt idx="9029">
                  <c:v>14:01</c:v>
                </c:pt>
                <c:pt idx="9030">
                  <c:v>14:02</c:v>
                </c:pt>
                <c:pt idx="9031">
                  <c:v>14:02</c:v>
                </c:pt>
                <c:pt idx="9032">
                  <c:v>14:02</c:v>
                </c:pt>
                <c:pt idx="9033">
                  <c:v>14:02</c:v>
                </c:pt>
                <c:pt idx="9034">
                  <c:v>14:02</c:v>
                </c:pt>
                <c:pt idx="9035">
                  <c:v>14:02</c:v>
                </c:pt>
                <c:pt idx="9036">
                  <c:v>14:02</c:v>
                </c:pt>
                <c:pt idx="9037">
                  <c:v>14:02</c:v>
                </c:pt>
                <c:pt idx="9038">
                  <c:v>14:02</c:v>
                </c:pt>
                <c:pt idx="9039">
                  <c:v>14:02</c:v>
                </c:pt>
                <c:pt idx="9040">
                  <c:v>14:02</c:v>
                </c:pt>
                <c:pt idx="9041">
                  <c:v>14:02</c:v>
                </c:pt>
                <c:pt idx="9042">
                  <c:v>14:02</c:v>
                </c:pt>
                <c:pt idx="9043">
                  <c:v>14:02</c:v>
                </c:pt>
                <c:pt idx="9044">
                  <c:v>14:02</c:v>
                </c:pt>
                <c:pt idx="9045">
                  <c:v>14:02</c:v>
                </c:pt>
                <c:pt idx="9046">
                  <c:v>14:02</c:v>
                </c:pt>
                <c:pt idx="9047">
                  <c:v>14:02</c:v>
                </c:pt>
                <c:pt idx="9048">
                  <c:v>14:02</c:v>
                </c:pt>
                <c:pt idx="9049">
                  <c:v>14:02</c:v>
                </c:pt>
                <c:pt idx="9050">
                  <c:v>14:02</c:v>
                </c:pt>
                <c:pt idx="9051">
                  <c:v>14:02</c:v>
                </c:pt>
                <c:pt idx="9052">
                  <c:v>14:02</c:v>
                </c:pt>
                <c:pt idx="9053">
                  <c:v>14:02</c:v>
                </c:pt>
                <c:pt idx="9054">
                  <c:v>14:02</c:v>
                </c:pt>
                <c:pt idx="9055">
                  <c:v>14:02</c:v>
                </c:pt>
                <c:pt idx="9056">
                  <c:v>14:02</c:v>
                </c:pt>
                <c:pt idx="9057">
                  <c:v>14:02</c:v>
                </c:pt>
                <c:pt idx="9058">
                  <c:v>14:02</c:v>
                </c:pt>
                <c:pt idx="9059">
                  <c:v>14:02</c:v>
                </c:pt>
                <c:pt idx="9060">
                  <c:v>14:03</c:v>
                </c:pt>
                <c:pt idx="9061">
                  <c:v>14:03</c:v>
                </c:pt>
                <c:pt idx="9062">
                  <c:v>14:03</c:v>
                </c:pt>
                <c:pt idx="9063">
                  <c:v>14:03</c:v>
                </c:pt>
                <c:pt idx="9064">
                  <c:v>14:03</c:v>
                </c:pt>
                <c:pt idx="9065">
                  <c:v>14:03</c:v>
                </c:pt>
                <c:pt idx="9066">
                  <c:v>14:03</c:v>
                </c:pt>
                <c:pt idx="9067">
                  <c:v>14:03</c:v>
                </c:pt>
                <c:pt idx="9068">
                  <c:v>14:03</c:v>
                </c:pt>
                <c:pt idx="9069">
                  <c:v>14:03</c:v>
                </c:pt>
                <c:pt idx="9070">
                  <c:v>14:03</c:v>
                </c:pt>
                <c:pt idx="9071">
                  <c:v>14:03</c:v>
                </c:pt>
                <c:pt idx="9072">
                  <c:v>14:03</c:v>
                </c:pt>
                <c:pt idx="9073">
                  <c:v>14:03</c:v>
                </c:pt>
                <c:pt idx="9074">
                  <c:v>14:03</c:v>
                </c:pt>
                <c:pt idx="9075">
                  <c:v>14:03</c:v>
                </c:pt>
                <c:pt idx="9076">
                  <c:v>14:03</c:v>
                </c:pt>
                <c:pt idx="9077">
                  <c:v>14:03</c:v>
                </c:pt>
                <c:pt idx="9078">
                  <c:v>14:03</c:v>
                </c:pt>
                <c:pt idx="9079">
                  <c:v>14:03</c:v>
                </c:pt>
                <c:pt idx="9080">
                  <c:v>14:03</c:v>
                </c:pt>
                <c:pt idx="9081">
                  <c:v>14:03</c:v>
                </c:pt>
                <c:pt idx="9082">
                  <c:v>14:03</c:v>
                </c:pt>
                <c:pt idx="9083">
                  <c:v>14:03</c:v>
                </c:pt>
                <c:pt idx="9084">
                  <c:v>14:03</c:v>
                </c:pt>
                <c:pt idx="9085">
                  <c:v>14:03</c:v>
                </c:pt>
                <c:pt idx="9086">
                  <c:v>14:03</c:v>
                </c:pt>
                <c:pt idx="9087">
                  <c:v>14:03</c:v>
                </c:pt>
                <c:pt idx="9088">
                  <c:v>14:03</c:v>
                </c:pt>
                <c:pt idx="9089">
                  <c:v>14:03</c:v>
                </c:pt>
                <c:pt idx="9090">
                  <c:v>14:04</c:v>
                </c:pt>
                <c:pt idx="9091">
                  <c:v>14:04</c:v>
                </c:pt>
                <c:pt idx="9092">
                  <c:v>14:04</c:v>
                </c:pt>
                <c:pt idx="9093">
                  <c:v>14:04</c:v>
                </c:pt>
                <c:pt idx="9094">
                  <c:v>14:04</c:v>
                </c:pt>
                <c:pt idx="9095">
                  <c:v>14:04</c:v>
                </c:pt>
                <c:pt idx="9096">
                  <c:v>14:04</c:v>
                </c:pt>
                <c:pt idx="9097">
                  <c:v>14:04</c:v>
                </c:pt>
                <c:pt idx="9098">
                  <c:v>14:04</c:v>
                </c:pt>
                <c:pt idx="9099">
                  <c:v>14:04</c:v>
                </c:pt>
                <c:pt idx="9100">
                  <c:v>14:04</c:v>
                </c:pt>
                <c:pt idx="9101">
                  <c:v>14:04</c:v>
                </c:pt>
                <c:pt idx="9102">
                  <c:v>14:04</c:v>
                </c:pt>
                <c:pt idx="9103">
                  <c:v>14:04</c:v>
                </c:pt>
                <c:pt idx="9104">
                  <c:v>14:04</c:v>
                </c:pt>
                <c:pt idx="9105">
                  <c:v>14:04</c:v>
                </c:pt>
                <c:pt idx="9106">
                  <c:v>14:04</c:v>
                </c:pt>
                <c:pt idx="9107">
                  <c:v>14:04</c:v>
                </c:pt>
                <c:pt idx="9108">
                  <c:v>14:04</c:v>
                </c:pt>
                <c:pt idx="9109">
                  <c:v>14:04</c:v>
                </c:pt>
                <c:pt idx="9110">
                  <c:v>14:04</c:v>
                </c:pt>
                <c:pt idx="9111">
                  <c:v>14:04</c:v>
                </c:pt>
                <c:pt idx="9112">
                  <c:v>14:04</c:v>
                </c:pt>
                <c:pt idx="9113">
                  <c:v>14:04</c:v>
                </c:pt>
                <c:pt idx="9114">
                  <c:v>14:04</c:v>
                </c:pt>
                <c:pt idx="9115">
                  <c:v>14:04</c:v>
                </c:pt>
                <c:pt idx="9116">
                  <c:v>14:04</c:v>
                </c:pt>
                <c:pt idx="9117">
                  <c:v>14:04</c:v>
                </c:pt>
                <c:pt idx="9118">
                  <c:v>14:04</c:v>
                </c:pt>
                <c:pt idx="9119">
                  <c:v>14:04</c:v>
                </c:pt>
                <c:pt idx="9120">
                  <c:v>14:05</c:v>
                </c:pt>
                <c:pt idx="9121">
                  <c:v>14:05</c:v>
                </c:pt>
                <c:pt idx="9122">
                  <c:v>14:05</c:v>
                </c:pt>
                <c:pt idx="9123">
                  <c:v>14:05</c:v>
                </c:pt>
                <c:pt idx="9124">
                  <c:v>14:05</c:v>
                </c:pt>
                <c:pt idx="9125">
                  <c:v>14:05</c:v>
                </c:pt>
                <c:pt idx="9126">
                  <c:v>14:05</c:v>
                </c:pt>
                <c:pt idx="9127">
                  <c:v>14:05</c:v>
                </c:pt>
                <c:pt idx="9128">
                  <c:v>14:05</c:v>
                </c:pt>
                <c:pt idx="9129">
                  <c:v>14:05</c:v>
                </c:pt>
                <c:pt idx="9130">
                  <c:v>14:05</c:v>
                </c:pt>
                <c:pt idx="9131">
                  <c:v>14:05</c:v>
                </c:pt>
                <c:pt idx="9132">
                  <c:v>14:05</c:v>
                </c:pt>
                <c:pt idx="9133">
                  <c:v>14:05</c:v>
                </c:pt>
                <c:pt idx="9134">
                  <c:v>14:05</c:v>
                </c:pt>
                <c:pt idx="9135">
                  <c:v>14:05</c:v>
                </c:pt>
                <c:pt idx="9136">
                  <c:v>14:05</c:v>
                </c:pt>
                <c:pt idx="9137">
                  <c:v>14:05</c:v>
                </c:pt>
                <c:pt idx="9138">
                  <c:v>14:05</c:v>
                </c:pt>
                <c:pt idx="9139">
                  <c:v>14:05</c:v>
                </c:pt>
                <c:pt idx="9140">
                  <c:v>14:05</c:v>
                </c:pt>
                <c:pt idx="9141">
                  <c:v>14:05</c:v>
                </c:pt>
                <c:pt idx="9142">
                  <c:v>14:05</c:v>
                </c:pt>
                <c:pt idx="9143">
                  <c:v>14:05</c:v>
                </c:pt>
                <c:pt idx="9144">
                  <c:v>14:05</c:v>
                </c:pt>
                <c:pt idx="9145">
                  <c:v>14:05</c:v>
                </c:pt>
                <c:pt idx="9146">
                  <c:v>14:05</c:v>
                </c:pt>
                <c:pt idx="9147">
                  <c:v>14:05</c:v>
                </c:pt>
                <c:pt idx="9148">
                  <c:v>14:05</c:v>
                </c:pt>
                <c:pt idx="9149">
                  <c:v>14:05</c:v>
                </c:pt>
                <c:pt idx="9150">
                  <c:v>14:06</c:v>
                </c:pt>
                <c:pt idx="9151">
                  <c:v>14:06</c:v>
                </c:pt>
                <c:pt idx="9152">
                  <c:v>14:06</c:v>
                </c:pt>
                <c:pt idx="9153">
                  <c:v>14:06</c:v>
                </c:pt>
                <c:pt idx="9154">
                  <c:v>14:06</c:v>
                </c:pt>
                <c:pt idx="9155">
                  <c:v>14:06</c:v>
                </c:pt>
                <c:pt idx="9156">
                  <c:v>14:06</c:v>
                </c:pt>
                <c:pt idx="9157">
                  <c:v>14:06</c:v>
                </c:pt>
                <c:pt idx="9158">
                  <c:v>14:06</c:v>
                </c:pt>
                <c:pt idx="9159">
                  <c:v>14:06</c:v>
                </c:pt>
                <c:pt idx="9160">
                  <c:v>14:06</c:v>
                </c:pt>
                <c:pt idx="9161">
                  <c:v>14:06</c:v>
                </c:pt>
                <c:pt idx="9162">
                  <c:v>14:06</c:v>
                </c:pt>
                <c:pt idx="9163">
                  <c:v>14:06</c:v>
                </c:pt>
                <c:pt idx="9164">
                  <c:v>14:06</c:v>
                </c:pt>
                <c:pt idx="9165">
                  <c:v>14:06</c:v>
                </c:pt>
                <c:pt idx="9166">
                  <c:v>14:06</c:v>
                </c:pt>
                <c:pt idx="9167">
                  <c:v>14:06</c:v>
                </c:pt>
                <c:pt idx="9168">
                  <c:v>14:06</c:v>
                </c:pt>
                <c:pt idx="9169">
                  <c:v>14:06</c:v>
                </c:pt>
                <c:pt idx="9170">
                  <c:v>14:06</c:v>
                </c:pt>
                <c:pt idx="9171">
                  <c:v>14:06</c:v>
                </c:pt>
                <c:pt idx="9172">
                  <c:v>14:06</c:v>
                </c:pt>
                <c:pt idx="9173">
                  <c:v>14:06</c:v>
                </c:pt>
                <c:pt idx="9174">
                  <c:v>14:06</c:v>
                </c:pt>
                <c:pt idx="9175">
                  <c:v>14:06</c:v>
                </c:pt>
                <c:pt idx="9176">
                  <c:v>14:06</c:v>
                </c:pt>
                <c:pt idx="9177">
                  <c:v>14:06</c:v>
                </c:pt>
                <c:pt idx="9178">
                  <c:v>14:06</c:v>
                </c:pt>
                <c:pt idx="9179">
                  <c:v>14:06</c:v>
                </c:pt>
                <c:pt idx="9180">
                  <c:v>14:07</c:v>
                </c:pt>
                <c:pt idx="9181">
                  <c:v>14:07</c:v>
                </c:pt>
                <c:pt idx="9182">
                  <c:v>14:07</c:v>
                </c:pt>
                <c:pt idx="9183">
                  <c:v>14:07</c:v>
                </c:pt>
                <c:pt idx="9184">
                  <c:v>14:07</c:v>
                </c:pt>
                <c:pt idx="9185">
                  <c:v>14:07</c:v>
                </c:pt>
                <c:pt idx="9186">
                  <c:v>14:07</c:v>
                </c:pt>
                <c:pt idx="9187">
                  <c:v>14:07</c:v>
                </c:pt>
                <c:pt idx="9188">
                  <c:v>14:07</c:v>
                </c:pt>
                <c:pt idx="9189">
                  <c:v>14:07</c:v>
                </c:pt>
                <c:pt idx="9190">
                  <c:v>14:07</c:v>
                </c:pt>
                <c:pt idx="9191">
                  <c:v>14:07</c:v>
                </c:pt>
                <c:pt idx="9192">
                  <c:v>14:07</c:v>
                </c:pt>
                <c:pt idx="9193">
                  <c:v>14:07</c:v>
                </c:pt>
                <c:pt idx="9194">
                  <c:v>14:07</c:v>
                </c:pt>
                <c:pt idx="9195">
                  <c:v>14:07</c:v>
                </c:pt>
                <c:pt idx="9196">
                  <c:v>14:07</c:v>
                </c:pt>
                <c:pt idx="9197">
                  <c:v>14:07</c:v>
                </c:pt>
                <c:pt idx="9198">
                  <c:v>14:07</c:v>
                </c:pt>
                <c:pt idx="9199">
                  <c:v>14:07</c:v>
                </c:pt>
                <c:pt idx="9200">
                  <c:v>14:07</c:v>
                </c:pt>
                <c:pt idx="9201">
                  <c:v>14:07</c:v>
                </c:pt>
                <c:pt idx="9202">
                  <c:v>14:07</c:v>
                </c:pt>
                <c:pt idx="9203">
                  <c:v>14:07</c:v>
                </c:pt>
                <c:pt idx="9204">
                  <c:v>14:07</c:v>
                </c:pt>
                <c:pt idx="9205">
                  <c:v>14:07</c:v>
                </c:pt>
                <c:pt idx="9206">
                  <c:v>14:07</c:v>
                </c:pt>
                <c:pt idx="9207">
                  <c:v>14:07</c:v>
                </c:pt>
                <c:pt idx="9208">
                  <c:v>14:07</c:v>
                </c:pt>
                <c:pt idx="9209">
                  <c:v>14:07</c:v>
                </c:pt>
                <c:pt idx="9210">
                  <c:v>14:08</c:v>
                </c:pt>
                <c:pt idx="9211">
                  <c:v>14:08</c:v>
                </c:pt>
                <c:pt idx="9212">
                  <c:v>14:08</c:v>
                </c:pt>
                <c:pt idx="9213">
                  <c:v>14:08</c:v>
                </c:pt>
                <c:pt idx="9214">
                  <c:v>14:08</c:v>
                </c:pt>
                <c:pt idx="9215">
                  <c:v>14:08</c:v>
                </c:pt>
                <c:pt idx="9216">
                  <c:v>14:08</c:v>
                </c:pt>
                <c:pt idx="9217">
                  <c:v>14:08</c:v>
                </c:pt>
                <c:pt idx="9218">
                  <c:v>14:08</c:v>
                </c:pt>
                <c:pt idx="9219">
                  <c:v>14:08</c:v>
                </c:pt>
                <c:pt idx="9220">
                  <c:v>14:08</c:v>
                </c:pt>
                <c:pt idx="9221">
                  <c:v>14:08</c:v>
                </c:pt>
                <c:pt idx="9222">
                  <c:v>14:08</c:v>
                </c:pt>
                <c:pt idx="9223">
                  <c:v>14:08</c:v>
                </c:pt>
                <c:pt idx="9224">
                  <c:v>14:08</c:v>
                </c:pt>
                <c:pt idx="9225">
                  <c:v>14:08</c:v>
                </c:pt>
                <c:pt idx="9226">
                  <c:v>14:08</c:v>
                </c:pt>
                <c:pt idx="9227">
                  <c:v>14:08</c:v>
                </c:pt>
                <c:pt idx="9228">
                  <c:v>14:08</c:v>
                </c:pt>
                <c:pt idx="9229">
                  <c:v>14:08</c:v>
                </c:pt>
                <c:pt idx="9230">
                  <c:v>14:08</c:v>
                </c:pt>
                <c:pt idx="9231">
                  <c:v>14:08</c:v>
                </c:pt>
                <c:pt idx="9232">
                  <c:v>14:08</c:v>
                </c:pt>
                <c:pt idx="9233">
                  <c:v>14:08</c:v>
                </c:pt>
                <c:pt idx="9234">
                  <c:v>14:08</c:v>
                </c:pt>
                <c:pt idx="9235">
                  <c:v>14:08</c:v>
                </c:pt>
                <c:pt idx="9236">
                  <c:v>14:08</c:v>
                </c:pt>
                <c:pt idx="9237">
                  <c:v>14:08</c:v>
                </c:pt>
                <c:pt idx="9238">
                  <c:v>14:08</c:v>
                </c:pt>
                <c:pt idx="9239">
                  <c:v>14:08</c:v>
                </c:pt>
                <c:pt idx="9240">
                  <c:v>14:09</c:v>
                </c:pt>
                <c:pt idx="9241">
                  <c:v>14:09</c:v>
                </c:pt>
                <c:pt idx="9242">
                  <c:v>14:09</c:v>
                </c:pt>
                <c:pt idx="9243">
                  <c:v>14:09</c:v>
                </c:pt>
                <c:pt idx="9244">
                  <c:v>14:09</c:v>
                </c:pt>
                <c:pt idx="9245">
                  <c:v>14:09</c:v>
                </c:pt>
                <c:pt idx="9246">
                  <c:v>14:09</c:v>
                </c:pt>
                <c:pt idx="9247">
                  <c:v>14:09</c:v>
                </c:pt>
                <c:pt idx="9248">
                  <c:v>14:09</c:v>
                </c:pt>
                <c:pt idx="9249">
                  <c:v>14:09</c:v>
                </c:pt>
                <c:pt idx="9250">
                  <c:v>14:09</c:v>
                </c:pt>
                <c:pt idx="9251">
                  <c:v>14:09</c:v>
                </c:pt>
                <c:pt idx="9252">
                  <c:v>14:09</c:v>
                </c:pt>
                <c:pt idx="9253">
                  <c:v>14:09</c:v>
                </c:pt>
                <c:pt idx="9254">
                  <c:v>14:09</c:v>
                </c:pt>
                <c:pt idx="9255">
                  <c:v>14:09</c:v>
                </c:pt>
                <c:pt idx="9256">
                  <c:v>14:09</c:v>
                </c:pt>
                <c:pt idx="9257">
                  <c:v>14:09</c:v>
                </c:pt>
                <c:pt idx="9258">
                  <c:v>14:09</c:v>
                </c:pt>
                <c:pt idx="9259">
                  <c:v>14:09</c:v>
                </c:pt>
                <c:pt idx="9260">
                  <c:v>14:09</c:v>
                </c:pt>
                <c:pt idx="9261">
                  <c:v>14:09</c:v>
                </c:pt>
                <c:pt idx="9262">
                  <c:v>14:09</c:v>
                </c:pt>
                <c:pt idx="9263">
                  <c:v>14:09</c:v>
                </c:pt>
                <c:pt idx="9264">
                  <c:v>14:09</c:v>
                </c:pt>
                <c:pt idx="9265">
                  <c:v>14:09</c:v>
                </c:pt>
                <c:pt idx="9266">
                  <c:v>14:09</c:v>
                </c:pt>
                <c:pt idx="9267">
                  <c:v>14:09</c:v>
                </c:pt>
                <c:pt idx="9268">
                  <c:v>14:09</c:v>
                </c:pt>
                <c:pt idx="9269">
                  <c:v>14:09</c:v>
                </c:pt>
                <c:pt idx="9270">
                  <c:v>14:10</c:v>
                </c:pt>
                <c:pt idx="9271">
                  <c:v>14:10</c:v>
                </c:pt>
                <c:pt idx="9272">
                  <c:v>14:10</c:v>
                </c:pt>
                <c:pt idx="9273">
                  <c:v>14:10</c:v>
                </c:pt>
                <c:pt idx="9274">
                  <c:v>14:10</c:v>
                </c:pt>
                <c:pt idx="9275">
                  <c:v>14:10</c:v>
                </c:pt>
                <c:pt idx="9276">
                  <c:v>14:10</c:v>
                </c:pt>
                <c:pt idx="9277">
                  <c:v>14:10</c:v>
                </c:pt>
                <c:pt idx="9278">
                  <c:v>14:10</c:v>
                </c:pt>
                <c:pt idx="9279">
                  <c:v>14:10</c:v>
                </c:pt>
                <c:pt idx="9280">
                  <c:v>14:10</c:v>
                </c:pt>
                <c:pt idx="9281">
                  <c:v>14:10</c:v>
                </c:pt>
                <c:pt idx="9282">
                  <c:v>14:10</c:v>
                </c:pt>
                <c:pt idx="9283">
                  <c:v>14:10</c:v>
                </c:pt>
                <c:pt idx="9284">
                  <c:v>14:10</c:v>
                </c:pt>
                <c:pt idx="9285">
                  <c:v>14:10</c:v>
                </c:pt>
                <c:pt idx="9286">
                  <c:v>14:10</c:v>
                </c:pt>
                <c:pt idx="9287">
                  <c:v>14:10</c:v>
                </c:pt>
                <c:pt idx="9288">
                  <c:v>14:10</c:v>
                </c:pt>
                <c:pt idx="9289">
                  <c:v>14:10</c:v>
                </c:pt>
                <c:pt idx="9290">
                  <c:v>14:10</c:v>
                </c:pt>
                <c:pt idx="9291">
                  <c:v>14:10</c:v>
                </c:pt>
                <c:pt idx="9292">
                  <c:v>14:10</c:v>
                </c:pt>
                <c:pt idx="9293">
                  <c:v>14:10</c:v>
                </c:pt>
                <c:pt idx="9294">
                  <c:v>14:10</c:v>
                </c:pt>
                <c:pt idx="9295">
                  <c:v>14:10</c:v>
                </c:pt>
                <c:pt idx="9296">
                  <c:v>14:10</c:v>
                </c:pt>
                <c:pt idx="9297">
                  <c:v>14:10</c:v>
                </c:pt>
                <c:pt idx="9298">
                  <c:v>14:10</c:v>
                </c:pt>
                <c:pt idx="9299">
                  <c:v>14:10</c:v>
                </c:pt>
                <c:pt idx="9300">
                  <c:v>14:11</c:v>
                </c:pt>
                <c:pt idx="9301">
                  <c:v>14:11</c:v>
                </c:pt>
                <c:pt idx="9302">
                  <c:v>14:11</c:v>
                </c:pt>
                <c:pt idx="9303">
                  <c:v>14:11</c:v>
                </c:pt>
                <c:pt idx="9304">
                  <c:v>14:11</c:v>
                </c:pt>
                <c:pt idx="9305">
                  <c:v>14:11</c:v>
                </c:pt>
                <c:pt idx="9306">
                  <c:v>14:11</c:v>
                </c:pt>
                <c:pt idx="9307">
                  <c:v>14:11</c:v>
                </c:pt>
                <c:pt idx="9308">
                  <c:v>14:11</c:v>
                </c:pt>
                <c:pt idx="9309">
                  <c:v>14:11</c:v>
                </c:pt>
                <c:pt idx="9310">
                  <c:v>14:11</c:v>
                </c:pt>
                <c:pt idx="9311">
                  <c:v>14:11</c:v>
                </c:pt>
                <c:pt idx="9312">
                  <c:v>14:11</c:v>
                </c:pt>
                <c:pt idx="9313">
                  <c:v>14:11</c:v>
                </c:pt>
                <c:pt idx="9314">
                  <c:v>14:11</c:v>
                </c:pt>
                <c:pt idx="9315">
                  <c:v>14:11</c:v>
                </c:pt>
                <c:pt idx="9316">
                  <c:v>14:11</c:v>
                </c:pt>
                <c:pt idx="9317">
                  <c:v>14:11</c:v>
                </c:pt>
                <c:pt idx="9318">
                  <c:v>14:11</c:v>
                </c:pt>
                <c:pt idx="9319">
                  <c:v>14:11</c:v>
                </c:pt>
                <c:pt idx="9320">
                  <c:v>14:11</c:v>
                </c:pt>
                <c:pt idx="9321">
                  <c:v>14:11</c:v>
                </c:pt>
                <c:pt idx="9322">
                  <c:v>14:11</c:v>
                </c:pt>
                <c:pt idx="9323">
                  <c:v>14:11</c:v>
                </c:pt>
                <c:pt idx="9324">
                  <c:v>14:11</c:v>
                </c:pt>
                <c:pt idx="9325">
                  <c:v>14:11</c:v>
                </c:pt>
                <c:pt idx="9326">
                  <c:v>14:11</c:v>
                </c:pt>
                <c:pt idx="9327">
                  <c:v>14:11</c:v>
                </c:pt>
                <c:pt idx="9328">
                  <c:v>14:11</c:v>
                </c:pt>
                <c:pt idx="9329">
                  <c:v>14:11</c:v>
                </c:pt>
                <c:pt idx="9330">
                  <c:v>14:12</c:v>
                </c:pt>
                <c:pt idx="9331">
                  <c:v>14:12</c:v>
                </c:pt>
                <c:pt idx="9332">
                  <c:v>14:12</c:v>
                </c:pt>
                <c:pt idx="9333">
                  <c:v>14:12</c:v>
                </c:pt>
                <c:pt idx="9334">
                  <c:v>14:12</c:v>
                </c:pt>
                <c:pt idx="9335">
                  <c:v>14:12</c:v>
                </c:pt>
                <c:pt idx="9336">
                  <c:v>14:12</c:v>
                </c:pt>
                <c:pt idx="9337">
                  <c:v>14:12</c:v>
                </c:pt>
                <c:pt idx="9338">
                  <c:v>14:12</c:v>
                </c:pt>
                <c:pt idx="9339">
                  <c:v>14:12</c:v>
                </c:pt>
                <c:pt idx="9340">
                  <c:v>14:12</c:v>
                </c:pt>
                <c:pt idx="9341">
                  <c:v>14:12</c:v>
                </c:pt>
                <c:pt idx="9342">
                  <c:v>14:12</c:v>
                </c:pt>
                <c:pt idx="9343">
                  <c:v>14:12</c:v>
                </c:pt>
                <c:pt idx="9344">
                  <c:v>14:12</c:v>
                </c:pt>
                <c:pt idx="9345">
                  <c:v>14:12</c:v>
                </c:pt>
                <c:pt idx="9346">
                  <c:v>14:12</c:v>
                </c:pt>
                <c:pt idx="9347">
                  <c:v>14:12</c:v>
                </c:pt>
                <c:pt idx="9348">
                  <c:v>14:12</c:v>
                </c:pt>
                <c:pt idx="9349">
                  <c:v>14:12</c:v>
                </c:pt>
                <c:pt idx="9350">
                  <c:v>14:12</c:v>
                </c:pt>
                <c:pt idx="9351">
                  <c:v>14:12</c:v>
                </c:pt>
                <c:pt idx="9352">
                  <c:v>14:12</c:v>
                </c:pt>
                <c:pt idx="9353">
                  <c:v>14:12</c:v>
                </c:pt>
                <c:pt idx="9354">
                  <c:v>14:12</c:v>
                </c:pt>
                <c:pt idx="9355">
                  <c:v>14:12</c:v>
                </c:pt>
                <c:pt idx="9356">
                  <c:v>14:12</c:v>
                </c:pt>
                <c:pt idx="9357">
                  <c:v>14:12</c:v>
                </c:pt>
                <c:pt idx="9358">
                  <c:v>14:12</c:v>
                </c:pt>
                <c:pt idx="9359">
                  <c:v>14:12</c:v>
                </c:pt>
                <c:pt idx="9360">
                  <c:v>14:13</c:v>
                </c:pt>
                <c:pt idx="9361">
                  <c:v>14:13</c:v>
                </c:pt>
                <c:pt idx="9362">
                  <c:v>14:13</c:v>
                </c:pt>
                <c:pt idx="9363">
                  <c:v>14:13</c:v>
                </c:pt>
                <c:pt idx="9364">
                  <c:v>14:13</c:v>
                </c:pt>
                <c:pt idx="9365">
                  <c:v>14:13</c:v>
                </c:pt>
                <c:pt idx="9366">
                  <c:v>14:13</c:v>
                </c:pt>
                <c:pt idx="9367">
                  <c:v>14:13</c:v>
                </c:pt>
                <c:pt idx="9368">
                  <c:v>14:13</c:v>
                </c:pt>
                <c:pt idx="9369">
                  <c:v>14:13</c:v>
                </c:pt>
                <c:pt idx="9370">
                  <c:v>14:13</c:v>
                </c:pt>
                <c:pt idx="9371">
                  <c:v>14:13</c:v>
                </c:pt>
                <c:pt idx="9372">
                  <c:v>14:13</c:v>
                </c:pt>
                <c:pt idx="9373">
                  <c:v>14:13</c:v>
                </c:pt>
                <c:pt idx="9374">
                  <c:v>14:13</c:v>
                </c:pt>
                <c:pt idx="9375">
                  <c:v>14:13</c:v>
                </c:pt>
                <c:pt idx="9376">
                  <c:v>14:13</c:v>
                </c:pt>
                <c:pt idx="9377">
                  <c:v>14:13</c:v>
                </c:pt>
                <c:pt idx="9378">
                  <c:v>14:13</c:v>
                </c:pt>
                <c:pt idx="9379">
                  <c:v>14:13</c:v>
                </c:pt>
                <c:pt idx="9380">
                  <c:v>14:13</c:v>
                </c:pt>
                <c:pt idx="9381">
                  <c:v>14:13</c:v>
                </c:pt>
                <c:pt idx="9382">
                  <c:v>14:13</c:v>
                </c:pt>
                <c:pt idx="9383">
                  <c:v>14:13</c:v>
                </c:pt>
                <c:pt idx="9384">
                  <c:v>14:13</c:v>
                </c:pt>
                <c:pt idx="9385">
                  <c:v>14:13</c:v>
                </c:pt>
                <c:pt idx="9386">
                  <c:v>14:13</c:v>
                </c:pt>
                <c:pt idx="9387">
                  <c:v>14:13</c:v>
                </c:pt>
                <c:pt idx="9388">
                  <c:v>14:13</c:v>
                </c:pt>
                <c:pt idx="9389">
                  <c:v>14:13</c:v>
                </c:pt>
                <c:pt idx="9390">
                  <c:v>14:14</c:v>
                </c:pt>
                <c:pt idx="9391">
                  <c:v>14:14</c:v>
                </c:pt>
                <c:pt idx="9392">
                  <c:v>14:14</c:v>
                </c:pt>
                <c:pt idx="9393">
                  <c:v>14:14</c:v>
                </c:pt>
                <c:pt idx="9394">
                  <c:v>14:14</c:v>
                </c:pt>
                <c:pt idx="9395">
                  <c:v>14:14</c:v>
                </c:pt>
                <c:pt idx="9396">
                  <c:v>14:14</c:v>
                </c:pt>
                <c:pt idx="9397">
                  <c:v>14:14</c:v>
                </c:pt>
                <c:pt idx="9398">
                  <c:v>14:14</c:v>
                </c:pt>
                <c:pt idx="9399">
                  <c:v>14:14</c:v>
                </c:pt>
                <c:pt idx="9400">
                  <c:v>14:14</c:v>
                </c:pt>
                <c:pt idx="9401">
                  <c:v>14:14</c:v>
                </c:pt>
                <c:pt idx="9402">
                  <c:v>14:14</c:v>
                </c:pt>
                <c:pt idx="9403">
                  <c:v>14:14</c:v>
                </c:pt>
                <c:pt idx="9404">
                  <c:v>14:14</c:v>
                </c:pt>
                <c:pt idx="9405">
                  <c:v>14:14</c:v>
                </c:pt>
                <c:pt idx="9406">
                  <c:v>14:14</c:v>
                </c:pt>
                <c:pt idx="9407">
                  <c:v>14:14</c:v>
                </c:pt>
                <c:pt idx="9408">
                  <c:v>14:14</c:v>
                </c:pt>
                <c:pt idx="9409">
                  <c:v>14:14</c:v>
                </c:pt>
                <c:pt idx="9410">
                  <c:v>14:14</c:v>
                </c:pt>
                <c:pt idx="9411">
                  <c:v>14:14</c:v>
                </c:pt>
                <c:pt idx="9412">
                  <c:v>14:14</c:v>
                </c:pt>
                <c:pt idx="9413">
                  <c:v>14:14</c:v>
                </c:pt>
                <c:pt idx="9414">
                  <c:v>14:14</c:v>
                </c:pt>
                <c:pt idx="9415">
                  <c:v>14:14</c:v>
                </c:pt>
                <c:pt idx="9416">
                  <c:v>14:14</c:v>
                </c:pt>
                <c:pt idx="9417">
                  <c:v>14:14</c:v>
                </c:pt>
                <c:pt idx="9418">
                  <c:v>14:14</c:v>
                </c:pt>
                <c:pt idx="9419">
                  <c:v>14:14</c:v>
                </c:pt>
                <c:pt idx="9420">
                  <c:v>14:15</c:v>
                </c:pt>
                <c:pt idx="9421">
                  <c:v>14:15</c:v>
                </c:pt>
                <c:pt idx="9422">
                  <c:v>14:15</c:v>
                </c:pt>
                <c:pt idx="9423">
                  <c:v>14:15</c:v>
                </c:pt>
                <c:pt idx="9424">
                  <c:v>14:15</c:v>
                </c:pt>
                <c:pt idx="9425">
                  <c:v>14:15</c:v>
                </c:pt>
                <c:pt idx="9426">
                  <c:v>14:15</c:v>
                </c:pt>
                <c:pt idx="9427">
                  <c:v>14:15</c:v>
                </c:pt>
                <c:pt idx="9428">
                  <c:v>14:15</c:v>
                </c:pt>
                <c:pt idx="9429">
                  <c:v>14:15</c:v>
                </c:pt>
                <c:pt idx="9430">
                  <c:v>14:15</c:v>
                </c:pt>
                <c:pt idx="9431">
                  <c:v>14:15</c:v>
                </c:pt>
                <c:pt idx="9432">
                  <c:v>14:15</c:v>
                </c:pt>
                <c:pt idx="9433">
                  <c:v>14:15</c:v>
                </c:pt>
                <c:pt idx="9434">
                  <c:v>14:15</c:v>
                </c:pt>
                <c:pt idx="9435">
                  <c:v>14:15</c:v>
                </c:pt>
                <c:pt idx="9436">
                  <c:v>14:15</c:v>
                </c:pt>
                <c:pt idx="9437">
                  <c:v>14:15</c:v>
                </c:pt>
                <c:pt idx="9438">
                  <c:v>14:15</c:v>
                </c:pt>
                <c:pt idx="9439">
                  <c:v>14:15</c:v>
                </c:pt>
                <c:pt idx="9440">
                  <c:v>14:15</c:v>
                </c:pt>
                <c:pt idx="9441">
                  <c:v>14:15</c:v>
                </c:pt>
                <c:pt idx="9442">
                  <c:v>14:15</c:v>
                </c:pt>
                <c:pt idx="9443">
                  <c:v>14:15</c:v>
                </c:pt>
                <c:pt idx="9444">
                  <c:v>14:15</c:v>
                </c:pt>
                <c:pt idx="9445">
                  <c:v>14:15</c:v>
                </c:pt>
                <c:pt idx="9446">
                  <c:v>14:15</c:v>
                </c:pt>
                <c:pt idx="9447">
                  <c:v>14:15</c:v>
                </c:pt>
                <c:pt idx="9448">
                  <c:v>14:15</c:v>
                </c:pt>
                <c:pt idx="9449">
                  <c:v>14:15</c:v>
                </c:pt>
                <c:pt idx="9450">
                  <c:v>14:16</c:v>
                </c:pt>
                <c:pt idx="9451">
                  <c:v>14:16</c:v>
                </c:pt>
                <c:pt idx="9452">
                  <c:v>14:16</c:v>
                </c:pt>
                <c:pt idx="9453">
                  <c:v>14:16</c:v>
                </c:pt>
                <c:pt idx="9454">
                  <c:v>14:16</c:v>
                </c:pt>
                <c:pt idx="9455">
                  <c:v>14:16</c:v>
                </c:pt>
                <c:pt idx="9456">
                  <c:v>14:16</c:v>
                </c:pt>
                <c:pt idx="9457">
                  <c:v>14:16</c:v>
                </c:pt>
                <c:pt idx="9458">
                  <c:v>14:16</c:v>
                </c:pt>
                <c:pt idx="9459">
                  <c:v>14:16</c:v>
                </c:pt>
                <c:pt idx="9460">
                  <c:v>14:16</c:v>
                </c:pt>
                <c:pt idx="9461">
                  <c:v>14:16</c:v>
                </c:pt>
                <c:pt idx="9462">
                  <c:v>14:16</c:v>
                </c:pt>
                <c:pt idx="9463">
                  <c:v>14:16</c:v>
                </c:pt>
                <c:pt idx="9464">
                  <c:v>14:16</c:v>
                </c:pt>
                <c:pt idx="9465">
                  <c:v>14:16</c:v>
                </c:pt>
                <c:pt idx="9466">
                  <c:v>14:16</c:v>
                </c:pt>
                <c:pt idx="9467">
                  <c:v>14:16</c:v>
                </c:pt>
                <c:pt idx="9468">
                  <c:v>14:16</c:v>
                </c:pt>
                <c:pt idx="9469">
                  <c:v>14:16</c:v>
                </c:pt>
                <c:pt idx="9470">
                  <c:v>14:16</c:v>
                </c:pt>
                <c:pt idx="9471">
                  <c:v>14:16</c:v>
                </c:pt>
                <c:pt idx="9472">
                  <c:v>14:16</c:v>
                </c:pt>
                <c:pt idx="9473">
                  <c:v>14:16</c:v>
                </c:pt>
                <c:pt idx="9474">
                  <c:v>14:16</c:v>
                </c:pt>
                <c:pt idx="9475">
                  <c:v>14:16</c:v>
                </c:pt>
                <c:pt idx="9476">
                  <c:v>14:16</c:v>
                </c:pt>
                <c:pt idx="9477">
                  <c:v>14:16</c:v>
                </c:pt>
                <c:pt idx="9478">
                  <c:v>14:16</c:v>
                </c:pt>
                <c:pt idx="9479">
                  <c:v>14:16</c:v>
                </c:pt>
                <c:pt idx="9480">
                  <c:v>14:17</c:v>
                </c:pt>
                <c:pt idx="9481">
                  <c:v>14:17</c:v>
                </c:pt>
                <c:pt idx="9482">
                  <c:v>14:17</c:v>
                </c:pt>
                <c:pt idx="9483">
                  <c:v>14:17</c:v>
                </c:pt>
                <c:pt idx="9484">
                  <c:v>14:17</c:v>
                </c:pt>
                <c:pt idx="9485">
                  <c:v>14:17</c:v>
                </c:pt>
                <c:pt idx="9486">
                  <c:v>14:17</c:v>
                </c:pt>
                <c:pt idx="9487">
                  <c:v>14:17</c:v>
                </c:pt>
                <c:pt idx="9488">
                  <c:v>14:17</c:v>
                </c:pt>
                <c:pt idx="9489">
                  <c:v>14:17</c:v>
                </c:pt>
                <c:pt idx="9490">
                  <c:v>14:17</c:v>
                </c:pt>
                <c:pt idx="9491">
                  <c:v>14:17</c:v>
                </c:pt>
                <c:pt idx="9492">
                  <c:v>14:17</c:v>
                </c:pt>
                <c:pt idx="9493">
                  <c:v>14:17</c:v>
                </c:pt>
                <c:pt idx="9494">
                  <c:v>14:17</c:v>
                </c:pt>
                <c:pt idx="9495">
                  <c:v>14:17</c:v>
                </c:pt>
                <c:pt idx="9496">
                  <c:v>14:17</c:v>
                </c:pt>
                <c:pt idx="9497">
                  <c:v>14:17</c:v>
                </c:pt>
                <c:pt idx="9498">
                  <c:v>14:17</c:v>
                </c:pt>
                <c:pt idx="9499">
                  <c:v>14:17</c:v>
                </c:pt>
                <c:pt idx="9500">
                  <c:v>14:17</c:v>
                </c:pt>
                <c:pt idx="9501">
                  <c:v>14:17</c:v>
                </c:pt>
                <c:pt idx="9502">
                  <c:v>14:17</c:v>
                </c:pt>
                <c:pt idx="9503">
                  <c:v>14:17</c:v>
                </c:pt>
                <c:pt idx="9504">
                  <c:v>14:17</c:v>
                </c:pt>
                <c:pt idx="9505">
                  <c:v>14:17</c:v>
                </c:pt>
                <c:pt idx="9506">
                  <c:v>14:17</c:v>
                </c:pt>
                <c:pt idx="9507">
                  <c:v>14:17</c:v>
                </c:pt>
                <c:pt idx="9508">
                  <c:v>14:17</c:v>
                </c:pt>
                <c:pt idx="9509">
                  <c:v>14:17</c:v>
                </c:pt>
                <c:pt idx="9510">
                  <c:v>14:18</c:v>
                </c:pt>
                <c:pt idx="9511">
                  <c:v>14:18</c:v>
                </c:pt>
                <c:pt idx="9512">
                  <c:v>14:18</c:v>
                </c:pt>
                <c:pt idx="9513">
                  <c:v>14:18</c:v>
                </c:pt>
                <c:pt idx="9514">
                  <c:v>14:18</c:v>
                </c:pt>
                <c:pt idx="9515">
                  <c:v>14:18</c:v>
                </c:pt>
                <c:pt idx="9516">
                  <c:v>14:18</c:v>
                </c:pt>
                <c:pt idx="9517">
                  <c:v>14:18</c:v>
                </c:pt>
                <c:pt idx="9518">
                  <c:v>14:18</c:v>
                </c:pt>
                <c:pt idx="9519">
                  <c:v>14:18</c:v>
                </c:pt>
                <c:pt idx="9520">
                  <c:v>14:18</c:v>
                </c:pt>
                <c:pt idx="9521">
                  <c:v>14:18</c:v>
                </c:pt>
                <c:pt idx="9522">
                  <c:v>14:18</c:v>
                </c:pt>
                <c:pt idx="9523">
                  <c:v>14:18</c:v>
                </c:pt>
                <c:pt idx="9524">
                  <c:v>14:18</c:v>
                </c:pt>
                <c:pt idx="9525">
                  <c:v>14:18</c:v>
                </c:pt>
                <c:pt idx="9526">
                  <c:v>14:18</c:v>
                </c:pt>
                <c:pt idx="9527">
                  <c:v>14:18</c:v>
                </c:pt>
                <c:pt idx="9528">
                  <c:v>14:18</c:v>
                </c:pt>
                <c:pt idx="9529">
                  <c:v>14:18</c:v>
                </c:pt>
                <c:pt idx="9530">
                  <c:v>14:18</c:v>
                </c:pt>
                <c:pt idx="9531">
                  <c:v>14:18</c:v>
                </c:pt>
                <c:pt idx="9532">
                  <c:v>14:18</c:v>
                </c:pt>
                <c:pt idx="9533">
                  <c:v>14:18</c:v>
                </c:pt>
                <c:pt idx="9534">
                  <c:v>14:18</c:v>
                </c:pt>
                <c:pt idx="9535">
                  <c:v>14:18</c:v>
                </c:pt>
                <c:pt idx="9536">
                  <c:v>14:18</c:v>
                </c:pt>
                <c:pt idx="9537">
                  <c:v>14:18</c:v>
                </c:pt>
                <c:pt idx="9538">
                  <c:v>14:18</c:v>
                </c:pt>
                <c:pt idx="9539">
                  <c:v>14:18</c:v>
                </c:pt>
                <c:pt idx="9540">
                  <c:v>14:19</c:v>
                </c:pt>
                <c:pt idx="9541">
                  <c:v>14:19</c:v>
                </c:pt>
                <c:pt idx="9542">
                  <c:v>14:19</c:v>
                </c:pt>
                <c:pt idx="9543">
                  <c:v>14:19</c:v>
                </c:pt>
                <c:pt idx="9544">
                  <c:v>14:19</c:v>
                </c:pt>
                <c:pt idx="9545">
                  <c:v>14:19</c:v>
                </c:pt>
                <c:pt idx="9546">
                  <c:v>14:19</c:v>
                </c:pt>
                <c:pt idx="9547">
                  <c:v>14:19</c:v>
                </c:pt>
                <c:pt idx="9548">
                  <c:v>14:19</c:v>
                </c:pt>
                <c:pt idx="9549">
                  <c:v>14:19</c:v>
                </c:pt>
                <c:pt idx="9550">
                  <c:v>14:19</c:v>
                </c:pt>
                <c:pt idx="9551">
                  <c:v>14:19</c:v>
                </c:pt>
                <c:pt idx="9552">
                  <c:v>14:19</c:v>
                </c:pt>
                <c:pt idx="9553">
                  <c:v>14:19</c:v>
                </c:pt>
                <c:pt idx="9554">
                  <c:v>14:19</c:v>
                </c:pt>
                <c:pt idx="9555">
                  <c:v>14:19</c:v>
                </c:pt>
                <c:pt idx="9556">
                  <c:v>14:19</c:v>
                </c:pt>
                <c:pt idx="9557">
                  <c:v>14:19</c:v>
                </c:pt>
                <c:pt idx="9558">
                  <c:v>14:19</c:v>
                </c:pt>
                <c:pt idx="9559">
                  <c:v>14:19</c:v>
                </c:pt>
                <c:pt idx="9560">
                  <c:v>14:19</c:v>
                </c:pt>
                <c:pt idx="9561">
                  <c:v>14:19</c:v>
                </c:pt>
                <c:pt idx="9562">
                  <c:v>14:19</c:v>
                </c:pt>
                <c:pt idx="9563">
                  <c:v>14:19</c:v>
                </c:pt>
                <c:pt idx="9564">
                  <c:v>14:19</c:v>
                </c:pt>
                <c:pt idx="9565">
                  <c:v>14:19</c:v>
                </c:pt>
                <c:pt idx="9566">
                  <c:v>14:19</c:v>
                </c:pt>
                <c:pt idx="9567">
                  <c:v>14:19</c:v>
                </c:pt>
                <c:pt idx="9568">
                  <c:v>14:19</c:v>
                </c:pt>
                <c:pt idx="9569">
                  <c:v>14:19</c:v>
                </c:pt>
                <c:pt idx="9570">
                  <c:v>14:20</c:v>
                </c:pt>
                <c:pt idx="9571">
                  <c:v>14:20</c:v>
                </c:pt>
                <c:pt idx="9572">
                  <c:v>14:20</c:v>
                </c:pt>
                <c:pt idx="9573">
                  <c:v>14:20</c:v>
                </c:pt>
                <c:pt idx="9574">
                  <c:v>14:20</c:v>
                </c:pt>
                <c:pt idx="9575">
                  <c:v>14:20</c:v>
                </c:pt>
                <c:pt idx="9576">
                  <c:v>14:20</c:v>
                </c:pt>
                <c:pt idx="9577">
                  <c:v>14:20</c:v>
                </c:pt>
                <c:pt idx="9578">
                  <c:v>14:20</c:v>
                </c:pt>
                <c:pt idx="9579">
                  <c:v>14:20</c:v>
                </c:pt>
                <c:pt idx="9580">
                  <c:v>14:20</c:v>
                </c:pt>
                <c:pt idx="9581">
                  <c:v>14:20</c:v>
                </c:pt>
                <c:pt idx="9582">
                  <c:v>14:20</c:v>
                </c:pt>
                <c:pt idx="9583">
                  <c:v>14:20</c:v>
                </c:pt>
                <c:pt idx="9584">
                  <c:v>14:20</c:v>
                </c:pt>
                <c:pt idx="9585">
                  <c:v>14:20</c:v>
                </c:pt>
                <c:pt idx="9586">
                  <c:v>14:20</c:v>
                </c:pt>
                <c:pt idx="9587">
                  <c:v>14:20</c:v>
                </c:pt>
                <c:pt idx="9588">
                  <c:v>14:20</c:v>
                </c:pt>
                <c:pt idx="9589">
                  <c:v>14:20</c:v>
                </c:pt>
                <c:pt idx="9590">
                  <c:v>14:20</c:v>
                </c:pt>
                <c:pt idx="9591">
                  <c:v>14:20</c:v>
                </c:pt>
                <c:pt idx="9592">
                  <c:v>14:20</c:v>
                </c:pt>
                <c:pt idx="9593">
                  <c:v>14:20</c:v>
                </c:pt>
                <c:pt idx="9594">
                  <c:v>14:20</c:v>
                </c:pt>
                <c:pt idx="9595">
                  <c:v>14:20</c:v>
                </c:pt>
                <c:pt idx="9596">
                  <c:v>14:20</c:v>
                </c:pt>
                <c:pt idx="9597">
                  <c:v>14:20</c:v>
                </c:pt>
                <c:pt idx="9598">
                  <c:v>14:20</c:v>
                </c:pt>
                <c:pt idx="9599">
                  <c:v>14:20</c:v>
                </c:pt>
                <c:pt idx="9600">
                  <c:v>14:21</c:v>
                </c:pt>
                <c:pt idx="9601">
                  <c:v>14:21</c:v>
                </c:pt>
                <c:pt idx="9602">
                  <c:v>14:21</c:v>
                </c:pt>
                <c:pt idx="9603">
                  <c:v>14:21</c:v>
                </c:pt>
                <c:pt idx="9604">
                  <c:v>14:21</c:v>
                </c:pt>
                <c:pt idx="9605">
                  <c:v>14:21</c:v>
                </c:pt>
                <c:pt idx="9606">
                  <c:v>14:21</c:v>
                </c:pt>
                <c:pt idx="9607">
                  <c:v>14:21</c:v>
                </c:pt>
                <c:pt idx="9608">
                  <c:v>14:21</c:v>
                </c:pt>
                <c:pt idx="9609">
                  <c:v>14:21</c:v>
                </c:pt>
                <c:pt idx="9610">
                  <c:v>14:21</c:v>
                </c:pt>
                <c:pt idx="9611">
                  <c:v>14:21</c:v>
                </c:pt>
                <c:pt idx="9612">
                  <c:v>14:21</c:v>
                </c:pt>
                <c:pt idx="9613">
                  <c:v>14:21</c:v>
                </c:pt>
                <c:pt idx="9614">
                  <c:v>14:21</c:v>
                </c:pt>
                <c:pt idx="9615">
                  <c:v>14:21</c:v>
                </c:pt>
                <c:pt idx="9616">
                  <c:v>14:21</c:v>
                </c:pt>
                <c:pt idx="9617">
                  <c:v>14:21</c:v>
                </c:pt>
                <c:pt idx="9618">
                  <c:v>14:21</c:v>
                </c:pt>
                <c:pt idx="9619">
                  <c:v>14:21</c:v>
                </c:pt>
                <c:pt idx="9620">
                  <c:v>14:21</c:v>
                </c:pt>
                <c:pt idx="9621">
                  <c:v>14:21</c:v>
                </c:pt>
                <c:pt idx="9622">
                  <c:v>14:21</c:v>
                </c:pt>
                <c:pt idx="9623">
                  <c:v>14:21</c:v>
                </c:pt>
                <c:pt idx="9624">
                  <c:v>14:21</c:v>
                </c:pt>
                <c:pt idx="9625">
                  <c:v>14:21</c:v>
                </c:pt>
                <c:pt idx="9626">
                  <c:v>14:21</c:v>
                </c:pt>
                <c:pt idx="9627">
                  <c:v>14:21</c:v>
                </c:pt>
                <c:pt idx="9628">
                  <c:v>14:21</c:v>
                </c:pt>
                <c:pt idx="9629">
                  <c:v>14:21</c:v>
                </c:pt>
                <c:pt idx="9630">
                  <c:v>14:22</c:v>
                </c:pt>
                <c:pt idx="9631">
                  <c:v>14:22</c:v>
                </c:pt>
                <c:pt idx="9632">
                  <c:v>14:22</c:v>
                </c:pt>
                <c:pt idx="9633">
                  <c:v>14:22</c:v>
                </c:pt>
                <c:pt idx="9634">
                  <c:v>14:22</c:v>
                </c:pt>
                <c:pt idx="9635">
                  <c:v>14:22</c:v>
                </c:pt>
                <c:pt idx="9636">
                  <c:v>14:22</c:v>
                </c:pt>
                <c:pt idx="9637">
                  <c:v>14:22</c:v>
                </c:pt>
                <c:pt idx="9638">
                  <c:v>14:22</c:v>
                </c:pt>
                <c:pt idx="9639">
                  <c:v>14:22</c:v>
                </c:pt>
                <c:pt idx="9640">
                  <c:v>14:22</c:v>
                </c:pt>
                <c:pt idx="9641">
                  <c:v>14:22</c:v>
                </c:pt>
                <c:pt idx="9642">
                  <c:v>14:22</c:v>
                </c:pt>
                <c:pt idx="9643">
                  <c:v>14:22</c:v>
                </c:pt>
                <c:pt idx="9644">
                  <c:v>14:22</c:v>
                </c:pt>
                <c:pt idx="9645">
                  <c:v>14:22</c:v>
                </c:pt>
                <c:pt idx="9646">
                  <c:v>14:22</c:v>
                </c:pt>
                <c:pt idx="9647">
                  <c:v>14:22</c:v>
                </c:pt>
                <c:pt idx="9648">
                  <c:v>14:22</c:v>
                </c:pt>
                <c:pt idx="9649">
                  <c:v>14:22</c:v>
                </c:pt>
                <c:pt idx="9650">
                  <c:v>14:22</c:v>
                </c:pt>
                <c:pt idx="9651">
                  <c:v>14:22</c:v>
                </c:pt>
                <c:pt idx="9652">
                  <c:v>14:22</c:v>
                </c:pt>
                <c:pt idx="9653">
                  <c:v>14:22</c:v>
                </c:pt>
                <c:pt idx="9654">
                  <c:v>14:22</c:v>
                </c:pt>
                <c:pt idx="9655">
                  <c:v>14:22</c:v>
                </c:pt>
                <c:pt idx="9656">
                  <c:v>14:22</c:v>
                </c:pt>
                <c:pt idx="9657">
                  <c:v>14:22</c:v>
                </c:pt>
                <c:pt idx="9658">
                  <c:v>14:22</c:v>
                </c:pt>
                <c:pt idx="9659">
                  <c:v>14:22</c:v>
                </c:pt>
                <c:pt idx="9660">
                  <c:v>14:23</c:v>
                </c:pt>
                <c:pt idx="9661">
                  <c:v>14:23</c:v>
                </c:pt>
                <c:pt idx="9662">
                  <c:v>14:23</c:v>
                </c:pt>
                <c:pt idx="9663">
                  <c:v>14:23</c:v>
                </c:pt>
                <c:pt idx="9664">
                  <c:v>14:23</c:v>
                </c:pt>
                <c:pt idx="9665">
                  <c:v>14:23</c:v>
                </c:pt>
                <c:pt idx="9666">
                  <c:v>14:23</c:v>
                </c:pt>
                <c:pt idx="9667">
                  <c:v>14:23</c:v>
                </c:pt>
                <c:pt idx="9668">
                  <c:v>14:23</c:v>
                </c:pt>
                <c:pt idx="9669">
                  <c:v>14:23</c:v>
                </c:pt>
                <c:pt idx="9670">
                  <c:v>14:23</c:v>
                </c:pt>
                <c:pt idx="9671">
                  <c:v>14:23</c:v>
                </c:pt>
                <c:pt idx="9672">
                  <c:v>14:23</c:v>
                </c:pt>
                <c:pt idx="9673">
                  <c:v>14:23</c:v>
                </c:pt>
                <c:pt idx="9674">
                  <c:v>14:23</c:v>
                </c:pt>
                <c:pt idx="9675">
                  <c:v>14:23</c:v>
                </c:pt>
                <c:pt idx="9676">
                  <c:v>14:23</c:v>
                </c:pt>
                <c:pt idx="9677">
                  <c:v>14:23</c:v>
                </c:pt>
                <c:pt idx="9678">
                  <c:v>14:23</c:v>
                </c:pt>
                <c:pt idx="9679">
                  <c:v>14:23</c:v>
                </c:pt>
                <c:pt idx="9680">
                  <c:v>14:23</c:v>
                </c:pt>
                <c:pt idx="9681">
                  <c:v>14:23</c:v>
                </c:pt>
                <c:pt idx="9682">
                  <c:v>14:23</c:v>
                </c:pt>
                <c:pt idx="9683">
                  <c:v>14:23</c:v>
                </c:pt>
                <c:pt idx="9684">
                  <c:v>14:23</c:v>
                </c:pt>
                <c:pt idx="9685">
                  <c:v>14:23</c:v>
                </c:pt>
                <c:pt idx="9686">
                  <c:v>14:23</c:v>
                </c:pt>
                <c:pt idx="9687">
                  <c:v>14:23</c:v>
                </c:pt>
                <c:pt idx="9688">
                  <c:v>14:23</c:v>
                </c:pt>
                <c:pt idx="9689">
                  <c:v>14:23</c:v>
                </c:pt>
                <c:pt idx="9690">
                  <c:v>14:24</c:v>
                </c:pt>
                <c:pt idx="9691">
                  <c:v>14:24</c:v>
                </c:pt>
                <c:pt idx="9692">
                  <c:v>14:24</c:v>
                </c:pt>
                <c:pt idx="9693">
                  <c:v>14:24</c:v>
                </c:pt>
                <c:pt idx="9694">
                  <c:v>14:24</c:v>
                </c:pt>
                <c:pt idx="9695">
                  <c:v>14:24</c:v>
                </c:pt>
                <c:pt idx="9696">
                  <c:v>14:24</c:v>
                </c:pt>
                <c:pt idx="9697">
                  <c:v>14:24</c:v>
                </c:pt>
                <c:pt idx="9698">
                  <c:v>14:24</c:v>
                </c:pt>
                <c:pt idx="9699">
                  <c:v>14:24</c:v>
                </c:pt>
                <c:pt idx="9700">
                  <c:v>14:24</c:v>
                </c:pt>
                <c:pt idx="9701">
                  <c:v>14:24</c:v>
                </c:pt>
                <c:pt idx="9702">
                  <c:v>14:24</c:v>
                </c:pt>
                <c:pt idx="9703">
                  <c:v>14:24</c:v>
                </c:pt>
                <c:pt idx="9704">
                  <c:v>14:24</c:v>
                </c:pt>
                <c:pt idx="9705">
                  <c:v>14:24</c:v>
                </c:pt>
                <c:pt idx="9706">
                  <c:v>14:24</c:v>
                </c:pt>
                <c:pt idx="9707">
                  <c:v>14:24</c:v>
                </c:pt>
                <c:pt idx="9708">
                  <c:v>14:24</c:v>
                </c:pt>
                <c:pt idx="9709">
                  <c:v>14:24</c:v>
                </c:pt>
                <c:pt idx="9710">
                  <c:v>14:24</c:v>
                </c:pt>
                <c:pt idx="9711">
                  <c:v>14:24</c:v>
                </c:pt>
                <c:pt idx="9712">
                  <c:v>14:24</c:v>
                </c:pt>
                <c:pt idx="9713">
                  <c:v>14:24</c:v>
                </c:pt>
                <c:pt idx="9714">
                  <c:v>14:24</c:v>
                </c:pt>
                <c:pt idx="9715">
                  <c:v>14:24</c:v>
                </c:pt>
                <c:pt idx="9716">
                  <c:v>14:24</c:v>
                </c:pt>
                <c:pt idx="9717">
                  <c:v>14:24</c:v>
                </c:pt>
                <c:pt idx="9718">
                  <c:v>14:24</c:v>
                </c:pt>
                <c:pt idx="9719">
                  <c:v>14:24</c:v>
                </c:pt>
                <c:pt idx="9720">
                  <c:v>14:25</c:v>
                </c:pt>
                <c:pt idx="9721">
                  <c:v>14:25</c:v>
                </c:pt>
                <c:pt idx="9722">
                  <c:v>14:25</c:v>
                </c:pt>
                <c:pt idx="9723">
                  <c:v>14:25</c:v>
                </c:pt>
                <c:pt idx="9724">
                  <c:v>14:25</c:v>
                </c:pt>
                <c:pt idx="9725">
                  <c:v>14:25</c:v>
                </c:pt>
                <c:pt idx="9726">
                  <c:v>14:25</c:v>
                </c:pt>
                <c:pt idx="9727">
                  <c:v>14:25</c:v>
                </c:pt>
                <c:pt idx="9728">
                  <c:v>14:25</c:v>
                </c:pt>
                <c:pt idx="9729">
                  <c:v>14:25</c:v>
                </c:pt>
                <c:pt idx="9730">
                  <c:v>14:25</c:v>
                </c:pt>
                <c:pt idx="9731">
                  <c:v>14:25</c:v>
                </c:pt>
                <c:pt idx="9732">
                  <c:v>14:25</c:v>
                </c:pt>
                <c:pt idx="9733">
                  <c:v>14:25</c:v>
                </c:pt>
                <c:pt idx="9734">
                  <c:v>14:25</c:v>
                </c:pt>
                <c:pt idx="9735">
                  <c:v>14:25</c:v>
                </c:pt>
                <c:pt idx="9736">
                  <c:v>14:25</c:v>
                </c:pt>
                <c:pt idx="9737">
                  <c:v>14:25</c:v>
                </c:pt>
                <c:pt idx="9738">
                  <c:v>14:25</c:v>
                </c:pt>
                <c:pt idx="9739">
                  <c:v>14:25</c:v>
                </c:pt>
                <c:pt idx="9740">
                  <c:v>14:25</c:v>
                </c:pt>
                <c:pt idx="9741">
                  <c:v>14:25</c:v>
                </c:pt>
                <c:pt idx="9742">
                  <c:v>14:25</c:v>
                </c:pt>
                <c:pt idx="9743">
                  <c:v>14:25</c:v>
                </c:pt>
                <c:pt idx="9744">
                  <c:v>14:25</c:v>
                </c:pt>
                <c:pt idx="9745">
                  <c:v>14:25</c:v>
                </c:pt>
                <c:pt idx="9746">
                  <c:v>14:25</c:v>
                </c:pt>
                <c:pt idx="9747">
                  <c:v>14:25</c:v>
                </c:pt>
                <c:pt idx="9748">
                  <c:v>14:25</c:v>
                </c:pt>
                <c:pt idx="9749">
                  <c:v>14:25</c:v>
                </c:pt>
                <c:pt idx="9750">
                  <c:v>14:26</c:v>
                </c:pt>
                <c:pt idx="9751">
                  <c:v>14:26</c:v>
                </c:pt>
                <c:pt idx="9752">
                  <c:v>14:26</c:v>
                </c:pt>
                <c:pt idx="9753">
                  <c:v>14:26</c:v>
                </c:pt>
                <c:pt idx="9754">
                  <c:v>14:26</c:v>
                </c:pt>
                <c:pt idx="9755">
                  <c:v>14:26</c:v>
                </c:pt>
                <c:pt idx="9756">
                  <c:v>14:26</c:v>
                </c:pt>
                <c:pt idx="9757">
                  <c:v>14:26</c:v>
                </c:pt>
                <c:pt idx="9758">
                  <c:v>14:26</c:v>
                </c:pt>
                <c:pt idx="9759">
                  <c:v>14:26</c:v>
                </c:pt>
                <c:pt idx="9760">
                  <c:v>14:26</c:v>
                </c:pt>
                <c:pt idx="9761">
                  <c:v>14:26</c:v>
                </c:pt>
                <c:pt idx="9762">
                  <c:v>14:26</c:v>
                </c:pt>
                <c:pt idx="9763">
                  <c:v>14:26</c:v>
                </c:pt>
                <c:pt idx="9764">
                  <c:v>14:26</c:v>
                </c:pt>
                <c:pt idx="9765">
                  <c:v>14:26</c:v>
                </c:pt>
                <c:pt idx="9766">
                  <c:v>14:26</c:v>
                </c:pt>
                <c:pt idx="9767">
                  <c:v>14:26</c:v>
                </c:pt>
                <c:pt idx="9768">
                  <c:v>14:26</c:v>
                </c:pt>
                <c:pt idx="9769">
                  <c:v>14:26</c:v>
                </c:pt>
                <c:pt idx="9770">
                  <c:v>14:26</c:v>
                </c:pt>
                <c:pt idx="9771">
                  <c:v>14:26</c:v>
                </c:pt>
                <c:pt idx="9772">
                  <c:v>14:26</c:v>
                </c:pt>
                <c:pt idx="9773">
                  <c:v>14:26</c:v>
                </c:pt>
                <c:pt idx="9774">
                  <c:v>14:26</c:v>
                </c:pt>
                <c:pt idx="9775">
                  <c:v>14:26</c:v>
                </c:pt>
                <c:pt idx="9776">
                  <c:v>14:26</c:v>
                </c:pt>
                <c:pt idx="9777">
                  <c:v>14:26</c:v>
                </c:pt>
                <c:pt idx="9778">
                  <c:v>14:26</c:v>
                </c:pt>
                <c:pt idx="9779">
                  <c:v>14:26</c:v>
                </c:pt>
                <c:pt idx="9780">
                  <c:v>14:27</c:v>
                </c:pt>
                <c:pt idx="9781">
                  <c:v>14:27</c:v>
                </c:pt>
                <c:pt idx="9782">
                  <c:v>14:27</c:v>
                </c:pt>
                <c:pt idx="9783">
                  <c:v>14:27</c:v>
                </c:pt>
                <c:pt idx="9784">
                  <c:v>14:27</c:v>
                </c:pt>
                <c:pt idx="9785">
                  <c:v>14:27</c:v>
                </c:pt>
                <c:pt idx="9786">
                  <c:v>14:27</c:v>
                </c:pt>
                <c:pt idx="9787">
                  <c:v>14:27</c:v>
                </c:pt>
                <c:pt idx="9788">
                  <c:v>14:27</c:v>
                </c:pt>
                <c:pt idx="9789">
                  <c:v>14:27</c:v>
                </c:pt>
                <c:pt idx="9790">
                  <c:v>14:27</c:v>
                </c:pt>
                <c:pt idx="9791">
                  <c:v>14:27</c:v>
                </c:pt>
                <c:pt idx="9792">
                  <c:v>14:27</c:v>
                </c:pt>
                <c:pt idx="9793">
                  <c:v>14:27</c:v>
                </c:pt>
                <c:pt idx="9794">
                  <c:v>14:27</c:v>
                </c:pt>
                <c:pt idx="9795">
                  <c:v>14:27</c:v>
                </c:pt>
                <c:pt idx="9796">
                  <c:v>14:27</c:v>
                </c:pt>
                <c:pt idx="9797">
                  <c:v>14:27</c:v>
                </c:pt>
                <c:pt idx="9798">
                  <c:v>14:27</c:v>
                </c:pt>
                <c:pt idx="9799">
                  <c:v>14:27</c:v>
                </c:pt>
                <c:pt idx="9800">
                  <c:v>14:27</c:v>
                </c:pt>
                <c:pt idx="9801">
                  <c:v>14:27</c:v>
                </c:pt>
                <c:pt idx="9802">
                  <c:v>14:27</c:v>
                </c:pt>
                <c:pt idx="9803">
                  <c:v>14:27</c:v>
                </c:pt>
                <c:pt idx="9804">
                  <c:v>14:27</c:v>
                </c:pt>
                <c:pt idx="9805">
                  <c:v>14:27</c:v>
                </c:pt>
                <c:pt idx="9806">
                  <c:v>14:27</c:v>
                </c:pt>
                <c:pt idx="9807">
                  <c:v>14:27</c:v>
                </c:pt>
                <c:pt idx="9808">
                  <c:v>14:27</c:v>
                </c:pt>
                <c:pt idx="9809">
                  <c:v>14:27</c:v>
                </c:pt>
                <c:pt idx="9810">
                  <c:v>14:28</c:v>
                </c:pt>
                <c:pt idx="9811">
                  <c:v>14:28</c:v>
                </c:pt>
                <c:pt idx="9812">
                  <c:v>14:28</c:v>
                </c:pt>
                <c:pt idx="9813">
                  <c:v>14:28</c:v>
                </c:pt>
                <c:pt idx="9814">
                  <c:v>14:28</c:v>
                </c:pt>
                <c:pt idx="9815">
                  <c:v>14:28</c:v>
                </c:pt>
                <c:pt idx="9816">
                  <c:v>14:28</c:v>
                </c:pt>
                <c:pt idx="9817">
                  <c:v>14:28</c:v>
                </c:pt>
                <c:pt idx="9818">
                  <c:v>14:28</c:v>
                </c:pt>
                <c:pt idx="9819">
                  <c:v>14:28</c:v>
                </c:pt>
                <c:pt idx="9820">
                  <c:v>14:28</c:v>
                </c:pt>
                <c:pt idx="9821">
                  <c:v>14:28</c:v>
                </c:pt>
                <c:pt idx="9822">
                  <c:v>14:28</c:v>
                </c:pt>
                <c:pt idx="9823">
                  <c:v>14:28</c:v>
                </c:pt>
                <c:pt idx="9824">
                  <c:v>14:28</c:v>
                </c:pt>
                <c:pt idx="9825">
                  <c:v>14:28</c:v>
                </c:pt>
                <c:pt idx="9826">
                  <c:v>14:28</c:v>
                </c:pt>
                <c:pt idx="9827">
                  <c:v>14:28</c:v>
                </c:pt>
                <c:pt idx="9828">
                  <c:v>14:28</c:v>
                </c:pt>
                <c:pt idx="9829">
                  <c:v>14:28</c:v>
                </c:pt>
                <c:pt idx="9830">
                  <c:v>14:28</c:v>
                </c:pt>
                <c:pt idx="9831">
                  <c:v>14:28</c:v>
                </c:pt>
                <c:pt idx="9832">
                  <c:v>14:28</c:v>
                </c:pt>
                <c:pt idx="9833">
                  <c:v>14:28</c:v>
                </c:pt>
                <c:pt idx="9834">
                  <c:v>14:28</c:v>
                </c:pt>
                <c:pt idx="9835">
                  <c:v>14:28</c:v>
                </c:pt>
                <c:pt idx="9836">
                  <c:v>14:28</c:v>
                </c:pt>
                <c:pt idx="9837">
                  <c:v>14:28</c:v>
                </c:pt>
                <c:pt idx="9838">
                  <c:v>14:28</c:v>
                </c:pt>
                <c:pt idx="9839">
                  <c:v>14:28</c:v>
                </c:pt>
                <c:pt idx="9840">
                  <c:v>14:29</c:v>
                </c:pt>
                <c:pt idx="9841">
                  <c:v>14:29</c:v>
                </c:pt>
                <c:pt idx="9842">
                  <c:v>14:29</c:v>
                </c:pt>
                <c:pt idx="9843">
                  <c:v>14:29</c:v>
                </c:pt>
                <c:pt idx="9844">
                  <c:v>14:29</c:v>
                </c:pt>
                <c:pt idx="9845">
                  <c:v>14:29</c:v>
                </c:pt>
                <c:pt idx="9846">
                  <c:v>14:29</c:v>
                </c:pt>
                <c:pt idx="9847">
                  <c:v>14:29</c:v>
                </c:pt>
                <c:pt idx="9848">
                  <c:v>14:29</c:v>
                </c:pt>
                <c:pt idx="9849">
                  <c:v>14:29</c:v>
                </c:pt>
                <c:pt idx="9850">
                  <c:v>14:29</c:v>
                </c:pt>
                <c:pt idx="9851">
                  <c:v>14:29</c:v>
                </c:pt>
                <c:pt idx="9852">
                  <c:v>14:29</c:v>
                </c:pt>
                <c:pt idx="9853">
                  <c:v>14:29</c:v>
                </c:pt>
                <c:pt idx="9854">
                  <c:v>14:29</c:v>
                </c:pt>
                <c:pt idx="9855">
                  <c:v>14:29</c:v>
                </c:pt>
                <c:pt idx="9856">
                  <c:v>14:29</c:v>
                </c:pt>
                <c:pt idx="9857">
                  <c:v>14:29</c:v>
                </c:pt>
                <c:pt idx="9858">
                  <c:v>14:29</c:v>
                </c:pt>
                <c:pt idx="9859">
                  <c:v>14:29</c:v>
                </c:pt>
                <c:pt idx="9860">
                  <c:v>14:29</c:v>
                </c:pt>
                <c:pt idx="9861">
                  <c:v>14:29</c:v>
                </c:pt>
                <c:pt idx="9862">
                  <c:v>14:29</c:v>
                </c:pt>
                <c:pt idx="9863">
                  <c:v>14:29</c:v>
                </c:pt>
                <c:pt idx="9864">
                  <c:v>14:29</c:v>
                </c:pt>
                <c:pt idx="9865">
                  <c:v>14:29</c:v>
                </c:pt>
                <c:pt idx="9866">
                  <c:v>14:29</c:v>
                </c:pt>
                <c:pt idx="9867">
                  <c:v>14:29</c:v>
                </c:pt>
                <c:pt idx="9868">
                  <c:v>14:29</c:v>
                </c:pt>
                <c:pt idx="9869">
                  <c:v>14:29</c:v>
                </c:pt>
                <c:pt idx="9870">
                  <c:v>14:30</c:v>
                </c:pt>
                <c:pt idx="9871">
                  <c:v>14:30</c:v>
                </c:pt>
                <c:pt idx="9872">
                  <c:v>14:30</c:v>
                </c:pt>
                <c:pt idx="9873">
                  <c:v>14:30</c:v>
                </c:pt>
                <c:pt idx="9874">
                  <c:v>14:30</c:v>
                </c:pt>
                <c:pt idx="9875">
                  <c:v>14:30</c:v>
                </c:pt>
                <c:pt idx="9876">
                  <c:v>14:30</c:v>
                </c:pt>
                <c:pt idx="9877">
                  <c:v>14:30</c:v>
                </c:pt>
                <c:pt idx="9878">
                  <c:v>14:30</c:v>
                </c:pt>
                <c:pt idx="9879">
                  <c:v>14:30</c:v>
                </c:pt>
                <c:pt idx="9880">
                  <c:v>14:30</c:v>
                </c:pt>
                <c:pt idx="9881">
                  <c:v>14:30</c:v>
                </c:pt>
                <c:pt idx="9882">
                  <c:v>14:30</c:v>
                </c:pt>
                <c:pt idx="9883">
                  <c:v>14:30</c:v>
                </c:pt>
                <c:pt idx="9884">
                  <c:v>14:30</c:v>
                </c:pt>
                <c:pt idx="9885">
                  <c:v>14:30</c:v>
                </c:pt>
                <c:pt idx="9886">
                  <c:v>14:30</c:v>
                </c:pt>
                <c:pt idx="9887">
                  <c:v>14:30</c:v>
                </c:pt>
                <c:pt idx="9888">
                  <c:v>14:30</c:v>
                </c:pt>
                <c:pt idx="9889">
                  <c:v>14:30</c:v>
                </c:pt>
                <c:pt idx="9890">
                  <c:v>14:30</c:v>
                </c:pt>
                <c:pt idx="9891">
                  <c:v>14:30</c:v>
                </c:pt>
                <c:pt idx="9892">
                  <c:v>14:30</c:v>
                </c:pt>
                <c:pt idx="9893">
                  <c:v>14:30</c:v>
                </c:pt>
                <c:pt idx="9894">
                  <c:v>14:30</c:v>
                </c:pt>
                <c:pt idx="9895">
                  <c:v>14:30</c:v>
                </c:pt>
                <c:pt idx="9896">
                  <c:v>14:30</c:v>
                </c:pt>
                <c:pt idx="9897">
                  <c:v>14:30</c:v>
                </c:pt>
                <c:pt idx="9898">
                  <c:v>14:30</c:v>
                </c:pt>
                <c:pt idx="9899">
                  <c:v>14:30</c:v>
                </c:pt>
                <c:pt idx="9900">
                  <c:v>14:31</c:v>
                </c:pt>
                <c:pt idx="9901">
                  <c:v>14:31</c:v>
                </c:pt>
                <c:pt idx="9902">
                  <c:v>14:31</c:v>
                </c:pt>
                <c:pt idx="9903">
                  <c:v>14:31</c:v>
                </c:pt>
                <c:pt idx="9904">
                  <c:v>14:31</c:v>
                </c:pt>
                <c:pt idx="9905">
                  <c:v>14:31</c:v>
                </c:pt>
                <c:pt idx="9906">
                  <c:v>14:31</c:v>
                </c:pt>
                <c:pt idx="9907">
                  <c:v>14:31</c:v>
                </c:pt>
                <c:pt idx="9908">
                  <c:v>14:31</c:v>
                </c:pt>
                <c:pt idx="9909">
                  <c:v>14:31</c:v>
                </c:pt>
                <c:pt idx="9910">
                  <c:v>14:31</c:v>
                </c:pt>
                <c:pt idx="9911">
                  <c:v>14:31</c:v>
                </c:pt>
                <c:pt idx="9912">
                  <c:v>14:31</c:v>
                </c:pt>
                <c:pt idx="9913">
                  <c:v>14:31</c:v>
                </c:pt>
                <c:pt idx="9914">
                  <c:v>14:31</c:v>
                </c:pt>
                <c:pt idx="9915">
                  <c:v>14:31</c:v>
                </c:pt>
                <c:pt idx="9916">
                  <c:v>14:31</c:v>
                </c:pt>
                <c:pt idx="9917">
                  <c:v>14:31</c:v>
                </c:pt>
                <c:pt idx="9918">
                  <c:v>14:31</c:v>
                </c:pt>
                <c:pt idx="9919">
                  <c:v>14:31</c:v>
                </c:pt>
                <c:pt idx="9920">
                  <c:v>14:31</c:v>
                </c:pt>
                <c:pt idx="9921">
                  <c:v>14:31</c:v>
                </c:pt>
                <c:pt idx="9922">
                  <c:v>14:31</c:v>
                </c:pt>
                <c:pt idx="9923">
                  <c:v>14:31</c:v>
                </c:pt>
                <c:pt idx="9924">
                  <c:v>14:31</c:v>
                </c:pt>
                <c:pt idx="9925">
                  <c:v>14:31</c:v>
                </c:pt>
                <c:pt idx="9926">
                  <c:v>14:31</c:v>
                </c:pt>
                <c:pt idx="9927">
                  <c:v>14:31</c:v>
                </c:pt>
                <c:pt idx="9928">
                  <c:v>14:31</c:v>
                </c:pt>
                <c:pt idx="9929">
                  <c:v>14:31</c:v>
                </c:pt>
                <c:pt idx="9930">
                  <c:v>14:32</c:v>
                </c:pt>
                <c:pt idx="9931">
                  <c:v>14:32</c:v>
                </c:pt>
                <c:pt idx="9932">
                  <c:v>14:32</c:v>
                </c:pt>
                <c:pt idx="9933">
                  <c:v>14:32</c:v>
                </c:pt>
                <c:pt idx="9934">
                  <c:v>14:32</c:v>
                </c:pt>
                <c:pt idx="9935">
                  <c:v>14:32</c:v>
                </c:pt>
                <c:pt idx="9936">
                  <c:v>14:32</c:v>
                </c:pt>
                <c:pt idx="9937">
                  <c:v>14:32</c:v>
                </c:pt>
                <c:pt idx="9938">
                  <c:v>14:32</c:v>
                </c:pt>
                <c:pt idx="9939">
                  <c:v>14:32</c:v>
                </c:pt>
                <c:pt idx="9940">
                  <c:v>14:32</c:v>
                </c:pt>
                <c:pt idx="9941">
                  <c:v>14:32</c:v>
                </c:pt>
                <c:pt idx="9942">
                  <c:v>14:32</c:v>
                </c:pt>
                <c:pt idx="9943">
                  <c:v>14:32</c:v>
                </c:pt>
                <c:pt idx="9944">
                  <c:v>14:32</c:v>
                </c:pt>
                <c:pt idx="9945">
                  <c:v>14:32</c:v>
                </c:pt>
                <c:pt idx="9946">
                  <c:v>14:32</c:v>
                </c:pt>
                <c:pt idx="9947">
                  <c:v>14:32</c:v>
                </c:pt>
                <c:pt idx="9948">
                  <c:v>14:32</c:v>
                </c:pt>
                <c:pt idx="9949">
                  <c:v>14:32</c:v>
                </c:pt>
                <c:pt idx="9950">
                  <c:v>14:32</c:v>
                </c:pt>
                <c:pt idx="9951">
                  <c:v>14:32</c:v>
                </c:pt>
                <c:pt idx="9952">
                  <c:v>14:32</c:v>
                </c:pt>
                <c:pt idx="9953">
                  <c:v>14:32</c:v>
                </c:pt>
                <c:pt idx="9954">
                  <c:v>14:32</c:v>
                </c:pt>
                <c:pt idx="9955">
                  <c:v>14:32</c:v>
                </c:pt>
                <c:pt idx="9956">
                  <c:v>14:32</c:v>
                </c:pt>
                <c:pt idx="9957">
                  <c:v>14:32</c:v>
                </c:pt>
                <c:pt idx="9958">
                  <c:v>14:32</c:v>
                </c:pt>
                <c:pt idx="9959">
                  <c:v>14:32</c:v>
                </c:pt>
                <c:pt idx="9960">
                  <c:v>14:33</c:v>
                </c:pt>
                <c:pt idx="9961">
                  <c:v>14:33</c:v>
                </c:pt>
                <c:pt idx="9962">
                  <c:v>14:33</c:v>
                </c:pt>
                <c:pt idx="9963">
                  <c:v>14:33</c:v>
                </c:pt>
                <c:pt idx="9964">
                  <c:v>14:33</c:v>
                </c:pt>
                <c:pt idx="9965">
                  <c:v>14:33</c:v>
                </c:pt>
                <c:pt idx="9966">
                  <c:v>14:33</c:v>
                </c:pt>
                <c:pt idx="9967">
                  <c:v>14:33</c:v>
                </c:pt>
                <c:pt idx="9968">
                  <c:v>14:33</c:v>
                </c:pt>
                <c:pt idx="9969">
                  <c:v>14:33</c:v>
                </c:pt>
                <c:pt idx="9970">
                  <c:v>14:33</c:v>
                </c:pt>
                <c:pt idx="9971">
                  <c:v>14:33</c:v>
                </c:pt>
                <c:pt idx="9972">
                  <c:v>14:33</c:v>
                </c:pt>
                <c:pt idx="9973">
                  <c:v>14:33</c:v>
                </c:pt>
                <c:pt idx="9974">
                  <c:v>14:33</c:v>
                </c:pt>
                <c:pt idx="9975">
                  <c:v>14:33</c:v>
                </c:pt>
                <c:pt idx="9976">
                  <c:v>14:33</c:v>
                </c:pt>
                <c:pt idx="9977">
                  <c:v>14:33</c:v>
                </c:pt>
                <c:pt idx="9978">
                  <c:v>14:33</c:v>
                </c:pt>
                <c:pt idx="9979">
                  <c:v>14:33</c:v>
                </c:pt>
                <c:pt idx="9980">
                  <c:v>14:33</c:v>
                </c:pt>
                <c:pt idx="9981">
                  <c:v>14:33</c:v>
                </c:pt>
                <c:pt idx="9982">
                  <c:v>14:33</c:v>
                </c:pt>
                <c:pt idx="9983">
                  <c:v>14:33</c:v>
                </c:pt>
                <c:pt idx="9984">
                  <c:v>14:33</c:v>
                </c:pt>
                <c:pt idx="9985">
                  <c:v>14:33</c:v>
                </c:pt>
                <c:pt idx="9986">
                  <c:v>14:33</c:v>
                </c:pt>
                <c:pt idx="9987">
                  <c:v>14:33</c:v>
                </c:pt>
                <c:pt idx="9988">
                  <c:v>14:33</c:v>
                </c:pt>
                <c:pt idx="9989">
                  <c:v>14:33</c:v>
                </c:pt>
                <c:pt idx="9990">
                  <c:v>14:34</c:v>
                </c:pt>
                <c:pt idx="9991">
                  <c:v>14:34</c:v>
                </c:pt>
                <c:pt idx="9992">
                  <c:v>14:34</c:v>
                </c:pt>
                <c:pt idx="9993">
                  <c:v>14:34</c:v>
                </c:pt>
                <c:pt idx="9994">
                  <c:v>14:34</c:v>
                </c:pt>
                <c:pt idx="9995">
                  <c:v>14:34</c:v>
                </c:pt>
                <c:pt idx="9996">
                  <c:v>14:34</c:v>
                </c:pt>
                <c:pt idx="9997">
                  <c:v>14:34</c:v>
                </c:pt>
                <c:pt idx="9998">
                  <c:v>14:34</c:v>
                </c:pt>
                <c:pt idx="9999">
                  <c:v>14:34</c:v>
                </c:pt>
                <c:pt idx="10000">
                  <c:v>14:34</c:v>
                </c:pt>
                <c:pt idx="10001">
                  <c:v>14:34</c:v>
                </c:pt>
                <c:pt idx="10002">
                  <c:v>14:34</c:v>
                </c:pt>
                <c:pt idx="10003">
                  <c:v>14:34</c:v>
                </c:pt>
                <c:pt idx="10004">
                  <c:v>14:34</c:v>
                </c:pt>
                <c:pt idx="10005">
                  <c:v>14:34</c:v>
                </c:pt>
                <c:pt idx="10006">
                  <c:v>14:34</c:v>
                </c:pt>
                <c:pt idx="10007">
                  <c:v>14:34</c:v>
                </c:pt>
                <c:pt idx="10008">
                  <c:v>14:34</c:v>
                </c:pt>
                <c:pt idx="10009">
                  <c:v>14:34</c:v>
                </c:pt>
                <c:pt idx="10010">
                  <c:v>14:34</c:v>
                </c:pt>
                <c:pt idx="10011">
                  <c:v>14:34</c:v>
                </c:pt>
                <c:pt idx="10012">
                  <c:v>14:34</c:v>
                </c:pt>
                <c:pt idx="10013">
                  <c:v>14:34</c:v>
                </c:pt>
                <c:pt idx="10014">
                  <c:v>14:34</c:v>
                </c:pt>
                <c:pt idx="10015">
                  <c:v>14:34</c:v>
                </c:pt>
                <c:pt idx="10016">
                  <c:v>14:34</c:v>
                </c:pt>
                <c:pt idx="10017">
                  <c:v>14:34</c:v>
                </c:pt>
                <c:pt idx="10018">
                  <c:v>14:34</c:v>
                </c:pt>
                <c:pt idx="10019">
                  <c:v>14:34</c:v>
                </c:pt>
                <c:pt idx="10020">
                  <c:v>14:35</c:v>
                </c:pt>
                <c:pt idx="10021">
                  <c:v>14:35</c:v>
                </c:pt>
                <c:pt idx="10022">
                  <c:v>14:35</c:v>
                </c:pt>
                <c:pt idx="10023">
                  <c:v>14:35</c:v>
                </c:pt>
                <c:pt idx="10024">
                  <c:v>14:35</c:v>
                </c:pt>
                <c:pt idx="10025">
                  <c:v>14:35</c:v>
                </c:pt>
                <c:pt idx="10026">
                  <c:v>14:35</c:v>
                </c:pt>
                <c:pt idx="10027">
                  <c:v>14:35</c:v>
                </c:pt>
                <c:pt idx="10028">
                  <c:v>14:35</c:v>
                </c:pt>
                <c:pt idx="10029">
                  <c:v>14:35</c:v>
                </c:pt>
                <c:pt idx="10030">
                  <c:v>14:35</c:v>
                </c:pt>
                <c:pt idx="10031">
                  <c:v>14:35</c:v>
                </c:pt>
                <c:pt idx="10032">
                  <c:v>14:35</c:v>
                </c:pt>
                <c:pt idx="10033">
                  <c:v>14:35</c:v>
                </c:pt>
                <c:pt idx="10034">
                  <c:v>14:35</c:v>
                </c:pt>
                <c:pt idx="10035">
                  <c:v>14:35</c:v>
                </c:pt>
                <c:pt idx="10036">
                  <c:v>14:35</c:v>
                </c:pt>
                <c:pt idx="10037">
                  <c:v>14:35</c:v>
                </c:pt>
                <c:pt idx="10038">
                  <c:v>14:35</c:v>
                </c:pt>
                <c:pt idx="10039">
                  <c:v>14:35</c:v>
                </c:pt>
                <c:pt idx="10040">
                  <c:v>14:35</c:v>
                </c:pt>
                <c:pt idx="10041">
                  <c:v>14:35</c:v>
                </c:pt>
                <c:pt idx="10042">
                  <c:v>14:35</c:v>
                </c:pt>
                <c:pt idx="10043">
                  <c:v>14:35</c:v>
                </c:pt>
                <c:pt idx="10044">
                  <c:v>14:35</c:v>
                </c:pt>
                <c:pt idx="10045">
                  <c:v>14:35</c:v>
                </c:pt>
                <c:pt idx="10046">
                  <c:v>14:35</c:v>
                </c:pt>
                <c:pt idx="10047">
                  <c:v>14:35</c:v>
                </c:pt>
                <c:pt idx="10048">
                  <c:v>14:35</c:v>
                </c:pt>
                <c:pt idx="10049">
                  <c:v>14:35</c:v>
                </c:pt>
                <c:pt idx="10050">
                  <c:v>14:36</c:v>
                </c:pt>
                <c:pt idx="10051">
                  <c:v>14:36</c:v>
                </c:pt>
                <c:pt idx="10052">
                  <c:v>14:36</c:v>
                </c:pt>
                <c:pt idx="10053">
                  <c:v>14:36</c:v>
                </c:pt>
                <c:pt idx="10054">
                  <c:v>14:36</c:v>
                </c:pt>
                <c:pt idx="10055">
                  <c:v>14:36</c:v>
                </c:pt>
                <c:pt idx="10056">
                  <c:v>14:36</c:v>
                </c:pt>
                <c:pt idx="10057">
                  <c:v>14:36</c:v>
                </c:pt>
                <c:pt idx="10058">
                  <c:v>14:36</c:v>
                </c:pt>
                <c:pt idx="10059">
                  <c:v>14:36</c:v>
                </c:pt>
                <c:pt idx="10060">
                  <c:v>14:36</c:v>
                </c:pt>
                <c:pt idx="10061">
                  <c:v>14:36</c:v>
                </c:pt>
                <c:pt idx="10062">
                  <c:v>14:36</c:v>
                </c:pt>
                <c:pt idx="10063">
                  <c:v>14:36</c:v>
                </c:pt>
                <c:pt idx="10064">
                  <c:v>14:36</c:v>
                </c:pt>
                <c:pt idx="10065">
                  <c:v>14:36</c:v>
                </c:pt>
                <c:pt idx="10066">
                  <c:v>14:36</c:v>
                </c:pt>
                <c:pt idx="10067">
                  <c:v>14:36</c:v>
                </c:pt>
                <c:pt idx="10068">
                  <c:v>14:36</c:v>
                </c:pt>
                <c:pt idx="10069">
                  <c:v>14:36</c:v>
                </c:pt>
                <c:pt idx="10070">
                  <c:v>14:36</c:v>
                </c:pt>
                <c:pt idx="10071">
                  <c:v>14:36</c:v>
                </c:pt>
                <c:pt idx="10072">
                  <c:v>14:36</c:v>
                </c:pt>
                <c:pt idx="10073">
                  <c:v>14:36</c:v>
                </c:pt>
                <c:pt idx="10074">
                  <c:v>14:36</c:v>
                </c:pt>
                <c:pt idx="10075">
                  <c:v>14:36</c:v>
                </c:pt>
                <c:pt idx="10076">
                  <c:v>14:36</c:v>
                </c:pt>
                <c:pt idx="10077">
                  <c:v>14:36</c:v>
                </c:pt>
                <c:pt idx="10078">
                  <c:v>14:36</c:v>
                </c:pt>
                <c:pt idx="10079">
                  <c:v>14:36</c:v>
                </c:pt>
                <c:pt idx="10080">
                  <c:v>14:37</c:v>
                </c:pt>
                <c:pt idx="10081">
                  <c:v>14:37</c:v>
                </c:pt>
                <c:pt idx="10082">
                  <c:v>14:37</c:v>
                </c:pt>
                <c:pt idx="10083">
                  <c:v>14:37</c:v>
                </c:pt>
                <c:pt idx="10084">
                  <c:v>14:37</c:v>
                </c:pt>
                <c:pt idx="10085">
                  <c:v>14:37</c:v>
                </c:pt>
                <c:pt idx="10086">
                  <c:v>14:37</c:v>
                </c:pt>
                <c:pt idx="10087">
                  <c:v>14:37</c:v>
                </c:pt>
                <c:pt idx="10088">
                  <c:v>14:37</c:v>
                </c:pt>
                <c:pt idx="10089">
                  <c:v>14:37</c:v>
                </c:pt>
                <c:pt idx="10090">
                  <c:v>14:37</c:v>
                </c:pt>
                <c:pt idx="10091">
                  <c:v>14:37</c:v>
                </c:pt>
                <c:pt idx="10092">
                  <c:v>14:37</c:v>
                </c:pt>
                <c:pt idx="10093">
                  <c:v>14:37</c:v>
                </c:pt>
                <c:pt idx="10094">
                  <c:v>14:37</c:v>
                </c:pt>
                <c:pt idx="10095">
                  <c:v>14:37</c:v>
                </c:pt>
                <c:pt idx="10096">
                  <c:v>14:37</c:v>
                </c:pt>
                <c:pt idx="10097">
                  <c:v>14:37</c:v>
                </c:pt>
                <c:pt idx="10098">
                  <c:v>14:37</c:v>
                </c:pt>
                <c:pt idx="10099">
                  <c:v>14:37</c:v>
                </c:pt>
                <c:pt idx="10100">
                  <c:v>14:37</c:v>
                </c:pt>
                <c:pt idx="10101">
                  <c:v>14:37</c:v>
                </c:pt>
                <c:pt idx="10102">
                  <c:v>14:37</c:v>
                </c:pt>
                <c:pt idx="10103">
                  <c:v>14:37</c:v>
                </c:pt>
                <c:pt idx="10104">
                  <c:v>14:37</c:v>
                </c:pt>
                <c:pt idx="10105">
                  <c:v>14:37</c:v>
                </c:pt>
                <c:pt idx="10106">
                  <c:v>14:37</c:v>
                </c:pt>
                <c:pt idx="10107">
                  <c:v>14:37</c:v>
                </c:pt>
                <c:pt idx="10108">
                  <c:v>14:37</c:v>
                </c:pt>
                <c:pt idx="10109">
                  <c:v>14:37</c:v>
                </c:pt>
                <c:pt idx="10110">
                  <c:v>14:38</c:v>
                </c:pt>
                <c:pt idx="10111">
                  <c:v>14:38</c:v>
                </c:pt>
                <c:pt idx="10112">
                  <c:v>14:38</c:v>
                </c:pt>
                <c:pt idx="10113">
                  <c:v>14:38</c:v>
                </c:pt>
                <c:pt idx="10114">
                  <c:v>14:38</c:v>
                </c:pt>
                <c:pt idx="10115">
                  <c:v>14:38</c:v>
                </c:pt>
                <c:pt idx="10116">
                  <c:v>14:38</c:v>
                </c:pt>
                <c:pt idx="10117">
                  <c:v>14:38</c:v>
                </c:pt>
                <c:pt idx="10118">
                  <c:v>14:38</c:v>
                </c:pt>
                <c:pt idx="10119">
                  <c:v>14:38</c:v>
                </c:pt>
                <c:pt idx="10120">
                  <c:v>14:38</c:v>
                </c:pt>
                <c:pt idx="10121">
                  <c:v>14:38</c:v>
                </c:pt>
                <c:pt idx="10122">
                  <c:v>14:38</c:v>
                </c:pt>
                <c:pt idx="10123">
                  <c:v>14:38</c:v>
                </c:pt>
                <c:pt idx="10124">
                  <c:v>14:38</c:v>
                </c:pt>
                <c:pt idx="10125">
                  <c:v>14:38</c:v>
                </c:pt>
                <c:pt idx="10126">
                  <c:v>14:38</c:v>
                </c:pt>
                <c:pt idx="10127">
                  <c:v>14:38</c:v>
                </c:pt>
                <c:pt idx="10128">
                  <c:v>14:38</c:v>
                </c:pt>
                <c:pt idx="10129">
                  <c:v>14:38</c:v>
                </c:pt>
                <c:pt idx="10130">
                  <c:v>14:38</c:v>
                </c:pt>
                <c:pt idx="10131">
                  <c:v>14:38</c:v>
                </c:pt>
                <c:pt idx="10132">
                  <c:v>14:38</c:v>
                </c:pt>
                <c:pt idx="10133">
                  <c:v>14:38</c:v>
                </c:pt>
                <c:pt idx="10134">
                  <c:v>14:38</c:v>
                </c:pt>
                <c:pt idx="10135">
                  <c:v>14:38</c:v>
                </c:pt>
                <c:pt idx="10136">
                  <c:v>14:38</c:v>
                </c:pt>
                <c:pt idx="10137">
                  <c:v>14:38</c:v>
                </c:pt>
                <c:pt idx="10138">
                  <c:v>14:38</c:v>
                </c:pt>
                <c:pt idx="10139">
                  <c:v>14:38</c:v>
                </c:pt>
                <c:pt idx="10140">
                  <c:v>14:39</c:v>
                </c:pt>
                <c:pt idx="10141">
                  <c:v>14:39</c:v>
                </c:pt>
                <c:pt idx="10142">
                  <c:v>14:39</c:v>
                </c:pt>
                <c:pt idx="10143">
                  <c:v>14:39</c:v>
                </c:pt>
                <c:pt idx="10144">
                  <c:v>14:39</c:v>
                </c:pt>
                <c:pt idx="10145">
                  <c:v>14:39</c:v>
                </c:pt>
                <c:pt idx="10146">
                  <c:v>14:39</c:v>
                </c:pt>
                <c:pt idx="10147">
                  <c:v>14:39</c:v>
                </c:pt>
                <c:pt idx="10148">
                  <c:v>14:39</c:v>
                </c:pt>
                <c:pt idx="10149">
                  <c:v>14:39</c:v>
                </c:pt>
                <c:pt idx="10150">
                  <c:v>14:39</c:v>
                </c:pt>
                <c:pt idx="10151">
                  <c:v>14:39</c:v>
                </c:pt>
                <c:pt idx="10152">
                  <c:v>14:39</c:v>
                </c:pt>
                <c:pt idx="10153">
                  <c:v>14:39</c:v>
                </c:pt>
                <c:pt idx="10154">
                  <c:v>14:39</c:v>
                </c:pt>
                <c:pt idx="10155">
                  <c:v>14:39</c:v>
                </c:pt>
                <c:pt idx="10156">
                  <c:v>14:39</c:v>
                </c:pt>
                <c:pt idx="10157">
                  <c:v>14:39</c:v>
                </c:pt>
                <c:pt idx="10158">
                  <c:v>14:39</c:v>
                </c:pt>
                <c:pt idx="10159">
                  <c:v>14:39</c:v>
                </c:pt>
                <c:pt idx="10160">
                  <c:v>14:39</c:v>
                </c:pt>
                <c:pt idx="10161">
                  <c:v>14:39</c:v>
                </c:pt>
                <c:pt idx="10162">
                  <c:v>14:39</c:v>
                </c:pt>
                <c:pt idx="10163">
                  <c:v>14:39</c:v>
                </c:pt>
                <c:pt idx="10164">
                  <c:v>14:39</c:v>
                </c:pt>
                <c:pt idx="10165">
                  <c:v>14:39</c:v>
                </c:pt>
                <c:pt idx="10166">
                  <c:v>14:39</c:v>
                </c:pt>
                <c:pt idx="10167">
                  <c:v>14:39</c:v>
                </c:pt>
                <c:pt idx="10168">
                  <c:v>14:39</c:v>
                </c:pt>
                <c:pt idx="10169">
                  <c:v>14:39</c:v>
                </c:pt>
                <c:pt idx="10170">
                  <c:v>14:40</c:v>
                </c:pt>
                <c:pt idx="10171">
                  <c:v>14:40</c:v>
                </c:pt>
                <c:pt idx="10172">
                  <c:v>14:40</c:v>
                </c:pt>
                <c:pt idx="10173">
                  <c:v>14:40</c:v>
                </c:pt>
                <c:pt idx="10174">
                  <c:v>14:40</c:v>
                </c:pt>
                <c:pt idx="10175">
                  <c:v>14:40</c:v>
                </c:pt>
                <c:pt idx="10176">
                  <c:v>14:40</c:v>
                </c:pt>
                <c:pt idx="10177">
                  <c:v>14:40</c:v>
                </c:pt>
                <c:pt idx="10178">
                  <c:v>14:40</c:v>
                </c:pt>
                <c:pt idx="10179">
                  <c:v>14:40</c:v>
                </c:pt>
                <c:pt idx="10180">
                  <c:v>14:40</c:v>
                </c:pt>
                <c:pt idx="10181">
                  <c:v>14:40</c:v>
                </c:pt>
                <c:pt idx="10182">
                  <c:v>14:40</c:v>
                </c:pt>
                <c:pt idx="10183">
                  <c:v>14:40</c:v>
                </c:pt>
                <c:pt idx="10184">
                  <c:v>14:40</c:v>
                </c:pt>
                <c:pt idx="10185">
                  <c:v>14:40</c:v>
                </c:pt>
                <c:pt idx="10186">
                  <c:v>14:40</c:v>
                </c:pt>
                <c:pt idx="10187">
                  <c:v>14:40</c:v>
                </c:pt>
                <c:pt idx="10188">
                  <c:v>14:40</c:v>
                </c:pt>
                <c:pt idx="10189">
                  <c:v>14:40</c:v>
                </c:pt>
                <c:pt idx="10190">
                  <c:v>14:40</c:v>
                </c:pt>
                <c:pt idx="10191">
                  <c:v>14:40</c:v>
                </c:pt>
                <c:pt idx="10192">
                  <c:v>14:40</c:v>
                </c:pt>
                <c:pt idx="10193">
                  <c:v>14:40</c:v>
                </c:pt>
                <c:pt idx="10194">
                  <c:v>14:40</c:v>
                </c:pt>
                <c:pt idx="10195">
                  <c:v>14:40</c:v>
                </c:pt>
                <c:pt idx="10196">
                  <c:v>14:40</c:v>
                </c:pt>
                <c:pt idx="10197">
                  <c:v>14:40</c:v>
                </c:pt>
                <c:pt idx="10198">
                  <c:v>14:40</c:v>
                </c:pt>
                <c:pt idx="10199">
                  <c:v>14:40</c:v>
                </c:pt>
                <c:pt idx="10200">
                  <c:v>14:41</c:v>
                </c:pt>
                <c:pt idx="10201">
                  <c:v>14:41</c:v>
                </c:pt>
                <c:pt idx="10202">
                  <c:v>14:41</c:v>
                </c:pt>
                <c:pt idx="10203">
                  <c:v>14:41</c:v>
                </c:pt>
                <c:pt idx="10204">
                  <c:v>14:41</c:v>
                </c:pt>
                <c:pt idx="10205">
                  <c:v>14:41</c:v>
                </c:pt>
                <c:pt idx="10206">
                  <c:v>14:41</c:v>
                </c:pt>
                <c:pt idx="10207">
                  <c:v>14:41</c:v>
                </c:pt>
                <c:pt idx="10208">
                  <c:v>14:41</c:v>
                </c:pt>
                <c:pt idx="10209">
                  <c:v>14:41</c:v>
                </c:pt>
                <c:pt idx="10210">
                  <c:v>14:41</c:v>
                </c:pt>
                <c:pt idx="10211">
                  <c:v>14:41</c:v>
                </c:pt>
                <c:pt idx="10212">
                  <c:v>14:41</c:v>
                </c:pt>
                <c:pt idx="10213">
                  <c:v>14:41</c:v>
                </c:pt>
                <c:pt idx="10214">
                  <c:v>14:41</c:v>
                </c:pt>
                <c:pt idx="10215">
                  <c:v>14:41</c:v>
                </c:pt>
                <c:pt idx="10216">
                  <c:v>14:41</c:v>
                </c:pt>
                <c:pt idx="10217">
                  <c:v>14:41</c:v>
                </c:pt>
                <c:pt idx="10218">
                  <c:v>14:41</c:v>
                </c:pt>
                <c:pt idx="10219">
                  <c:v>14:41</c:v>
                </c:pt>
                <c:pt idx="10220">
                  <c:v>14:41</c:v>
                </c:pt>
                <c:pt idx="10221">
                  <c:v>14:41</c:v>
                </c:pt>
                <c:pt idx="10222">
                  <c:v>14:41</c:v>
                </c:pt>
                <c:pt idx="10223">
                  <c:v>14:41</c:v>
                </c:pt>
                <c:pt idx="10224">
                  <c:v>14:41</c:v>
                </c:pt>
                <c:pt idx="10225">
                  <c:v>14:41</c:v>
                </c:pt>
                <c:pt idx="10226">
                  <c:v>14:41</c:v>
                </c:pt>
                <c:pt idx="10227">
                  <c:v>14:41</c:v>
                </c:pt>
                <c:pt idx="10228">
                  <c:v>14:41</c:v>
                </c:pt>
                <c:pt idx="10229">
                  <c:v>14:41</c:v>
                </c:pt>
                <c:pt idx="10230">
                  <c:v>14:42</c:v>
                </c:pt>
                <c:pt idx="10231">
                  <c:v>14:42</c:v>
                </c:pt>
                <c:pt idx="10232">
                  <c:v>14:42</c:v>
                </c:pt>
                <c:pt idx="10233">
                  <c:v>14:42</c:v>
                </c:pt>
                <c:pt idx="10234">
                  <c:v>14:42</c:v>
                </c:pt>
                <c:pt idx="10235">
                  <c:v>14:42</c:v>
                </c:pt>
                <c:pt idx="10236">
                  <c:v>14:42</c:v>
                </c:pt>
                <c:pt idx="10237">
                  <c:v>14:42</c:v>
                </c:pt>
                <c:pt idx="10238">
                  <c:v>14:42</c:v>
                </c:pt>
                <c:pt idx="10239">
                  <c:v>14:42</c:v>
                </c:pt>
                <c:pt idx="10240">
                  <c:v>14:42</c:v>
                </c:pt>
                <c:pt idx="10241">
                  <c:v>14:42</c:v>
                </c:pt>
                <c:pt idx="10242">
                  <c:v>14:42</c:v>
                </c:pt>
                <c:pt idx="10243">
                  <c:v>14:42</c:v>
                </c:pt>
                <c:pt idx="10244">
                  <c:v>14:42</c:v>
                </c:pt>
                <c:pt idx="10245">
                  <c:v>14:42</c:v>
                </c:pt>
                <c:pt idx="10246">
                  <c:v>14:42</c:v>
                </c:pt>
                <c:pt idx="10247">
                  <c:v>14:42</c:v>
                </c:pt>
                <c:pt idx="10248">
                  <c:v>14:42</c:v>
                </c:pt>
                <c:pt idx="10249">
                  <c:v>14:42</c:v>
                </c:pt>
                <c:pt idx="10250">
                  <c:v>14:42</c:v>
                </c:pt>
                <c:pt idx="10251">
                  <c:v>14:42</c:v>
                </c:pt>
                <c:pt idx="10252">
                  <c:v>14:42</c:v>
                </c:pt>
                <c:pt idx="10253">
                  <c:v>14:42</c:v>
                </c:pt>
                <c:pt idx="10254">
                  <c:v>14:42</c:v>
                </c:pt>
                <c:pt idx="10255">
                  <c:v>14:42</c:v>
                </c:pt>
                <c:pt idx="10256">
                  <c:v>14:42</c:v>
                </c:pt>
                <c:pt idx="10257">
                  <c:v>14:42</c:v>
                </c:pt>
                <c:pt idx="10258">
                  <c:v>14:42</c:v>
                </c:pt>
                <c:pt idx="10259">
                  <c:v>14:42</c:v>
                </c:pt>
                <c:pt idx="10260">
                  <c:v>14:43</c:v>
                </c:pt>
                <c:pt idx="10261">
                  <c:v>14:43</c:v>
                </c:pt>
                <c:pt idx="10262">
                  <c:v>14:43</c:v>
                </c:pt>
                <c:pt idx="10263">
                  <c:v>14:43</c:v>
                </c:pt>
                <c:pt idx="10264">
                  <c:v>14:43</c:v>
                </c:pt>
                <c:pt idx="10265">
                  <c:v>14:43</c:v>
                </c:pt>
                <c:pt idx="10266">
                  <c:v>14:43</c:v>
                </c:pt>
                <c:pt idx="10267">
                  <c:v>14:43</c:v>
                </c:pt>
                <c:pt idx="10268">
                  <c:v>14:43</c:v>
                </c:pt>
                <c:pt idx="10269">
                  <c:v>14:43</c:v>
                </c:pt>
                <c:pt idx="10270">
                  <c:v>14:43</c:v>
                </c:pt>
                <c:pt idx="10271">
                  <c:v>14:43</c:v>
                </c:pt>
                <c:pt idx="10272">
                  <c:v>14:43</c:v>
                </c:pt>
                <c:pt idx="10273">
                  <c:v>14:43</c:v>
                </c:pt>
                <c:pt idx="10274">
                  <c:v>14:43</c:v>
                </c:pt>
                <c:pt idx="10275">
                  <c:v>14:43</c:v>
                </c:pt>
                <c:pt idx="10276">
                  <c:v>14:43</c:v>
                </c:pt>
                <c:pt idx="10277">
                  <c:v>14:43</c:v>
                </c:pt>
                <c:pt idx="10278">
                  <c:v>14:43</c:v>
                </c:pt>
                <c:pt idx="10279">
                  <c:v>14:43</c:v>
                </c:pt>
                <c:pt idx="10280">
                  <c:v>14:43</c:v>
                </c:pt>
                <c:pt idx="10281">
                  <c:v>14:43</c:v>
                </c:pt>
                <c:pt idx="10282">
                  <c:v>14:43</c:v>
                </c:pt>
                <c:pt idx="10283">
                  <c:v>14:43</c:v>
                </c:pt>
                <c:pt idx="10284">
                  <c:v>14:43</c:v>
                </c:pt>
                <c:pt idx="10285">
                  <c:v>14:43</c:v>
                </c:pt>
                <c:pt idx="10286">
                  <c:v>14:43</c:v>
                </c:pt>
                <c:pt idx="10287">
                  <c:v>14:43</c:v>
                </c:pt>
                <c:pt idx="10288">
                  <c:v>14:43</c:v>
                </c:pt>
                <c:pt idx="10289">
                  <c:v>14:43</c:v>
                </c:pt>
                <c:pt idx="10290">
                  <c:v>14:44</c:v>
                </c:pt>
                <c:pt idx="10291">
                  <c:v>14:44</c:v>
                </c:pt>
                <c:pt idx="10292">
                  <c:v>14:44</c:v>
                </c:pt>
                <c:pt idx="10293">
                  <c:v>14:44</c:v>
                </c:pt>
                <c:pt idx="10294">
                  <c:v>14:44</c:v>
                </c:pt>
                <c:pt idx="10295">
                  <c:v>14:44</c:v>
                </c:pt>
                <c:pt idx="10296">
                  <c:v>14:44</c:v>
                </c:pt>
                <c:pt idx="10297">
                  <c:v>14:44</c:v>
                </c:pt>
                <c:pt idx="10298">
                  <c:v>14:44</c:v>
                </c:pt>
                <c:pt idx="10299">
                  <c:v>14:44</c:v>
                </c:pt>
                <c:pt idx="10300">
                  <c:v>14:44</c:v>
                </c:pt>
                <c:pt idx="10301">
                  <c:v>14:44</c:v>
                </c:pt>
                <c:pt idx="10302">
                  <c:v>14:44</c:v>
                </c:pt>
                <c:pt idx="10303">
                  <c:v>14:44</c:v>
                </c:pt>
                <c:pt idx="10304">
                  <c:v>14:44</c:v>
                </c:pt>
                <c:pt idx="10305">
                  <c:v>14:44</c:v>
                </c:pt>
                <c:pt idx="10306">
                  <c:v>14:44</c:v>
                </c:pt>
                <c:pt idx="10307">
                  <c:v>14:44</c:v>
                </c:pt>
                <c:pt idx="10308">
                  <c:v>14:44</c:v>
                </c:pt>
                <c:pt idx="10309">
                  <c:v>14:44</c:v>
                </c:pt>
                <c:pt idx="10310">
                  <c:v>14:44</c:v>
                </c:pt>
                <c:pt idx="10311">
                  <c:v>14:44</c:v>
                </c:pt>
                <c:pt idx="10312">
                  <c:v>14:44</c:v>
                </c:pt>
                <c:pt idx="10313">
                  <c:v>14:44</c:v>
                </c:pt>
                <c:pt idx="10314">
                  <c:v>14:44</c:v>
                </c:pt>
                <c:pt idx="10315">
                  <c:v>14:44</c:v>
                </c:pt>
                <c:pt idx="10316">
                  <c:v>14:44</c:v>
                </c:pt>
                <c:pt idx="10317">
                  <c:v>14:44</c:v>
                </c:pt>
                <c:pt idx="10318">
                  <c:v>14:44</c:v>
                </c:pt>
                <c:pt idx="10319">
                  <c:v>14:44</c:v>
                </c:pt>
                <c:pt idx="10320">
                  <c:v>14:45</c:v>
                </c:pt>
                <c:pt idx="10321">
                  <c:v>14:45</c:v>
                </c:pt>
                <c:pt idx="10322">
                  <c:v>14:45</c:v>
                </c:pt>
                <c:pt idx="10323">
                  <c:v>14:45</c:v>
                </c:pt>
                <c:pt idx="10324">
                  <c:v>14:45</c:v>
                </c:pt>
                <c:pt idx="10325">
                  <c:v>14:45</c:v>
                </c:pt>
                <c:pt idx="10326">
                  <c:v>14:45</c:v>
                </c:pt>
                <c:pt idx="10327">
                  <c:v>14:45</c:v>
                </c:pt>
                <c:pt idx="10328">
                  <c:v>14:45</c:v>
                </c:pt>
                <c:pt idx="10329">
                  <c:v>14:45</c:v>
                </c:pt>
                <c:pt idx="10330">
                  <c:v>14:45</c:v>
                </c:pt>
                <c:pt idx="10331">
                  <c:v>14:45</c:v>
                </c:pt>
                <c:pt idx="10332">
                  <c:v>14:45</c:v>
                </c:pt>
                <c:pt idx="10333">
                  <c:v>14:45</c:v>
                </c:pt>
                <c:pt idx="10334">
                  <c:v>14:45</c:v>
                </c:pt>
                <c:pt idx="10335">
                  <c:v>14:45</c:v>
                </c:pt>
                <c:pt idx="10336">
                  <c:v>14:45</c:v>
                </c:pt>
                <c:pt idx="10337">
                  <c:v>14:45</c:v>
                </c:pt>
                <c:pt idx="10338">
                  <c:v>14:45</c:v>
                </c:pt>
                <c:pt idx="10339">
                  <c:v>14:45</c:v>
                </c:pt>
                <c:pt idx="10340">
                  <c:v>14:45</c:v>
                </c:pt>
                <c:pt idx="10341">
                  <c:v>14:45</c:v>
                </c:pt>
                <c:pt idx="10342">
                  <c:v>14:45</c:v>
                </c:pt>
                <c:pt idx="10343">
                  <c:v>14:45</c:v>
                </c:pt>
                <c:pt idx="10344">
                  <c:v>14:45</c:v>
                </c:pt>
                <c:pt idx="10345">
                  <c:v>14:45</c:v>
                </c:pt>
                <c:pt idx="10346">
                  <c:v>14:45</c:v>
                </c:pt>
                <c:pt idx="10347">
                  <c:v>14:45</c:v>
                </c:pt>
                <c:pt idx="10348">
                  <c:v>14:45</c:v>
                </c:pt>
                <c:pt idx="10349">
                  <c:v>14:45</c:v>
                </c:pt>
                <c:pt idx="10350">
                  <c:v>14:46</c:v>
                </c:pt>
                <c:pt idx="10351">
                  <c:v>14:46</c:v>
                </c:pt>
                <c:pt idx="10352">
                  <c:v>14:46</c:v>
                </c:pt>
                <c:pt idx="10353">
                  <c:v>14:46</c:v>
                </c:pt>
                <c:pt idx="10354">
                  <c:v>14:46</c:v>
                </c:pt>
                <c:pt idx="10355">
                  <c:v>14:46</c:v>
                </c:pt>
                <c:pt idx="10356">
                  <c:v>14:46</c:v>
                </c:pt>
                <c:pt idx="10357">
                  <c:v>14:46</c:v>
                </c:pt>
                <c:pt idx="10358">
                  <c:v>14:46</c:v>
                </c:pt>
                <c:pt idx="10359">
                  <c:v>14:46</c:v>
                </c:pt>
                <c:pt idx="10360">
                  <c:v>14:46</c:v>
                </c:pt>
                <c:pt idx="10361">
                  <c:v>14:46</c:v>
                </c:pt>
                <c:pt idx="10362">
                  <c:v>14:46</c:v>
                </c:pt>
                <c:pt idx="10363">
                  <c:v>14:46</c:v>
                </c:pt>
                <c:pt idx="10364">
                  <c:v>14:46</c:v>
                </c:pt>
                <c:pt idx="10365">
                  <c:v>14:46</c:v>
                </c:pt>
                <c:pt idx="10366">
                  <c:v>14:46</c:v>
                </c:pt>
                <c:pt idx="10367">
                  <c:v>14:46</c:v>
                </c:pt>
                <c:pt idx="10368">
                  <c:v>14:46</c:v>
                </c:pt>
                <c:pt idx="10369">
                  <c:v>14:46</c:v>
                </c:pt>
                <c:pt idx="10370">
                  <c:v>14:46</c:v>
                </c:pt>
                <c:pt idx="10371">
                  <c:v>14:46</c:v>
                </c:pt>
                <c:pt idx="10372">
                  <c:v>14:46</c:v>
                </c:pt>
                <c:pt idx="10373">
                  <c:v>14:46</c:v>
                </c:pt>
                <c:pt idx="10374">
                  <c:v>14:46</c:v>
                </c:pt>
                <c:pt idx="10375">
                  <c:v>14:46</c:v>
                </c:pt>
                <c:pt idx="10376">
                  <c:v>14:46</c:v>
                </c:pt>
                <c:pt idx="10377">
                  <c:v>14:46</c:v>
                </c:pt>
                <c:pt idx="10378">
                  <c:v>14:46</c:v>
                </c:pt>
                <c:pt idx="10379">
                  <c:v>14:46</c:v>
                </c:pt>
                <c:pt idx="10380">
                  <c:v>14:47</c:v>
                </c:pt>
                <c:pt idx="10381">
                  <c:v>14:47</c:v>
                </c:pt>
                <c:pt idx="10382">
                  <c:v>14:47</c:v>
                </c:pt>
                <c:pt idx="10383">
                  <c:v>14:47</c:v>
                </c:pt>
                <c:pt idx="10384">
                  <c:v>14:47</c:v>
                </c:pt>
                <c:pt idx="10385">
                  <c:v>14:47</c:v>
                </c:pt>
                <c:pt idx="10386">
                  <c:v>14:47</c:v>
                </c:pt>
                <c:pt idx="10387">
                  <c:v>14:47</c:v>
                </c:pt>
                <c:pt idx="10388">
                  <c:v>14:47</c:v>
                </c:pt>
                <c:pt idx="10389">
                  <c:v>14:47</c:v>
                </c:pt>
                <c:pt idx="10390">
                  <c:v>14:47</c:v>
                </c:pt>
                <c:pt idx="10391">
                  <c:v>14:47</c:v>
                </c:pt>
                <c:pt idx="10392">
                  <c:v>14:47</c:v>
                </c:pt>
                <c:pt idx="10393">
                  <c:v>14:47</c:v>
                </c:pt>
                <c:pt idx="10394">
                  <c:v>14:47</c:v>
                </c:pt>
                <c:pt idx="10395">
                  <c:v>14:47</c:v>
                </c:pt>
                <c:pt idx="10396">
                  <c:v>14:47</c:v>
                </c:pt>
                <c:pt idx="10397">
                  <c:v>14:47</c:v>
                </c:pt>
                <c:pt idx="10398">
                  <c:v>14:47</c:v>
                </c:pt>
                <c:pt idx="10399">
                  <c:v>14:47</c:v>
                </c:pt>
                <c:pt idx="10400">
                  <c:v>14:47</c:v>
                </c:pt>
                <c:pt idx="10401">
                  <c:v>14:47</c:v>
                </c:pt>
                <c:pt idx="10402">
                  <c:v>14:47</c:v>
                </c:pt>
                <c:pt idx="10403">
                  <c:v>14:47</c:v>
                </c:pt>
                <c:pt idx="10404">
                  <c:v>14:47</c:v>
                </c:pt>
                <c:pt idx="10405">
                  <c:v>14:47</c:v>
                </c:pt>
                <c:pt idx="10406">
                  <c:v>14:47</c:v>
                </c:pt>
                <c:pt idx="10407">
                  <c:v>14:47</c:v>
                </c:pt>
                <c:pt idx="10408">
                  <c:v>14:47</c:v>
                </c:pt>
                <c:pt idx="10409">
                  <c:v>14:47</c:v>
                </c:pt>
                <c:pt idx="10410">
                  <c:v>14:48</c:v>
                </c:pt>
                <c:pt idx="10411">
                  <c:v>14:48</c:v>
                </c:pt>
                <c:pt idx="10412">
                  <c:v>14:48</c:v>
                </c:pt>
                <c:pt idx="10413">
                  <c:v>14:48</c:v>
                </c:pt>
                <c:pt idx="10414">
                  <c:v>14:48</c:v>
                </c:pt>
                <c:pt idx="10415">
                  <c:v>14:48</c:v>
                </c:pt>
                <c:pt idx="10416">
                  <c:v>14:48</c:v>
                </c:pt>
                <c:pt idx="10417">
                  <c:v>14:48</c:v>
                </c:pt>
                <c:pt idx="10418">
                  <c:v>14:48</c:v>
                </c:pt>
                <c:pt idx="10419">
                  <c:v>14:48</c:v>
                </c:pt>
                <c:pt idx="10420">
                  <c:v>14:48</c:v>
                </c:pt>
                <c:pt idx="10421">
                  <c:v>14:48</c:v>
                </c:pt>
                <c:pt idx="10422">
                  <c:v>14:48</c:v>
                </c:pt>
                <c:pt idx="10423">
                  <c:v>14:48</c:v>
                </c:pt>
                <c:pt idx="10424">
                  <c:v>14:48</c:v>
                </c:pt>
                <c:pt idx="10425">
                  <c:v>14:48</c:v>
                </c:pt>
                <c:pt idx="10426">
                  <c:v>14:48</c:v>
                </c:pt>
                <c:pt idx="10427">
                  <c:v>14:48</c:v>
                </c:pt>
                <c:pt idx="10428">
                  <c:v>14:48</c:v>
                </c:pt>
                <c:pt idx="10429">
                  <c:v>14:48</c:v>
                </c:pt>
                <c:pt idx="10430">
                  <c:v>14:48</c:v>
                </c:pt>
                <c:pt idx="10431">
                  <c:v>14:48</c:v>
                </c:pt>
                <c:pt idx="10432">
                  <c:v>14:48</c:v>
                </c:pt>
                <c:pt idx="10433">
                  <c:v>14:48</c:v>
                </c:pt>
                <c:pt idx="10434">
                  <c:v>14:48</c:v>
                </c:pt>
                <c:pt idx="10435">
                  <c:v>14:48</c:v>
                </c:pt>
                <c:pt idx="10436">
                  <c:v>14:48</c:v>
                </c:pt>
                <c:pt idx="10437">
                  <c:v>14:48</c:v>
                </c:pt>
                <c:pt idx="10438">
                  <c:v>14:48</c:v>
                </c:pt>
                <c:pt idx="10439">
                  <c:v>14:48</c:v>
                </c:pt>
                <c:pt idx="10440">
                  <c:v>14:49</c:v>
                </c:pt>
                <c:pt idx="10441">
                  <c:v>14:49</c:v>
                </c:pt>
                <c:pt idx="10442">
                  <c:v>14:49</c:v>
                </c:pt>
                <c:pt idx="10443">
                  <c:v>14:49</c:v>
                </c:pt>
                <c:pt idx="10444">
                  <c:v>14:49</c:v>
                </c:pt>
                <c:pt idx="10445">
                  <c:v>14:49</c:v>
                </c:pt>
                <c:pt idx="10446">
                  <c:v>14:49</c:v>
                </c:pt>
                <c:pt idx="10447">
                  <c:v>14:49</c:v>
                </c:pt>
                <c:pt idx="10448">
                  <c:v>14:49</c:v>
                </c:pt>
                <c:pt idx="10449">
                  <c:v>14:49</c:v>
                </c:pt>
                <c:pt idx="10450">
                  <c:v>14:49</c:v>
                </c:pt>
                <c:pt idx="10451">
                  <c:v>14:49</c:v>
                </c:pt>
                <c:pt idx="10452">
                  <c:v>14:49</c:v>
                </c:pt>
                <c:pt idx="10453">
                  <c:v>14:49</c:v>
                </c:pt>
                <c:pt idx="10454">
                  <c:v>14:49</c:v>
                </c:pt>
                <c:pt idx="10455">
                  <c:v>14:49</c:v>
                </c:pt>
                <c:pt idx="10456">
                  <c:v>14:49</c:v>
                </c:pt>
                <c:pt idx="10457">
                  <c:v>14:49</c:v>
                </c:pt>
                <c:pt idx="10458">
                  <c:v>14:49</c:v>
                </c:pt>
                <c:pt idx="10459">
                  <c:v>14:49</c:v>
                </c:pt>
                <c:pt idx="10460">
                  <c:v>14:49</c:v>
                </c:pt>
                <c:pt idx="10461">
                  <c:v>14:49</c:v>
                </c:pt>
                <c:pt idx="10462">
                  <c:v>14:49</c:v>
                </c:pt>
                <c:pt idx="10463">
                  <c:v>14:49</c:v>
                </c:pt>
                <c:pt idx="10464">
                  <c:v>14:49</c:v>
                </c:pt>
                <c:pt idx="10465">
                  <c:v>14:49</c:v>
                </c:pt>
                <c:pt idx="10466">
                  <c:v>14:49</c:v>
                </c:pt>
                <c:pt idx="10467">
                  <c:v>14:49</c:v>
                </c:pt>
                <c:pt idx="10468">
                  <c:v>14:49</c:v>
                </c:pt>
                <c:pt idx="10469">
                  <c:v>14:49</c:v>
                </c:pt>
                <c:pt idx="10470">
                  <c:v>14:50</c:v>
                </c:pt>
                <c:pt idx="10471">
                  <c:v>14:50</c:v>
                </c:pt>
                <c:pt idx="10472">
                  <c:v>14:50</c:v>
                </c:pt>
                <c:pt idx="10473">
                  <c:v>14:50</c:v>
                </c:pt>
                <c:pt idx="10474">
                  <c:v>14:50</c:v>
                </c:pt>
                <c:pt idx="10475">
                  <c:v>14:50</c:v>
                </c:pt>
                <c:pt idx="10476">
                  <c:v>14:50</c:v>
                </c:pt>
                <c:pt idx="10477">
                  <c:v>14:50</c:v>
                </c:pt>
                <c:pt idx="10478">
                  <c:v>14:50</c:v>
                </c:pt>
                <c:pt idx="10479">
                  <c:v>14:50</c:v>
                </c:pt>
                <c:pt idx="10480">
                  <c:v>14:50</c:v>
                </c:pt>
                <c:pt idx="10481">
                  <c:v>14:50</c:v>
                </c:pt>
                <c:pt idx="10482">
                  <c:v>14:50</c:v>
                </c:pt>
                <c:pt idx="10483">
                  <c:v>14:50</c:v>
                </c:pt>
                <c:pt idx="10484">
                  <c:v>14:50</c:v>
                </c:pt>
                <c:pt idx="10485">
                  <c:v>14:50</c:v>
                </c:pt>
                <c:pt idx="10486">
                  <c:v>14:50</c:v>
                </c:pt>
                <c:pt idx="10487">
                  <c:v>14:50</c:v>
                </c:pt>
                <c:pt idx="10488">
                  <c:v>14:50</c:v>
                </c:pt>
                <c:pt idx="10489">
                  <c:v>14:50</c:v>
                </c:pt>
                <c:pt idx="10490">
                  <c:v>14:50</c:v>
                </c:pt>
                <c:pt idx="10491">
                  <c:v>14:50</c:v>
                </c:pt>
                <c:pt idx="10492">
                  <c:v>14:50</c:v>
                </c:pt>
                <c:pt idx="10493">
                  <c:v>14:50</c:v>
                </c:pt>
                <c:pt idx="10494">
                  <c:v>14:50</c:v>
                </c:pt>
                <c:pt idx="10495">
                  <c:v>14:50</c:v>
                </c:pt>
                <c:pt idx="10496">
                  <c:v>14:50</c:v>
                </c:pt>
                <c:pt idx="10497">
                  <c:v>14:50</c:v>
                </c:pt>
                <c:pt idx="10498">
                  <c:v>14:50</c:v>
                </c:pt>
                <c:pt idx="10499">
                  <c:v>14:50</c:v>
                </c:pt>
                <c:pt idx="10500">
                  <c:v>14:51</c:v>
                </c:pt>
                <c:pt idx="10501">
                  <c:v>14:51</c:v>
                </c:pt>
                <c:pt idx="10502">
                  <c:v>14:51</c:v>
                </c:pt>
                <c:pt idx="10503">
                  <c:v>14:51</c:v>
                </c:pt>
                <c:pt idx="10504">
                  <c:v>14:51</c:v>
                </c:pt>
                <c:pt idx="10505">
                  <c:v>14:51</c:v>
                </c:pt>
                <c:pt idx="10506">
                  <c:v>14:51</c:v>
                </c:pt>
                <c:pt idx="10507">
                  <c:v>14:51</c:v>
                </c:pt>
                <c:pt idx="10508">
                  <c:v>14:51</c:v>
                </c:pt>
                <c:pt idx="10509">
                  <c:v>14:51</c:v>
                </c:pt>
                <c:pt idx="10510">
                  <c:v>14:51</c:v>
                </c:pt>
                <c:pt idx="10511">
                  <c:v>14:51</c:v>
                </c:pt>
                <c:pt idx="10512">
                  <c:v>14:51</c:v>
                </c:pt>
                <c:pt idx="10513">
                  <c:v>14:51</c:v>
                </c:pt>
                <c:pt idx="10514">
                  <c:v>14:51</c:v>
                </c:pt>
                <c:pt idx="10515">
                  <c:v>14:51</c:v>
                </c:pt>
                <c:pt idx="10516">
                  <c:v>14:51</c:v>
                </c:pt>
                <c:pt idx="10517">
                  <c:v>14:51</c:v>
                </c:pt>
                <c:pt idx="10518">
                  <c:v>14:51</c:v>
                </c:pt>
                <c:pt idx="10519">
                  <c:v>14:51</c:v>
                </c:pt>
                <c:pt idx="10520">
                  <c:v>14:51</c:v>
                </c:pt>
                <c:pt idx="10521">
                  <c:v>14:51</c:v>
                </c:pt>
                <c:pt idx="10522">
                  <c:v>14:51</c:v>
                </c:pt>
                <c:pt idx="10523">
                  <c:v>14:51</c:v>
                </c:pt>
                <c:pt idx="10524">
                  <c:v>14:51</c:v>
                </c:pt>
                <c:pt idx="10525">
                  <c:v>14:51</c:v>
                </c:pt>
                <c:pt idx="10526">
                  <c:v>14:51</c:v>
                </c:pt>
                <c:pt idx="10527">
                  <c:v>14:51</c:v>
                </c:pt>
                <c:pt idx="10528">
                  <c:v>14:51</c:v>
                </c:pt>
                <c:pt idx="10529">
                  <c:v>14:51</c:v>
                </c:pt>
                <c:pt idx="10530">
                  <c:v>14:52</c:v>
                </c:pt>
                <c:pt idx="10531">
                  <c:v>14:52</c:v>
                </c:pt>
                <c:pt idx="10532">
                  <c:v>14:52</c:v>
                </c:pt>
                <c:pt idx="10533">
                  <c:v>14:52</c:v>
                </c:pt>
                <c:pt idx="10534">
                  <c:v>14:52</c:v>
                </c:pt>
                <c:pt idx="10535">
                  <c:v>14:52</c:v>
                </c:pt>
                <c:pt idx="10536">
                  <c:v>14:52</c:v>
                </c:pt>
                <c:pt idx="10537">
                  <c:v>14:52</c:v>
                </c:pt>
                <c:pt idx="10538">
                  <c:v>14:52</c:v>
                </c:pt>
                <c:pt idx="10539">
                  <c:v>14:52</c:v>
                </c:pt>
                <c:pt idx="10540">
                  <c:v>14:52</c:v>
                </c:pt>
                <c:pt idx="10541">
                  <c:v>14:52</c:v>
                </c:pt>
                <c:pt idx="10542">
                  <c:v>14:52</c:v>
                </c:pt>
                <c:pt idx="10543">
                  <c:v>14:52</c:v>
                </c:pt>
                <c:pt idx="10544">
                  <c:v>14:52</c:v>
                </c:pt>
                <c:pt idx="10545">
                  <c:v>14:52</c:v>
                </c:pt>
                <c:pt idx="10546">
                  <c:v>14:52</c:v>
                </c:pt>
                <c:pt idx="10547">
                  <c:v>14:52</c:v>
                </c:pt>
                <c:pt idx="10548">
                  <c:v>14:52</c:v>
                </c:pt>
                <c:pt idx="10549">
                  <c:v>14:52</c:v>
                </c:pt>
                <c:pt idx="10550">
                  <c:v>14:52</c:v>
                </c:pt>
                <c:pt idx="10551">
                  <c:v>14:52</c:v>
                </c:pt>
                <c:pt idx="10552">
                  <c:v>14:52</c:v>
                </c:pt>
                <c:pt idx="10553">
                  <c:v>14:52</c:v>
                </c:pt>
                <c:pt idx="10554">
                  <c:v>14:52</c:v>
                </c:pt>
                <c:pt idx="10555">
                  <c:v>14:52</c:v>
                </c:pt>
                <c:pt idx="10556">
                  <c:v>14:52</c:v>
                </c:pt>
                <c:pt idx="10557">
                  <c:v>14:52</c:v>
                </c:pt>
                <c:pt idx="10558">
                  <c:v>14:52</c:v>
                </c:pt>
                <c:pt idx="10559">
                  <c:v>14:52</c:v>
                </c:pt>
                <c:pt idx="10560">
                  <c:v>14:53</c:v>
                </c:pt>
                <c:pt idx="10561">
                  <c:v>14:53</c:v>
                </c:pt>
                <c:pt idx="10562">
                  <c:v>14:53</c:v>
                </c:pt>
                <c:pt idx="10563">
                  <c:v>14:53</c:v>
                </c:pt>
                <c:pt idx="10564">
                  <c:v>14:53</c:v>
                </c:pt>
                <c:pt idx="10565">
                  <c:v>14:53</c:v>
                </c:pt>
                <c:pt idx="10566">
                  <c:v>14:53</c:v>
                </c:pt>
                <c:pt idx="10567">
                  <c:v>14:53</c:v>
                </c:pt>
                <c:pt idx="10568">
                  <c:v>14:53</c:v>
                </c:pt>
                <c:pt idx="10569">
                  <c:v>14:53</c:v>
                </c:pt>
                <c:pt idx="10570">
                  <c:v>14:53</c:v>
                </c:pt>
                <c:pt idx="10571">
                  <c:v>14:53</c:v>
                </c:pt>
                <c:pt idx="10572">
                  <c:v>14:53</c:v>
                </c:pt>
                <c:pt idx="10573">
                  <c:v>14:53</c:v>
                </c:pt>
                <c:pt idx="10574">
                  <c:v>14:53</c:v>
                </c:pt>
                <c:pt idx="10575">
                  <c:v>14:53</c:v>
                </c:pt>
                <c:pt idx="10576">
                  <c:v>14:53</c:v>
                </c:pt>
                <c:pt idx="10577">
                  <c:v>14:53</c:v>
                </c:pt>
                <c:pt idx="10578">
                  <c:v>14:53</c:v>
                </c:pt>
                <c:pt idx="10579">
                  <c:v>14:53</c:v>
                </c:pt>
                <c:pt idx="10580">
                  <c:v>14:53</c:v>
                </c:pt>
                <c:pt idx="10581">
                  <c:v>14:53</c:v>
                </c:pt>
                <c:pt idx="10582">
                  <c:v>14:53</c:v>
                </c:pt>
                <c:pt idx="10583">
                  <c:v>14:53</c:v>
                </c:pt>
                <c:pt idx="10584">
                  <c:v>14:53</c:v>
                </c:pt>
                <c:pt idx="10585">
                  <c:v>14:53</c:v>
                </c:pt>
                <c:pt idx="10586">
                  <c:v>14:53</c:v>
                </c:pt>
                <c:pt idx="10587">
                  <c:v>14:53</c:v>
                </c:pt>
                <c:pt idx="10588">
                  <c:v>14:53</c:v>
                </c:pt>
                <c:pt idx="10589">
                  <c:v>14:53</c:v>
                </c:pt>
                <c:pt idx="10590">
                  <c:v>14:54</c:v>
                </c:pt>
                <c:pt idx="10591">
                  <c:v>14:54</c:v>
                </c:pt>
                <c:pt idx="10592">
                  <c:v>14:54</c:v>
                </c:pt>
                <c:pt idx="10593">
                  <c:v>14:54</c:v>
                </c:pt>
                <c:pt idx="10594">
                  <c:v>14:54</c:v>
                </c:pt>
                <c:pt idx="10595">
                  <c:v>14:54</c:v>
                </c:pt>
                <c:pt idx="10596">
                  <c:v>14:54</c:v>
                </c:pt>
                <c:pt idx="10597">
                  <c:v>14:54</c:v>
                </c:pt>
                <c:pt idx="10598">
                  <c:v>14:54</c:v>
                </c:pt>
                <c:pt idx="10599">
                  <c:v>14:54</c:v>
                </c:pt>
                <c:pt idx="10600">
                  <c:v>14:54</c:v>
                </c:pt>
                <c:pt idx="10601">
                  <c:v>14:54</c:v>
                </c:pt>
                <c:pt idx="10602">
                  <c:v>14:54</c:v>
                </c:pt>
                <c:pt idx="10603">
                  <c:v>14:54</c:v>
                </c:pt>
                <c:pt idx="10604">
                  <c:v>14:54</c:v>
                </c:pt>
                <c:pt idx="10605">
                  <c:v>14:54</c:v>
                </c:pt>
                <c:pt idx="10606">
                  <c:v>14:54</c:v>
                </c:pt>
                <c:pt idx="10607">
                  <c:v>14:54</c:v>
                </c:pt>
                <c:pt idx="10608">
                  <c:v>14:54</c:v>
                </c:pt>
                <c:pt idx="10609">
                  <c:v>14:54</c:v>
                </c:pt>
                <c:pt idx="10610">
                  <c:v>14:54</c:v>
                </c:pt>
                <c:pt idx="10611">
                  <c:v>14:54</c:v>
                </c:pt>
                <c:pt idx="10612">
                  <c:v>14:54</c:v>
                </c:pt>
                <c:pt idx="10613">
                  <c:v>14:54</c:v>
                </c:pt>
                <c:pt idx="10614">
                  <c:v>14:54</c:v>
                </c:pt>
                <c:pt idx="10615">
                  <c:v>14:54</c:v>
                </c:pt>
                <c:pt idx="10616">
                  <c:v>14:54</c:v>
                </c:pt>
                <c:pt idx="10617">
                  <c:v>14:54</c:v>
                </c:pt>
                <c:pt idx="10618">
                  <c:v>14:54</c:v>
                </c:pt>
                <c:pt idx="10619">
                  <c:v>14:54</c:v>
                </c:pt>
                <c:pt idx="10620">
                  <c:v>14:55</c:v>
                </c:pt>
                <c:pt idx="10621">
                  <c:v>14:55</c:v>
                </c:pt>
                <c:pt idx="10622">
                  <c:v>14:55</c:v>
                </c:pt>
                <c:pt idx="10623">
                  <c:v>14:55</c:v>
                </c:pt>
                <c:pt idx="10624">
                  <c:v>14:55</c:v>
                </c:pt>
                <c:pt idx="10625">
                  <c:v>14:55</c:v>
                </c:pt>
                <c:pt idx="10626">
                  <c:v>14:55</c:v>
                </c:pt>
                <c:pt idx="10627">
                  <c:v>14:55</c:v>
                </c:pt>
                <c:pt idx="10628">
                  <c:v>14:55</c:v>
                </c:pt>
                <c:pt idx="10629">
                  <c:v>14:55</c:v>
                </c:pt>
                <c:pt idx="10630">
                  <c:v>14:55</c:v>
                </c:pt>
                <c:pt idx="10631">
                  <c:v>14:55</c:v>
                </c:pt>
                <c:pt idx="10632">
                  <c:v>14:55</c:v>
                </c:pt>
                <c:pt idx="10633">
                  <c:v>14:55</c:v>
                </c:pt>
                <c:pt idx="10634">
                  <c:v>14:55</c:v>
                </c:pt>
                <c:pt idx="10635">
                  <c:v>14:55</c:v>
                </c:pt>
                <c:pt idx="10636">
                  <c:v>14:55</c:v>
                </c:pt>
                <c:pt idx="10637">
                  <c:v>14:55</c:v>
                </c:pt>
                <c:pt idx="10638">
                  <c:v>14:55</c:v>
                </c:pt>
                <c:pt idx="10639">
                  <c:v>14:55</c:v>
                </c:pt>
                <c:pt idx="10640">
                  <c:v>14:55</c:v>
                </c:pt>
                <c:pt idx="10641">
                  <c:v>14:55</c:v>
                </c:pt>
                <c:pt idx="10642">
                  <c:v>14:55</c:v>
                </c:pt>
                <c:pt idx="10643">
                  <c:v>14:55</c:v>
                </c:pt>
                <c:pt idx="10644">
                  <c:v>14:55</c:v>
                </c:pt>
                <c:pt idx="10645">
                  <c:v>14:55</c:v>
                </c:pt>
                <c:pt idx="10646">
                  <c:v>14:55</c:v>
                </c:pt>
                <c:pt idx="10647">
                  <c:v>14:55</c:v>
                </c:pt>
                <c:pt idx="10648">
                  <c:v>14:55</c:v>
                </c:pt>
                <c:pt idx="10649">
                  <c:v>14:55</c:v>
                </c:pt>
                <c:pt idx="10650">
                  <c:v>14:56</c:v>
                </c:pt>
                <c:pt idx="10651">
                  <c:v>14:56</c:v>
                </c:pt>
                <c:pt idx="10652">
                  <c:v>14:56</c:v>
                </c:pt>
                <c:pt idx="10653">
                  <c:v>14:56</c:v>
                </c:pt>
                <c:pt idx="10654">
                  <c:v>14:56</c:v>
                </c:pt>
                <c:pt idx="10655">
                  <c:v>14:56</c:v>
                </c:pt>
                <c:pt idx="10656">
                  <c:v>14:56</c:v>
                </c:pt>
                <c:pt idx="10657">
                  <c:v>14:56</c:v>
                </c:pt>
                <c:pt idx="10658">
                  <c:v>14:56</c:v>
                </c:pt>
                <c:pt idx="10659">
                  <c:v>14:56</c:v>
                </c:pt>
                <c:pt idx="10660">
                  <c:v>14:56</c:v>
                </c:pt>
                <c:pt idx="10661">
                  <c:v>14:56</c:v>
                </c:pt>
                <c:pt idx="10662">
                  <c:v>14:56</c:v>
                </c:pt>
                <c:pt idx="10663">
                  <c:v>14:56</c:v>
                </c:pt>
                <c:pt idx="10664">
                  <c:v>14:56</c:v>
                </c:pt>
                <c:pt idx="10665">
                  <c:v>14:56</c:v>
                </c:pt>
                <c:pt idx="10666">
                  <c:v>14:56</c:v>
                </c:pt>
                <c:pt idx="10667">
                  <c:v>14:56</c:v>
                </c:pt>
                <c:pt idx="10668">
                  <c:v>14:56</c:v>
                </c:pt>
                <c:pt idx="10669">
                  <c:v>14:56</c:v>
                </c:pt>
                <c:pt idx="10670">
                  <c:v>14:56</c:v>
                </c:pt>
                <c:pt idx="10671">
                  <c:v>14:56</c:v>
                </c:pt>
                <c:pt idx="10672">
                  <c:v>14:56</c:v>
                </c:pt>
                <c:pt idx="10673">
                  <c:v>14:56</c:v>
                </c:pt>
                <c:pt idx="10674">
                  <c:v>14:56</c:v>
                </c:pt>
                <c:pt idx="10675">
                  <c:v>14:56</c:v>
                </c:pt>
                <c:pt idx="10676">
                  <c:v>14:56</c:v>
                </c:pt>
                <c:pt idx="10677">
                  <c:v>14:56</c:v>
                </c:pt>
                <c:pt idx="10678">
                  <c:v>14:56</c:v>
                </c:pt>
                <c:pt idx="10679">
                  <c:v>14:56</c:v>
                </c:pt>
                <c:pt idx="10680">
                  <c:v>14:57</c:v>
                </c:pt>
                <c:pt idx="10681">
                  <c:v>14:57</c:v>
                </c:pt>
                <c:pt idx="10682">
                  <c:v>14:57</c:v>
                </c:pt>
                <c:pt idx="10683">
                  <c:v>14:57</c:v>
                </c:pt>
                <c:pt idx="10684">
                  <c:v>14:57</c:v>
                </c:pt>
                <c:pt idx="10685">
                  <c:v>14:57</c:v>
                </c:pt>
                <c:pt idx="10686">
                  <c:v>14:57</c:v>
                </c:pt>
                <c:pt idx="10687">
                  <c:v>14:57</c:v>
                </c:pt>
                <c:pt idx="10688">
                  <c:v>14:57</c:v>
                </c:pt>
                <c:pt idx="10689">
                  <c:v>14:57</c:v>
                </c:pt>
                <c:pt idx="10690">
                  <c:v>14:57</c:v>
                </c:pt>
                <c:pt idx="10691">
                  <c:v>14:57</c:v>
                </c:pt>
                <c:pt idx="10692">
                  <c:v>14:57</c:v>
                </c:pt>
                <c:pt idx="10693">
                  <c:v>14:57</c:v>
                </c:pt>
                <c:pt idx="10694">
                  <c:v>14:57</c:v>
                </c:pt>
                <c:pt idx="10695">
                  <c:v>14:57</c:v>
                </c:pt>
                <c:pt idx="10696">
                  <c:v>14:57</c:v>
                </c:pt>
                <c:pt idx="10697">
                  <c:v>14:57</c:v>
                </c:pt>
                <c:pt idx="10698">
                  <c:v>14:57</c:v>
                </c:pt>
                <c:pt idx="10699">
                  <c:v>14:57</c:v>
                </c:pt>
                <c:pt idx="10700">
                  <c:v>14:57</c:v>
                </c:pt>
                <c:pt idx="10701">
                  <c:v>14:57</c:v>
                </c:pt>
                <c:pt idx="10702">
                  <c:v>14:57</c:v>
                </c:pt>
                <c:pt idx="10703">
                  <c:v>14:57</c:v>
                </c:pt>
                <c:pt idx="10704">
                  <c:v>14:57</c:v>
                </c:pt>
                <c:pt idx="10705">
                  <c:v>14:57</c:v>
                </c:pt>
                <c:pt idx="10706">
                  <c:v>14:57</c:v>
                </c:pt>
                <c:pt idx="10707">
                  <c:v>14:57</c:v>
                </c:pt>
                <c:pt idx="10708">
                  <c:v>14:57</c:v>
                </c:pt>
                <c:pt idx="10709">
                  <c:v>14:57</c:v>
                </c:pt>
                <c:pt idx="10710">
                  <c:v>14:58</c:v>
                </c:pt>
                <c:pt idx="10711">
                  <c:v>14:58</c:v>
                </c:pt>
                <c:pt idx="10712">
                  <c:v>14:58</c:v>
                </c:pt>
                <c:pt idx="10713">
                  <c:v>14:58</c:v>
                </c:pt>
                <c:pt idx="10714">
                  <c:v>14:58</c:v>
                </c:pt>
                <c:pt idx="10715">
                  <c:v>14:58</c:v>
                </c:pt>
                <c:pt idx="10716">
                  <c:v>14:58</c:v>
                </c:pt>
                <c:pt idx="10717">
                  <c:v>14:58</c:v>
                </c:pt>
                <c:pt idx="10718">
                  <c:v>14:58</c:v>
                </c:pt>
                <c:pt idx="10719">
                  <c:v>14:58</c:v>
                </c:pt>
                <c:pt idx="10720">
                  <c:v>14:58</c:v>
                </c:pt>
                <c:pt idx="10721">
                  <c:v>14:58</c:v>
                </c:pt>
                <c:pt idx="10722">
                  <c:v>14:58</c:v>
                </c:pt>
                <c:pt idx="10723">
                  <c:v>14:58</c:v>
                </c:pt>
                <c:pt idx="10724">
                  <c:v>14:58</c:v>
                </c:pt>
                <c:pt idx="10725">
                  <c:v>14:58</c:v>
                </c:pt>
                <c:pt idx="10726">
                  <c:v>14:58</c:v>
                </c:pt>
                <c:pt idx="10727">
                  <c:v>14:58</c:v>
                </c:pt>
                <c:pt idx="10728">
                  <c:v>14:58</c:v>
                </c:pt>
                <c:pt idx="10729">
                  <c:v>14:58</c:v>
                </c:pt>
                <c:pt idx="10730">
                  <c:v>14:58</c:v>
                </c:pt>
                <c:pt idx="10731">
                  <c:v>14:58</c:v>
                </c:pt>
                <c:pt idx="10732">
                  <c:v>14:58</c:v>
                </c:pt>
                <c:pt idx="10733">
                  <c:v>14:58</c:v>
                </c:pt>
                <c:pt idx="10734">
                  <c:v>14:58</c:v>
                </c:pt>
                <c:pt idx="10735">
                  <c:v>14:58</c:v>
                </c:pt>
                <c:pt idx="10736">
                  <c:v>14:58</c:v>
                </c:pt>
                <c:pt idx="10737">
                  <c:v>14:58</c:v>
                </c:pt>
                <c:pt idx="10738">
                  <c:v>14:58</c:v>
                </c:pt>
                <c:pt idx="10739">
                  <c:v>14:58</c:v>
                </c:pt>
                <c:pt idx="10740">
                  <c:v>14:59</c:v>
                </c:pt>
                <c:pt idx="10741">
                  <c:v>14:59</c:v>
                </c:pt>
                <c:pt idx="10742">
                  <c:v>14:59</c:v>
                </c:pt>
                <c:pt idx="10743">
                  <c:v>14:59</c:v>
                </c:pt>
                <c:pt idx="10744">
                  <c:v>14:59</c:v>
                </c:pt>
                <c:pt idx="10745">
                  <c:v>14:59</c:v>
                </c:pt>
                <c:pt idx="10746">
                  <c:v>14:59</c:v>
                </c:pt>
                <c:pt idx="10747">
                  <c:v>14:59</c:v>
                </c:pt>
                <c:pt idx="10748">
                  <c:v>14:59</c:v>
                </c:pt>
                <c:pt idx="10749">
                  <c:v>14:59</c:v>
                </c:pt>
                <c:pt idx="10750">
                  <c:v>14:59</c:v>
                </c:pt>
                <c:pt idx="10751">
                  <c:v>14:59</c:v>
                </c:pt>
                <c:pt idx="10752">
                  <c:v>14:59</c:v>
                </c:pt>
                <c:pt idx="10753">
                  <c:v>14:59</c:v>
                </c:pt>
                <c:pt idx="10754">
                  <c:v>14:59</c:v>
                </c:pt>
                <c:pt idx="10755">
                  <c:v>14:59</c:v>
                </c:pt>
                <c:pt idx="10756">
                  <c:v>14:59</c:v>
                </c:pt>
                <c:pt idx="10757">
                  <c:v>14:59</c:v>
                </c:pt>
                <c:pt idx="10758">
                  <c:v>14:59</c:v>
                </c:pt>
                <c:pt idx="10759">
                  <c:v>14:59</c:v>
                </c:pt>
                <c:pt idx="10760">
                  <c:v>14:59</c:v>
                </c:pt>
                <c:pt idx="10761">
                  <c:v>14:59</c:v>
                </c:pt>
                <c:pt idx="10762">
                  <c:v>14:59</c:v>
                </c:pt>
                <c:pt idx="10763">
                  <c:v>14:59</c:v>
                </c:pt>
                <c:pt idx="10764">
                  <c:v>14:59</c:v>
                </c:pt>
                <c:pt idx="10765">
                  <c:v>14:59</c:v>
                </c:pt>
                <c:pt idx="10766">
                  <c:v>14:59</c:v>
                </c:pt>
                <c:pt idx="10767">
                  <c:v>14:59</c:v>
                </c:pt>
                <c:pt idx="10768">
                  <c:v>14:59</c:v>
                </c:pt>
                <c:pt idx="10769">
                  <c:v>14:59</c:v>
                </c:pt>
                <c:pt idx="10770">
                  <c:v>15:00</c:v>
                </c:pt>
                <c:pt idx="10771">
                  <c:v>15:00</c:v>
                </c:pt>
                <c:pt idx="10772">
                  <c:v>15:00</c:v>
                </c:pt>
                <c:pt idx="10773">
                  <c:v>15:00</c:v>
                </c:pt>
                <c:pt idx="10774">
                  <c:v>15:00</c:v>
                </c:pt>
                <c:pt idx="10775">
                  <c:v>15:00</c:v>
                </c:pt>
                <c:pt idx="10776">
                  <c:v>15:00</c:v>
                </c:pt>
                <c:pt idx="10777">
                  <c:v>15:00</c:v>
                </c:pt>
                <c:pt idx="10778">
                  <c:v>15:00</c:v>
                </c:pt>
                <c:pt idx="10779">
                  <c:v>15:00</c:v>
                </c:pt>
                <c:pt idx="10780">
                  <c:v>15:00</c:v>
                </c:pt>
                <c:pt idx="10781">
                  <c:v>15:00</c:v>
                </c:pt>
                <c:pt idx="10782">
                  <c:v>15:00</c:v>
                </c:pt>
                <c:pt idx="10783">
                  <c:v>15:00</c:v>
                </c:pt>
                <c:pt idx="10784">
                  <c:v>15:00</c:v>
                </c:pt>
                <c:pt idx="10785">
                  <c:v>15:00</c:v>
                </c:pt>
                <c:pt idx="10786">
                  <c:v>15:00</c:v>
                </c:pt>
                <c:pt idx="10787">
                  <c:v>15:00</c:v>
                </c:pt>
                <c:pt idx="10788">
                  <c:v>15:00</c:v>
                </c:pt>
                <c:pt idx="10789">
                  <c:v>15:00</c:v>
                </c:pt>
                <c:pt idx="10790">
                  <c:v>15:00</c:v>
                </c:pt>
                <c:pt idx="10791">
                  <c:v>15:00</c:v>
                </c:pt>
                <c:pt idx="10792">
                  <c:v>15:00</c:v>
                </c:pt>
                <c:pt idx="10793">
                  <c:v>15:00</c:v>
                </c:pt>
                <c:pt idx="10794">
                  <c:v>15:00</c:v>
                </c:pt>
                <c:pt idx="10795">
                  <c:v>15:00</c:v>
                </c:pt>
                <c:pt idx="10796">
                  <c:v>15:00</c:v>
                </c:pt>
                <c:pt idx="10797">
                  <c:v>15:00</c:v>
                </c:pt>
                <c:pt idx="10798">
                  <c:v>15:00</c:v>
                </c:pt>
                <c:pt idx="10799">
                  <c:v>15:00</c:v>
                </c:pt>
                <c:pt idx="10800">
                  <c:v>15:01</c:v>
                </c:pt>
                <c:pt idx="10801">
                  <c:v>15:01</c:v>
                </c:pt>
                <c:pt idx="10802">
                  <c:v>15:01</c:v>
                </c:pt>
                <c:pt idx="10803">
                  <c:v>15:01</c:v>
                </c:pt>
                <c:pt idx="10804">
                  <c:v>15:01</c:v>
                </c:pt>
                <c:pt idx="10805">
                  <c:v>15:01</c:v>
                </c:pt>
                <c:pt idx="10806">
                  <c:v>15:01</c:v>
                </c:pt>
                <c:pt idx="10807">
                  <c:v>15:01</c:v>
                </c:pt>
                <c:pt idx="10808">
                  <c:v>15:01</c:v>
                </c:pt>
                <c:pt idx="10809">
                  <c:v>15:01</c:v>
                </c:pt>
                <c:pt idx="10810">
                  <c:v>15:01</c:v>
                </c:pt>
                <c:pt idx="10811">
                  <c:v>15:01</c:v>
                </c:pt>
                <c:pt idx="10812">
                  <c:v>15:01</c:v>
                </c:pt>
                <c:pt idx="10813">
                  <c:v>15:01</c:v>
                </c:pt>
                <c:pt idx="10814">
                  <c:v>15:01</c:v>
                </c:pt>
                <c:pt idx="10815">
                  <c:v>15:01</c:v>
                </c:pt>
                <c:pt idx="10816">
                  <c:v>15:01</c:v>
                </c:pt>
                <c:pt idx="10817">
                  <c:v>15:01</c:v>
                </c:pt>
                <c:pt idx="10818">
                  <c:v>15:01</c:v>
                </c:pt>
                <c:pt idx="10819">
                  <c:v>15:01</c:v>
                </c:pt>
                <c:pt idx="10820">
                  <c:v>15:01</c:v>
                </c:pt>
                <c:pt idx="10821">
                  <c:v>15:01</c:v>
                </c:pt>
                <c:pt idx="10822">
                  <c:v>15:01</c:v>
                </c:pt>
                <c:pt idx="10823">
                  <c:v>15:01</c:v>
                </c:pt>
                <c:pt idx="10824">
                  <c:v>15:01</c:v>
                </c:pt>
                <c:pt idx="10825">
                  <c:v>15:01</c:v>
                </c:pt>
                <c:pt idx="10826">
                  <c:v>15:01</c:v>
                </c:pt>
                <c:pt idx="10827">
                  <c:v>15:01</c:v>
                </c:pt>
                <c:pt idx="10828">
                  <c:v>15:01</c:v>
                </c:pt>
                <c:pt idx="10829">
                  <c:v>15:01</c:v>
                </c:pt>
                <c:pt idx="10830">
                  <c:v>15:02</c:v>
                </c:pt>
                <c:pt idx="10831">
                  <c:v>15:02</c:v>
                </c:pt>
                <c:pt idx="10832">
                  <c:v>15:02</c:v>
                </c:pt>
                <c:pt idx="10833">
                  <c:v>15:02</c:v>
                </c:pt>
                <c:pt idx="10834">
                  <c:v>15:02</c:v>
                </c:pt>
                <c:pt idx="10835">
                  <c:v>15:02</c:v>
                </c:pt>
                <c:pt idx="10836">
                  <c:v>15:02</c:v>
                </c:pt>
                <c:pt idx="10837">
                  <c:v>15:02</c:v>
                </c:pt>
                <c:pt idx="10838">
                  <c:v>15:02</c:v>
                </c:pt>
                <c:pt idx="10839">
                  <c:v>15:02</c:v>
                </c:pt>
                <c:pt idx="10840">
                  <c:v>15:02</c:v>
                </c:pt>
                <c:pt idx="10841">
                  <c:v>15:02</c:v>
                </c:pt>
                <c:pt idx="10842">
                  <c:v>15:02</c:v>
                </c:pt>
                <c:pt idx="10843">
                  <c:v>15:02</c:v>
                </c:pt>
                <c:pt idx="10844">
                  <c:v>15:02</c:v>
                </c:pt>
                <c:pt idx="10845">
                  <c:v>15:02</c:v>
                </c:pt>
                <c:pt idx="10846">
                  <c:v>15:02</c:v>
                </c:pt>
                <c:pt idx="10847">
                  <c:v>15:02</c:v>
                </c:pt>
                <c:pt idx="10848">
                  <c:v>15:02</c:v>
                </c:pt>
                <c:pt idx="10849">
                  <c:v>15:02</c:v>
                </c:pt>
                <c:pt idx="10850">
                  <c:v>15:02</c:v>
                </c:pt>
                <c:pt idx="10851">
                  <c:v>15:02</c:v>
                </c:pt>
                <c:pt idx="10852">
                  <c:v>15:02</c:v>
                </c:pt>
                <c:pt idx="10853">
                  <c:v>15:02</c:v>
                </c:pt>
                <c:pt idx="10854">
                  <c:v>15:02</c:v>
                </c:pt>
                <c:pt idx="10855">
                  <c:v>15:02</c:v>
                </c:pt>
                <c:pt idx="10856">
                  <c:v>15:02</c:v>
                </c:pt>
                <c:pt idx="10857">
                  <c:v>15:02</c:v>
                </c:pt>
                <c:pt idx="10858">
                  <c:v>15:02</c:v>
                </c:pt>
                <c:pt idx="10859">
                  <c:v>15:02</c:v>
                </c:pt>
                <c:pt idx="10860">
                  <c:v>15:03</c:v>
                </c:pt>
                <c:pt idx="10861">
                  <c:v>15:03</c:v>
                </c:pt>
                <c:pt idx="10862">
                  <c:v>15:03</c:v>
                </c:pt>
                <c:pt idx="10863">
                  <c:v>15:03</c:v>
                </c:pt>
                <c:pt idx="10864">
                  <c:v>15:03</c:v>
                </c:pt>
                <c:pt idx="10865">
                  <c:v>15:03</c:v>
                </c:pt>
                <c:pt idx="10866">
                  <c:v>15:03</c:v>
                </c:pt>
                <c:pt idx="10867">
                  <c:v>15:03</c:v>
                </c:pt>
                <c:pt idx="10868">
                  <c:v>15:03</c:v>
                </c:pt>
                <c:pt idx="10869">
                  <c:v>15:03</c:v>
                </c:pt>
                <c:pt idx="10870">
                  <c:v>15:03</c:v>
                </c:pt>
                <c:pt idx="10871">
                  <c:v>15:03</c:v>
                </c:pt>
                <c:pt idx="10872">
                  <c:v>15:03</c:v>
                </c:pt>
                <c:pt idx="10873">
                  <c:v>15:03</c:v>
                </c:pt>
                <c:pt idx="10874">
                  <c:v>15:03</c:v>
                </c:pt>
                <c:pt idx="10875">
                  <c:v>15:03</c:v>
                </c:pt>
                <c:pt idx="10876">
                  <c:v>15:03</c:v>
                </c:pt>
                <c:pt idx="10877">
                  <c:v>15:03</c:v>
                </c:pt>
                <c:pt idx="10878">
                  <c:v>15:03</c:v>
                </c:pt>
                <c:pt idx="10879">
                  <c:v>15:03</c:v>
                </c:pt>
                <c:pt idx="10880">
                  <c:v>15:03</c:v>
                </c:pt>
                <c:pt idx="10881">
                  <c:v>15:03</c:v>
                </c:pt>
                <c:pt idx="10882">
                  <c:v>15:03</c:v>
                </c:pt>
                <c:pt idx="10883">
                  <c:v>15:03</c:v>
                </c:pt>
                <c:pt idx="10884">
                  <c:v>15:03</c:v>
                </c:pt>
                <c:pt idx="10885">
                  <c:v>15:03</c:v>
                </c:pt>
                <c:pt idx="10886">
                  <c:v>15:03</c:v>
                </c:pt>
                <c:pt idx="10887">
                  <c:v>15:03</c:v>
                </c:pt>
                <c:pt idx="10888">
                  <c:v>15:03</c:v>
                </c:pt>
                <c:pt idx="10889">
                  <c:v>15:03</c:v>
                </c:pt>
                <c:pt idx="10890">
                  <c:v>15:04</c:v>
                </c:pt>
                <c:pt idx="10891">
                  <c:v>15:04</c:v>
                </c:pt>
                <c:pt idx="10892">
                  <c:v>15:04</c:v>
                </c:pt>
                <c:pt idx="10893">
                  <c:v>15:04</c:v>
                </c:pt>
                <c:pt idx="10894">
                  <c:v>15:04</c:v>
                </c:pt>
                <c:pt idx="10895">
                  <c:v>15:04</c:v>
                </c:pt>
                <c:pt idx="10896">
                  <c:v>15:04</c:v>
                </c:pt>
                <c:pt idx="10897">
                  <c:v>15:04</c:v>
                </c:pt>
                <c:pt idx="10898">
                  <c:v>15:04</c:v>
                </c:pt>
                <c:pt idx="10899">
                  <c:v>15:04</c:v>
                </c:pt>
                <c:pt idx="10900">
                  <c:v>15:04</c:v>
                </c:pt>
                <c:pt idx="10901">
                  <c:v>15:04</c:v>
                </c:pt>
                <c:pt idx="10902">
                  <c:v>15:04</c:v>
                </c:pt>
                <c:pt idx="10903">
                  <c:v>15:04</c:v>
                </c:pt>
                <c:pt idx="10904">
                  <c:v>15:04</c:v>
                </c:pt>
                <c:pt idx="10905">
                  <c:v>15:04</c:v>
                </c:pt>
                <c:pt idx="10906">
                  <c:v>15:04</c:v>
                </c:pt>
                <c:pt idx="10907">
                  <c:v>15:04</c:v>
                </c:pt>
                <c:pt idx="10908">
                  <c:v>15:04</c:v>
                </c:pt>
                <c:pt idx="10909">
                  <c:v>15:04</c:v>
                </c:pt>
                <c:pt idx="10910">
                  <c:v>15:04</c:v>
                </c:pt>
                <c:pt idx="10911">
                  <c:v>15:04</c:v>
                </c:pt>
                <c:pt idx="10912">
                  <c:v>15:04</c:v>
                </c:pt>
                <c:pt idx="10913">
                  <c:v>15:04</c:v>
                </c:pt>
                <c:pt idx="10914">
                  <c:v>15:04</c:v>
                </c:pt>
                <c:pt idx="10915">
                  <c:v>15:04</c:v>
                </c:pt>
                <c:pt idx="10916">
                  <c:v>15:04</c:v>
                </c:pt>
                <c:pt idx="10917">
                  <c:v>15:04</c:v>
                </c:pt>
                <c:pt idx="10918">
                  <c:v>15:04</c:v>
                </c:pt>
                <c:pt idx="10919">
                  <c:v>15:04</c:v>
                </c:pt>
                <c:pt idx="10920">
                  <c:v>15:05</c:v>
                </c:pt>
                <c:pt idx="10921">
                  <c:v>15:05</c:v>
                </c:pt>
                <c:pt idx="10922">
                  <c:v>15:05</c:v>
                </c:pt>
                <c:pt idx="10923">
                  <c:v>15:05</c:v>
                </c:pt>
                <c:pt idx="10924">
                  <c:v>15:05</c:v>
                </c:pt>
                <c:pt idx="10925">
                  <c:v>15:05</c:v>
                </c:pt>
                <c:pt idx="10926">
                  <c:v>15:05</c:v>
                </c:pt>
                <c:pt idx="10927">
                  <c:v>15:05</c:v>
                </c:pt>
                <c:pt idx="10928">
                  <c:v>15:05</c:v>
                </c:pt>
                <c:pt idx="10929">
                  <c:v>15:05</c:v>
                </c:pt>
                <c:pt idx="10930">
                  <c:v>15:05</c:v>
                </c:pt>
                <c:pt idx="10931">
                  <c:v>15:05</c:v>
                </c:pt>
                <c:pt idx="10932">
                  <c:v>15:05</c:v>
                </c:pt>
                <c:pt idx="10933">
                  <c:v>15:05</c:v>
                </c:pt>
                <c:pt idx="10934">
                  <c:v>15:05</c:v>
                </c:pt>
                <c:pt idx="10935">
                  <c:v>15:05</c:v>
                </c:pt>
                <c:pt idx="10936">
                  <c:v>15:05</c:v>
                </c:pt>
                <c:pt idx="10937">
                  <c:v>15:05</c:v>
                </c:pt>
                <c:pt idx="10938">
                  <c:v>15:05</c:v>
                </c:pt>
                <c:pt idx="10939">
                  <c:v>15:05</c:v>
                </c:pt>
                <c:pt idx="10940">
                  <c:v>15:05</c:v>
                </c:pt>
                <c:pt idx="10941">
                  <c:v>15:05</c:v>
                </c:pt>
                <c:pt idx="10942">
                  <c:v>15:05</c:v>
                </c:pt>
                <c:pt idx="10943">
                  <c:v>15:05</c:v>
                </c:pt>
                <c:pt idx="10944">
                  <c:v>15:05</c:v>
                </c:pt>
                <c:pt idx="10945">
                  <c:v>15:05</c:v>
                </c:pt>
                <c:pt idx="10946">
                  <c:v>15:05</c:v>
                </c:pt>
                <c:pt idx="10947">
                  <c:v>15:05</c:v>
                </c:pt>
                <c:pt idx="10948">
                  <c:v>15:05</c:v>
                </c:pt>
                <c:pt idx="10949">
                  <c:v>15:05</c:v>
                </c:pt>
                <c:pt idx="10950">
                  <c:v>15:06</c:v>
                </c:pt>
                <c:pt idx="10951">
                  <c:v>15:06</c:v>
                </c:pt>
                <c:pt idx="10952">
                  <c:v>15:06</c:v>
                </c:pt>
                <c:pt idx="10953">
                  <c:v>15:06</c:v>
                </c:pt>
                <c:pt idx="10954">
                  <c:v>15:06</c:v>
                </c:pt>
                <c:pt idx="10955">
                  <c:v>15:06</c:v>
                </c:pt>
                <c:pt idx="10956">
                  <c:v>15:06</c:v>
                </c:pt>
                <c:pt idx="10957">
                  <c:v>15:06</c:v>
                </c:pt>
                <c:pt idx="10958">
                  <c:v>15:06</c:v>
                </c:pt>
                <c:pt idx="10959">
                  <c:v>15:06</c:v>
                </c:pt>
                <c:pt idx="10960">
                  <c:v>15:06</c:v>
                </c:pt>
                <c:pt idx="10961">
                  <c:v>15:06</c:v>
                </c:pt>
                <c:pt idx="10962">
                  <c:v>15:06</c:v>
                </c:pt>
                <c:pt idx="10963">
                  <c:v>15:06</c:v>
                </c:pt>
                <c:pt idx="10964">
                  <c:v>15:06</c:v>
                </c:pt>
                <c:pt idx="10965">
                  <c:v>15:06</c:v>
                </c:pt>
                <c:pt idx="10966">
                  <c:v>15:06</c:v>
                </c:pt>
                <c:pt idx="10967">
                  <c:v>15:06</c:v>
                </c:pt>
                <c:pt idx="10968">
                  <c:v>15:06</c:v>
                </c:pt>
                <c:pt idx="10969">
                  <c:v>15:06</c:v>
                </c:pt>
                <c:pt idx="10970">
                  <c:v>15:06</c:v>
                </c:pt>
                <c:pt idx="10971">
                  <c:v>15:06</c:v>
                </c:pt>
                <c:pt idx="10972">
                  <c:v>15:06</c:v>
                </c:pt>
                <c:pt idx="10973">
                  <c:v>15:06</c:v>
                </c:pt>
                <c:pt idx="10974">
                  <c:v>15:06</c:v>
                </c:pt>
                <c:pt idx="10975">
                  <c:v>15:06</c:v>
                </c:pt>
                <c:pt idx="10976">
                  <c:v>15:06</c:v>
                </c:pt>
                <c:pt idx="10977">
                  <c:v>15:06</c:v>
                </c:pt>
                <c:pt idx="10978">
                  <c:v>15:06</c:v>
                </c:pt>
                <c:pt idx="10979">
                  <c:v>15:06</c:v>
                </c:pt>
                <c:pt idx="10980">
                  <c:v>15:07</c:v>
                </c:pt>
                <c:pt idx="10981">
                  <c:v>15:07</c:v>
                </c:pt>
                <c:pt idx="10982">
                  <c:v>15:07</c:v>
                </c:pt>
                <c:pt idx="10983">
                  <c:v>15:07</c:v>
                </c:pt>
                <c:pt idx="10984">
                  <c:v>15:07</c:v>
                </c:pt>
                <c:pt idx="10985">
                  <c:v>15:07</c:v>
                </c:pt>
                <c:pt idx="10986">
                  <c:v>15:07</c:v>
                </c:pt>
                <c:pt idx="10987">
                  <c:v>15:07</c:v>
                </c:pt>
                <c:pt idx="10988">
                  <c:v>15:07</c:v>
                </c:pt>
                <c:pt idx="10989">
                  <c:v>15:07</c:v>
                </c:pt>
                <c:pt idx="10990">
                  <c:v>15:07</c:v>
                </c:pt>
                <c:pt idx="10991">
                  <c:v>15:07</c:v>
                </c:pt>
                <c:pt idx="10992">
                  <c:v>15:07</c:v>
                </c:pt>
                <c:pt idx="10993">
                  <c:v>15:07</c:v>
                </c:pt>
                <c:pt idx="10994">
                  <c:v>15:07</c:v>
                </c:pt>
                <c:pt idx="10995">
                  <c:v>15:07</c:v>
                </c:pt>
                <c:pt idx="10996">
                  <c:v>15:07</c:v>
                </c:pt>
                <c:pt idx="10997">
                  <c:v>15:07</c:v>
                </c:pt>
                <c:pt idx="10998">
                  <c:v>15:07</c:v>
                </c:pt>
                <c:pt idx="10999">
                  <c:v>15:07</c:v>
                </c:pt>
                <c:pt idx="11000">
                  <c:v>15:07</c:v>
                </c:pt>
                <c:pt idx="11001">
                  <c:v>15:07</c:v>
                </c:pt>
                <c:pt idx="11002">
                  <c:v>15:07</c:v>
                </c:pt>
                <c:pt idx="11003">
                  <c:v>15:07</c:v>
                </c:pt>
                <c:pt idx="11004">
                  <c:v>15:07</c:v>
                </c:pt>
                <c:pt idx="11005">
                  <c:v>15:07</c:v>
                </c:pt>
                <c:pt idx="11006">
                  <c:v>15:07</c:v>
                </c:pt>
                <c:pt idx="11007">
                  <c:v>15:07</c:v>
                </c:pt>
                <c:pt idx="11008">
                  <c:v>15:07</c:v>
                </c:pt>
                <c:pt idx="11009">
                  <c:v>15:07</c:v>
                </c:pt>
                <c:pt idx="11010">
                  <c:v>15:08</c:v>
                </c:pt>
                <c:pt idx="11011">
                  <c:v>15:08</c:v>
                </c:pt>
                <c:pt idx="11012">
                  <c:v>15:08</c:v>
                </c:pt>
                <c:pt idx="11013">
                  <c:v>15:08</c:v>
                </c:pt>
                <c:pt idx="11014">
                  <c:v>15:08</c:v>
                </c:pt>
                <c:pt idx="11015">
                  <c:v>15:08</c:v>
                </c:pt>
                <c:pt idx="11016">
                  <c:v>15:08</c:v>
                </c:pt>
                <c:pt idx="11017">
                  <c:v>15:08</c:v>
                </c:pt>
                <c:pt idx="11018">
                  <c:v>15:08</c:v>
                </c:pt>
                <c:pt idx="11019">
                  <c:v>15:08</c:v>
                </c:pt>
                <c:pt idx="11020">
                  <c:v>15:08</c:v>
                </c:pt>
                <c:pt idx="11021">
                  <c:v>15:08</c:v>
                </c:pt>
                <c:pt idx="11022">
                  <c:v>15:08</c:v>
                </c:pt>
                <c:pt idx="11023">
                  <c:v>15:08</c:v>
                </c:pt>
                <c:pt idx="11024">
                  <c:v>15:08</c:v>
                </c:pt>
                <c:pt idx="11025">
                  <c:v>15:08</c:v>
                </c:pt>
                <c:pt idx="11026">
                  <c:v>15:08</c:v>
                </c:pt>
                <c:pt idx="11027">
                  <c:v>15:08</c:v>
                </c:pt>
                <c:pt idx="11028">
                  <c:v>15:08</c:v>
                </c:pt>
                <c:pt idx="11029">
                  <c:v>15:08</c:v>
                </c:pt>
                <c:pt idx="11030">
                  <c:v>15:08</c:v>
                </c:pt>
                <c:pt idx="11031">
                  <c:v>15:08</c:v>
                </c:pt>
                <c:pt idx="11032">
                  <c:v>15:08</c:v>
                </c:pt>
                <c:pt idx="11033">
                  <c:v>15:08</c:v>
                </c:pt>
                <c:pt idx="11034">
                  <c:v>15:08</c:v>
                </c:pt>
                <c:pt idx="11035">
                  <c:v>15:08</c:v>
                </c:pt>
                <c:pt idx="11036">
                  <c:v>15:08</c:v>
                </c:pt>
                <c:pt idx="11037">
                  <c:v>15:08</c:v>
                </c:pt>
                <c:pt idx="11038">
                  <c:v>15:08</c:v>
                </c:pt>
                <c:pt idx="11039">
                  <c:v>15:08</c:v>
                </c:pt>
                <c:pt idx="11040">
                  <c:v>15:09</c:v>
                </c:pt>
                <c:pt idx="11041">
                  <c:v>15:09</c:v>
                </c:pt>
                <c:pt idx="11042">
                  <c:v>15:09</c:v>
                </c:pt>
                <c:pt idx="11043">
                  <c:v>15:09</c:v>
                </c:pt>
                <c:pt idx="11044">
                  <c:v>15:09</c:v>
                </c:pt>
                <c:pt idx="11045">
                  <c:v>15:09</c:v>
                </c:pt>
                <c:pt idx="11046">
                  <c:v>15:09</c:v>
                </c:pt>
                <c:pt idx="11047">
                  <c:v>15:09</c:v>
                </c:pt>
                <c:pt idx="11048">
                  <c:v>15:09</c:v>
                </c:pt>
                <c:pt idx="11049">
                  <c:v>15:09</c:v>
                </c:pt>
                <c:pt idx="11050">
                  <c:v>15:09</c:v>
                </c:pt>
                <c:pt idx="11051">
                  <c:v>15:09</c:v>
                </c:pt>
                <c:pt idx="11052">
                  <c:v>15:09</c:v>
                </c:pt>
                <c:pt idx="11053">
                  <c:v>15:09</c:v>
                </c:pt>
                <c:pt idx="11054">
                  <c:v>15:09</c:v>
                </c:pt>
                <c:pt idx="11055">
                  <c:v>15:09</c:v>
                </c:pt>
                <c:pt idx="11056">
                  <c:v>15:09</c:v>
                </c:pt>
                <c:pt idx="11057">
                  <c:v>15:09</c:v>
                </c:pt>
                <c:pt idx="11058">
                  <c:v>15:09</c:v>
                </c:pt>
                <c:pt idx="11059">
                  <c:v>15:09</c:v>
                </c:pt>
                <c:pt idx="11060">
                  <c:v>15:09</c:v>
                </c:pt>
                <c:pt idx="11061">
                  <c:v>15:09</c:v>
                </c:pt>
                <c:pt idx="11062">
                  <c:v>15:09</c:v>
                </c:pt>
                <c:pt idx="11063">
                  <c:v>15:09</c:v>
                </c:pt>
                <c:pt idx="11064">
                  <c:v>15:09</c:v>
                </c:pt>
                <c:pt idx="11065">
                  <c:v>15:09</c:v>
                </c:pt>
                <c:pt idx="11066">
                  <c:v>15:09</c:v>
                </c:pt>
                <c:pt idx="11067">
                  <c:v>15:09</c:v>
                </c:pt>
                <c:pt idx="11068">
                  <c:v>15:09</c:v>
                </c:pt>
                <c:pt idx="11069">
                  <c:v>15:09</c:v>
                </c:pt>
                <c:pt idx="11070">
                  <c:v>15:10</c:v>
                </c:pt>
                <c:pt idx="11071">
                  <c:v>15:10</c:v>
                </c:pt>
                <c:pt idx="11072">
                  <c:v>15:10</c:v>
                </c:pt>
                <c:pt idx="11073">
                  <c:v>15:10</c:v>
                </c:pt>
                <c:pt idx="11074">
                  <c:v>15:10</c:v>
                </c:pt>
                <c:pt idx="11075">
                  <c:v>15:10</c:v>
                </c:pt>
                <c:pt idx="11076">
                  <c:v>15:10</c:v>
                </c:pt>
                <c:pt idx="11077">
                  <c:v>15:10</c:v>
                </c:pt>
                <c:pt idx="11078">
                  <c:v>15:10</c:v>
                </c:pt>
                <c:pt idx="11079">
                  <c:v>15:10</c:v>
                </c:pt>
                <c:pt idx="11080">
                  <c:v>15:10</c:v>
                </c:pt>
                <c:pt idx="11081">
                  <c:v>15:10</c:v>
                </c:pt>
                <c:pt idx="11082">
                  <c:v>15:10</c:v>
                </c:pt>
                <c:pt idx="11083">
                  <c:v>15:10</c:v>
                </c:pt>
                <c:pt idx="11084">
                  <c:v>15:10</c:v>
                </c:pt>
                <c:pt idx="11085">
                  <c:v>15:10</c:v>
                </c:pt>
                <c:pt idx="11086">
                  <c:v>15:10</c:v>
                </c:pt>
                <c:pt idx="11087">
                  <c:v>15:10</c:v>
                </c:pt>
                <c:pt idx="11088">
                  <c:v>15:10</c:v>
                </c:pt>
                <c:pt idx="11089">
                  <c:v>15:10</c:v>
                </c:pt>
                <c:pt idx="11090">
                  <c:v>15:10</c:v>
                </c:pt>
                <c:pt idx="11091">
                  <c:v>15:10</c:v>
                </c:pt>
                <c:pt idx="11092">
                  <c:v>15:10</c:v>
                </c:pt>
                <c:pt idx="11093">
                  <c:v>15:10</c:v>
                </c:pt>
                <c:pt idx="11094">
                  <c:v>15:10</c:v>
                </c:pt>
                <c:pt idx="11095">
                  <c:v>15:10</c:v>
                </c:pt>
                <c:pt idx="11096">
                  <c:v>15:10</c:v>
                </c:pt>
                <c:pt idx="11097">
                  <c:v>15:10</c:v>
                </c:pt>
                <c:pt idx="11098">
                  <c:v>15:10</c:v>
                </c:pt>
                <c:pt idx="11099">
                  <c:v>15:10</c:v>
                </c:pt>
                <c:pt idx="11100">
                  <c:v>15:11</c:v>
                </c:pt>
                <c:pt idx="11101">
                  <c:v>15:11</c:v>
                </c:pt>
                <c:pt idx="11102">
                  <c:v>15:11</c:v>
                </c:pt>
                <c:pt idx="11103">
                  <c:v>15:11</c:v>
                </c:pt>
                <c:pt idx="11104">
                  <c:v>15:11</c:v>
                </c:pt>
                <c:pt idx="11105">
                  <c:v>15:11</c:v>
                </c:pt>
                <c:pt idx="11106">
                  <c:v>15:11</c:v>
                </c:pt>
                <c:pt idx="11107">
                  <c:v>15:11</c:v>
                </c:pt>
                <c:pt idx="11108">
                  <c:v>15:11</c:v>
                </c:pt>
                <c:pt idx="11109">
                  <c:v>15:11</c:v>
                </c:pt>
                <c:pt idx="11110">
                  <c:v>15:11</c:v>
                </c:pt>
                <c:pt idx="11111">
                  <c:v>15:11</c:v>
                </c:pt>
                <c:pt idx="11112">
                  <c:v>15:11</c:v>
                </c:pt>
                <c:pt idx="11113">
                  <c:v>15:11</c:v>
                </c:pt>
                <c:pt idx="11114">
                  <c:v>15:11</c:v>
                </c:pt>
                <c:pt idx="11115">
                  <c:v>15:11</c:v>
                </c:pt>
                <c:pt idx="11116">
                  <c:v>15:11</c:v>
                </c:pt>
                <c:pt idx="11117">
                  <c:v>15:11</c:v>
                </c:pt>
                <c:pt idx="11118">
                  <c:v>15:11</c:v>
                </c:pt>
                <c:pt idx="11119">
                  <c:v>15:11</c:v>
                </c:pt>
                <c:pt idx="11120">
                  <c:v>15:11</c:v>
                </c:pt>
                <c:pt idx="11121">
                  <c:v>15:11</c:v>
                </c:pt>
                <c:pt idx="11122">
                  <c:v>15:11</c:v>
                </c:pt>
                <c:pt idx="11123">
                  <c:v>15:11</c:v>
                </c:pt>
                <c:pt idx="11124">
                  <c:v>15:11</c:v>
                </c:pt>
                <c:pt idx="11125">
                  <c:v>15:11</c:v>
                </c:pt>
                <c:pt idx="11126">
                  <c:v>15:11</c:v>
                </c:pt>
                <c:pt idx="11127">
                  <c:v>15:11</c:v>
                </c:pt>
                <c:pt idx="11128">
                  <c:v>15:11</c:v>
                </c:pt>
                <c:pt idx="11129">
                  <c:v>15:11</c:v>
                </c:pt>
                <c:pt idx="11130">
                  <c:v>15:12</c:v>
                </c:pt>
                <c:pt idx="11131">
                  <c:v>15:12</c:v>
                </c:pt>
                <c:pt idx="11132">
                  <c:v>15:12</c:v>
                </c:pt>
                <c:pt idx="11133">
                  <c:v>15:12</c:v>
                </c:pt>
                <c:pt idx="11134">
                  <c:v>15:12</c:v>
                </c:pt>
                <c:pt idx="11135">
                  <c:v>15:12</c:v>
                </c:pt>
                <c:pt idx="11136">
                  <c:v>15:12</c:v>
                </c:pt>
                <c:pt idx="11137">
                  <c:v>15:12</c:v>
                </c:pt>
                <c:pt idx="11138">
                  <c:v>15:12</c:v>
                </c:pt>
                <c:pt idx="11139">
                  <c:v>15:12</c:v>
                </c:pt>
                <c:pt idx="11140">
                  <c:v>15:12</c:v>
                </c:pt>
                <c:pt idx="11141">
                  <c:v>15:12</c:v>
                </c:pt>
                <c:pt idx="11142">
                  <c:v>15:12</c:v>
                </c:pt>
                <c:pt idx="11143">
                  <c:v>15:12</c:v>
                </c:pt>
                <c:pt idx="11144">
                  <c:v>15:12</c:v>
                </c:pt>
                <c:pt idx="11145">
                  <c:v>15:12</c:v>
                </c:pt>
                <c:pt idx="11146">
                  <c:v>15:12</c:v>
                </c:pt>
                <c:pt idx="11147">
                  <c:v>15:12</c:v>
                </c:pt>
                <c:pt idx="11148">
                  <c:v>15:12</c:v>
                </c:pt>
                <c:pt idx="11149">
                  <c:v>15:12</c:v>
                </c:pt>
                <c:pt idx="11150">
                  <c:v>15:12</c:v>
                </c:pt>
                <c:pt idx="11151">
                  <c:v>15:12</c:v>
                </c:pt>
                <c:pt idx="11152">
                  <c:v>15:12</c:v>
                </c:pt>
                <c:pt idx="11153">
                  <c:v>15:12</c:v>
                </c:pt>
                <c:pt idx="11154">
                  <c:v>15:12</c:v>
                </c:pt>
                <c:pt idx="11155">
                  <c:v>15:12</c:v>
                </c:pt>
                <c:pt idx="11156">
                  <c:v>15:12</c:v>
                </c:pt>
                <c:pt idx="11157">
                  <c:v>15:12</c:v>
                </c:pt>
                <c:pt idx="11158">
                  <c:v>15:12</c:v>
                </c:pt>
                <c:pt idx="11159">
                  <c:v>15:12</c:v>
                </c:pt>
                <c:pt idx="11160">
                  <c:v>15:13</c:v>
                </c:pt>
                <c:pt idx="11161">
                  <c:v>15:13</c:v>
                </c:pt>
                <c:pt idx="11162">
                  <c:v>15:13</c:v>
                </c:pt>
                <c:pt idx="11163">
                  <c:v>15:13</c:v>
                </c:pt>
                <c:pt idx="11164">
                  <c:v>15:13</c:v>
                </c:pt>
                <c:pt idx="11165">
                  <c:v>15:13</c:v>
                </c:pt>
                <c:pt idx="11166">
                  <c:v>15:13</c:v>
                </c:pt>
                <c:pt idx="11167">
                  <c:v>15:13</c:v>
                </c:pt>
                <c:pt idx="11168">
                  <c:v>15:13</c:v>
                </c:pt>
                <c:pt idx="11169">
                  <c:v>15:13</c:v>
                </c:pt>
                <c:pt idx="11170">
                  <c:v>15:13</c:v>
                </c:pt>
                <c:pt idx="11171">
                  <c:v>15:13</c:v>
                </c:pt>
                <c:pt idx="11172">
                  <c:v>15:13</c:v>
                </c:pt>
                <c:pt idx="11173">
                  <c:v>15:13</c:v>
                </c:pt>
                <c:pt idx="11174">
                  <c:v>15:13</c:v>
                </c:pt>
                <c:pt idx="11175">
                  <c:v>15:13</c:v>
                </c:pt>
                <c:pt idx="11176">
                  <c:v>15:13</c:v>
                </c:pt>
                <c:pt idx="11177">
                  <c:v>15:13</c:v>
                </c:pt>
                <c:pt idx="11178">
                  <c:v>15:13</c:v>
                </c:pt>
                <c:pt idx="11179">
                  <c:v>15:13</c:v>
                </c:pt>
                <c:pt idx="11180">
                  <c:v>15:13</c:v>
                </c:pt>
                <c:pt idx="11181">
                  <c:v>15:13</c:v>
                </c:pt>
                <c:pt idx="11182">
                  <c:v>15:13</c:v>
                </c:pt>
                <c:pt idx="11183">
                  <c:v>15:13</c:v>
                </c:pt>
                <c:pt idx="11184">
                  <c:v>15:13</c:v>
                </c:pt>
                <c:pt idx="11185">
                  <c:v>15:13</c:v>
                </c:pt>
                <c:pt idx="11186">
                  <c:v>15:13</c:v>
                </c:pt>
                <c:pt idx="11187">
                  <c:v>15:13</c:v>
                </c:pt>
                <c:pt idx="11188">
                  <c:v>15:13</c:v>
                </c:pt>
                <c:pt idx="11189">
                  <c:v>15:13</c:v>
                </c:pt>
                <c:pt idx="11190">
                  <c:v>15:14</c:v>
                </c:pt>
                <c:pt idx="11191">
                  <c:v>15:14</c:v>
                </c:pt>
                <c:pt idx="11192">
                  <c:v>15:14</c:v>
                </c:pt>
                <c:pt idx="11193">
                  <c:v>15:14</c:v>
                </c:pt>
                <c:pt idx="11194">
                  <c:v>15:14</c:v>
                </c:pt>
                <c:pt idx="11195">
                  <c:v>15:14</c:v>
                </c:pt>
                <c:pt idx="11196">
                  <c:v>15:14</c:v>
                </c:pt>
                <c:pt idx="11197">
                  <c:v>15:14</c:v>
                </c:pt>
                <c:pt idx="11198">
                  <c:v>15:14</c:v>
                </c:pt>
                <c:pt idx="11199">
                  <c:v>15:14</c:v>
                </c:pt>
                <c:pt idx="11200">
                  <c:v>15:14</c:v>
                </c:pt>
                <c:pt idx="11201">
                  <c:v>15:14</c:v>
                </c:pt>
                <c:pt idx="11202">
                  <c:v>15:14</c:v>
                </c:pt>
                <c:pt idx="11203">
                  <c:v>15:14</c:v>
                </c:pt>
                <c:pt idx="11204">
                  <c:v>15:14</c:v>
                </c:pt>
                <c:pt idx="11205">
                  <c:v>15:14</c:v>
                </c:pt>
                <c:pt idx="11206">
                  <c:v>15:14</c:v>
                </c:pt>
                <c:pt idx="11207">
                  <c:v>15:14</c:v>
                </c:pt>
                <c:pt idx="11208">
                  <c:v>15:14</c:v>
                </c:pt>
                <c:pt idx="11209">
                  <c:v>15:14</c:v>
                </c:pt>
                <c:pt idx="11210">
                  <c:v>15:14</c:v>
                </c:pt>
                <c:pt idx="11211">
                  <c:v>15:14</c:v>
                </c:pt>
                <c:pt idx="11212">
                  <c:v>15:14</c:v>
                </c:pt>
                <c:pt idx="11213">
                  <c:v>15:14</c:v>
                </c:pt>
                <c:pt idx="11214">
                  <c:v>15:14</c:v>
                </c:pt>
                <c:pt idx="11215">
                  <c:v>15:14</c:v>
                </c:pt>
                <c:pt idx="11216">
                  <c:v>15:14</c:v>
                </c:pt>
                <c:pt idx="11217">
                  <c:v>15:14</c:v>
                </c:pt>
                <c:pt idx="11218">
                  <c:v>15:14</c:v>
                </c:pt>
                <c:pt idx="11219">
                  <c:v>15:14</c:v>
                </c:pt>
                <c:pt idx="11220">
                  <c:v>15:15</c:v>
                </c:pt>
                <c:pt idx="11221">
                  <c:v>15:15</c:v>
                </c:pt>
                <c:pt idx="11222">
                  <c:v>15:15</c:v>
                </c:pt>
                <c:pt idx="11223">
                  <c:v>15:15</c:v>
                </c:pt>
                <c:pt idx="11224">
                  <c:v>15:15</c:v>
                </c:pt>
                <c:pt idx="11225">
                  <c:v>15:15</c:v>
                </c:pt>
                <c:pt idx="11226">
                  <c:v>15:15</c:v>
                </c:pt>
                <c:pt idx="11227">
                  <c:v>15:15</c:v>
                </c:pt>
                <c:pt idx="11228">
                  <c:v>15:15</c:v>
                </c:pt>
                <c:pt idx="11229">
                  <c:v>15:15</c:v>
                </c:pt>
                <c:pt idx="11230">
                  <c:v>15:15</c:v>
                </c:pt>
                <c:pt idx="11231">
                  <c:v>15:15</c:v>
                </c:pt>
                <c:pt idx="11232">
                  <c:v>15:15</c:v>
                </c:pt>
                <c:pt idx="11233">
                  <c:v>15:15</c:v>
                </c:pt>
                <c:pt idx="11234">
                  <c:v>15:15</c:v>
                </c:pt>
                <c:pt idx="11235">
                  <c:v>15:15</c:v>
                </c:pt>
                <c:pt idx="11236">
                  <c:v>15:15</c:v>
                </c:pt>
                <c:pt idx="11237">
                  <c:v>15:15</c:v>
                </c:pt>
                <c:pt idx="11238">
                  <c:v>15:15</c:v>
                </c:pt>
                <c:pt idx="11239">
                  <c:v>15:15</c:v>
                </c:pt>
                <c:pt idx="11240">
                  <c:v>15:15</c:v>
                </c:pt>
                <c:pt idx="11241">
                  <c:v>15:15</c:v>
                </c:pt>
                <c:pt idx="11242">
                  <c:v>15:15</c:v>
                </c:pt>
                <c:pt idx="11243">
                  <c:v>15:15</c:v>
                </c:pt>
                <c:pt idx="11244">
                  <c:v>15:15</c:v>
                </c:pt>
                <c:pt idx="11245">
                  <c:v>15:15</c:v>
                </c:pt>
                <c:pt idx="11246">
                  <c:v>15:15</c:v>
                </c:pt>
                <c:pt idx="11247">
                  <c:v>15:15</c:v>
                </c:pt>
                <c:pt idx="11248">
                  <c:v>15:15</c:v>
                </c:pt>
                <c:pt idx="11249">
                  <c:v>15:15</c:v>
                </c:pt>
                <c:pt idx="11250">
                  <c:v>15:16</c:v>
                </c:pt>
                <c:pt idx="11251">
                  <c:v>15:16</c:v>
                </c:pt>
                <c:pt idx="11252">
                  <c:v>15:16</c:v>
                </c:pt>
                <c:pt idx="11253">
                  <c:v>15:16</c:v>
                </c:pt>
                <c:pt idx="11254">
                  <c:v>15:16</c:v>
                </c:pt>
                <c:pt idx="11255">
                  <c:v>15:16</c:v>
                </c:pt>
                <c:pt idx="11256">
                  <c:v>15:16</c:v>
                </c:pt>
                <c:pt idx="11257">
                  <c:v>15:16</c:v>
                </c:pt>
                <c:pt idx="11258">
                  <c:v>15:16</c:v>
                </c:pt>
                <c:pt idx="11259">
                  <c:v>15:16</c:v>
                </c:pt>
                <c:pt idx="11260">
                  <c:v>15:16</c:v>
                </c:pt>
                <c:pt idx="11261">
                  <c:v>15:16</c:v>
                </c:pt>
                <c:pt idx="11262">
                  <c:v>15:16</c:v>
                </c:pt>
                <c:pt idx="11263">
                  <c:v>15:16</c:v>
                </c:pt>
                <c:pt idx="11264">
                  <c:v>15:16</c:v>
                </c:pt>
                <c:pt idx="11265">
                  <c:v>15:16</c:v>
                </c:pt>
                <c:pt idx="11266">
                  <c:v>15:16</c:v>
                </c:pt>
                <c:pt idx="11267">
                  <c:v>15:16</c:v>
                </c:pt>
                <c:pt idx="11268">
                  <c:v>15:16</c:v>
                </c:pt>
                <c:pt idx="11269">
                  <c:v>15:16</c:v>
                </c:pt>
                <c:pt idx="11270">
                  <c:v>15:16</c:v>
                </c:pt>
                <c:pt idx="11271">
                  <c:v>15:16</c:v>
                </c:pt>
                <c:pt idx="11272">
                  <c:v>15:16</c:v>
                </c:pt>
                <c:pt idx="11273">
                  <c:v>15:16</c:v>
                </c:pt>
                <c:pt idx="11274">
                  <c:v>15:16</c:v>
                </c:pt>
                <c:pt idx="11275">
                  <c:v>15:16</c:v>
                </c:pt>
                <c:pt idx="11276">
                  <c:v>15:16</c:v>
                </c:pt>
                <c:pt idx="11277">
                  <c:v>15:16</c:v>
                </c:pt>
                <c:pt idx="11278">
                  <c:v>15:16</c:v>
                </c:pt>
                <c:pt idx="11279">
                  <c:v>15:16</c:v>
                </c:pt>
                <c:pt idx="11280">
                  <c:v>15:17</c:v>
                </c:pt>
                <c:pt idx="11281">
                  <c:v>15:17</c:v>
                </c:pt>
                <c:pt idx="11282">
                  <c:v>15:17</c:v>
                </c:pt>
                <c:pt idx="11283">
                  <c:v>15:17</c:v>
                </c:pt>
                <c:pt idx="11284">
                  <c:v>15:17</c:v>
                </c:pt>
                <c:pt idx="11285">
                  <c:v>15:17</c:v>
                </c:pt>
                <c:pt idx="11286">
                  <c:v>15:17</c:v>
                </c:pt>
                <c:pt idx="11287">
                  <c:v>15:17</c:v>
                </c:pt>
                <c:pt idx="11288">
                  <c:v>15:17</c:v>
                </c:pt>
                <c:pt idx="11289">
                  <c:v>15:17</c:v>
                </c:pt>
                <c:pt idx="11290">
                  <c:v>15:17</c:v>
                </c:pt>
                <c:pt idx="11291">
                  <c:v>15:17</c:v>
                </c:pt>
                <c:pt idx="11292">
                  <c:v>15:17</c:v>
                </c:pt>
                <c:pt idx="11293">
                  <c:v>15:17</c:v>
                </c:pt>
                <c:pt idx="11294">
                  <c:v>15:17</c:v>
                </c:pt>
                <c:pt idx="11295">
                  <c:v>15:17</c:v>
                </c:pt>
                <c:pt idx="11296">
                  <c:v>15:17</c:v>
                </c:pt>
                <c:pt idx="11297">
                  <c:v>15:17</c:v>
                </c:pt>
                <c:pt idx="11298">
                  <c:v>15:17</c:v>
                </c:pt>
                <c:pt idx="11299">
                  <c:v>15:17</c:v>
                </c:pt>
                <c:pt idx="11300">
                  <c:v>15:17</c:v>
                </c:pt>
                <c:pt idx="11301">
                  <c:v>15:17</c:v>
                </c:pt>
                <c:pt idx="11302">
                  <c:v>15:17</c:v>
                </c:pt>
                <c:pt idx="11303">
                  <c:v>15:17</c:v>
                </c:pt>
                <c:pt idx="11304">
                  <c:v>15:17</c:v>
                </c:pt>
                <c:pt idx="11305">
                  <c:v>15:17</c:v>
                </c:pt>
                <c:pt idx="11306">
                  <c:v>15:17</c:v>
                </c:pt>
                <c:pt idx="11307">
                  <c:v>15:17</c:v>
                </c:pt>
                <c:pt idx="11308">
                  <c:v>15:17</c:v>
                </c:pt>
                <c:pt idx="11309">
                  <c:v>15:17</c:v>
                </c:pt>
                <c:pt idx="11310">
                  <c:v>15:18</c:v>
                </c:pt>
                <c:pt idx="11311">
                  <c:v>15:18</c:v>
                </c:pt>
                <c:pt idx="11312">
                  <c:v>15:18</c:v>
                </c:pt>
                <c:pt idx="11313">
                  <c:v>15:18</c:v>
                </c:pt>
                <c:pt idx="11314">
                  <c:v>15:18</c:v>
                </c:pt>
                <c:pt idx="11315">
                  <c:v>15:18</c:v>
                </c:pt>
                <c:pt idx="11316">
                  <c:v>15:18</c:v>
                </c:pt>
                <c:pt idx="11317">
                  <c:v>15:18</c:v>
                </c:pt>
                <c:pt idx="11318">
                  <c:v>15:18</c:v>
                </c:pt>
                <c:pt idx="11319">
                  <c:v>15:18</c:v>
                </c:pt>
                <c:pt idx="11320">
                  <c:v>15:18</c:v>
                </c:pt>
                <c:pt idx="11321">
                  <c:v>15:18</c:v>
                </c:pt>
                <c:pt idx="11322">
                  <c:v>15:18</c:v>
                </c:pt>
                <c:pt idx="11323">
                  <c:v>15:18</c:v>
                </c:pt>
                <c:pt idx="11324">
                  <c:v>15:18</c:v>
                </c:pt>
                <c:pt idx="11325">
                  <c:v>15:18</c:v>
                </c:pt>
                <c:pt idx="11326">
                  <c:v>15:18</c:v>
                </c:pt>
                <c:pt idx="11327">
                  <c:v>15:18</c:v>
                </c:pt>
                <c:pt idx="11328">
                  <c:v>15:18</c:v>
                </c:pt>
                <c:pt idx="11329">
                  <c:v>15:18</c:v>
                </c:pt>
                <c:pt idx="11330">
                  <c:v>15:18</c:v>
                </c:pt>
                <c:pt idx="11331">
                  <c:v>15:18</c:v>
                </c:pt>
                <c:pt idx="11332">
                  <c:v>15:18</c:v>
                </c:pt>
                <c:pt idx="11333">
                  <c:v>15:18</c:v>
                </c:pt>
                <c:pt idx="11334">
                  <c:v>15:18</c:v>
                </c:pt>
                <c:pt idx="11335">
                  <c:v>15:18</c:v>
                </c:pt>
                <c:pt idx="11336">
                  <c:v>15:18</c:v>
                </c:pt>
                <c:pt idx="11337">
                  <c:v>15:18</c:v>
                </c:pt>
                <c:pt idx="11338">
                  <c:v>15:18</c:v>
                </c:pt>
                <c:pt idx="11339">
                  <c:v>15:18</c:v>
                </c:pt>
                <c:pt idx="11340">
                  <c:v>15:19</c:v>
                </c:pt>
                <c:pt idx="11341">
                  <c:v>15:19</c:v>
                </c:pt>
                <c:pt idx="11342">
                  <c:v>15:19</c:v>
                </c:pt>
                <c:pt idx="11343">
                  <c:v>15:19</c:v>
                </c:pt>
                <c:pt idx="11344">
                  <c:v>15:19</c:v>
                </c:pt>
                <c:pt idx="11345">
                  <c:v>15:19</c:v>
                </c:pt>
                <c:pt idx="11346">
                  <c:v>15:19</c:v>
                </c:pt>
                <c:pt idx="11347">
                  <c:v>15:19</c:v>
                </c:pt>
                <c:pt idx="11348">
                  <c:v>15:19</c:v>
                </c:pt>
                <c:pt idx="11349">
                  <c:v>15:19</c:v>
                </c:pt>
                <c:pt idx="11350">
                  <c:v>15:19</c:v>
                </c:pt>
                <c:pt idx="11351">
                  <c:v>15:19</c:v>
                </c:pt>
                <c:pt idx="11352">
                  <c:v>15:19</c:v>
                </c:pt>
                <c:pt idx="11353">
                  <c:v>15:19</c:v>
                </c:pt>
                <c:pt idx="11354">
                  <c:v>15:19</c:v>
                </c:pt>
                <c:pt idx="11355">
                  <c:v>15:19</c:v>
                </c:pt>
                <c:pt idx="11356">
                  <c:v>15:19</c:v>
                </c:pt>
                <c:pt idx="11357">
                  <c:v>15:19</c:v>
                </c:pt>
                <c:pt idx="11358">
                  <c:v>15:19</c:v>
                </c:pt>
                <c:pt idx="11359">
                  <c:v>15:19</c:v>
                </c:pt>
                <c:pt idx="11360">
                  <c:v>15:19</c:v>
                </c:pt>
                <c:pt idx="11361">
                  <c:v>15:19</c:v>
                </c:pt>
                <c:pt idx="11362">
                  <c:v>15:19</c:v>
                </c:pt>
                <c:pt idx="11363">
                  <c:v>15:19</c:v>
                </c:pt>
                <c:pt idx="11364">
                  <c:v>15:19</c:v>
                </c:pt>
                <c:pt idx="11365">
                  <c:v>15:19</c:v>
                </c:pt>
                <c:pt idx="11366">
                  <c:v>15:19</c:v>
                </c:pt>
                <c:pt idx="11367">
                  <c:v>15:19</c:v>
                </c:pt>
                <c:pt idx="11368">
                  <c:v>15:19</c:v>
                </c:pt>
                <c:pt idx="11369">
                  <c:v>15:19</c:v>
                </c:pt>
                <c:pt idx="11370">
                  <c:v>15:20</c:v>
                </c:pt>
                <c:pt idx="11371">
                  <c:v>15:20</c:v>
                </c:pt>
                <c:pt idx="11372">
                  <c:v>15:20</c:v>
                </c:pt>
                <c:pt idx="11373">
                  <c:v>15:20</c:v>
                </c:pt>
                <c:pt idx="11374">
                  <c:v>15:20</c:v>
                </c:pt>
                <c:pt idx="11375">
                  <c:v>15:20</c:v>
                </c:pt>
                <c:pt idx="11376">
                  <c:v>15:20</c:v>
                </c:pt>
                <c:pt idx="11377">
                  <c:v>15:20</c:v>
                </c:pt>
                <c:pt idx="11378">
                  <c:v>15:20</c:v>
                </c:pt>
                <c:pt idx="11379">
                  <c:v>15:20</c:v>
                </c:pt>
                <c:pt idx="11380">
                  <c:v>15:20</c:v>
                </c:pt>
                <c:pt idx="11381">
                  <c:v>15:20</c:v>
                </c:pt>
                <c:pt idx="11382">
                  <c:v>15:20</c:v>
                </c:pt>
                <c:pt idx="11383">
                  <c:v>15:20</c:v>
                </c:pt>
                <c:pt idx="11384">
                  <c:v>15:20</c:v>
                </c:pt>
                <c:pt idx="11385">
                  <c:v>15:20</c:v>
                </c:pt>
                <c:pt idx="11386">
                  <c:v>15:20</c:v>
                </c:pt>
                <c:pt idx="11387">
                  <c:v>15:20</c:v>
                </c:pt>
                <c:pt idx="11388">
                  <c:v>15:20</c:v>
                </c:pt>
                <c:pt idx="11389">
                  <c:v>15:20</c:v>
                </c:pt>
                <c:pt idx="11390">
                  <c:v>15:20</c:v>
                </c:pt>
                <c:pt idx="11391">
                  <c:v>15:20</c:v>
                </c:pt>
                <c:pt idx="11392">
                  <c:v>15:20</c:v>
                </c:pt>
                <c:pt idx="11393">
                  <c:v>15:20</c:v>
                </c:pt>
                <c:pt idx="11394">
                  <c:v>15:20</c:v>
                </c:pt>
                <c:pt idx="11395">
                  <c:v>15:20</c:v>
                </c:pt>
                <c:pt idx="11396">
                  <c:v>15:20</c:v>
                </c:pt>
                <c:pt idx="11397">
                  <c:v>15:20</c:v>
                </c:pt>
                <c:pt idx="11398">
                  <c:v>15:20</c:v>
                </c:pt>
                <c:pt idx="11399">
                  <c:v>15:20</c:v>
                </c:pt>
                <c:pt idx="11400">
                  <c:v>15:21</c:v>
                </c:pt>
                <c:pt idx="11401">
                  <c:v>15:21</c:v>
                </c:pt>
                <c:pt idx="11402">
                  <c:v>15:21</c:v>
                </c:pt>
                <c:pt idx="11403">
                  <c:v>15:21</c:v>
                </c:pt>
                <c:pt idx="11404">
                  <c:v>15:21</c:v>
                </c:pt>
                <c:pt idx="11405">
                  <c:v>15:21</c:v>
                </c:pt>
                <c:pt idx="11406">
                  <c:v>15:21</c:v>
                </c:pt>
                <c:pt idx="11407">
                  <c:v>15:21</c:v>
                </c:pt>
                <c:pt idx="11408">
                  <c:v>15:21</c:v>
                </c:pt>
                <c:pt idx="11409">
                  <c:v>15:21</c:v>
                </c:pt>
                <c:pt idx="11410">
                  <c:v>15:21</c:v>
                </c:pt>
                <c:pt idx="11411">
                  <c:v>15:21</c:v>
                </c:pt>
                <c:pt idx="11412">
                  <c:v>15:21</c:v>
                </c:pt>
                <c:pt idx="11413">
                  <c:v>15:21</c:v>
                </c:pt>
                <c:pt idx="11414">
                  <c:v>15:21</c:v>
                </c:pt>
                <c:pt idx="11415">
                  <c:v>15:21</c:v>
                </c:pt>
                <c:pt idx="11416">
                  <c:v>15:21</c:v>
                </c:pt>
                <c:pt idx="11417">
                  <c:v>15:21</c:v>
                </c:pt>
                <c:pt idx="11418">
                  <c:v>15:21</c:v>
                </c:pt>
                <c:pt idx="11419">
                  <c:v>15:21</c:v>
                </c:pt>
                <c:pt idx="11420">
                  <c:v>15:21</c:v>
                </c:pt>
                <c:pt idx="11421">
                  <c:v>15:21</c:v>
                </c:pt>
                <c:pt idx="11422">
                  <c:v>15:21</c:v>
                </c:pt>
                <c:pt idx="11423">
                  <c:v>15:21</c:v>
                </c:pt>
                <c:pt idx="11424">
                  <c:v>15:21</c:v>
                </c:pt>
                <c:pt idx="11425">
                  <c:v>15:21</c:v>
                </c:pt>
                <c:pt idx="11426">
                  <c:v>15:21</c:v>
                </c:pt>
                <c:pt idx="11427">
                  <c:v>15:21</c:v>
                </c:pt>
                <c:pt idx="11428">
                  <c:v>15:21</c:v>
                </c:pt>
                <c:pt idx="11429">
                  <c:v>15:21</c:v>
                </c:pt>
                <c:pt idx="11430">
                  <c:v>15:22</c:v>
                </c:pt>
                <c:pt idx="11431">
                  <c:v>15:22</c:v>
                </c:pt>
                <c:pt idx="11432">
                  <c:v>15:22</c:v>
                </c:pt>
                <c:pt idx="11433">
                  <c:v>15:22</c:v>
                </c:pt>
                <c:pt idx="11434">
                  <c:v>15:22</c:v>
                </c:pt>
                <c:pt idx="11435">
                  <c:v>15:22</c:v>
                </c:pt>
                <c:pt idx="11436">
                  <c:v>15:22</c:v>
                </c:pt>
                <c:pt idx="11437">
                  <c:v>15:22</c:v>
                </c:pt>
                <c:pt idx="11438">
                  <c:v>15:22</c:v>
                </c:pt>
                <c:pt idx="11439">
                  <c:v>15:22</c:v>
                </c:pt>
                <c:pt idx="11440">
                  <c:v>15:22</c:v>
                </c:pt>
                <c:pt idx="11441">
                  <c:v>15:22</c:v>
                </c:pt>
                <c:pt idx="11442">
                  <c:v>15:22</c:v>
                </c:pt>
                <c:pt idx="11443">
                  <c:v>15:22</c:v>
                </c:pt>
                <c:pt idx="11444">
                  <c:v>15:22</c:v>
                </c:pt>
                <c:pt idx="11445">
                  <c:v>15:22</c:v>
                </c:pt>
                <c:pt idx="11446">
                  <c:v>15:22</c:v>
                </c:pt>
                <c:pt idx="11447">
                  <c:v>15:22</c:v>
                </c:pt>
                <c:pt idx="11448">
                  <c:v>15:22</c:v>
                </c:pt>
                <c:pt idx="11449">
                  <c:v>15:22</c:v>
                </c:pt>
                <c:pt idx="11450">
                  <c:v>15:22</c:v>
                </c:pt>
                <c:pt idx="11451">
                  <c:v>15:22</c:v>
                </c:pt>
                <c:pt idx="11452">
                  <c:v>15:22</c:v>
                </c:pt>
                <c:pt idx="11453">
                  <c:v>15:22</c:v>
                </c:pt>
                <c:pt idx="11454">
                  <c:v>15:22</c:v>
                </c:pt>
                <c:pt idx="11455">
                  <c:v>15:22</c:v>
                </c:pt>
                <c:pt idx="11456">
                  <c:v>15:22</c:v>
                </c:pt>
                <c:pt idx="11457">
                  <c:v>15:22</c:v>
                </c:pt>
                <c:pt idx="11458">
                  <c:v>15:22</c:v>
                </c:pt>
                <c:pt idx="11459">
                  <c:v>15:22</c:v>
                </c:pt>
                <c:pt idx="11460">
                  <c:v>15:23</c:v>
                </c:pt>
                <c:pt idx="11461">
                  <c:v>15:23</c:v>
                </c:pt>
                <c:pt idx="11462">
                  <c:v>15:23</c:v>
                </c:pt>
                <c:pt idx="11463">
                  <c:v>15:23</c:v>
                </c:pt>
                <c:pt idx="11464">
                  <c:v>15:23</c:v>
                </c:pt>
                <c:pt idx="11465">
                  <c:v>15:23</c:v>
                </c:pt>
                <c:pt idx="11466">
                  <c:v>15:23</c:v>
                </c:pt>
                <c:pt idx="11467">
                  <c:v>15:23</c:v>
                </c:pt>
                <c:pt idx="11468">
                  <c:v>15:23</c:v>
                </c:pt>
                <c:pt idx="11469">
                  <c:v>15:23</c:v>
                </c:pt>
                <c:pt idx="11470">
                  <c:v>15:23</c:v>
                </c:pt>
                <c:pt idx="11471">
                  <c:v>15:23</c:v>
                </c:pt>
                <c:pt idx="11472">
                  <c:v>15:23</c:v>
                </c:pt>
                <c:pt idx="11473">
                  <c:v>15:23</c:v>
                </c:pt>
                <c:pt idx="11474">
                  <c:v>15:23</c:v>
                </c:pt>
                <c:pt idx="11475">
                  <c:v>15:23</c:v>
                </c:pt>
                <c:pt idx="11476">
                  <c:v>15:23</c:v>
                </c:pt>
                <c:pt idx="11477">
                  <c:v>15:23</c:v>
                </c:pt>
                <c:pt idx="11478">
                  <c:v>15:23</c:v>
                </c:pt>
                <c:pt idx="11479">
                  <c:v>15:23</c:v>
                </c:pt>
                <c:pt idx="11480">
                  <c:v>15:23</c:v>
                </c:pt>
                <c:pt idx="11481">
                  <c:v>15:23</c:v>
                </c:pt>
                <c:pt idx="11482">
                  <c:v>15:23</c:v>
                </c:pt>
                <c:pt idx="11483">
                  <c:v>15:23</c:v>
                </c:pt>
                <c:pt idx="11484">
                  <c:v>15:23</c:v>
                </c:pt>
                <c:pt idx="11485">
                  <c:v>15:23</c:v>
                </c:pt>
                <c:pt idx="11486">
                  <c:v>15:23</c:v>
                </c:pt>
                <c:pt idx="11487">
                  <c:v>15:23</c:v>
                </c:pt>
                <c:pt idx="11488">
                  <c:v>15:23</c:v>
                </c:pt>
                <c:pt idx="11489">
                  <c:v>15:23</c:v>
                </c:pt>
                <c:pt idx="11490">
                  <c:v>15:24</c:v>
                </c:pt>
                <c:pt idx="11491">
                  <c:v>15:24</c:v>
                </c:pt>
                <c:pt idx="11492">
                  <c:v>15:24</c:v>
                </c:pt>
                <c:pt idx="11493">
                  <c:v>15:24</c:v>
                </c:pt>
                <c:pt idx="11494">
                  <c:v>15:24</c:v>
                </c:pt>
                <c:pt idx="11495">
                  <c:v>15:24</c:v>
                </c:pt>
                <c:pt idx="11496">
                  <c:v>15:24</c:v>
                </c:pt>
                <c:pt idx="11497">
                  <c:v>15:24</c:v>
                </c:pt>
                <c:pt idx="11498">
                  <c:v>15:24</c:v>
                </c:pt>
                <c:pt idx="11499">
                  <c:v>15:24</c:v>
                </c:pt>
                <c:pt idx="11500">
                  <c:v>15:24</c:v>
                </c:pt>
                <c:pt idx="11501">
                  <c:v>15:24</c:v>
                </c:pt>
                <c:pt idx="11502">
                  <c:v>15:24</c:v>
                </c:pt>
                <c:pt idx="11503">
                  <c:v>15:24</c:v>
                </c:pt>
                <c:pt idx="11504">
                  <c:v>15:24</c:v>
                </c:pt>
                <c:pt idx="11505">
                  <c:v>15:24</c:v>
                </c:pt>
                <c:pt idx="11506">
                  <c:v>15:24</c:v>
                </c:pt>
                <c:pt idx="11507">
                  <c:v>15:24</c:v>
                </c:pt>
                <c:pt idx="11508">
                  <c:v>15:24</c:v>
                </c:pt>
                <c:pt idx="11509">
                  <c:v>15:24</c:v>
                </c:pt>
                <c:pt idx="11510">
                  <c:v>15:24</c:v>
                </c:pt>
                <c:pt idx="11511">
                  <c:v>15:24</c:v>
                </c:pt>
                <c:pt idx="11512">
                  <c:v>15:24</c:v>
                </c:pt>
                <c:pt idx="11513">
                  <c:v>15:24</c:v>
                </c:pt>
                <c:pt idx="11514">
                  <c:v>15:24</c:v>
                </c:pt>
                <c:pt idx="11515">
                  <c:v>15:24</c:v>
                </c:pt>
                <c:pt idx="11516">
                  <c:v>15:24</c:v>
                </c:pt>
                <c:pt idx="11517">
                  <c:v>15:24</c:v>
                </c:pt>
                <c:pt idx="11518">
                  <c:v>15:24</c:v>
                </c:pt>
                <c:pt idx="11519">
                  <c:v>15:24</c:v>
                </c:pt>
                <c:pt idx="11520">
                  <c:v>15:25</c:v>
                </c:pt>
                <c:pt idx="11521">
                  <c:v>15:25</c:v>
                </c:pt>
                <c:pt idx="11522">
                  <c:v>15:25</c:v>
                </c:pt>
                <c:pt idx="11523">
                  <c:v>15:25</c:v>
                </c:pt>
                <c:pt idx="11524">
                  <c:v>15:25</c:v>
                </c:pt>
                <c:pt idx="11525">
                  <c:v>15:25</c:v>
                </c:pt>
                <c:pt idx="11526">
                  <c:v>15:25</c:v>
                </c:pt>
                <c:pt idx="11527">
                  <c:v>15:25</c:v>
                </c:pt>
                <c:pt idx="11528">
                  <c:v>15:25</c:v>
                </c:pt>
                <c:pt idx="11529">
                  <c:v>15:25</c:v>
                </c:pt>
                <c:pt idx="11530">
                  <c:v>15:25</c:v>
                </c:pt>
                <c:pt idx="11531">
                  <c:v>15:25</c:v>
                </c:pt>
                <c:pt idx="11532">
                  <c:v>15:25</c:v>
                </c:pt>
                <c:pt idx="11533">
                  <c:v>15:25</c:v>
                </c:pt>
                <c:pt idx="11534">
                  <c:v>15:25</c:v>
                </c:pt>
                <c:pt idx="11535">
                  <c:v>15:25</c:v>
                </c:pt>
                <c:pt idx="11536">
                  <c:v>15:25</c:v>
                </c:pt>
                <c:pt idx="11537">
                  <c:v>15:25</c:v>
                </c:pt>
                <c:pt idx="11538">
                  <c:v>15:25</c:v>
                </c:pt>
                <c:pt idx="11539">
                  <c:v>15:25</c:v>
                </c:pt>
                <c:pt idx="11540">
                  <c:v>15:25</c:v>
                </c:pt>
                <c:pt idx="11541">
                  <c:v>15:25</c:v>
                </c:pt>
                <c:pt idx="11542">
                  <c:v>15:25</c:v>
                </c:pt>
                <c:pt idx="11543">
                  <c:v>15:25</c:v>
                </c:pt>
                <c:pt idx="11544">
                  <c:v>15:25</c:v>
                </c:pt>
                <c:pt idx="11545">
                  <c:v>15:25</c:v>
                </c:pt>
                <c:pt idx="11546">
                  <c:v>15:25</c:v>
                </c:pt>
                <c:pt idx="11547">
                  <c:v>15:25</c:v>
                </c:pt>
                <c:pt idx="11548">
                  <c:v>15:25</c:v>
                </c:pt>
                <c:pt idx="11549">
                  <c:v>15:25</c:v>
                </c:pt>
                <c:pt idx="11550">
                  <c:v>15:26</c:v>
                </c:pt>
                <c:pt idx="11551">
                  <c:v>15:26</c:v>
                </c:pt>
                <c:pt idx="11552">
                  <c:v>15:26</c:v>
                </c:pt>
                <c:pt idx="11553">
                  <c:v>15:26</c:v>
                </c:pt>
                <c:pt idx="11554">
                  <c:v>15:26</c:v>
                </c:pt>
                <c:pt idx="11555">
                  <c:v>15:26</c:v>
                </c:pt>
                <c:pt idx="11556">
                  <c:v>15:26</c:v>
                </c:pt>
                <c:pt idx="11557">
                  <c:v>15:26</c:v>
                </c:pt>
                <c:pt idx="11558">
                  <c:v>15:26</c:v>
                </c:pt>
                <c:pt idx="11559">
                  <c:v>15:26</c:v>
                </c:pt>
                <c:pt idx="11560">
                  <c:v>15:26</c:v>
                </c:pt>
                <c:pt idx="11561">
                  <c:v>15:26</c:v>
                </c:pt>
                <c:pt idx="11562">
                  <c:v>15:26</c:v>
                </c:pt>
                <c:pt idx="11563">
                  <c:v>15:26</c:v>
                </c:pt>
                <c:pt idx="11564">
                  <c:v>15:26</c:v>
                </c:pt>
                <c:pt idx="11565">
                  <c:v>15:26</c:v>
                </c:pt>
                <c:pt idx="11566">
                  <c:v>15:26</c:v>
                </c:pt>
                <c:pt idx="11567">
                  <c:v>15:26</c:v>
                </c:pt>
                <c:pt idx="11568">
                  <c:v>15:26</c:v>
                </c:pt>
                <c:pt idx="11569">
                  <c:v>15:26</c:v>
                </c:pt>
                <c:pt idx="11570">
                  <c:v>15:26</c:v>
                </c:pt>
                <c:pt idx="11571">
                  <c:v>15:26</c:v>
                </c:pt>
                <c:pt idx="11572">
                  <c:v>15:26</c:v>
                </c:pt>
                <c:pt idx="11573">
                  <c:v>15:26</c:v>
                </c:pt>
                <c:pt idx="11574">
                  <c:v>15:26</c:v>
                </c:pt>
                <c:pt idx="11575">
                  <c:v>15:26</c:v>
                </c:pt>
                <c:pt idx="11576">
                  <c:v>15:26</c:v>
                </c:pt>
                <c:pt idx="11577">
                  <c:v>15:26</c:v>
                </c:pt>
                <c:pt idx="11578">
                  <c:v>15:26</c:v>
                </c:pt>
                <c:pt idx="11579">
                  <c:v>15:26</c:v>
                </c:pt>
                <c:pt idx="11580">
                  <c:v>15:27</c:v>
                </c:pt>
                <c:pt idx="11581">
                  <c:v>15:27</c:v>
                </c:pt>
                <c:pt idx="11582">
                  <c:v>15:27</c:v>
                </c:pt>
                <c:pt idx="11583">
                  <c:v>15:27</c:v>
                </c:pt>
                <c:pt idx="11584">
                  <c:v>15:27</c:v>
                </c:pt>
                <c:pt idx="11585">
                  <c:v>15:27</c:v>
                </c:pt>
                <c:pt idx="11586">
                  <c:v>15:27</c:v>
                </c:pt>
                <c:pt idx="11587">
                  <c:v>15:27</c:v>
                </c:pt>
                <c:pt idx="11588">
                  <c:v>15:27</c:v>
                </c:pt>
                <c:pt idx="11589">
                  <c:v>15:27</c:v>
                </c:pt>
                <c:pt idx="11590">
                  <c:v>15:27</c:v>
                </c:pt>
                <c:pt idx="11591">
                  <c:v>15:27</c:v>
                </c:pt>
                <c:pt idx="11592">
                  <c:v>15:27</c:v>
                </c:pt>
                <c:pt idx="11593">
                  <c:v>15:27</c:v>
                </c:pt>
                <c:pt idx="11594">
                  <c:v>15:27</c:v>
                </c:pt>
                <c:pt idx="11595">
                  <c:v>15:27</c:v>
                </c:pt>
                <c:pt idx="11596">
                  <c:v>15:27</c:v>
                </c:pt>
                <c:pt idx="11597">
                  <c:v>15:27</c:v>
                </c:pt>
                <c:pt idx="11598">
                  <c:v>15:27</c:v>
                </c:pt>
                <c:pt idx="11599">
                  <c:v>15:27</c:v>
                </c:pt>
                <c:pt idx="11600">
                  <c:v>15:27</c:v>
                </c:pt>
                <c:pt idx="11601">
                  <c:v>15:27</c:v>
                </c:pt>
                <c:pt idx="11602">
                  <c:v>15:27</c:v>
                </c:pt>
                <c:pt idx="11603">
                  <c:v>15:27</c:v>
                </c:pt>
                <c:pt idx="11604">
                  <c:v>15:27</c:v>
                </c:pt>
                <c:pt idx="11605">
                  <c:v>15:27</c:v>
                </c:pt>
                <c:pt idx="11606">
                  <c:v>15:27</c:v>
                </c:pt>
                <c:pt idx="11607">
                  <c:v>15:27</c:v>
                </c:pt>
                <c:pt idx="11608">
                  <c:v>15:27</c:v>
                </c:pt>
                <c:pt idx="11609">
                  <c:v>15:27</c:v>
                </c:pt>
                <c:pt idx="11610">
                  <c:v>15:28</c:v>
                </c:pt>
                <c:pt idx="11611">
                  <c:v>15:28</c:v>
                </c:pt>
                <c:pt idx="11612">
                  <c:v>15:28</c:v>
                </c:pt>
                <c:pt idx="11613">
                  <c:v>15:28</c:v>
                </c:pt>
                <c:pt idx="11614">
                  <c:v>15:28</c:v>
                </c:pt>
                <c:pt idx="11615">
                  <c:v>15:28</c:v>
                </c:pt>
                <c:pt idx="11616">
                  <c:v>15:28</c:v>
                </c:pt>
                <c:pt idx="11617">
                  <c:v>15:28</c:v>
                </c:pt>
                <c:pt idx="11618">
                  <c:v>15:28</c:v>
                </c:pt>
                <c:pt idx="11619">
                  <c:v>15:28</c:v>
                </c:pt>
                <c:pt idx="11620">
                  <c:v>15:28</c:v>
                </c:pt>
                <c:pt idx="11621">
                  <c:v>15:28</c:v>
                </c:pt>
                <c:pt idx="11622">
                  <c:v>15:28</c:v>
                </c:pt>
                <c:pt idx="11623">
                  <c:v>15:28</c:v>
                </c:pt>
                <c:pt idx="11624">
                  <c:v>15:28</c:v>
                </c:pt>
                <c:pt idx="11625">
                  <c:v>15:28</c:v>
                </c:pt>
                <c:pt idx="11626">
                  <c:v>15:28</c:v>
                </c:pt>
                <c:pt idx="11627">
                  <c:v>15:28</c:v>
                </c:pt>
                <c:pt idx="11628">
                  <c:v>15:28</c:v>
                </c:pt>
                <c:pt idx="11629">
                  <c:v>15:28</c:v>
                </c:pt>
                <c:pt idx="11630">
                  <c:v>15:28</c:v>
                </c:pt>
                <c:pt idx="11631">
                  <c:v>15:28</c:v>
                </c:pt>
                <c:pt idx="11632">
                  <c:v>15:28</c:v>
                </c:pt>
                <c:pt idx="11633">
                  <c:v>15:28</c:v>
                </c:pt>
                <c:pt idx="11634">
                  <c:v>15:28</c:v>
                </c:pt>
                <c:pt idx="11635">
                  <c:v>15:28</c:v>
                </c:pt>
                <c:pt idx="11636">
                  <c:v>15:28</c:v>
                </c:pt>
                <c:pt idx="11637">
                  <c:v>15:28</c:v>
                </c:pt>
                <c:pt idx="11638">
                  <c:v>15:28</c:v>
                </c:pt>
                <c:pt idx="11639">
                  <c:v>15:28</c:v>
                </c:pt>
                <c:pt idx="11640">
                  <c:v>15:29</c:v>
                </c:pt>
                <c:pt idx="11641">
                  <c:v>15:29</c:v>
                </c:pt>
                <c:pt idx="11642">
                  <c:v>15:29</c:v>
                </c:pt>
                <c:pt idx="11643">
                  <c:v>15:29</c:v>
                </c:pt>
                <c:pt idx="11644">
                  <c:v>15:29</c:v>
                </c:pt>
                <c:pt idx="11645">
                  <c:v>15:29</c:v>
                </c:pt>
                <c:pt idx="11646">
                  <c:v>15:29</c:v>
                </c:pt>
                <c:pt idx="11647">
                  <c:v>15:29</c:v>
                </c:pt>
                <c:pt idx="11648">
                  <c:v>15:29</c:v>
                </c:pt>
                <c:pt idx="11649">
                  <c:v>15:29</c:v>
                </c:pt>
                <c:pt idx="11650">
                  <c:v>15:29</c:v>
                </c:pt>
                <c:pt idx="11651">
                  <c:v>15:29</c:v>
                </c:pt>
                <c:pt idx="11652">
                  <c:v>15:29</c:v>
                </c:pt>
                <c:pt idx="11653">
                  <c:v>15:29</c:v>
                </c:pt>
                <c:pt idx="11654">
                  <c:v>15:29</c:v>
                </c:pt>
                <c:pt idx="11655">
                  <c:v>15:29</c:v>
                </c:pt>
                <c:pt idx="11656">
                  <c:v>15:29</c:v>
                </c:pt>
                <c:pt idx="11657">
                  <c:v>15:29</c:v>
                </c:pt>
                <c:pt idx="11658">
                  <c:v>15:29</c:v>
                </c:pt>
                <c:pt idx="11659">
                  <c:v>15:29</c:v>
                </c:pt>
                <c:pt idx="11660">
                  <c:v>15:29</c:v>
                </c:pt>
                <c:pt idx="11661">
                  <c:v>15:29</c:v>
                </c:pt>
                <c:pt idx="11662">
                  <c:v>15:29</c:v>
                </c:pt>
                <c:pt idx="11663">
                  <c:v>15:29</c:v>
                </c:pt>
                <c:pt idx="11664">
                  <c:v>15:29</c:v>
                </c:pt>
                <c:pt idx="11665">
                  <c:v>15:29</c:v>
                </c:pt>
                <c:pt idx="11666">
                  <c:v>15:29</c:v>
                </c:pt>
                <c:pt idx="11667">
                  <c:v>15:29</c:v>
                </c:pt>
                <c:pt idx="11668">
                  <c:v>15:29</c:v>
                </c:pt>
                <c:pt idx="11669">
                  <c:v>15:29</c:v>
                </c:pt>
                <c:pt idx="11670">
                  <c:v>15:30</c:v>
                </c:pt>
                <c:pt idx="11671">
                  <c:v>15:30</c:v>
                </c:pt>
                <c:pt idx="11672">
                  <c:v>15:30</c:v>
                </c:pt>
                <c:pt idx="11673">
                  <c:v>15:30</c:v>
                </c:pt>
                <c:pt idx="11674">
                  <c:v>15:30</c:v>
                </c:pt>
                <c:pt idx="11675">
                  <c:v>15:30</c:v>
                </c:pt>
                <c:pt idx="11676">
                  <c:v>15:30</c:v>
                </c:pt>
                <c:pt idx="11677">
                  <c:v>15:30</c:v>
                </c:pt>
                <c:pt idx="11678">
                  <c:v>15:30</c:v>
                </c:pt>
                <c:pt idx="11679">
                  <c:v>15:30</c:v>
                </c:pt>
                <c:pt idx="11680">
                  <c:v>15:30</c:v>
                </c:pt>
                <c:pt idx="11681">
                  <c:v>15:30</c:v>
                </c:pt>
                <c:pt idx="11682">
                  <c:v>15:30</c:v>
                </c:pt>
                <c:pt idx="11683">
                  <c:v>15:30</c:v>
                </c:pt>
                <c:pt idx="11684">
                  <c:v>15:30</c:v>
                </c:pt>
                <c:pt idx="11685">
                  <c:v>15:30</c:v>
                </c:pt>
                <c:pt idx="11686">
                  <c:v>15:30</c:v>
                </c:pt>
                <c:pt idx="11687">
                  <c:v>15:30</c:v>
                </c:pt>
                <c:pt idx="11688">
                  <c:v>15:30</c:v>
                </c:pt>
                <c:pt idx="11689">
                  <c:v>15:30</c:v>
                </c:pt>
                <c:pt idx="11690">
                  <c:v>15:30</c:v>
                </c:pt>
                <c:pt idx="11691">
                  <c:v>15:30</c:v>
                </c:pt>
                <c:pt idx="11692">
                  <c:v>15:30</c:v>
                </c:pt>
                <c:pt idx="11693">
                  <c:v>15:30</c:v>
                </c:pt>
                <c:pt idx="11694">
                  <c:v>15:30</c:v>
                </c:pt>
                <c:pt idx="11695">
                  <c:v>15:30</c:v>
                </c:pt>
                <c:pt idx="11696">
                  <c:v>15:30</c:v>
                </c:pt>
                <c:pt idx="11697">
                  <c:v>15:30</c:v>
                </c:pt>
                <c:pt idx="11698">
                  <c:v>15:30</c:v>
                </c:pt>
                <c:pt idx="11699">
                  <c:v>15:30</c:v>
                </c:pt>
                <c:pt idx="11700">
                  <c:v>15:31</c:v>
                </c:pt>
                <c:pt idx="11701">
                  <c:v>15:31</c:v>
                </c:pt>
                <c:pt idx="11702">
                  <c:v>15:31</c:v>
                </c:pt>
                <c:pt idx="11703">
                  <c:v>15:31</c:v>
                </c:pt>
                <c:pt idx="11704">
                  <c:v>15:31</c:v>
                </c:pt>
                <c:pt idx="11705">
                  <c:v>15:31</c:v>
                </c:pt>
                <c:pt idx="11706">
                  <c:v>15:31</c:v>
                </c:pt>
                <c:pt idx="11707">
                  <c:v>15:31</c:v>
                </c:pt>
                <c:pt idx="11708">
                  <c:v>15:31</c:v>
                </c:pt>
                <c:pt idx="11709">
                  <c:v>15:31</c:v>
                </c:pt>
                <c:pt idx="11710">
                  <c:v>15:31</c:v>
                </c:pt>
                <c:pt idx="11711">
                  <c:v>15:31</c:v>
                </c:pt>
                <c:pt idx="11712">
                  <c:v>15:31</c:v>
                </c:pt>
                <c:pt idx="11713">
                  <c:v>15:31</c:v>
                </c:pt>
                <c:pt idx="11714">
                  <c:v>15:31</c:v>
                </c:pt>
                <c:pt idx="11715">
                  <c:v>15:31</c:v>
                </c:pt>
                <c:pt idx="11716">
                  <c:v>15:31</c:v>
                </c:pt>
                <c:pt idx="11717">
                  <c:v>15:31</c:v>
                </c:pt>
                <c:pt idx="11718">
                  <c:v>15:31</c:v>
                </c:pt>
                <c:pt idx="11719">
                  <c:v>15:31</c:v>
                </c:pt>
                <c:pt idx="11720">
                  <c:v>15:31</c:v>
                </c:pt>
                <c:pt idx="11721">
                  <c:v>15:31</c:v>
                </c:pt>
                <c:pt idx="11722">
                  <c:v>15:31</c:v>
                </c:pt>
                <c:pt idx="11723">
                  <c:v>15:31</c:v>
                </c:pt>
                <c:pt idx="11724">
                  <c:v>15:31</c:v>
                </c:pt>
                <c:pt idx="11725">
                  <c:v>15:31</c:v>
                </c:pt>
                <c:pt idx="11726">
                  <c:v>15:31</c:v>
                </c:pt>
                <c:pt idx="11727">
                  <c:v>15:31</c:v>
                </c:pt>
                <c:pt idx="11728">
                  <c:v>15:31</c:v>
                </c:pt>
                <c:pt idx="11729">
                  <c:v>15:31</c:v>
                </c:pt>
                <c:pt idx="11730">
                  <c:v>15:32</c:v>
                </c:pt>
                <c:pt idx="11731">
                  <c:v>15:32</c:v>
                </c:pt>
                <c:pt idx="11732">
                  <c:v>15:32</c:v>
                </c:pt>
                <c:pt idx="11733">
                  <c:v>15:32</c:v>
                </c:pt>
                <c:pt idx="11734">
                  <c:v>15:32</c:v>
                </c:pt>
                <c:pt idx="11735">
                  <c:v>15:32</c:v>
                </c:pt>
                <c:pt idx="11736">
                  <c:v>15:32</c:v>
                </c:pt>
                <c:pt idx="11737">
                  <c:v>15:32</c:v>
                </c:pt>
                <c:pt idx="11738">
                  <c:v>15:32</c:v>
                </c:pt>
                <c:pt idx="11739">
                  <c:v>15:32</c:v>
                </c:pt>
                <c:pt idx="11740">
                  <c:v>15:32</c:v>
                </c:pt>
                <c:pt idx="11741">
                  <c:v>15:32</c:v>
                </c:pt>
                <c:pt idx="11742">
                  <c:v>15:32</c:v>
                </c:pt>
                <c:pt idx="11743">
                  <c:v>15:32</c:v>
                </c:pt>
                <c:pt idx="11744">
                  <c:v>15:32</c:v>
                </c:pt>
                <c:pt idx="11745">
                  <c:v>15:32</c:v>
                </c:pt>
                <c:pt idx="11746">
                  <c:v>15:32</c:v>
                </c:pt>
                <c:pt idx="11747">
                  <c:v>15:32</c:v>
                </c:pt>
                <c:pt idx="11748">
                  <c:v>15:32</c:v>
                </c:pt>
                <c:pt idx="11749">
                  <c:v>15:32</c:v>
                </c:pt>
                <c:pt idx="11750">
                  <c:v>15:32</c:v>
                </c:pt>
                <c:pt idx="11751">
                  <c:v>15:32</c:v>
                </c:pt>
                <c:pt idx="11752">
                  <c:v>15:32</c:v>
                </c:pt>
                <c:pt idx="11753">
                  <c:v>15:32</c:v>
                </c:pt>
                <c:pt idx="11754">
                  <c:v>15:32</c:v>
                </c:pt>
                <c:pt idx="11755">
                  <c:v>15:32</c:v>
                </c:pt>
                <c:pt idx="11756">
                  <c:v>15:32</c:v>
                </c:pt>
                <c:pt idx="11757">
                  <c:v>15:32</c:v>
                </c:pt>
                <c:pt idx="11758">
                  <c:v>15:32</c:v>
                </c:pt>
                <c:pt idx="11759">
                  <c:v>15:32</c:v>
                </c:pt>
                <c:pt idx="11760">
                  <c:v>15:33</c:v>
                </c:pt>
                <c:pt idx="11761">
                  <c:v>15:45</c:v>
                </c:pt>
              </c:strCache>
            </c:strRef>
          </c:cat>
          <c:val>
            <c:numRef>
              <c:f>Sheet1!$T$4:$T$11765</c:f>
              <c:numCache>
                <c:formatCode>0.0%</c:formatCode>
                <c:ptCount val="11762"/>
                <c:pt idx="0">
                  <c:v>0</c:v>
                </c:pt>
                <c:pt idx="1">
                  <c:v>2.9873417721518969E-2</c:v>
                </c:pt>
                <c:pt idx="2">
                  <c:v>3.0126582278480862E-2</c:v>
                </c:pt>
                <c:pt idx="3">
                  <c:v>2.835443037974672E-2</c:v>
                </c:pt>
                <c:pt idx="4">
                  <c:v>2.7594936708860596E-2</c:v>
                </c:pt>
                <c:pt idx="5">
                  <c:v>2.7088607594936587E-2</c:v>
                </c:pt>
                <c:pt idx="6">
                  <c:v>2.6582278481012578E-2</c:v>
                </c:pt>
                <c:pt idx="7">
                  <c:v>2.6835443037974693E-2</c:v>
                </c:pt>
                <c:pt idx="8">
                  <c:v>2.6835443037974693E-2</c:v>
                </c:pt>
                <c:pt idx="9">
                  <c:v>2.7088607594936587E-2</c:v>
                </c:pt>
                <c:pt idx="10">
                  <c:v>2.7594936708860596E-2</c:v>
                </c:pt>
                <c:pt idx="11">
                  <c:v>2.7848101265822711E-2</c:v>
                </c:pt>
                <c:pt idx="12">
                  <c:v>2.8101265822784827E-2</c:v>
                </c:pt>
                <c:pt idx="13">
                  <c:v>2.7848101265822711E-2</c:v>
                </c:pt>
                <c:pt idx="14">
                  <c:v>2.936708860759496E-2</c:v>
                </c:pt>
                <c:pt idx="15">
                  <c:v>3.1139240506329102E-2</c:v>
                </c:pt>
                <c:pt idx="16">
                  <c:v>3.215189873417712E-2</c:v>
                </c:pt>
                <c:pt idx="17">
                  <c:v>3.316455696202536E-2</c:v>
                </c:pt>
                <c:pt idx="18">
                  <c:v>3.3924050632911262E-2</c:v>
                </c:pt>
                <c:pt idx="19">
                  <c:v>3.4936708860759502E-2</c:v>
                </c:pt>
                <c:pt idx="20">
                  <c:v>3.5189873417721396E-2</c:v>
                </c:pt>
                <c:pt idx="21">
                  <c:v>3.5443037974683511E-2</c:v>
                </c:pt>
                <c:pt idx="22">
                  <c:v>3.4177215189873378E-2</c:v>
                </c:pt>
                <c:pt idx="23">
                  <c:v>3.4177215189873378E-2</c:v>
                </c:pt>
                <c:pt idx="24">
                  <c:v>3.3924050632911262E-2</c:v>
                </c:pt>
                <c:pt idx="25">
                  <c:v>3.4936708860759502E-2</c:v>
                </c:pt>
                <c:pt idx="26">
                  <c:v>3.6455696202531529E-2</c:v>
                </c:pt>
                <c:pt idx="27">
                  <c:v>3.6708860759493644E-2</c:v>
                </c:pt>
                <c:pt idx="28">
                  <c:v>3.696202531645576E-2</c:v>
                </c:pt>
                <c:pt idx="29">
                  <c:v>3.7974683544303778E-2</c:v>
                </c:pt>
                <c:pt idx="30">
                  <c:v>3.8987341772151796E-2</c:v>
                </c:pt>
                <c:pt idx="31">
                  <c:v>3.8987341772151796E-2</c:v>
                </c:pt>
                <c:pt idx="32">
                  <c:v>3.9240506329113911E-2</c:v>
                </c:pt>
                <c:pt idx="33">
                  <c:v>3.8481012658227787E-2</c:v>
                </c:pt>
                <c:pt idx="34">
                  <c:v>3.6202531645569636E-2</c:v>
                </c:pt>
                <c:pt idx="35">
                  <c:v>3.6202531645569636E-2</c:v>
                </c:pt>
                <c:pt idx="36">
                  <c:v>3.7468354430379769E-2</c:v>
                </c:pt>
                <c:pt idx="37">
                  <c:v>3.696202531645576E-2</c:v>
                </c:pt>
                <c:pt idx="38">
                  <c:v>3.7974683544303778E-2</c:v>
                </c:pt>
                <c:pt idx="39">
                  <c:v>3.7974683544303778E-2</c:v>
                </c:pt>
                <c:pt idx="40">
                  <c:v>3.8227848101265893E-2</c:v>
                </c:pt>
                <c:pt idx="41">
                  <c:v>3.8987341772151796E-2</c:v>
                </c:pt>
                <c:pt idx="42">
                  <c:v>3.8734177215189902E-2</c:v>
                </c:pt>
                <c:pt idx="43">
                  <c:v>3.8734177215189902E-2</c:v>
                </c:pt>
                <c:pt idx="44">
                  <c:v>3.974683544303792E-2</c:v>
                </c:pt>
                <c:pt idx="45">
                  <c:v>4.1518987341772062E-2</c:v>
                </c:pt>
                <c:pt idx="46">
                  <c:v>4.1012658227848053E-2</c:v>
                </c:pt>
                <c:pt idx="47">
                  <c:v>4.1772151898734178E-2</c:v>
                </c:pt>
                <c:pt idx="48">
                  <c:v>4.1265822784810169E-2</c:v>
                </c:pt>
                <c:pt idx="49">
                  <c:v>4.2025316455696293E-2</c:v>
                </c:pt>
                <c:pt idx="50">
                  <c:v>4.2025316455696293E-2</c:v>
                </c:pt>
                <c:pt idx="51">
                  <c:v>4.3037974683544311E-2</c:v>
                </c:pt>
                <c:pt idx="52">
                  <c:v>4.3797468354430436E-2</c:v>
                </c:pt>
                <c:pt idx="53">
                  <c:v>4.4303797468354444E-2</c:v>
                </c:pt>
                <c:pt idx="54">
                  <c:v>4.4303797468354444E-2</c:v>
                </c:pt>
                <c:pt idx="55">
                  <c:v>4.4050632911392329E-2</c:v>
                </c:pt>
                <c:pt idx="56">
                  <c:v>4.4050632911392329E-2</c:v>
                </c:pt>
                <c:pt idx="57">
                  <c:v>4.455696202531656E-2</c:v>
                </c:pt>
                <c:pt idx="58">
                  <c:v>4.4810126582278453E-2</c:v>
                </c:pt>
                <c:pt idx="59">
                  <c:v>4.5569620253164578E-2</c:v>
                </c:pt>
                <c:pt idx="60">
                  <c:v>4.5822784810126693E-2</c:v>
                </c:pt>
                <c:pt idx="61">
                  <c:v>4.6075949367088587E-2</c:v>
                </c:pt>
                <c:pt idx="62">
                  <c:v>4.6835443037974711E-2</c:v>
                </c:pt>
                <c:pt idx="63">
                  <c:v>4.7088607594936827E-2</c:v>
                </c:pt>
                <c:pt idx="64">
                  <c:v>4.734177215189872E-2</c:v>
                </c:pt>
                <c:pt idx="65">
                  <c:v>4.7594936708860835E-2</c:v>
                </c:pt>
                <c:pt idx="66">
                  <c:v>4.7088607594936827E-2</c:v>
                </c:pt>
                <c:pt idx="67">
                  <c:v>4.7088607594936827E-2</c:v>
                </c:pt>
                <c:pt idx="68">
                  <c:v>4.6329113924050702E-2</c:v>
                </c:pt>
                <c:pt idx="69">
                  <c:v>4.5822784810126693E-2</c:v>
                </c:pt>
                <c:pt idx="70">
                  <c:v>4.5569620253164578E-2</c:v>
                </c:pt>
                <c:pt idx="71">
                  <c:v>4.6329113924050702E-2</c:v>
                </c:pt>
                <c:pt idx="72">
                  <c:v>4.5822784810126693E-2</c:v>
                </c:pt>
                <c:pt idx="73">
                  <c:v>4.5063291139240569E-2</c:v>
                </c:pt>
                <c:pt idx="74">
                  <c:v>4.4050632911392329E-2</c:v>
                </c:pt>
                <c:pt idx="75">
                  <c:v>4.2784810126582196E-2</c:v>
                </c:pt>
                <c:pt idx="76">
                  <c:v>4.4810126582278453E-2</c:v>
                </c:pt>
                <c:pt idx="77">
                  <c:v>4.354430379746832E-2</c:v>
                </c:pt>
                <c:pt idx="78">
                  <c:v>4.4050632911392329E-2</c:v>
                </c:pt>
                <c:pt idx="79">
                  <c:v>4.3797468354430436E-2</c:v>
                </c:pt>
                <c:pt idx="80">
                  <c:v>4.354430379746832E-2</c:v>
                </c:pt>
                <c:pt idx="81">
                  <c:v>4.1772151898734178E-2</c:v>
                </c:pt>
                <c:pt idx="82">
                  <c:v>4.3291139240506427E-2</c:v>
                </c:pt>
                <c:pt idx="83">
                  <c:v>4.3037974683544311E-2</c:v>
                </c:pt>
                <c:pt idx="84">
                  <c:v>4.3797468354430436E-2</c:v>
                </c:pt>
                <c:pt idx="85">
                  <c:v>4.354430379746832E-2</c:v>
                </c:pt>
                <c:pt idx="86">
                  <c:v>4.1518987341772062E-2</c:v>
                </c:pt>
                <c:pt idx="87">
                  <c:v>4.2531645569620302E-2</c:v>
                </c:pt>
                <c:pt idx="88">
                  <c:v>4.2025316455696293E-2</c:v>
                </c:pt>
                <c:pt idx="89">
                  <c:v>4.2278481012658187E-2</c:v>
                </c:pt>
                <c:pt idx="90">
                  <c:v>4.1518987341772062E-2</c:v>
                </c:pt>
                <c:pt idx="91">
                  <c:v>4.2025316455696293E-2</c:v>
                </c:pt>
                <c:pt idx="92">
                  <c:v>4.1772151898734178E-2</c:v>
                </c:pt>
                <c:pt idx="93">
                  <c:v>4.075949367088616E-2</c:v>
                </c:pt>
                <c:pt idx="94">
                  <c:v>4.1012658227848053E-2</c:v>
                </c:pt>
                <c:pt idx="95">
                  <c:v>4.075949367088616E-2</c:v>
                </c:pt>
                <c:pt idx="96">
                  <c:v>4.0000000000000036E-2</c:v>
                </c:pt>
                <c:pt idx="97">
                  <c:v>3.974683544303792E-2</c:v>
                </c:pt>
                <c:pt idx="98">
                  <c:v>4.0000000000000036E-2</c:v>
                </c:pt>
                <c:pt idx="99">
                  <c:v>4.0253164556961929E-2</c:v>
                </c:pt>
                <c:pt idx="100">
                  <c:v>4.0000000000000036E-2</c:v>
                </c:pt>
                <c:pt idx="101">
                  <c:v>4.0253164556961929E-2</c:v>
                </c:pt>
                <c:pt idx="102">
                  <c:v>4.1265822784810169E-2</c:v>
                </c:pt>
                <c:pt idx="103">
                  <c:v>4.0506329113924044E-2</c:v>
                </c:pt>
                <c:pt idx="104">
                  <c:v>4.0253164556961929E-2</c:v>
                </c:pt>
                <c:pt idx="105">
                  <c:v>3.974683544303792E-2</c:v>
                </c:pt>
                <c:pt idx="106">
                  <c:v>3.8734177215189902E-2</c:v>
                </c:pt>
                <c:pt idx="107">
                  <c:v>3.8481012658227787E-2</c:v>
                </c:pt>
                <c:pt idx="108">
                  <c:v>3.7468354430379769E-2</c:v>
                </c:pt>
                <c:pt idx="109">
                  <c:v>3.6455696202531529E-2</c:v>
                </c:pt>
                <c:pt idx="110">
                  <c:v>3.6202531645569636E-2</c:v>
                </c:pt>
                <c:pt idx="111">
                  <c:v>3.6202531645569636E-2</c:v>
                </c:pt>
                <c:pt idx="112">
                  <c:v>3.594936708860752E-2</c:v>
                </c:pt>
                <c:pt idx="113">
                  <c:v>3.6708860759493644E-2</c:v>
                </c:pt>
                <c:pt idx="114">
                  <c:v>3.6202531645569636E-2</c:v>
                </c:pt>
                <c:pt idx="115">
                  <c:v>3.7215189873417653E-2</c:v>
                </c:pt>
                <c:pt idx="116">
                  <c:v>3.7215189873417653E-2</c:v>
                </c:pt>
                <c:pt idx="117">
                  <c:v>3.696202531645576E-2</c:v>
                </c:pt>
                <c:pt idx="118">
                  <c:v>3.6455696202531529E-2</c:v>
                </c:pt>
                <c:pt idx="119">
                  <c:v>3.7468354430379769E-2</c:v>
                </c:pt>
                <c:pt idx="120">
                  <c:v>3.8227848101265893E-2</c:v>
                </c:pt>
                <c:pt idx="121">
                  <c:v>3.8734177215189902E-2</c:v>
                </c:pt>
                <c:pt idx="122">
                  <c:v>3.8227848101265893E-2</c:v>
                </c:pt>
                <c:pt idx="123">
                  <c:v>3.8227848101265893E-2</c:v>
                </c:pt>
                <c:pt idx="124">
                  <c:v>3.7215189873417653E-2</c:v>
                </c:pt>
                <c:pt idx="125">
                  <c:v>3.696202531645576E-2</c:v>
                </c:pt>
                <c:pt idx="126">
                  <c:v>3.6708860759493644E-2</c:v>
                </c:pt>
                <c:pt idx="127">
                  <c:v>3.7974683544303778E-2</c:v>
                </c:pt>
                <c:pt idx="128">
                  <c:v>3.7721518987341662E-2</c:v>
                </c:pt>
                <c:pt idx="129">
                  <c:v>3.7215189873417653E-2</c:v>
                </c:pt>
                <c:pt idx="130">
                  <c:v>3.696202531645576E-2</c:v>
                </c:pt>
                <c:pt idx="131">
                  <c:v>3.7721518987341662E-2</c:v>
                </c:pt>
                <c:pt idx="132">
                  <c:v>3.7721518987341662E-2</c:v>
                </c:pt>
                <c:pt idx="133">
                  <c:v>3.6708860759493644E-2</c:v>
                </c:pt>
                <c:pt idx="134">
                  <c:v>3.6455696202531529E-2</c:v>
                </c:pt>
                <c:pt idx="135">
                  <c:v>3.6708860759493644E-2</c:v>
                </c:pt>
                <c:pt idx="136">
                  <c:v>3.6708860759493644E-2</c:v>
                </c:pt>
                <c:pt idx="137">
                  <c:v>3.6708860759493644E-2</c:v>
                </c:pt>
                <c:pt idx="138">
                  <c:v>3.5443037974683511E-2</c:v>
                </c:pt>
                <c:pt idx="139">
                  <c:v>3.5189873417721396E-2</c:v>
                </c:pt>
                <c:pt idx="140">
                  <c:v>3.5443037974683511E-2</c:v>
                </c:pt>
                <c:pt idx="141">
                  <c:v>3.5696202531645627E-2</c:v>
                </c:pt>
                <c:pt idx="142">
                  <c:v>3.594936708860752E-2</c:v>
                </c:pt>
                <c:pt idx="143">
                  <c:v>3.6202531645569636E-2</c:v>
                </c:pt>
                <c:pt idx="144">
                  <c:v>3.6202531645569636E-2</c:v>
                </c:pt>
                <c:pt idx="145">
                  <c:v>3.6202531645569636E-2</c:v>
                </c:pt>
                <c:pt idx="146">
                  <c:v>3.6202531645569636E-2</c:v>
                </c:pt>
                <c:pt idx="147">
                  <c:v>3.594936708860752E-2</c:v>
                </c:pt>
                <c:pt idx="148">
                  <c:v>3.594936708860752E-2</c:v>
                </c:pt>
                <c:pt idx="149">
                  <c:v>3.6202531645569636E-2</c:v>
                </c:pt>
                <c:pt idx="150">
                  <c:v>3.5696202531645627E-2</c:v>
                </c:pt>
                <c:pt idx="151">
                  <c:v>3.5696202531645627E-2</c:v>
                </c:pt>
                <c:pt idx="152">
                  <c:v>3.5189873417721396E-2</c:v>
                </c:pt>
                <c:pt idx="153">
                  <c:v>3.4936708860759502E-2</c:v>
                </c:pt>
                <c:pt idx="154">
                  <c:v>3.4683544303797387E-2</c:v>
                </c:pt>
                <c:pt idx="155">
                  <c:v>3.3670886075949369E-2</c:v>
                </c:pt>
                <c:pt idx="156">
                  <c:v>3.3670886075949369E-2</c:v>
                </c:pt>
                <c:pt idx="157">
                  <c:v>3.3417721518987253E-2</c:v>
                </c:pt>
                <c:pt idx="158">
                  <c:v>3.2911392405063244E-2</c:v>
                </c:pt>
                <c:pt idx="159">
                  <c:v>3.1645569620253111E-2</c:v>
                </c:pt>
                <c:pt idx="160">
                  <c:v>3.1139240506329102E-2</c:v>
                </c:pt>
                <c:pt idx="161">
                  <c:v>3.1392405063290996E-2</c:v>
                </c:pt>
                <c:pt idx="162">
                  <c:v>3.1645569620253111E-2</c:v>
                </c:pt>
                <c:pt idx="163">
                  <c:v>3.0886075949366987E-2</c:v>
                </c:pt>
                <c:pt idx="164">
                  <c:v>3.1139240506329102E-2</c:v>
                </c:pt>
                <c:pt idx="165">
                  <c:v>3.1392405063290996E-2</c:v>
                </c:pt>
                <c:pt idx="166">
                  <c:v>3.215189873417712E-2</c:v>
                </c:pt>
                <c:pt idx="167">
                  <c:v>3.0886075949366987E-2</c:v>
                </c:pt>
                <c:pt idx="168">
                  <c:v>3.0126582278480862E-2</c:v>
                </c:pt>
                <c:pt idx="169">
                  <c:v>2.936708860759496E-2</c:v>
                </c:pt>
                <c:pt idx="170">
                  <c:v>3.0126582278480862E-2</c:v>
                </c:pt>
                <c:pt idx="171">
                  <c:v>3.0379746835442978E-2</c:v>
                </c:pt>
                <c:pt idx="172">
                  <c:v>3.0379746835442978E-2</c:v>
                </c:pt>
                <c:pt idx="173">
                  <c:v>2.9873417721518969E-2</c:v>
                </c:pt>
                <c:pt idx="174">
                  <c:v>2.8860759493670729E-2</c:v>
                </c:pt>
                <c:pt idx="175">
                  <c:v>2.8860759493670729E-2</c:v>
                </c:pt>
                <c:pt idx="176">
                  <c:v>2.8607594936708836E-2</c:v>
                </c:pt>
                <c:pt idx="177">
                  <c:v>2.835443037974672E-2</c:v>
                </c:pt>
                <c:pt idx="178">
                  <c:v>2.7594936708860596E-2</c:v>
                </c:pt>
                <c:pt idx="179">
                  <c:v>2.7594936708860596E-2</c:v>
                </c:pt>
                <c:pt idx="180">
                  <c:v>2.8101265822784827E-2</c:v>
                </c:pt>
                <c:pt idx="181">
                  <c:v>2.8101265822784827E-2</c:v>
                </c:pt>
                <c:pt idx="182">
                  <c:v>2.7848101265822711E-2</c:v>
                </c:pt>
                <c:pt idx="183">
                  <c:v>2.8101265822784827E-2</c:v>
                </c:pt>
                <c:pt idx="184">
                  <c:v>2.8101265822784827E-2</c:v>
                </c:pt>
                <c:pt idx="185">
                  <c:v>2.8607594936708836E-2</c:v>
                </c:pt>
                <c:pt idx="186">
                  <c:v>2.835443037974672E-2</c:v>
                </c:pt>
                <c:pt idx="187">
                  <c:v>2.835443037974672E-2</c:v>
                </c:pt>
                <c:pt idx="188">
                  <c:v>2.835443037974672E-2</c:v>
                </c:pt>
                <c:pt idx="189">
                  <c:v>2.7594936708860596E-2</c:v>
                </c:pt>
                <c:pt idx="190">
                  <c:v>2.6582278481012578E-2</c:v>
                </c:pt>
                <c:pt idx="191">
                  <c:v>2.7088607594936587E-2</c:v>
                </c:pt>
                <c:pt idx="192">
                  <c:v>2.7341772151898702E-2</c:v>
                </c:pt>
                <c:pt idx="193">
                  <c:v>2.7848101265822711E-2</c:v>
                </c:pt>
                <c:pt idx="194">
                  <c:v>2.7594936708860596E-2</c:v>
                </c:pt>
                <c:pt idx="195">
                  <c:v>2.6835443037974693E-2</c:v>
                </c:pt>
                <c:pt idx="196">
                  <c:v>2.6329113924050684E-2</c:v>
                </c:pt>
                <c:pt idx="197">
                  <c:v>2.7088607594936587E-2</c:v>
                </c:pt>
                <c:pt idx="198">
                  <c:v>2.7341772151898702E-2</c:v>
                </c:pt>
                <c:pt idx="199">
                  <c:v>2.7341772151898702E-2</c:v>
                </c:pt>
                <c:pt idx="200">
                  <c:v>2.7088607594936587E-2</c:v>
                </c:pt>
                <c:pt idx="201">
                  <c:v>2.6582278481012578E-2</c:v>
                </c:pt>
                <c:pt idx="202">
                  <c:v>2.5822784810126453E-2</c:v>
                </c:pt>
                <c:pt idx="203">
                  <c:v>2.5316455696202445E-2</c:v>
                </c:pt>
                <c:pt idx="204">
                  <c:v>2.5316455696202445E-2</c:v>
                </c:pt>
                <c:pt idx="205">
                  <c:v>2.4810126582278436E-2</c:v>
                </c:pt>
                <c:pt idx="206">
                  <c:v>2.4303797468354427E-2</c:v>
                </c:pt>
                <c:pt idx="207">
                  <c:v>2.3544303797468302E-2</c:v>
                </c:pt>
                <c:pt idx="208">
                  <c:v>2.3544303797468302E-2</c:v>
                </c:pt>
                <c:pt idx="209">
                  <c:v>2.2531645569620284E-2</c:v>
                </c:pt>
                <c:pt idx="210">
                  <c:v>2.1518987341772045E-2</c:v>
                </c:pt>
                <c:pt idx="211">
                  <c:v>2.177215189873416E-2</c:v>
                </c:pt>
                <c:pt idx="212">
                  <c:v>2.177215189873416E-2</c:v>
                </c:pt>
                <c:pt idx="213">
                  <c:v>2.0759493670886142E-2</c:v>
                </c:pt>
                <c:pt idx="214">
                  <c:v>2.0506329113924027E-2</c:v>
                </c:pt>
                <c:pt idx="215">
                  <c:v>2.0759493670886142E-2</c:v>
                </c:pt>
                <c:pt idx="216">
                  <c:v>2.1012658227848036E-2</c:v>
                </c:pt>
                <c:pt idx="217">
                  <c:v>2.0759493670886142E-2</c:v>
                </c:pt>
                <c:pt idx="218">
                  <c:v>2.177215189873416E-2</c:v>
                </c:pt>
                <c:pt idx="219">
                  <c:v>2.1518987341772045E-2</c:v>
                </c:pt>
                <c:pt idx="220">
                  <c:v>2.3797468354430418E-2</c:v>
                </c:pt>
                <c:pt idx="221">
                  <c:v>2.5063291139240551E-2</c:v>
                </c:pt>
                <c:pt idx="222">
                  <c:v>2.6075949367088569E-2</c:v>
                </c:pt>
                <c:pt idx="223">
                  <c:v>2.6582278481012578E-2</c:v>
                </c:pt>
                <c:pt idx="224">
                  <c:v>2.6582278481012578E-2</c:v>
                </c:pt>
                <c:pt idx="225">
                  <c:v>2.6582278481012578E-2</c:v>
                </c:pt>
                <c:pt idx="226">
                  <c:v>2.7088607594936587E-2</c:v>
                </c:pt>
                <c:pt idx="227">
                  <c:v>2.7594936708860596E-2</c:v>
                </c:pt>
                <c:pt idx="228">
                  <c:v>2.8101265822784827E-2</c:v>
                </c:pt>
                <c:pt idx="229">
                  <c:v>2.9113924050632844E-2</c:v>
                </c:pt>
                <c:pt idx="230">
                  <c:v>2.9873417721518969E-2</c:v>
                </c:pt>
                <c:pt idx="231">
                  <c:v>3.0379746835442978E-2</c:v>
                </c:pt>
                <c:pt idx="232">
                  <c:v>3.1139240506329102E-2</c:v>
                </c:pt>
                <c:pt idx="233">
                  <c:v>3.1645569620253111E-2</c:v>
                </c:pt>
                <c:pt idx="234">
                  <c:v>3.1645569620253111E-2</c:v>
                </c:pt>
                <c:pt idx="235">
                  <c:v>2.9873417721518969E-2</c:v>
                </c:pt>
                <c:pt idx="236">
                  <c:v>3.0126582278480862E-2</c:v>
                </c:pt>
                <c:pt idx="237">
                  <c:v>3.0632911392405093E-2</c:v>
                </c:pt>
                <c:pt idx="238">
                  <c:v>2.9620253164556853E-2</c:v>
                </c:pt>
                <c:pt idx="239">
                  <c:v>2.9113924050632844E-2</c:v>
                </c:pt>
                <c:pt idx="240">
                  <c:v>2.9873417721518969E-2</c:v>
                </c:pt>
                <c:pt idx="241">
                  <c:v>2.8860759493670729E-2</c:v>
                </c:pt>
                <c:pt idx="242">
                  <c:v>3.0126582278480862E-2</c:v>
                </c:pt>
                <c:pt idx="243">
                  <c:v>3.0632911392405093E-2</c:v>
                </c:pt>
                <c:pt idx="244">
                  <c:v>2.9620253164556853E-2</c:v>
                </c:pt>
                <c:pt idx="245">
                  <c:v>3.0886075949366987E-2</c:v>
                </c:pt>
                <c:pt idx="246">
                  <c:v>3.0632911392405093E-2</c:v>
                </c:pt>
                <c:pt idx="247">
                  <c:v>3.0632911392405093E-2</c:v>
                </c:pt>
                <c:pt idx="248">
                  <c:v>3.0886075949366987E-2</c:v>
                </c:pt>
                <c:pt idx="249">
                  <c:v>3.0886075949366987E-2</c:v>
                </c:pt>
                <c:pt idx="250">
                  <c:v>3.1139240506329102E-2</c:v>
                </c:pt>
                <c:pt idx="251">
                  <c:v>3.1139240506329102E-2</c:v>
                </c:pt>
                <c:pt idx="252">
                  <c:v>3.1392405063290996E-2</c:v>
                </c:pt>
                <c:pt idx="253">
                  <c:v>3.1898734177215227E-2</c:v>
                </c:pt>
                <c:pt idx="254">
                  <c:v>3.1898734177215227E-2</c:v>
                </c:pt>
                <c:pt idx="255">
                  <c:v>3.3417721518987253E-2</c:v>
                </c:pt>
                <c:pt idx="256">
                  <c:v>3.316455696202536E-2</c:v>
                </c:pt>
                <c:pt idx="257">
                  <c:v>3.2911392405063244E-2</c:v>
                </c:pt>
                <c:pt idx="258">
                  <c:v>3.2658227848101129E-2</c:v>
                </c:pt>
                <c:pt idx="259">
                  <c:v>3.2911392405063244E-2</c:v>
                </c:pt>
                <c:pt idx="260">
                  <c:v>3.2911392405063244E-2</c:v>
                </c:pt>
                <c:pt idx="261">
                  <c:v>3.1645569620253111E-2</c:v>
                </c:pt>
                <c:pt idx="262">
                  <c:v>3.1645569620253111E-2</c:v>
                </c:pt>
                <c:pt idx="263">
                  <c:v>3.1898734177215227E-2</c:v>
                </c:pt>
                <c:pt idx="264">
                  <c:v>3.0379746835442978E-2</c:v>
                </c:pt>
                <c:pt idx="265">
                  <c:v>3.1139240506329102E-2</c:v>
                </c:pt>
                <c:pt idx="266">
                  <c:v>3.1392405063290996E-2</c:v>
                </c:pt>
                <c:pt idx="267">
                  <c:v>3.1392405063290996E-2</c:v>
                </c:pt>
                <c:pt idx="268">
                  <c:v>3.1139240506329102E-2</c:v>
                </c:pt>
                <c:pt idx="269">
                  <c:v>3.1898734177215227E-2</c:v>
                </c:pt>
                <c:pt idx="270">
                  <c:v>3.1645569620253111E-2</c:v>
                </c:pt>
                <c:pt idx="271">
                  <c:v>2.9620253164556853E-2</c:v>
                </c:pt>
                <c:pt idx="272">
                  <c:v>2.8607594936708836E-2</c:v>
                </c:pt>
                <c:pt idx="273">
                  <c:v>2.7088607594936587E-2</c:v>
                </c:pt>
                <c:pt idx="274">
                  <c:v>2.7848101265822711E-2</c:v>
                </c:pt>
                <c:pt idx="275">
                  <c:v>2.8607594936708836E-2</c:v>
                </c:pt>
                <c:pt idx="276">
                  <c:v>2.8607594936708836E-2</c:v>
                </c:pt>
                <c:pt idx="277">
                  <c:v>2.7341772151898702E-2</c:v>
                </c:pt>
                <c:pt idx="278">
                  <c:v>2.6582278481012578E-2</c:v>
                </c:pt>
                <c:pt idx="279">
                  <c:v>2.6835443037974693E-2</c:v>
                </c:pt>
                <c:pt idx="280">
                  <c:v>2.7088607594936587E-2</c:v>
                </c:pt>
                <c:pt idx="281">
                  <c:v>2.7594936708860596E-2</c:v>
                </c:pt>
                <c:pt idx="282">
                  <c:v>2.8101265822784827E-2</c:v>
                </c:pt>
                <c:pt idx="283">
                  <c:v>2.8101265822784827E-2</c:v>
                </c:pt>
                <c:pt idx="284">
                  <c:v>2.7594936708860596E-2</c:v>
                </c:pt>
                <c:pt idx="285">
                  <c:v>2.7594936708860596E-2</c:v>
                </c:pt>
                <c:pt idx="286">
                  <c:v>2.7848101265822711E-2</c:v>
                </c:pt>
                <c:pt idx="287">
                  <c:v>2.6835443037974693E-2</c:v>
                </c:pt>
                <c:pt idx="288">
                  <c:v>2.6329113924050684E-2</c:v>
                </c:pt>
                <c:pt idx="289">
                  <c:v>2.6835443037974693E-2</c:v>
                </c:pt>
                <c:pt idx="290">
                  <c:v>2.7594936708860596E-2</c:v>
                </c:pt>
                <c:pt idx="291">
                  <c:v>2.7341772151898702E-2</c:v>
                </c:pt>
                <c:pt idx="292">
                  <c:v>2.7088607594936587E-2</c:v>
                </c:pt>
                <c:pt idx="293">
                  <c:v>2.6329113924050684E-2</c:v>
                </c:pt>
                <c:pt idx="294">
                  <c:v>2.6329113924050684E-2</c:v>
                </c:pt>
                <c:pt idx="295">
                  <c:v>2.7594936708860596E-2</c:v>
                </c:pt>
                <c:pt idx="296">
                  <c:v>2.7594936708860596E-2</c:v>
                </c:pt>
                <c:pt idx="297">
                  <c:v>2.7848101265822711E-2</c:v>
                </c:pt>
                <c:pt idx="298">
                  <c:v>2.7848101265822711E-2</c:v>
                </c:pt>
                <c:pt idx="299">
                  <c:v>2.8860759493670729E-2</c:v>
                </c:pt>
                <c:pt idx="300">
                  <c:v>2.936708860759496E-2</c:v>
                </c:pt>
                <c:pt idx="301">
                  <c:v>2.936708860759496E-2</c:v>
                </c:pt>
                <c:pt idx="302">
                  <c:v>3.0379746835442978E-2</c:v>
                </c:pt>
                <c:pt idx="303">
                  <c:v>3.0126582278480862E-2</c:v>
                </c:pt>
                <c:pt idx="304">
                  <c:v>3.0632911392405093E-2</c:v>
                </c:pt>
                <c:pt idx="305">
                  <c:v>3.215189873417712E-2</c:v>
                </c:pt>
                <c:pt idx="306">
                  <c:v>3.1645569620253111E-2</c:v>
                </c:pt>
                <c:pt idx="307">
                  <c:v>3.2658227848101129E-2</c:v>
                </c:pt>
                <c:pt idx="308">
                  <c:v>3.1392405063290996E-2</c:v>
                </c:pt>
                <c:pt idx="309">
                  <c:v>2.9113924050632844E-2</c:v>
                </c:pt>
                <c:pt idx="310">
                  <c:v>2.8860759493670729E-2</c:v>
                </c:pt>
                <c:pt idx="311">
                  <c:v>3.0379746835442978E-2</c:v>
                </c:pt>
                <c:pt idx="312">
                  <c:v>3.0126582278480862E-2</c:v>
                </c:pt>
                <c:pt idx="313">
                  <c:v>3.0886075949366987E-2</c:v>
                </c:pt>
                <c:pt idx="314">
                  <c:v>3.0126582278480862E-2</c:v>
                </c:pt>
                <c:pt idx="315">
                  <c:v>2.9620253164556853E-2</c:v>
                </c:pt>
                <c:pt idx="316">
                  <c:v>2.936708860759496E-2</c:v>
                </c:pt>
                <c:pt idx="317">
                  <c:v>2.835443037974672E-2</c:v>
                </c:pt>
                <c:pt idx="318">
                  <c:v>2.8860759493670729E-2</c:v>
                </c:pt>
                <c:pt idx="319">
                  <c:v>#N/A</c:v>
                </c:pt>
                <c:pt idx="320">
                  <c:v>2.8607594936708836E-2</c:v>
                </c:pt>
                <c:pt idx="321">
                  <c:v>2.9113924050632844E-2</c:v>
                </c:pt>
                <c:pt idx="322">
                  <c:v>2.8860759493670729E-2</c:v>
                </c:pt>
                <c:pt idx="323">
                  <c:v>2.8101265822784827E-2</c:v>
                </c:pt>
                <c:pt idx="324">
                  <c:v>2.7848101265822711E-2</c:v>
                </c:pt>
                <c:pt idx="325">
                  <c:v>2.7848101265822711E-2</c:v>
                </c:pt>
                <c:pt idx="326">
                  <c:v>2.8101265822784827E-2</c:v>
                </c:pt>
                <c:pt idx="327">
                  <c:v>2.7088607594936587E-2</c:v>
                </c:pt>
                <c:pt idx="328">
                  <c:v>2.7341772151898702E-2</c:v>
                </c:pt>
                <c:pt idx="329">
                  <c:v>2.7594936708860596E-2</c:v>
                </c:pt>
                <c:pt idx="330">
                  <c:v>2.7088607594936587E-2</c:v>
                </c:pt>
                <c:pt idx="331">
                  <c:v>2.6582278481012578E-2</c:v>
                </c:pt>
                <c:pt idx="332">
                  <c:v>2.5316455696202445E-2</c:v>
                </c:pt>
                <c:pt idx="333">
                  <c:v>2.6075949367088569E-2</c:v>
                </c:pt>
                <c:pt idx="334">
                  <c:v>2.7341772151898702E-2</c:v>
                </c:pt>
                <c:pt idx="335">
                  <c:v>2.7088607594936587E-2</c:v>
                </c:pt>
                <c:pt idx="336">
                  <c:v>2.7088607594936587E-2</c:v>
                </c:pt>
                <c:pt idx="337">
                  <c:v>2.7848101265822711E-2</c:v>
                </c:pt>
                <c:pt idx="338">
                  <c:v>2.8101265822784827E-2</c:v>
                </c:pt>
                <c:pt idx="339">
                  <c:v>2.8860759493670729E-2</c:v>
                </c:pt>
                <c:pt idx="340">
                  <c:v>2.9113924050632844E-2</c:v>
                </c:pt>
                <c:pt idx="341">
                  <c:v>2.936708860759496E-2</c:v>
                </c:pt>
                <c:pt idx="342">
                  <c:v>2.7848101265822711E-2</c:v>
                </c:pt>
                <c:pt idx="343">
                  <c:v>2.835443037974672E-2</c:v>
                </c:pt>
                <c:pt idx="344">
                  <c:v>2.8607594936708836E-2</c:v>
                </c:pt>
                <c:pt idx="345">
                  <c:v>2.8607594936708836E-2</c:v>
                </c:pt>
                <c:pt idx="346">
                  <c:v>2.9113924050632844E-2</c:v>
                </c:pt>
                <c:pt idx="347">
                  <c:v>2.9113924050632844E-2</c:v>
                </c:pt>
                <c:pt idx="348">
                  <c:v>2.8607594936708836E-2</c:v>
                </c:pt>
                <c:pt idx="349">
                  <c:v>2.9620253164556853E-2</c:v>
                </c:pt>
                <c:pt idx="350">
                  <c:v>2.9620253164556853E-2</c:v>
                </c:pt>
                <c:pt idx="351">
                  <c:v>3.0126582278480862E-2</c:v>
                </c:pt>
                <c:pt idx="352">
                  <c:v>2.9873417721518969E-2</c:v>
                </c:pt>
                <c:pt idx="353">
                  <c:v>2.9873417721518969E-2</c:v>
                </c:pt>
                <c:pt idx="354">
                  <c:v>2.9620253164556853E-2</c:v>
                </c:pt>
                <c:pt idx="355">
                  <c:v>2.9113924050632844E-2</c:v>
                </c:pt>
                <c:pt idx="356">
                  <c:v>2.9620253164556853E-2</c:v>
                </c:pt>
                <c:pt idx="357">
                  <c:v>2.8607594936708836E-2</c:v>
                </c:pt>
                <c:pt idx="358">
                  <c:v>2.936708860759496E-2</c:v>
                </c:pt>
                <c:pt idx="359">
                  <c:v>2.9873417721518969E-2</c:v>
                </c:pt>
                <c:pt idx="360">
                  <c:v>2.9113924050632844E-2</c:v>
                </c:pt>
                <c:pt idx="361">
                  <c:v>2.9113924050632844E-2</c:v>
                </c:pt>
                <c:pt idx="362">
                  <c:v>2.835443037974672E-2</c:v>
                </c:pt>
                <c:pt idx="363">
                  <c:v>2.835443037974672E-2</c:v>
                </c:pt>
                <c:pt idx="364">
                  <c:v>2.835443037974672E-2</c:v>
                </c:pt>
                <c:pt idx="365">
                  <c:v>2.7848101265822711E-2</c:v>
                </c:pt>
                <c:pt idx="366">
                  <c:v>2.7594936708860596E-2</c:v>
                </c:pt>
                <c:pt idx="367">
                  <c:v>2.7848101265822711E-2</c:v>
                </c:pt>
                <c:pt idx="368">
                  <c:v>2.7594936708860596E-2</c:v>
                </c:pt>
                <c:pt idx="369">
                  <c:v>2.7341772151898702E-2</c:v>
                </c:pt>
                <c:pt idx="370">
                  <c:v>2.8607594936708836E-2</c:v>
                </c:pt>
                <c:pt idx="371">
                  <c:v>2.8860759493670729E-2</c:v>
                </c:pt>
                <c:pt idx="372">
                  <c:v>2.8607594936708836E-2</c:v>
                </c:pt>
                <c:pt idx="373">
                  <c:v>2.835443037974672E-2</c:v>
                </c:pt>
                <c:pt idx="374">
                  <c:v>2.835443037974672E-2</c:v>
                </c:pt>
                <c:pt idx="375">
                  <c:v>2.835443037974672E-2</c:v>
                </c:pt>
                <c:pt idx="376">
                  <c:v>2.9113924050632844E-2</c:v>
                </c:pt>
                <c:pt idx="377">
                  <c:v>2.936708860759496E-2</c:v>
                </c:pt>
                <c:pt idx="378">
                  <c:v>2.9620253164556853E-2</c:v>
                </c:pt>
                <c:pt idx="379">
                  <c:v>2.9620253164556853E-2</c:v>
                </c:pt>
                <c:pt idx="380">
                  <c:v>2.9873417721518969E-2</c:v>
                </c:pt>
                <c:pt idx="381">
                  <c:v>3.0126582278480862E-2</c:v>
                </c:pt>
                <c:pt idx="382">
                  <c:v>3.0126582278480862E-2</c:v>
                </c:pt>
                <c:pt idx="383">
                  <c:v>3.0126582278480862E-2</c:v>
                </c:pt>
                <c:pt idx="384">
                  <c:v>3.0886075949366987E-2</c:v>
                </c:pt>
                <c:pt idx="385">
                  <c:v>3.1139240506329102E-2</c:v>
                </c:pt>
                <c:pt idx="386">
                  <c:v>3.1898734177215227E-2</c:v>
                </c:pt>
                <c:pt idx="387">
                  <c:v>3.1898734177215227E-2</c:v>
                </c:pt>
                <c:pt idx="388">
                  <c:v>3.1139240506329102E-2</c:v>
                </c:pt>
                <c:pt idx="389">
                  <c:v>3.1392405063290996E-2</c:v>
                </c:pt>
                <c:pt idx="390">
                  <c:v>3.0886075949366987E-2</c:v>
                </c:pt>
                <c:pt idx="391">
                  <c:v>3.1139240506329102E-2</c:v>
                </c:pt>
                <c:pt idx="392">
                  <c:v>3.1392405063290996E-2</c:v>
                </c:pt>
                <c:pt idx="393">
                  <c:v>3.1645569620253111E-2</c:v>
                </c:pt>
                <c:pt idx="394">
                  <c:v>3.1898734177215227E-2</c:v>
                </c:pt>
                <c:pt idx="395">
                  <c:v>3.1392405063290996E-2</c:v>
                </c:pt>
                <c:pt idx="396">
                  <c:v>3.1139240506329102E-2</c:v>
                </c:pt>
                <c:pt idx="397">
                  <c:v>3.0886075949366987E-2</c:v>
                </c:pt>
                <c:pt idx="398">
                  <c:v>3.1645569620253111E-2</c:v>
                </c:pt>
                <c:pt idx="399">
                  <c:v>3.0886075949366987E-2</c:v>
                </c:pt>
                <c:pt idx="400">
                  <c:v>3.0379746835442978E-2</c:v>
                </c:pt>
                <c:pt idx="401">
                  <c:v>2.8860759493670729E-2</c:v>
                </c:pt>
                <c:pt idx="402">
                  <c:v>2.9113924050632844E-2</c:v>
                </c:pt>
                <c:pt idx="403">
                  <c:v>2.936708860759496E-2</c:v>
                </c:pt>
                <c:pt idx="404">
                  <c:v>3.0126582278480862E-2</c:v>
                </c:pt>
                <c:pt idx="405">
                  <c:v>2.9873417721518969E-2</c:v>
                </c:pt>
                <c:pt idx="406">
                  <c:v>3.0126582278480862E-2</c:v>
                </c:pt>
                <c:pt idx="407">
                  <c:v>3.0379746835442978E-2</c:v>
                </c:pt>
                <c:pt idx="408">
                  <c:v>3.0886075949366987E-2</c:v>
                </c:pt>
                <c:pt idx="409">
                  <c:v>3.0632911392405093E-2</c:v>
                </c:pt>
                <c:pt idx="410">
                  <c:v>2.9113924050632844E-2</c:v>
                </c:pt>
                <c:pt idx="411">
                  <c:v>2.9620253164556853E-2</c:v>
                </c:pt>
                <c:pt idx="412">
                  <c:v>2.9620253164556853E-2</c:v>
                </c:pt>
                <c:pt idx="413">
                  <c:v>2.9620253164556853E-2</c:v>
                </c:pt>
                <c:pt idx="414">
                  <c:v>2.9873417721518969E-2</c:v>
                </c:pt>
                <c:pt idx="415">
                  <c:v>2.9873417721518969E-2</c:v>
                </c:pt>
                <c:pt idx="416">
                  <c:v>2.9873417721518969E-2</c:v>
                </c:pt>
                <c:pt idx="417">
                  <c:v>2.9113924050632844E-2</c:v>
                </c:pt>
                <c:pt idx="418">
                  <c:v>2.9113924050632844E-2</c:v>
                </c:pt>
                <c:pt idx="419">
                  <c:v>2.936708860759496E-2</c:v>
                </c:pt>
                <c:pt idx="420">
                  <c:v>#N/A</c:v>
                </c:pt>
                <c:pt idx="421">
                  <c:v>2.9620253164556853E-2</c:v>
                </c:pt>
                <c:pt idx="422">
                  <c:v>2.9113924050632844E-2</c:v>
                </c:pt>
                <c:pt idx="423">
                  <c:v>2.8860759493670729E-2</c:v>
                </c:pt>
                <c:pt idx="424">
                  <c:v>2.7848101265822711E-2</c:v>
                </c:pt>
                <c:pt idx="425">
                  <c:v>2.7848101265822711E-2</c:v>
                </c:pt>
                <c:pt idx="426">
                  <c:v>2.7594936708860596E-2</c:v>
                </c:pt>
                <c:pt idx="427">
                  <c:v>2.7848101265822711E-2</c:v>
                </c:pt>
                <c:pt idx="428">
                  <c:v>2.835443037974672E-2</c:v>
                </c:pt>
                <c:pt idx="429">
                  <c:v>2.936708860759496E-2</c:v>
                </c:pt>
                <c:pt idx="430">
                  <c:v>2.9113924050632844E-2</c:v>
                </c:pt>
                <c:pt idx="431">
                  <c:v>2.9113924050632844E-2</c:v>
                </c:pt>
                <c:pt idx="432">
                  <c:v>2.9620253164556853E-2</c:v>
                </c:pt>
                <c:pt idx="433">
                  <c:v>2.9873417721518969E-2</c:v>
                </c:pt>
                <c:pt idx="434">
                  <c:v>2.8860759493670729E-2</c:v>
                </c:pt>
                <c:pt idx="435">
                  <c:v>2.936708860759496E-2</c:v>
                </c:pt>
                <c:pt idx="436">
                  <c:v>2.9873417721518969E-2</c:v>
                </c:pt>
                <c:pt idx="437">
                  <c:v>2.9873417721518969E-2</c:v>
                </c:pt>
                <c:pt idx="438">
                  <c:v>2.9620253164556853E-2</c:v>
                </c:pt>
                <c:pt idx="439">
                  <c:v>2.9113924050632844E-2</c:v>
                </c:pt>
                <c:pt idx="440">
                  <c:v>2.9113924050632844E-2</c:v>
                </c:pt>
                <c:pt idx="441">
                  <c:v>2.8607594936708836E-2</c:v>
                </c:pt>
                <c:pt idx="442">
                  <c:v>2.835443037974672E-2</c:v>
                </c:pt>
                <c:pt idx="443">
                  <c:v>2.835443037974672E-2</c:v>
                </c:pt>
                <c:pt idx="444">
                  <c:v>2.835443037974672E-2</c:v>
                </c:pt>
                <c:pt idx="445">
                  <c:v>2.9113924050632844E-2</c:v>
                </c:pt>
                <c:pt idx="446">
                  <c:v>2.9113924050632844E-2</c:v>
                </c:pt>
                <c:pt idx="447">
                  <c:v>2.8607594936708836E-2</c:v>
                </c:pt>
                <c:pt idx="448">
                  <c:v>2.835443037974672E-2</c:v>
                </c:pt>
                <c:pt idx="449">
                  <c:v>2.8101265822784827E-2</c:v>
                </c:pt>
                <c:pt idx="450">
                  <c:v>2.7341772151898702E-2</c:v>
                </c:pt>
                <c:pt idx="451">
                  <c:v>2.7594936708860596E-2</c:v>
                </c:pt>
                <c:pt idx="452">
                  <c:v>2.7341772151898702E-2</c:v>
                </c:pt>
                <c:pt idx="453">
                  <c:v>2.7341772151898702E-2</c:v>
                </c:pt>
                <c:pt idx="454">
                  <c:v>2.7088607594936587E-2</c:v>
                </c:pt>
                <c:pt idx="455">
                  <c:v>2.6835443037974693E-2</c:v>
                </c:pt>
                <c:pt idx="456">
                  <c:v>2.6835443037974693E-2</c:v>
                </c:pt>
                <c:pt idx="457">
                  <c:v>2.6582278481012578E-2</c:v>
                </c:pt>
                <c:pt idx="458">
                  <c:v>2.6582278481012578E-2</c:v>
                </c:pt>
                <c:pt idx="459">
                  <c:v>2.5822784810126453E-2</c:v>
                </c:pt>
                <c:pt idx="460">
                  <c:v>2.5316455696202445E-2</c:v>
                </c:pt>
                <c:pt idx="461">
                  <c:v>2.455696202531632E-2</c:v>
                </c:pt>
                <c:pt idx="462">
                  <c:v>2.455696202531632E-2</c:v>
                </c:pt>
                <c:pt idx="463">
                  <c:v>2.4810126582278436E-2</c:v>
                </c:pt>
                <c:pt idx="464">
                  <c:v>2.455696202531632E-2</c:v>
                </c:pt>
                <c:pt idx="465">
                  <c:v>2.4810126582278436E-2</c:v>
                </c:pt>
                <c:pt idx="466">
                  <c:v>2.5063291139240551E-2</c:v>
                </c:pt>
                <c:pt idx="467">
                  <c:v>2.556962025316456E-2</c:v>
                </c:pt>
                <c:pt idx="468">
                  <c:v>2.6075949367088569E-2</c:v>
                </c:pt>
                <c:pt idx="469">
                  <c:v>2.5063291139240551E-2</c:v>
                </c:pt>
                <c:pt idx="470">
                  <c:v>2.5063291139240551E-2</c:v>
                </c:pt>
                <c:pt idx="471">
                  <c:v>2.4810126582278436E-2</c:v>
                </c:pt>
                <c:pt idx="472">
                  <c:v>2.455696202531632E-2</c:v>
                </c:pt>
                <c:pt idx="473">
                  <c:v>2.455696202531632E-2</c:v>
                </c:pt>
                <c:pt idx="474">
                  <c:v>2.4050632911392311E-2</c:v>
                </c:pt>
                <c:pt idx="475">
                  <c:v>2.3037974683544293E-2</c:v>
                </c:pt>
                <c:pt idx="476">
                  <c:v>2.2784810126582178E-2</c:v>
                </c:pt>
                <c:pt idx="477">
                  <c:v>2.2278481012658169E-2</c:v>
                </c:pt>
                <c:pt idx="478">
                  <c:v>2.177215189873416E-2</c:v>
                </c:pt>
                <c:pt idx="479">
                  <c:v>2.2531645569620284E-2</c:v>
                </c:pt>
                <c:pt idx="480">
                  <c:v>2.2025316455696275E-2</c:v>
                </c:pt>
                <c:pt idx="481">
                  <c:v>2.2025316455696275E-2</c:v>
                </c:pt>
                <c:pt idx="482">
                  <c:v>2.1518987341772045E-2</c:v>
                </c:pt>
                <c:pt idx="483">
                  <c:v>2.1518987341772045E-2</c:v>
                </c:pt>
                <c:pt idx="484">
                  <c:v>2.2531645569620284E-2</c:v>
                </c:pt>
                <c:pt idx="485">
                  <c:v>2.3291139240506409E-2</c:v>
                </c:pt>
                <c:pt idx="486">
                  <c:v>2.3037974683544293E-2</c:v>
                </c:pt>
                <c:pt idx="487">
                  <c:v>2.3797468354430418E-2</c:v>
                </c:pt>
                <c:pt idx="488">
                  <c:v>2.4303797468354427E-2</c:v>
                </c:pt>
                <c:pt idx="489">
                  <c:v>2.455696202531632E-2</c:v>
                </c:pt>
                <c:pt idx="490">
                  <c:v>2.4303797468354427E-2</c:v>
                </c:pt>
                <c:pt idx="491">
                  <c:v>2.4303797468354427E-2</c:v>
                </c:pt>
                <c:pt idx="492">
                  <c:v>2.3037974683544293E-2</c:v>
                </c:pt>
                <c:pt idx="493">
                  <c:v>2.3291139240506409E-2</c:v>
                </c:pt>
                <c:pt idx="494">
                  <c:v>2.2278481012658169E-2</c:v>
                </c:pt>
                <c:pt idx="495">
                  <c:v>2.177215189873416E-2</c:v>
                </c:pt>
                <c:pt idx="496">
                  <c:v>2.2531645569620284E-2</c:v>
                </c:pt>
                <c:pt idx="497">
                  <c:v>2.3797468354430418E-2</c:v>
                </c:pt>
                <c:pt idx="498">
                  <c:v>2.3291139240506409E-2</c:v>
                </c:pt>
                <c:pt idx="499">
                  <c:v>2.3544303797468302E-2</c:v>
                </c:pt>
                <c:pt idx="500">
                  <c:v>2.3544303797468302E-2</c:v>
                </c:pt>
                <c:pt idx="501">
                  <c:v>2.4050632911392311E-2</c:v>
                </c:pt>
                <c:pt idx="502">
                  <c:v>2.3544303797468302E-2</c:v>
                </c:pt>
                <c:pt idx="503">
                  <c:v>2.3544303797468302E-2</c:v>
                </c:pt>
                <c:pt idx="504">
                  <c:v>2.3797468354430418E-2</c:v>
                </c:pt>
                <c:pt idx="505">
                  <c:v>2.3291139240506409E-2</c:v>
                </c:pt>
                <c:pt idx="506">
                  <c:v>2.3797468354430418E-2</c:v>
                </c:pt>
                <c:pt idx="507">
                  <c:v>2.3797468354430418E-2</c:v>
                </c:pt>
                <c:pt idx="508">
                  <c:v>2.4050632911392311E-2</c:v>
                </c:pt>
                <c:pt idx="509">
                  <c:v>2.4303797468354427E-2</c:v>
                </c:pt>
                <c:pt idx="510">
                  <c:v>2.3544303797468302E-2</c:v>
                </c:pt>
                <c:pt idx="511">
                  <c:v>2.3291139240506409E-2</c:v>
                </c:pt>
                <c:pt idx="512">
                  <c:v>2.2784810126582178E-2</c:v>
                </c:pt>
                <c:pt idx="513">
                  <c:v>2.2278481012658169E-2</c:v>
                </c:pt>
                <c:pt idx="514">
                  <c:v>2.2784810126582178E-2</c:v>
                </c:pt>
                <c:pt idx="515">
                  <c:v>2.3797468354430418E-2</c:v>
                </c:pt>
                <c:pt idx="516">
                  <c:v>2.3544303797468302E-2</c:v>
                </c:pt>
                <c:pt idx="517">
                  <c:v>2.3544303797468302E-2</c:v>
                </c:pt>
                <c:pt idx="518">
                  <c:v>2.3544303797468302E-2</c:v>
                </c:pt>
                <c:pt idx="519">
                  <c:v>2.2531645569620284E-2</c:v>
                </c:pt>
                <c:pt idx="520">
                  <c:v>2.2278481012658169E-2</c:v>
                </c:pt>
                <c:pt idx="521">
                  <c:v>2.2025316455696275E-2</c:v>
                </c:pt>
                <c:pt idx="522">
                  <c:v>2.2278481012658169E-2</c:v>
                </c:pt>
                <c:pt idx="523">
                  <c:v>2.2278481012658169E-2</c:v>
                </c:pt>
                <c:pt idx="524">
                  <c:v>2.2025316455696275E-2</c:v>
                </c:pt>
                <c:pt idx="525">
                  <c:v>2.2278481012658169E-2</c:v>
                </c:pt>
                <c:pt idx="526">
                  <c:v>2.1265822784810151E-2</c:v>
                </c:pt>
                <c:pt idx="527">
                  <c:v>2.1012658227848036E-2</c:v>
                </c:pt>
                <c:pt idx="528">
                  <c:v>2.0000000000000018E-2</c:v>
                </c:pt>
                <c:pt idx="529">
                  <c:v>1.8987341772152E-2</c:v>
                </c:pt>
                <c:pt idx="530">
                  <c:v>1.9493670886076009E-2</c:v>
                </c:pt>
                <c:pt idx="531">
                  <c:v>2.0253164556962133E-2</c:v>
                </c:pt>
                <c:pt idx="532">
                  <c:v>2.1012658227848036E-2</c:v>
                </c:pt>
                <c:pt idx="533">
                  <c:v>2.1265822784810151E-2</c:v>
                </c:pt>
                <c:pt idx="534">
                  <c:v>2.1265822784810151E-2</c:v>
                </c:pt>
                <c:pt idx="535">
                  <c:v>2.177215189873416E-2</c:v>
                </c:pt>
                <c:pt idx="536">
                  <c:v>2.1265822784810151E-2</c:v>
                </c:pt>
                <c:pt idx="537">
                  <c:v>2.1265822784810151E-2</c:v>
                </c:pt>
                <c:pt idx="538">
                  <c:v>2.1012658227848036E-2</c:v>
                </c:pt>
                <c:pt idx="539">
                  <c:v>2.1518987341772045E-2</c:v>
                </c:pt>
                <c:pt idx="540">
                  <c:v>2.177215189873416E-2</c:v>
                </c:pt>
                <c:pt idx="541">
                  <c:v>2.0506329113924027E-2</c:v>
                </c:pt>
                <c:pt idx="542">
                  <c:v>2.0759493670886142E-2</c:v>
                </c:pt>
                <c:pt idx="543">
                  <c:v>2.0759493670886142E-2</c:v>
                </c:pt>
                <c:pt idx="544">
                  <c:v>2.0000000000000018E-2</c:v>
                </c:pt>
                <c:pt idx="545">
                  <c:v>2.0759493670886142E-2</c:v>
                </c:pt>
                <c:pt idx="546">
                  <c:v>2.1265822784810151E-2</c:v>
                </c:pt>
                <c:pt idx="547">
                  <c:v>2.1012658227848036E-2</c:v>
                </c:pt>
                <c:pt idx="548">
                  <c:v>2.0759493670886142E-2</c:v>
                </c:pt>
                <c:pt idx="549">
                  <c:v>2.1012658227848036E-2</c:v>
                </c:pt>
                <c:pt idx="550">
                  <c:v>2.0759493670886142E-2</c:v>
                </c:pt>
                <c:pt idx="551">
                  <c:v>2.0506329113924027E-2</c:v>
                </c:pt>
                <c:pt idx="552">
                  <c:v>2.0253164556962133E-2</c:v>
                </c:pt>
                <c:pt idx="553">
                  <c:v>2.1012658227848036E-2</c:v>
                </c:pt>
                <c:pt idx="554">
                  <c:v>2.0506329113924027E-2</c:v>
                </c:pt>
                <c:pt idx="555">
                  <c:v>2.0000000000000018E-2</c:v>
                </c:pt>
                <c:pt idx="556">
                  <c:v>1.9746835443037902E-2</c:v>
                </c:pt>
                <c:pt idx="557">
                  <c:v>2.0000000000000018E-2</c:v>
                </c:pt>
                <c:pt idx="558">
                  <c:v>2.0000000000000018E-2</c:v>
                </c:pt>
                <c:pt idx="559">
                  <c:v>2.0000000000000018E-2</c:v>
                </c:pt>
                <c:pt idx="560">
                  <c:v>1.9493670886076009E-2</c:v>
                </c:pt>
                <c:pt idx="561">
                  <c:v>1.8987341772152E-2</c:v>
                </c:pt>
                <c:pt idx="562">
                  <c:v>1.9240506329113893E-2</c:v>
                </c:pt>
                <c:pt idx="563">
                  <c:v>1.8481012658227769E-2</c:v>
                </c:pt>
                <c:pt idx="564">
                  <c:v>1.7721518987341867E-2</c:v>
                </c:pt>
                <c:pt idx="565">
                  <c:v>1.797468354430376E-2</c:v>
                </c:pt>
                <c:pt idx="566">
                  <c:v>1.8481012658227769E-2</c:v>
                </c:pt>
                <c:pt idx="567">
                  <c:v>1.8227848101265876E-2</c:v>
                </c:pt>
                <c:pt idx="568">
                  <c:v>1.8481012658227769E-2</c:v>
                </c:pt>
                <c:pt idx="569">
                  <c:v>1.8734177215189884E-2</c:v>
                </c:pt>
                <c:pt idx="570">
                  <c:v>1.8987341772152E-2</c:v>
                </c:pt>
                <c:pt idx="571">
                  <c:v>1.8987341772152E-2</c:v>
                </c:pt>
                <c:pt idx="572">
                  <c:v>1.9493670886076009E-2</c:v>
                </c:pt>
                <c:pt idx="573">
                  <c:v>1.9493670886076009E-2</c:v>
                </c:pt>
                <c:pt idx="574">
                  <c:v>2.0253164556962133E-2</c:v>
                </c:pt>
                <c:pt idx="575">
                  <c:v>2.1012658227848036E-2</c:v>
                </c:pt>
                <c:pt idx="576">
                  <c:v>2.1518987341772045E-2</c:v>
                </c:pt>
                <c:pt idx="577">
                  <c:v>2.2025316455696275E-2</c:v>
                </c:pt>
                <c:pt idx="578">
                  <c:v>2.177215189873416E-2</c:v>
                </c:pt>
                <c:pt idx="579">
                  <c:v>2.177215189873416E-2</c:v>
                </c:pt>
                <c:pt idx="580">
                  <c:v>2.2278481012658169E-2</c:v>
                </c:pt>
                <c:pt idx="581">
                  <c:v>2.2531645569620284E-2</c:v>
                </c:pt>
                <c:pt idx="582">
                  <c:v>2.3544303797468302E-2</c:v>
                </c:pt>
                <c:pt idx="583">
                  <c:v>2.3544303797468302E-2</c:v>
                </c:pt>
                <c:pt idx="584">
                  <c:v>2.3544303797468302E-2</c:v>
                </c:pt>
                <c:pt idx="585">
                  <c:v>2.3797468354430418E-2</c:v>
                </c:pt>
                <c:pt idx="586">
                  <c:v>2.3037974683544293E-2</c:v>
                </c:pt>
                <c:pt idx="587">
                  <c:v>2.2531645569620284E-2</c:v>
                </c:pt>
                <c:pt idx="588">
                  <c:v>2.2278481012658169E-2</c:v>
                </c:pt>
                <c:pt idx="589">
                  <c:v>2.3037974683544293E-2</c:v>
                </c:pt>
                <c:pt idx="590">
                  <c:v>2.3544303797468302E-2</c:v>
                </c:pt>
                <c:pt idx="591">
                  <c:v>2.2784810126582178E-2</c:v>
                </c:pt>
                <c:pt idx="592">
                  <c:v>2.2278481012658169E-2</c:v>
                </c:pt>
                <c:pt idx="593">
                  <c:v>2.2531645569620284E-2</c:v>
                </c:pt>
                <c:pt idx="594">
                  <c:v>2.3037974683544293E-2</c:v>
                </c:pt>
                <c:pt idx="595">
                  <c:v>2.2784810126582178E-2</c:v>
                </c:pt>
                <c:pt idx="596">
                  <c:v>2.1518987341772045E-2</c:v>
                </c:pt>
                <c:pt idx="597">
                  <c:v>2.1265822784810151E-2</c:v>
                </c:pt>
                <c:pt idx="598">
                  <c:v>2.1518987341772045E-2</c:v>
                </c:pt>
                <c:pt idx="599">
                  <c:v>2.2531645569620284E-2</c:v>
                </c:pt>
                <c:pt idx="600">
                  <c:v>2.2531645569620284E-2</c:v>
                </c:pt>
                <c:pt idx="601">
                  <c:v>2.2784810126582178E-2</c:v>
                </c:pt>
                <c:pt idx="602">
                  <c:v>2.3544303797468302E-2</c:v>
                </c:pt>
                <c:pt idx="603">
                  <c:v>2.3797468354430418E-2</c:v>
                </c:pt>
                <c:pt idx="604">
                  <c:v>2.4303797468354427E-2</c:v>
                </c:pt>
                <c:pt idx="605">
                  <c:v>2.5063291139240551E-2</c:v>
                </c:pt>
                <c:pt idx="606">
                  <c:v>2.556962025316456E-2</c:v>
                </c:pt>
                <c:pt idx="607">
                  <c:v>2.5822784810126453E-2</c:v>
                </c:pt>
                <c:pt idx="608">
                  <c:v>2.6329113924050684E-2</c:v>
                </c:pt>
                <c:pt idx="609">
                  <c:v>2.6582278481012578E-2</c:v>
                </c:pt>
                <c:pt idx="610">
                  <c:v>2.5822784810126453E-2</c:v>
                </c:pt>
                <c:pt idx="611">
                  <c:v>2.5822784810126453E-2</c:v>
                </c:pt>
                <c:pt idx="612">
                  <c:v>2.6582278481012578E-2</c:v>
                </c:pt>
                <c:pt idx="613">
                  <c:v>2.6329113924050684E-2</c:v>
                </c:pt>
                <c:pt idx="614">
                  <c:v>2.5316455696202445E-2</c:v>
                </c:pt>
                <c:pt idx="615">
                  <c:v>2.4810126582278436E-2</c:v>
                </c:pt>
                <c:pt idx="616">
                  <c:v>2.4303797468354427E-2</c:v>
                </c:pt>
                <c:pt idx="617">
                  <c:v>2.4303797468354427E-2</c:v>
                </c:pt>
                <c:pt idx="618">
                  <c:v>2.5316455696202445E-2</c:v>
                </c:pt>
                <c:pt idx="619">
                  <c:v>2.556962025316456E-2</c:v>
                </c:pt>
                <c:pt idx="620">
                  <c:v>2.5316455696202445E-2</c:v>
                </c:pt>
                <c:pt idx="621">
                  <c:v>2.6075949367088569E-2</c:v>
                </c:pt>
                <c:pt idx="622">
                  <c:v>2.6329113924050684E-2</c:v>
                </c:pt>
                <c:pt idx="623">
                  <c:v>2.6075949367088569E-2</c:v>
                </c:pt>
                <c:pt idx="624">
                  <c:v>2.556962025316456E-2</c:v>
                </c:pt>
                <c:pt idx="625">
                  <c:v>2.5063291139240551E-2</c:v>
                </c:pt>
                <c:pt idx="626">
                  <c:v>2.5063291139240551E-2</c:v>
                </c:pt>
                <c:pt idx="627">
                  <c:v>2.4810126582278436E-2</c:v>
                </c:pt>
                <c:pt idx="628">
                  <c:v>2.5063291139240551E-2</c:v>
                </c:pt>
                <c:pt idx="629">
                  <c:v>2.5063291139240551E-2</c:v>
                </c:pt>
                <c:pt idx="630">
                  <c:v>2.4810126582278436E-2</c:v>
                </c:pt>
                <c:pt idx="631">
                  <c:v>2.455696202531632E-2</c:v>
                </c:pt>
                <c:pt idx="632">
                  <c:v>2.4050632911392311E-2</c:v>
                </c:pt>
                <c:pt idx="633">
                  <c:v>2.3544303797468302E-2</c:v>
                </c:pt>
                <c:pt idx="634">
                  <c:v>2.3797468354430418E-2</c:v>
                </c:pt>
                <c:pt idx="635">
                  <c:v>2.455696202531632E-2</c:v>
                </c:pt>
                <c:pt idx="636">
                  <c:v>2.4810126582278436E-2</c:v>
                </c:pt>
                <c:pt idx="637">
                  <c:v>2.556962025316456E-2</c:v>
                </c:pt>
                <c:pt idx="638">
                  <c:v>2.6329113924050684E-2</c:v>
                </c:pt>
                <c:pt idx="639">
                  <c:v>2.7088607594936587E-2</c:v>
                </c:pt>
                <c:pt idx="640">
                  <c:v>2.6835443037974693E-2</c:v>
                </c:pt>
                <c:pt idx="641">
                  <c:v>2.6329113924050684E-2</c:v>
                </c:pt>
                <c:pt idx="642">
                  <c:v>2.7088607594936587E-2</c:v>
                </c:pt>
                <c:pt idx="643">
                  <c:v>2.7088607594936587E-2</c:v>
                </c:pt>
                <c:pt idx="644">
                  <c:v>2.8101265822784827E-2</c:v>
                </c:pt>
                <c:pt idx="645">
                  <c:v>2.7341772151898702E-2</c:v>
                </c:pt>
                <c:pt idx="646">
                  <c:v>2.7088607594936587E-2</c:v>
                </c:pt>
                <c:pt idx="647">
                  <c:v>2.6835443037974693E-2</c:v>
                </c:pt>
                <c:pt idx="648">
                  <c:v>2.7341772151898702E-2</c:v>
                </c:pt>
                <c:pt idx="649">
                  <c:v>2.7848101265822711E-2</c:v>
                </c:pt>
                <c:pt idx="650">
                  <c:v>2.7848101265822711E-2</c:v>
                </c:pt>
                <c:pt idx="651">
                  <c:v>2.835443037974672E-2</c:v>
                </c:pt>
                <c:pt idx="652">
                  <c:v>2.8607594936708836E-2</c:v>
                </c:pt>
                <c:pt idx="653">
                  <c:v>2.8860759493670729E-2</c:v>
                </c:pt>
                <c:pt idx="654">
                  <c:v>2.835443037974672E-2</c:v>
                </c:pt>
                <c:pt idx="655">
                  <c:v>2.7088607594936587E-2</c:v>
                </c:pt>
                <c:pt idx="656">
                  <c:v>2.7341772151898702E-2</c:v>
                </c:pt>
                <c:pt idx="657">
                  <c:v>2.5822784810126453E-2</c:v>
                </c:pt>
                <c:pt idx="658">
                  <c:v>2.7088607594936587E-2</c:v>
                </c:pt>
                <c:pt idx="659">
                  <c:v>2.6582278481012578E-2</c:v>
                </c:pt>
                <c:pt idx="660">
                  <c:v>2.6835443037974693E-2</c:v>
                </c:pt>
                <c:pt idx="661">
                  <c:v>2.7848101265822711E-2</c:v>
                </c:pt>
                <c:pt idx="662">
                  <c:v>2.8101265822784827E-2</c:v>
                </c:pt>
                <c:pt idx="663">
                  <c:v>2.835443037974672E-2</c:v>
                </c:pt>
                <c:pt idx="664">
                  <c:v>2.8607594936708836E-2</c:v>
                </c:pt>
                <c:pt idx="665">
                  <c:v>2.8607594936708836E-2</c:v>
                </c:pt>
                <c:pt idx="666">
                  <c:v>2.9113924050632844E-2</c:v>
                </c:pt>
                <c:pt idx="667">
                  <c:v>2.9113924050632844E-2</c:v>
                </c:pt>
                <c:pt idx="668">
                  <c:v>2.9620253164556853E-2</c:v>
                </c:pt>
                <c:pt idx="669">
                  <c:v>2.936708860759496E-2</c:v>
                </c:pt>
                <c:pt idx="670">
                  <c:v>2.9873417721518969E-2</c:v>
                </c:pt>
                <c:pt idx="671">
                  <c:v>3.0379746835442978E-2</c:v>
                </c:pt>
                <c:pt idx="672">
                  <c:v>3.0632911392405093E-2</c:v>
                </c:pt>
                <c:pt idx="673">
                  <c:v>3.0126582278480862E-2</c:v>
                </c:pt>
                <c:pt idx="674">
                  <c:v>2.9873417721518969E-2</c:v>
                </c:pt>
                <c:pt idx="675">
                  <c:v>3.0379746835442978E-2</c:v>
                </c:pt>
                <c:pt idx="676">
                  <c:v>3.0632911392405093E-2</c:v>
                </c:pt>
                <c:pt idx="677">
                  <c:v>3.1139240506329102E-2</c:v>
                </c:pt>
                <c:pt idx="678">
                  <c:v>3.0379746835442978E-2</c:v>
                </c:pt>
                <c:pt idx="679">
                  <c:v>2.9873417721518969E-2</c:v>
                </c:pt>
                <c:pt idx="680">
                  <c:v>3.0126582278480862E-2</c:v>
                </c:pt>
                <c:pt idx="681">
                  <c:v>3.0379746835442978E-2</c:v>
                </c:pt>
                <c:pt idx="682">
                  <c:v>3.0126582278480862E-2</c:v>
                </c:pt>
                <c:pt idx="683">
                  <c:v>2.9873417721518969E-2</c:v>
                </c:pt>
                <c:pt idx="684">
                  <c:v>3.0126582278480862E-2</c:v>
                </c:pt>
                <c:pt idx="685">
                  <c:v>3.0632911392405093E-2</c:v>
                </c:pt>
                <c:pt idx="686">
                  <c:v>2.9873417721518969E-2</c:v>
                </c:pt>
                <c:pt idx="687">
                  <c:v>2.9620253164556853E-2</c:v>
                </c:pt>
                <c:pt idx="688">
                  <c:v>2.9873417721518969E-2</c:v>
                </c:pt>
                <c:pt idx="689">
                  <c:v>2.9620253164556853E-2</c:v>
                </c:pt>
                <c:pt idx="690">
                  <c:v>2.9620253164556853E-2</c:v>
                </c:pt>
                <c:pt idx="691">
                  <c:v>2.9113924050632844E-2</c:v>
                </c:pt>
                <c:pt idx="692">
                  <c:v>2.835443037974672E-2</c:v>
                </c:pt>
                <c:pt idx="693">
                  <c:v>2.936708860759496E-2</c:v>
                </c:pt>
                <c:pt idx="694">
                  <c:v>2.8860759493670729E-2</c:v>
                </c:pt>
                <c:pt idx="695">
                  <c:v>2.7848101265822711E-2</c:v>
                </c:pt>
                <c:pt idx="696">
                  <c:v>2.8607594936708836E-2</c:v>
                </c:pt>
                <c:pt idx="697">
                  <c:v>2.8607594936708836E-2</c:v>
                </c:pt>
                <c:pt idx="698">
                  <c:v>2.9113924050632844E-2</c:v>
                </c:pt>
                <c:pt idx="699">
                  <c:v>2.8101265822784827E-2</c:v>
                </c:pt>
                <c:pt idx="700">
                  <c:v>2.835443037974672E-2</c:v>
                </c:pt>
                <c:pt idx="701">
                  <c:v>2.8607594936708836E-2</c:v>
                </c:pt>
                <c:pt idx="702">
                  <c:v>2.936708860759496E-2</c:v>
                </c:pt>
                <c:pt idx="703">
                  <c:v>2.9620253164556853E-2</c:v>
                </c:pt>
                <c:pt idx="704">
                  <c:v>2.9873417721518969E-2</c:v>
                </c:pt>
                <c:pt idx="705">
                  <c:v>3.0379746835442978E-2</c:v>
                </c:pt>
                <c:pt idx="706">
                  <c:v>3.0632911392405093E-2</c:v>
                </c:pt>
                <c:pt idx="707">
                  <c:v>3.1139240506329102E-2</c:v>
                </c:pt>
                <c:pt idx="708">
                  <c:v>3.1392405063290996E-2</c:v>
                </c:pt>
                <c:pt idx="709">
                  <c:v>3.1898734177215227E-2</c:v>
                </c:pt>
                <c:pt idx="710">
                  <c:v>3.1645569620253111E-2</c:v>
                </c:pt>
                <c:pt idx="711">
                  <c:v>3.1898734177215227E-2</c:v>
                </c:pt>
                <c:pt idx="712">
                  <c:v>3.215189873417712E-2</c:v>
                </c:pt>
                <c:pt idx="713">
                  <c:v>3.2658227848101129E-2</c:v>
                </c:pt>
                <c:pt idx="714">
                  <c:v>3.2911392405063244E-2</c:v>
                </c:pt>
                <c:pt idx="715">
                  <c:v>3.2911392405063244E-2</c:v>
                </c:pt>
                <c:pt idx="716">
                  <c:v>3.3417721518987253E-2</c:v>
                </c:pt>
                <c:pt idx="717">
                  <c:v>3.3670886075949369E-2</c:v>
                </c:pt>
                <c:pt idx="718">
                  <c:v>3.3417721518987253E-2</c:v>
                </c:pt>
                <c:pt idx="719">
                  <c:v>3.2911392405063244E-2</c:v>
                </c:pt>
                <c:pt idx="720">
                  <c:v>3.2405063291139236E-2</c:v>
                </c:pt>
                <c:pt idx="721">
                  <c:v>3.215189873417712E-2</c:v>
                </c:pt>
                <c:pt idx="722">
                  <c:v>3.1392405063290996E-2</c:v>
                </c:pt>
                <c:pt idx="723">
                  <c:v>3.0632911392405093E-2</c:v>
                </c:pt>
                <c:pt idx="724">
                  <c:v>3.0379746835442978E-2</c:v>
                </c:pt>
                <c:pt idx="725">
                  <c:v>3.1645569620253111E-2</c:v>
                </c:pt>
                <c:pt idx="726">
                  <c:v>3.215189873417712E-2</c:v>
                </c:pt>
                <c:pt idx="727">
                  <c:v>3.1645569620253111E-2</c:v>
                </c:pt>
                <c:pt idx="728">
                  <c:v>3.0632911392405093E-2</c:v>
                </c:pt>
                <c:pt idx="729">
                  <c:v>3.1898734177215227E-2</c:v>
                </c:pt>
                <c:pt idx="730">
                  <c:v>3.215189873417712E-2</c:v>
                </c:pt>
                <c:pt idx="731">
                  <c:v>3.1645569620253111E-2</c:v>
                </c:pt>
                <c:pt idx="732">
                  <c:v>3.1645569620253111E-2</c:v>
                </c:pt>
                <c:pt idx="733">
                  <c:v>3.1645569620253111E-2</c:v>
                </c:pt>
                <c:pt idx="734">
                  <c:v>3.1898734177215227E-2</c:v>
                </c:pt>
                <c:pt idx="735">
                  <c:v>3.215189873417712E-2</c:v>
                </c:pt>
                <c:pt idx="736">
                  <c:v>3.215189873417712E-2</c:v>
                </c:pt>
                <c:pt idx="737">
                  <c:v>3.2911392405063244E-2</c:v>
                </c:pt>
                <c:pt idx="738">
                  <c:v>3.2911392405063244E-2</c:v>
                </c:pt>
                <c:pt idx="739">
                  <c:v>3.215189873417712E-2</c:v>
                </c:pt>
                <c:pt idx="740">
                  <c:v>3.215189873417712E-2</c:v>
                </c:pt>
                <c:pt idx="741">
                  <c:v>3.215189873417712E-2</c:v>
                </c:pt>
                <c:pt idx="742">
                  <c:v>3.1392405063290996E-2</c:v>
                </c:pt>
                <c:pt idx="743">
                  <c:v>2.9873417721518969E-2</c:v>
                </c:pt>
                <c:pt idx="744">
                  <c:v>3.0632911392405093E-2</c:v>
                </c:pt>
                <c:pt idx="745">
                  <c:v>3.0632911392405093E-2</c:v>
                </c:pt>
                <c:pt idx="746">
                  <c:v>2.936708860759496E-2</c:v>
                </c:pt>
                <c:pt idx="747">
                  <c:v>2.936708860759496E-2</c:v>
                </c:pt>
                <c:pt idx="748">
                  <c:v>2.9620253164556853E-2</c:v>
                </c:pt>
                <c:pt idx="749">
                  <c:v>2.9620253164556853E-2</c:v>
                </c:pt>
                <c:pt idx="750">
                  <c:v>2.835443037974672E-2</c:v>
                </c:pt>
                <c:pt idx="751">
                  <c:v>2.6329113924050684E-2</c:v>
                </c:pt>
                <c:pt idx="752">
                  <c:v>2.6075949367088569E-2</c:v>
                </c:pt>
                <c:pt idx="753">
                  <c:v>2.6075949367088569E-2</c:v>
                </c:pt>
                <c:pt idx="754">
                  <c:v>2.7341772151898702E-2</c:v>
                </c:pt>
                <c:pt idx="755">
                  <c:v>2.7088607594936587E-2</c:v>
                </c:pt>
                <c:pt idx="756">
                  <c:v>2.7848101265822711E-2</c:v>
                </c:pt>
                <c:pt idx="757">
                  <c:v>2.7594936708860596E-2</c:v>
                </c:pt>
                <c:pt idx="758">
                  <c:v>2.7341772151898702E-2</c:v>
                </c:pt>
                <c:pt idx="759">
                  <c:v>2.835443037974672E-2</c:v>
                </c:pt>
                <c:pt idx="760">
                  <c:v>2.8607594936708836E-2</c:v>
                </c:pt>
                <c:pt idx="761">
                  <c:v>2.9113924050632844E-2</c:v>
                </c:pt>
                <c:pt idx="762">
                  <c:v>2.936708860759496E-2</c:v>
                </c:pt>
                <c:pt idx="763">
                  <c:v>2.9620253164556853E-2</c:v>
                </c:pt>
                <c:pt idx="764">
                  <c:v>2.936708860759496E-2</c:v>
                </c:pt>
                <c:pt idx="765">
                  <c:v>2.835443037974672E-2</c:v>
                </c:pt>
                <c:pt idx="766">
                  <c:v>2.835443037974672E-2</c:v>
                </c:pt>
                <c:pt idx="767">
                  <c:v>2.7594936708860596E-2</c:v>
                </c:pt>
                <c:pt idx="768">
                  <c:v>2.8101265822784827E-2</c:v>
                </c:pt>
                <c:pt idx="769">
                  <c:v>2.835443037974672E-2</c:v>
                </c:pt>
                <c:pt idx="770">
                  <c:v>2.8860759493670729E-2</c:v>
                </c:pt>
                <c:pt idx="771">
                  <c:v>2.936708860759496E-2</c:v>
                </c:pt>
                <c:pt idx="772">
                  <c:v>2.9873417721518969E-2</c:v>
                </c:pt>
                <c:pt idx="773">
                  <c:v>2.9620253164556853E-2</c:v>
                </c:pt>
                <c:pt idx="774">
                  <c:v>2.936708860759496E-2</c:v>
                </c:pt>
                <c:pt idx="775">
                  <c:v>2.9620253164556853E-2</c:v>
                </c:pt>
                <c:pt idx="776">
                  <c:v>2.936708860759496E-2</c:v>
                </c:pt>
                <c:pt idx="777">
                  <c:v>2.9620253164556853E-2</c:v>
                </c:pt>
                <c:pt idx="778">
                  <c:v>3.0379746835442978E-2</c:v>
                </c:pt>
                <c:pt idx="779">
                  <c:v>3.0379746835442978E-2</c:v>
                </c:pt>
                <c:pt idx="780">
                  <c:v>3.0632911392405093E-2</c:v>
                </c:pt>
                <c:pt idx="781">
                  <c:v>3.1392405063290996E-2</c:v>
                </c:pt>
                <c:pt idx="782">
                  <c:v>3.1139240506329102E-2</c:v>
                </c:pt>
                <c:pt idx="783">
                  <c:v>3.0886075949366987E-2</c:v>
                </c:pt>
                <c:pt idx="784">
                  <c:v>2.9873417721518969E-2</c:v>
                </c:pt>
                <c:pt idx="785">
                  <c:v>2.9620253164556853E-2</c:v>
                </c:pt>
                <c:pt idx="786">
                  <c:v>2.9113924050632844E-2</c:v>
                </c:pt>
                <c:pt idx="787">
                  <c:v>2.9873417721518969E-2</c:v>
                </c:pt>
                <c:pt idx="788">
                  <c:v>2.9620253164556853E-2</c:v>
                </c:pt>
                <c:pt idx="789">
                  <c:v>2.9620253164556853E-2</c:v>
                </c:pt>
                <c:pt idx="790">
                  <c:v>2.9113924050632844E-2</c:v>
                </c:pt>
                <c:pt idx="791">
                  <c:v>2.9620253164556853E-2</c:v>
                </c:pt>
                <c:pt idx="792">
                  <c:v>2.9873417721518969E-2</c:v>
                </c:pt>
                <c:pt idx="793">
                  <c:v>3.0632911392405093E-2</c:v>
                </c:pt>
                <c:pt idx="794">
                  <c:v>3.0126582278480862E-2</c:v>
                </c:pt>
                <c:pt idx="795">
                  <c:v>3.0126582278480862E-2</c:v>
                </c:pt>
                <c:pt idx="796">
                  <c:v>2.936708860759496E-2</c:v>
                </c:pt>
                <c:pt idx="797">
                  <c:v>2.8860759493670729E-2</c:v>
                </c:pt>
                <c:pt idx="798">
                  <c:v>2.7848101265822711E-2</c:v>
                </c:pt>
                <c:pt idx="799">
                  <c:v>2.7594936708860596E-2</c:v>
                </c:pt>
                <c:pt idx="800">
                  <c:v>2.8101265822784827E-2</c:v>
                </c:pt>
                <c:pt idx="801">
                  <c:v>2.7594936708860596E-2</c:v>
                </c:pt>
                <c:pt idx="802">
                  <c:v>2.7088607594936587E-2</c:v>
                </c:pt>
                <c:pt idx="803">
                  <c:v>2.7088607594936587E-2</c:v>
                </c:pt>
                <c:pt idx="804">
                  <c:v>2.7848101265822711E-2</c:v>
                </c:pt>
                <c:pt idx="805">
                  <c:v>2.8101265822784827E-2</c:v>
                </c:pt>
                <c:pt idx="806">
                  <c:v>2.7848101265822711E-2</c:v>
                </c:pt>
                <c:pt idx="807">
                  <c:v>2.7594936708860596E-2</c:v>
                </c:pt>
                <c:pt idx="808">
                  <c:v>2.7848101265822711E-2</c:v>
                </c:pt>
                <c:pt idx="809">
                  <c:v>2.7341772151898702E-2</c:v>
                </c:pt>
                <c:pt idx="810">
                  <c:v>2.7341772151898702E-2</c:v>
                </c:pt>
                <c:pt idx="811">
                  <c:v>2.6835443037974693E-2</c:v>
                </c:pt>
                <c:pt idx="812">
                  <c:v>2.7594936708860596E-2</c:v>
                </c:pt>
                <c:pt idx="813">
                  <c:v>2.7848101265822711E-2</c:v>
                </c:pt>
                <c:pt idx="814">
                  <c:v>2.7848101265822711E-2</c:v>
                </c:pt>
                <c:pt idx="815">
                  <c:v>2.7848101265822711E-2</c:v>
                </c:pt>
                <c:pt idx="816">
                  <c:v>2.7341772151898702E-2</c:v>
                </c:pt>
                <c:pt idx="817">
                  <c:v>2.8101265822784827E-2</c:v>
                </c:pt>
                <c:pt idx="818">
                  <c:v>2.8101265822784827E-2</c:v>
                </c:pt>
                <c:pt idx="819">
                  <c:v>2.7848101265822711E-2</c:v>
                </c:pt>
                <c:pt idx="820">
                  <c:v>2.8101265822784827E-2</c:v>
                </c:pt>
                <c:pt idx="821">
                  <c:v>2.7594936708860596E-2</c:v>
                </c:pt>
                <c:pt idx="822">
                  <c:v>2.7594936708860596E-2</c:v>
                </c:pt>
                <c:pt idx="823">
                  <c:v>2.7594936708860596E-2</c:v>
                </c:pt>
                <c:pt idx="824">
                  <c:v>2.8101265822784827E-2</c:v>
                </c:pt>
                <c:pt idx="825">
                  <c:v>2.7848101265822711E-2</c:v>
                </c:pt>
                <c:pt idx="826">
                  <c:v>2.6835443037974693E-2</c:v>
                </c:pt>
                <c:pt idx="827">
                  <c:v>2.6329113924050684E-2</c:v>
                </c:pt>
                <c:pt idx="828">
                  <c:v>2.556962025316456E-2</c:v>
                </c:pt>
                <c:pt idx="829">
                  <c:v>2.556962025316456E-2</c:v>
                </c:pt>
                <c:pt idx="830">
                  <c:v>2.4810126582278436E-2</c:v>
                </c:pt>
                <c:pt idx="831">
                  <c:v>2.455696202531632E-2</c:v>
                </c:pt>
                <c:pt idx="832">
                  <c:v>2.5316455696202445E-2</c:v>
                </c:pt>
                <c:pt idx="833">
                  <c:v>2.6329113924050684E-2</c:v>
                </c:pt>
                <c:pt idx="834">
                  <c:v>2.6329113924050684E-2</c:v>
                </c:pt>
                <c:pt idx="835">
                  <c:v>2.6329113924050684E-2</c:v>
                </c:pt>
                <c:pt idx="836">
                  <c:v>2.5822784810126453E-2</c:v>
                </c:pt>
                <c:pt idx="837">
                  <c:v>2.6075949367088569E-2</c:v>
                </c:pt>
                <c:pt idx="838">
                  <c:v>2.5316455696202445E-2</c:v>
                </c:pt>
                <c:pt idx="839">
                  <c:v>2.5063291139240551E-2</c:v>
                </c:pt>
                <c:pt idx="840">
                  <c:v>2.5063291139240551E-2</c:v>
                </c:pt>
                <c:pt idx="841">
                  <c:v>2.5316455696202445E-2</c:v>
                </c:pt>
                <c:pt idx="842">
                  <c:v>2.6075949367088569E-2</c:v>
                </c:pt>
                <c:pt idx="843">
                  <c:v>2.6329113924050684E-2</c:v>
                </c:pt>
                <c:pt idx="844">
                  <c:v>2.5822784810126453E-2</c:v>
                </c:pt>
                <c:pt idx="845">
                  <c:v>2.7088607594936587E-2</c:v>
                </c:pt>
                <c:pt idx="846">
                  <c:v>2.7341772151898702E-2</c:v>
                </c:pt>
                <c:pt idx="847">
                  <c:v>2.6835443037974693E-2</c:v>
                </c:pt>
                <c:pt idx="848">
                  <c:v>2.6329113924050684E-2</c:v>
                </c:pt>
                <c:pt idx="849">
                  <c:v>2.6329113924050684E-2</c:v>
                </c:pt>
                <c:pt idx="850">
                  <c:v>2.5822784810126453E-2</c:v>
                </c:pt>
                <c:pt idx="851">
                  <c:v>2.5063291139240551E-2</c:v>
                </c:pt>
                <c:pt idx="852">
                  <c:v>2.5316455696202445E-2</c:v>
                </c:pt>
                <c:pt idx="853">
                  <c:v>2.556962025316456E-2</c:v>
                </c:pt>
                <c:pt idx="854">
                  <c:v>2.5822784810126453E-2</c:v>
                </c:pt>
                <c:pt idx="855">
                  <c:v>2.5822784810126453E-2</c:v>
                </c:pt>
                <c:pt idx="856">
                  <c:v>2.556962025316456E-2</c:v>
                </c:pt>
                <c:pt idx="857">
                  <c:v>2.5063291139240551E-2</c:v>
                </c:pt>
                <c:pt idx="858">
                  <c:v>2.5316455696202445E-2</c:v>
                </c:pt>
                <c:pt idx="859">
                  <c:v>2.5822784810126453E-2</c:v>
                </c:pt>
                <c:pt idx="860">
                  <c:v>2.5822784810126453E-2</c:v>
                </c:pt>
                <c:pt idx="861">
                  <c:v>2.556962025316456E-2</c:v>
                </c:pt>
                <c:pt idx="862">
                  <c:v>2.5063291139240551E-2</c:v>
                </c:pt>
                <c:pt idx="863">
                  <c:v>2.4810126582278436E-2</c:v>
                </c:pt>
                <c:pt idx="864">
                  <c:v>2.455696202531632E-2</c:v>
                </c:pt>
                <c:pt idx="865">
                  <c:v>2.4303797468354427E-2</c:v>
                </c:pt>
                <c:pt idx="866">
                  <c:v>2.3797468354430418E-2</c:v>
                </c:pt>
                <c:pt idx="867">
                  <c:v>2.4050632911392311E-2</c:v>
                </c:pt>
                <c:pt idx="868">
                  <c:v>2.4303797468354427E-2</c:v>
                </c:pt>
                <c:pt idx="869">
                  <c:v>2.455696202531632E-2</c:v>
                </c:pt>
                <c:pt idx="870">
                  <c:v>2.5063291139240551E-2</c:v>
                </c:pt>
                <c:pt idx="871">
                  <c:v>2.556962025316456E-2</c:v>
                </c:pt>
                <c:pt idx="872">
                  <c:v>2.5316455696202445E-2</c:v>
                </c:pt>
                <c:pt idx="873">
                  <c:v>2.5063291139240551E-2</c:v>
                </c:pt>
                <c:pt idx="874">
                  <c:v>2.4810126582278436E-2</c:v>
                </c:pt>
                <c:pt idx="875">
                  <c:v>2.5063291139240551E-2</c:v>
                </c:pt>
                <c:pt idx="876">
                  <c:v>2.455696202531632E-2</c:v>
                </c:pt>
                <c:pt idx="877">
                  <c:v>2.4810126582278436E-2</c:v>
                </c:pt>
                <c:pt idx="878">
                  <c:v>2.4810126582278436E-2</c:v>
                </c:pt>
                <c:pt idx="879">
                  <c:v>2.5063291139240551E-2</c:v>
                </c:pt>
                <c:pt idx="880">
                  <c:v>2.5063291139240551E-2</c:v>
                </c:pt>
                <c:pt idx="881">
                  <c:v>2.556962025316456E-2</c:v>
                </c:pt>
                <c:pt idx="882">
                  <c:v>2.5822784810126453E-2</c:v>
                </c:pt>
                <c:pt idx="883">
                  <c:v>2.6075949367088569E-2</c:v>
                </c:pt>
                <c:pt idx="884">
                  <c:v>2.6582278481012578E-2</c:v>
                </c:pt>
                <c:pt idx="885">
                  <c:v>2.6835443037974693E-2</c:v>
                </c:pt>
                <c:pt idx="886">
                  <c:v>2.7088607594936587E-2</c:v>
                </c:pt>
                <c:pt idx="887">
                  <c:v>2.7088607594936587E-2</c:v>
                </c:pt>
                <c:pt idx="888">
                  <c:v>2.6582278481012578E-2</c:v>
                </c:pt>
                <c:pt idx="889">
                  <c:v>2.6075949367088569E-2</c:v>
                </c:pt>
                <c:pt idx="890">
                  <c:v>2.6835443037974693E-2</c:v>
                </c:pt>
                <c:pt idx="891">
                  <c:v>2.6329113924050684E-2</c:v>
                </c:pt>
                <c:pt idx="892">
                  <c:v>2.6075949367088569E-2</c:v>
                </c:pt>
                <c:pt idx="893">
                  <c:v>2.5822784810126453E-2</c:v>
                </c:pt>
                <c:pt idx="894">
                  <c:v>2.5822784810126453E-2</c:v>
                </c:pt>
                <c:pt idx="895">
                  <c:v>2.6075949367088569E-2</c:v>
                </c:pt>
                <c:pt idx="896">
                  <c:v>2.5316455696202445E-2</c:v>
                </c:pt>
                <c:pt idx="897">
                  <c:v>2.556962025316456E-2</c:v>
                </c:pt>
                <c:pt idx="898">
                  <c:v>2.5316455696202445E-2</c:v>
                </c:pt>
                <c:pt idx="899">
                  <c:v>2.556962025316456E-2</c:v>
                </c:pt>
                <c:pt idx="900">
                  <c:v>2.5063291139240551E-2</c:v>
                </c:pt>
                <c:pt idx="901">
                  <c:v>2.4810126582278436E-2</c:v>
                </c:pt>
                <c:pt idx="902">
                  <c:v>2.4303797468354427E-2</c:v>
                </c:pt>
                <c:pt idx="903">
                  <c:v>2.455696202531632E-2</c:v>
                </c:pt>
                <c:pt idx="904">
                  <c:v>2.4810126582278436E-2</c:v>
                </c:pt>
                <c:pt idx="905">
                  <c:v>2.5063291139240551E-2</c:v>
                </c:pt>
                <c:pt idx="906">
                  <c:v>2.5316455696202445E-2</c:v>
                </c:pt>
                <c:pt idx="907">
                  <c:v>2.5822784810126453E-2</c:v>
                </c:pt>
                <c:pt idx="908">
                  <c:v>2.5822784810126453E-2</c:v>
                </c:pt>
                <c:pt idx="909">
                  <c:v>2.5822784810126453E-2</c:v>
                </c:pt>
                <c:pt idx="910">
                  <c:v>#N/A</c:v>
                </c:pt>
                <c:pt idx="911">
                  <c:v>2.5822784810126453E-2</c:v>
                </c:pt>
                <c:pt idx="912">
                  <c:v>2.5822784810126453E-2</c:v>
                </c:pt>
                <c:pt idx="913">
                  <c:v>2.6075949367088569E-2</c:v>
                </c:pt>
                <c:pt idx="914">
                  <c:v>2.6835443037974693E-2</c:v>
                </c:pt>
                <c:pt idx="915">
                  <c:v>2.7341772151898702E-2</c:v>
                </c:pt>
                <c:pt idx="916">
                  <c:v>2.7088607594936587E-2</c:v>
                </c:pt>
                <c:pt idx="917">
                  <c:v>2.6835443037974693E-2</c:v>
                </c:pt>
                <c:pt idx="918">
                  <c:v>2.6582278481012578E-2</c:v>
                </c:pt>
                <c:pt idx="919">
                  <c:v>2.556962025316456E-2</c:v>
                </c:pt>
                <c:pt idx="920">
                  <c:v>2.5822784810126453E-2</c:v>
                </c:pt>
                <c:pt idx="921">
                  <c:v>2.5822784810126453E-2</c:v>
                </c:pt>
                <c:pt idx="922">
                  <c:v>2.556962025316456E-2</c:v>
                </c:pt>
                <c:pt idx="923">
                  <c:v>2.6329113924050684E-2</c:v>
                </c:pt>
                <c:pt idx="924">
                  <c:v>2.6329113924050684E-2</c:v>
                </c:pt>
                <c:pt idx="925">
                  <c:v>2.556962025316456E-2</c:v>
                </c:pt>
                <c:pt idx="926">
                  <c:v>2.6075949367088569E-2</c:v>
                </c:pt>
                <c:pt idx="927">
                  <c:v>2.6075949367088569E-2</c:v>
                </c:pt>
                <c:pt idx="928">
                  <c:v>2.6075949367088569E-2</c:v>
                </c:pt>
                <c:pt idx="929">
                  <c:v>2.556962025316456E-2</c:v>
                </c:pt>
                <c:pt idx="930">
                  <c:v>2.455696202531632E-2</c:v>
                </c:pt>
                <c:pt idx="931">
                  <c:v>2.4810126582278436E-2</c:v>
                </c:pt>
                <c:pt idx="932">
                  <c:v>2.5316455696202445E-2</c:v>
                </c:pt>
                <c:pt idx="933">
                  <c:v>#N/A</c:v>
                </c:pt>
                <c:pt idx="934">
                  <c:v>2.5063291139240551E-2</c:v>
                </c:pt>
                <c:pt idx="935">
                  <c:v>2.455696202531632E-2</c:v>
                </c:pt>
                <c:pt idx="936">
                  <c:v>2.4303797468354427E-2</c:v>
                </c:pt>
                <c:pt idx="937">
                  <c:v>2.5316455696202445E-2</c:v>
                </c:pt>
                <c:pt idx="938">
                  <c:v>2.5063291139240551E-2</c:v>
                </c:pt>
                <c:pt idx="939">
                  <c:v>2.5063291139240551E-2</c:v>
                </c:pt>
                <c:pt idx="940">
                  <c:v>2.5063291139240551E-2</c:v>
                </c:pt>
                <c:pt idx="941">
                  <c:v>2.4810126582278436E-2</c:v>
                </c:pt>
                <c:pt idx="942">
                  <c:v>2.455696202531632E-2</c:v>
                </c:pt>
                <c:pt idx="943">
                  <c:v>2.455696202531632E-2</c:v>
                </c:pt>
                <c:pt idx="944">
                  <c:v>#N/A</c:v>
                </c:pt>
                <c:pt idx="945">
                  <c:v>2.4810126582278436E-2</c:v>
                </c:pt>
                <c:pt idx="946">
                  <c:v>2.4050632911392311E-2</c:v>
                </c:pt>
                <c:pt idx="947">
                  <c:v>2.4050632911392311E-2</c:v>
                </c:pt>
                <c:pt idx="948">
                  <c:v>2.4050632911392311E-2</c:v>
                </c:pt>
                <c:pt idx="949">
                  <c:v>2.3797468354430418E-2</c:v>
                </c:pt>
                <c:pt idx="950">
                  <c:v>2.4050632911392311E-2</c:v>
                </c:pt>
                <c:pt idx="951">
                  <c:v>2.4303797468354427E-2</c:v>
                </c:pt>
                <c:pt idx="952">
                  <c:v>2.3797468354430418E-2</c:v>
                </c:pt>
                <c:pt idx="953">
                  <c:v>2.4050632911392311E-2</c:v>
                </c:pt>
                <c:pt idx="954">
                  <c:v>2.3544303797468302E-2</c:v>
                </c:pt>
                <c:pt idx="955">
                  <c:v>2.3037974683544293E-2</c:v>
                </c:pt>
                <c:pt idx="956">
                  <c:v>2.2531645569620284E-2</c:v>
                </c:pt>
                <c:pt idx="957">
                  <c:v>2.2784810126582178E-2</c:v>
                </c:pt>
                <c:pt idx="958">
                  <c:v>2.2531645569620284E-2</c:v>
                </c:pt>
                <c:pt idx="959">
                  <c:v>2.2278481012658169E-2</c:v>
                </c:pt>
                <c:pt idx="960">
                  <c:v>2.2531645569620284E-2</c:v>
                </c:pt>
                <c:pt idx="961">
                  <c:v>2.3291139240506409E-2</c:v>
                </c:pt>
                <c:pt idx="962">
                  <c:v>2.3544303797468302E-2</c:v>
                </c:pt>
                <c:pt idx="963">
                  <c:v>2.3037974683544293E-2</c:v>
                </c:pt>
                <c:pt idx="964">
                  <c:v>2.3291139240506409E-2</c:v>
                </c:pt>
                <c:pt idx="965">
                  <c:v>2.3291139240506409E-2</c:v>
                </c:pt>
                <c:pt idx="966">
                  <c:v>2.3544303797468302E-2</c:v>
                </c:pt>
                <c:pt idx="967">
                  <c:v>2.3797468354430418E-2</c:v>
                </c:pt>
                <c:pt idx="968">
                  <c:v>2.455696202531632E-2</c:v>
                </c:pt>
                <c:pt idx="969">
                  <c:v>2.4050632911392311E-2</c:v>
                </c:pt>
                <c:pt idx="970">
                  <c:v>2.4303797468354427E-2</c:v>
                </c:pt>
                <c:pt idx="971">
                  <c:v>2.4050632911392311E-2</c:v>
                </c:pt>
                <c:pt idx="972">
                  <c:v>2.4050632911392311E-2</c:v>
                </c:pt>
                <c:pt idx="973">
                  <c:v>2.4050632911392311E-2</c:v>
                </c:pt>
                <c:pt idx="974">
                  <c:v>2.4810126582278436E-2</c:v>
                </c:pt>
                <c:pt idx="975">
                  <c:v>2.455696202531632E-2</c:v>
                </c:pt>
                <c:pt idx="976">
                  <c:v>2.4050632911392311E-2</c:v>
                </c:pt>
                <c:pt idx="977">
                  <c:v>2.4050632911392311E-2</c:v>
                </c:pt>
                <c:pt idx="978">
                  <c:v>2.3797468354430418E-2</c:v>
                </c:pt>
                <c:pt idx="979">
                  <c:v>2.3291139240506409E-2</c:v>
                </c:pt>
                <c:pt idx="980">
                  <c:v>2.2784810126582178E-2</c:v>
                </c:pt>
                <c:pt idx="981">
                  <c:v>2.3037974683544293E-2</c:v>
                </c:pt>
                <c:pt idx="982">
                  <c:v>2.3797468354430418E-2</c:v>
                </c:pt>
                <c:pt idx="983">
                  <c:v>2.3544303797468302E-2</c:v>
                </c:pt>
                <c:pt idx="984">
                  <c:v>2.3291139240506409E-2</c:v>
                </c:pt>
                <c:pt idx="985">
                  <c:v>2.3544303797468302E-2</c:v>
                </c:pt>
                <c:pt idx="986">
                  <c:v>2.3544303797468302E-2</c:v>
                </c:pt>
                <c:pt idx="987">
                  <c:v>2.3291139240506409E-2</c:v>
                </c:pt>
                <c:pt idx="988">
                  <c:v>2.3544303797468302E-2</c:v>
                </c:pt>
                <c:pt idx="989">
                  <c:v>2.3797468354430418E-2</c:v>
                </c:pt>
                <c:pt idx="990">
                  <c:v>2.3544303797468302E-2</c:v>
                </c:pt>
                <c:pt idx="991">
                  <c:v>2.4050632911392311E-2</c:v>
                </c:pt>
                <c:pt idx="992">
                  <c:v>#N/A</c:v>
                </c:pt>
                <c:pt idx="993">
                  <c:v>2.3544303797468302E-2</c:v>
                </c:pt>
                <c:pt idx="994">
                  <c:v>2.3037974683544293E-2</c:v>
                </c:pt>
                <c:pt idx="995">
                  <c:v>2.3544303797468302E-2</c:v>
                </c:pt>
                <c:pt idx="996">
                  <c:v>2.3037974683544293E-2</c:v>
                </c:pt>
                <c:pt idx="997">
                  <c:v>2.2531645569620284E-2</c:v>
                </c:pt>
                <c:pt idx="998">
                  <c:v>2.2278481012658169E-2</c:v>
                </c:pt>
                <c:pt idx="999">
                  <c:v>2.2278481012658169E-2</c:v>
                </c:pt>
                <c:pt idx="1000">
                  <c:v>2.2025316455696275E-2</c:v>
                </c:pt>
                <c:pt idx="1001">
                  <c:v>2.2025316455696275E-2</c:v>
                </c:pt>
                <c:pt idx="1002">
                  <c:v>2.2531645569620284E-2</c:v>
                </c:pt>
                <c:pt idx="1003">
                  <c:v>2.2278481012658169E-2</c:v>
                </c:pt>
                <c:pt idx="1004">
                  <c:v>2.2278481012658169E-2</c:v>
                </c:pt>
                <c:pt idx="1005">
                  <c:v>2.2025316455696275E-2</c:v>
                </c:pt>
                <c:pt idx="1006">
                  <c:v>2.1265822784810151E-2</c:v>
                </c:pt>
                <c:pt idx="1007">
                  <c:v>2.177215189873416E-2</c:v>
                </c:pt>
                <c:pt idx="1008">
                  <c:v>2.1518987341772045E-2</c:v>
                </c:pt>
                <c:pt idx="1009">
                  <c:v>2.1012658227848036E-2</c:v>
                </c:pt>
                <c:pt idx="1010">
                  <c:v>2.1265822784810151E-2</c:v>
                </c:pt>
                <c:pt idx="1011">
                  <c:v>2.1518987341772045E-2</c:v>
                </c:pt>
                <c:pt idx="1012">
                  <c:v>2.1518987341772045E-2</c:v>
                </c:pt>
                <c:pt idx="1013">
                  <c:v>2.1518987341772045E-2</c:v>
                </c:pt>
                <c:pt idx="1014">
                  <c:v>2.1518987341772045E-2</c:v>
                </c:pt>
                <c:pt idx="1015">
                  <c:v>2.1518987341772045E-2</c:v>
                </c:pt>
                <c:pt idx="1016">
                  <c:v>2.1518987341772045E-2</c:v>
                </c:pt>
                <c:pt idx="1017">
                  <c:v>2.0759493670886142E-2</c:v>
                </c:pt>
                <c:pt idx="1018">
                  <c:v>2.0759493670886142E-2</c:v>
                </c:pt>
                <c:pt idx="1019">
                  <c:v>2.0759493670886142E-2</c:v>
                </c:pt>
                <c:pt idx="1020">
                  <c:v>2.1265822784810151E-2</c:v>
                </c:pt>
                <c:pt idx="1021">
                  <c:v>2.2025316455696275E-2</c:v>
                </c:pt>
                <c:pt idx="1022">
                  <c:v>2.177215189873416E-2</c:v>
                </c:pt>
                <c:pt idx="1023">
                  <c:v>2.1518987341772045E-2</c:v>
                </c:pt>
                <c:pt idx="1024">
                  <c:v>2.1518987341772045E-2</c:v>
                </c:pt>
                <c:pt idx="1025">
                  <c:v>2.1518987341772045E-2</c:v>
                </c:pt>
                <c:pt idx="1026">
                  <c:v>2.2025316455696275E-2</c:v>
                </c:pt>
                <c:pt idx="1027">
                  <c:v>2.2784810126582178E-2</c:v>
                </c:pt>
                <c:pt idx="1028">
                  <c:v>2.3291139240506409E-2</c:v>
                </c:pt>
                <c:pt idx="1029">
                  <c:v>2.3037974683544293E-2</c:v>
                </c:pt>
                <c:pt idx="1030">
                  <c:v>2.2531645569620284E-2</c:v>
                </c:pt>
                <c:pt idx="1031">
                  <c:v>2.2531645569620284E-2</c:v>
                </c:pt>
                <c:pt idx="1032">
                  <c:v>2.2531645569620284E-2</c:v>
                </c:pt>
                <c:pt idx="1033">
                  <c:v>2.2025316455696275E-2</c:v>
                </c:pt>
                <c:pt idx="1034">
                  <c:v>2.1265822784810151E-2</c:v>
                </c:pt>
                <c:pt idx="1035">
                  <c:v>2.2278481012658169E-2</c:v>
                </c:pt>
                <c:pt idx="1036">
                  <c:v>2.2025316455696275E-2</c:v>
                </c:pt>
                <c:pt idx="1037">
                  <c:v>2.177215189873416E-2</c:v>
                </c:pt>
                <c:pt idx="1038">
                  <c:v>2.177215189873416E-2</c:v>
                </c:pt>
                <c:pt idx="1039">
                  <c:v>2.177215189873416E-2</c:v>
                </c:pt>
                <c:pt idx="1040">
                  <c:v>2.177215189873416E-2</c:v>
                </c:pt>
                <c:pt idx="1041">
                  <c:v>2.177215189873416E-2</c:v>
                </c:pt>
                <c:pt idx="1042">
                  <c:v>2.1518987341772045E-2</c:v>
                </c:pt>
                <c:pt idx="1043">
                  <c:v>2.0506329113924027E-2</c:v>
                </c:pt>
                <c:pt idx="1044">
                  <c:v>2.0759493670886142E-2</c:v>
                </c:pt>
                <c:pt idx="1045">
                  <c:v>2.0759493670886142E-2</c:v>
                </c:pt>
                <c:pt idx="1046">
                  <c:v>2.1265822784810151E-2</c:v>
                </c:pt>
                <c:pt idx="1047">
                  <c:v>2.1518987341772045E-2</c:v>
                </c:pt>
                <c:pt idx="1048">
                  <c:v>2.1265822784810151E-2</c:v>
                </c:pt>
                <c:pt idx="1049">
                  <c:v>2.1265822784810151E-2</c:v>
                </c:pt>
                <c:pt idx="1050">
                  <c:v>2.0759493670886142E-2</c:v>
                </c:pt>
                <c:pt idx="1051">
                  <c:v>2.1012658227848036E-2</c:v>
                </c:pt>
                <c:pt idx="1052">
                  <c:v>2.1265822784810151E-2</c:v>
                </c:pt>
                <c:pt idx="1053">
                  <c:v>2.1518987341772045E-2</c:v>
                </c:pt>
                <c:pt idx="1054">
                  <c:v>2.0759493670886142E-2</c:v>
                </c:pt>
                <c:pt idx="1055">
                  <c:v>2.1012658227848036E-2</c:v>
                </c:pt>
                <c:pt idx="1056">
                  <c:v>2.1265822784810151E-2</c:v>
                </c:pt>
                <c:pt idx="1057">
                  <c:v>2.177215189873416E-2</c:v>
                </c:pt>
                <c:pt idx="1058">
                  <c:v>#N/A</c:v>
                </c:pt>
                <c:pt idx="1059">
                  <c:v>2.2025316455696275E-2</c:v>
                </c:pt>
                <c:pt idx="1060">
                  <c:v>2.2278481012658169E-2</c:v>
                </c:pt>
                <c:pt idx="1061">
                  <c:v>2.2784810126582178E-2</c:v>
                </c:pt>
                <c:pt idx="1062">
                  <c:v>2.3291139240506409E-2</c:v>
                </c:pt>
                <c:pt idx="1063">
                  <c:v>2.3291139240506409E-2</c:v>
                </c:pt>
                <c:pt idx="1064">
                  <c:v>2.3037974683544293E-2</c:v>
                </c:pt>
                <c:pt idx="1065">
                  <c:v>2.2278481012658169E-2</c:v>
                </c:pt>
                <c:pt idx="1066">
                  <c:v>2.2784810126582178E-2</c:v>
                </c:pt>
                <c:pt idx="1067">
                  <c:v>2.3037974683544293E-2</c:v>
                </c:pt>
                <c:pt idx="1068">
                  <c:v>2.2278481012658169E-2</c:v>
                </c:pt>
                <c:pt idx="1069">
                  <c:v>2.3037974683544293E-2</c:v>
                </c:pt>
                <c:pt idx="1070">
                  <c:v>2.2784810126582178E-2</c:v>
                </c:pt>
                <c:pt idx="1071">
                  <c:v>2.2278481012658169E-2</c:v>
                </c:pt>
                <c:pt idx="1072">
                  <c:v>#N/A</c:v>
                </c:pt>
                <c:pt idx="1073">
                  <c:v>2.2025316455696275E-2</c:v>
                </c:pt>
                <c:pt idx="1074">
                  <c:v>2.2531645569620284E-2</c:v>
                </c:pt>
                <c:pt idx="1075">
                  <c:v>2.2531645569620284E-2</c:v>
                </c:pt>
                <c:pt idx="1076">
                  <c:v>2.2784810126582178E-2</c:v>
                </c:pt>
                <c:pt idx="1077">
                  <c:v>2.2784810126582178E-2</c:v>
                </c:pt>
                <c:pt idx="1078">
                  <c:v>2.2784810126582178E-2</c:v>
                </c:pt>
                <c:pt idx="1079">
                  <c:v>2.2025316455696275E-2</c:v>
                </c:pt>
                <c:pt idx="1080">
                  <c:v>2.1518987341772045E-2</c:v>
                </c:pt>
                <c:pt idx="1081">
                  <c:v>2.2278481012658169E-2</c:v>
                </c:pt>
                <c:pt idx="1082">
                  <c:v>2.177215189873416E-2</c:v>
                </c:pt>
                <c:pt idx="1083">
                  <c:v>2.1518987341772045E-2</c:v>
                </c:pt>
                <c:pt idx="1084">
                  <c:v>2.1265822784810151E-2</c:v>
                </c:pt>
                <c:pt idx="1085">
                  <c:v>2.1518987341772045E-2</c:v>
                </c:pt>
                <c:pt idx="1086">
                  <c:v>#N/A</c:v>
                </c:pt>
                <c:pt idx="1087">
                  <c:v>2.1518987341772045E-2</c:v>
                </c:pt>
                <c:pt idx="1088">
                  <c:v>2.1518987341772045E-2</c:v>
                </c:pt>
                <c:pt idx="1089">
                  <c:v>2.1265822784810151E-2</c:v>
                </c:pt>
                <c:pt idx="1090">
                  <c:v>#N/A</c:v>
                </c:pt>
                <c:pt idx="1091">
                  <c:v>2.1265822784810151E-2</c:v>
                </c:pt>
                <c:pt idx="1092">
                  <c:v>2.1265822784810151E-2</c:v>
                </c:pt>
                <c:pt idx="1093">
                  <c:v>2.1265822784810151E-2</c:v>
                </c:pt>
                <c:pt idx="1094">
                  <c:v>2.1518987341772045E-2</c:v>
                </c:pt>
                <c:pt idx="1095">
                  <c:v>2.1518987341772045E-2</c:v>
                </c:pt>
                <c:pt idx="1096">
                  <c:v>2.177215189873416E-2</c:v>
                </c:pt>
                <c:pt idx="1097">
                  <c:v>2.2278481012658169E-2</c:v>
                </c:pt>
                <c:pt idx="1098">
                  <c:v>2.3037974683544293E-2</c:v>
                </c:pt>
                <c:pt idx="1099">
                  <c:v>2.2025316455696275E-2</c:v>
                </c:pt>
                <c:pt idx="1100">
                  <c:v>2.2531645569620284E-2</c:v>
                </c:pt>
                <c:pt idx="1101">
                  <c:v>2.2531645569620284E-2</c:v>
                </c:pt>
                <c:pt idx="1102">
                  <c:v>2.2784810126582178E-2</c:v>
                </c:pt>
                <c:pt idx="1103">
                  <c:v>2.2784810126582178E-2</c:v>
                </c:pt>
                <c:pt idx="1104">
                  <c:v>#N/A</c:v>
                </c:pt>
                <c:pt idx="1105">
                  <c:v>2.3037974683544293E-2</c:v>
                </c:pt>
                <c:pt idx="1106">
                  <c:v>2.3037974683544293E-2</c:v>
                </c:pt>
                <c:pt idx="1107">
                  <c:v>2.3037974683544293E-2</c:v>
                </c:pt>
                <c:pt idx="1108">
                  <c:v>2.2784810126582178E-2</c:v>
                </c:pt>
                <c:pt idx="1109">
                  <c:v>2.3037974683544293E-2</c:v>
                </c:pt>
                <c:pt idx="1110">
                  <c:v>2.2278481012658169E-2</c:v>
                </c:pt>
                <c:pt idx="1111">
                  <c:v>2.1518987341772045E-2</c:v>
                </c:pt>
                <c:pt idx="1112">
                  <c:v>2.177215189873416E-2</c:v>
                </c:pt>
                <c:pt idx="1113">
                  <c:v>2.177215189873416E-2</c:v>
                </c:pt>
                <c:pt idx="1114">
                  <c:v>2.2025316455696275E-2</c:v>
                </c:pt>
                <c:pt idx="1115">
                  <c:v>2.177215189873416E-2</c:v>
                </c:pt>
                <c:pt idx="1116">
                  <c:v>2.177215189873416E-2</c:v>
                </c:pt>
                <c:pt idx="1117">
                  <c:v>2.2025316455696275E-2</c:v>
                </c:pt>
                <c:pt idx="1118">
                  <c:v>2.2278481012658169E-2</c:v>
                </c:pt>
                <c:pt idx="1119">
                  <c:v>2.2531645569620284E-2</c:v>
                </c:pt>
                <c:pt idx="1120">
                  <c:v>#N/A</c:v>
                </c:pt>
                <c:pt idx="1121">
                  <c:v>2.2531645569620284E-2</c:v>
                </c:pt>
                <c:pt idx="1122">
                  <c:v>2.3037974683544293E-2</c:v>
                </c:pt>
                <c:pt idx="1123">
                  <c:v>2.3291139240506409E-2</c:v>
                </c:pt>
                <c:pt idx="1124">
                  <c:v>2.3291139240506409E-2</c:v>
                </c:pt>
                <c:pt idx="1125">
                  <c:v>2.3797468354430418E-2</c:v>
                </c:pt>
                <c:pt idx="1126">
                  <c:v>2.4303797468354427E-2</c:v>
                </c:pt>
                <c:pt idx="1127">
                  <c:v>2.4050632911392311E-2</c:v>
                </c:pt>
                <c:pt idx="1128">
                  <c:v>2.5063291139240551E-2</c:v>
                </c:pt>
                <c:pt idx="1129">
                  <c:v>2.4810126582278436E-2</c:v>
                </c:pt>
                <c:pt idx="1130">
                  <c:v>2.5063291139240551E-2</c:v>
                </c:pt>
                <c:pt idx="1131">
                  <c:v>2.455696202531632E-2</c:v>
                </c:pt>
                <c:pt idx="1132">
                  <c:v>2.4303797468354427E-2</c:v>
                </c:pt>
                <c:pt idx="1133">
                  <c:v>2.4303797468354427E-2</c:v>
                </c:pt>
                <c:pt idx="1134">
                  <c:v>2.4050632911392311E-2</c:v>
                </c:pt>
                <c:pt idx="1135">
                  <c:v>2.4050632911392311E-2</c:v>
                </c:pt>
                <c:pt idx="1136">
                  <c:v>2.4050632911392311E-2</c:v>
                </c:pt>
                <c:pt idx="1137">
                  <c:v>2.3797468354430418E-2</c:v>
                </c:pt>
                <c:pt idx="1138">
                  <c:v>2.4050632911392311E-2</c:v>
                </c:pt>
                <c:pt idx="1139">
                  <c:v>2.3797468354430418E-2</c:v>
                </c:pt>
                <c:pt idx="1140">
                  <c:v>2.4050632911392311E-2</c:v>
                </c:pt>
                <c:pt idx="1141">
                  <c:v>2.3797468354430418E-2</c:v>
                </c:pt>
                <c:pt idx="1142">
                  <c:v>2.4810126582278436E-2</c:v>
                </c:pt>
                <c:pt idx="1143">
                  <c:v>2.5063291139240551E-2</c:v>
                </c:pt>
                <c:pt idx="1144">
                  <c:v>2.4810126582278436E-2</c:v>
                </c:pt>
                <c:pt idx="1145">
                  <c:v>2.4810126582278436E-2</c:v>
                </c:pt>
                <c:pt idx="1146">
                  <c:v>2.5316455696202445E-2</c:v>
                </c:pt>
                <c:pt idx="1147">
                  <c:v>2.6075949367088569E-2</c:v>
                </c:pt>
                <c:pt idx="1148">
                  <c:v>2.6075949367088569E-2</c:v>
                </c:pt>
                <c:pt idx="1149">
                  <c:v>2.556962025316456E-2</c:v>
                </c:pt>
                <c:pt idx="1150">
                  <c:v>2.556962025316456E-2</c:v>
                </c:pt>
                <c:pt idx="1151">
                  <c:v>2.6075949367088569E-2</c:v>
                </c:pt>
                <c:pt idx="1152">
                  <c:v>2.5822784810126453E-2</c:v>
                </c:pt>
                <c:pt idx="1153">
                  <c:v>2.5822784810126453E-2</c:v>
                </c:pt>
                <c:pt idx="1154">
                  <c:v>2.5822784810126453E-2</c:v>
                </c:pt>
                <c:pt idx="1155">
                  <c:v>2.5316455696202445E-2</c:v>
                </c:pt>
                <c:pt idx="1156">
                  <c:v>2.5063291139240551E-2</c:v>
                </c:pt>
                <c:pt idx="1157">
                  <c:v>2.4810126582278436E-2</c:v>
                </c:pt>
                <c:pt idx="1158">
                  <c:v>2.5822784810126453E-2</c:v>
                </c:pt>
                <c:pt idx="1159">
                  <c:v>#N/A</c:v>
                </c:pt>
                <c:pt idx="1160">
                  <c:v>#N/A</c:v>
                </c:pt>
                <c:pt idx="1161">
                  <c:v>2.5316455696202445E-2</c:v>
                </c:pt>
                <c:pt idx="1162">
                  <c:v>2.5316455696202445E-2</c:v>
                </c:pt>
                <c:pt idx="1163">
                  <c:v>2.5063291139240551E-2</c:v>
                </c:pt>
                <c:pt idx="1164">
                  <c:v>2.556962025316456E-2</c:v>
                </c:pt>
                <c:pt idx="1165">
                  <c:v>2.5316455696202445E-2</c:v>
                </c:pt>
                <c:pt idx="1166">
                  <c:v>#N/A</c:v>
                </c:pt>
                <c:pt idx="1167">
                  <c:v>2.5822784810126453E-2</c:v>
                </c:pt>
                <c:pt idx="1168">
                  <c:v>2.6075949367088569E-2</c:v>
                </c:pt>
                <c:pt idx="1169">
                  <c:v>2.6075949367088569E-2</c:v>
                </c:pt>
                <c:pt idx="1170">
                  <c:v>2.6075949367088569E-2</c:v>
                </c:pt>
                <c:pt idx="1171">
                  <c:v>2.6329113924050684E-2</c:v>
                </c:pt>
                <c:pt idx="1172">
                  <c:v>2.6075949367088569E-2</c:v>
                </c:pt>
                <c:pt idx="1173">
                  <c:v>2.556962025316456E-2</c:v>
                </c:pt>
                <c:pt idx="1174">
                  <c:v>2.5063291139240551E-2</c:v>
                </c:pt>
                <c:pt idx="1175">
                  <c:v>2.5316455696202445E-2</c:v>
                </c:pt>
                <c:pt idx="1176">
                  <c:v>2.5063291139240551E-2</c:v>
                </c:pt>
                <c:pt idx="1177">
                  <c:v>2.455696202531632E-2</c:v>
                </c:pt>
                <c:pt idx="1178">
                  <c:v>2.455696202531632E-2</c:v>
                </c:pt>
                <c:pt idx="1179">
                  <c:v>2.4050632911392311E-2</c:v>
                </c:pt>
                <c:pt idx="1180">
                  <c:v>2.4303797468354427E-2</c:v>
                </c:pt>
                <c:pt idx="1181">
                  <c:v>2.3037974683544293E-2</c:v>
                </c:pt>
                <c:pt idx="1182">
                  <c:v>2.3544303797468302E-2</c:v>
                </c:pt>
                <c:pt idx="1183">
                  <c:v>2.3797468354430418E-2</c:v>
                </c:pt>
                <c:pt idx="1184">
                  <c:v>2.4050632911392311E-2</c:v>
                </c:pt>
                <c:pt idx="1185">
                  <c:v>2.4050632911392311E-2</c:v>
                </c:pt>
                <c:pt idx="1186">
                  <c:v>2.3291139240506409E-2</c:v>
                </c:pt>
                <c:pt idx="1187">
                  <c:v>2.3797468354430418E-2</c:v>
                </c:pt>
                <c:pt idx="1188">
                  <c:v>2.3291139240506409E-2</c:v>
                </c:pt>
                <c:pt idx="1189">
                  <c:v>2.3544303797468302E-2</c:v>
                </c:pt>
                <c:pt idx="1190">
                  <c:v>2.2784810126582178E-2</c:v>
                </c:pt>
                <c:pt idx="1191">
                  <c:v>2.3291139240506409E-2</c:v>
                </c:pt>
                <c:pt idx="1192">
                  <c:v>2.3544303797468302E-2</c:v>
                </c:pt>
                <c:pt idx="1193">
                  <c:v>2.3797468354430418E-2</c:v>
                </c:pt>
                <c:pt idx="1194">
                  <c:v>2.3544303797468302E-2</c:v>
                </c:pt>
                <c:pt idx="1195">
                  <c:v>2.3797468354430418E-2</c:v>
                </c:pt>
                <c:pt idx="1196">
                  <c:v>2.4050632911392311E-2</c:v>
                </c:pt>
                <c:pt idx="1197">
                  <c:v>2.3544303797468302E-2</c:v>
                </c:pt>
                <c:pt idx="1198">
                  <c:v>2.3291139240506409E-2</c:v>
                </c:pt>
                <c:pt idx="1199">
                  <c:v>2.4050632911392311E-2</c:v>
                </c:pt>
                <c:pt idx="1200">
                  <c:v>2.4050632911392311E-2</c:v>
                </c:pt>
                <c:pt idx="1201">
                  <c:v>2.4303797468354427E-2</c:v>
                </c:pt>
                <c:pt idx="1202">
                  <c:v>2.4050632911392311E-2</c:v>
                </c:pt>
                <c:pt idx="1203">
                  <c:v>2.3544303797468302E-2</c:v>
                </c:pt>
                <c:pt idx="1204">
                  <c:v>2.3544303797468302E-2</c:v>
                </c:pt>
                <c:pt idx="1205">
                  <c:v>2.3291139240506409E-2</c:v>
                </c:pt>
                <c:pt idx="1206">
                  <c:v>2.3291139240506409E-2</c:v>
                </c:pt>
                <c:pt idx="1207">
                  <c:v>2.2784810126582178E-2</c:v>
                </c:pt>
                <c:pt idx="1208">
                  <c:v>2.3037974683544293E-2</c:v>
                </c:pt>
                <c:pt idx="1209">
                  <c:v>2.3797468354430418E-2</c:v>
                </c:pt>
                <c:pt idx="1210">
                  <c:v>2.4050632911392311E-2</c:v>
                </c:pt>
                <c:pt idx="1211">
                  <c:v>2.3797468354430418E-2</c:v>
                </c:pt>
                <c:pt idx="1212">
                  <c:v>2.3797468354430418E-2</c:v>
                </c:pt>
                <c:pt idx="1213">
                  <c:v>2.3544303797468302E-2</c:v>
                </c:pt>
                <c:pt idx="1214">
                  <c:v>2.3291139240506409E-2</c:v>
                </c:pt>
                <c:pt idx="1215">
                  <c:v>2.3291139240506409E-2</c:v>
                </c:pt>
                <c:pt idx="1216">
                  <c:v>2.2784810126582178E-2</c:v>
                </c:pt>
                <c:pt idx="1217">
                  <c:v>2.2278481012658169E-2</c:v>
                </c:pt>
                <c:pt idx="1218">
                  <c:v>2.2278481012658169E-2</c:v>
                </c:pt>
                <c:pt idx="1219">
                  <c:v>2.2025316455696275E-2</c:v>
                </c:pt>
                <c:pt idx="1220">
                  <c:v>2.2278481012658169E-2</c:v>
                </c:pt>
                <c:pt idx="1221">
                  <c:v>2.2025316455696275E-2</c:v>
                </c:pt>
                <c:pt idx="1222">
                  <c:v>2.2025316455696275E-2</c:v>
                </c:pt>
                <c:pt idx="1223">
                  <c:v>2.2025316455696275E-2</c:v>
                </c:pt>
                <c:pt idx="1224">
                  <c:v>2.2531645569620284E-2</c:v>
                </c:pt>
                <c:pt idx="1225">
                  <c:v>2.2278481012658169E-2</c:v>
                </c:pt>
                <c:pt idx="1226">
                  <c:v>2.2278481012658169E-2</c:v>
                </c:pt>
                <c:pt idx="1227">
                  <c:v>2.3037974683544293E-2</c:v>
                </c:pt>
                <c:pt idx="1228">
                  <c:v>2.3037974683544293E-2</c:v>
                </c:pt>
                <c:pt idx="1229">
                  <c:v>2.3291139240506409E-2</c:v>
                </c:pt>
                <c:pt idx="1230">
                  <c:v>2.3291139240506409E-2</c:v>
                </c:pt>
                <c:pt idx="1231">
                  <c:v>2.3544303797468302E-2</c:v>
                </c:pt>
                <c:pt idx="1232">
                  <c:v>2.3544303797468302E-2</c:v>
                </c:pt>
                <c:pt idx="1233">
                  <c:v>2.3037974683544293E-2</c:v>
                </c:pt>
                <c:pt idx="1234">
                  <c:v>#N/A</c:v>
                </c:pt>
                <c:pt idx="1235">
                  <c:v>2.3797468354430418E-2</c:v>
                </c:pt>
                <c:pt idx="1236">
                  <c:v>2.3797468354430418E-2</c:v>
                </c:pt>
                <c:pt idx="1237">
                  <c:v>2.3797468354430418E-2</c:v>
                </c:pt>
                <c:pt idx="1238">
                  <c:v>2.3544303797468302E-2</c:v>
                </c:pt>
                <c:pt idx="1239">
                  <c:v>2.3797468354430418E-2</c:v>
                </c:pt>
                <c:pt idx="1240">
                  <c:v>2.3797468354430418E-2</c:v>
                </c:pt>
                <c:pt idx="1241">
                  <c:v>2.3544303797468302E-2</c:v>
                </c:pt>
                <c:pt idx="1242">
                  <c:v>2.3544303797468302E-2</c:v>
                </c:pt>
                <c:pt idx="1243">
                  <c:v>2.3291139240506409E-2</c:v>
                </c:pt>
                <c:pt idx="1244">
                  <c:v>2.3037974683544293E-2</c:v>
                </c:pt>
                <c:pt idx="1245">
                  <c:v>2.3037974683544293E-2</c:v>
                </c:pt>
                <c:pt idx="1246">
                  <c:v>2.2784810126582178E-2</c:v>
                </c:pt>
                <c:pt idx="1247">
                  <c:v>2.2278481012658169E-2</c:v>
                </c:pt>
                <c:pt idx="1248">
                  <c:v>2.2278481012658169E-2</c:v>
                </c:pt>
                <c:pt idx="1249">
                  <c:v>2.2531645569620284E-2</c:v>
                </c:pt>
                <c:pt idx="1250">
                  <c:v>2.2784810126582178E-2</c:v>
                </c:pt>
                <c:pt idx="1251">
                  <c:v>2.3037974683544293E-2</c:v>
                </c:pt>
                <c:pt idx="1252">
                  <c:v>2.3037974683544293E-2</c:v>
                </c:pt>
                <c:pt idx="1253">
                  <c:v>2.3037974683544293E-2</c:v>
                </c:pt>
                <c:pt idx="1254">
                  <c:v>2.3544303797468302E-2</c:v>
                </c:pt>
                <c:pt idx="1255">
                  <c:v>2.3544303797468302E-2</c:v>
                </c:pt>
                <c:pt idx="1256">
                  <c:v>2.3797468354430418E-2</c:v>
                </c:pt>
                <c:pt idx="1257">
                  <c:v>2.3544303797468302E-2</c:v>
                </c:pt>
                <c:pt idx="1258">
                  <c:v>#N/A</c:v>
                </c:pt>
                <c:pt idx="1259">
                  <c:v>2.3544303797468302E-2</c:v>
                </c:pt>
                <c:pt idx="1260">
                  <c:v>#N/A</c:v>
                </c:pt>
                <c:pt idx="1261">
                  <c:v>2.3291139240506409E-2</c:v>
                </c:pt>
                <c:pt idx="1262">
                  <c:v>2.3544303797468302E-2</c:v>
                </c:pt>
                <c:pt idx="1263">
                  <c:v>2.3291139240506409E-2</c:v>
                </c:pt>
                <c:pt idx="1264">
                  <c:v>2.3291139240506409E-2</c:v>
                </c:pt>
                <c:pt idx="1265">
                  <c:v>2.2784810126582178E-2</c:v>
                </c:pt>
                <c:pt idx="1266">
                  <c:v>2.2784810126582178E-2</c:v>
                </c:pt>
                <c:pt idx="1267">
                  <c:v>#N/A</c:v>
                </c:pt>
                <c:pt idx="1268">
                  <c:v>2.2784810126582178E-2</c:v>
                </c:pt>
                <c:pt idx="1269">
                  <c:v>2.2784810126582178E-2</c:v>
                </c:pt>
                <c:pt idx="1270">
                  <c:v>2.2531645569620284E-2</c:v>
                </c:pt>
                <c:pt idx="1271">
                  <c:v>2.2278481012658169E-2</c:v>
                </c:pt>
                <c:pt idx="1272">
                  <c:v>2.2531645569620284E-2</c:v>
                </c:pt>
                <c:pt idx="1273">
                  <c:v>2.2784810126582178E-2</c:v>
                </c:pt>
                <c:pt idx="1274">
                  <c:v>2.3037974683544293E-2</c:v>
                </c:pt>
                <c:pt idx="1275">
                  <c:v>2.3037974683544293E-2</c:v>
                </c:pt>
                <c:pt idx="1276">
                  <c:v>2.3037974683544293E-2</c:v>
                </c:pt>
                <c:pt idx="1277">
                  <c:v>2.2784810126582178E-2</c:v>
                </c:pt>
                <c:pt idx="1278">
                  <c:v>2.3037974683544293E-2</c:v>
                </c:pt>
                <c:pt idx="1279">
                  <c:v>2.3037974683544293E-2</c:v>
                </c:pt>
                <c:pt idx="1280">
                  <c:v>2.3037974683544293E-2</c:v>
                </c:pt>
                <c:pt idx="1281">
                  <c:v>#N/A</c:v>
                </c:pt>
                <c:pt idx="1282">
                  <c:v>2.3037974683544293E-2</c:v>
                </c:pt>
                <c:pt idx="1283">
                  <c:v>2.3037974683544293E-2</c:v>
                </c:pt>
                <c:pt idx="1284">
                  <c:v>2.3037974683544293E-2</c:v>
                </c:pt>
                <c:pt idx="1285">
                  <c:v>2.3291139240506409E-2</c:v>
                </c:pt>
                <c:pt idx="1286">
                  <c:v>2.3291139240506409E-2</c:v>
                </c:pt>
                <c:pt idx="1287">
                  <c:v>2.3291139240506409E-2</c:v>
                </c:pt>
                <c:pt idx="1288">
                  <c:v>2.3544303797468302E-2</c:v>
                </c:pt>
                <c:pt idx="1289">
                  <c:v>2.4050632911392311E-2</c:v>
                </c:pt>
                <c:pt idx="1290">
                  <c:v>#N/A</c:v>
                </c:pt>
                <c:pt idx="1291">
                  <c:v>2.3797468354430418E-2</c:v>
                </c:pt>
                <c:pt idx="1292">
                  <c:v>#N/A</c:v>
                </c:pt>
                <c:pt idx="1293">
                  <c:v>2.3797468354430418E-2</c:v>
                </c:pt>
                <c:pt idx="1294">
                  <c:v>2.3544303797468302E-2</c:v>
                </c:pt>
                <c:pt idx="1295">
                  <c:v>2.3797468354430418E-2</c:v>
                </c:pt>
                <c:pt idx="1296">
                  <c:v>2.3797468354430418E-2</c:v>
                </c:pt>
                <c:pt idx="1297">
                  <c:v>2.3797468354430418E-2</c:v>
                </c:pt>
                <c:pt idx="1298">
                  <c:v>2.4050632911392311E-2</c:v>
                </c:pt>
                <c:pt idx="1299">
                  <c:v>2.455696202531632E-2</c:v>
                </c:pt>
                <c:pt idx="1300">
                  <c:v>2.4810126582278436E-2</c:v>
                </c:pt>
                <c:pt idx="1301">
                  <c:v>2.4303797468354427E-2</c:v>
                </c:pt>
                <c:pt idx="1302">
                  <c:v>2.4303797468354427E-2</c:v>
                </c:pt>
                <c:pt idx="1303">
                  <c:v>2.4303797468354427E-2</c:v>
                </c:pt>
                <c:pt idx="1304">
                  <c:v>2.3544303797468302E-2</c:v>
                </c:pt>
                <c:pt idx="1305">
                  <c:v>2.3797468354430418E-2</c:v>
                </c:pt>
                <c:pt idx="1306">
                  <c:v>2.3544303797468302E-2</c:v>
                </c:pt>
                <c:pt idx="1307">
                  <c:v>2.3291139240506409E-2</c:v>
                </c:pt>
                <c:pt idx="1308">
                  <c:v>2.3544303797468302E-2</c:v>
                </c:pt>
                <c:pt idx="1309">
                  <c:v>2.3797468354430418E-2</c:v>
                </c:pt>
                <c:pt idx="1310">
                  <c:v>2.3797468354430418E-2</c:v>
                </c:pt>
                <c:pt idx="1311">
                  <c:v>2.3797468354430418E-2</c:v>
                </c:pt>
                <c:pt idx="1312">
                  <c:v>2.3291139240506409E-2</c:v>
                </c:pt>
                <c:pt idx="1313">
                  <c:v>2.3544303797468302E-2</c:v>
                </c:pt>
                <c:pt idx="1314">
                  <c:v>2.3291139240506409E-2</c:v>
                </c:pt>
                <c:pt idx="1315">
                  <c:v>2.3291139240506409E-2</c:v>
                </c:pt>
                <c:pt idx="1316">
                  <c:v>2.3544303797468302E-2</c:v>
                </c:pt>
                <c:pt idx="1317">
                  <c:v>2.3544303797468302E-2</c:v>
                </c:pt>
                <c:pt idx="1318">
                  <c:v>2.3291139240506409E-2</c:v>
                </c:pt>
                <c:pt idx="1319">
                  <c:v>2.3797468354430418E-2</c:v>
                </c:pt>
                <c:pt idx="1320">
                  <c:v>2.3291139240506409E-2</c:v>
                </c:pt>
                <c:pt idx="1321">
                  <c:v>2.3291139240506409E-2</c:v>
                </c:pt>
                <c:pt idx="1322">
                  <c:v>2.3544303797468302E-2</c:v>
                </c:pt>
                <c:pt idx="1323">
                  <c:v>2.3291139240506409E-2</c:v>
                </c:pt>
                <c:pt idx="1324">
                  <c:v>2.3291139240506409E-2</c:v>
                </c:pt>
                <c:pt idx="1325">
                  <c:v>2.3037974683544293E-2</c:v>
                </c:pt>
                <c:pt idx="1326">
                  <c:v>2.2784810126582178E-2</c:v>
                </c:pt>
                <c:pt idx="1327">
                  <c:v>2.2784810126582178E-2</c:v>
                </c:pt>
                <c:pt idx="1328">
                  <c:v>2.2784810126582178E-2</c:v>
                </c:pt>
                <c:pt idx="1329">
                  <c:v>2.2531645569620284E-2</c:v>
                </c:pt>
                <c:pt idx="1330">
                  <c:v>2.1518987341772045E-2</c:v>
                </c:pt>
                <c:pt idx="1331">
                  <c:v>2.177215189873416E-2</c:v>
                </c:pt>
                <c:pt idx="1332">
                  <c:v>2.177215189873416E-2</c:v>
                </c:pt>
                <c:pt idx="1333">
                  <c:v>2.1265822784810151E-2</c:v>
                </c:pt>
                <c:pt idx="1334">
                  <c:v>2.1012658227848036E-2</c:v>
                </c:pt>
                <c:pt idx="1335">
                  <c:v>2.0759493670886142E-2</c:v>
                </c:pt>
                <c:pt idx="1336">
                  <c:v>2.0506329113924027E-2</c:v>
                </c:pt>
                <c:pt idx="1337">
                  <c:v>2.0000000000000018E-2</c:v>
                </c:pt>
                <c:pt idx="1338">
                  <c:v>1.9746835443037902E-2</c:v>
                </c:pt>
                <c:pt idx="1339">
                  <c:v>1.9240506329113893E-2</c:v>
                </c:pt>
                <c:pt idx="1340">
                  <c:v>2.0000000000000018E-2</c:v>
                </c:pt>
                <c:pt idx="1341">
                  <c:v>2.0000000000000018E-2</c:v>
                </c:pt>
                <c:pt idx="1342">
                  <c:v>2.0253164556962133E-2</c:v>
                </c:pt>
                <c:pt idx="1343">
                  <c:v>2.0000000000000018E-2</c:v>
                </c:pt>
                <c:pt idx="1344">
                  <c:v>1.9746835443037902E-2</c:v>
                </c:pt>
                <c:pt idx="1345">
                  <c:v>2.0000000000000018E-2</c:v>
                </c:pt>
                <c:pt idx="1346">
                  <c:v>1.9746835443037902E-2</c:v>
                </c:pt>
                <c:pt idx="1347">
                  <c:v>2.0000000000000018E-2</c:v>
                </c:pt>
                <c:pt idx="1348">
                  <c:v>2.0506329113924027E-2</c:v>
                </c:pt>
                <c:pt idx="1349">
                  <c:v>2.1012658227848036E-2</c:v>
                </c:pt>
                <c:pt idx="1350">
                  <c:v>2.1012658227848036E-2</c:v>
                </c:pt>
                <c:pt idx="1351">
                  <c:v>2.1518987341772045E-2</c:v>
                </c:pt>
                <c:pt idx="1352">
                  <c:v>2.1012658227848036E-2</c:v>
                </c:pt>
                <c:pt idx="1353">
                  <c:v>2.0506329113924027E-2</c:v>
                </c:pt>
                <c:pt idx="1354">
                  <c:v>2.0759493670886142E-2</c:v>
                </c:pt>
                <c:pt idx="1355">
                  <c:v>2.0506329113924027E-2</c:v>
                </c:pt>
                <c:pt idx="1356">
                  <c:v>2.0506329113924027E-2</c:v>
                </c:pt>
                <c:pt idx="1357">
                  <c:v>2.0506329113924027E-2</c:v>
                </c:pt>
                <c:pt idx="1358">
                  <c:v>1.9746835443037902E-2</c:v>
                </c:pt>
                <c:pt idx="1359">
                  <c:v>2.0000000000000018E-2</c:v>
                </c:pt>
                <c:pt idx="1360">
                  <c:v>1.9493670886076009E-2</c:v>
                </c:pt>
                <c:pt idx="1361">
                  <c:v>1.9493670886076009E-2</c:v>
                </c:pt>
                <c:pt idx="1362">
                  <c:v>2.0506329113924027E-2</c:v>
                </c:pt>
                <c:pt idx="1363">
                  <c:v>2.1265822784810151E-2</c:v>
                </c:pt>
                <c:pt idx="1364">
                  <c:v>2.1265822784810151E-2</c:v>
                </c:pt>
                <c:pt idx="1365">
                  <c:v>2.1265822784810151E-2</c:v>
                </c:pt>
                <c:pt idx="1366">
                  <c:v>2.1265822784810151E-2</c:v>
                </c:pt>
                <c:pt idx="1367">
                  <c:v>2.1265822784810151E-2</c:v>
                </c:pt>
                <c:pt idx="1368">
                  <c:v>2.1265822784810151E-2</c:v>
                </c:pt>
                <c:pt idx="1369">
                  <c:v>2.1012658227848036E-2</c:v>
                </c:pt>
                <c:pt idx="1370">
                  <c:v>2.0759493670886142E-2</c:v>
                </c:pt>
                <c:pt idx="1371">
                  <c:v>2.0506329113924027E-2</c:v>
                </c:pt>
                <c:pt idx="1372">
                  <c:v>2.0759493670886142E-2</c:v>
                </c:pt>
                <c:pt idx="1373">
                  <c:v>2.1012658227848036E-2</c:v>
                </c:pt>
                <c:pt idx="1374">
                  <c:v>2.1012658227848036E-2</c:v>
                </c:pt>
                <c:pt idx="1375">
                  <c:v>2.0759493670886142E-2</c:v>
                </c:pt>
                <c:pt idx="1376">
                  <c:v>2.0759493670886142E-2</c:v>
                </c:pt>
                <c:pt idx="1377">
                  <c:v>#N/A</c:v>
                </c:pt>
                <c:pt idx="1378">
                  <c:v>2.0759493670886142E-2</c:v>
                </c:pt>
                <c:pt idx="1379">
                  <c:v>#N/A</c:v>
                </c:pt>
                <c:pt idx="1380">
                  <c:v>2.1012658227848036E-2</c:v>
                </c:pt>
                <c:pt idx="1381">
                  <c:v>2.1012658227848036E-2</c:v>
                </c:pt>
                <c:pt idx="1382">
                  <c:v>2.0506329113924027E-2</c:v>
                </c:pt>
                <c:pt idx="1383">
                  <c:v>2.0000000000000018E-2</c:v>
                </c:pt>
                <c:pt idx="1384">
                  <c:v>1.9746835443037902E-2</c:v>
                </c:pt>
                <c:pt idx="1385">
                  <c:v>1.9746835443037902E-2</c:v>
                </c:pt>
                <c:pt idx="1386">
                  <c:v>1.9746835443037902E-2</c:v>
                </c:pt>
                <c:pt idx="1387">
                  <c:v>1.9493670886076009E-2</c:v>
                </c:pt>
                <c:pt idx="1388">
                  <c:v>1.9746835443037902E-2</c:v>
                </c:pt>
                <c:pt idx="1389">
                  <c:v>1.9746835443037902E-2</c:v>
                </c:pt>
                <c:pt idx="1390">
                  <c:v>1.9240506329113893E-2</c:v>
                </c:pt>
                <c:pt idx="1391">
                  <c:v>1.9493670886076009E-2</c:v>
                </c:pt>
                <c:pt idx="1392">
                  <c:v>1.9746835443037902E-2</c:v>
                </c:pt>
                <c:pt idx="1393">
                  <c:v>2.0253164556962133E-2</c:v>
                </c:pt>
                <c:pt idx="1394">
                  <c:v>2.0253164556962133E-2</c:v>
                </c:pt>
                <c:pt idx="1395">
                  <c:v>2.0000000000000018E-2</c:v>
                </c:pt>
                <c:pt idx="1396">
                  <c:v>1.8987341772152E-2</c:v>
                </c:pt>
                <c:pt idx="1397">
                  <c:v>1.9746835443037902E-2</c:v>
                </c:pt>
                <c:pt idx="1398">
                  <c:v>2.0000000000000018E-2</c:v>
                </c:pt>
                <c:pt idx="1399">
                  <c:v>2.0000000000000018E-2</c:v>
                </c:pt>
                <c:pt idx="1400">
                  <c:v>2.0000000000000018E-2</c:v>
                </c:pt>
                <c:pt idx="1401">
                  <c:v>#N/A</c:v>
                </c:pt>
                <c:pt idx="1402">
                  <c:v>#N/A</c:v>
                </c:pt>
                <c:pt idx="1403">
                  <c:v>1.8987341772152E-2</c:v>
                </c:pt>
                <c:pt idx="1404">
                  <c:v>1.9240506329113893E-2</c:v>
                </c:pt>
                <c:pt idx="1405">
                  <c:v>1.9493670886076009E-2</c:v>
                </c:pt>
                <c:pt idx="1406">
                  <c:v>1.9240506329113893E-2</c:v>
                </c:pt>
                <c:pt idx="1407">
                  <c:v>1.8987341772152E-2</c:v>
                </c:pt>
                <c:pt idx="1408">
                  <c:v>1.9240506329113893E-2</c:v>
                </c:pt>
                <c:pt idx="1409">
                  <c:v>1.9493670886076009E-2</c:v>
                </c:pt>
                <c:pt idx="1410">
                  <c:v>1.8987341772152E-2</c:v>
                </c:pt>
                <c:pt idx="1411">
                  <c:v>1.9493670886076009E-2</c:v>
                </c:pt>
                <c:pt idx="1412">
                  <c:v>1.9493670886076009E-2</c:v>
                </c:pt>
                <c:pt idx="1413">
                  <c:v>1.9746835443037902E-2</c:v>
                </c:pt>
                <c:pt idx="1414">
                  <c:v>1.9493670886076009E-2</c:v>
                </c:pt>
                <c:pt idx="1415">
                  <c:v>2.0000000000000018E-2</c:v>
                </c:pt>
                <c:pt idx="1416">
                  <c:v>2.0000000000000018E-2</c:v>
                </c:pt>
                <c:pt idx="1417">
                  <c:v>2.0000000000000018E-2</c:v>
                </c:pt>
                <c:pt idx="1418">
                  <c:v>1.9746835443037902E-2</c:v>
                </c:pt>
                <c:pt idx="1419">
                  <c:v>1.9746835443037902E-2</c:v>
                </c:pt>
                <c:pt idx="1420">
                  <c:v>2.0253164556962133E-2</c:v>
                </c:pt>
                <c:pt idx="1421">
                  <c:v>2.0506329113924027E-2</c:v>
                </c:pt>
                <c:pt idx="1422">
                  <c:v>2.1012658227848036E-2</c:v>
                </c:pt>
                <c:pt idx="1423">
                  <c:v>2.0759493670886142E-2</c:v>
                </c:pt>
                <c:pt idx="1424">
                  <c:v>2.1012658227848036E-2</c:v>
                </c:pt>
                <c:pt idx="1425">
                  <c:v>2.1265822784810151E-2</c:v>
                </c:pt>
                <c:pt idx="1426">
                  <c:v>2.1265822784810151E-2</c:v>
                </c:pt>
                <c:pt idx="1427">
                  <c:v>2.1518987341772045E-2</c:v>
                </c:pt>
                <c:pt idx="1428">
                  <c:v>2.2025316455696275E-2</c:v>
                </c:pt>
                <c:pt idx="1429">
                  <c:v>2.1518987341772045E-2</c:v>
                </c:pt>
                <c:pt idx="1430">
                  <c:v>2.1265822784810151E-2</c:v>
                </c:pt>
                <c:pt idx="1431">
                  <c:v>2.1012658227848036E-2</c:v>
                </c:pt>
                <c:pt idx="1432">
                  <c:v>2.1265822784810151E-2</c:v>
                </c:pt>
                <c:pt idx="1433">
                  <c:v>#N/A</c:v>
                </c:pt>
                <c:pt idx="1434">
                  <c:v>2.1518987341772045E-2</c:v>
                </c:pt>
                <c:pt idx="1435">
                  <c:v>2.2025316455696275E-2</c:v>
                </c:pt>
                <c:pt idx="1436">
                  <c:v>2.1518987341772045E-2</c:v>
                </c:pt>
                <c:pt idx="1437">
                  <c:v>2.1518987341772045E-2</c:v>
                </c:pt>
                <c:pt idx="1438">
                  <c:v>2.1265822784810151E-2</c:v>
                </c:pt>
                <c:pt idx="1439">
                  <c:v>2.2278481012658169E-2</c:v>
                </c:pt>
                <c:pt idx="1440">
                  <c:v>2.2025316455696275E-2</c:v>
                </c:pt>
                <c:pt idx="1441">
                  <c:v>2.2025316455696275E-2</c:v>
                </c:pt>
                <c:pt idx="1442">
                  <c:v>2.2025316455696275E-2</c:v>
                </c:pt>
                <c:pt idx="1443">
                  <c:v>2.2531645569620284E-2</c:v>
                </c:pt>
                <c:pt idx="1444">
                  <c:v>2.2784810126582178E-2</c:v>
                </c:pt>
                <c:pt idx="1445">
                  <c:v>2.2784810126582178E-2</c:v>
                </c:pt>
                <c:pt idx="1446">
                  <c:v>2.177215189873416E-2</c:v>
                </c:pt>
                <c:pt idx="1447">
                  <c:v>2.1518987341772045E-2</c:v>
                </c:pt>
                <c:pt idx="1448">
                  <c:v>2.177215189873416E-2</c:v>
                </c:pt>
                <c:pt idx="1449">
                  <c:v>2.2025316455696275E-2</c:v>
                </c:pt>
                <c:pt idx="1450">
                  <c:v>2.2025316455696275E-2</c:v>
                </c:pt>
                <c:pt idx="1451">
                  <c:v>2.177215189873416E-2</c:v>
                </c:pt>
                <c:pt idx="1452">
                  <c:v>2.2025316455696275E-2</c:v>
                </c:pt>
                <c:pt idx="1453">
                  <c:v>2.1265822784810151E-2</c:v>
                </c:pt>
                <c:pt idx="1454">
                  <c:v>#N/A</c:v>
                </c:pt>
                <c:pt idx="1455">
                  <c:v>2.0759493670886142E-2</c:v>
                </c:pt>
                <c:pt idx="1456">
                  <c:v>2.0759493670886142E-2</c:v>
                </c:pt>
                <c:pt idx="1457">
                  <c:v>2.0253164556962133E-2</c:v>
                </c:pt>
                <c:pt idx="1458">
                  <c:v>2.0253164556962133E-2</c:v>
                </c:pt>
                <c:pt idx="1459">
                  <c:v>2.0759493670886142E-2</c:v>
                </c:pt>
                <c:pt idx="1460">
                  <c:v>2.0759493670886142E-2</c:v>
                </c:pt>
                <c:pt idx="1461">
                  <c:v>2.1012658227848036E-2</c:v>
                </c:pt>
                <c:pt idx="1462">
                  <c:v>#N/A</c:v>
                </c:pt>
                <c:pt idx="1463">
                  <c:v>2.1518987341772045E-2</c:v>
                </c:pt>
                <c:pt idx="1464">
                  <c:v>2.2025316455696275E-2</c:v>
                </c:pt>
                <c:pt idx="1465">
                  <c:v>2.177215189873416E-2</c:v>
                </c:pt>
                <c:pt idx="1466">
                  <c:v>2.177215189873416E-2</c:v>
                </c:pt>
                <c:pt idx="1467">
                  <c:v>2.2025316455696275E-2</c:v>
                </c:pt>
                <c:pt idx="1468">
                  <c:v>2.2025316455696275E-2</c:v>
                </c:pt>
                <c:pt idx="1469">
                  <c:v>2.1518987341772045E-2</c:v>
                </c:pt>
                <c:pt idx="1470">
                  <c:v>2.1265822784810151E-2</c:v>
                </c:pt>
                <c:pt idx="1471">
                  <c:v>2.1012658227848036E-2</c:v>
                </c:pt>
                <c:pt idx="1472">
                  <c:v>2.0759493670886142E-2</c:v>
                </c:pt>
                <c:pt idx="1473">
                  <c:v>2.0506329113924027E-2</c:v>
                </c:pt>
                <c:pt idx="1474">
                  <c:v>2.0506329113924027E-2</c:v>
                </c:pt>
                <c:pt idx="1475">
                  <c:v>2.0000000000000018E-2</c:v>
                </c:pt>
                <c:pt idx="1476">
                  <c:v>2.0000000000000018E-2</c:v>
                </c:pt>
                <c:pt idx="1477">
                  <c:v>1.8987341772152E-2</c:v>
                </c:pt>
                <c:pt idx="1478">
                  <c:v>1.9240506329113893E-2</c:v>
                </c:pt>
                <c:pt idx="1479">
                  <c:v>1.9493670886076009E-2</c:v>
                </c:pt>
                <c:pt idx="1480">
                  <c:v>1.9493670886076009E-2</c:v>
                </c:pt>
                <c:pt idx="1481">
                  <c:v>1.9493670886076009E-2</c:v>
                </c:pt>
                <c:pt idx="1482">
                  <c:v>1.9493670886076009E-2</c:v>
                </c:pt>
                <c:pt idx="1483">
                  <c:v>1.9240506329113893E-2</c:v>
                </c:pt>
                <c:pt idx="1484">
                  <c:v>1.9240506329113893E-2</c:v>
                </c:pt>
                <c:pt idx="1485">
                  <c:v>1.8987341772152E-2</c:v>
                </c:pt>
                <c:pt idx="1486">
                  <c:v>1.8734177215189884E-2</c:v>
                </c:pt>
                <c:pt idx="1487">
                  <c:v>1.8734177215189884E-2</c:v>
                </c:pt>
                <c:pt idx="1488">
                  <c:v>1.8734177215189884E-2</c:v>
                </c:pt>
                <c:pt idx="1489">
                  <c:v>1.8734177215189884E-2</c:v>
                </c:pt>
                <c:pt idx="1490">
                  <c:v>1.8987341772152E-2</c:v>
                </c:pt>
                <c:pt idx="1491">
                  <c:v>1.8481012658227769E-2</c:v>
                </c:pt>
                <c:pt idx="1492">
                  <c:v>1.8227848101265876E-2</c:v>
                </c:pt>
                <c:pt idx="1493">
                  <c:v>1.8227848101265876E-2</c:v>
                </c:pt>
                <c:pt idx="1494">
                  <c:v>1.8481012658227769E-2</c:v>
                </c:pt>
                <c:pt idx="1495">
                  <c:v>1.9240506329113893E-2</c:v>
                </c:pt>
                <c:pt idx="1496">
                  <c:v>1.8987341772152E-2</c:v>
                </c:pt>
                <c:pt idx="1497">
                  <c:v>1.8987341772152E-2</c:v>
                </c:pt>
                <c:pt idx="1498">
                  <c:v>1.9240506329113893E-2</c:v>
                </c:pt>
                <c:pt idx="1499">
                  <c:v>1.9493670886076009E-2</c:v>
                </c:pt>
                <c:pt idx="1500">
                  <c:v>1.8734177215189884E-2</c:v>
                </c:pt>
                <c:pt idx="1501">
                  <c:v>1.8734177215189884E-2</c:v>
                </c:pt>
                <c:pt idx="1502">
                  <c:v>1.8987341772152E-2</c:v>
                </c:pt>
                <c:pt idx="1503">
                  <c:v>1.8987341772152E-2</c:v>
                </c:pt>
                <c:pt idx="1504">
                  <c:v>1.8481012658227769E-2</c:v>
                </c:pt>
                <c:pt idx="1505">
                  <c:v>1.7721518987341867E-2</c:v>
                </c:pt>
                <c:pt idx="1506">
                  <c:v>1.7721518987341867E-2</c:v>
                </c:pt>
                <c:pt idx="1507">
                  <c:v>1.797468354430376E-2</c:v>
                </c:pt>
                <c:pt idx="1508">
                  <c:v>1.797468354430376E-2</c:v>
                </c:pt>
                <c:pt idx="1509">
                  <c:v>1.7721518987341867E-2</c:v>
                </c:pt>
                <c:pt idx="1510">
                  <c:v>1.7468354430379751E-2</c:v>
                </c:pt>
                <c:pt idx="1511">
                  <c:v>1.6962025316455742E-2</c:v>
                </c:pt>
                <c:pt idx="1512">
                  <c:v>1.6962025316455742E-2</c:v>
                </c:pt>
                <c:pt idx="1513">
                  <c:v>1.7215189873417858E-2</c:v>
                </c:pt>
                <c:pt idx="1514">
                  <c:v>1.7215189873417858E-2</c:v>
                </c:pt>
                <c:pt idx="1515">
                  <c:v>1.6962025316455742E-2</c:v>
                </c:pt>
                <c:pt idx="1516">
                  <c:v>1.6455696202531733E-2</c:v>
                </c:pt>
                <c:pt idx="1517">
                  <c:v>1.6708860759493627E-2</c:v>
                </c:pt>
                <c:pt idx="1518">
                  <c:v>1.6455696202531733E-2</c:v>
                </c:pt>
                <c:pt idx="1519">
                  <c:v>1.6455696202531733E-2</c:v>
                </c:pt>
                <c:pt idx="1520">
                  <c:v>1.6962025316455742E-2</c:v>
                </c:pt>
                <c:pt idx="1521">
                  <c:v>1.7468354430379751E-2</c:v>
                </c:pt>
                <c:pt idx="1522">
                  <c:v>#N/A</c:v>
                </c:pt>
                <c:pt idx="1523">
                  <c:v>1.6962025316455742E-2</c:v>
                </c:pt>
                <c:pt idx="1524">
                  <c:v>1.7215189873417858E-2</c:v>
                </c:pt>
                <c:pt idx="1525">
                  <c:v>1.6962025316455742E-2</c:v>
                </c:pt>
                <c:pt idx="1526">
                  <c:v>1.6708860759493627E-2</c:v>
                </c:pt>
                <c:pt idx="1527">
                  <c:v>1.6202531645569618E-2</c:v>
                </c:pt>
                <c:pt idx="1528">
                  <c:v>1.6202531645569618E-2</c:v>
                </c:pt>
                <c:pt idx="1529">
                  <c:v>1.6202531645569618E-2</c:v>
                </c:pt>
                <c:pt idx="1530">
                  <c:v>1.5949367088607724E-2</c:v>
                </c:pt>
                <c:pt idx="1531">
                  <c:v>1.5696202531645609E-2</c:v>
                </c:pt>
                <c:pt idx="1532">
                  <c:v>1.5949367088607724E-2</c:v>
                </c:pt>
                <c:pt idx="1533">
                  <c:v>1.5949367088607724E-2</c:v>
                </c:pt>
                <c:pt idx="1534">
                  <c:v>1.5949367088607724E-2</c:v>
                </c:pt>
                <c:pt idx="1535">
                  <c:v>1.5443037974683493E-2</c:v>
                </c:pt>
                <c:pt idx="1536">
                  <c:v>1.4936708860759484E-2</c:v>
                </c:pt>
                <c:pt idx="1537">
                  <c:v>1.4430379746835476E-2</c:v>
                </c:pt>
                <c:pt idx="1538">
                  <c:v>1.4430379746835476E-2</c:v>
                </c:pt>
                <c:pt idx="1539">
                  <c:v>1.4683544303797591E-2</c:v>
                </c:pt>
                <c:pt idx="1540">
                  <c:v>1.4683544303797591E-2</c:v>
                </c:pt>
                <c:pt idx="1541">
                  <c:v>1.4430379746835476E-2</c:v>
                </c:pt>
                <c:pt idx="1542">
                  <c:v>1.4430379746835476E-2</c:v>
                </c:pt>
                <c:pt idx="1543">
                  <c:v>1.4430379746835476E-2</c:v>
                </c:pt>
                <c:pt idx="1544">
                  <c:v>1.4683544303797591E-2</c:v>
                </c:pt>
                <c:pt idx="1545">
                  <c:v>1.4430379746835476E-2</c:v>
                </c:pt>
                <c:pt idx="1546">
                  <c:v>1.51898734177216E-2</c:v>
                </c:pt>
                <c:pt idx="1547">
                  <c:v>1.5443037974683493E-2</c:v>
                </c:pt>
                <c:pt idx="1548">
                  <c:v>1.4936708860759484E-2</c:v>
                </c:pt>
                <c:pt idx="1549">
                  <c:v>1.4683544303797591E-2</c:v>
                </c:pt>
                <c:pt idx="1550">
                  <c:v>1.4683544303797591E-2</c:v>
                </c:pt>
                <c:pt idx="1551">
                  <c:v>1.4430379746835476E-2</c:v>
                </c:pt>
                <c:pt idx="1552">
                  <c:v>1.4177215189873582E-2</c:v>
                </c:pt>
                <c:pt idx="1553">
                  <c:v>1.3924050632911467E-2</c:v>
                </c:pt>
                <c:pt idx="1554">
                  <c:v>1.3417721518987458E-2</c:v>
                </c:pt>
                <c:pt idx="1555">
                  <c:v>1.3670886075949351E-2</c:v>
                </c:pt>
                <c:pt idx="1556">
                  <c:v>1.3924050632911467E-2</c:v>
                </c:pt>
                <c:pt idx="1557">
                  <c:v>1.3417721518987458E-2</c:v>
                </c:pt>
                <c:pt idx="1558">
                  <c:v>1.2911392405063449E-2</c:v>
                </c:pt>
                <c:pt idx="1559">
                  <c:v>1.2405063291139218E-2</c:v>
                </c:pt>
                <c:pt idx="1560">
                  <c:v>1.2405063291139218E-2</c:v>
                </c:pt>
                <c:pt idx="1561">
                  <c:v>1.2405063291139218E-2</c:v>
                </c:pt>
                <c:pt idx="1562">
                  <c:v>1.2658227848101333E-2</c:v>
                </c:pt>
                <c:pt idx="1563">
                  <c:v>1.3417721518987458E-2</c:v>
                </c:pt>
                <c:pt idx="1564">
                  <c:v>1.4177215189873582E-2</c:v>
                </c:pt>
                <c:pt idx="1565">
                  <c:v>1.3924050632911467E-2</c:v>
                </c:pt>
                <c:pt idx="1566">
                  <c:v>1.4177215189873582E-2</c:v>
                </c:pt>
                <c:pt idx="1567">
                  <c:v>1.4177215189873582E-2</c:v>
                </c:pt>
                <c:pt idx="1568">
                  <c:v>1.4683544303797591E-2</c:v>
                </c:pt>
                <c:pt idx="1569">
                  <c:v>1.51898734177216E-2</c:v>
                </c:pt>
                <c:pt idx="1570">
                  <c:v>1.4430379746835476E-2</c:v>
                </c:pt>
                <c:pt idx="1571">
                  <c:v>1.4683544303797591E-2</c:v>
                </c:pt>
                <c:pt idx="1572">
                  <c:v>1.4430379746835476E-2</c:v>
                </c:pt>
                <c:pt idx="1573">
                  <c:v>1.4177215189873582E-2</c:v>
                </c:pt>
                <c:pt idx="1574">
                  <c:v>1.5443037974683493E-2</c:v>
                </c:pt>
                <c:pt idx="1575">
                  <c:v>1.5696202531645609E-2</c:v>
                </c:pt>
                <c:pt idx="1576">
                  <c:v>1.4936708860759484E-2</c:v>
                </c:pt>
                <c:pt idx="1577">
                  <c:v>1.4936708860759484E-2</c:v>
                </c:pt>
                <c:pt idx="1578">
                  <c:v>1.4430379746835476E-2</c:v>
                </c:pt>
                <c:pt idx="1579">
                  <c:v>1.4177215189873582E-2</c:v>
                </c:pt>
                <c:pt idx="1580">
                  <c:v>1.4430379746835476E-2</c:v>
                </c:pt>
                <c:pt idx="1581">
                  <c:v>1.3164556962025342E-2</c:v>
                </c:pt>
                <c:pt idx="1582">
                  <c:v>1.3670886075949351E-2</c:v>
                </c:pt>
                <c:pt idx="1583">
                  <c:v>1.3670886075949351E-2</c:v>
                </c:pt>
                <c:pt idx="1584">
                  <c:v>1.2658227848101333E-2</c:v>
                </c:pt>
                <c:pt idx="1585">
                  <c:v>1.2658227848101333E-2</c:v>
                </c:pt>
                <c:pt idx="1586">
                  <c:v>1.2405063291139218E-2</c:v>
                </c:pt>
                <c:pt idx="1587">
                  <c:v>1.1898734177215209E-2</c:v>
                </c:pt>
                <c:pt idx="1588">
                  <c:v>1.1645569620253315E-2</c:v>
                </c:pt>
                <c:pt idx="1589">
                  <c:v>1.1898734177215209E-2</c:v>
                </c:pt>
                <c:pt idx="1590">
                  <c:v>1.2405063291139218E-2</c:v>
                </c:pt>
                <c:pt idx="1591">
                  <c:v>1.2658227848101333E-2</c:v>
                </c:pt>
                <c:pt idx="1592">
                  <c:v>1.2911392405063449E-2</c:v>
                </c:pt>
                <c:pt idx="1593">
                  <c:v>1.3670886075949351E-2</c:v>
                </c:pt>
                <c:pt idx="1594">
                  <c:v>1.3417721518987458E-2</c:v>
                </c:pt>
                <c:pt idx="1595">
                  <c:v>1.3164556962025342E-2</c:v>
                </c:pt>
                <c:pt idx="1596">
                  <c:v>1.3670886075949351E-2</c:v>
                </c:pt>
                <c:pt idx="1597">
                  <c:v>1.3670886075949351E-2</c:v>
                </c:pt>
                <c:pt idx="1598">
                  <c:v>1.2658227848101333E-2</c:v>
                </c:pt>
                <c:pt idx="1599">
                  <c:v>1.2658227848101333E-2</c:v>
                </c:pt>
                <c:pt idx="1600">
                  <c:v>1.2658227848101333E-2</c:v>
                </c:pt>
                <c:pt idx="1601">
                  <c:v>1.2658227848101333E-2</c:v>
                </c:pt>
                <c:pt idx="1602">
                  <c:v>1.3164556962025342E-2</c:v>
                </c:pt>
                <c:pt idx="1603">
                  <c:v>1.2151898734177324E-2</c:v>
                </c:pt>
                <c:pt idx="1604">
                  <c:v>1.2405063291139218E-2</c:v>
                </c:pt>
                <c:pt idx="1605">
                  <c:v>1.2151898734177324E-2</c:v>
                </c:pt>
                <c:pt idx="1606">
                  <c:v>1.2151898734177324E-2</c:v>
                </c:pt>
                <c:pt idx="1607">
                  <c:v>1.2151898734177324E-2</c:v>
                </c:pt>
                <c:pt idx="1608">
                  <c:v>1.2151898734177324E-2</c:v>
                </c:pt>
                <c:pt idx="1609">
                  <c:v>1.2151898734177324E-2</c:v>
                </c:pt>
                <c:pt idx="1610">
                  <c:v>1.1645569620253315E-2</c:v>
                </c:pt>
                <c:pt idx="1611">
                  <c:v>1.1645569620253315E-2</c:v>
                </c:pt>
                <c:pt idx="1612">
                  <c:v>1.2405063291139218E-2</c:v>
                </c:pt>
                <c:pt idx="1613">
                  <c:v>1.1898734177215209E-2</c:v>
                </c:pt>
                <c:pt idx="1614">
                  <c:v>1.13924050632912E-2</c:v>
                </c:pt>
                <c:pt idx="1615">
                  <c:v>1.1139240506329084E-2</c:v>
                </c:pt>
                <c:pt idx="1616">
                  <c:v>1.0886075949367191E-2</c:v>
                </c:pt>
                <c:pt idx="1617">
                  <c:v>1.0379746835443182E-2</c:v>
                </c:pt>
                <c:pt idx="1618">
                  <c:v>1.0379746835443182E-2</c:v>
                </c:pt>
                <c:pt idx="1619">
                  <c:v>1.0126582278481067E-2</c:v>
                </c:pt>
                <c:pt idx="1620">
                  <c:v>1.0126582278481067E-2</c:v>
                </c:pt>
                <c:pt idx="1621">
                  <c:v>9.8734177215189511E-3</c:v>
                </c:pt>
                <c:pt idx="1622">
                  <c:v>9.8734177215189511E-3</c:v>
                </c:pt>
                <c:pt idx="1623">
                  <c:v>9.3670886075949422E-3</c:v>
                </c:pt>
                <c:pt idx="1624">
                  <c:v>9.3670886075949422E-3</c:v>
                </c:pt>
                <c:pt idx="1625">
                  <c:v>9.1139240506330488E-3</c:v>
                </c:pt>
                <c:pt idx="1626">
                  <c:v>9.6202531645570577E-3</c:v>
                </c:pt>
                <c:pt idx="1627">
                  <c:v>1.0632911392405076E-2</c:v>
                </c:pt>
                <c:pt idx="1628">
                  <c:v>1.0126582278481067E-2</c:v>
                </c:pt>
                <c:pt idx="1629">
                  <c:v>1.0632911392405076E-2</c:v>
                </c:pt>
                <c:pt idx="1630">
                  <c:v>1.0632911392405076E-2</c:v>
                </c:pt>
                <c:pt idx="1631">
                  <c:v>1.13924050632912E-2</c:v>
                </c:pt>
                <c:pt idx="1632">
                  <c:v>1.13924050632912E-2</c:v>
                </c:pt>
                <c:pt idx="1633">
                  <c:v>1.1898734177215209E-2</c:v>
                </c:pt>
                <c:pt idx="1634">
                  <c:v>1.13924050632912E-2</c:v>
                </c:pt>
                <c:pt idx="1635">
                  <c:v>1.0632911392405076E-2</c:v>
                </c:pt>
                <c:pt idx="1636">
                  <c:v>1.0379746835443182E-2</c:v>
                </c:pt>
                <c:pt idx="1637">
                  <c:v>1.0632911392405076E-2</c:v>
                </c:pt>
                <c:pt idx="1638">
                  <c:v>1.0632911392405076E-2</c:v>
                </c:pt>
                <c:pt idx="1639">
                  <c:v>1.0126582278481067E-2</c:v>
                </c:pt>
                <c:pt idx="1640">
                  <c:v>1.0632911392405076E-2</c:v>
                </c:pt>
                <c:pt idx="1641">
                  <c:v>1.1139240506329084E-2</c:v>
                </c:pt>
                <c:pt idx="1642">
                  <c:v>1.0886075949367191E-2</c:v>
                </c:pt>
                <c:pt idx="1643">
                  <c:v>1.0886075949367191E-2</c:v>
                </c:pt>
                <c:pt idx="1644">
                  <c:v>1.0632911392405076E-2</c:v>
                </c:pt>
                <c:pt idx="1645">
                  <c:v>1.0379746835443182E-2</c:v>
                </c:pt>
                <c:pt idx="1646">
                  <c:v>1.0632911392405076E-2</c:v>
                </c:pt>
                <c:pt idx="1647">
                  <c:v>1.0886075949367191E-2</c:v>
                </c:pt>
                <c:pt idx="1648">
                  <c:v>1.0886075949367191E-2</c:v>
                </c:pt>
                <c:pt idx="1649">
                  <c:v>1.0632911392405076E-2</c:v>
                </c:pt>
                <c:pt idx="1650">
                  <c:v>1.0632911392405076E-2</c:v>
                </c:pt>
                <c:pt idx="1651">
                  <c:v>1.0886075949367191E-2</c:v>
                </c:pt>
                <c:pt idx="1652">
                  <c:v>9.6202531645570577E-3</c:v>
                </c:pt>
                <c:pt idx="1653">
                  <c:v>9.8734177215189511E-3</c:v>
                </c:pt>
                <c:pt idx="1654">
                  <c:v>9.6202531645570577E-3</c:v>
                </c:pt>
                <c:pt idx="1655">
                  <c:v>1.0126582278481067E-2</c:v>
                </c:pt>
                <c:pt idx="1656">
                  <c:v>9.8734177215189511E-3</c:v>
                </c:pt>
                <c:pt idx="1657">
                  <c:v>9.8734177215189511E-3</c:v>
                </c:pt>
                <c:pt idx="1658">
                  <c:v>1.0126582278481067E-2</c:v>
                </c:pt>
                <c:pt idx="1659">
                  <c:v>1.0886075949367191E-2</c:v>
                </c:pt>
                <c:pt idx="1660">
                  <c:v>1.1139240506329084E-2</c:v>
                </c:pt>
                <c:pt idx="1661">
                  <c:v>1.1139240506329084E-2</c:v>
                </c:pt>
                <c:pt idx="1662">
                  <c:v>1.1898734177215209E-2</c:v>
                </c:pt>
                <c:pt idx="1663">
                  <c:v>1.2151898734177324E-2</c:v>
                </c:pt>
                <c:pt idx="1664">
                  <c:v>1.2911392405063449E-2</c:v>
                </c:pt>
                <c:pt idx="1665">
                  <c:v>1.3417721518987458E-2</c:v>
                </c:pt>
                <c:pt idx="1666">
                  <c:v>1.3670886075949351E-2</c:v>
                </c:pt>
                <c:pt idx="1667">
                  <c:v>1.2911392405063449E-2</c:v>
                </c:pt>
                <c:pt idx="1668">
                  <c:v>1.2658227848101333E-2</c:v>
                </c:pt>
                <c:pt idx="1669">
                  <c:v>1.1898734177215209E-2</c:v>
                </c:pt>
                <c:pt idx="1670">
                  <c:v>1.2151898734177324E-2</c:v>
                </c:pt>
                <c:pt idx="1671">
                  <c:v>1.2405063291139218E-2</c:v>
                </c:pt>
                <c:pt idx="1672">
                  <c:v>1.2911392405063449E-2</c:v>
                </c:pt>
                <c:pt idx="1673">
                  <c:v>1.3417721518987458E-2</c:v>
                </c:pt>
                <c:pt idx="1674">
                  <c:v>1.3670886075949351E-2</c:v>
                </c:pt>
                <c:pt idx="1675">
                  <c:v>1.3164556962025342E-2</c:v>
                </c:pt>
                <c:pt idx="1676">
                  <c:v>1.3164556962025342E-2</c:v>
                </c:pt>
                <c:pt idx="1677">
                  <c:v>1.3164556962025342E-2</c:v>
                </c:pt>
                <c:pt idx="1678">
                  <c:v>1.2405063291139218E-2</c:v>
                </c:pt>
                <c:pt idx="1679">
                  <c:v>1.2911392405063449E-2</c:v>
                </c:pt>
                <c:pt idx="1680">
                  <c:v>1.3164556962025342E-2</c:v>
                </c:pt>
                <c:pt idx="1681">
                  <c:v>1.2911392405063449E-2</c:v>
                </c:pt>
                <c:pt idx="1682">
                  <c:v>1.3164556962025342E-2</c:v>
                </c:pt>
                <c:pt idx="1683">
                  <c:v>1.3164556962025342E-2</c:v>
                </c:pt>
                <c:pt idx="1684">
                  <c:v>1.3417721518987458E-2</c:v>
                </c:pt>
                <c:pt idx="1685">
                  <c:v>1.3670886075949351E-2</c:v>
                </c:pt>
                <c:pt idx="1686">
                  <c:v>1.3417721518987458E-2</c:v>
                </c:pt>
                <c:pt idx="1687">
                  <c:v>1.3670886075949351E-2</c:v>
                </c:pt>
                <c:pt idx="1688">
                  <c:v>1.4177215189873582E-2</c:v>
                </c:pt>
                <c:pt idx="1689">
                  <c:v>1.4177215189873582E-2</c:v>
                </c:pt>
                <c:pt idx="1690">
                  <c:v>1.4683544303797591E-2</c:v>
                </c:pt>
                <c:pt idx="1691">
                  <c:v>#N/A</c:v>
                </c:pt>
                <c:pt idx="1692">
                  <c:v>1.4683544303797591E-2</c:v>
                </c:pt>
                <c:pt idx="1693">
                  <c:v>1.4936708860759484E-2</c:v>
                </c:pt>
                <c:pt idx="1694">
                  <c:v>1.4430379746835476E-2</c:v>
                </c:pt>
                <c:pt idx="1695">
                  <c:v>1.3924050632911467E-2</c:v>
                </c:pt>
                <c:pt idx="1696">
                  <c:v>1.4177215189873582E-2</c:v>
                </c:pt>
                <c:pt idx="1697">
                  <c:v>1.4683544303797591E-2</c:v>
                </c:pt>
                <c:pt idx="1698">
                  <c:v>1.4430379746835476E-2</c:v>
                </c:pt>
                <c:pt idx="1699">
                  <c:v>1.4683544303797591E-2</c:v>
                </c:pt>
                <c:pt idx="1700">
                  <c:v>1.4683544303797591E-2</c:v>
                </c:pt>
                <c:pt idx="1701">
                  <c:v>1.4683544303797591E-2</c:v>
                </c:pt>
                <c:pt idx="1702">
                  <c:v>1.5443037974683493E-2</c:v>
                </c:pt>
                <c:pt idx="1703">
                  <c:v>1.5696202531645609E-2</c:v>
                </c:pt>
                <c:pt idx="1704">
                  <c:v>1.5949367088607724E-2</c:v>
                </c:pt>
                <c:pt idx="1705">
                  <c:v>1.6455696202531733E-2</c:v>
                </c:pt>
                <c:pt idx="1706">
                  <c:v>1.6202531645569618E-2</c:v>
                </c:pt>
                <c:pt idx="1707">
                  <c:v>1.6455696202531733E-2</c:v>
                </c:pt>
                <c:pt idx="1708">
                  <c:v>1.6962025316455742E-2</c:v>
                </c:pt>
                <c:pt idx="1709">
                  <c:v>1.7215189873417858E-2</c:v>
                </c:pt>
                <c:pt idx="1710">
                  <c:v>1.6962025316455742E-2</c:v>
                </c:pt>
                <c:pt idx="1711">
                  <c:v>1.7721518987341867E-2</c:v>
                </c:pt>
                <c:pt idx="1712">
                  <c:v>1.7721518987341867E-2</c:v>
                </c:pt>
                <c:pt idx="1713">
                  <c:v>1.6962025316455742E-2</c:v>
                </c:pt>
                <c:pt idx="1714">
                  <c:v>1.5949367088607724E-2</c:v>
                </c:pt>
                <c:pt idx="1715">
                  <c:v>1.5949367088607724E-2</c:v>
                </c:pt>
                <c:pt idx="1716">
                  <c:v>1.51898734177216E-2</c:v>
                </c:pt>
                <c:pt idx="1717">
                  <c:v>1.5443037974683493E-2</c:v>
                </c:pt>
                <c:pt idx="1718">
                  <c:v>1.4936708860759484E-2</c:v>
                </c:pt>
                <c:pt idx="1719">
                  <c:v>1.51898734177216E-2</c:v>
                </c:pt>
                <c:pt idx="1720">
                  <c:v>1.4430379746835476E-2</c:v>
                </c:pt>
                <c:pt idx="1721">
                  <c:v>1.4430379746835476E-2</c:v>
                </c:pt>
                <c:pt idx="1722">
                  <c:v>1.4683544303797591E-2</c:v>
                </c:pt>
                <c:pt idx="1723">
                  <c:v>1.3670886075949351E-2</c:v>
                </c:pt>
                <c:pt idx="1724">
                  <c:v>1.4177215189873582E-2</c:v>
                </c:pt>
                <c:pt idx="1725">
                  <c:v>1.4177215189873582E-2</c:v>
                </c:pt>
                <c:pt idx="1726">
                  <c:v>1.4936708860759484E-2</c:v>
                </c:pt>
                <c:pt idx="1727">
                  <c:v>1.4683544303797591E-2</c:v>
                </c:pt>
                <c:pt idx="1728">
                  <c:v>1.4177215189873582E-2</c:v>
                </c:pt>
                <c:pt idx="1729">
                  <c:v>1.4430379746835476E-2</c:v>
                </c:pt>
                <c:pt idx="1730">
                  <c:v>1.3670886075949351E-2</c:v>
                </c:pt>
                <c:pt idx="1731">
                  <c:v>1.3670886075949351E-2</c:v>
                </c:pt>
                <c:pt idx="1732">
                  <c:v>1.3417721518987458E-2</c:v>
                </c:pt>
                <c:pt idx="1733">
                  <c:v>1.3417721518987458E-2</c:v>
                </c:pt>
                <c:pt idx="1734">
                  <c:v>1.3670886075949351E-2</c:v>
                </c:pt>
                <c:pt idx="1735">
                  <c:v>1.3670886075949351E-2</c:v>
                </c:pt>
                <c:pt idx="1736">
                  <c:v>1.4430379746835476E-2</c:v>
                </c:pt>
                <c:pt idx="1737">
                  <c:v>1.4430379746835476E-2</c:v>
                </c:pt>
                <c:pt idx="1738">
                  <c:v>1.4177215189873582E-2</c:v>
                </c:pt>
                <c:pt idx="1739">
                  <c:v>1.4936708860759484E-2</c:v>
                </c:pt>
                <c:pt idx="1740">
                  <c:v>1.4936708860759484E-2</c:v>
                </c:pt>
                <c:pt idx="1741">
                  <c:v>1.4430379746835476E-2</c:v>
                </c:pt>
                <c:pt idx="1742">
                  <c:v>1.4177215189873582E-2</c:v>
                </c:pt>
                <c:pt idx="1743">
                  <c:v>1.3417721518987458E-2</c:v>
                </c:pt>
                <c:pt idx="1744">
                  <c:v>1.3670886075949351E-2</c:v>
                </c:pt>
                <c:pt idx="1745">
                  <c:v>1.2911392405063449E-2</c:v>
                </c:pt>
                <c:pt idx="1746">
                  <c:v>1.3417721518987458E-2</c:v>
                </c:pt>
                <c:pt idx="1747">
                  <c:v>1.2151898734177324E-2</c:v>
                </c:pt>
                <c:pt idx="1748">
                  <c:v>1.1645569620253315E-2</c:v>
                </c:pt>
                <c:pt idx="1749">
                  <c:v>1.1645569620253315E-2</c:v>
                </c:pt>
                <c:pt idx="1750">
                  <c:v>1.2151898734177324E-2</c:v>
                </c:pt>
                <c:pt idx="1751">
                  <c:v>1.2151898734177324E-2</c:v>
                </c:pt>
                <c:pt idx="1752">
                  <c:v>1.2911392405063449E-2</c:v>
                </c:pt>
                <c:pt idx="1753">
                  <c:v>1.2658227848101333E-2</c:v>
                </c:pt>
                <c:pt idx="1754">
                  <c:v>1.1898734177215209E-2</c:v>
                </c:pt>
                <c:pt idx="1755">
                  <c:v>1.1645569620253315E-2</c:v>
                </c:pt>
                <c:pt idx="1756">
                  <c:v>1.1645569620253315E-2</c:v>
                </c:pt>
                <c:pt idx="1757">
                  <c:v>1.13924050632912E-2</c:v>
                </c:pt>
                <c:pt idx="1758">
                  <c:v>1.1645569620253315E-2</c:v>
                </c:pt>
                <c:pt idx="1759">
                  <c:v>1.1898734177215209E-2</c:v>
                </c:pt>
                <c:pt idx="1760">
                  <c:v>1.1898734177215209E-2</c:v>
                </c:pt>
                <c:pt idx="1761">
                  <c:v>1.1139240506329084E-2</c:v>
                </c:pt>
                <c:pt idx="1762">
                  <c:v>1.1139240506329084E-2</c:v>
                </c:pt>
                <c:pt idx="1763">
                  <c:v>1.1898734177215209E-2</c:v>
                </c:pt>
                <c:pt idx="1764">
                  <c:v>1.2151898734177324E-2</c:v>
                </c:pt>
                <c:pt idx="1765">
                  <c:v>1.2151898734177324E-2</c:v>
                </c:pt>
                <c:pt idx="1766">
                  <c:v>1.2151898734177324E-2</c:v>
                </c:pt>
                <c:pt idx="1767">
                  <c:v>1.13924050632912E-2</c:v>
                </c:pt>
                <c:pt idx="1768">
                  <c:v>1.13924050632912E-2</c:v>
                </c:pt>
                <c:pt idx="1769">
                  <c:v>1.0886075949367191E-2</c:v>
                </c:pt>
                <c:pt idx="1770">
                  <c:v>1.1645569620253315E-2</c:v>
                </c:pt>
                <c:pt idx="1771">
                  <c:v>1.2151898734177324E-2</c:v>
                </c:pt>
                <c:pt idx="1772">
                  <c:v>1.2658227848101333E-2</c:v>
                </c:pt>
                <c:pt idx="1773">
                  <c:v>1.2911392405063449E-2</c:v>
                </c:pt>
                <c:pt idx="1774">
                  <c:v>1.3417721518987458E-2</c:v>
                </c:pt>
                <c:pt idx="1775">
                  <c:v>1.3417721518987458E-2</c:v>
                </c:pt>
                <c:pt idx="1776">
                  <c:v>1.3164556962025342E-2</c:v>
                </c:pt>
                <c:pt idx="1777">
                  <c:v>1.2911392405063449E-2</c:v>
                </c:pt>
                <c:pt idx="1778">
                  <c:v>1.3164556962025342E-2</c:v>
                </c:pt>
                <c:pt idx="1779">
                  <c:v>1.3417721518987458E-2</c:v>
                </c:pt>
                <c:pt idx="1780">
                  <c:v>1.3670886075949351E-2</c:v>
                </c:pt>
                <c:pt idx="1781">
                  <c:v>1.3924050632911467E-2</c:v>
                </c:pt>
                <c:pt idx="1782">
                  <c:v>1.3924050632911467E-2</c:v>
                </c:pt>
                <c:pt idx="1783">
                  <c:v>1.4430379746835476E-2</c:v>
                </c:pt>
                <c:pt idx="1784">
                  <c:v>1.4936708860759484E-2</c:v>
                </c:pt>
                <c:pt idx="1785">
                  <c:v>1.4936708860759484E-2</c:v>
                </c:pt>
                <c:pt idx="1786">
                  <c:v>1.4683544303797591E-2</c:v>
                </c:pt>
                <c:pt idx="1787">
                  <c:v>1.4177215189873582E-2</c:v>
                </c:pt>
                <c:pt idx="1788">
                  <c:v>1.3417721518987458E-2</c:v>
                </c:pt>
                <c:pt idx="1789">
                  <c:v>1.3670886075949351E-2</c:v>
                </c:pt>
                <c:pt idx="1790">
                  <c:v>1.3164556962025342E-2</c:v>
                </c:pt>
                <c:pt idx="1791">
                  <c:v>1.2911392405063449E-2</c:v>
                </c:pt>
                <c:pt idx="1792">
                  <c:v>1.2911392405063449E-2</c:v>
                </c:pt>
                <c:pt idx="1793">
                  <c:v>1.2911392405063449E-2</c:v>
                </c:pt>
                <c:pt idx="1794">
                  <c:v>1.3670886075949351E-2</c:v>
                </c:pt>
                <c:pt idx="1795">
                  <c:v>1.3164556962025342E-2</c:v>
                </c:pt>
                <c:pt idx="1796">
                  <c:v>1.3670886075949351E-2</c:v>
                </c:pt>
                <c:pt idx="1797">
                  <c:v>1.2911392405063449E-2</c:v>
                </c:pt>
                <c:pt idx="1798">
                  <c:v>1.2658227848101333E-2</c:v>
                </c:pt>
                <c:pt idx="1799">
                  <c:v>1.2405063291139218E-2</c:v>
                </c:pt>
                <c:pt idx="1800">
                  <c:v>1.2405063291139218E-2</c:v>
                </c:pt>
                <c:pt idx="1801">
                  <c:v>1.1645569620253315E-2</c:v>
                </c:pt>
                <c:pt idx="1802">
                  <c:v>1.1898734177215209E-2</c:v>
                </c:pt>
                <c:pt idx="1803">
                  <c:v>1.1898734177215209E-2</c:v>
                </c:pt>
                <c:pt idx="1804">
                  <c:v>1.1645569620253315E-2</c:v>
                </c:pt>
                <c:pt idx="1805">
                  <c:v>1.1645569620253315E-2</c:v>
                </c:pt>
                <c:pt idx="1806">
                  <c:v>1.1898734177215209E-2</c:v>
                </c:pt>
                <c:pt idx="1807">
                  <c:v>1.2911392405063449E-2</c:v>
                </c:pt>
                <c:pt idx="1808">
                  <c:v>1.2911392405063449E-2</c:v>
                </c:pt>
                <c:pt idx="1809">
                  <c:v>1.3670886075949351E-2</c:v>
                </c:pt>
                <c:pt idx="1810">
                  <c:v>1.3670886075949351E-2</c:v>
                </c:pt>
                <c:pt idx="1811">
                  <c:v>#N/A</c:v>
                </c:pt>
                <c:pt idx="1812">
                  <c:v>1.2911392405063449E-2</c:v>
                </c:pt>
                <c:pt idx="1813">
                  <c:v>1.3417721518987458E-2</c:v>
                </c:pt>
                <c:pt idx="1814">
                  <c:v>1.4177215189873582E-2</c:v>
                </c:pt>
                <c:pt idx="1815">
                  <c:v>1.4177215189873582E-2</c:v>
                </c:pt>
                <c:pt idx="1816">
                  <c:v>#N/A</c:v>
                </c:pt>
                <c:pt idx="1817">
                  <c:v>1.3417721518987458E-2</c:v>
                </c:pt>
                <c:pt idx="1818">
                  <c:v>1.3417721518987458E-2</c:v>
                </c:pt>
                <c:pt idx="1819">
                  <c:v>1.3670886075949351E-2</c:v>
                </c:pt>
                <c:pt idx="1820">
                  <c:v>1.3924050632911467E-2</c:v>
                </c:pt>
                <c:pt idx="1821">
                  <c:v>1.3670886075949351E-2</c:v>
                </c:pt>
                <c:pt idx="1822">
                  <c:v>1.3924050632911467E-2</c:v>
                </c:pt>
                <c:pt idx="1823">
                  <c:v>1.3924050632911467E-2</c:v>
                </c:pt>
                <c:pt idx="1824">
                  <c:v>1.3924050632911467E-2</c:v>
                </c:pt>
                <c:pt idx="1825">
                  <c:v>1.4430379746835476E-2</c:v>
                </c:pt>
                <c:pt idx="1826">
                  <c:v>1.4936708860759484E-2</c:v>
                </c:pt>
                <c:pt idx="1827">
                  <c:v>1.4430379746835476E-2</c:v>
                </c:pt>
                <c:pt idx="1828">
                  <c:v>1.5443037974683493E-2</c:v>
                </c:pt>
                <c:pt idx="1829">
                  <c:v>1.4936708860759484E-2</c:v>
                </c:pt>
                <c:pt idx="1830">
                  <c:v>1.51898734177216E-2</c:v>
                </c:pt>
                <c:pt idx="1831">
                  <c:v>1.5696202531645609E-2</c:v>
                </c:pt>
                <c:pt idx="1832">
                  <c:v>1.5696202531645609E-2</c:v>
                </c:pt>
                <c:pt idx="1833">
                  <c:v>1.51898734177216E-2</c:v>
                </c:pt>
                <c:pt idx="1834">
                  <c:v>1.51898734177216E-2</c:v>
                </c:pt>
                <c:pt idx="1835">
                  <c:v>1.4430379746835476E-2</c:v>
                </c:pt>
                <c:pt idx="1836">
                  <c:v>1.4177215189873582E-2</c:v>
                </c:pt>
                <c:pt idx="1837">
                  <c:v>1.4683544303797591E-2</c:v>
                </c:pt>
                <c:pt idx="1838">
                  <c:v>1.5443037974683493E-2</c:v>
                </c:pt>
                <c:pt idx="1839">
                  <c:v>1.5443037974683493E-2</c:v>
                </c:pt>
                <c:pt idx="1840">
                  <c:v>1.4683544303797591E-2</c:v>
                </c:pt>
                <c:pt idx="1841">
                  <c:v>1.4430379746835476E-2</c:v>
                </c:pt>
                <c:pt idx="1842">
                  <c:v>1.4683544303797591E-2</c:v>
                </c:pt>
                <c:pt idx="1843">
                  <c:v>1.4683544303797591E-2</c:v>
                </c:pt>
                <c:pt idx="1844">
                  <c:v>1.4936708860759484E-2</c:v>
                </c:pt>
                <c:pt idx="1845">
                  <c:v>1.51898734177216E-2</c:v>
                </c:pt>
                <c:pt idx="1846">
                  <c:v>1.4430379746835476E-2</c:v>
                </c:pt>
                <c:pt idx="1847">
                  <c:v>1.4177215189873582E-2</c:v>
                </c:pt>
                <c:pt idx="1848">
                  <c:v>#N/A</c:v>
                </c:pt>
                <c:pt idx="1849">
                  <c:v>1.4683544303797591E-2</c:v>
                </c:pt>
                <c:pt idx="1850">
                  <c:v>1.4936708860759484E-2</c:v>
                </c:pt>
                <c:pt idx="1851">
                  <c:v>1.4936708860759484E-2</c:v>
                </c:pt>
                <c:pt idx="1852">
                  <c:v>1.51898734177216E-2</c:v>
                </c:pt>
                <c:pt idx="1853">
                  <c:v>1.4936708860759484E-2</c:v>
                </c:pt>
                <c:pt idx="1854">
                  <c:v>1.51898734177216E-2</c:v>
                </c:pt>
                <c:pt idx="1855">
                  <c:v>1.5443037974683493E-2</c:v>
                </c:pt>
                <c:pt idx="1856">
                  <c:v>1.5443037974683493E-2</c:v>
                </c:pt>
                <c:pt idx="1857">
                  <c:v>1.5949367088607724E-2</c:v>
                </c:pt>
                <c:pt idx="1858">
                  <c:v>1.6455696202531733E-2</c:v>
                </c:pt>
                <c:pt idx="1859">
                  <c:v>1.6455696202531733E-2</c:v>
                </c:pt>
                <c:pt idx="1860">
                  <c:v>1.6455696202531733E-2</c:v>
                </c:pt>
                <c:pt idx="1861">
                  <c:v>1.6708860759493627E-2</c:v>
                </c:pt>
                <c:pt idx="1862">
                  <c:v>1.6708860759493627E-2</c:v>
                </c:pt>
                <c:pt idx="1863">
                  <c:v>1.5949367088607724E-2</c:v>
                </c:pt>
                <c:pt idx="1864">
                  <c:v>1.5949367088607724E-2</c:v>
                </c:pt>
                <c:pt idx="1865">
                  <c:v>1.6202531645569618E-2</c:v>
                </c:pt>
                <c:pt idx="1866">
                  <c:v>1.5949367088607724E-2</c:v>
                </c:pt>
                <c:pt idx="1867">
                  <c:v>1.5696202531645609E-2</c:v>
                </c:pt>
                <c:pt idx="1868">
                  <c:v>1.5949367088607724E-2</c:v>
                </c:pt>
                <c:pt idx="1869">
                  <c:v>1.6455696202531733E-2</c:v>
                </c:pt>
                <c:pt idx="1870">
                  <c:v>1.5949367088607724E-2</c:v>
                </c:pt>
                <c:pt idx="1871">
                  <c:v>1.6455696202531733E-2</c:v>
                </c:pt>
                <c:pt idx="1872">
                  <c:v>1.6962025316455742E-2</c:v>
                </c:pt>
                <c:pt idx="1873">
                  <c:v>1.6708860759493627E-2</c:v>
                </c:pt>
                <c:pt idx="1874">
                  <c:v>1.6708860759493627E-2</c:v>
                </c:pt>
                <c:pt idx="1875">
                  <c:v>1.6962025316455742E-2</c:v>
                </c:pt>
                <c:pt idx="1876">
                  <c:v>1.7721518987341867E-2</c:v>
                </c:pt>
                <c:pt idx="1877">
                  <c:v>1.7721518987341867E-2</c:v>
                </c:pt>
                <c:pt idx="1878">
                  <c:v>1.797468354430376E-2</c:v>
                </c:pt>
                <c:pt idx="1879">
                  <c:v>1.8227848101265876E-2</c:v>
                </c:pt>
                <c:pt idx="1880">
                  <c:v>1.8734177215189884E-2</c:v>
                </c:pt>
                <c:pt idx="1881">
                  <c:v>1.9240506329113893E-2</c:v>
                </c:pt>
                <c:pt idx="1882">
                  <c:v>1.9240506329113893E-2</c:v>
                </c:pt>
                <c:pt idx="1883">
                  <c:v>1.9493670886076009E-2</c:v>
                </c:pt>
                <c:pt idx="1884">
                  <c:v>1.8987341772152E-2</c:v>
                </c:pt>
                <c:pt idx="1885">
                  <c:v>1.9240506329113893E-2</c:v>
                </c:pt>
                <c:pt idx="1886">
                  <c:v>1.9240506329113893E-2</c:v>
                </c:pt>
                <c:pt idx="1887">
                  <c:v>1.9240506329113893E-2</c:v>
                </c:pt>
                <c:pt idx="1888">
                  <c:v>1.8987341772152E-2</c:v>
                </c:pt>
                <c:pt idx="1889">
                  <c:v>1.9240506329113893E-2</c:v>
                </c:pt>
                <c:pt idx="1890">
                  <c:v>1.9746835443037902E-2</c:v>
                </c:pt>
                <c:pt idx="1891">
                  <c:v>1.9240506329113893E-2</c:v>
                </c:pt>
                <c:pt idx="1892">
                  <c:v>1.8734177215189884E-2</c:v>
                </c:pt>
                <c:pt idx="1893">
                  <c:v>1.8734177215189884E-2</c:v>
                </c:pt>
                <c:pt idx="1894">
                  <c:v>1.9240506329113893E-2</c:v>
                </c:pt>
                <c:pt idx="1895">
                  <c:v>1.9240506329113893E-2</c:v>
                </c:pt>
                <c:pt idx="1896">
                  <c:v>1.8734177215189884E-2</c:v>
                </c:pt>
                <c:pt idx="1897">
                  <c:v>1.8987341772152E-2</c:v>
                </c:pt>
                <c:pt idx="1898">
                  <c:v>1.8987341772152E-2</c:v>
                </c:pt>
                <c:pt idx="1899">
                  <c:v>1.8987341772152E-2</c:v>
                </c:pt>
                <c:pt idx="1900">
                  <c:v>1.7721518987341867E-2</c:v>
                </c:pt>
                <c:pt idx="1901">
                  <c:v>1.8227848101265876E-2</c:v>
                </c:pt>
                <c:pt idx="1902">
                  <c:v>1.8481012658227769E-2</c:v>
                </c:pt>
                <c:pt idx="1903">
                  <c:v>1.8987341772152E-2</c:v>
                </c:pt>
                <c:pt idx="1904">
                  <c:v>1.8734177215189884E-2</c:v>
                </c:pt>
                <c:pt idx="1905">
                  <c:v>1.797468354430376E-2</c:v>
                </c:pt>
                <c:pt idx="1906">
                  <c:v>1.797468354430376E-2</c:v>
                </c:pt>
                <c:pt idx="1907">
                  <c:v>1.8987341772152E-2</c:v>
                </c:pt>
                <c:pt idx="1908">
                  <c:v>1.9493670886076009E-2</c:v>
                </c:pt>
                <c:pt idx="1909">
                  <c:v>1.8734177215189884E-2</c:v>
                </c:pt>
                <c:pt idx="1910">
                  <c:v>1.8734177215189884E-2</c:v>
                </c:pt>
                <c:pt idx="1911">
                  <c:v>1.8987341772152E-2</c:v>
                </c:pt>
                <c:pt idx="1912">
                  <c:v>1.8734177215189884E-2</c:v>
                </c:pt>
                <c:pt idx="1913">
                  <c:v>1.8987341772152E-2</c:v>
                </c:pt>
                <c:pt idx="1914">
                  <c:v>1.9493670886076009E-2</c:v>
                </c:pt>
                <c:pt idx="1915">
                  <c:v>2.0506329113924027E-2</c:v>
                </c:pt>
                <c:pt idx="1916">
                  <c:v>2.0253164556962133E-2</c:v>
                </c:pt>
                <c:pt idx="1917">
                  <c:v>2.0759493670886142E-2</c:v>
                </c:pt>
                <c:pt idx="1918">
                  <c:v>2.1265822784810151E-2</c:v>
                </c:pt>
                <c:pt idx="1919">
                  <c:v>2.0253164556962133E-2</c:v>
                </c:pt>
                <c:pt idx="1920">
                  <c:v>2.1012658227848036E-2</c:v>
                </c:pt>
                <c:pt idx="1921">
                  <c:v>2.1265822784810151E-2</c:v>
                </c:pt>
                <c:pt idx="1922">
                  <c:v>2.1265822784810151E-2</c:v>
                </c:pt>
                <c:pt idx="1923">
                  <c:v>2.1518987341772045E-2</c:v>
                </c:pt>
                <c:pt idx="1924">
                  <c:v>2.1012658227848036E-2</c:v>
                </c:pt>
                <c:pt idx="1925">
                  <c:v>2.1518987341772045E-2</c:v>
                </c:pt>
                <c:pt idx="1926">
                  <c:v>2.177215189873416E-2</c:v>
                </c:pt>
                <c:pt idx="1927">
                  <c:v>2.2278481012658169E-2</c:v>
                </c:pt>
                <c:pt idx="1928">
                  <c:v>2.2278481012658169E-2</c:v>
                </c:pt>
                <c:pt idx="1929">
                  <c:v>2.2531645569620284E-2</c:v>
                </c:pt>
                <c:pt idx="1930">
                  <c:v>2.3544303797468302E-2</c:v>
                </c:pt>
                <c:pt idx="1931">
                  <c:v>2.4050632911392311E-2</c:v>
                </c:pt>
                <c:pt idx="1932">
                  <c:v>2.3544303797468302E-2</c:v>
                </c:pt>
                <c:pt idx="1933">
                  <c:v>2.3291139240506409E-2</c:v>
                </c:pt>
                <c:pt idx="1934">
                  <c:v>2.3797468354430418E-2</c:v>
                </c:pt>
                <c:pt idx="1935">
                  <c:v>2.4303797468354427E-2</c:v>
                </c:pt>
                <c:pt idx="1936">
                  <c:v>2.455696202531632E-2</c:v>
                </c:pt>
                <c:pt idx="1937">
                  <c:v>2.455696202531632E-2</c:v>
                </c:pt>
                <c:pt idx="1938">
                  <c:v>2.4303797468354427E-2</c:v>
                </c:pt>
                <c:pt idx="1939">
                  <c:v>2.5063291139240551E-2</c:v>
                </c:pt>
                <c:pt idx="1940">
                  <c:v>2.556962025316456E-2</c:v>
                </c:pt>
                <c:pt idx="1941">
                  <c:v>2.556962025316456E-2</c:v>
                </c:pt>
                <c:pt idx="1942">
                  <c:v>2.5822784810126453E-2</c:v>
                </c:pt>
                <c:pt idx="1943">
                  <c:v>2.6075949367088569E-2</c:v>
                </c:pt>
                <c:pt idx="1944">
                  <c:v>2.5822784810126453E-2</c:v>
                </c:pt>
                <c:pt idx="1945">
                  <c:v>2.6075949367088569E-2</c:v>
                </c:pt>
                <c:pt idx="1946">
                  <c:v>2.6329113924050684E-2</c:v>
                </c:pt>
                <c:pt idx="1947">
                  <c:v>2.6582278481012578E-2</c:v>
                </c:pt>
                <c:pt idx="1948">
                  <c:v>2.6582278481012578E-2</c:v>
                </c:pt>
                <c:pt idx="1949">
                  <c:v>2.5316455696202445E-2</c:v>
                </c:pt>
                <c:pt idx="1950">
                  <c:v>2.455696202531632E-2</c:v>
                </c:pt>
                <c:pt idx="1951">
                  <c:v>2.4810126582278436E-2</c:v>
                </c:pt>
                <c:pt idx="1952">
                  <c:v>2.5063291139240551E-2</c:v>
                </c:pt>
                <c:pt idx="1953">
                  <c:v>2.4810126582278436E-2</c:v>
                </c:pt>
                <c:pt idx="1954">
                  <c:v>2.4810126582278436E-2</c:v>
                </c:pt>
                <c:pt idx="1955">
                  <c:v>2.5316455696202445E-2</c:v>
                </c:pt>
                <c:pt idx="1956">
                  <c:v>2.5063291139240551E-2</c:v>
                </c:pt>
                <c:pt idx="1957">
                  <c:v>2.4810126582278436E-2</c:v>
                </c:pt>
                <c:pt idx="1958">
                  <c:v>2.4810126582278436E-2</c:v>
                </c:pt>
                <c:pt idx="1959">
                  <c:v>2.4810126582278436E-2</c:v>
                </c:pt>
                <c:pt idx="1960">
                  <c:v>2.5063291139240551E-2</c:v>
                </c:pt>
                <c:pt idx="1961">
                  <c:v>2.5822784810126453E-2</c:v>
                </c:pt>
                <c:pt idx="1962">
                  <c:v>2.7088607594936587E-2</c:v>
                </c:pt>
                <c:pt idx="1963">
                  <c:v>2.6835443037974693E-2</c:v>
                </c:pt>
                <c:pt idx="1964">
                  <c:v>2.7088607594936587E-2</c:v>
                </c:pt>
                <c:pt idx="1965">
                  <c:v>2.8101265822784827E-2</c:v>
                </c:pt>
                <c:pt idx="1966">
                  <c:v>2.7341772151898702E-2</c:v>
                </c:pt>
                <c:pt idx="1967">
                  <c:v>2.8607594936708836E-2</c:v>
                </c:pt>
                <c:pt idx="1968">
                  <c:v>2.8860759493670729E-2</c:v>
                </c:pt>
                <c:pt idx="1969">
                  <c:v>2.936708860759496E-2</c:v>
                </c:pt>
                <c:pt idx="1970">
                  <c:v>2.835443037974672E-2</c:v>
                </c:pt>
                <c:pt idx="1971">
                  <c:v>2.8860759493670729E-2</c:v>
                </c:pt>
                <c:pt idx="1972">
                  <c:v>2.9113924050632844E-2</c:v>
                </c:pt>
                <c:pt idx="1973">
                  <c:v>2.9873417721518969E-2</c:v>
                </c:pt>
                <c:pt idx="1974">
                  <c:v>3.0379746835442978E-2</c:v>
                </c:pt>
                <c:pt idx="1975">
                  <c:v>3.0886075949366987E-2</c:v>
                </c:pt>
                <c:pt idx="1976">
                  <c:v>3.0886075949366987E-2</c:v>
                </c:pt>
                <c:pt idx="1977">
                  <c:v>3.1392405063290996E-2</c:v>
                </c:pt>
                <c:pt idx="1978">
                  <c:v>3.1645569620253111E-2</c:v>
                </c:pt>
                <c:pt idx="1979">
                  <c:v>3.1645569620253111E-2</c:v>
                </c:pt>
                <c:pt idx="1980">
                  <c:v>3.0126582278480862E-2</c:v>
                </c:pt>
                <c:pt idx="1981">
                  <c:v>3.0379746835442978E-2</c:v>
                </c:pt>
                <c:pt idx="1982">
                  <c:v>2.9873417721518969E-2</c:v>
                </c:pt>
                <c:pt idx="1983">
                  <c:v>3.0126582278480862E-2</c:v>
                </c:pt>
                <c:pt idx="1984">
                  <c:v>3.0126582278480862E-2</c:v>
                </c:pt>
                <c:pt idx="1985">
                  <c:v>2.8860759493670729E-2</c:v>
                </c:pt>
                <c:pt idx="1986">
                  <c:v>2.8860759493670729E-2</c:v>
                </c:pt>
                <c:pt idx="1987">
                  <c:v>2.936708860759496E-2</c:v>
                </c:pt>
                <c:pt idx="1988">
                  <c:v>2.8860759493670729E-2</c:v>
                </c:pt>
                <c:pt idx="1989">
                  <c:v>2.8101265822784827E-2</c:v>
                </c:pt>
                <c:pt idx="1990">
                  <c:v>2.7594936708860596E-2</c:v>
                </c:pt>
                <c:pt idx="1991">
                  <c:v>2.6835443037974693E-2</c:v>
                </c:pt>
                <c:pt idx="1992">
                  <c:v>2.7341772151898702E-2</c:v>
                </c:pt>
                <c:pt idx="1993">
                  <c:v>2.6835443037974693E-2</c:v>
                </c:pt>
                <c:pt idx="1994">
                  <c:v>2.6075949367088569E-2</c:v>
                </c:pt>
                <c:pt idx="1995">
                  <c:v>2.6835443037974693E-2</c:v>
                </c:pt>
                <c:pt idx="1996">
                  <c:v>2.6835443037974693E-2</c:v>
                </c:pt>
                <c:pt idx="1997">
                  <c:v>2.6329113924050684E-2</c:v>
                </c:pt>
                <c:pt idx="1998">
                  <c:v>2.5822784810126453E-2</c:v>
                </c:pt>
                <c:pt idx="1999">
                  <c:v>2.556962025316456E-2</c:v>
                </c:pt>
                <c:pt idx="2000">
                  <c:v>2.5822784810126453E-2</c:v>
                </c:pt>
                <c:pt idx="2001">
                  <c:v>2.7088607594936587E-2</c:v>
                </c:pt>
                <c:pt idx="2002">
                  <c:v>2.6582278481012578E-2</c:v>
                </c:pt>
                <c:pt idx="2003">
                  <c:v>2.6075949367088569E-2</c:v>
                </c:pt>
                <c:pt idx="2004">
                  <c:v>2.6835443037974693E-2</c:v>
                </c:pt>
                <c:pt idx="2005">
                  <c:v>2.7088607594936587E-2</c:v>
                </c:pt>
                <c:pt idx="2006">
                  <c:v>2.7088607594936587E-2</c:v>
                </c:pt>
                <c:pt idx="2007">
                  <c:v>2.7594936708860596E-2</c:v>
                </c:pt>
                <c:pt idx="2008">
                  <c:v>2.7341772151898702E-2</c:v>
                </c:pt>
                <c:pt idx="2009">
                  <c:v>2.7088607594936587E-2</c:v>
                </c:pt>
                <c:pt idx="2010">
                  <c:v>2.6835443037974693E-2</c:v>
                </c:pt>
                <c:pt idx="2011">
                  <c:v>2.6075949367088569E-2</c:v>
                </c:pt>
                <c:pt idx="2012">
                  <c:v>2.6835443037974693E-2</c:v>
                </c:pt>
                <c:pt idx="2013">
                  <c:v>2.6582278481012578E-2</c:v>
                </c:pt>
                <c:pt idx="2014">
                  <c:v>2.7341772151898702E-2</c:v>
                </c:pt>
                <c:pt idx="2015">
                  <c:v>2.7341772151898702E-2</c:v>
                </c:pt>
                <c:pt idx="2016">
                  <c:v>2.7848101265822711E-2</c:v>
                </c:pt>
                <c:pt idx="2017">
                  <c:v>2.8607594936708836E-2</c:v>
                </c:pt>
                <c:pt idx="2018">
                  <c:v>2.8607594936708836E-2</c:v>
                </c:pt>
                <c:pt idx="2019">
                  <c:v>2.9113924050632844E-2</c:v>
                </c:pt>
                <c:pt idx="2020">
                  <c:v>2.8860759493670729E-2</c:v>
                </c:pt>
                <c:pt idx="2021">
                  <c:v>2.9620253164556853E-2</c:v>
                </c:pt>
                <c:pt idx="2022">
                  <c:v>2.8860759493670729E-2</c:v>
                </c:pt>
                <c:pt idx="2023">
                  <c:v>2.835443037974672E-2</c:v>
                </c:pt>
                <c:pt idx="2024">
                  <c:v>2.7594936708860596E-2</c:v>
                </c:pt>
                <c:pt idx="2025">
                  <c:v>2.7594936708860596E-2</c:v>
                </c:pt>
                <c:pt idx="2026">
                  <c:v>2.835443037974672E-2</c:v>
                </c:pt>
                <c:pt idx="2027">
                  <c:v>2.8860759493670729E-2</c:v>
                </c:pt>
                <c:pt idx="2028">
                  <c:v>2.8607594936708836E-2</c:v>
                </c:pt>
                <c:pt idx="2029">
                  <c:v>2.8860759493670729E-2</c:v>
                </c:pt>
                <c:pt idx="2030">
                  <c:v>2.8607594936708836E-2</c:v>
                </c:pt>
                <c:pt idx="2031">
                  <c:v>2.8607594936708836E-2</c:v>
                </c:pt>
                <c:pt idx="2032">
                  <c:v>2.9113924050632844E-2</c:v>
                </c:pt>
                <c:pt idx="2033">
                  <c:v>2.9113924050632844E-2</c:v>
                </c:pt>
                <c:pt idx="2034">
                  <c:v>2.8860759493670729E-2</c:v>
                </c:pt>
                <c:pt idx="2035">
                  <c:v>2.9113924050632844E-2</c:v>
                </c:pt>
                <c:pt idx="2036">
                  <c:v>2.8607594936708836E-2</c:v>
                </c:pt>
                <c:pt idx="2037">
                  <c:v>2.8860759493670729E-2</c:v>
                </c:pt>
                <c:pt idx="2038">
                  <c:v>2.8860759493670729E-2</c:v>
                </c:pt>
                <c:pt idx="2039">
                  <c:v>2.8607594936708836E-2</c:v>
                </c:pt>
                <c:pt idx="2040">
                  <c:v>2.7848101265822711E-2</c:v>
                </c:pt>
                <c:pt idx="2041">
                  <c:v>2.8607594936708836E-2</c:v>
                </c:pt>
                <c:pt idx="2042">
                  <c:v>2.8607594936708836E-2</c:v>
                </c:pt>
                <c:pt idx="2043">
                  <c:v>2.7848101265822711E-2</c:v>
                </c:pt>
                <c:pt idx="2044">
                  <c:v>2.7088607594936587E-2</c:v>
                </c:pt>
                <c:pt idx="2045">
                  <c:v>2.7848101265822711E-2</c:v>
                </c:pt>
                <c:pt idx="2046">
                  <c:v>2.8101265822784827E-2</c:v>
                </c:pt>
                <c:pt idx="2047">
                  <c:v>2.8101265822784827E-2</c:v>
                </c:pt>
                <c:pt idx="2048">
                  <c:v>2.8101265822784827E-2</c:v>
                </c:pt>
                <c:pt idx="2049">
                  <c:v>2.8101265822784827E-2</c:v>
                </c:pt>
                <c:pt idx="2050">
                  <c:v>2.8101265822784827E-2</c:v>
                </c:pt>
                <c:pt idx="2051">
                  <c:v>2.835443037974672E-2</c:v>
                </c:pt>
                <c:pt idx="2052">
                  <c:v>2.8860759493670729E-2</c:v>
                </c:pt>
                <c:pt idx="2053">
                  <c:v>2.835443037974672E-2</c:v>
                </c:pt>
                <c:pt idx="2054">
                  <c:v>2.8860759493670729E-2</c:v>
                </c:pt>
                <c:pt idx="2055">
                  <c:v>2.8860759493670729E-2</c:v>
                </c:pt>
                <c:pt idx="2056">
                  <c:v>2.936708860759496E-2</c:v>
                </c:pt>
                <c:pt idx="2057">
                  <c:v>2.9873417721518969E-2</c:v>
                </c:pt>
                <c:pt idx="2058">
                  <c:v>2.9873417721518969E-2</c:v>
                </c:pt>
                <c:pt idx="2059">
                  <c:v>3.0126582278480862E-2</c:v>
                </c:pt>
                <c:pt idx="2060">
                  <c:v>3.0632911392405093E-2</c:v>
                </c:pt>
                <c:pt idx="2061">
                  <c:v>3.0379746835442978E-2</c:v>
                </c:pt>
                <c:pt idx="2062">
                  <c:v>3.0632911392405093E-2</c:v>
                </c:pt>
                <c:pt idx="2063">
                  <c:v>3.0126582278480862E-2</c:v>
                </c:pt>
                <c:pt idx="2064">
                  <c:v>3.0126582278480862E-2</c:v>
                </c:pt>
                <c:pt idx="2065">
                  <c:v>3.0632911392405093E-2</c:v>
                </c:pt>
                <c:pt idx="2066">
                  <c:v>3.1139240506329102E-2</c:v>
                </c:pt>
                <c:pt idx="2067">
                  <c:v>3.0379746835442978E-2</c:v>
                </c:pt>
                <c:pt idx="2068">
                  <c:v>3.0126582278480862E-2</c:v>
                </c:pt>
                <c:pt idx="2069">
                  <c:v>2.9620253164556853E-2</c:v>
                </c:pt>
                <c:pt idx="2070">
                  <c:v>3.0126582278480862E-2</c:v>
                </c:pt>
                <c:pt idx="2071">
                  <c:v>2.8860759493670729E-2</c:v>
                </c:pt>
                <c:pt idx="2072">
                  <c:v>2.8607594936708836E-2</c:v>
                </c:pt>
                <c:pt idx="2073">
                  <c:v>2.9620253164556853E-2</c:v>
                </c:pt>
                <c:pt idx="2074">
                  <c:v>2.8607594936708836E-2</c:v>
                </c:pt>
                <c:pt idx="2075">
                  <c:v>2.8101265822784827E-2</c:v>
                </c:pt>
                <c:pt idx="2076">
                  <c:v>2.7088607594936587E-2</c:v>
                </c:pt>
                <c:pt idx="2077">
                  <c:v>2.7341772151898702E-2</c:v>
                </c:pt>
                <c:pt idx="2078">
                  <c:v>2.7088607594936587E-2</c:v>
                </c:pt>
                <c:pt idx="2079">
                  <c:v>2.7848101265822711E-2</c:v>
                </c:pt>
                <c:pt idx="2080">
                  <c:v>2.6835443037974693E-2</c:v>
                </c:pt>
                <c:pt idx="2081">
                  <c:v>2.6835443037974693E-2</c:v>
                </c:pt>
                <c:pt idx="2082">
                  <c:v>2.5822784810126453E-2</c:v>
                </c:pt>
                <c:pt idx="2083">
                  <c:v>2.556962025316456E-2</c:v>
                </c:pt>
                <c:pt idx="2084">
                  <c:v>2.6075949367088569E-2</c:v>
                </c:pt>
                <c:pt idx="2085">
                  <c:v>2.556962025316456E-2</c:v>
                </c:pt>
                <c:pt idx="2086">
                  <c:v>2.5063291139240551E-2</c:v>
                </c:pt>
                <c:pt idx="2087">
                  <c:v>2.556962025316456E-2</c:v>
                </c:pt>
                <c:pt idx="2088">
                  <c:v>2.5316455696202445E-2</c:v>
                </c:pt>
                <c:pt idx="2089">
                  <c:v>2.4810126582278436E-2</c:v>
                </c:pt>
                <c:pt idx="2090">
                  <c:v>2.556962025316456E-2</c:v>
                </c:pt>
                <c:pt idx="2091">
                  <c:v>2.6329113924050684E-2</c:v>
                </c:pt>
                <c:pt idx="2092">
                  <c:v>2.556962025316456E-2</c:v>
                </c:pt>
                <c:pt idx="2093">
                  <c:v>2.5316455696202445E-2</c:v>
                </c:pt>
                <c:pt idx="2094">
                  <c:v>2.6075949367088569E-2</c:v>
                </c:pt>
                <c:pt idx="2095">
                  <c:v>2.6582278481012578E-2</c:v>
                </c:pt>
                <c:pt idx="2096">
                  <c:v>2.6075949367088569E-2</c:v>
                </c:pt>
                <c:pt idx="2097">
                  <c:v>2.6582278481012578E-2</c:v>
                </c:pt>
                <c:pt idx="2098">
                  <c:v>2.6329113924050684E-2</c:v>
                </c:pt>
                <c:pt idx="2099">
                  <c:v>2.556962025316456E-2</c:v>
                </c:pt>
                <c:pt idx="2100">
                  <c:v>2.556962025316456E-2</c:v>
                </c:pt>
                <c:pt idx="2101">
                  <c:v>2.5822784810126453E-2</c:v>
                </c:pt>
                <c:pt idx="2102">
                  <c:v>2.5822784810126453E-2</c:v>
                </c:pt>
                <c:pt idx="2103">
                  <c:v>2.6075949367088569E-2</c:v>
                </c:pt>
                <c:pt idx="2104">
                  <c:v>2.556962025316456E-2</c:v>
                </c:pt>
                <c:pt idx="2105">
                  <c:v>2.5822784810126453E-2</c:v>
                </c:pt>
                <c:pt idx="2106">
                  <c:v>2.6075949367088569E-2</c:v>
                </c:pt>
                <c:pt idx="2107">
                  <c:v>2.556962025316456E-2</c:v>
                </c:pt>
                <c:pt idx="2108">
                  <c:v>2.556962025316456E-2</c:v>
                </c:pt>
                <c:pt idx="2109">
                  <c:v>2.556962025316456E-2</c:v>
                </c:pt>
                <c:pt idx="2110">
                  <c:v>2.556962025316456E-2</c:v>
                </c:pt>
                <c:pt idx="2111">
                  <c:v>2.4810126582278436E-2</c:v>
                </c:pt>
                <c:pt idx="2112">
                  <c:v>2.4810126582278436E-2</c:v>
                </c:pt>
                <c:pt idx="2113">
                  <c:v>2.455696202531632E-2</c:v>
                </c:pt>
                <c:pt idx="2114">
                  <c:v>2.3544303797468302E-2</c:v>
                </c:pt>
                <c:pt idx="2115">
                  <c:v>2.3797468354430418E-2</c:v>
                </c:pt>
                <c:pt idx="2116">
                  <c:v>2.4810126582278436E-2</c:v>
                </c:pt>
                <c:pt idx="2117">
                  <c:v>2.4303797468354427E-2</c:v>
                </c:pt>
                <c:pt idx="2118">
                  <c:v>2.3797468354430418E-2</c:v>
                </c:pt>
                <c:pt idx="2119">
                  <c:v>2.4303797468354427E-2</c:v>
                </c:pt>
                <c:pt idx="2120">
                  <c:v>2.4303797468354427E-2</c:v>
                </c:pt>
                <c:pt idx="2121">
                  <c:v>2.5063291139240551E-2</c:v>
                </c:pt>
                <c:pt idx="2122">
                  <c:v>2.455696202531632E-2</c:v>
                </c:pt>
                <c:pt idx="2123">
                  <c:v>2.4810126582278436E-2</c:v>
                </c:pt>
                <c:pt idx="2124">
                  <c:v>2.4303797468354427E-2</c:v>
                </c:pt>
                <c:pt idx="2125">
                  <c:v>2.4050632911392311E-2</c:v>
                </c:pt>
                <c:pt idx="2126">
                  <c:v>2.455696202531632E-2</c:v>
                </c:pt>
                <c:pt idx="2127">
                  <c:v>2.4303797468354427E-2</c:v>
                </c:pt>
                <c:pt idx="2128">
                  <c:v>#N/A</c:v>
                </c:pt>
                <c:pt idx="2129">
                  <c:v>2.5063291139240551E-2</c:v>
                </c:pt>
                <c:pt idx="2130">
                  <c:v>2.455696202531632E-2</c:v>
                </c:pt>
                <c:pt idx="2131">
                  <c:v>2.556962025316456E-2</c:v>
                </c:pt>
                <c:pt idx="2132">
                  <c:v>2.6075949367088569E-2</c:v>
                </c:pt>
                <c:pt idx="2133">
                  <c:v>2.5822784810126453E-2</c:v>
                </c:pt>
                <c:pt idx="2134">
                  <c:v>2.6075949367088569E-2</c:v>
                </c:pt>
                <c:pt idx="2135">
                  <c:v>2.6835443037974693E-2</c:v>
                </c:pt>
                <c:pt idx="2136">
                  <c:v>2.6329113924050684E-2</c:v>
                </c:pt>
                <c:pt idx="2137">
                  <c:v>2.6582278481012578E-2</c:v>
                </c:pt>
                <c:pt idx="2138">
                  <c:v>2.6835443037974693E-2</c:v>
                </c:pt>
                <c:pt idx="2139">
                  <c:v>2.7594936708860596E-2</c:v>
                </c:pt>
                <c:pt idx="2140">
                  <c:v>2.7341772151898702E-2</c:v>
                </c:pt>
                <c:pt idx="2141">
                  <c:v>2.7848101265822711E-2</c:v>
                </c:pt>
                <c:pt idx="2142">
                  <c:v>2.835443037974672E-2</c:v>
                </c:pt>
                <c:pt idx="2143">
                  <c:v>2.7848101265822711E-2</c:v>
                </c:pt>
                <c:pt idx="2144">
                  <c:v>2.8101265822784827E-2</c:v>
                </c:pt>
                <c:pt idx="2145">
                  <c:v>2.8607594936708836E-2</c:v>
                </c:pt>
                <c:pt idx="2146">
                  <c:v>2.936708860759496E-2</c:v>
                </c:pt>
                <c:pt idx="2147">
                  <c:v>2.9620253164556853E-2</c:v>
                </c:pt>
                <c:pt idx="2148">
                  <c:v>2.9873417721518969E-2</c:v>
                </c:pt>
                <c:pt idx="2149">
                  <c:v>3.0379746835442978E-2</c:v>
                </c:pt>
                <c:pt idx="2150">
                  <c:v>3.0379746835442978E-2</c:v>
                </c:pt>
                <c:pt idx="2151">
                  <c:v>3.0632911392405093E-2</c:v>
                </c:pt>
                <c:pt idx="2152">
                  <c:v>3.0379746835442978E-2</c:v>
                </c:pt>
                <c:pt idx="2153">
                  <c:v>3.1139240506329102E-2</c:v>
                </c:pt>
                <c:pt idx="2154">
                  <c:v>3.1645569620253111E-2</c:v>
                </c:pt>
                <c:pt idx="2155">
                  <c:v>3.1898734177215227E-2</c:v>
                </c:pt>
                <c:pt idx="2156">
                  <c:v>3.1898734177215227E-2</c:v>
                </c:pt>
                <c:pt idx="2157">
                  <c:v>3.1139240506329102E-2</c:v>
                </c:pt>
                <c:pt idx="2158">
                  <c:v>3.0632911392405093E-2</c:v>
                </c:pt>
                <c:pt idx="2159">
                  <c:v>3.0886075949366987E-2</c:v>
                </c:pt>
                <c:pt idx="2160">
                  <c:v>3.0126582278480862E-2</c:v>
                </c:pt>
                <c:pt idx="2161">
                  <c:v>3.0126582278480862E-2</c:v>
                </c:pt>
                <c:pt idx="2162">
                  <c:v>2.9620253164556853E-2</c:v>
                </c:pt>
                <c:pt idx="2163">
                  <c:v>3.0632911392405093E-2</c:v>
                </c:pt>
                <c:pt idx="2164">
                  <c:v>2.9873417721518969E-2</c:v>
                </c:pt>
                <c:pt idx="2165">
                  <c:v>3.0126582278480862E-2</c:v>
                </c:pt>
                <c:pt idx="2166">
                  <c:v>2.8860759493670729E-2</c:v>
                </c:pt>
                <c:pt idx="2167">
                  <c:v>2.936708860759496E-2</c:v>
                </c:pt>
                <c:pt idx="2168">
                  <c:v>2.9873417721518969E-2</c:v>
                </c:pt>
                <c:pt idx="2169">
                  <c:v>2.9113924050632844E-2</c:v>
                </c:pt>
                <c:pt idx="2170">
                  <c:v>2.8607594936708836E-2</c:v>
                </c:pt>
                <c:pt idx="2171">
                  <c:v>2.9113924050632844E-2</c:v>
                </c:pt>
                <c:pt idx="2172">
                  <c:v>2.8607594936708836E-2</c:v>
                </c:pt>
                <c:pt idx="2173">
                  <c:v>2.835443037974672E-2</c:v>
                </c:pt>
                <c:pt idx="2174">
                  <c:v>2.9620253164556853E-2</c:v>
                </c:pt>
                <c:pt idx="2175">
                  <c:v>2.9113924050632844E-2</c:v>
                </c:pt>
                <c:pt idx="2176">
                  <c:v>2.9620253164556853E-2</c:v>
                </c:pt>
                <c:pt idx="2177">
                  <c:v>3.1139240506329102E-2</c:v>
                </c:pt>
                <c:pt idx="2178">
                  <c:v>3.0886075949366987E-2</c:v>
                </c:pt>
                <c:pt idx="2179">
                  <c:v>3.0886075949366987E-2</c:v>
                </c:pt>
                <c:pt idx="2180">
                  <c:v>3.0886075949366987E-2</c:v>
                </c:pt>
                <c:pt idx="2181">
                  <c:v>3.0379746835442978E-2</c:v>
                </c:pt>
                <c:pt idx="2182">
                  <c:v>3.0632911392405093E-2</c:v>
                </c:pt>
                <c:pt idx="2183">
                  <c:v>3.1392405063290996E-2</c:v>
                </c:pt>
                <c:pt idx="2184">
                  <c:v>3.1645569620253111E-2</c:v>
                </c:pt>
                <c:pt idx="2185">
                  <c:v>3.0886075949366987E-2</c:v>
                </c:pt>
                <c:pt idx="2186">
                  <c:v>3.0632911392405093E-2</c:v>
                </c:pt>
                <c:pt idx="2187">
                  <c:v>3.1139240506329102E-2</c:v>
                </c:pt>
                <c:pt idx="2188">
                  <c:v>3.0886075949366987E-2</c:v>
                </c:pt>
                <c:pt idx="2189">
                  <c:v>3.0126582278480862E-2</c:v>
                </c:pt>
                <c:pt idx="2190">
                  <c:v>3.0379746835442978E-2</c:v>
                </c:pt>
                <c:pt idx="2191">
                  <c:v>3.0379746835442978E-2</c:v>
                </c:pt>
                <c:pt idx="2192">
                  <c:v>3.0886075949366987E-2</c:v>
                </c:pt>
                <c:pt idx="2193">
                  <c:v>3.0379746835442978E-2</c:v>
                </c:pt>
                <c:pt idx="2194">
                  <c:v>3.0886075949366987E-2</c:v>
                </c:pt>
                <c:pt idx="2195">
                  <c:v>3.1392405063290996E-2</c:v>
                </c:pt>
                <c:pt idx="2196">
                  <c:v>3.1645569620253111E-2</c:v>
                </c:pt>
                <c:pt idx="2197">
                  <c:v>3.1645569620253111E-2</c:v>
                </c:pt>
                <c:pt idx="2198">
                  <c:v>3.1645569620253111E-2</c:v>
                </c:pt>
                <c:pt idx="2199">
                  <c:v>3.1139240506329102E-2</c:v>
                </c:pt>
                <c:pt idx="2200">
                  <c:v>3.1898734177215227E-2</c:v>
                </c:pt>
                <c:pt idx="2201">
                  <c:v>3.1898734177215227E-2</c:v>
                </c:pt>
                <c:pt idx="2202">
                  <c:v>3.215189873417712E-2</c:v>
                </c:pt>
                <c:pt idx="2203">
                  <c:v>3.2911392405063244E-2</c:v>
                </c:pt>
                <c:pt idx="2204">
                  <c:v>3.316455696202536E-2</c:v>
                </c:pt>
                <c:pt idx="2205">
                  <c:v>3.3417721518987253E-2</c:v>
                </c:pt>
                <c:pt idx="2206">
                  <c:v>3.3924050632911262E-2</c:v>
                </c:pt>
                <c:pt idx="2207">
                  <c:v>3.3417721518987253E-2</c:v>
                </c:pt>
                <c:pt idx="2208">
                  <c:v>3.3670886075949369E-2</c:v>
                </c:pt>
                <c:pt idx="2209">
                  <c:v>3.2911392405063244E-2</c:v>
                </c:pt>
                <c:pt idx="2210">
                  <c:v>3.316455696202536E-2</c:v>
                </c:pt>
                <c:pt idx="2211">
                  <c:v>3.3417721518987253E-2</c:v>
                </c:pt>
                <c:pt idx="2212">
                  <c:v>3.3670886075949369E-2</c:v>
                </c:pt>
                <c:pt idx="2213">
                  <c:v>3.3924050632911262E-2</c:v>
                </c:pt>
                <c:pt idx="2214">
                  <c:v>3.4177215189873378E-2</c:v>
                </c:pt>
                <c:pt idx="2215">
                  <c:v>3.4430379746835493E-2</c:v>
                </c:pt>
                <c:pt idx="2216">
                  <c:v>3.5189873417721396E-2</c:v>
                </c:pt>
                <c:pt idx="2217">
                  <c:v>3.5189873417721396E-2</c:v>
                </c:pt>
                <c:pt idx="2218">
                  <c:v>3.5189873417721396E-2</c:v>
                </c:pt>
                <c:pt idx="2219">
                  <c:v>3.5443037974683511E-2</c:v>
                </c:pt>
                <c:pt idx="2220">
                  <c:v>3.5443037974683511E-2</c:v>
                </c:pt>
                <c:pt idx="2221">
                  <c:v>3.5696202531645627E-2</c:v>
                </c:pt>
                <c:pt idx="2222">
                  <c:v>3.4936708860759502E-2</c:v>
                </c:pt>
                <c:pt idx="2223">
                  <c:v>3.4430379746835493E-2</c:v>
                </c:pt>
                <c:pt idx="2224">
                  <c:v>3.4177215189873378E-2</c:v>
                </c:pt>
                <c:pt idx="2225">
                  <c:v>3.3670886075949369E-2</c:v>
                </c:pt>
                <c:pt idx="2226">
                  <c:v>3.4430379746835493E-2</c:v>
                </c:pt>
                <c:pt idx="2227">
                  <c:v>3.3924050632911262E-2</c:v>
                </c:pt>
                <c:pt idx="2228">
                  <c:v>3.4430379746835493E-2</c:v>
                </c:pt>
                <c:pt idx="2229">
                  <c:v>3.3924050632911262E-2</c:v>
                </c:pt>
                <c:pt idx="2230">
                  <c:v>3.3417721518987253E-2</c:v>
                </c:pt>
                <c:pt idx="2231">
                  <c:v>3.2658227848101129E-2</c:v>
                </c:pt>
                <c:pt idx="2232">
                  <c:v>3.2911392405063244E-2</c:v>
                </c:pt>
                <c:pt idx="2233">
                  <c:v>3.1898734177215227E-2</c:v>
                </c:pt>
                <c:pt idx="2234">
                  <c:v>3.2405063291139236E-2</c:v>
                </c:pt>
                <c:pt idx="2235">
                  <c:v>3.3670886075949369E-2</c:v>
                </c:pt>
                <c:pt idx="2236">
                  <c:v>3.316455696202536E-2</c:v>
                </c:pt>
                <c:pt idx="2237">
                  <c:v>3.2658227848101129E-2</c:v>
                </c:pt>
                <c:pt idx="2238">
                  <c:v>#N/A</c:v>
                </c:pt>
                <c:pt idx="2239">
                  <c:v>3.316455696202536E-2</c:v>
                </c:pt>
                <c:pt idx="2240">
                  <c:v>3.215189873417712E-2</c:v>
                </c:pt>
                <c:pt idx="2241">
                  <c:v>3.2911392405063244E-2</c:v>
                </c:pt>
                <c:pt idx="2242">
                  <c:v>3.316455696202536E-2</c:v>
                </c:pt>
                <c:pt idx="2243">
                  <c:v>3.2658227848101129E-2</c:v>
                </c:pt>
                <c:pt idx="2244">
                  <c:v>3.2911392405063244E-2</c:v>
                </c:pt>
                <c:pt idx="2245">
                  <c:v>3.316455696202536E-2</c:v>
                </c:pt>
                <c:pt idx="2246">
                  <c:v>3.2911392405063244E-2</c:v>
                </c:pt>
                <c:pt idx="2247">
                  <c:v>3.3670886075949369E-2</c:v>
                </c:pt>
                <c:pt idx="2248">
                  <c:v>3.3924050632911262E-2</c:v>
                </c:pt>
                <c:pt idx="2249">
                  <c:v>3.3924050632911262E-2</c:v>
                </c:pt>
                <c:pt idx="2250">
                  <c:v>3.4683544303797387E-2</c:v>
                </c:pt>
                <c:pt idx="2251">
                  <c:v>3.4683544303797387E-2</c:v>
                </c:pt>
                <c:pt idx="2252">
                  <c:v>3.4177215189873378E-2</c:v>
                </c:pt>
                <c:pt idx="2253">
                  <c:v>3.4177215189873378E-2</c:v>
                </c:pt>
                <c:pt idx="2254">
                  <c:v>3.4430379746835493E-2</c:v>
                </c:pt>
                <c:pt idx="2255">
                  <c:v>3.4177215189873378E-2</c:v>
                </c:pt>
                <c:pt idx="2256">
                  <c:v>3.3417721518987253E-2</c:v>
                </c:pt>
                <c:pt idx="2257">
                  <c:v>3.3417721518987253E-2</c:v>
                </c:pt>
                <c:pt idx="2258">
                  <c:v>3.316455696202536E-2</c:v>
                </c:pt>
                <c:pt idx="2259">
                  <c:v>3.316455696202536E-2</c:v>
                </c:pt>
                <c:pt idx="2260">
                  <c:v>3.3924050632911262E-2</c:v>
                </c:pt>
                <c:pt idx="2261">
                  <c:v>3.3924050632911262E-2</c:v>
                </c:pt>
                <c:pt idx="2262">
                  <c:v>3.3670886075949369E-2</c:v>
                </c:pt>
                <c:pt idx="2263">
                  <c:v>3.4177215189873378E-2</c:v>
                </c:pt>
                <c:pt idx="2264">
                  <c:v>3.4177215189873378E-2</c:v>
                </c:pt>
                <c:pt idx="2265">
                  <c:v>3.4430379746835493E-2</c:v>
                </c:pt>
                <c:pt idx="2266">
                  <c:v>3.4683544303797387E-2</c:v>
                </c:pt>
                <c:pt idx="2267">
                  <c:v>3.4683544303797387E-2</c:v>
                </c:pt>
                <c:pt idx="2268">
                  <c:v>3.5189873417721396E-2</c:v>
                </c:pt>
                <c:pt idx="2269">
                  <c:v>3.5189873417721396E-2</c:v>
                </c:pt>
                <c:pt idx="2270">
                  <c:v>3.5189873417721396E-2</c:v>
                </c:pt>
                <c:pt idx="2271">
                  <c:v>3.5443037974683511E-2</c:v>
                </c:pt>
                <c:pt idx="2272">
                  <c:v>3.594936708860752E-2</c:v>
                </c:pt>
                <c:pt idx="2273">
                  <c:v>3.594936708860752E-2</c:v>
                </c:pt>
                <c:pt idx="2274">
                  <c:v>3.5696202531645627E-2</c:v>
                </c:pt>
                <c:pt idx="2275">
                  <c:v>3.5443037974683511E-2</c:v>
                </c:pt>
                <c:pt idx="2276">
                  <c:v>3.5443037974683511E-2</c:v>
                </c:pt>
                <c:pt idx="2277">
                  <c:v>3.6202531645569636E-2</c:v>
                </c:pt>
                <c:pt idx="2278">
                  <c:v>3.6202531645569636E-2</c:v>
                </c:pt>
                <c:pt idx="2279">
                  <c:v>3.6708860759493644E-2</c:v>
                </c:pt>
                <c:pt idx="2280">
                  <c:v>3.6455696202531529E-2</c:v>
                </c:pt>
                <c:pt idx="2281">
                  <c:v>3.6455696202531529E-2</c:v>
                </c:pt>
                <c:pt idx="2282">
                  <c:v>3.696202531645576E-2</c:v>
                </c:pt>
                <c:pt idx="2283">
                  <c:v>3.696202531645576E-2</c:v>
                </c:pt>
                <c:pt idx="2284">
                  <c:v>3.696202531645576E-2</c:v>
                </c:pt>
                <c:pt idx="2285">
                  <c:v>3.7468354430379769E-2</c:v>
                </c:pt>
                <c:pt idx="2286">
                  <c:v>3.7721518987341662E-2</c:v>
                </c:pt>
                <c:pt idx="2287">
                  <c:v>3.7721518987341662E-2</c:v>
                </c:pt>
                <c:pt idx="2288">
                  <c:v>3.7215189873417653E-2</c:v>
                </c:pt>
                <c:pt idx="2289">
                  <c:v>3.7468354430379769E-2</c:v>
                </c:pt>
                <c:pt idx="2290">
                  <c:v>3.8227848101265893E-2</c:v>
                </c:pt>
                <c:pt idx="2291">
                  <c:v>3.8227848101265893E-2</c:v>
                </c:pt>
                <c:pt idx="2292">
                  <c:v>3.8734177215189902E-2</c:v>
                </c:pt>
                <c:pt idx="2293">
                  <c:v>3.8987341772151796E-2</c:v>
                </c:pt>
                <c:pt idx="2294">
                  <c:v>3.8987341772151796E-2</c:v>
                </c:pt>
                <c:pt idx="2295">
                  <c:v>3.8987341772151796E-2</c:v>
                </c:pt>
                <c:pt idx="2296">
                  <c:v>3.8987341772151796E-2</c:v>
                </c:pt>
                <c:pt idx="2297">
                  <c:v>3.8734177215189902E-2</c:v>
                </c:pt>
                <c:pt idx="2298">
                  <c:v>3.7974683544303778E-2</c:v>
                </c:pt>
                <c:pt idx="2299">
                  <c:v>3.7721518987341662E-2</c:v>
                </c:pt>
                <c:pt idx="2300">
                  <c:v>3.8481012658227787E-2</c:v>
                </c:pt>
                <c:pt idx="2301">
                  <c:v>3.7974683544303778E-2</c:v>
                </c:pt>
                <c:pt idx="2302">
                  <c:v>3.7974683544303778E-2</c:v>
                </c:pt>
                <c:pt idx="2303">
                  <c:v>3.8227848101265893E-2</c:v>
                </c:pt>
                <c:pt idx="2304">
                  <c:v>3.696202531645576E-2</c:v>
                </c:pt>
                <c:pt idx="2305">
                  <c:v>3.7215189873417653E-2</c:v>
                </c:pt>
                <c:pt idx="2306">
                  <c:v>3.6202531645569636E-2</c:v>
                </c:pt>
                <c:pt idx="2307">
                  <c:v>3.4936708860759502E-2</c:v>
                </c:pt>
                <c:pt idx="2308">
                  <c:v>3.4683544303797387E-2</c:v>
                </c:pt>
                <c:pt idx="2309">
                  <c:v>3.594936708860752E-2</c:v>
                </c:pt>
                <c:pt idx="2310">
                  <c:v>3.5696202531645627E-2</c:v>
                </c:pt>
                <c:pt idx="2311">
                  <c:v>3.5443037974683511E-2</c:v>
                </c:pt>
                <c:pt idx="2312">
                  <c:v>3.594936708860752E-2</c:v>
                </c:pt>
                <c:pt idx="2313">
                  <c:v>3.5443037974683511E-2</c:v>
                </c:pt>
                <c:pt idx="2314">
                  <c:v>3.3924050632911262E-2</c:v>
                </c:pt>
                <c:pt idx="2315">
                  <c:v>3.3924050632911262E-2</c:v>
                </c:pt>
                <c:pt idx="2316">
                  <c:v>3.3670886075949369E-2</c:v>
                </c:pt>
                <c:pt idx="2317">
                  <c:v>3.3670886075949369E-2</c:v>
                </c:pt>
                <c:pt idx="2318">
                  <c:v>3.4430379746835493E-2</c:v>
                </c:pt>
                <c:pt idx="2319">
                  <c:v>3.4177215189873378E-2</c:v>
                </c:pt>
                <c:pt idx="2320">
                  <c:v>3.4430379746835493E-2</c:v>
                </c:pt>
                <c:pt idx="2321">
                  <c:v>3.5443037974683511E-2</c:v>
                </c:pt>
                <c:pt idx="2322">
                  <c:v>3.5189873417721396E-2</c:v>
                </c:pt>
                <c:pt idx="2323">
                  <c:v>3.4430379746835493E-2</c:v>
                </c:pt>
                <c:pt idx="2324">
                  <c:v>3.4936708860759502E-2</c:v>
                </c:pt>
                <c:pt idx="2325">
                  <c:v>3.4936708860759502E-2</c:v>
                </c:pt>
                <c:pt idx="2326">
                  <c:v>3.4430379746835493E-2</c:v>
                </c:pt>
                <c:pt idx="2327">
                  <c:v>3.4936708860759502E-2</c:v>
                </c:pt>
                <c:pt idx="2328">
                  <c:v>3.4936708860759502E-2</c:v>
                </c:pt>
                <c:pt idx="2329">
                  <c:v>3.4936708860759502E-2</c:v>
                </c:pt>
                <c:pt idx="2330">
                  <c:v>3.4683544303797387E-2</c:v>
                </c:pt>
                <c:pt idx="2331">
                  <c:v>3.4430379746835493E-2</c:v>
                </c:pt>
                <c:pt idx="2332">
                  <c:v>3.4177215189873378E-2</c:v>
                </c:pt>
                <c:pt idx="2333">
                  <c:v>3.3417721518987253E-2</c:v>
                </c:pt>
                <c:pt idx="2334">
                  <c:v>3.2658227848101129E-2</c:v>
                </c:pt>
                <c:pt idx="2335">
                  <c:v>3.2658227848101129E-2</c:v>
                </c:pt>
                <c:pt idx="2336">
                  <c:v>3.2405063291139236E-2</c:v>
                </c:pt>
                <c:pt idx="2337">
                  <c:v>3.2658227848101129E-2</c:v>
                </c:pt>
                <c:pt idx="2338">
                  <c:v>3.215189873417712E-2</c:v>
                </c:pt>
                <c:pt idx="2339">
                  <c:v>3.1645569620253111E-2</c:v>
                </c:pt>
                <c:pt idx="2340">
                  <c:v>3.2658227848101129E-2</c:v>
                </c:pt>
                <c:pt idx="2341">
                  <c:v>3.215189873417712E-2</c:v>
                </c:pt>
                <c:pt idx="2342">
                  <c:v>3.1898734177215227E-2</c:v>
                </c:pt>
                <c:pt idx="2343">
                  <c:v>3.1898734177215227E-2</c:v>
                </c:pt>
                <c:pt idx="2344">
                  <c:v>3.1898734177215227E-2</c:v>
                </c:pt>
                <c:pt idx="2345">
                  <c:v>3.1139240506329102E-2</c:v>
                </c:pt>
                <c:pt idx="2346">
                  <c:v>3.0632911392405093E-2</c:v>
                </c:pt>
                <c:pt idx="2347">
                  <c:v>3.1392405063290996E-2</c:v>
                </c:pt>
                <c:pt idx="2348">
                  <c:v>3.1392405063290996E-2</c:v>
                </c:pt>
                <c:pt idx="2349">
                  <c:v>3.0886075949366987E-2</c:v>
                </c:pt>
                <c:pt idx="2350">
                  <c:v>3.0886075949366987E-2</c:v>
                </c:pt>
                <c:pt idx="2351">
                  <c:v>3.0886075949366987E-2</c:v>
                </c:pt>
                <c:pt idx="2352">
                  <c:v>3.0632911392405093E-2</c:v>
                </c:pt>
                <c:pt idx="2353">
                  <c:v>3.0379746835442978E-2</c:v>
                </c:pt>
                <c:pt idx="2354">
                  <c:v>2.9873417721518969E-2</c:v>
                </c:pt>
                <c:pt idx="2355">
                  <c:v>3.0126582278480862E-2</c:v>
                </c:pt>
                <c:pt idx="2356">
                  <c:v>3.0379746835442978E-2</c:v>
                </c:pt>
                <c:pt idx="2357">
                  <c:v>2.9873417721518969E-2</c:v>
                </c:pt>
                <c:pt idx="2358">
                  <c:v>2.936708860759496E-2</c:v>
                </c:pt>
                <c:pt idx="2359">
                  <c:v>2.936708860759496E-2</c:v>
                </c:pt>
                <c:pt idx="2360">
                  <c:v>2.9873417721518969E-2</c:v>
                </c:pt>
                <c:pt idx="2361">
                  <c:v>2.9873417721518969E-2</c:v>
                </c:pt>
                <c:pt idx="2362">
                  <c:v>2.936708860759496E-2</c:v>
                </c:pt>
                <c:pt idx="2363">
                  <c:v>3.0379746835442978E-2</c:v>
                </c:pt>
                <c:pt idx="2364">
                  <c:v>3.0886075949366987E-2</c:v>
                </c:pt>
                <c:pt idx="2365">
                  <c:v>3.1645569620253111E-2</c:v>
                </c:pt>
                <c:pt idx="2366">
                  <c:v>3.1139240506329102E-2</c:v>
                </c:pt>
                <c:pt idx="2367">
                  <c:v>3.1392405063290996E-2</c:v>
                </c:pt>
                <c:pt idx="2368">
                  <c:v>3.1645569620253111E-2</c:v>
                </c:pt>
                <c:pt idx="2369">
                  <c:v>3.215189873417712E-2</c:v>
                </c:pt>
                <c:pt idx="2370">
                  <c:v>3.1898734177215227E-2</c:v>
                </c:pt>
                <c:pt idx="2371">
                  <c:v>3.1392405063290996E-2</c:v>
                </c:pt>
                <c:pt idx="2372">
                  <c:v>3.1139240506329102E-2</c:v>
                </c:pt>
                <c:pt idx="2373">
                  <c:v>3.1898734177215227E-2</c:v>
                </c:pt>
                <c:pt idx="2374">
                  <c:v>3.1392405063290996E-2</c:v>
                </c:pt>
                <c:pt idx="2375">
                  <c:v>3.0632911392405093E-2</c:v>
                </c:pt>
                <c:pt idx="2376">
                  <c:v>3.0126582278480862E-2</c:v>
                </c:pt>
                <c:pt idx="2377">
                  <c:v>3.0126582278480862E-2</c:v>
                </c:pt>
                <c:pt idx="2378">
                  <c:v>3.0632911392405093E-2</c:v>
                </c:pt>
                <c:pt idx="2379">
                  <c:v>2.9620253164556853E-2</c:v>
                </c:pt>
                <c:pt idx="2380">
                  <c:v>2.9873417721518969E-2</c:v>
                </c:pt>
                <c:pt idx="2381">
                  <c:v>3.0379746835442978E-2</c:v>
                </c:pt>
                <c:pt idx="2382">
                  <c:v>3.0379746835442978E-2</c:v>
                </c:pt>
                <c:pt idx="2383">
                  <c:v>2.9113924050632844E-2</c:v>
                </c:pt>
                <c:pt idx="2384">
                  <c:v>2.9113924050632844E-2</c:v>
                </c:pt>
                <c:pt idx="2385">
                  <c:v>2.8860759493670729E-2</c:v>
                </c:pt>
                <c:pt idx="2386">
                  <c:v>2.835443037974672E-2</c:v>
                </c:pt>
                <c:pt idx="2387">
                  <c:v>2.936708860759496E-2</c:v>
                </c:pt>
                <c:pt idx="2388">
                  <c:v>2.9620253164556853E-2</c:v>
                </c:pt>
                <c:pt idx="2389">
                  <c:v>2.9620253164556853E-2</c:v>
                </c:pt>
                <c:pt idx="2390">
                  <c:v>3.0126582278480862E-2</c:v>
                </c:pt>
                <c:pt idx="2391">
                  <c:v>3.0379746835442978E-2</c:v>
                </c:pt>
                <c:pt idx="2392">
                  <c:v>3.0632911392405093E-2</c:v>
                </c:pt>
                <c:pt idx="2393">
                  <c:v>3.1392405063290996E-2</c:v>
                </c:pt>
                <c:pt idx="2394">
                  <c:v>3.1392405063290996E-2</c:v>
                </c:pt>
                <c:pt idx="2395">
                  <c:v>3.1392405063290996E-2</c:v>
                </c:pt>
                <c:pt idx="2396">
                  <c:v>3.0632911392405093E-2</c:v>
                </c:pt>
                <c:pt idx="2397">
                  <c:v>3.1139240506329102E-2</c:v>
                </c:pt>
                <c:pt idx="2398">
                  <c:v>3.1392405063290996E-2</c:v>
                </c:pt>
                <c:pt idx="2399">
                  <c:v>3.0632911392405093E-2</c:v>
                </c:pt>
                <c:pt idx="2400">
                  <c:v>3.0632911392405093E-2</c:v>
                </c:pt>
                <c:pt idx="2401">
                  <c:v>3.0632911392405093E-2</c:v>
                </c:pt>
                <c:pt idx="2402">
                  <c:v>3.0886075949366987E-2</c:v>
                </c:pt>
                <c:pt idx="2403">
                  <c:v>3.0632911392405093E-2</c:v>
                </c:pt>
                <c:pt idx="2404">
                  <c:v>3.0632911392405093E-2</c:v>
                </c:pt>
                <c:pt idx="2405">
                  <c:v>3.1898734177215227E-2</c:v>
                </c:pt>
                <c:pt idx="2406">
                  <c:v>3.215189873417712E-2</c:v>
                </c:pt>
                <c:pt idx="2407">
                  <c:v>3.316455696202536E-2</c:v>
                </c:pt>
                <c:pt idx="2408">
                  <c:v>3.4430379746835493E-2</c:v>
                </c:pt>
                <c:pt idx="2409">
                  <c:v>3.3924050632911262E-2</c:v>
                </c:pt>
                <c:pt idx="2410">
                  <c:v>3.4683544303797387E-2</c:v>
                </c:pt>
                <c:pt idx="2411">
                  <c:v>3.3670886075949369E-2</c:v>
                </c:pt>
                <c:pt idx="2412">
                  <c:v>3.4430379746835493E-2</c:v>
                </c:pt>
                <c:pt idx="2413">
                  <c:v>3.4683544303797387E-2</c:v>
                </c:pt>
                <c:pt idx="2414">
                  <c:v>3.4177215189873378E-2</c:v>
                </c:pt>
                <c:pt idx="2415">
                  <c:v>3.3670886075949369E-2</c:v>
                </c:pt>
                <c:pt idx="2416">
                  <c:v>3.4683544303797387E-2</c:v>
                </c:pt>
                <c:pt idx="2417">
                  <c:v>3.5443037974683511E-2</c:v>
                </c:pt>
                <c:pt idx="2418">
                  <c:v>3.4683544303797387E-2</c:v>
                </c:pt>
                <c:pt idx="2419">
                  <c:v>3.4936708860759502E-2</c:v>
                </c:pt>
                <c:pt idx="2420">
                  <c:v>3.6202531645569636E-2</c:v>
                </c:pt>
                <c:pt idx="2421">
                  <c:v>3.6202531645569636E-2</c:v>
                </c:pt>
                <c:pt idx="2422">
                  <c:v>3.4936708860759502E-2</c:v>
                </c:pt>
                <c:pt idx="2423">
                  <c:v>3.5189873417721396E-2</c:v>
                </c:pt>
                <c:pt idx="2424">
                  <c:v>3.5189873417721396E-2</c:v>
                </c:pt>
                <c:pt idx="2425">
                  <c:v>3.5443037974683511E-2</c:v>
                </c:pt>
                <c:pt idx="2426">
                  <c:v>3.6202531645569636E-2</c:v>
                </c:pt>
                <c:pt idx="2427">
                  <c:v>3.5443037974683511E-2</c:v>
                </c:pt>
                <c:pt idx="2428">
                  <c:v>3.6455696202531529E-2</c:v>
                </c:pt>
                <c:pt idx="2429">
                  <c:v>3.6708860759493644E-2</c:v>
                </c:pt>
                <c:pt idx="2430">
                  <c:v>3.7468354430379769E-2</c:v>
                </c:pt>
                <c:pt idx="2431">
                  <c:v>3.7215189873417653E-2</c:v>
                </c:pt>
                <c:pt idx="2432">
                  <c:v>3.696202531645576E-2</c:v>
                </c:pt>
                <c:pt idx="2433">
                  <c:v>3.6455696202531529E-2</c:v>
                </c:pt>
                <c:pt idx="2434">
                  <c:v>3.6202531645569636E-2</c:v>
                </c:pt>
                <c:pt idx="2435">
                  <c:v>3.5696202531645627E-2</c:v>
                </c:pt>
                <c:pt idx="2436">
                  <c:v>3.5189873417721396E-2</c:v>
                </c:pt>
                <c:pt idx="2437">
                  <c:v>3.4683544303797387E-2</c:v>
                </c:pt>
                <c:pt idx="2438">
                  <c:v>3.5443037974683511E-2</c:v>
                </c:pt>
                <c:pt idx="2439">
                  <c:v>3.594936708860752E-2</c:v>
                </c:pt>
                <c:pt idx="2440">
                  <c:v>3.6202531645569636E-2</c:v>
                </c:pt>
                <c:pt idx="2441">
                  <c:v>3.594936708860752E-2</c:v>
                </c:pt>
                <c:pt idx="2442">
                  <c:v>3.5189873417721396E-2</c:v>
                </c:pt>
                <c:pt idx="2443">
                  <c:v>3.594936708860752E-2</c:v>
                </c:pt>
                <c:pt idx="2444">
                  <c:v>3.4936708860759502E-2</c:v>
                </c:pt>
                <c:pt idx="2445">
                  <c:v>3.4683544303797387E-2</c:v>
                </c:pt>
                <c:pt idx="2446">
                  <c:v>3.5443037974683511E-2</c:v>
                </c:pt>
                <c:pt idx="2447">
                  <c:v>3.5443037974683511E-2</c:v>
                </c:pt>
                <c:pt idx="2448">
                  <c:v>3.5696202531645627E-2</c:v>
                </c:pt>
                <c:pt idx="2449">
                  <c:v>3.5696202531645627E-2</c:v>
                </c:pt>
                <c:pt idx="2450">
                  <c:v>3.5696202531645627E-2</c:v>
                </c:pt>
                <c:pt idx="2451">
                  <c:v>3.6202531645569636E-2</c:v>
                </c:pt>
                <c:pt idx="2452">
                  <c:v>3.6708860759493644E-2</c:v>
                </c:pt>
                <c:pt idx="2453">
                  <c:v>3.6708860759493644E-2</c:v>
                </c:pt>
                <c:pt idx="2454">
                  <c:v>3.6202531645569636E-2</c:v>
                </c:pt>
                <c:pt idx="2455">
                  <c:v>3.6455696202531529E-2</c:v>
                </c:pt>
                <c:pt idx="2456">
                  <c:v>3.6455696202531529E-2</c:v>
                </c:pt>
                <c:pt idx="2457">
                  <c:v>3.696202531645576E-2</c:v>
                </c:pt>
                <c:pt idx="2458">
                  <c:v>3.696202531645576E-2</c:v>
                </c:pt>
                <c:pt idx="2459">
                  <c:v>3.7468354430379769E-2</c:v>
                </c:pt>
                <c:pt idx="2460">
                  <c:v>3.7215189873417653E-2</c:v>
                </c:pt>
                <c:pt idx="2461">
                  <c:v>3.7721518987341662E-2</c:v>
                </c:pt>
                <c:pt idx="2462">
                  <c:v>3.696202531645576E-2</c:v>
                </c:pt>
                <c:pt idx="2463">
                  <c:v>3.6455696202531529E-2</c:v>
                </c:pt>
                <c:pt idx="2464">
                  <c:v>3.594936708860752E-2</c:v>
                </c:pt>
                <c:pt idx="2465">
                  <c:v>3.5443037974683511E-2</c:v>
                </c:pt>
                <c:pt idx="2466">
                  <c:v>3.5189873417721396E-2</c:v>
                </c:pt>
                <c:pt idx="2467">
                  <c:v>3.5696202531645627E-2</c:v>
                </c:pt>
                <c:pt idx="2468">
                  <c:v>3.6708860759493644E-2</c:v>
                </c:pt>
                <c:pt idx="2469">
                  <c:v>3.6708860759493644E-2</c:v>
                </c:pt>
                <c:pt idx="2470">
                  <c:v>3.6202531645569636E-2</c:v>
                </c:pt>
                <c:pt idx="2471">
                  <c:v>3.6455696202531529E-2</c:v>
                </c:pt>
                <c:pt idx="2472">
                  <c:v>3.6202531645569636E-2</c:v>
                </c:pt>
                <c:pt idx="2473">
                  <c:v>3.5696202531645627E-2</c:v>
                </c:pt>
                <c:pt idx="2474">
                  <c:v>3.5443037974683511E-2</c:v>
                </c:pt>
                <c:pt idx="2475">
                  <c:v>3.594936708860752E-2</c:v>
                </c:pt>
                <c:pt idx="2476">
                  <c:v>3.6202531645569636E-2</c:v>
                </c:pt>
                <c:pt idx="2477">
                  <c:v>3.6455696202531529E-2</c:v>
                </c:pt>
                <c:pt idx="2478">
                  <c:v>3.6455696202531529E-2</c:v>
                </c:pt>
                <c:pt idx="2479">
                  <c:v>3.6202531645569636E-2</c:v>
                </c:pt>
                <c:pt idx="2480">
                  <c:v>3.5696202531645627E-2</c:v>
                </c:pt>
                <c:pt idx="2481">
                  <c:v>3.5443037974683511E-2</c:v>
                </c:pt>
                <c:pt idx="2482">
                  <c:v>3.594936708860752E-2</c:v>
                </c:pt>
                <c:pt idx="2483">
                  <c:v>3.6202531645569636E-2</c:v>
                </c:pt>
                <c:pt idx="2484">
                  <c:v>3.6455696202531529E-2</c:v>
                </c:pt>
                <c:pt idx="2485">
                  <c:v>3.594936708860752E-2</c:v>
                </c:pt>
                <c:pt idx="2486">
                  <c:v>3.5696202531645627E-2</c:v>
                </c:pt>
                <c:pt idx="2487">
                  <c:v>3.5696202531645627E-2</c:v>
                </c:pt>
                <c:pt idx="2488">
                  <c:v>3.6455696202531529E-2</c:v>
                </c:pt>
                <c:pt idx="2489">
                  <c:v>3.594936708860752E-2</c:v>
                </c:pt>
                <c:pt idx="2490">
                  <c:v>3.6708860759493644E-2</c:v>
                </c:pt>
                <c:pt idx="2491">
                  <c:v>3.696202531645576E-2</c:v>
                </c:pt>
                <c:pt idx="2492">
                  <c:v>3.7215189873417653E-2</c:v>
                </c:pt>
                <c:pt idx="2493">
                  <c:v>3.7468354430379769E-2</c:v>
                </c:pt>
                <c:pt idx="2494">
                  <c:v>3.7721518987341662E-2</c:v>
                </c:pt>
                <c:pt idx="2495">
                  <c:v>3.8227848101265893E-2</c:v>
                </c:pt>
                <c:pt idx="2496">
                  <c:v>3.8227848101265893E-2</c:v>
                </c:pt>
                <c:pt idx="2497">
                  <c:v>3.7974683544303778E-2</c:v>
                </c:pt>
                <c:pt idx="2498">
                  <c:v>3.7974683544303778E-2</c:v>
                </c:pt>
                <c:pt idx="2499">
                  <c:v>3.8227848101265893E-2</c:v>
                </c:pt>
                <c:pt idx="2500">
                  <c:v>3.8734177215189902E-2</c:v>
                </c:pt>
                <c:pt idx="2501">
                  <c:v>3.8734177215189902E-2</c:v>
                </c:pt>
                <c:pt idx="2502">
                  <c:v>3.8987341772151796E-2</c:v>
                </c:pt>
                <c:pt idx="2503">
                  <c:v>3.8227848101265893E-2</c:v>
                </c:pt>
                <c:pt idx="2504">
                  <c:v>3.7468354430379769E-2</c:v>
                </c:pt>
                <c:pt idx="2505">
                  <c:v>3.7468354430379769E-2</c:v>
                </c:pt>
                <c:pt idx="2506">
                  <c:v>3.7721518987341662E-2</c:v>
                </c:pt>
                <c:pt idx="2507">
                  <c:v>3.6708860759493644E-2</c:v>
                </c:pt>
                <c:pt idx="2508">
                  <c:v>3.6455696202531529E-2</c:v>
                </c:pt>
                <c:pt idx="2509">
                  <c:v>3.696202531645576E-2</c:v>
                </c:pt>
                <c:pt idx="2510">
                  <c:v>3.6455696202531529E-2</c:v>
                </c:pt>
                <c:pt idx="2511">
                  <c:v>3.5696202531645627E-2</c:v>
                </c:pt>
                <c:pt idx="2512">
                  <c:v>3.696202531645576E-2</c:v>
                </c:pt>
                <c:pt idx="2513">
                  <c:v>3.7215189873417653E-2</c:v>
                </c:pt>
                <c:pt idx="2514">
                  <c:v>3.7215189873417653E-2</c:v>
                </c:pt>
                <c:pt idx="2515">
                  <c:v>3.8227848101265893E-2</c:v>
                </c:pt>
                <c:pt idx="2516">
                  <c:v>3.8227848101265893E-2</c:v>
                </c:pt>
                <c:pt idx="2517">
                  <c:v>3.8481012658227787E-2</c:v>
                </c:pt>
                <c:pt idx="2518">
                  <c:v>3.9240506329113911E-2</c:v>
                </c:pt>
                <c:pt idx="2519">
                  <c:v>3.9493670886076027E-2</c:v>
                </c:pt>
                <c:pt idx="2520">
                  <c:v>3.8481012658227787E-2</c:v>
                </c:pt>
                <c:pt idx="2521">
                  <c:v>3.9240506329113911E-2</c:v>
                </c:pt>
                <c:pt idx="2522">
                  <c:v>3.8987341772151796E-2</c:v>
                </c:pt>
                <c:pt idx="2523">
                  <c:v>3.8734177215189902E-2</c:v>
                </c:pt>
                <c:pt idx="2524">
                  <c:v>3.7974683544303778E-2</c:v>
                </c:pt>
                <c:pt idx="2525">
                  <c:v>3.7974683544303778E-2</c:v>
                </c:pt>
                <c:pt idx="2526">
                  <c:v>3.8227848101265893E-2</c:v>
                </c:pt>
                <c:pt idx="2527">
                  <c:v>3.7721518987341662E-2</c:v>
                </c:pt>
                <c:pt idx="2528">
                  <c:v>3.8227848101265893E-2</c:v>
                </c:pt>
                <c:pt idx="2529">
                  <c:v>3.8227848101265893E-2</c:v>
                </c:pt>
                <c:pt idx="2530">
                  <c:v>3.7974683544303778E-2</c:v>
                </c:pt>
                <c:pt idx="2531">
                  <c:v>3.7468354430379769E-2</c:v>
                </c:pt>
                <c:pt idx="2532">
                  <c:v>3.696202531645576E-2</c:v>
                </c:pt>
                <c:pt idx="2533">
                  <c:v>3.696202531645576E-2</c:v>
                </c:pt>
                <c:pt idx="2534">
                  <c:v>3.7215189873417653E-2</c:v>
                </c:pt>
                <c:pt idx="2535">
                  <c:v>3.7721518987341662E-2</c:v>
                </c:pt>
                <c:pt idx="2536">
                  <c:v>3.8227848101265893E-2</c:v>
                </c:pt>
                <c:pt idx="2537">
                  <c:v>3.8227848101265893E-2</c:v>
                </c:pt>
                <c:pt idx="2538">
                  <c:v>3.8227848101265893E-2</c:v>
                </c:pt>
                <c:pt idx="2539">
                  <c:v>3.8227848101265893E-2</c:v>
                </c:pt>
                <c:pt idx="2540">
                  <c:v>3.7721518987341662E-2</c:v>
                </c:pt>
                <c:pt idx="2541">
                  <c:v>3.7215189873417653E-2</c:v>
                </c:pt>
                <c:pt idx="2542">
                  <c:v>3.7468354430379769E-2</c:v>
                </c:pt>
                <c:pt idx="2543">
                  <c:v>3.7974683544303778E-2</c:v>
                </c:pt>
                <c:pt idx="2544">
                  <c:v>3.7721518987341662E-2</c:v>
                </c:pt>
                <c:pt idx="2545">
                  <c:v>3.7974683544303778E-2</c:v>
                </c:pt>
                <c:pt idx="2546">
                  <c:v>3.7721518987341662E-2</c:v>
                </c:pt>
                <c:pt idx="2547">
                  <c:v>3.7468354430379769E-2</c:v>
                </c:pt>
                <c:pt idx="2548">
                  <c:v>3.7215189873417653E-2</c:v>
                </c:pt>
                <c:pt idx="2549">
                  <c:v>3.7215189873417653E-2</c:v>
                </c:pt>
                <c:pt idx="2550">
                  <c:v>3.7721518987341662E-2</c:v>
                </c:pt>
                <c:pt idx="2551">
                  <c:v>3.8227848101265893E-2</c:v>
                </c:pt>
                <c:pt idx="2552">
                  <c:v>3.7721518987341662E-2</c:v>
                </c:pt>
                <c:pt idx="2553">
                  <c:v>3.7468354430379769E-2</c:v>
                </c:pt>
                <c:pt idx="2554">
                  <c:v>3.7974683544303778E-2</c:v>
                </c:pt>
                <c:pt idx="2555">
                  <c:v>3.7974683544303778E-2</c:v>
                </c:pt>
                <c:pt idx="2556">
                  <c:v>3.8734177215189902E-2</c:v>
                </c:pt>
                <c:pt idx="2557">
                  <c:v>3.8734177215189902E-2</c:v>
                </c:pt>
                <c:pt idx="2558">
                  <c:v>3.8734177215189902E-2</c:v>
                </c:pt>
                <c:pt idx="2559">
                  <c:v>3.8734177215189902E-2</c:v>
                </c:pt>
                <c:pt idx="2560">
                  <c:v>3.9493670886076027E-2</c:v>
                </c:pt>
                <c:pt idx="2561">
                  <c:v>3.974683544303792E-2</c:v>
                </c:pt>
                <c:pt idx="2562">
                  <c:v>3.974683544303792E-2</c:v>
                </c:pt>
                <c:pt idx="2563">
                  <c:v>3.974683544303792E-2</c:v>
                </c:pt>
                <c:pt idx="2564">
                  <c:v>4.0000000000000036E-2</c:v>
                </c:pt>
                <c:pt idx="2565">
                  <c:v>3.9493670886076027E-2</c:v>
                </c:pt>
                <c:pt idx="2566">
                  <c:v>4.0000000000000036E-2</c:v>
                </c:pt>
                <c:pt idx="2567">
                  <c:v>4.0253164556961929E-2</c:v>
                </c:pt>
                <c:pt idx="2568">
                  <c:v>3.9493670886076027E-2</c:v>
                </c:pt>
                <c:pt idx="2569">
                  <c:v>3.8987341772151796E-2</c:v>
                </c:pt>
                <c:pt idx="2570">
                  <c:v>3.9493670886076027E-2</c:v>
                </c:pt>
                <c:pt idx="2571">
                  <c:v>4.0000000000000036E-2</c:v>
                </c:pt>
                <c:pt idx="2572">
                  <c:v>4.0253164556961929E-2</c:v>
                </c:pt>
                <c:pt idx="2573">
                  <c:v>4.0000000000000036E-2</c:v>
                </c:pt>
                <c:pt idx="2574">
                  <c:v>4.075949367088616E-2</c:v>
                </c:pt>
                <c:pt idx="2575">
                  <c:v>4.1012658227848053E-2</c:v>
                </c:pt>
                <c:pt idx="2576">
                  <c:v>4.1012658227848053E-2</c:v>
                </c:pt>
                <c:pt idx="2577">
                  <c:v>4.1518987341772062E-2</c:v>
                </c:pt>
                <c:pt idx="2578">
                  <c:v>4.1265822784810169E-2</c:v>
                </c:pt>
                <c:pt idx="2579">
                  <c:v>4.1012658227848053E-2</c:v>
                </c:pt>
                <c:pt idx="2580">
                  <c:v>4.1012658227848053E-2</c:v>
                </c:pt>
                <c:pt idx="2581">
                  <c:v>4.1265822784810169E-2</c:v>
                </c:pt>
                <c:pt idx="2582">
                  <c:v>4.1518987341772062E-2</c:v>
                </c:pt>
                <c:pt idx="2583">
                  <c:v>4.1265822784810169E-2</c:v>
                </c:pt>
                <c:pt idx="2584">
                  <c:v>4.1265822784810169E-2</c:v>
                </c:pt>
                <c:pt idx="2585">
                  <c:v>4.075949367088616E-2</c:v>
                </c:pt>
                <c:pt idx="2586">
                  <c:v>4.1265822784810169E-2</c:v>
                </c:pt>
                <c:pt idx="2587">
                  <c:v>4.1518987341772062E-2</c:v>
                </c:pt>
                <c:pt idx="2588">
                  <c:v>4.1518987341772062E-2</c:v>
                </c:pt>
                <c:pt idx="2589">
                  <c:v>4.2278481012658187E-2</c:v>
                </c:pt>
                <c:pt idx="2590">
                  <c:v>4.2531645569620302E-2</c:v>
                </c:pt>
                <c:pt idx="2591">
                  <c:v>4.3037974683544311E-2</c:v>
                </c:pt>
                <c:pt idx="2592">
                  <c:v>4.2784810126582196E-2</c:v>
                </c:pt>
                <c:pt idx="2593">
                  <c:v>4.3037974683544311E-2</c:v>
                </c:pt>
                <c:pt idx="2594">
                  <c:v>4.2784810126582196E-2</c:v>
                </c:pt>
                <c:pt idx="2595">
                  <c:v>4.2025316455696293E-2</c:v>
                </c:pt>
                <c:pt idx="2596">
                  <c:v>4.1265822784810169E-2</c:v>
                </c:pt>
                <c:pt idx="2597">
                  <c:v>#N/A</c:v>
                </c:pt>
                <c:pt idx="2598">
                  <c:v>4.2025316455696293E-2</c:v>
                </c:pt>
                <c:pt idx="2599">
                  <c:v>4.2278481012658187E-2</c:v>
                </c:pt>
                <c:pt idx="2600">
                  <c:v>4.2784810126582196E-2</c:v>
                </c:pt>
                <c:pt idx="2601">
                  <c:v>4.2531645569620302E-2</c:v>
                </c:pt>
                <c:pt idx="2602">
                  <c:v>4.1518987341772062E-2</c:v>
                </c:pt>
                <c:pt idx="2603">
                  <c:v>4.1265822784810169E-2</c:v>
                </c:pt>
                <c:pt idx="2604">
                  <c:v>4.0253164556961929E-2</c:v>
                </c:pt>
                <c:pt idx="2605">
                  <c:v>4.075949367088616E-2</c:v>
                </c:pt>
                <c:pt idx="2606">
                  <c:v>4.0506329113924044E-2</c:v>
                </c:pt>
                <c:pt idx="2607">
                  <c:v>4.0000000000000036E-2</c:v>
                </c:pt>
                <c:pt idx="2608">
                  <c:v>4.0253164556961929E-2</c:v>
                </c:pt>
                <c:pt idx="2609">
                  <c:v>4.0506329113924044E-2</c:v>
                </c:pt>
                <c:pt idx="2610">
                  <c:v>3.9240506329113911E-2</c:v>
                </c:pt>
                <c:pt idx="2611">
                  <c:v>3.974683544303792E-2</c:v>
                </c:pt>
                <c:pt idx="2612">
                  <c:v>3.974683544303792E-2</c:v>
                </c:pt>
                <c:pt idx="2613">
                  <c:v>4.0253164556961929E-2</c:v>
                </c:pt>
                <c:pt idx="2614">
                  <c:v>4.0253164556961929E-2</c:v>
                </c:pt>
                <c:pt idx="2615">
                  <c:v>3.974683544303792E-2</c:v>
                </c:pt>
                <c:pt idx="2616">
                  <c:v>4.0000000000000036E-2</c:v>
                </c:pt>
                <c:pt idx="2617">
                  <c:v>4.0000000000000036E-2</c:v>
                </c:pt>
                <c:pt idx="2618">
                  <c:v>3.9493670886076027E-2</c:v>
                </c:pt>
                <c:pt idx="2619">
                  <c:v>3.9240506329113911E-2</c:v>
                </c:pt>
                <c:pt idx="2620">
                  <c:v>3.9240506329113911E-2</c:v>
                </c:pt>
                <c:pt idx="2621">
                  <c:v>3.9240506329113911E-2</c:v>
                </c:pt>
                <c:pt idx="2622">
                  <c:v>3.8734177215189902E-2</c:v>
                </c:pt>
                <c:pt idx="2623">
                  <c:v>3.8987341772151796E-2</c:v>
                </c:pt>
                <c:pt idx="2624">
                  <c:v>3.9240506329113911E-2</c:v>
                </c:pt>
                <c:pt idx="2625">
                  <c:v>3.9493670886076027E-2</c:v>
                </c:pt>
                <c:pt idx="2626">
                  <c:v>3.9493670886076027E-2</c:v>
                </c:pt>
                <c:pt idx="2627">
                  <c:v>3.9240506329113911E-2</c:v>
                </c:pt>
                <c:pt idx="2628">
                  <c:v>3.8481012658227787E-2</c:v>
                </c:pt>
                <c:pt idx="2629">
                  <c:v>3.8734177215189902E-2</c:v>
                </c:pt>
                <c:pt idx="2630">
                  <c:v>3.8481012658227787E-2</c:v>
                </c:pt>
                <c:pt idx="2631">
                  <c:v>3.8227848101265893E-2</c:v>
                </c:pt>
                <c:pt idx="2632">
                  <c:v>3.7974683544303778E-2</c:v>
                </c:pt>
                <c:pt idx="2633">
                  <c:v>3.7468354430379769E-2</c:v>
                </c:pt>
                <c:pt idx="2634">
                  <c:v>3.7215189873417653E-2</c:v>
                </c:pt>
                <c:pt idx="2635">
                  <c:v>3.7468354430379769E-2</c:v>
                </c:pt>
                <c:pt idx="2636">
                  <c:v>3.7215189873417653E-2</c:v>
                </c:pt>
                <c:pt idx="2637">
                  <c:v>3.7974683544303778E-2</c:v>
                </c:pt>
                <c:pt idx="2638">
                  <c:v>3.7721518987341662E-2</c:v>
                </c:pt>
                <c:pt idx="2639">
                  <c:v>3.7468354430379769E-2</c:v>
                </c:pt>
                <c:pt idx="2640">
                  <c:v>3.7974683544303778E-2</c:v>
                </c:pt>
                <c:pt idx="2641">
                  <c:v>3.7215189873417653E-2</c:v>
                </c:pt>
                <c:pt idx="2642">
                  <c:v>3.6708860759493644E-2</c:v>
                </c:pt>
                <c:pt idx="2643">
                  <c:v>3.6708860759493644E-2</c:v>
                </c:pt>
                <c:pt idx="2644">
                  <c:v>3.6708860759493644E-2</c:v>
                </c:pt>
                <c:pt idx="2645">
                  <c:v>3.6708860759493644E-2</c:v>
                </c:pt>
                <c:pt idx="2646">
                  <c:v>3.7215189873417653E-2</c:v>
                </c:pt>
                <c:pt idx="2647">
                  <c:v>3.7468354430379769E-2</c:v>
                </c:pt>
                <c:pt idx="2648">
                  <c:v>3.7468354430379769E-2</c:v>
                </c:pt>
                <c:pt idx="2649">
                  <c:v>3.696202531645576E-2</c:v>
                </c:pt>
                <c:pt idx="2650">
                  <c:v>3.7215189873417653E-2</c:v>
                </c:pt>
                <c:pt idx="2651">
                  <c:v>3.7721518987341662E-2</c:v>
                </c:pt>
                <c:pt idx="2652">
                  <c:v>3.8227848101265893E-2</c:v>
                </c:pt>
                <c:pt idx="2653">
                  <c:v>3.9240506329113911E-2</c:v>
                </c:pt>
                <c:pt idx="2654">
                  <c:v>3.8987341772151796E-2</c:v>
                </c:pt>
                <c:pt idx="2655">
                  <c:v>3.9493670886076027E-2</c:v>
                </c:pt>
                <c:pt idx="2656">
                  <c:v>4.0000000000000036E-2</c:v>
                </c:pt>
                <c:pt idx="2657">
                  <c:v>3.8987341772151796E-2</c:v>
                </c:pt>
                <c:pt idx="2658">
                  <c:v>3.8227848101265893E-2</c:v>
                </c:pt>
                <c:pt idx="2659">
                  <c:v>3.8987341772151796E-2</c:v>
                </c:pt>
                <c:pt idx="2660">
                  <c:v>3.8987341772151796E-2</c:v>
                </c:pt>
                <c:pt idx="2661">
                  <c:v>3.8734177215189902E-2</c:v>
                </c:pt>
                <c:pt idx="2662">
                  <c:v>3.8734177215189902E-2</c:v>
                </c:pt>
                <c:pt idx="2663">
                  <c:v>3.8734177215189902E-2</c:v>
                </c:pt>
                <c:pt idx="2664">
                  <c:v>3.8987341772151796E-2</c:v>
                </c:pt>
                <c:pt idx="2665">
                  <c:v>3.9493670886076027E-2</c:v>
                </c:pt>
                <c:pt idx="2666">
                  <c:v>3.9240506329113911E-2</c:v>
                </c:pt>
                <c:pt idx="2667">
                  <c:v>3.9493670886076027E-2</c:v>
                </c:pt>
                <c:pt idx="2668">
                  <c:v>3.9240506329113911E-2</c:v>
                </c:pt>
                <c:pt idx="2669">
                  <c:v>3.974683544303792E-2</c:v>
                </c:pt>
                <c:pt idx="2670">
                  <c:v>3.9240506329113911E-2</c:v>
                </c:pt>
                <c:pt idx="2671">
                  <c:v>3.9493670886076027E-2</c:v>
                </c:pt>
                <c:pt idx="2672">
                  <c:v>3.974683544303792E-2</c:v>
                </c:pt>
                <c:pt idx="2673">
                  <c:v>3.8734177215189902E-2</c:v>
                </c:pt>
                <c:pt idx="2674">
                  <c:v>3.9240506329113911E-2</c:v>
                </c:pt>
                <c:pt idx="2675">
                  <c:v>3.9493670886076027E-2</c:v>
                </c:pt>
                <c:pt idx="2676">
                  <c:v>3.8987341772151796E-2</c:v>
                </c:pt>
                <c:pt idx="2677">
                  <c:v>3.8227848101265893E-2</c:v>
                </c:pt>
                <c:pt idx="2678">
                  <c:v>3.8227848101265893E-2</c:v>
                </c:pt>
                <c:pt idx="2679">
                  <c:v>3.7468354430379769E-2</c:v>
                </c:pt>
                <c:pt idx="2680">
                  <c:v>3.7215189873417653E-2</c:v>
                </c:pt>
                <c:pt idx="2681">
                  <c:v>3.7215189873417653E-2</c:v>
                </c:pt>
                <c:pt idx="2682">
                  <c:v>3.7215189873417653E-2</c:v>
                </c:pt>
                <c:pt idx="2683">
                  <c:v>3.6708860759493644E-2</c:v>
                </c:pt>
                <c:pt idx="2684">
                  <c:v>3.696202531645576E-2</c:v>
                </c:pt>
                <c:pt idx="2685">
                  <c:v>3.7974683544303778E-2</c:v>
                </c:pt>
                <c:pt idx="2686">
                  <c:v>3.7468354430379769E-2</c:v>
                </c:pt>
                <c:pt idx="2687">
                  <c:v>3.7468354430379769E-2</c:v>
                </c:pt>
                <c:pt idx="2688">
                  <c:v>3.7215189873417653E-2</c:v>
                </c:pt>
                <c:pt idx="2689">
                  <c:v>3.6708860759493644E-2</c:v>
                </c:pt>
                <c:pt idx="2690">
                  <c:v>3.6455696202531529E-2</c:v>
                </c:pt>
                <c:pt idx="2691">
                  <c:v>3.696202531645576E-2</c:v>
                </c:pt>
                <c:pt idx="2692">
                  <c:v>3.7215189873417653E-2</c:v>
                </c:pt>
                <c:pt idx="2693">
                  <c:v>3.6455696202531529E-2</c:v>
                </c:pt>
                <c:pt idx="2694">
                  <c:v>3.6708860759493644E-2</c:v>
                </c:pt>
                <c:pt idx="2695">
                  <c:v>3.6708860759493644E-2</c:v>
                </c:pt>
                <c:pt idx="2696">
                  <c:v>3.6202531645569636E-2</c:v>
                </c:pt>
                <c:pt idx="2697">
                  <c:v>3.6708860759493644E-2</c:v>
                </c:pt>
                <c:pt idx="2698">
                  <c:v>3.696202531645576E-2</c:v>
                </c:pt>
                <c:pt idx="2699">
                  <c:v>3.6708860759493644E-2</c:v>
                </c:pt>
                <c:pt idx="2700">
                  <c:v>3.594936708860752E-2</c:v>
                </c:pt>
                <c:pt idx="2701">
                  <c:v>3.5696202531645627E-2</c:v>
                </c:pt>
                <c:pt idx="2702">
                  <c:v>3.5696202531645627E-2</c:v>
                </c:pt>
                <c:pt idx="2703">
                  <c:v>3.4936708860759502E-2</c:v>
                </c:pt>
                <c:pt idx="2704">
                  <c:v>3.5696202531645627E-2</c:v>
                </c:pt>
                <c:pt idx="2705">
                  <c:v>3.5696202531645627E-2</c:v>
                </c:pt>
                <c:pt idx="2706">
                  <c:v>3.6202531645569636E-2</c:v>
                </c:pt>
                <c:pt idx="2707">
                  <c:v>3.5696202531645627E-2</c:v>
                </c:pt>
                <c:pt idx="2708">
                  <c:v>3.5696202531645627E-2</c:v>
                </c:pt>
                <c:pt idx="2709">
                  <c:v>3.5696202531645627E-2</c:v>
                </c:pt>
                <c:pt idx="2710">
                  <c:v>3.6202531645569636E-2</c:v>
                </c:pt>
                <c:pt idx="2711">
                  <c:v>3.6455696202531529E-2</c:v>
                </c:pt>
                <c:pt idx="2712">
                  <c:v>3.696202531645576E-2</c:v>
                </c:pt>
                <c:pt idx="2713">
                  <c:v>3.6708860759493644E-2</c:v>
                </c:pt>
                <c:pt idx="2714">
                  <c:v>3.7215189873417653E-2</c:v>
                </c:pt>
                <c:pt idx="2715">
                  <c:v>3.696202531645576E-2</c:v>
                </c:pt>
                <c:pt idx="2716">
                  <c:v>3.594936708860752E-2</c:v>
                </c:pt>
                <c:pt idx="2717">
                  <c:v>3.6202531645569636E-2</c:v>
                </c:pt>
                <c:pt idx="2718">
                  <c:v>3.594936708860752E-2</c:v>
                </c:pt>
                <c:pt idx="2719">
                  <c:v>3.5696202531645627E-2</c:v>
                </c:pt>
                <c:pt idx="2720">
                  <c:v>3.5443037974683511E-2</c:v>
                </c:pt>
                <c:pt idx="2721">
                  <c:v>3.5443037974683511E-2</c:v>
                </c:pt>
                <c:pt idx="2722">
                  <c:v>3.5443037974683511E-2</c:v>
                </c:pt>
                <c:pt idx="2723">
                  <c:v>3.5189873417721396E-2</c:v>
                </c:pt>
                <c:pt idx="2724">
                  <c:v>3.6455696202531529E-2</c:v>
                </c:pt>
                <c:pt idx="2725">
                  <c:v>3.6202531645569636E-2</c:v>
                </c:pt>
                <c:pt idx="2726">
                  <c:v>3.6202531645569636E-2</c:v>
                </c:pt>
                <c:pt idx="2727">
                  <c:v>3.6202531645569636E-2</c:v>
                </c:pt>
                <c:pt idx="2728">
                  <c:v>3.696202531645576E-2</c:v>
                </c:pt>
                <c:pt idx="2729">
                  <c:v>3.696202531645576E-2</c:v>
                </c:pt>
                <c:pt idx="2730">
                  <c:v>3.6202531645569636E-2</c:v>
                </c:pt>
                <c:pt idx="2731">
                  <c:v>3.594936708860752E-2</c:v>
                </c:pt>
                <c:pt idx="2732">
                  <c:v>3.5696202531645627E-2</c:v>
                </c:pt>
                <c:pt idx="2733">
                  <c:v>3.5443037974683511E-2</c:v>
                </c:pt>
                <c:pt idx="2734">
                  <c:v>3.5189873417721396E-2</c:v>
                </c:pt>
                <c:pt idx="2735">
                  <c:v>3.5189873417721396E-2</c:v>
                </c:pt>
                <c:pt idx="2736">
                  <c:v>3.594936708860752E-2</c:v>
                </c:pt>
                <c:pt idx="2737">
                  <c:v>3.594936708860752E-2</c:v>
                </c:pt>
                <c:pt idx="2738">
                  <c:v>3.696202531645576E-2</c:v>
                </c:pt>
                <c:pt idx="2739">
                  <c:v>3.6202531645569636E-2</c:v>
                </c:pt>
                <c:pt idx="2740">
                  <c:v>3.6455696202531529E-2</c:v>
                </c:pt>
                <c:pt idx="2741">
                  <c:v>3.5696202531645627E-2</c:v>
                </c:pt>
                <c:pt idx="2742">
                  <c:v>3.6202531645569636E-2</c:v>
                </c:pt>
                <c:pt idx="2743">
                  <c:v>3.696202531645576E-2</c:v>
                </c:pt>
                <c:pt idx="2744">
                  <c:v>3.696202531645576E-2</c:v>
                </c:pt>
                <c:pt idx="2745">
                  <c:v>3.7215189873417653E-2</c:v>
                </c:pt>
                <c:pt idx="2746">
                  <c:v>3.7974683544303778E-2</c:v>
                </c:pt>
                <c:pt idx="2747">
                  <c:v>3.7974683544303778E-2</c:v>
                </c:pt>
                <c:pt idx="2748">
                  <c:v>3.7974683544303778E-2</c:v>
                </c:pt>
                <c:pt idx="2749">
                  <c:v>3.8227848101265893E-2</c:v>
                </c:pt>
                <c:pt idx="2750">
                  <c:v>3.7468354430379769E-2</c:v>
                </c:pt>
                <c:pt idx="2751">
                  <c:v>3.7215189873417653E-2</c:v>
                </c:pt>
                <c:pt idx="2752">
                  <c:v>3.7721518987341662E-2</c:v>
                </c:pt>
                <c:pt idx="2753">
                  <c:v>3.7974683544303778E-2</c:v>
                </c:pt>
                <c:pt idx="2754">
                  <c:v>3.7974683544303778E-2</c:v>
                </c:pt>
                <c:pt idx="2755">
                  <c:v>3.7721518987341662E-2</c:v>
                </c:pt>
                <c:pt idx="2756">
                  <c:v>3.7468354430379769E-2</c:v>
                </c:pt>
                <c:pt idx="2757">
                  <c:v>3.7974683544303778E-2</c:v>
                </c:pt>
                <c:pt idx="2758">
                  <c:v>3.7974683544303778E-2</c:v>
                </c:pt>
                <c:pt idx="2759">
                  <c:v>3.7721518987341662E-2</c:v>
                </c:pt>
                <c:pt idx="2760">
                  <c:v>3.7468354430379769E-2</c:v>
                </c:pt>
                <c:pt idx="2761">
                  <c:v>3.7721518987341662E-2</c:v>
                </c:pt>
                <c:pt idx="2762">
                  <c:v>3.7215189873417653E-2</c:v>
                </c:pt>
                <c:pt idx="2763">
                  <c:v>3.7721518987341662E-2</c:v>
                </c:pt>
                <c:pt idx="2764">
                  <c:v>3.8227848101265893E-2</c:v>
                </c:pt>
                <c:pt idx="2765">
                  <c:v>3.8227848101265893E-2</c:v>
                </c:pt>
                <c:pt idx="2766">
                  <c:v>3.9240506329113911E-2</c:v>
                </c:pt>
                <c:pt idx="2767">
                  <c:v>4.0000000000000036E-2</c:v>
                </c:pt>
                <c:pt idx="2768">
                  <c:v>4.0000000000000036E-2</c:v>
                </c:pt>
                <c:pt idx="2769">
                  <c:v>4.0253164556961929E-2</c:v>
                </c:pt>
                <c:pt idx="2770">
                  <c:v>3.974683544303792E-2</c:v>
                </c:pt>
                <c:pt idx="2771">
                  <c:v>3.9240506329113911E-2</c:v>
                </c:pt>
                <c:pt idx="2772">
                  <c:v>3.8987341772151796E-2</c:v>
                </c:pt>
                <c:pt idx="2773">
                  <c:v>3.8987341772151796E-2</c:v>
                </c:pt>
                <c:pt idx="2774">
                  <c:v>3.8481012658227787E-2</c:v>
                </c:pt>
                <c:pt idx="2775">
                  <c:v>3.8481012658227787E-2</c:v>
                </c:pt>
                <c:pt idx="2776">
                  <c:v>3.8734177215189902E-2</c:v>
                </c:pt>
                <c:pt idx="2777">
                  <c:v>3.7974683544303778E-2</c:v>
                </c:pt>
                <c:pt idx="2778">
                  <c:v>3.7974683544303778E-2</c:v>
                </c:pt>
                <c:pt idx="2779">
                  <c:v>3.7468354430379769E-2</c:v>
                </c:pt>
                <c:pt idx="2780">
                  <c:v>3.7974683544303778E-2</c:v>
                </c:pt>
                <c:pt idx="2781">
                  <c:v>3.8481012658227787E-2</c:v>
                </c:pt>
                <c:pt idx="2782">
                  <c:v>3.7974683544303778E-2</c:v>
                </c:pt>
                <c:pt idx="2783">
                  <c:v>3.7721518987341662E-2</c:v>
                </c:pt>
                <c:pt idx="2784">
                  <c:v>3.8481012658227787E-2</c:v>
                </c:pt>
                <c:pt idx="2785">
                  <c:v>#N/A</c:v>
                </c:pt>
                <c:pt idx="2786">
                  <c:v>3.7721518987341662E-2</c:v>
                </c:pt>
                <c:pt idx="2787">
                  <c:v>3.7721518987341662E-2</c:v>
                </c:pt>
                <c:pt idx="2788">
                  <c:v>3.7721518987341662E-2</c:v>
                </c:pt>
                <c:pt idx="2789">
                  <c:v>3.7721518987341662E-2</c:v>
                </c:pt>
                <c:pt idx="2790">
                  <c:v>3.7974683544303778E-2</c:v>
                </c:pt>
                <c:pt idx="2791">
                  <c:v>3.8481012658227787E-2</c:v>
                </c:pt>
                <c:pt idx="2792">
                  <c:v>#N/A</c:v>
                </c:pt>
                <c:pt idx="2793">
                  <c:v>3.8734177215189902E-2</c:v>
                </c:pt>
                <c:pt idx="2794">
                  <c:v>3.8481012658227787E-2</c:v>
                </c:pt>
                <c:pt idx="2795">
                  <c:v>3.7974683544303778E-2</c:v>
                </c:pt>
                <c:pt idx="2796">
                  <c:v>3.7215189873417653E-2</c:v>
                </c:pt>
                <c:pt idx="2797">
                  <c:v>3.7468354430379769E-2</c:v>
                </c:pt>
                <c:pt idx="2798">
                  <c:v>3.7468354430379769E-2</c:v>
                </c:pt>
                <c:pt idx="2799">
                  <c:v>3.7215189873417653E-2</c:v>
                </c:pt>
                <c:pt idx="2800">
                  <c:v>3.6708860759493644E-2</c:v>
                </c:pt>
                <c:pt idx="2801">
                  <c:v>3.696202531645576E-2</c:v>
                </c:pt>
                <c:pt idx="2802">
                  <c:v>3.696202531645576E-2</c:v>
                </c:pt>
                <c:pt idx="2803">
                  <c:v>3.6455696202531529E-2</c:v>
                </c:pt>
                <c:pt idx="2804">
                  <c:v>3.6455696202531529E-2</c:v>
                </c:pt>
                <c:pt idx="2805">
                  <c:v>3.6455696202531529E-2</c:v>
                </c:pt>
                <c:pt idx="2806">
                  <c:v>3.6202531645569636E-2</c:v>
                </c:pt>
                <c:pt idx="2807">
                  <c:v>3.6202531645569636E-2</c:v>
                </c:pt>
                <c:pt idx="2808">
                  <c:v>3.594936708860752E-2</c:v>
                </c:pt>
                <c:pt idx="2809">
                  <c:v>3.5696202531645627E-2</c:v>
                </c:pt>
                <c:pt idx="2810">
                  <c:v>3.594936708860752E-2</c:v>
                </c:pt>
                <c:pt idx="2811">
                  <c:v>3.6455696202531529E-2</c:v>
                </c:pt>
                <c:pt idx="2812">
                  <c:v>3.594936708860752E-2</c:v>
                </c:pt>
                <c:pt idx="2813">
                  <c:v>3.5696202531645627E-2</c:v>
                </c:pt>
                <c:pt idx="2814">
                  <c:v>3.6202531645569636E-2</c:v>
                </c:pt>
                <c:pt idx="2815">
                  <c:v>3.5696202531645627E-2</c:v>
                </c:pt>
                <c:pt idx="2816">
                  <c:v>3.5443037974683511E-2</c:v>
                </c:pt>
                <c:pt idx="2817">
                  <c:v>3.6202531645569636E-2</c:v>
                </c:pt>
                <c:pt idx="2818">
                  <c:v>3.6202531645569636E-2</c:v>
                </c:pt>
                <c:pt idx="2819">
                  <c:v>3.6202531645569636E-2</c:v>
                </c:pt>
                <c:pt idx="2820">
                  <c:v>3.6202531645569636E-2</c:v>
                </c:pt>
                <c:pt idx="2821">
                  <c:v>3.594936708860752E-2</c:v>
                </c:pt>
                <c:pt idx="2822">
                  <c:v>3.6455696202531529E-2</c:v>
                </c:pt>
                <c:pt idx="2823">
                  <c:v>3.6708860759493644E-2</c:v>
                </c:pt>
                <c:pt idx="2824">
                  <c:v>3.6708860759493644E-2</c:v>
                </c:pt>
                <c:pt idx="2825">
                  <c:v>3.7468354430379769E-2</c:v>
                </c:pt>
                <c:pt idx="2826">
                  <c:v>3.7721518987341662E-2</c:v>
                </c:pt>
                <c:pt idx="2827">
                  <c:v>3.8987341772151796E-2</c:v>
                </c:pt>
                <c:pt idx="2828">
                  <c:v>3.8481012658227787E-2</c:v>
                </c:pt>
                <c:pt idx="2829">
                  <c:v>3.8227848101265893E-2</c:v>
                </c:pt>
                <c:pt idx="2830">
                  <c:v>3.8734177215189902E-2</c:v>
                </c:pt>
                <c:pt idx="2831">
                  <c:v>3.8987341772151796E-2</c:v>
                </c:pt>
                <c:pt idx="2832">
                  <c:v>3.8987341772151796E-2</c:v>
                </c:pt>
                <c:pt idx="2833">
                  <c:v>3.8987341772151796E-2</c:v>
                </c:pt>
                <c:pt idx="2834">
                  <c:v>3.8734177215189902E-2</c:v>
                </c:pt>
                <c:pt idx="2835">
                  <c:v>3.8227848101265893E-2</c:v>
                </c:pt>
                <c:pt idx="2836">
                  <c:v>3.8481012658227787E-2</c:v>
                </c:pt>
                <c:pt idx="2837">
                  <c:v>3.8734177215189902E-2</c:v>
                </c:pt>
                <c:pt idx="2838">
                  <c:v>3.9493670886076027E-2</c:v>
                </c:pt>
                <c:pt idx="2839">
                  <c:v>3.9240506329113911E-2</c:v>
                </c:pt>
                <c:pt idx="2840">
                  <c:v>3.9240506329113911E-2</c:v>
                </c:pt>
                <c:pt idx="2841">
                  <c:v>3.9240506329113911E-2</c:v>
                </c:pt>
                <c:pt idx="2842">
                  <c:v>3.8734177215189902E-2</c:v>
                </c:pt>
                <c:pt idx="2843">
                  <c:v>3.8481012658227787E-2</c:v>
                </c:pt>
                <c:pt idx="2844">
                  <c:v>3.8734177215189902E-2</c:v>
                </c:pt>
                <c:pt idx="2845">
                  <c:v>3.9240506329113911E-2</c:v>
                </c:pt>
                <c:pt idx="2846">
                  <c:v>3.8734177215189902E-2</c:v>
                </c:pt>
                <c:pt idx="2847">
                  <c:v>3.8227848101265893E-2</c:v>
                </c:pt>
                <c:pt idx="2848">
                  <c:v>3.8734177215189902E-2</c:v>
                </c:pt>
                <c:pt idx="2849">
                  <c:v>3.8734177215189902E-2</c:v>
                </c:pt>
                <c:pt idx="2850">
                  <c:v>3.8481012658227787E-2</c:v>
                </c:pt>
                <c:pt idx="2851">
                  <c:v>3.8987341772151796E-2</c:v>
                </c:pt>
                <c:pt idx="2852">
                  <c:v>3.8481012658227787E-2</c:v>
                </c:pt>
                <c:pt idx="2853">
                  <c:v>3.8227848101265893E-2</c:v>
                </c:pt>
                <c:pt idx="2854">
                  <c:v>3.7974683544303778E-2</c:v>
                </c:pt>
                <c:pt idx="2855">
                  <c:v>3.8481012658227787E-2</c:v>
                </c:pt>
                <c:pt idx="2856">
                  <c:v>3.8481012658227787E-2</c:v>
                </c:pt>
                <c:pt idx="2857">
                  <c:v>3.8481012658227787E-2</c:v>
                </c:pt>
                <c:pt idx="2858">
                  <c:v>3.8227848101265893E-2</c:v>
                </c:pt>
                <c:pt idx="2859">
                  <c:v>3.7468354430379769E-2</c:v>
                </c:pt>
                <c:pt idx="2860">
                  <c:v>3.7468354430379769E-2</c:v>
                </c:pt>
                <c:pt idx="2861">
                  <c:v>3.7468354430379769E-2</c:v>
                </c:pt>
                <c:pt idx="2862">
                  <c:v>3.7468354430379769E-2</c:v>
                </c:pt>
                <c:pt idx="2863">
                  <c:v>3.7721518987341662E-2</c:v>
                </c:pt>
                <c:pt idx="2864">
                  <c:v>3.7468354430379769E-2</c:v>
                </c:pt>
                <c:pt idx="2865">
                  <c:v>3.7974683544303778E-2</c:v>
                </c:pt>
                <c:pt idx="2866">
                  <c:v>3.8227848101265893E-2</c:v>
                </c:pt>
                <c:pt idx="2867">
                  <c:v>3.8481012658227787E-2</c:v>
                </c:pt>
                <c:pt idx="2868">
                  <c:v>3.7974683544303778E-2</c:v>
                </c:pt>
                <c:pt idx="2869">
                  <c:v>3.7974683544303778E-2</c:v>
                </c:pt>
                <c:pt idx="2870">
                  <c:v>3.7468354430379769E-2</c:v>
                </c:pt>
                <c:pt idx="2871">
                  <c:v>3.7974683544303778E-2</c:v>
                </c:pt>
                <c:pt idx="2872">
                  <c:v>3.7974683544303778E-2</c:v>
                </c:pt>
                <c:pt idx="2873">
                  <c:v>3.696202531645576E-2</c:v>
                </c:pt>
                <c:pt idx="2874">
                  <c:v>3.6708860759493644E-2</c:v>
                </c:pt>
                <c:pt idx="2875">
                  <c:v>3.7468354430379769E-2</c:v>
                </c:pt>
                <c:pt idx="2876">
                  <c:v>3.696202531645576E-2</c:v>
                </c:pt>
                <c:pt idx="2877">
                  <c:v>3.6708860759493644E-2</c:v>
                </c:pt>
                <c:pt idx="2878">
                  <c:v>3.6708860759493644E-2</c:v>
                </c:pt>
                <c:pt idx="2879">
                  <c:v>3.6455696202531529E-2</c:v>
                </c:pt>
                <c:pt idx="2880">
                  <c:v>3.6202531645569636E-2</c:v>
                </c:pt>
                <c:pt idx="2881">
                  <c:v>3.7215189873417653E-2</c:v>
                </c:pt>
                <c:pt idx="2882">
                  <c:v>3.6708860759493644E-2</c:v>
                </c:pt>
                <c:pt idx="2883">
                  <c:v>3.6708860759493644E-2</c:v>
                </c:pt>
                <c:pt idx="2884">
                  <c:v>3.6455696202531529E-2</c:v>
                </c:pt>
                <c:pt idx="2885">
                  <c:v>3.7215189873417653E-2</c:v>
                </c:pt>
                <c:pt idx="2886">
                  <c:v>3.7721518987341662E-2</c:v>
                </c:pt>
                <c:pt idx="2887">
                  <c:v>3.7215189873417653E-2</c:v>
                </c:pt>
                <c:pt idx="2888">
                  <c:v>3.6455696202531529E-2</c:v>
                </c:pt>
                <c:pt idx="2889">
                  <c:v>3.696202531645576E-2</c:v>
                </c:pt>
                <c:pt idx="2890">
                  <c:v>3.7215189873417653E-2</c:v>
                </c:pt>
                <c:pt idx="2891">
                  <c:v>3.7215189873417653E-2</c:v>
                </c:pt>
                <c:pt idx="2892">
                  <c:v>3.7215189873417653E-2</c:v>
                </c:pt>
                <c:pt idx="2893">
                  <c:v>3.7468354430379769E-2</c:v>
                </c:pt>
                <c:pt idx="2894">
                  <c:v>3.7215189873417653E-2</c:v>
                </c:pt>
                <c:pt idx="2895">
                  <c:v>3.7468354430379769E-2</c:v>
                </c:pt>
                <c:pt idx="2896">
                  <c:v>3.7721518987341662E-2</c:v>
                </c:pt>
                <c:pt idx="2897">
                  <c:v>3.7468354430379769E-2</c:v>
                </c:pt>
                <c:pt idx="2898">
                  <c:v>3.7215189873417653E-2</c:v>
                </c:pt>
                <c:pt idx="2899">
                  <c:v>3.6708860759493644E-2</c:v>
                </c:pt>
                <c:pt idx="2900">
                  <c:v>3.696202531645576E-2</c:v>
                </c:pt>
                <c:pt idx="2901">
                  <c:v>3.696202531645576E-2</c:v>
                </c:pt>
                <c:pt idx="2902">
                  <c:v>3.6708860759493644E-2</c:v>
                </c:pt>
                <c:pt idx="2903">
                  <c:v>3.696202531645576E-2</c:v>
                </c:pt>
                <c:pt idx="2904">
                  <c:v>3.7721518987341662E-2</c:v>
                </c:pt>
                <c:pt idx="2905">
                  <c:v>#N/A</c:v>
                </c:pt>
                <c:pt idx="2906">
                  <c:v>3.7468354430379769E-2</c:v>
                </c:pt>
                <c:pt idx="2907">
                  <c:v>3.7974683544303778E-2</c:v>
                </c:pt>
                <c:pt idx="2908">
                  <c:v>3.7721518987341662E-2</c:v>
                </c:pt>
                <c:pt idx="2909">
                  <c:v>3.7721518987341662E-2</c:v>
                </c:pt>
                <c:pt idx="2910">
                  <c:v>3.7468354430379769E-2</c:v>
                </c:pt>
                <c:pt idx="2911">
                  <c:v>3.7215189873417653E-2</c:v>
                </c:pt>
                <c:pt idx="2912">
                  <c:v>3.696202531645576E-2</c:v>
                </c:pt>
                <c:pt idx="2913">
                  <c:v>3.7468354430379769E-2</c:v>
                </c:pt>
                <c:pt idx="2914">
                  <c:v>3.7974683544303778E-2</c:v>
                </c:pt>
                <c:pt idx="2915">
                  <c:v>3.7974683544303778E-2</c:v>
                </c:pt>
                <c:pt idx="2916">
                  <c:v>3.8481012658227787E-2</c:v>
                </c:pt>
                <c:pt idx="2917">
                  <c:v>3.8481012658227787E-2</c:v>
                </c:pt>
                <c:pt idx="2918">
                  <c:v>3.8481012658227787E-2</c:v>
                </c:pt>
                <c:pt idx="2919">
                  <c:v>3.8987341772151796E-2</c:v>
                </c:pt>
                <c:pt idx="2920">
                  <c:v>3.8734177215189902E-2</c:v>
                </c:pt>
                <c:pt idx="2921">
                  <c:v>3.8734177215189902E-2</c:v>
                </c:pt>
                <c:pt idx="2922">
                  <c:v>3.8734177215189902E-2</c:v>
                </c:pt>
                <c:pt idx="2923">
                  <c:v>3.9240506329113911E-2</c:v>
                </c:pt>
                <c:pt idx="2924">
                  <c:v>3.9493670886076027E-2</c:v>
                </c:pt>
                <c:pt idx="2925">
                  <c:v>3.974683544303792E-2</c:v>
                </c:pt>
                <c:pt idx="2926">
                  <c:v>3.974683544303792E-2</c:v>
                </c:pt>
                <c:pt idx="2927">
                  <c:v>4.0000000000000036E-2</c:v>
                </c:pt>
                <c:pt idx="2928">
                  <c:v>3.9493670886076027E-2</c:v>
                </c:pt>
                <c:pt idx="2929">
                  <c:v>3.8987341772151796E-2</c:v>
                </c:pt>
                <c:pt idx="2930">
                  <c:v>3.9493670886076027E-2</c:v>
                </c:pt>
                <c:pt idx="2931">
                  <c:v>3.9493670886076027E-2</c:v>
                </c:pt>
                <c:pt idx="2932">
                  <c:v>3.8987341772151796E-2</c:v>
                </c:pt>
                <c:pt idx="2933">
                  <c:v>3.8987341772151796E-2</c:v>
                </c:pt>
                <c:pt idx="2934">
                  <c:v>3.8734177215189902E-2</c:v>
                </c:pt>
                <c:pt idx="2935">
                  <c:v>3.8987341772151796E-2</c:v>
                </c:pt>
                <c:pt idx="2936">
                  <c:v>3.9240506329113911E-2</c:v>
                </c:pt>
                <c:pt idx="2937">
                  <c:v>3.9240506329113911E-2</c:v>
                </c:pt>
                <c:pt idx="2938">
                  <c:v>3.9240506329113911E-2</c:v>
                </c:pt>
                <c:pt idx="2939">
                  <c:v>3.9240506329113911E-2</c:v>
                </c:pt>
                <c:pt idx="2940">
                  <c:v>3.8987341772151796E-2</c:v>
                </c:pt>
                <c:pt idx="2941">
                  <c:v>3.8987341772151796E-2</c:v>
                </c:pt>
                <c:pt idx="2942">
                  <c:v>3.9493670886076027E-2</c:v>
                </c:pt>
                <c:pt idx="2943">
                  <c:v>3.9493670886076027E-2</c:v>
                </c:pt>
                <c:pt idx="2944">
                  <c:v>3.9240506329113911E-2</c:v>
                </c:pt>
                <c:pt idx="2945">
                  <c:v>3.9240506329113911E-2</c:v>
                </c:pt>
                <c:pt idx="2946">
                  <c:v>3.8734177215189902E-2</c:v>
                </c:pt>
                <c:pt idx="2947">
                  <c:v>3.8481012658227787E-2</c:v>
                </c:pt>
                <c:pt idx="2948">
                  <c:v>3.8227848101265893E-2</c:v>
                </c:pt>
                <c:pt idx="2949">
                  <c:v>3.8481012658227787E-2</c:v>
                </c:pt>
                <c:pt idx="2950">
                  <c:v>3.8734177215189902E-2</c:v>
                </c:pt>
                <c:pt idx="2951">
                  <c:v>3.8734177215189902E-2</c:v>
                </c:pt>
                <c:pt idx="2952">
                  <c:v>3.8734177215189902E-2</c:v>
                </c:pt>
                <c:pt idx="2953">
                  <c:v>3.8481012658227787E-2</c:v>
                </c:pt>
                <c:pt idx="2954">
                  <c:v>3.7974683544303778E-2</c:v>
                </c:pt>
                <c:pt idx="2955">
                  <c:v>3.7468354430379769E-2</c:v>
                </c:pt>
                <c:pt idx="2956">
                  <c:v>3.7974683544303778E-2</c:v>
                </c:pt>
                <c:pt idx="2957">
                  <c:v>3.7215189873417653E-2</c:v>
                </c:pt>
                <c:pt idx="2958">
                  <c:v>3.696202531645576E-2</c:v>
                </c:pt>
                <c:pt idx="2959">
                  <c:v>3.7215189873417653E-2</c:v>
                </c:pt>
                <c:pt idx="2960">
                  <c:v>3.7974683544303778E-2</c:v>
                </c:pt>
                <c:pt idx="2961">
                  <c:v>3.7721518987341662E-2</c:v>
                </c:pt>
                <c:pt idx="2962">
                  <c:v>3.7468354430379769E-2</c:v>
                </c:pt>
                <c:pt idx="2963">
                  <c:v>3.7468354430379769E-2</c:v>
                </c:pt>
                <c:pt idx="2964">
                  <c:v>3.7215189873417653E-2</c:v>
                </c:pt>
                <c:pt idx="2965">
                  <c:v>3.6708860759493644E-2</c:v>
                </c:pt>
                <c:pt idx="2966">
                  <c:v>3.6202531645569636E-2</c:v>
                </c:pt>
                <c:pt idx="2967">
                  <c:v>3.6202531645569636E-2</c:v>
                </c:pt>
                <c:pt idx="2968">
                  <c:v>3.5443037974683511E-2</c:v>
                </c:pt>
                <c:pt idx="2969">
                  <c:v>3.5696202531645627E-2</c:v>
                </c:pt>
                <c:pt idx="2970">
                  <c:v>3.5189873417721396E-2</c:v>
                </c:pt>
                <c:pt idx="2971">
                  <c:v>3.4683544303797387E-2</c:v>
                </c:pt>
                <c:pt idx="2972">
                  <c:v>3.4683544303797387E-2</c:v>
                </c:pt>
                <c:pt idx="2973">
                  <c:v>3.5189873417721396E-2</c:v>
                </c:pt>
                <c:pt idx="2974">
                  <c:v>3.4177215189873378E-2</c:v>
                </c:pt>
                <c:pt idx="2975">
                  <c:v>3.3924050632911262E-2</c:v>
                </c:pt>
                <c:pt idx="2976">
                  <c:v>3.4683544303797387E-2</c:v>
                </c:pt>
                <c:pt idx="2977">
                  <c:v>3.5189873417721396E-2</c:v>
                </c:pt>
                <c:pt idx="2978">
                  <c:v>3.4683544303797387E-2</c:v>
                </c:pt>
                <c:pt idx="2979">
                  <c:v>3.3924050632911262E-2</c:v>
                </c:pt>
                <c:pt idx="2980">
                  <c:v>3.3924050632911262E-2</c:v>
                </c:pt>
                <c:pt idx="2981">
                  <c:v>3.3417721518987253E-2</c:v>
                </c:pt>
                <c:pt idx="2982">
                  <c:v>3.2658227848101129E-2</c:v>
                </c:pt>
                <c:pt idx="2983">
                  <c:v>3.1898734177215227E-2</c:v>
                </c:pt>
                <c:pt idx="2984">
                  <c:v>3.2658227848101129E-2</c:v>
                </c:pt>
                <c:pt idx="2985">
                  <c:v>3.2658227848101129E-2</c:v>
                </c:pt>
                <c:pt idx="2986">
                  <c:v>3.215189873417712E-2</c:v>
                </c:pt>
                <c:pt idx="2987">
                  <c:v>3.215189873417712E-2</c:v>
                </c:pt>
                <c:pt idx="2988">
                  <c:v>3.2405063291139236E-2</c:v>
                </c:pt>
                <c:pt idx="2989">
                  <c:v>3.215189873417712E-2</c:v>
                </c:pt>
                <c:pt idx="2990">
                  <c:v>3.2405063291139236E-2</c:v>
                </c:pt>
                <c:pt idx="2991">
                  <c:v>3.1898734177215227E-2</c:v>
                </c:pt>
                <c:pt idx="2992">
                  <c:v>3.1645569620253111E-2</c:v>
                </c:pt>
                <c:pt idx="2993">
                  <c:v>3.1392405063290996E-2</c:v>
                </c:pt>
                <c:pt idx="2994">
                  <c:v>3.0886075949366987E-2</c:v>
                </c:pt>
                <c:pt idx="2995">
                  <c:v>3.0886075949366987E-2</c:v>
                </c:pt>
                <c:pt idx="2996">
                  <c:v>3.0632911392405093E-2</c:v>
                </c:pt>
                <c:pt idx="2997">
                  <c:v>3.1392405063290996E-2</c:v>
                </c:pt>
                <c:pt idx="2998">
                  <c:v>3.1645569620253111E-2</c:v>
                </c:pt>
                <c:pt idx="2999">
                  <c:v>3.1392405063290996E-2</c:v>
                </c:pt>
                <c:pt idx="3000">
                  <c:v>3.1898734177215227E-2</c:v>
                </c:pt>
                <c:pt idx="3001">
                  <c:v>3.2405063291139236E-2</c:v>
                </c:pt>
                <c:pt idx="3002">
                  <c:v>3.1898734177215227E-2</c:v>
                </c:pt>
                <c:pt idx="3003">
                  <c:v>3.1392405063290996E-2</c:v>
                </c:pt>
                <c:pt idx="3004">
                  <c:v>3.1139240506329102E-2</c:v>
                </c:pt>
                <c:pt idx="3005">
                  <c:v>3.1139240506329102E-2</c:v>
                </c:pt>
                <c:pt idx="3006">
                  <c:v>3.1392405063290996E-2</c:v>
                </c:pt>
                <c:pt idx="3007">
                  <c:v>3.215189873417712E-2</c:v>
                </c:pt>
                <c:pt idx="3008">
                  <c:v>3.2658227848101129E-2</c:v>
                </c:pt>
                <c:pt idx="3009">
                  <c:v>3.215189873417712E-2</c:v>
                </c:pt>
                <c:pt idx="3010">
                  <c:v>3.215189873417712E-2</c:v>
                </c:pt>
                <c:pt idx="3011">
                  <c:v>3.1898734177215227E-2</c:v>
                </c:pt>
                <c:pt idx="3012">
                  <c:v>3.1139240506329102E-2</c:v>
                </c:pt>
                <c:pt idx="3013">
                  <c:v>3.1392405063290996E-2</c:v>
                </c:pt>
                <c:pt idx="3014">
                  <c:v>3.1139240506329102E-2</c:v>
                </c:pt>
                <c:pt idx="3015">
                  <c:v>3.1139240506329102E-2</c:v>
                </c:pt>
                <c:pt idx="3016">
                  <c:v>3.0886075949366987E-2</c:v>
                </c:pt>
                <c:pt idx="3017">
                  <c:v>3.0632911392405093E-2</c:v>
                </c:pt>
                <c:pt idx="3018">
                  <c:v>3.1139240506329102E-2</c:v>
                </c:pt>
                <c:pt idx="3019">
                  <c:v>3.1139240506329102E-2</c:v>
                </c:pt>
                <c:pt idx="3020">
                  <c:v>3.0632911392405093E-2</c:v>
                </c:pt>
                <c:pt idx="3021">
                  <c:v>3.0379746835442978E-2</c:v>
                </c:pt>
                <c:pt idx="3022">
                  <c:v>3.0379746835442978E-2</c:v>
                </c:pt>
                <c:pt idx="3023">
                  <c:v>3.0126582278480862E-2</c:v>
                </c:pt>
                <c:pt idx="3024">
                  <c:v>2.9620253164556853E-2</c:v>
                </c:pt>
                <c:pt idx="3025">
                  <c:v>2.9873417721518969E-2</c:v>
                </c:pt>
                <c:pt idx="3026">
                  <c:v>3.0379746835442978E-2</c:v>
                </c:pt>
                <c:pt idx="3027">
                  <c:v>3.0379746835442978E-2</c:v>
                </c:pt>
                <c:pt idx="3028">
                  <c:v>3.1392405063290996E-2</c:v>
                </c:pt>
                <c:pt idx="3029">
                  <c:v>3.0632911392405093E-2</c:v>
                </c:pt>
                <c:pt idx="3030">
                  <c:v>3.0632911392405093E-2</c:v>
                </c:pt>
                <c:pt idx="3031">
                  <c:v>3.0886075949366987E-2</c:v>
                </c:pt>
                <c:pt idx="3032">
                  <c:v>3.0632911392405093E-2</c:v>
                </c:pt>
                <c:pt idx="3033">
                  <c:v>3.0379746835442978E-2</c:v>
                </c:pt>
                <c:pt idx="3034">
                  <c:v>3.0126582278480862E-2</c:v>
                </c:pt>
                <c:pt idx="3035">
                  <c:v>3.0126582278480862E-2</c:v>
                </c:pt>
                <c:pt idx="3036">
                  <c:v>2.9873417721518969E-2</c:v>
                </c:pt>
                <c:pt idx="3037">
                  <c:v>3.0126582278480862E-2</c:v>
                </c:pt>
                <c:pt idx="3038">
                  <c:v>2.9873417721518969E-2</c:v>
                </c:pt>
                <c:pt idx="3039">
                  <c:v>3.0632911392405093E-2</c:v>
                </c:pt>
                <c:pt idx="3040">
                  <c:v>3.0632911392405093E-2</c:v>
                </c:pt>
                <c:pt idx="3041">
                  <c:v>3.0379746835442978E-2</c:v>
                </c:pt>
                <c:pt idx="3042">
                  <c:v>3.0632911392405093E-2</c:v>
                </c:pt>
                <c:pt idx="3043">
                  <c:v>3.0126582278480862E-2</c:v>
                </c:pt>
                <c:pt idx="3044">
                  <c:v>3.1139240506329102E-2</c:v>
                </c:pt>
                <c:pt idx="3045">
                  <c:v>3.0632911392405093E-2</c:v>
                </c:pt>
                <c:pt idx="3046">
                  <c:v>3.1139240506329102E-2</c:v>
                </c:pt>
                <c:pt idx="3047">
                  <c:v>3.1645569620253111E-2</c:v>
                </c:pt>
                <c:pt idx="3048">
                  <c:v>3.1139240506329102E-2</c:v>
                </c:pt>
                <c:pt idx="3049">
                  <c:v>3.1898734177215227E-2</c:v>
                </c:pt>
                <c:pt idx="3050">
                  <c:v>3.215189873417712E-2</c:v>
                </c:pt>
                <c:pt idx="3051">
                  <c:v>3.1392405063290996E-2</c:v>
                </c:pt>
                <c:pt idx="3052">
                  <c:v>3.1392405063290996E-2</c:v>
                </c:pt>
                <c:pt idx="3053">
                  <c:v>3.1139240506329102E-2</c:v>
                </c:pt>
                <c:pt idx="3054">
                  <c:v>3.0886075949366987E-2</c:v>
                </c:pt>
                <c:pt idx="3055">
                  <c:v>3.1139240506329102E-2</c:v>
                </c:pt>
                <c:pt idx="3056">
                  <c:v>3.0886075949366987E-2</c:v>
                </c:pt>
                <c:pt idx="3057">
                  <c:v>3.0886075949366987E-2</c:v>
                </c:pt>
                <c:pt idx="3058">
                  <c:v>3.0632911392405093E-2</c:v>
                </c:pt>
                <c:pt idx="3059">
                  <c:v>3.0379746835442978E-2</c:v>
                </c:pt>
                <c:pt idx="3060">
                  <c:v>3.0379746835442978E-2</c:v>
                </c:pt>
                <c:pt idx="3061">
                  <c:v>3.0379746835442978E-2</c:v>
                </c:pt>
                <c:pt idx="3062">
                  <c:v>3.0886075949366987E-2</c:v>
                </c:pt>
                <c:pt idx="3063">
                  <c:v>3.1392405063290996E-2</c:v>
                </c:pt>
                <c:pt idx="3064">
                  <c:v>3.1139240506329102E-2</c:v>
                </c:pt>
                <c:pt idx="3065">
                  <c:v>3.1139240506329102E-2</c:v>
                </c:pt>
                <c:pt idx="3066">
                  <c:v>3.1645569620253111E-2</c:v>
                </c:pt>
                <c:pt idx="3067">
                  <c:v>3.1898734177215227E-2</c:v>
                </c:pt>
                <c:pt idx="3068">
                  <c:v>3.1392405063290996E-2</c:v>
                </c:pt>
                <c:pt idx="3069">
                  <c:v>3.1645569620253111E-2</c:v>
                </c:pt>
                <c:pt idx="3070">
                  <c:v>3.1392405063290996E-2</c:v>
                </c:pt>
                <c:pt idx="3071">
                  <c:v>3.0632911392405093E-2</c:v>
                </c:pt>
                <c:pt idx="3072">
                  <c:v>3.1139240506329102E-2</c:v>
                </c:pt>
                <c:pt idx="3073">
                  <c:v>3.1645569620253111E-2</c:v>
                </c:pt>
                <c:pt idx="3074">
                  <c:v>3.1392405063290996E-2</c:v>
                </c:pt>
                <c:pt idx="3075">
                  <c:v>3.1898734177215227E-2</c:v>
                </c:pt>
                <c:pt idx="3076">
                  <c:v>3.1898734177215227E-2</c:v>
                </c:pt>
                <c:pt idx="3077">
                  <c:v>3.2658227848101129E-2</c:v>
                </c:pt>
                <c:pt idx="3078">
                  <c:v>3.2658227848101129E-2</c:v>
                </c:pt>
                <c:pt idx="3079">
                  <c:v>3.2911392405063244E-2</c:v>
                </c:pt>
                <c:pt idx="3080">
                  <c:v>3.2911392405063244E-2</c:v>
                </c:pt>
                <c:pt idx="3081">
                  <c:v>3.3417721518987253E-2</c:v>
                </c:pt>
                <c:pt idx="3082">
                  <c:v>3.3924050632911262E-2</c:v>
                </c:pt>
                <c:pt idx="3083">
                  <c:v>3.3924050632911262E-2</c:v>
                </c:pt>
                <c:pt idx="3084">
                  <c:v>3.3417721518987253E-2</c:v>
                </c:pt>
                <c:pt idx="3085">
                  <c:v>3.2911392405063244E-2</c:v>
                </c:pt>
                <c:pt idx="3086">
                  <c:v>#N/A</c:v>
                </c:pt>
                <c:pt idx="3087">
                  <c:v>3.3417721518987253E-2</c:v>
                </c:pt>
                <c:pt idx="3088">
                  <c:v>3.3670886075949369E-2</c:v>
                </c:pt>
                <c:pt idx="3089">
                  <c:v>3.316455696202536E-2</c:v>
                </c:pt>
                <c:pt idx="3090">
                  <c:v>3.2911392405063244E-2</c:v>
                </c:pt>
                <c:pt idx="3091">
                  <c:v>3.2911392405063244E-2</c:v>
                </c:pt>
                <c:pt idx="3092">
                  <c:v>3.316455696202536E-2</c:v>
                </c:pt>
                <c:pt idx="3093">
                  <c:v>3.3417721518987253E-2</c:v>
                </c:pt>
                <c:pt idx="3094">
                  <c:v>3.3417721518987253E-2</c:v>
                </c:pt>
                <c:pt idx="3095">
                  <c:v>3.3670886075949369E-2</c:v>
                </c:pt>
                <c:pt idx="3096">
                  <c:v>3.3670886075949369E-2</c:v>
                </c:pt>
                <c:pt idx="3097">
                  <c:v>3.3670886075949369E-2</c:v>
                </c:pt>
                <c:pt idx="3098">
                  <c:v>3.316455696202536E-2</c:v>
                </c:pt>
                <c:pt idx="3099">
                  <c:v>3.3417721518987253E-2</c:v>
                </c:pt>
                <c:pt idx="3100">
                  <c:v>3.3417721518987253E-2</c:v>
                </c:pt>
                <c:pt idx="3101">
                  <c:v>3.3924050632911262E-2</c:v>
                </c:pt>
                <c:pt idx="3102">
                  <c:v>3.4177215189873378E-2</c:v>
                </c:pt>
                <c:pt idx="3103">
                  <c:v>3.4430379746835493E-2</c:v>
                </c:pt>
                <c:pt idx="3104">
                  <c:v>3.4430379746835493E-2</c:v>
                </c:pt>
                <c:pt idx="3105">
                  <c:v>3.3924050632911262E-2</c:v>
                </c:pt>
                <c:pt idx="3106">
                  <c:v>3.3417721518987253E-2</c:v>
                </c:pt>
                <c:pt idx="3107">
                  <c:v>3.316455696202536E-2</c:v>
                </c:pt>
                <c:pt idx="3108">
                  <c:v>3.2911392405063244E-2</c:v>
                </c:pt>
                <c:pt idx="3109">
                  <c:v>3.2911392405063244E-2</c:v>
                </c:pt>
                <c:pt idx="3110">
                  <c:v>3.2658227848101129E-2</c:v>
                </c:pt>
                <c:pt idx="3111">
                  <c:v>3.1898734177215227E-2</c:v>
                </c:pt>
                <c:pt idx="3112">
                  <c:v>3.1898734177215227E-2</c:v>
                </c:pt>
                <c:pt idx="3113">
                  <c:v>3.1898734177215227E-2</c:v>
                </c:pt>
                <c:pt idx="3114">
                  <c:v>3.1645569620253111E-2</c:v>
                </c:pt>
                <c:pt idx="3115">
                  <c:v>3.1139240506329102E-2</c:v>
                </c:pt>
                <c:pt idx="3116">
                  <c:v>3.1139240506329102E-2</c:v>
                </c:pt>
                <c:pt idx="3117">
                  <c:v>3.1139240506329102E-2</c:v>
                </c:pt>
                <c:pt idx="3118">
                  <c:v>3.0886075949366987E-2</c:v>
                </c:pt>
                <c:pt idx="3119">
                  <c:v>3.0886075949366987E-2</c:v>
                </c:pt>
                <c:pt idx="3120">
                  <c:v>3.0632911392405093E-2</c:v>
                </c:pt>
                <c:pt idx="3121">
                  <c:v>3.0126582278480862E-2</c:v>
                </c:pt>
                <c:pt idx="3122">
                  <c:v>2.9873417721518969E-2</c:v>
                </c:pt>
                <c:pt idx="3123">
                  <c:v>2.9873417721518969E-2</c:v>
                </c:pt>
                <c:pt idx="3124">
                  <c:v>2.9873417721518969E-2</c:v>
                </c:pt>
                <c:pt idx="3125">
                  <c:v>3.0379746835442978E-2</c:v>
                </c:pt>
                <c:pt idx="3126">
                  <c:v>3.0632911392405093E-2</c:v>
                </c:pt>
                <c:pt idx="3127">
                  <c:v>3.0886075949366987E-2</c:v>
                </c:pt>
                <c:pt idx="3128">
                  <c:v>3.0126582278480862E-2</c:v>
                </c:pt>
                <c:pt idx="3129">
                  <c:v>2.9620253164556853E-2</c:v>
                </c:pt>
                <c:pt idx="3130">
                  <c:v>2.9620253164556853E-2</c:v>
                </c:pt>
                <c:pt idx="3131">
                  <c:v>2.9873417721518969E-2</c:v>
                </c:pt>
                <c:pt idx="3132">
                  <c:v>3.0126582278480862E-2</c:v>
                </c:pt>
                <c:pt idx="3133">
                  <c:v>2.9873417721518969E-2</c:v>
                </c:pt>
                <c:pt idx="3134">
                  <c:v>3.0126582278480862E-2</c:v>
                </c:pt>
                <c:pt idx="3135">
                  <c:v>3.0632911392405093E-2</c:v>
                </c:pt>
                <c:pt idx="3136">
                  <c:v>3.0379746835442978E-2</c:v>
                </c:pt>
                <c:pt idx="3137">
                  <c:v>3.0126582278480862E-2</c:v>
                </c:pt>
                <c:pt idx="3138">
                  <c:v>2.9620253164556853E-2</c:v>
                </c:pt>
                <c:pt idx="3139">
                  <c:v>2.936708860759496E-2</c:v>
                </c:pt>
                <c:pt idx="3140">
                  <c:v>2.9113924050632844E-2</c:v>
                </c:pt>
                <c:pt idx="3141">
                  <c:v>2.8607594936708836E-2</c:v>
                </c:pt>
                <c:pt idx="3142">
                  <c:v>2.8607594936708836E-2</c:v>
                </c:pt>
                <c:pt idx="3143">
                  <c:v>2.8860759493670729E-2</c:v>
                </c:pt>
                <c:pt idx="3144">
                  <c:v>2.8860759493670729E-2</c:v>
                </c:pt>
                <c:pt idx="3145">
                  <c:v>2.835443037974672E-2</c:v>
                </c:pt>
                <c:pt idx="3146">
                  <c:v>2.9113924050632844E-2</c:v>
                </c:pt>
                <c:pt idx="3147">
                  <c:v>2.936708860759496E-2</c:v>
                </c:pt>
                <c:pt idx="3148">
                  <c:v>2.9113924050632844E-2</c:v>
                </c:pt>
                <c:pt idx="3149">
                  <c:v>2.936708860759496E-2</c:v>
                </c:pt>
                <c:pt idx="3150">
                  <c:v>2.9620253164556853E-2</c:v>
                </c:pt>
                <c:pt idx="3151">
                  <c:v>2.9873417721518969E-2</c:v>
                </c:pt>
                <c:pt idx="3152">
                  <c:v>2.9620253164556853E-2</c:v>
                </c:pt>
                <c:pt idx="3153">
                  <c:v>2.936708860759496E-2</c:v>
                </c:pt>
                <c:pt idx="3154">
                  <c:v>2.9113924050632844E-2</c:v>
                </c:pt>
                <c:pt idx="3155">
                  <c:v>2.8607594936708836E-2</c:v>
                </c:pt>
                <c:pt idx="3156">
                  <c:v>2.9113924050632844E-2</c:v>
                </c:pt>
                <c:pt idx="3157">
                  <c:v>2.936708860759496E-2</c:v>
                </c:pt>
                <c:pt idx="3158">
                  <c:v>2.8860759493670729E-2</c:v>
                </c:pt>
                <c:pt idx="3159">
                  <c:v>2.835443037974672E-2</c:v>
                </c:pt>
                <c:pt idx="3160">
                  <c:v>2.8860759493670729E-2</c:v>
                </c:pt>
                <c:pt idx="3161">
                  <c:v>2.936708860759496E-2</c:v>
                </c:pt>
                <c:pt idx="3162">
                  <c:v>2.936708860759496E-2</c:v>
                </c:pt>
                <c:pt idx="3163">
                  <c:v>2.9873417721518969E-2</c:v>
                </c:pt>
                <c:pt idx="3164">
                  <c:v>2.9620253164556853E-2</c:v>
                </c:pt>
                <c:pt idx="3165">
                  <c:v>2.936708860759496E-2</c:v>
                </c:pt>
                <c:pt idx="3166">
                  <c:v>2.936708860759496E-2</c:v>
                </c:pt>
                <c:pt idx="3167">
                  <c:v>2.8860759493670729E-2</c:v>
                </c:pt>
                <c:pt idx="3168">
                  <c:v>2.9873417721518969E-2</c:v>
                </c:pt>
                <c:pt idx="3169">
                  <c:v>2.9873417721518969E-2</c:v>
                </c:pt>
                <c:pt idx="3170">
                  <c:v>3.0886075949366987E-2</c:v>
                </c:pt>
                <c:pt idx="3171">
                  <c:v>3.0379746835442978E-2</c:v>
                </c:pt>
                <c:pt idx="3172">
                  <c:v>3.0379746835442978E-2</c:v>
                </c:pt>
                <c:pt idx="3173">
                  <c:v>3.1139240506329102E-2</c:v>
                </c:pt>
                <c:pt idx="3174">
                  <c:v>3.1139240506329102E-2</c:v>
                </c:pt>
                <c:pt idx="3175">
                  <c:v>3.1392405063290996E-2</c:v>
                </c:pt>
                <c:pt idx="3176">
                  <c:v>3.1645569620253111E-2</c:v>
                </c:pt>
                <c:pt idx="3177">
                  <c:v>3.1392405063290996E-2</c:v>
                </c:pt>
                <c:pt idx="3178">
                  <c:v>3.215189873417712E-2</c:v>
                </c:pt>
                <c:pt idx="3179">
                  <c:v>3.1139240506329102E-2</c:v>
                </c:pt>
                <c:pt idx="3180">
                  <c:v>3.1139240506329102E-2</c:v>
                </c:pt>
                <c:pt idx="3181">
                  <c:v>3.0632911392405093E-2</c:v>
                </c:pt>
                <c:pt idx="3182">
                  <c:v>3.0632911392405093E-2</c:v>
                </c:pt>
                <c:pt idx="3183">
                  <c:v>3.0632911392405093E-2</c:v>
                </c:pt>
                <c:pt idx="3184">
                  <c:v>3.0379746835442978E-2</c:v>
                </c:pt>
                <c:pt idx="3185">
                  <c:v>3.0126582278480862E-2</c:v>
                </c:pt>
                <c:pt idx="3186">
                  <c:v>2.9873417721518969E-2</c:v>
                </c:pt>
                <c:pt idx="3187">
                  <c:v>2.9873417721518969E-2</c:v>
                </c:pt>
                <c:pt idx="3188">
                  <c:v>2.936708860759496E-2</c:v>
                </c:pt>
                <c:pt idx="3189">
                  <c:v>2.936708860759496E-2</c:v>
                </c:pt>
                <c:pt idx="3190">
                  <c:v>2.936708860759496E-2</c:v>
                </c:pt>
                <c:pt idx="3191">
                  <c:v>2.9113924050632844E-2</c:v>
                </c:pt>
                <c:pt idx="3192">
                  <c:v>2.9873417721518969E-2</c:v>
                </c:pt>
                <c:pt idx="3193">
                  <c:v>2.8860759493670729E-2</c:v>
                </c:pt>
                <c:pt idx="3194">
                  <c:v>2.9113924050632844E-2</c:v>
                </c:pt>
                <c:pt idx="3195">
                  <c:v>2.9113924050632844E-2</c:v>
                </c:pt>
                <c:pt idx="3196">
                  <c:v>2.9113924050632844E-2</c:v>
                </c:pt>
                <c:pt idx="3197">
                  <c:v>2.8860759493670729E-2</c:v>
                </c:pt>
                <c:pt idx="3198">
                  <c:v>2.8860759493670729E-2</c:v>
                </c:pt>
                <c:pt idx="3199">
                  <c:v>2.9620253164556853E-2</c:v>
                </c:pt>
                <c:pt idx="3200">
                  <c:v>3.0126582278480862E-2</c:v>
                </c:pt>
                <c:pt idx="3201">
                  <c:v>3.0126582278480862E-2</c:v>
                </c:pt>
                <c:pt idx="3202">
                  <c:v>2.9873417721518969E-2</c:v>
                </c:pt>
                <c:pt idx="3203">
                  <c:v>2.936708860759496E-2</c:v>
                </c:pt>
                <c:pt idx="3204">
                  <c:v>2.936708860759496E-2</c:v>
                </c:pt>
                <c:pt idx="3205">
                  <c:v>2.936708860759496E-2</c:v>
                </c:pt>
                <c:pt idx="3206">
                  <c:v>2.9620253164556853E-2</c:v>
                </c:pt>
                <c:pt idx="3207">
                  <c:v>2.9620253164556853E-2</c:v>
                </c:pt>
                <c:pt idx="3208">
                  <c:v>3.0126582278480862E-2</c:v>
                </c:pt>
                <c:pt idx="3209">
                  <c:v>3.0126582278480862E-2</c:v>
                </c:pt>
                <c:pt idx="3210">
                  <c:v>2.9873417721518969E-2</c:v>
                </c:pt>
                <c:pt idx="3211">
                  <c:v>2.936708860759496E-2</c:v>
                </c:pt>
                <c:pt idx="3212">
                  <c:v>2.936708860759496E-2</c:v>
                </c:pt>
                <c:pt idx="3213">
                  <c:v>2.9620253164556853E-2</c:v>
                </c:pt>
                <c:pt idx="3214">
                  <c:v>2.9873417721518969E-2</c:v>
                </c:pt>
                <c:pt idx="3215">
                  <c:v>3.0632911392405093E-2</c:v>
                </c:pt>
                <c:pt idx="3216">
                  <c:v>3.0632911392405093E-2</c:v>
                </c:pt>
                <c:pt idx="3217">
                  <c:v>3.0632911392405093E-2</c:v>
                </c:pt>
                <c:pt idx="3218">
                  <c:v>3.0886075949366987E-2</c:v>
                </c:pt>
                <c:pt idx="3219">
                  <c:v>3.0886075949366987E-2</c:v>
                </c:pt>
                <c:pt idx="3220">
                  <c:v>3.0632911392405093E-2</c:v>
                </c:pt>
                <c:pt idx="3221">
                  <c:v>2.9873417721518969E-2</c:v>
                </c:pt>
                <c:pt idx="3222">
                  <c:v>3.0632911392405093E-2</c:v>
                </c:pt>
                <c:pt idx="3223">
                  <c:v>3.1139240506329102E-2</c:v>
                </c:pt>
                <c:pt idx="3224">
                  <c:v>3.0379746835442978E-2</c:v>
                </c:pt>
                <c:pt idx="3225">
                  <c:v>3.1139240506329102E-2</c:v>
                </c:pt>
                <c:pt idx="3226">
                  <c:v>3.1139240506329102E-2</c:v>
                </c:pt>
                <c:pt idx="3227">
                  <c:v>3.1392405063290996E-2</c:v>
                </c:pt>
                <c:pt idx="3228">
                  <c:v>3.0886075949366987E-2</c:v>
                </c:pt>
                <c:pt idx="3229">
                  <c:v>3.0632911392405093E-2</c:v>
                </c:pt>
                <c:pt idx="3230">
                  <c:v>3.0126582278480862E-2</c:v>
                </c:pt>
                <c:pt idx="3231">
                  <c:v>3.0379746835442978E-2</c:v>
                </c:pt>
                <c:pt idx="3232">
                  <c:v>3.0886075949366987E-2</c:v>
                </c:pt>
                <c:pt idx="3233">
                  <c:v>3.0886075949366987E-2</c:v>
                </c:pt>
                <c:pt idx="3234">
                  <c:v>3.0632911392405093E-2</c:v>
                </c:pt>
                <c:pt idx="3235">
                  <c:v>3.0886075949366987E-2</c:v>
                </c:pt>
                <c:pt idx="3236">
                  <c:v>#N/A</c:v>
                </c:pt>
                <c:pt idx="3237">
                  <c:v>#N/A</c:v>
                </c:pt>
                <c:pt idx="3238">
                  <c:v>3.1139240506329102E-2</c:v>
                </c:pt>
                <c:pt idx="3239">
                  <c:v>3.1392405063290996E-2</c:v>
                </c:pt>
                <c:pt idx="3240">
                  <c:v>3.1898734177215227E-2</c:v>
                </c:pt>
                <c:pt idx="3241">
                  <c:v>3.215189873417712E-2</c:v>
                </c:pt>
                <c:pt idx="3242">
                  <c:v>3.2405063291139236E-2</c:v>
                </c:pt>
                <c:pt idx="3243">
                  <c:v>3.1898734177215227E-2</c:v>
                </c:pt>
                <c:pt idx="3244">
                  <c:v>3.1898734177215227E-2</c:v>
                </c:pt>
                <c:pt idx="3245">
                  <c:v>3.1392405063290996E-2</c:v>
                </c:pt>
                <c:pt idx="3246">
                  <c:v>3.215189873417712E-2</c:v>
                </c:pt>
                <c:pt idx="3247">
                  <c:v>3.215189873417712E-2</c:v>
                </c:pt>
                <c:pt idx="3248">
                  <c:v>3.1898734177215227E-2</c:v>
                </c:pt>
                <c:pt idx="3249">
                  <c:v>3.1898734177215227E-2</c:v>
                </c:pt>
                <c:pt idx="3250">
                  <c:v>3.215189873417712E-2</c:v>
                </c:pt>
                <c:pt idx="3251">
                  <c:v>3.2405063291139236E-2</c:v>
                </c:pt>
                <c:pt idx="3252">
                  <c:v>3.2658227848101129E-2</c:v>
                </c:pt>
                <c:pt idx="3253">
                  <c:v>3.316455696202536E-2</c:v>
                </c:pt>
                <c:pt idx="3254">
                  <c:v>3.316455696202536E-2</c:v>
                </c:pt>
                <c:pt idx="3255">
                  <c:v>3.3417721518987253E-2</c:v>
                </c:pt>
                <c:pt idx="3256">
                  <c:v>3.3417721518987253E-2</c:v>
                </c:pt>
                <c:pt idx="3257">
                  <c:v>3.3670886075949369E-2</c:v>
                </c:pt>
                <c:pt idx="3258">
                  <c:v>3.3670886075949369E-2</c:v>
                </c:pt>
                <c:pt idx="3259">
                  <c:v>3.3924050632911262E-2</c:v>
                </c:pt>
                <c:pt idx="3260">
                  <c:v>3.4430379746835493E-2</c:v>
                </c:pt>
                <c:pt idx="3261">
                  <c:v>3.3924050632911262E-2</c:v>
                </c:pt>
                <c:pt idx="3262">
                  <c:v>3.3924050632911262E-2</c:v>
                </c:pt>
                <c:pt idx="3263">
                  <c:v>3.4177215189873378E-2</c:v>
                </c:pt>
                <c:pt idx="3264">
                  <c:v>3.4177215189873378E-2</c:v>
                </c:pt>
                <c:pt idx="3265">
                  <c:v>3.3924050632911262E-2</c:v>
                </c:pt>
                <c:pt idx="3266">
                  <c:v>3.3924050632911262E-2</c:v>
                </c:pt>
                <c:pt idx="3267">
                  <c:v>3.2911392405063244E-2</c:v>
                </c:pt>
                <c:pt idx="3268">
                  <c:v>3.2658227848101129E-2</c:v>
                </c:pt>
                <c:pt idx="3269">
                  <c:v>3.2911392405063244E-2</c:v>
                </c:pt>
                <c:pt idx="3270">
                  <c:v>3.3417721518987253E-2</c:v>
                </c:pt>
                <c:pt idx="3271">
                  <c:v>3.3670886075949369E-2</c:v>
                </c:pt>
                <c:pt idx="3272">
                  <c:v>#N/A</c:v>
                </c:pt>
                <c:pt idx="3273">
                  <c:v>3.316455696202536E-2</c:v>
                </c:pt>
                <c:pt idx="3274">
                  <c:v>3.2658227848101129E-2</c:v>
                </c:pt>
                <c:pt idx="3275">
                  <c:v>3.2658227848101129E-2</c:v>
                </c:pt>
                <c:pt idx="3276">
                  <c:v>3.2911392405063244E-2</c:v>
                </c:pt>
                <c:pt idx="3277">
                  <c:v>3.2911392405063244E-2</c:v>
                </c:pt>
                <c:pt idx="3278">
                  <c:v>3.2405063291139236E-2</c:v>
                </c:pt>
                <c:pt idx="3279">
                  <c:v>3.215189873417712E-2</c:v>
                </c:pt>
                <c:pt idx="3280">
                  <c:v>3.1898734177215227E-2</c:v>
                </c:pt>
                <c:pt idx="3281">
                  <c:v>3.1898734177215227E-2</c:v>
                </c:pt>
                <c:pt idx="3282">
                  <c:v>3.1645569620253111E-2</c:v>
                </c:pt>
                <c:pt idx="3283">
                  <c:v>3.215189873417712E-2</c:v>
                </c:pt>
                <c:pt idx="3284">
                  <c:v>3.2405063291139236E-2</c:v>
                </c:pt>
                <c:pt idx="3285">
                  <c:v>3.2405063291139236E-2</c:v>
                </c:pt>
                <c:pt idx="3286">
                  <c:v>3.215189873417712E-2</c:v>
                </c:pt>
                <c:pt idx="3287">
                  <c:v>3.215189873417712E-2</c:v>
                </c:pt>
                <c:pt idx="3288">
                  <c:v>3.215189873417712E-2</c:v>
                </c:pt>
                <c:pt idx="3289">
                  <c:v>3.1645569620253111E-2</c:v>
                </c:pt>
                <c:pt idx="3290">
                  <c:v>3.1898734177215227E-2</c:v>
                </c:pt>
                <c:pt idx="3291">
                  <c:v>3.2405063291139236E-2</c:v>
                </c:pt>
                <c:pt idx="3292">
                  <c:v>3.2405063291139236E-2</c:v>
                </c:pt>
                <c:pt idx="3293">
                  <c:v>3.215189873417712E-2</c:v>
                </c:pt>
                <c:pt idx="3294">
                  <c:v>3.2658227848101129E-2</c:v>
                </c:pt>
                <c:pt idx="3295">
                  <c:v>3.2911392405063244E-2</c:v>
                </c:pt>
                <c:pt idx="3296">
                  <c:v>#N/A</c:v>
                </c:pt>
                <c:pt idx="3297">
                  <c:v>#N/A</c:v>
                </c:pt>
                <c:pt idx="3298">
                  <c:v>3.3417721518987253E-2</c:v>
                </c:pt>
                <c:pt idx="3299">
                  <c:v>3.3670886075949369E-2</c:v>
                </c:pt>
                <c:pt idx="3300">
                  <c:v>3.3670886075949369E-2</c:v>
                </c:pt>
                <c:pt idx="3301">
                  <c:v>3.4430379746835493E-2</c:v>
                </c:pt>
                <c:pt idx="3302">
                  <c:v>3.3924050632911262E-2</c:v>
                </c:pt>
                <c:pt idx="3303">
                  <c:v>3.4177215189873378E-2</c:v>
                </c:pt>
                <c:pt idx="3304">
                  <c:v>3.3924050632911262E-2</c:v>
                </c:pt>
                <c:pt idx="3305">
                  <c:v>3.4430379746835493E-2</c:v>
                </c:pt>
                <c:pt idx="3306">
                  <c:v>3.4177215189873378E-2</c:v>
                </c:pt>
                <c:pt idx="3307">
                  <c:v>3.4683544303797387E-2</c:v>
                </c:pt>
                <c:pt idx="3308">
                  <c:v>3.5696202531645627E-2</c:v>
                </c:pt>
                <c:pt idx="3309">
                  <c:v>3.594936708860752E-2</c:v>
                </c:pt>
                <c:pt idx="3310">
                  <c:v>3.594936708860752E-2</c:v>
                </c:pt>
                <c:pt idx="3311">
                  <c:v>3.6202531645569636E-2</c:v>
                </c:pt>
                <c:pt idx="3312">
                  <c:v>3.6202531645569636E-2</c:v>
                </c:pt>
                <c:pt idx="3313">
                  <c:v>3.6455696202531529E-2</c:v>
                </c:pt>
                <c:pt idx="3314">
                  <c:v>3.6708860759493644E-2</c:v>
                </c:pt>
                <c:pt idx="3315">
                  <c:v>3.5696202531645627E-2</c:v>
                </c:pt>
                <c:pt idx="3316">
                  <c:v>3.5696202531645627E-2</c:v>
                </c:pt>
                <c:pt idx="3317">
                  <c:v>3.5443037974683511E-2</c:v>
                </c:pt>
                <c:pt idx="3318">
                  <c:v>3.6202531645569636E-2</c:v>
                </c:pt>
                <c:pt idx="3319">
                  <c:v>3.6202531645569636E-2</c:v>
                </c:pt>
                <c:pt idx="3320">
                  <c:v>3.6202531645569636E-2</c:v>
                </c:pt>
                <c:pt idx="3321">
                  <c:v>3.594936708860752E-2</c:v>
                </c:pt>
                <c:pt idx="3322">
                  <c:v>3.5696202531645627E-2</c:v>
                </c:pt>
                <c:pt idx="3323">
                  <c:v>3.6202531645569636E-2</c:v>
                </c:pt>
                <c:pt idx="3324">
                  <c:v>3.6202531645569636E-2</c:v>
                </c:pt>
                <c:pt idx="3325">
                  <c:v>3.6202531645569636E-2</c:v>
                </c:pt>
                <c:pt idx="3326">
                  <c:v>3.6455696202531529E-2</c:v>
                </c:pt>
                <c:pt idx="3327">
                  <c:v>3.696202531645576E-2</c:v>
                </c:pt>
                <c:pt idx="3328">
                  <c:v>3.7468354430379769E-2</c:v>
                </c:pt>
                <c:pt idx="3329">
                  <c:v>3.7468354430379769E-2</c:v>
                </c:pt>
                <c:pt idx="3330">
                  <c:v>3.7468354430379769E-2</c:v>
                </c:pt>
                <c:pt idx="3331">
                  <c:v>3.7468354430379769E-2</c:v>
                </c:pt>
                <c:pt idx="3332">
                  <c:v>3.6708860759493644E-2</c:v>
                </c:pt>
                <c:pt idx="3333">
                  <c:v>3.6202531645569636E-2</c:v>
                </c:pt>
                <c:pt idx="3334">
                  <c:v>3.5696202531645627E-2</c:v>
                </c:pt>
                <c:pt idx="3335">
                  <c:v>3.5696202531645627E-2</c:v>
                </c:pt>
                <c:pt idx="3336">
                  <c:v>3.4936708860759502E-2</c:v>
                </c:pt>
                <c:pt idx="3337">
                  <c:v>3.4683544303797387E-2</c:v>
                </c:pt>
                <c:pt idx="3338">
                  <c:v>3.4430379746835493E-2</c:v>
                </c:pt>
                <c:pt idx="3339">
                  <c:v>3.4936708860759502E-2</c:v>
                </c:pt>
                <c:pt idx="3340">
                  <c:v>3.4936708860759502E-2</c:v>
                </c:pt>
                <c:pt idx="3341">
                  <c:v>3.4683544303797387E-2</c:v>
                </c:pt>
                <c:pt idx="3342">
                  <c:v>3.5189873417721396E-2</c:v>
                </c:pt>
                <c:pt idx="3343">
                  <c:v>3.5189873417721396E-2</c:v>
                </c:pt>
                <c:pt idx="3344">
                  <c:v>3.594936708860752E-2</c:v>
                </c:pt>
                <c:pt idx="3345">
                  <c:v>3.594936708860752E-2</c:v>
                </c:pt>
                <c:pt idx="3346">
                  <c:v>3.5189873417721396E-2</c:v>
                </c:pt>
                <c:pt idx="3347">
                  <c:v>3.5189873417721396E-2</c:v>
                </c:pt>
                <c:pt idx="3348">
                  <c:v>3.4936708860759502E-2</c:v>
                </c:pt>
                <c:pt idx="3349">
                  <c:v>3.4430379746835493E-2</c:v>
                </c:pt>
                <c:pt idx="3350">
                  <c:v>3.4683544303797387E-2</c:v>
                </c:pt>
                <c:pt idx="3351">
                  <c:v>3.4683544303797387E-2</c:v>
                </c:pt>
                <c:pt idx="3352">
                  <c:v>3.4936708860759502E-2</c:v>
                </c:pt>
                <c:pt idx="3353">
                  <c:v>#N/A</c:v>
                </c:pt>
                <c:pt idx="3354">
                  <c:v>3.4683544303797387E-2</c:v>
                </c:pt>
                <c:pt idx="3355">
                  <c:v>3.4683544303797387E-2</c:v>
                </c:pt>
                <c:pt idx="3356">
                  <c:v>3.4936708860759502E-2</c:v>
                </c:pt>
                <c:pt idx="3357">
                  <c:v>3.4936708860759502E-2</c:v>
                </c:pt>
                <c:pt idx="3358">
                  <c:v>3.5443037974683511E-2</c:v>
                </c:pt>
                <c:pt idx="3359">
                  <c:v>3.5443037974683511E-2</c:v>
                </c:pt>
                <c:pt idx="3360">
                  <c:v>3.4936708860759502E-2</c:v>
                </c:pt>
                <c:pt idx="3361">
                  <c:v>#N/A</c:v>
                </c:pt>
                <c:pt idx="3362">
                  <c:v>3.5189873417721396E-2</c:v>
                </c:pt>
                <c:pt idx="3363">
                  <c:v>#N/A</c:v>
                </c:pt>
                <c:pt idx="3364">
                  <c:v>3.5443037974683511E-2</c:v>
                </c:pt>
                <c:pt idx="3365">
                  <c:v>3.594936708860752E-2</c:v>
                </c:pt>
                <c:pt idx="3366">
                  <c:v>3.6202531645569636E-2</c:v>
                </c:pt>
                <c:pt idx="3367">
                  <c:v>3.5696202531645627E-2</c:v>
                </c:pt>
                <c:pt idx="3368">
                  <c:v>3.5443037974683511E-2</c:v>
                </c:pt>
                <c:pt idx="3369">
                  <c:v>3.5443037974683511E-2</c:v>
                </c:pt>
                <c:pt idx="3370">
                  <c:v>3.5189873417721396E-2</c:v>
                </c:pt>
                <c:pt idx="3371">
                  <c:v>3.4936708860759502E-2</c:v>
                </c:pt>
                <c:pt idx="3372">
                  <c:v>3.5443037974683511E-2</c:v>
                </c:pt>
                <c:pt idx="3373">
                  <c:v>3.4936708860759502E-2</c:v>
                </c:pt>
                <c:pt idx="3374">
                  <c:v>3.4683544303797387E-2</c:v>
                </c:pt>
                <c:pt idx="3375">
                  <c:v>3.4430379746835493E-2</c:v>
                </c:pt>
                <c:pt idx="3376">
                  <c:v>3.4177215189873378E-2</c:v>
                </c:pt>
                <c:pt idx="3377">
                  <c:v>3.4177215189873378E-2</c:v>
                </c:pt>
                <c:pt idx="3378">
                  <c:v>#N/A</c:v>
                </c:pt>
                <c:pt idx="3379">
                  <c:v>3.4430379746835493E-2</c:v>
                </c:pt>
                <c:pt idx="3380">
                  <c:v>3.4936708860759502E-2</c:v>
                </c:pt>
                <c:pt idx="3381">
                  <c:v>3.4936708860759502E-2</c:v>
                </c:pt>
                <c:pt idx="3382">
                  <c:v>3.5189873417721396E-2</c:v>
                </c:pt>
                <c:pt idx="3383">
                  <c:v>3.5443037974683511E-2</c:v>
                </c:pt>
                <c:pt idx="3384">
                  <c:v>3.5443037974683511E-2</c:v>
                </c:pt>
                <c:pt idx="3385">
                  <c:v>3.5189873417721396E-2</c:v>
                </c:pt>
                <c:pt idx="3386">
                  <c:v>3.5189873417721396E-2</c:v>
                </c:pt>
                <c:pt idx="3387">
                  <c:v>3.5443037974683511E-2</c:v>
                </c:pt>
                <c:pt idx="3388">
                  <c:v>3.5443037974683511E-2</c:v>
                </c:pt>
                <c:pt idx="3389">
                  <c:v>3.5189873417721396E-2</c:v>
                </c:pt>
                <c:pt idx="3390">
                  <c:v>3.5189873417721396E-2</c:v>
                </c:pt>
                <c:pt idx="3391">
                  <c:v>3.5443037974683511E-2</c:v>
                </c:pt>
                <c:pt idx="3392">
                  <c:v>3.5443037974683511E-2</c:v>
                </c:pt>
                <c:pt idx="3393">
                  <c:v>3.5189873417721396E-2</c:v>
                </c:pt>
                <c:pt idx="3394">
                  <c:v>3.5443037974683511E-2</c:v>
                </c:pt>
                <c:pt idx="3395">
                  <c:v>3.5696202531645627E-2</c:v>
                </c:pt>
                <c:pt idx="3396">
                  <c:v>3.5443037974683511E-2</c:v>
                </c:pt>
                <c:pt idx="3397">
                  <c:v>3.4936708860759502E-2</c:v>
                </c:pt>
                <c:pt idx="3398">
                  <c:v>3.5189873417721396E-2</c:v>
                </c:pt>
                <c:pt idx="3399">
                  <c:v>3.4936708860759502E-2</c:v>
                </c:pt>
                <c:pt idx="3400">
                  <c:v>3.4430379746835493E-2</c:v>
                </c:pt>
                <c:pt idx="3401">
                  <c:v>3.4430379746835493E-2</c:v>
                </c:pt>
                <c:pt idx="3402">
                  <c:v>3.5189873417721396E-2</c:v>
                </c:pt>
                <c:pt idx="3403">
                  <c:v>3.5443037974683511E-2</c:v>
                </c:pt>
                <c:pt idx="3404">
                  <c:v>3.5696202531645627E-2</c:v>
                </c:pt>
                <c:pt idx="3405">
                  <c:v>3.5443037974683511E-2</c:v>
                </c:pt>
                <c:pt idx="3406">
                  <c:v>3.594936708860752E-2</c:v>
                </c:pt>
                <c:pt idx="3407">
                  <c:v>3.6455696202531529E-2</c:v>
                </c:pt>
                <c:pt idx="3408">
                  <c:v>3.6455696202531529E-2</c:v>
                </c:pt>
                <c:pt idx="3409">
                  <c:v>3.5696202531645627E-2</c:v>
                </c:pt>
                <c:pt idx="3410">
                  <c:v>3.5443037974683511E-2</c:v>
                </c:pt>
                <c:pt idx="3411">
                  <c:v>3.5696202531645627E-2</c:v>
                </c:pt>
                <c:pt idx="3412">
                  <c:v>3.6202531645569636E-2</c:v>
                </c:pt>
                <c:pt idx="3413">
                  <c:v>3.5696202531645627E-2</c:v>
                </c:pt>
                <c:pt idx="3414">
                  <c:v>3.5696202531645627E-2</c:v>
                </c:pt>
                <c:pt idx="3415">
                  <c:v>3.5696202531645627E-2</c:v>
                </c:pt>
                <c:pt idx="3416">
                  <c:v>3.594936708860752E-2</c:v>
                </c:pt>
                <c:pt idx="3417">
                  <c:v>#N/A</c:v>
                </c:pt>
                <c:pt idx="3418">
                  <c:v>3.5443037974683511E-2</c:v>
                </c:pt>
                <c:pt idx="3419">
                  <c:v>3.594936708860752E-2</c:v>
                </c:pt>
                <c:pt idx="3420">
                  <c:v>3.6202531645569636E-2</c:v>
                </c:pt>
                <c:pt idx="3421">
                  <c:v>3.6455696202531529E-2</c:v>
                </c:pt>
                <c:pt idx="3422">
                  <c:v>3.6202531645569636E-2</c:v>
                </c:pt>
                <c:pt idx="3423">
                  <c:v>3.5696202531645627E-2</c:v>
                </c:pt>
                <c:pt idx="3424">
                  <c:v>3.5696202531645627E-2</c:v>
                </c:pt>
                <c:pt idx="3425">
                  <c:v>3.5443037974683511E-2</c:v>
                </c:pt>
                <c:pt idx="3426">
                  <c:v>3.5696202531645627E-2</c:v>
                </c:pt>
                <c:pt idx="3427">
                  <c:v>#N/A</c:v>
                </c:pt>
                <c:pt idx="3428">
                  <c:v>3.5443037974683511E-2</c:v>
                </c:pt>
                <c:pt idx="3429">
                  <c:v>3.5443037974683511E-2</c:v>
                </c:pt>
                <c:pt idx="3430">
                  <c:v>3.4430379746835493E-2</c:v>
                </c:pt>
                <c:pt idx="3431">
                  <c:v>3.4936708860759502E-2</c:v>
                </c:pt>
                <c:pt idx="3432">
                  <c:v>3.4430379746835493E-2</c:v>
                </c:pt>
                <c:pt idx="3433">
                  <c:v>3.4430379746835493E-2</c:v>
                </c:pt>
                <c:pt idx="3434">
                  <c:v>3.4683544303797387E-2</c:v>
                </c:pt>
                <c:pt idx="3435">
                  <c:v>3.4683544303797387E-2</c:v>
                </c:pt>
                <c:pt idx="3436">
                  <c:v>3.4430379746835493E-2</c:v>
                </c:pt>
                <c:pt idx="3437">
                  <c:v>3.4936708860759502E-2</c:v>
                </c:pt>
                <c:pt idx="3438">
                  <c:v>3.4683544303797387E-2</c:v>
                </c:pt>
                <c:pt idx="3439">
                  <c:v>3.3670886075949369E-2</c:v>
                </c:pt>
                <c:pt idx="3440">
                  <c:v>3.316455696202536E-2</c:v>
                </c:pt>
                <c:pt idx="3441">
                  <c:v>3.2911392405063244E-2</c:v>
                </c:pt>
                <c:pt idx="3442">
                  <c:v>3.3417721518987253E-2</c:v>
                </c:pt>
                <c:pt idx="3443">
                  <c:v>3.3417721518987253E-2</c:v>
                </c:pt>
                <c:pt idx="3444">
                  <c:v>3.316455696202536E-2</c:v>
                </c:pt>
                <c:pt idx="3445">
                  <c:v>3.2911392405063244E-2</c:v>
                </c:pt>
                <c:pt idx="3446">
                  <c:v>3.3417721518987253E-2</c:v>
                </c:pt>
                <c:pt idx="3447">
                  <c:v>3.2911392405063244E-2</c:v>
                </c:pt>
                <c:pt idx="3448">
                  <c:v>3.2658227848101129E-2</c:v>
                </c:pt>
                <c:pt idx="3449">
                  <c:v>3.3417721518987253E-2</c:v>
                </c:pt>
                <c:pt idx="3450">
                  <c:v>3.3417721518987253E-2</c:v>
                </c:pt>
                <c:pt idx="3451">
                  <c:v>3.3670886075949369E-2</c:v>
                </c:pt>
                <c:pt idx="3452">
                  <c:v>3.5189873417721396E-2</c:v>
                </c:pt>
                <c:pt idx="3453">
                  <c:v>3.5189873417721396E-2</c:v>
                </c:pt>
                <c:pt idx="3454">
                  <c:v>3.4683544303797387E-2</c:v>
                </c:pt>
                <c:pt idx="3455">
                  <c:v>3.4936708860759502E-2</c:v>
                </c:pt>
                <c:pt idx="3456">
                  <c:v>3.5443037974683511E-2</c:v>
                </c:pt>
                <c:pt idx="3457">
                  <c:v>3.5189873417721396E-2</c:v>
                </c:pt>
                <c:pt idx="3458">
                  <c:v>3.5189873417721396E-2</c:v>
                </c:pt>
                <c:pt idx="3459">
                  <c:v>3.4936708860759502E-2</c:v>
                </c:pt>
                <c:pt idx="3460">
                  <c:v>3.5189873417721396E-2</c:v>
                </c:pt>
                <c:pt idx="3461">
                  <c:v>3.594936708860752E-2</c:v>
                </c:pt>
                <c:pt idx="3462">
                  <c:v>3.594936708860752E-2</c:v>
                </c:pt>
                <c:pt idx="3463">
                  <c:v>3.594936708860752E-2</c:v>
                </c:pt>
                <c:pt idx="3464">
                  <c:v>3.6202531645569636E-2</c:v>
                </c:pt>
                <c:pt idx="3465">
                  <c:v>3.6708860759493644E-2</c:v>
                </c:pt>
                <c:pt idx="3466">
                  <c:v>3.6708860759493644E-2</c:v>
                </c:pt>
                <c:pt idx="3467">
                  <c:v>3.6708860759493644E-2</c:v>
                </c:pt>
                <c:pt idx="3468">
                  <c:v>3.5696202531645627E-2</c:v>
                </c:pt>
                <c:pt idx="3469">
                  <c:v>3.5696202531645627E-2</c:v>
                </c:pt>
                <c:pt idx="3470">
                  <c:v>3.6455696202531529E-2</c:v>
                </c:pt>
                <c:pt idx="3471">
                  <c:v>3.6202531645569636E-2</c:v>
                </c:pt>
                <c:pt idx="3472">
                  <c:v>3.5696202531645627E-2</c:v>
                </c:pt>
                <c:pt idx="3473">
                  <c:v>3.594936708860752E-2</c:v>
                </c:pt>
                <c:pt idx="3474">
                  <c:v>3.594936708860752E-2</c:v>
                </c:pt>
                <c:pt idx="3475">
                  <c:v>3.594936708860752E-2</c:v>
                </c:pt>
                <c:pt idx="3476">
                  <c:v>3.5696202531645627E-2</c:v>
                </c:pt>
                <c:pt idx="3477">
                  <c:v>3.594936708860752E-2</c:v>
                </c:pt>
                <c:pt idx="3478">
                  <c:v>3.6202531645569636E-2</c:v>
                </c:pt>
                <c:pt idx="3479">
                  <c:v>3.6455696202531529E-2</c:v>
                </c:pt>
                <c:pt idx="3480">
                  <c:v>3.7215189873417653E-2</c:v>
                </c:pt>
                <c:pt idx="3481">
                  <c:v>3.7215189873417653E-2</c:v>
                </c:pt>
                <c:pt idx="3482">
                  <c:v>3.7215189873417653E-2</c:v>
                </c:pt>
                <c:pt idx="3483">
                  <c:v>3.7721518987341662E-2</c:v>
                </c:pt>
                <c:pt idx="3484">
                  <c:v>3.7721518987341662E-2</c:v>
                </c:pt>
                <c:pt idx="3485">
                  <c:v>3.8227848101265893E-2</c:v>
                </c:pt>
                <c:pt idx="3486">
                  <c:v>3.8481012658227787E-2</c:v>
                </c:pt>
                <c:pt idx="3487">
                  <c:v>3.9493670886076027E-2</c:v>
                </c:pt>
                <c:pt idx="3488">
                  <c:v>3.9493670886076027E-2</c:v>
                </c:pt>
                <c:pt idx="3489">
                  <c:v>4.0000000000000036E-2</c:v>
                </c:pt>
                <c:pt idx="3490">
                  <c:v>3.8734177215189902E-2</c:v>
                </c:pt>
                <c:pt idx="3491">
                  <c:v>3.8987341772151796E-2</c:v>
                </c:pt>
                <c:pt idx="3492">
                  <c:v>3.8734177215189902E-2</c:v>
                </c:pt>
                <c:pt idx="3493">
                  <c:v>3.8987341772151796E-2</c:v>
                </c:pt>
                <c:pt idx="3494">
                  <c:v>3.8987341772151796E-2</c:v>
                </c:pt>
                <c:pt idx="3495">
                  <c:v>3.9240506329113911E-2</c:v>
                </c:pt>
                <c:pt idx="3496">
                  <c:v>3.9493670886076027E-2</c:v>
                </c:pt>
                <c:pt idx="3497">
                  <c:v>3.9240506329113911E-2</c:v>
                </c:pt>
                <c:pt idx="3498">
                  <c:v>3.8734177215189902E-2</c:v>
                </c:pt>
                <c:pt idx="3499">
                  <c:v>3.8227848101265893E-2</c:v>
                </c:pt>
                <c:pt idx="3500">
                  <c:v>3.8734177215189902E-2</c:v>
                </c:pt>
                <c:pt idx="3501">
                  <c:v>3.8734177215189902E-2</c:v>
                </c:pt>
                <c:pt idx="3502">
                  <c:v>3.8481012658227787E-2</c:v>
                </c:pt>
                <c:pt idx="3503">
                  <c:v>3.8734177215189902E-2</c:v>
                </c:pt>
                <c:pt idx="3504">
                  <c:v>3.8481012658227787E-2</c:v>
                </c:pt>
                <c:pt idx="3505">
                  <c:v>3.8734177215189902E-2</c:v>
                </c:pt>
                <c:pt idx="3506">
                  <c:v>3.974683544303792E-2</c:v>
                </c:pt>
                <c:pt idx="3507">
                  <c:v>3.974683544303792E-2</c:v>
                </c:pt>
                <c:pt idx="3508">
                  <c:v>3.8987341772151796E-2</c:v>
                </c:pt>
                <c:pt idx="3509">
                  <c:v>3.9240506329113911E-2</c:v>
                </c:pt>
                <c:pt idx="3510">
                  <c:v>3.8734177215189902E-2</c:v>
                </c:pt>
                <c:pt idx="3511">
                  <c:v>3.8227848101265893E-2</c:v>
                </c:pt>
                <c:pt idx="3512">
                  <c:v>3.8227848101265893E-2</c:v>
                </c:pt>
                <c:pt idx="3513">
                  <c:v>3.8481012658227787E-2</c:v>
                </c:pt>
                <c:pt idx="3514">
                  <c:v>3.8227848101265893E-2</c:v>
                </c:pt>
                <c:pt idx="3515">
                  <c:v>3.7974683544303778E-2</c:v>
                </c:pt>
                <c:pt idx="3516">
                  <c:v>3.8227848101265893E-2</c:v>
                </c:pt>
                <c:pt idx="3517">
                  <c:v>3.8481012658227787E-2</c:v>
                </c:pt>
                <c:pt idx="3518">
                  <c:v>3.8227848101265893E-2</c:v>
                </c:pt>
                <c:pt idx="3519">
                  <c:v>#N/A</c:v>
                </c:pt>
                <c:pt idx="3520">
                  <c:v>3.8481012658227787E-2</c:v>
                </c:pt>
                <c:pt idx="3521">
                  <c:v>3.8987341772151796E-2</c:v>
                </c:pt>
                <c:pt idx="3522">
                  <c:v>3.9240506329113911E-2</c:v>
                </c:pt>
                <c:pt idx="3523">
                  <c:v>3.9240506329113911E-2</c:v>
                </c:pt>
                <c:pt idx="3524">
                  <c:v>3.9240506329113911E-2</c:v>
                </c:pt>
                <c:pt idx="3525">
                  <c:v>3.974683544303792E-2</c:v>
                </c:pt>
                <c:pt idx="3526">
                  <c:v>3.974683544303792E-2</c:v>
                </c:pt>
                <c:pt idx="3527">
                  <c:v>3.974683544303792E-2</c:v>
                </c:pt>
                <c:pt idx="3528">
                  <c:v>3.974683544303792E-2</c:v>
                </c:pt>
                <c:pt idx="3529">
                  <c:v>3.9240506329113911E-2</c:v>
                </c:pt>
                <c:pt idx="3530">
                  <c:v>3.9493670886076027E-2</c:v>
                </c:pt>
                <c:pt idx="3531">
                  <c:v>3.974683544303792E-2</c:v>
                </c:pt>
                <c:pt idx="3532">
                  <c:v>4.0000000000000036E-2</c:v>
                </c:pt>
                <c:pt idx="3533">
                  <c:v>4.0253164556961929E-2</c:v>
                </c:pt>
                <c:pt idx="3534">
                  <c:v>4.0506329113924044E-2</c:v>
                </c:pt>
                <c:pt idx="3535">
                  <c:v>4.0253164556961929E-2</c:v>
                </c:pt>
                <c:pt idx="3536">
                  <c:v>4.0000000000000036E-2</c:v>
                </c:pt>
                <c:pt idx="3537">
                  <c:v>3.974683544303792E-2</c:v>
                </c:pt>
                <c:pt idx="3538">
                  <c:v>3.974683544303792E-2</c:v>
                </c:pt>
                <c:pt idx="3539">
                  <c:v>4.0506329113924044E-2</c:v>
                </c:pt>
                <c:pt idx="3540">
                  <c:v>4.0253164556961929E-2</c:v>
                </c:pt>
                <c:pt idx="3541">
                  <c:v>4.075949367088616E-2</c:v>
                </c:pt>
                <c:pt idx="3542">
                  <c:v>4.0506329113924044E-2</c:v>
                </c:pt>
                <c:pt idx="3543">
                  <c:v>4.0506329113924044E-2</c:v>
                </c:pt>
                <c:pt idx="3544">
                  <c:v>4.1012658227848053E-2</c:v>
                </c:pt>
                <c:pt idx="3545">
                  <c:v>4.1265822784810169E-2</c:v>
                </c:pt>
                <c:pt idx="3546">
                  <c:v>4.1265822784810169E-2</c:v>
                </c:pt>
                <c:pt idx="3547">
                  <c:v>4.1012658227848053E-2</c:v>
                </c:pt>
                <c:pt idx="3548">
                  <c:v>4.1012658227848053E-2</c:v>
                </c:pt>
                <c:pt idx="3549">
                  <c:v>4.075949367088616E-2</c:v>
                </c:pt>
                <c:pt idx="3550">
                  <c:v>4.0506329113924044E-2</c:v>
                </c:pt>
                <c:pt idx="3551">
                  <c:v>4.0253164556961929E-2</c:v>
                </c:pt>
                <c:pt idx="3552">
                  <c:v>4.0000000000000036E-2</c:v>
                </c:pt>
                <c:pt idx="3553">
                  <c:v>4.0000000000000036E-2</c:v>
                </c:pt>
                <c:pt idx="3554">
                  <c:v>4.1012658227848053E-2</c:v>
                </c:pt>
                <c:pt idx="3555">
                  <c:v>4.1012658227848053E-2</c:v>
                </c:pt>
                <c:pt idx="3556">
                  <c:v>4.075949367088616E-2</c:v>
                </c:pt>
                <c:pt idx="3557">
                  <c:v>4.1265822784810169E-2</c:v>
                </c:pt>
                <c:pt idx="3558">
                  <c:v>4.1265822784810169E-2</c:v>
                </c:pt>
                <c:pt idx="3559">
                  <c:v>4.1012658227848053E-2</c:v>
                </c:pt>
                <c:pt idx="3560">
                  <c:v>4.1012658227848053E-2</c:v>
                </c:pt>
                <c:pt idx="3561">
                  <c:v>4.0506329113924044E-2</c:v>
                </c:pt>
                <c:pt idx="3562">
                  <c:v>4.1012658227848053E-2</c:v>
                </c:pt>
                <c:pt idx="3563">
                  <c:v>4.1012658227848053E-2</c:v>
                </c:pt>
                <c:pt idx="3564">
                  <c:v>4.1012658227848053E-2</c:v>
                </c:pt>
                <c:pt idx="3565">
                  <c:v>4.1012658227848053E-2</c:v>
                </c:pt>
                <c:pt idx="3566">
                  <c:v>4.1265822784810169E-2</c:v>
                </c:pt>
                <c:pt idx="3567">
                  <c:v>4.1265822784810169E-2</c:v>
                </c:pt>
                <c:pt idx="3568">
                  <c:v>4.1518987341772062E-2</c:v>
                </c:pt>
                <c:pt idx="3569">
                  <c:v>4.1518987341772062E-2</c:v>
                </c:pt>
                <c:pt idx="3570">
                  <c:v>4.1772151898734178E-2</c:v>
                </c:pt>
                <c:pt idx="3571">
                  <c:v>4.1772151898734178E-2</c:v>
                </c:pt>
                <c:pt idx="3572">
                  <c:v>4.1772151898734178E-2</c:v>
                </c:pt>
                <c:pt idx="3573">
                  <c:v>4.1265822784810169E-2</c:v>
                </c:pt>
                <c:pt idx="3574">
                  <c:v>4.075949367088616E-2</c:v>
                </c:pt>
                <c:pt idx="3575">
                  <c:v>4.0506329113924044E-2</c:v>
                </c:pt>
                <c:pt idx="3576">
                  <c:v>4.075949367088616E-2</c:v>
                </c:pt>
                <c:pt idx="3577">
                  <c:v>4.075949367088616E-2</c:v>
                </c:pt>
                <c:pt idx="3578">
                  <c:v>4.0253164556961929E-2</c:v>
                </c:pt>
                <c:pt idx="3579">
                  <c:v>4.0000000000000036E-2</c:v>
                </c:pt>
                <c:pt idx="3580">
                  <c:v>4.0000000000000036E-2</c:v>
                </c:pt>
                <c:pt idx="3581">
                  <c:v>3.974683544303792E-2</c:v>
                </c:pt>
                <c:pt idx="3582">
                  <c:v>4.0000000000000036E-2</c:v>
                </c:pt>
                <c:pt idx="3583">
                  <c:v>4.0000000000000036E-2</c:v>
                </c:pt>
                <c:pt idx="3584">
                  <c:v>4.0253164556961929E-2</c:v>
                </c:pt>
                <c:pt idx="3585">
                  <c:v>4.0000000000000036E-2</c:v>
                </c:pt>
                <c:pt idx="3586">
                  <c:v>4.0000000000000036E-2</c:v>
                </c:pt>
                <c:pt idx="3587">
                  <c:v>4.0253164556961929E-2</c:v>
                </c:pt>
                <c:pt idx="3588">
                  <c:v>4.0253164556961929E-2</c:v>
                </c:pt>
                <c:pt idx="3589">
                  <c:v>#N/A</c:v>
                </c:pt>
                <c:pt idx="3590">
                  <c:v>3.974683544303792E-2</c:v>
                </c:pt>
                <c:pt idx="3591">
                  <c:v>3.9493670886076027E-2</c:v>
                </c:pt>
                <c:pt idx="3592">
                  <c:v>3.8987341772151796E-2</c:v>
                </c:pt>
                <c:pt idx="3593">
                  <c:v>3.8734177215189902E-2</c:v>
                </c:pt>
                <c:pt idx="3594">
                  <c:v>3.8227848101265893E-2</c:v>
                </c:pt>
                <c:pt idx="3595">
                  <c:v>3.8481012658227787E-2</c:v>
                </c:pt>
                <c:pt idx="3596">
                  <c:v>3.8734177215189902E-2</c:v>
                </c:pt>
                <c:pt idx="3597">
                  <c:v>3.9240506329113911E-2</c:v>
                </c:pt>
                <c:pt idx="3598">
                  <c:v>3.9240506329113911E-2</c:v>
                </c:pt>
                <c:pt idx="3599">
                  <c:v>3.8987341772151796E-2</c:v>
                </c:pt>
                <c:pt idx="3600">
                  <c:v>3.8734177215189902E-2</c:v>
                </c:pt>
                <c:pt idx="3601">
                  <c:v>3.8987341772151796E-2</c:v>
                </c:pt>
                <c:pt idx="3602">
                  <c:v>3.9493670886076027E-2</c:v>
                </c:pt>
                <c:pt idx="3603">
                  <c:v>3.9493670886076027E-2</c:v>
                </c:pt>
                <c:pt idx="3604">
                  <c:v>3.974683544303792E-2</c:v>
                </c:pt>
                <c:pt idx="3605">
                  <c:v>#N/A</c:v>
                </c:pt>
                <c:pt idx="3606">
                  <c:v>3.974683544303792E-2</c:v>
                </c:pt>
                <c:pt idx="3607">
                  <c:v>4.0000000000000036E-2</c:v>
                </c:pt>
                <c:pt idx="3608">
                  <c:v>3.9493670886076027E-2</c:v>
                </c:pt>
                <c:pt idx="3609">
                  <c:v>3.9240506329113911E-2</c:v>
                </c:pt>
                <c:pt idx="3610">
                  <c:v>3.8734177215189902E-2</c:v>
                </c:pt>
                <c:pt idx="3611">
                  <c:v>3.8734177215189902E-2</c:v>
                </c:pt>
                <c:pt idx="3612">
                  <c:v>3.8734177215189902E-2</c:v>
                </c:pt>
                <c:pt idx="3613">
                  <c:v>3.8987341772151796E-2</c:v>
                </c:pt>
                <c:pt idx="3614">
                  <c:v>3.8734177215189902E-2</c:v>
                </c:pt>
                <c:pt idx="3615">
                  <c:v>3.8734177215189902E-2</c:v>
                </c:pt>
                <c:pt idx="3616">
                  <c:v>3.8734177215189902E-2</c:v>
                </c:pt>
                <c:pt idx="3617">
                  <c:v>3.9240506329113911E-2</c:v>
                </c:pt>
                <c:pt idx="3618">
                  <c:v>#N/A</c:v>
                </c:pt>
                <c:pt idx="3619">
                  <c:v>3.9493670886076027E-2</c:v>
                </c:pt>
                <c:pt idx="3620">
                  <c:v>3.9240506329113911E-2</c:v>
                </c:pt>
                <c:pt idx="3621">
                  <c:v>3.8987341772151796E-2</c:v>
                </c:pt>
                <c:pt idx="3622">
                  <c:v>3.8734177215189902E-2</c:v>
                </c:pt>
                <c:pt idx="3623">
                  <c:v>3.8481012658227787E-2</c:v>
                </c:pt>
                <c:pt idx="3624">
                  <c:v>3.8481012658227787E-2</c:v>
                </c:pt>
                <c:pt idx="3625">
                  <c:v>3.8481012658227787E-2</c:v>
                </c:pt>
                <c:pt idx="3626">
                  <c:v>#N/A</c:v>
                </c:pt>
                <c:pt idx="3627">
                  <c:v>3.8734177215189902E-2</c:v>
                </c:pt>
                <c:pt idx="3628">
                  <c:v>3.8481012658227787E-2</c:v>
                </c:pt>
                <c:pt idx="3629">
                  <c:v>3.8734177215189902E-2</c:v>
                </c:pt>
                <c:pt idx="3630">
                  <c:v>3.8481012658227787E-2</c:v>
                </c:pt>
                <c:pt idx="3631">
                  <c:v>3.8734177215189902E-2</c:v>
                </c:pt>
                <c:pt idx="3632">
                  <c:v>3.8734177215189902E-2</c:v>
                </c:pt>
                <c:pt idx="3633">
                  <c:v>3.8987341772151796E-2</c:v>
                </c:pt>
                <c:pt idx="3634">
                  <c:v>3.9240506329113911E-2</c:v>
                </c:pt>
                <c:pt idx="3635">
                  <c:v>3.9240506329113911E-2</c:v>
                </c:pt>
                <c:pt idx="3636">
                  <c:v>3.9493670886076027E-2</c:v>
                </c:pt>
                <c:pt idx="3637">
                  <c:v>4.0000000000000036E-2</c:v>
                </c:pt>
                <c:pt idx="3638">
                  <c:v>4.0253164556961929E-2</c:v>
                </c:pt>
                <c:pt idx="3639">
                  <c:v>4.075949367088616E-2</c:v>
                </c:pt>
                <c:pt idx="3640">
                  <c:v>4.075949367088616E-2</c:v>
                </c:pt>
                <c:pt idx="3641">
                  <c:v>4.075949367088616E-2</c:v>
                </c:pt>
                <c:pt idx="3642">
                  <c:v>4.1265822784810169E-2</c:v>
                </c:pt>
                <c:pt idx="3643">
                  <c:v>4.075949367088616E-2</c:v>
                </c:pt>
                <c:pt idx="3644">
                  <c:v>4.1012658227848053E-2</c:v>
                </c:pt>
                <c:pt idx="3645">
                  <c:v>4.1012658227848053E-2</c:v>
                </c:pt>
                <c:pt idx="3646">
                  <c:v>4.1265822784810169E-2</c:v>
                </c:pt>
                <c:pt idx="3647">
                  <c:v>4.075949367088616E-2</c:v>
                </c:pt>
                <c:pt idx="3648">
                  <c:v>4.1012658227848053E-2</c:v>
                </c:pt>
                <c:pt idx="3649">
                  <c:v>4.1012658227848053E-2</c:v>
                </c:pt>
                <c:pt idx="3650">
                  <c:v>4.0506329113924044E-2</c:v>
                </c:pt>
                <c:pt idx="3651">
                  <c:v>4.0506329113924044E-2</c:v>
                </c:pt>
                <c:pt idx="3652">
                  <c:v>3.974683544303792E-2</c:v>
                </c:pt>
                <c:pt idx="3653">
                  <c:v>4.0000000000000036E-2</c:v>
                </c:pt>
                <c:pt idx="3654">
                  <c:v>3.9493670886076027E-2</c:v>
                </c:pt>
                <c:pt idx="3655">
                  <c:v>4.0000000000000036E-2</c:v>
                </c:pt>
                <c:pt idx="3656">
                  <c:v>4.0253164556961929E-2</c:v>
                </c:pt>
                <c:pt idx="3657">
                  <c:v>4.0506329113924044E-2</c:v>
                </c:pt>
                <c:pt idx="3658">
                  <c:v>4.075949367088616E-2</c:v>
                </c:pt>
                <c:pt idx="3659">
                  <c:v>4.1012658227848053E-2</c:v>
                </c:pt>
                <c:pt idx="3660">
                  <c:v>4.1012658227848053E-2</c:v>
                </c:pt>
                <c:pt idx="3661">
                  <c:v>4.075949367088616E-2</c:v>
                </c:pt>
                <c:pt idx="3662">
                  <c:v>4.1012658227848053E-2</c:v>
                </c:pt>
                <c:pt idx="3663">
                  <c:v>4.1012658227848053E-2</c:v>
                </c:pt>
                <c:pt idx="3664">
                  <c:v>4.1012658227848053E-2</c:v>
                </c:pt>
                <c:pt idx="3665">
                  <c:v>4.1265822784810169E-2</c:v>
                </c:pt>
                <c:pt idx="3666">
                  <c:v>4.0253164556961929E-2</c:v>
                </c:pt>
                <c:pt idx="3667">
                  <c:v>4.0253164556961929E-2</c:v>
                </c:pt>
                <c:pt idx="3668">
                  <c:v>4.075949367088616E-2</c:v>
                </c:pt>
                <c:pt idx="3669">
                  <c:v>4.1265822784810169E-2</c:v>
                </c:pt>
                <c:pt idx="3670">
                  <c:v>4.075949367088616E-2</c:v>
                </c:pt>
                <c:pt idx="3671">
                  <c:v>4.0506329113924044E-2</c:v>
                </c:pt>
                <c:pt idx="3672">
                  <c:v>4.0506329113924044E-2</c:v>
                </c:pt>
                <c:pt idx="3673">
                  <c:v>4.0000000000000036E-2</c:v>
                </c:pt>
                <c:pt idx="3674">
                  <c:v>#N/A</c:v>
                </c:pt>
                <c:pt idx="3675">
                  <c:v>4.0506329113924044E-2</c:v>
                </c:pt>
                <c:pt idx="3676">
                  <c:v>4.0000000000000036E-2</c:v>
                </c:pt>
                <c:pt idx="3677">
                  <c:v>3.9493670886076027E-2</c:v>
                </c:pt>
                <c:pt idx="3678">
                  <c:v>3.974683544303792E-2</c:v>
                </c:pt>
                <c:pt idx="3679">
                  <c:v>3.9493670886076027E-2</c:v>
                </c:pt>
                <c:pt idx="3680">
                  <c:v>3.9240506329113911E-2</c:v>
                </c:pt>
                <c:pt idx="3681">
                  <c:v>3.9493670886076027E-2</c:v>
                </c:pt>
                <c:pt idx="3682">
                  <c:v>3.8987341772151796E-2</c:v>
                </c:pt>
                <c:pt idx="3683">
                  <c:v>3.8481012658227787E-2</c:v>
                </c:pt>
                <c:pt idx="3684">
                  <c:v>3.8481012658227787E-2</c:v>
                </c:pt>
                <c:pt idx="3685">
                  <c:v>3.8481012658227787E-2</c:v>
                </c:pt>
                <c:pt idx="3686">
                  <c:v>3.8481012658227787E-2</c:v>
                </c:pt>
                <c:pt idx="3687">
                  <c:v>3.8227848101265893E-2</c:v>
                </c:pt>
                <c:pt idx="3688">
                  <c:v>3.7974683544303778E-2</c:v>
                </c:pt>
                <c:pt idx="3689">
                  <c:v>3.7974683544303778E-2</c:v>
                </c:pt>
                <c:pt idx="3690">
                  <c:v>3.8227848101265893E-2</c:v>
                </c:pt>
                <c:pt idx="3691">
                  <c:v>3.8481012658227787E-2</c:v>
                </c:pt>
                <c:pt idx="3692">
                  <c:v>3.8481012658227787E-2</c:v>
                </c:pt>
                <c:pt idx="3693">
                  <c:v>3.7974683544303778E-2</c:v>
                </c:pt>
                <c:pt idx="3694">
                  <c:v>3.7468354430379769E-2</c:v>
                </c:pt>
                <c:pt idx="3695">
                  <c:v>3.7468354430379769E-2</c:v>
                </c:pt>
                <c:pt idx="3696">
                  <c:v>3.7215189873417653E-2</c:v>
                </c:pt>
                <c:pt idx="3697">
                  <c:v>3.7215189873417653E-2</c:v>
                </c:pt>
                <c:pt idx="3698">
                  <c:v>3.696202531645576E-2</c:v>
                </c:pt>
                <c:pt idx="3699">
                  <c:v>3.6708860759493644E-2</c:v>
                </c:pt>
                <c:pt idx="3700">
                  <c:v>3.7215189873417653E-2</c:v>
                </c:pt>
                <c:pt idx="3701">
                  <c:v>3.7215189873417653E-2</c:v>
                </c:pt>
                <c:pt idx="3702">
                  <c:v>3.7215189873417653E-2</c:v>
                </c:pt>
                <c:pt idx="3703">
                  <c:v>3.7468354430379769E-2</c:v>
                </c:pt>
                <c:pt idx="3704">
                  <c:v>3.7721518987341662E-2</c:v>
                </c:pt>
                <c:pt idx="3705">
                  <c:v>3.7974683544303778E-2</c:v>
                </c:pt>
                <c:pt idx="3706">
                  <c:v>3.7721518987341662E-2</c:v>
                </c:pt>
                <c:pt idx="3707">
                  <c:v>3.7974683544303778E-2</c:v>
                </c:pt>
                <c:pt idx="3708">
                  <c:v>3.7468354430379769E-2</c:v>
                </c:pt>
                <c:pt idx="3709">
                  <c:v>3.7721518987341662E-2</c:v>
                </c:pt>
                <c:pt idx="3710">
                  <c:v>3.7468354430379769E-2</c:v>
                </c:pt>
                <c:pt idx="3711">
                  <c:v>3.7215189873417653E-2</c:v>
                </c:pt>
                <c:pt idx="3712">
                  <c:v>3.7721518987341662E-2</c:v>
                </c:pt>
                <c:pt idx="3713">
                  <c:v>3.7974683544303778E-2</c:v>
                </c:pt>
                <c:pt idx="3714">
                  <c:v>3.7468354430379769E-2</c:v>
                </c:pt>
                <c:pt idx="3715">
                  <c:v>3.7974683544303778E-2</c:v>
                </c:pt>
                <c:pt idx="3716">
                  <c:v>3.7974683544303778E-2</c:v>
                </c:pt>
                <c:pt idx="3717">
                  <c:v>#N/A</c:v>
                </c:pt>
                <c:pt idx="3718">
                  <c:v>3.7721518987341662E-2</c:v>
                </c:pt>
                <c:pt idx="3719">
                  <c:v>3.7468354430379769E-2</c:v>
                </c:pt>
                <c:pt idx="3720">
                  <c:v>3.696202531645576E-2</c:v>
                </c:pt>
                <c:pt idx="3721">
                  <c:v>3.7215189873417653E-2</c:v>
                </c:pt>
                <c:pt idx="3722">
                  <c:v>3.7215189873417653E-2</c:v>
                </c:pt>
                <c:pt idx="3723">
                  <c:v>3.7215189873417653E-2</c:v>
                </c:pt>
                <c:pt idx="3724">
                  <c:v>3.696202531645576E-2</c:v>
                </c:pt>
                <c:pt idx="3725">
                  <c:v>3.7721518987341662E-2</c:v>
                </c:pt>
                <c:pt idx="3726">
                  <c:v>3.7468354430379769E-2</c:v>
                </c:pt>
                <c:pt idx="3727">
                  <c:v>3.7721518987341662E-2</c:v>
                </c:pt>
                <c:pt idx="3728">
                  <c:v>3.7721518987341662E-2</c:v>
                </c:pt>
                <c:pt idx="3729">
                  <c:v>3.8227848101265893E-2</c:v>
                </c:pt>
                <c:pt idx="3730">
                  <c:v>3.8734177215189902E-2</c:v>
                </c:pt>
                <c:pt idx="3731">
                  <c:v>3.8734177215189902E-2</c:v>
                </c:pt>
                <c:pt idx="3732">
                  <c:v>3.8734177215189902E-2</c:v>
                </c:pt>
                <c:pt idx="3733">
                  <c:v>3.8481012658227787E-2</c:v>
                </c:pt>
                <c:pt idx="3734">
                  <c:v>3.8227848101265893E-2</c:v>
                </c:pt>
                <c:pt idx="3735">
                  <c:v>#N/A</c:v>
                </c:pt>
                <c:pt idx="3736">
                  <c:v>3.8227848101265893E-2</c:v>
                </c:pt>
                <c:pt idx="3737">
                  <c:v>3.8227848101265893E-2</c:v>
                </c:pt>
                <c:pt idx="3738">
                  <c:v>3.7468354430379769E-2</c:v>
                </c:pt>
                <c:pt idx="3739">
                  <c:v>#N/A</c:v>
                </c:pt>
                <c:pt idx="3740">
                  <c:v>3.7721518987341662E-2</c:v>
                </c:pt>
                <c:pt idx="3741">
                  <c:v>#N/A</c:v>
                </c:pt>
                <c:pt idx="3742">
                  <c:v>3.8734177215189902E-2</c:v>
                </c:pt>
                <c:pt idx="3743">
                  <c:v>3.8734177215189902E-2</c:v>
                </c:pt>
                <c:pt idx="3744">
                  <c:v>3.7974683544303778E-2</c:v>
                </c:pt>
                <c:pt idx="3745">
                  <c:v>3.8227848101265893E-2</c:v>
                </c:pt>
                <c:pt idx="3746">
                  <c:v>3.8227848101265893E-2</c:v>
                </c:pt>
                <c:pt idx="3747">
                  <c:v>3.8227848101265893E-2</c:v>
                </c:pt>
                <c:pt idx="3748">
                  <c:v>3.8227848101265893E-2</c:v>
                </c:pt>
                <c:pt idx="3749">
                  <c:v>3.8227848101265893E-2</c:v>
                </c:pt>
                <c:pt idx="3750">
                  <c:v>3.8481012658227787E-2</c:v>
                </c:pt>
                <c:pt idx="3751">
                  <c:v>#N/A</c:v>
                </c:pt>
                <c:pt idx="3752">
                  <c:v>3.8734177215189902E-2</c:v>
                </c:pt>
                <c:pt idx="3753">
                  <c:v>3.8734177215189902E-2</c:v>
                </c:pt>
                <c:pt idx="3754">
                  <c:v>3.8227848101265893E-2</c:v>
                </c:pt>
                <c:pt idx="3755">
                  <c:v>3.7721518987341662E-2</c:v>
                </c:pt>
                <c:pt idx="3756">
                  <c:v>3.7974683544303778E-2</c:v>
                </c:pt>
                <c:pt idx="3757">
                  <c:v>3.8227848101265893E-2</c:v>
                </c:pt>
                <c:pt idx="3758">
                  <c:v>3.8227848101265893E-2</c:v>
                </c:pt>
                <c:pt idx="3759">
                  <c:v>3.7721518987341662E-2</c:v>
                </c:pt>
                <c:pt idx="3760">
                  <c:v>3.7721518987341662E-2</c:v>
                </c:pt>
                <c:pt idx="3761">
                  <c:v>3.7974683544303778E-2</c:v>
                </c:pt>
                <c:pt idx="3762">
                  <c:v>3.7974683544303778E-2</c:v>
                </c:pt>
                <c:pt idx="3763">
                  <c:v>#N/A</c:v>
                </c:pt>
                <c:pt idx="3764">
                  <c:v>3.7721518987341662E-2</c:v>
                </c:pt>
                <c:pt idx="3765">
                  <c:v>3.7974683544303778E-2</c:v>
                </c:pt>
                <c:pt idx="3766">
                  <c:v>3.7974683544303778E-2</c:v>
                </c:pt>
                <c:pt idx="3767">
                  <c:v>3.7974683544303778E-2</c:v>
                </c:pt>
                <c:pt idx="3768">
                  <c:v>3.8227848101265893E-2</c:v>
                </c:pt>
                <c:pt idx="3769">
                  <c:v>3.8227848101265893E-2</c:v>
                </c:pt>
                <c:pt idx="3770">
                  <c:v>3.8227848101265893E-2</c:v>
                </c:pt>
                <c:pt idx="3771">
                  <c:v>3.7974683544303778E-2</c:v>
                </c:pt>
                <c:pt idx="3772">
                  <c:v>3.7721518987341662E-2</c:v>
                </c:pt>
                <c:pt idx="3773">
                  <c:v>3.7721518987341662E-2</c:v>
                </c:pt>
                <c:pt idx="3774">
                  <c:v>3.7721518987341662E-2</c:v>
                </c:pt>
                <c:pt idx="3775">
                  <c:v>3.7215189873417653E-2</c:v>
                </c:pt>
                <c:pt idx="3776">
                  <c:v>3.7468354430379769E-2</c:v>
                </c:pt>
                <c:pt idx="3777">
                  <c:v>3.7215189873417653E-2</c:v>
                </c:pt>
                <c:pt idx="3778">
                  <c:v>3.696202531645576E-2</c:v>
                </c:pt>
                <c:pt idx="3779">
                  <c:v>3.6708860759493644E-2</c:v>
                </c:pt>
                <c:pt idx="3780">
                  <c:v>3.696202531645576E-2</c:v>
                </c:pt>
                <c:pt idx="3781">
                  <c:v>3.7215189873417653E-2</c:v>
                </c:pt>
                <c:pt idx="3782">
                  <c:v>3.696202531645576E-2</c:v>
                </c:pt>
                <c:pt idx="3783">
                  <c:v>3.696202531645576E-2</c:v>
                </c:pt>
                <c:pt idx="3784">
                  <c:v>3.6708860759493644E-2</c:v>
                </c:pt>
                <c:pt idx="3785">
                  <c:v>3.696202531645576E-2</c:v>
                </c:pt>
                <c:pt idx="3786">
                  <c:v>3.696202531645576E-2</c:v>
                </c:pt>
                <c:pt idx="3787">
                  <c:v>3.6708860759493644E-2</c:v>
                </c:pt>
                <c:pt idx="3788">
                  <c:v>3.6455696202531529E-2</c:v>
                </c:pt>
                <c:pt idx="3789">
                  <c:v>3.594936708860752E-2</c:v>
                </c:pt>
                <c:pt idx="3790">
                  <c:v>3.594936708860752E-2</c:v>
                </c:pt>
                <c:pt idx="3791">
                  <c:v>3.594936708860752E-2</c:v>
                </c:pt>
                <c:pt idx="3792">
                  <c:v>3.6455696202531529E-2</c:v>
                </c:pt>
                <c:pt idx="3793">
                  <c:v>3.6708860759493644E-2</c:v>
                </c:pt>
                <c:pt idx="3794">
                  <c:v>3.696202531645576E-2</c:v>
                </c:pt>
                <c:pt idx="3795">
                  <c:v>3.696202531645576E-2</c:v>
                </c:pt>
                <c:pt idx="3796">
                  <c:v>3.696202531645576E-2</c:v>
                </c:pt>
                <c:pt idx="3797">
                  <c:v>3.7721518987341662E-2</c:v>
                </c:pt>
                <c:pt idx="3798">
                  <c:v>3.7721518987341662E-2</c:v>
                </c:pt>
                <c:pt idx="3799">
                  <c:v>3.7468354430379769E-2</c:v>
                </c:pt>
                <c:pt idx="3800">
                  <c:v>3.7468354430379769E-2</c:v>
                </c:pt>
                <c:pt idx="3801">
                  <c:v>3.7721518987341662E-2</c:v>
                </c:pt>
                <c:pt idx="3802">
                  <c:v>3.7974683544303778E-2</c:v>
                </c:pt>
                <c:pt idx="3803">
                  <c:v>3.7974683544303778E-2</c:v>
                </c:pt>
                <c:pt idx="3804">
                  <c:v>3.8734177215189902E-2</c:v>
                </c:pt>
                <c:pt idx="3805">
                  <c:v>3.8227848101265893E-2</c:v>
                </c:pt>
                <c:pt idx="3806">
                  <c:v>3.8734177215189902E-2</c:v>
                </c:pt>
                <c:pt idx="3807">
                  <c:v>3.9240506329113911E-2</c:v>
                </c:pt>
                <c:pt idx="3808">
                  <c:v>3.8734177215189902E-2</c:v>
                </c:pt>
                <c:pt idx="3809">
                  <c:v>3.8481012658227787E-2</c:v>
                </c:pt>
                <c:pt idx="3810">
                  <c:v>3.8481012658227787E-2</c:v>
                </c:pt>
                <c:pt idx="3811">
                  <c:v>3.8481012658227787E-2</c:v>
                </c:pt>
                <c:pt idx="3812">
                  <c:v>3.7974683544303778E-2</c:v>
                </c:pt>
                <c:pt idx="3813">
                  <c:v>3.7721518987341662E-2</c:v>
                </c:pt>
                <c:pt idx="3814">
                  <c:v>3.7468354430379769E-2</c:v>
                </c:pt>
                <c:pt idx="3815">
                  <c:v>3.7468354430379769E-2</c:v>
                </c:pt>
                <c:pt idx="3816">
                  <c:v>3.7215189873417653E-2</c:v>
                </c:pt>
                <c:pt idx="3817">
                  <c:v>3.7468354430379769E-2</c:v>
                </c:pt>
                <c:pt idx="3818">
                  <c:v>3.7468354430379769E-2</c:v>
                </c:pt>
                <c:pt idx="3819">
                  <c:v>3.7721518987341662E-2</c:v>
                </c:pt>
                <c:pt idx="3820">
                  <c:v>3.8227848101265893E-2</c:v>
                </c:pt>
                <c:pt idx="3821">
                  <c:v>3.7974683544303778E-2</c:v>
                </c:pt>
                <c:pt idx="3822">
                  <c:v>3.8227848101265893E-2</c:v>
                </c:pt>
                <c:pt idx="3823">
                  <c:v>3.8227848101265893E-2</c:v>
                </c:pt>
                <c:pt idx="3824">
                  <c:v>3.7974683544303778E-2</c:v>
                </c:pt>
                <c:pt idx="3825">
                  <c:v>3.7721518987341662E-2</c:v>
                </c:pt>
                <c:pt idx="3826">
                  <c:v>3.7215189873417653E-2</c:v>
                </c:pt>
                <c:pt idx="3827">
                  <c:v>#N/A</c:v>
                </c:pt>
                <c:pt idx="3828">
                  <c:v>3.7215189873417653E-2</c:v>
                </c:pt>
                <c:pt idx="3829">
                  <c:v>3.7215189873417653E-2</c:v>
                </c:pt>
                <c:pt idx="3830">
                  <c:v>3.7721518987341662E-2</c:v>
                </c:pt>
                <c:pt idx="3831">
                  <c:v>3.7721518987341662E-2</c:v>
                </c:pt>
                <c:pt idx="3832">
                  <c:v>3.7721518987341662E-2</c:v>
                </c:pt>
                <c:pt idx="3833">
                  <c:v>3.7721518987341662E-2</c:v>
                </c:pt>
                <c:pt idx="3834">
                  <c:v>3.7468354430379769E-2</c:v>
                </c:pt>
                <c:pt idx="3835">
                  <c:v>3.7721518987341662E-2</c:v>
                </c:pt>
                <c:pt idx="3836">
                  <c:v>3.7974683544303778E-2</c:v>
                </c:pt>
                <c:pt idx="3837">
                  <c:v>3.8481012658227787E-2</c:v>
                </c:pt>
                <c:pt idx="3838">
                  <c:v>3.8481012658227787E-2</c:v>
                </c:pt>
                <c:pt idx="3839">
                  <c:v>3.8481012658227787E-2</c:v>
                </c:pt>
                <c:pt idx="3840">
                  <c:v>#N/A</c:v>
                </c:pt>
                <c:pt idx="3841">
                  <c:v>3.8734177215189902E-2</c:v>
                </c:pt>
                <c:pt idx="3842">
                  <c:v>3.8987341772151796E-2</c:v>
                </c:pt>
                <c:pt idx="3843">
                  <c:v>3.9240506329113911E-2</c:v>
                </c:pt>
                <c:pt idx="3844">
                  <c:v>3.974683544303792E-2</c:v>
                </c:pt>
                <c:pt idx="3845">
                  <c:v>3.9240506329113911E-2</c:v>
                </c:pt>
                <c:pt idx="3846">
                  <c:v>3.9493670886076027E-2</c:v>
                </c:pt>
                <c:pt idx="3847">
                  <c:v>3.974683544303792E-2</c:v>
                </c:pt>
                <c:pt idx="3848">
                  <c:v>4.0506329113924044E-2</c:v>
                </c:pt>
                <c:pt idx="3849">
                  <c:v>4.0253164556961929E-2</c:v>
                </c:pt>
                <c:pt idx="3850">
                  <c:v>4.0000000000000036E-2</c:v>
                </c:pt>
                <c:pt idx="3851">
                  <c:v>3.9493670886076027E-2</c:v>
                </c:pt>
                <c:pt idx="3852">
                  <c:v>3.974683544303792E-2</c:v>
                </c:pt>
                <c:pt idx="3853">
                  <c:v>4.0506329113924044E-2</c:v>
                </c:pt>
                <c:pt idx="3854">
                  <c:v>4.0253164556961929E-2</c:v>
                </c:pt>
                <c:pt idx="3855">
                  <c:v>4.0253164556961929E-2</c:v>
                </c:pt>
                <c:pt idx="3856">
                  <c:v>4.0253164556961929E-2</c:v>
                </c:pt>
                <c:pt idx="3857">
                  <c:v>4.0506329113924044E-2</c:v>
                </c:pt>
                <c:pt idx="3858">
                  <c:v>4.1012658227848053E-2</c:v>
                </c:pt>
                <c:pt idx="3859">
                  <c:v>4.1265822784810169E-2</c:v>
                </c:pt>
                <c:pt idx="3860">
                  <c:v>4.1772151898734178E-2</c:v>
                </c:pt>
                <c:pt idx="3861">
                  <c:v>4.1772151898734178E-2</c:v>
                </c:pt>
                <c:pt idx="3862">
                  <c:v>4.1772151898734178E-2</c:v>
                </c:pt>
                <c:pt idx="3863">
                  <c:v>4.2025316455696293E-2</c:v>
                </c:pt>
                <c:pt idx="3864">
                  <c:v>4.2025316455696293E-2</c:v>
                </c:pt>
                <c:pt idx="3865">
                  <c:v>4.1265822784810169E-2</c:v>
                </c:pt>
                <c:pt idx="3866">
                  <c:v>4.1012658227848053E-2</c:v>
                </c:pt>
                <c:pt idx="3867">
                  <c:v>4.1265822784810169E-2</c:v>
                </c:pt>
                <c:pt idx="3868">
                  <c:v>4.1265822784810169E-2</c:v>
                </c:pt>
                <c:pt idx="3869">
                  <c:v>4.1518987341772062E-2</c:v>
                </c:pt>
                <c:pt idx="3870">
                  <c:v>4.2025316455696293E-2</c:v>
                </c:pt>
                <c:pt idx="3871">
                  <c:v>4.2025316455696293E-2</c:v>
                </c:pt>
                <c:pt idx="3872">
                  <c:v>4.1518987341772062E-2</c:v>
                </c:pt>
                <c:pt idx="3873">
                  <c:v>4.1772151898734178E-2</c:v>
                </c:pt>
                <c:pt idx="3874">
                  <c:v>4.1518987341772062E-2</c:v>
                </c:pt>
                <c:pt idx="3875">
                  <c:v>4.1265822784810169E-2</c:v>
                </c:pt>
                <c:pt idx="3876">
                  <c:v>4.2025316455696293E-2</c:v>
                </c:pt>
                <c:pt idx="3877">
                  <c:v>4.2025316455696293E-2</c:v>
                </c:pt>
                <c:pt idx="3878">
                  <c:v>4.1518987341772062E-2</c:v>
                </c:pt>
                <c:pt idx="3879">
                  <c:v>#N/A</c:v>
                </c:pt>
                <c:pt idx="3880">
                  <c:v>4.1772151898734178E-2</c:v>
                </c:pt>
                <c:pt idx="3881">
                  <c:v>4.2531645569620302E-2</c:v>
                </c:pt>
                <c:pt idx="3882">
                  <c:v>4.2531645569620302E-2</c:v>
                </c:pt>
                <c:pt idx="3883">
                  <c:v>4.2278481012658187E-2</c:v>
                </c:pt>
                <c:pt idx="3884">
                  <c:v>4.2278481012658187E-2</c:v>
                </c:pt>
                <c:pt idx="3885">
                  <c:v>4.2278481012658187E-2</c:v>
                </c:pt>
                <c:pt idx="3886">
                  <c:v>4.2531645569620302E-2</c:v>
                </c:pt>
                <c:pt idx="3887">
                  <c:v>4.2531645569620302E-2</c:v>
                </c:pt>
                <c:pt idx="3888">
                  <c:v>4.3037974683544311E-2</c:v>
                </c:pt>
                <c:pt idx="3889">
                  <c:v>4.3291139240506427E-2</c:v>
                </c:pt>
                <c:pt idx="3890">
                  <c:v>4.3291139240506427E-2</c:v>
                </c:pt>
                <c:pt idx="3891">
                  <c:v>4.2784810126582196E-2</c:v>
                </c:pt>
                <c:pt idx="3892">
                  <c:v>4.3037974683544311E-2</c:v>
                </c:pt>
                <c:pt idx="3893">
                  <c:v>4.3291139240506427E-2</c:v>
                </c:pt>
                <c:pt idx="3894">
                  <c:v>4.354430379746832E-2</c:v>
                </c:pt>
                <c:pt idx="3895">
                  <c:v>4.354430379746832E-2</c:v>
                </c:pt>
                <c:pt idx="3896">
                  <c:v>4.3797468354430436E-2</c:v>
                </c:pt>
                <c:pt idx="3897">
                  <c:v>4.4050632911392329E-2</c:v>
                </c:pt>
                <c:pt idx="3898">
                  <c:v>4.3797468354430436E-2</c:v>
                </c:pt>
                <c:pt idx="3899">
                  <c:v>4.4050632911392329E-2</c:v>
                </c:pt>
                <c:pt idx="3900">
                  <c:v>4.4303797468354444E-2</c:v>
                </c:pt>
                <c:pt idx="3901">
                  <c:v>4.4050632911392329E-2</c:v>
                </c:pt>
                <c:pt idx="3902">
                  <c:v>4.354430379746832E-2</c:v>
                </c:pt>
                <c:pt idx="3903">
                  <c:v>4.3037974683544311E-2</c:v>
                </c:pt>
                <c:pt idx="3904">
                  <c:v>4.2784810126582196E-2</c:v>
                </c:pt>
                <c:pt idx="3905">
                  <c:v>4.3037974683544311E-2</c:v>
                </c:pt>
                <c:pt idx="3906">
                  <c:v>4.2531645569620302E-2</c:v>
                </c:pt>
                <c:pt idx="3907">
                  <c:v>4.2278481012658187E-2</c:v>
                </c:pt>
                <c:pt idx="3908">
                  <c:v>4.2531645569620302E-2</c:v>
                </c:pt>
                <c:pt idx="3909">
                  <c:v>4.2531645569620302E-2</c:v>
                </c:pt>
                <c:pt idx="3910">
                  <c:v>4.2278481012658187E-2</c:v>
                </c:pt>
                <c:pt idx="3911">
                  <c:v>4.3037974683544311E-2</c:v>
                </c:pt>
                <c:pt idx="3912">
                  <c:v>4.2784810126582196E-2</c:v>
                </c:pt>
                <c:pt idx="3913">
                  <c:v>4.3037974683544311E-2</c:v>
                </c:pt>
                <c:pt idx="3914">
                  <c:v>4.2531645569620302E-2</c:v>
                </c:pt>
                <c:pt idx="3915">
                  <c:v>4.2531645569620302E-2</c:v>
                </c:pt>
                <c:pt idx="3916">
                  <c:v>4.3037974683544311E-2</c:v>
                </c:pt>
                <c:pt idx="3917">
                  <c:v>4.2784810126582196E-2</c:v>
                </c:pt>
                <c:pt idx="3918">
                  <c:v>4.2531645569620302E-2</c:v>
                </c:pt>
                <c:pt idx="3919">
                  <c:v>4.2531645569620302E-2</c:v>
                </c:pt>
                <c:pt idx="3920">
                  <c:v>4.2531645569620302E-2</c:v>
                </c:pt>
                <c:pt idx="3921">
                  <c:v>4.2784810126582196E-2</c:v>
                </c:pt>
                <c:pt idx="3922">
                  <c:v>4.2784810126582196E-2</c:v>
                </c:pt>
                <c:pt idx="3923">
                  <c:v>4.2784810126582196E-2</c:v>
                </c:pt>
                <c:pt idx="3924">
                  <c:v>4.2278481012658187E-2</c:v>
                </c:pt>
                <c:pt idx="3925">
                  <c:v>4.2531645569620302E-2</c:v>
                </c:pt>
                <c:pt idx="3926">
                  <c:v>4.2784810126582196E-2</c:v>
                </c:pt>
                <c:pt idx="3927">
                  <c:v>4.3037974683544311E-2</c:v>
                </c:pt>
                <c:pt idx="3928">
                  <c:v>4.3037974683544311E-2</c:v>
                </c:pt>
                <c:pt idx="3929">
                  <c:v>4.3037974683544311E-2</c:v>
                </c:pt>
                <c:pt idx="3930">
                  <c:v>4.2784810126582196E-2</c:v>
                </c:pt>
                <c:pt idx="3931">
                  <c:v>4.3037974683544311E-2</c:v>
                </c:pt>
                <c:pt idx="3932">
                  <c:v>4.2531645569620302E-2</c:v>
                </c:pt>
                <c:pt idx="3933">
                  <c:v>4.2278481012658187E-2</c:v>
                </c:pt>
                <c:pt idx="3934">
                  <c:v>4.2531645569620302E-2</c:v>
                </c:pt>
                <c:pt idx="3935">
                  <c:v>4.2278481012658187E-2</c:v>
                </c:pt>
                <c:pt idx="3936">
                  <c:v>4.1772151898734178E-2</c:v>
                </c:pt>
                <c:pt idx="3937">
                  <c:v>4.1518987341772062E-2</c:v>
                </c:pt>
                <c:pt idx="3938">
                  <c:v>4.1265822784810169E-2</c:v>
                </c:pt>
                <c:pt idx="3939">
                  <c:v>4.1012658227848053E-2</c:v>
                </c:pt>
                <c:pt idx="3940">
                  <c:v>4.1265822784810169E-2</c:v>
                </c:pt>
                <c:pt idx="3941">
                  <c:v>4.1012658227848053E-2</c:v>
                </c:pt>
                <c:pt idx="3942">
                  <c:v>4.1012658227848053E-2</c:v>
                </c:pt>
                <c:pt idx="3943">
                  <c:v>4.1012658227848053E-2</c:v>
                </c:pt>
                <c:pt idx="3944">
                  <c:v>4.075949367088616E-2</c:v>
                </c:pt>
                <c:pt idx="3945">
                  <c:v>#N/A</c:v>
                </c:pt>
                <c:pt idx="3946">
                  <c:v>4.1012658227848053E-2</c:v>
                </c:pt>
                <c:pt idx="3947">
                  <c:v>4.1012658227848053E-2</c:v>
                </c:pt>
                <c:pt idx="3948">
                  <c:v>4.1518987341772062E-2</c:v>
                </c:pt>
                <c:pt idx="3949">
                  <c:v>4.1772151898734178E-2</c:v>
                </c:pt>
                <c:pt idx="3950">
                  <c:v>4.2025316455696293E-2</c:v>
                </c:pt>
                <c:pt idx="3951">
                  <c:v>4.1772151898734178E-2</c:v>
                </c:pt>
                <c:pt idx="3952">
                  <c:v>4.2025316455696293E-2</c:v>
                </c:pt>
                <c:pt idx="3953">
                  <c:v>4.2278481012658187E-2</c:v>
                </c:pt>
                <c:pt idx="3954">
                  <c:v>4.2784810126582196E-2</c:v>
                </c:pt>
                <c:pt idx="3955">
                  <c:v>4.2531645569620302E-2</c:v>
                </c:pt>
                <c:pt idx="3956">
                  <c:v>4.3037974683544311E-2</c:v>
                </c:pt>
                <c:pt idx="3957">
                  <c:v>4.3291139240506427E-2</c:v>
                </c:pt>
                <c:pt idx="3958">
                  <c:v>4.354430379746832E-2</c:v>
                </c:pt>
                <c:pt idx="3959">
                  <c:v>4.3291139240506427E-2</c:v>
                </c:pt>
                <c:pt idx="3960">
                  <c:v>4.354430379746832E-2</c:v>
                </c:pt>
                <c:pt idx="3961">
                  <c:v>4.3797468354430436E-2</c:v>
                </c:pt>
                <c:pt idx="3962">
                  <c:v>4.354430379746832E-2</c:v>
                </c:pt>
                <c:pt idx="3963">
                  <c:v>4.354430379746832E-2</c:v>
                </c:pt>
                <c:pt idx="3964">
                  <c:v>4.3291139240506427E-2</c:v>
                </c:pt>
                <c:pt idx="3965">
                  <c:v>4.3291139240506427E-2</c:v>
                </c:pt>
                <c:pt idx="3966">
                  <c:v>4.3291139240506427E-2</c:v>
                </c:pt>
                <c:pt idx="3967">
                  <c:v>4.3037974683544311E-2</c:v>
                </c:pt>
                <c:pt idx="3968">
                  <c:v>4.3291139240506427E-2</c:v>
                </c:pt>
                <c:pt idx="3969">
                  <c:v>4.3797468354430436E-2</c:v>
                </c:pt>
                <c:pt idx="3970">
                  <c:v>4.354430379746832E-2</c:v>
                </c:pt>
                <c:pt idx="3971">
                  <c:v>4.3291139240506427E-2</c:v>
                </c:pt>
                <c:pt idx="3972">
                  <c:v>4.3291139240506427E-2</c:v>
                </c:pt>
                <c:pt idx="3973">
                  <c:v>4.3291139240506427E-2</c:v>
                </c:pt>
                <c:pt idx="3974">
                  <c:v>4.354430379746832E-2</c:v>
                </c:pt>
                <c:pt idx="3975">
                  <c:v>#N/A</c:v>
                </c:pt>
                <c:pt idx="3976">
                  <c:v>4.3797468354430436E-2</c:v>
                </c:pt>
                <c:pt idx="3977">
                  <c:v>4.354430379746832E-2</c:v>
                </c:pt>
                <c:pt idx="3978">
                  <c:v>4.3797468354430436E-2</c:v>
                </c:pt>
                <c:pt idx="3979">
                  <c:v>4.4303797468354444E-2</c:v>
                </c:pt>
                <c:pt idx="3980">
                  <c:v>4.4303797468354444E-2</c:v>
                </c:pt>
                <c:pt idx="3981">
                  <c:v>4.4303797468354444E-2</c:v>
                </c:pt>
                <c:pt idx="3982">
                  <c:v>4.4303797468354444E-2</c:v>
                </c:pt>
                <c:pt idx="3983">
                  <c:v>4.4303797468354444E-2</c:v>
                </c:pt>
                <c:pt idx="3984">
                  <c:v>4.4050632911392329E-2</c:v>
                </c:pt>
                <c:pt idx="3985">
                  <c:v>4.4050632911392329E-2</c:v>
                </c:pt>
                <c:pt idx="3986">
                  <c:v>4.4303797468354444E-2</c:v>
                </c:pt>
                <c:pt idx="3987">
                  <c:v>4.4303797468354444E-2</c:v>
                </c:pt>
                <c:pt idx="3988">
                  <c:v>4.455696202531656E-2</c:v>
                </c:pt>
                <c:pt idx="3989">
                  <c:v>4.455696202531656E-2</c:v>
                </c:pt>
                <c:pt idx="3990">
                  <c:v>4.455696202531656E-2</c:v>
                </c:pt>
                <c:pt idx="3991">
                  <c:v>4.455696202531656E-2</c:v>
                </c:pt>
                <c:pt idx="3992">
                  <c:v>4.4303797468354444E-2</c:v>
                </c:pt>
                <c:pt idx="3993">
                  <c:v>4.4303797468354444E-2</c:v>
                </c:pt>
                <c:pt idx="3994">
                  <c:v>4.4303797468354444E-2</c:v>
                </c:pt>
                <c:pt idx="3995">
                  <c:v>4.4050632911392329E-2</c:v>
                </c:pt>
                <c:pt idx="3996">
                  <c:v>4.455696202531656E-2</c:v>
                </c:pt>
                <c:pt idx="3997">
                  <c:v>4.4303797468354444E-2</c:v>
                </c:pt>
                <c:pt idx="3998">
                  <c:v>4.4303797468354444E-2</c:v>
                </c:pt>
                <c:pt idx="3999">
                  <c:v>4.4050632911392329E-2</c:v>
                </c:pt>
                <c:pt idx="4000">
                  <c:v>4.4050632911392329E-2</c:v>
                </c:pt>
                <c:pt idx="4001">
                  <c:v>4.4303797468354444E-2</c:v>
                </c:pt>
                <c:pt idx="4002">
                  <c:v>4.455696202531656E-2</c:v>
                </c:pt>
                <c:pt idx="4003">
                  <c:v>4.455696202531656E-2</c:v>
                </c:pt>
                <c:pt idx="4004">
                  <c:v>4.455696202531656E-2</c:v>
                </c:pt>
                <c:pt idx="4005">
                  <c:v>4.4810126582278453E-2</c:v>
                </c:pt>
                <c:pt idx="4006">
                  <c:v>4.4810126582278453E-2</c:v>
                </c:pt>
                <c:pt idx="4007">
                  <c:v>4.4810126582278453E-2</c:v>
                </c:pt>
                <c:pt idx="4008">
                  <c:v>4.5063291139240569E-2</c:v>
                </c:pt>
                <c:pt idx="4009">
                  <c:v>4.4303797468354444E-2</c:v>
                </c:pt>
                <c:pt idx="4010">
                  <c:v>4.455696202531656E-2</c:v>
                </c:pt>
                <c:pt idx="4011">
                  <c:v>4.4810126582278453E-2</c:v>
                </c:pt>
                <c:pt idx="4012">
                  <c:v>4.4810126582278453E-2</c:v>
                </c:pt>
                <c:pt idx="4013">
                  <c:v>#N/A</c:v>
                </c:pt>
                <c:pt idx="4014">
                  <c:v>4.4810126582278453E-2</c:v>
                </c:pt>
                <c:pt idx="4015">
                  <c:v>4.5063291139240569E-2</c:v>
                </c:pt>
                <c:pt idx="4016">
                  <c:v>4.4810126582278453E-2</c:v>
                </c:pt>
                <c:pt idx="4017">
                  <c:v>4.4810126582278453E-2</c:v>
                </c:pt>
                <c:pt idx="4018">
                  <c:v>#N/A</c:v>
                </c:pt>
                <c:pt idx="4019">
                  <c:v>4.5063291139240569E-2</c:v>
                </c:pt>
                <c:pt idx="4020">
                  <c:v>4.5316455696202462E-2</c:v>
                </c:pt>
                <c:pt idx="4021">
                  <c:v>4.5316455696202462E-2</c:v>
                </c:pt>
                <c:pt idx="4022">
                  <c:v>4.5063291139240569E-2</c:v>
                </c:pt>
                <c:pt idx="4023">
                  <c:v>4.5316455696202462E-2</c:v>
                </c:pt>
                <c:pt idx="4024">
                  <c:v>4.5063291139240569E-2</c:v>
                </c:pt>
                <c:pt idx="4025">
                  <c:v>4.5316455696202462E-2</c:v>
                </c:pt>
                <c:pt idx="4026">
                  <c:v>4.5316455696202462E-2</c:v>
                </c:pt>
                <c:pt idx="4027">
                  <c:v>4.5569620253164578E-2</c:v>
                </c:pt>
                <c:pt idx="4028">
                  <c:v>4.5569620253164578E-2</c:v>
                </c:pt>
                <c:pt idx="4029">
                  <c:v>4.5569620253164578E-2</c:v>
                </c:pt>
                <c:pt idx="4030">
                  <c:v>4.5822784810126693E-2</c:v>
                </c:pt>
                <c:pt idx="4031">
                  <c:v>4.5063291139240569E-2</c:v>
                </c:pt>
                <c:pt idx="4032">
                  <c:v>4.5063291139240569E-2</c:v>
                </c:pt>
                <c:pt idx="4033">
                  <c:v>4.455696202531656E-2</c:v>
                </c:pt>
                <c:pt idx="4034">
                  <c:v>4.5316455696202462E-2</c:v>
                </c:pt>
                <c:pt idx="4035">
                  <c:v>4.455696202531656E-2</c:v>
                </c:pt>
                <c:pt idx="4036">
                  <c:v>4.5063291139240569E-2</c:v>
                </c:pt>
                <c:pt idx="4037">
                  <c:v>4.5316455696202462E-2</c:v>
                </c:pt>
                <c:pt idx="4038">
                  <c:v>4.5063291139240569E-2</c:v>
                </c:pt>
                <c:pt idx="4039">
                  <c:v>4.5316455696202462E-2</c:v>
                </c:pt>
                <c:pt idx="4040">
                  <c:v>4.4810126582278453E-2</c:v>
                </c:pt>
                <c:pt idx="4041">
                  <c:v>4.455696202531656E-2</c:v>
                </c:pt>
                <c:pt idx="4042">
                  <c:v>4.4810126582278453E-2</c:v>
                </c:pt>
                <c:pt idx="4043">
                  <c:v>4.455696202531656E-2</c:v>
                </c:pt>
                <c:pt idx="4044">
                  <c:v>4.4303797468354444E-2</c:v>
                </c:pt>
                <c:pt idx="4045">
                  <c:v>4.3797468354430436E-2</c:v>
                </c:pt>
                <c:pt idx="4046">
                  <c:v>4.4303797468354444E-2</c:v>
                </c:pt>
                <c:pt idx="4047">
                  <c:v>4.4303797468354444E-2</c:v>
                </c:pt>
                <c:pt idx="4048">
                  <c:v>4.455696202531656E-2</c:v>
                </c:pt>
                <c:pt idx="4049">
                  <c:v>4.455696202531656E-2</c:v>
                </c:pt>
                <c:pt idx="4050">
                  <c:v>4.4303797468354444E-2</c:v>
                </c:pt>
                <c:pt idx="4051">
                  <c:v>4.4050632911392329E-2</c:v>
                </c:pt>
                <c:pt idx="4052">
                  <c:v>4.4050632911392329E-2</c:v>
                </c:pt>
                <c:pt idx="4053">
                  <c:v>4.4303797468354444E-2</c:v>
                </c:pt>
                <c:pt idx="4054">
                  <c:v>4.4050632911392329E-2</c:v>
                </c:pt>
                <c:pt idx="4055">
                  <c:v>4.3037974683544311E-2</c:v>
                </c:pt>
                <c:pt idx="4056">
                  <c:v>4.354430379746832E-2</c:v>
                </c:pt>
                <c:pt idx="4057">
                  <c:v>4.3037974683544311E-2</c:v>
                </c:pt>
                <c:pt idx="4058">
                  <c:v>4.2531645569620302E-2</c:v>
                </c:pt>
                <c:pt idx="4059">
                  <c:v>4.2784810126582196E-2</c:v>
                </c:pt>
                <c:pt idx="4060">
                  <c:v>4.2784810126582196E-2</c:v>
                </c:pt>
                <c:pt idx="4061">
                  <c:v>4.3291139240506427E-2</c:v>
                </c:pt>
                <c:pt idx="4062">
                  <c:v>4.3797468354430436E-2</c:v>
                </c:pt>
                <c:pt idx="4063">
                  <c:v>4.4303797468354444E-2</c:v>
                </c:pt>
                <c:pt idx="4064">
                  <c:v>4.5063291139240569E-2</c:v>
                </c:pt>
                <c:pt idx="4065">
                  <c:v>4.4303797468354444E-2</c:v>
                </c:pt>
                <c:pt idx="4066">
                  <c:v>4.455696202531656E-2</c:v>
                </c:pt>
                <c:pt idx="4067">
                  <c:v>4.4303797468354444E-2</c:v>
                </c:pt>
                <c:pt idx="4068">
                  <c:v>4.5063291139240569E-2</c:v>
                </c:pt>
                <c:pt idx="4069">
                  <c:v>4.5569620253164578E-2</c:v>
                </c:pt>
                <c:pt idx="4070">
                  <c:v>4.5063291139240569E-2</c:v>
                </c:pt>
                <c:pt idx="4071">
                  <c:v>4.4810126582278453E-2</c:v>
                </c:pt>
                <c:pt idx="4072">
                  <c:v>4.4810126582278453E-2</c:v>
                </c:pt>
                <c:pt idx="4073">
                  <c:v>4.5063291139240569E-2</c:v>
                </c:pt>
                <c:pt idx="4074">
                  <c:v>4.5063291139240569E-2</c:v>
                </c:pt>
                <c:pt idx="4075">
                  <c:v>4.5569620253164578E-2</c:v>
                </c:pt>
                <c:pt idx="4076">
                  <c:v>4.6075949367088587E-2</c:v>
                </c:pt>
                <c:pt idx="4077">
                  <c:v>4.6075949367088587E-2</c:v>
                </c:pt>
                <c:pt idx="4078">
                  <c:v>4.6075949367088587E-2</c:v>
                </c:pt>
                <c:pt idx="4079">
                  <c:v>4.6329113924050702E-2</c:v>
                </c:pt>
                <c:pt idx="4080">
                  <c:v>4.6329113924050702E-2</c:v>
                </c:pt>
                <c:pt idx="4081">
                  <c:v>4.6582278481012596E-2</c:v>
                </c:pt>
                <c:pt idx="4082">
                  <c:v>4.6075949367088587E-2</c:v>
                </c:pt>
                <c:pt idx="4083">
                  <c:v>4.6329113924050702E-2</c:v>
                </c:pt>
                <c:pt idx="4084">
                  <c:v>4.6075949367088587E-2</c:v>
                </c:pt>
                <c:pt idx="4085">
                  <c:v>4.6329113924050702E-2</c:v>
                </c:pt>
                <c:pt idx="4086">
                  <c:v>4.6329113924050702E-2</c:v>
                </c:pt>
                <c:pt idx="4087">
                  <c:v>4.6329113924050702E-2</c:v>
                </c:pt>
                <c:pt idx="4088">
                  <c:v>4.6075949367088587E-2</c:v>
                </c:pt>
                <c:pt idx="4089">
                  <c:v>4.5569620253164578E-2</c:v>
                </c:pt>
                <c:pt idx="4090">
                  <c:v>4.5569620253164578E-2</c:v>
                </c:pt>
                <c:pt idx="4091">
                  <c:v>4.5822784810126693E-2</c:v>
                </c:pt>
                <c:pt idx="4092">
                  <c:v>4.5569620253164578E-2</c:v>
                </c:pt>
                <c:pt idx="4093">
                  <c:v>4.6075949367088587E-2</c:v>
                </c:pt>
                <c:pt idx="4094">
                  <c:v>#N/A</c:v>
                </c:pt>
                <c:pt idx="4095">
                  <c:v>4.5316455696202462E-2</c:v>
                </c:pt>
                <c:pt idx="4096">
                  <c:v>4.5316455696202462E-2</c:v>
                </c:pt>
                <c:pt idx="4097">
                  <c:v>4.5569620253164578E-2</c:v>
                </c:pt>
                <c:pt idx="4098">
                  <c:v>4.5569620253164578E-2</c:v>
                </c:pt>
                <c:pt idx="4099">
                  <c:v>#N/A</c:v>
                </c:pt>
                <c:pt idx="4100">
                  <c:v>4.5063291139240569E-2</c:v>
                </c:pt>
                <c:pt idx="4101">
                  <c:v>4.5063291139240569E-2</c:v>
                </c:pt>
                <c:pt idx="4102">
                  <c:v>4.5316455696202462E-2</c:v>
                </c:pt>
                <c:pt idx="4103">
                  <c:v>4.5316455696202462E-2</c:v>
                </c:pt>
                <c:pt idx="4104">
                  <c:v>4.5569620253164578E-2</c:v>
                </c:pt>
                <c:pt idx="4105">
                  <c:v>4.5316455696202462E-2</c:v>
                </c:pt>
                <c:pt idx="4106">
                  <c:v>4.5569620253164578E-2</c:v>
                </c:pt>
                <c:pt idx="4107">
                  <c:v>4.5569620253164578E-2</c:v>
                </c:pt>
                <c:pt idx="4108">
                  <c:v>4.5316455696202462E-2</c:v>
                </c:pt>
                <c:pt idx="4109">
                  <c:v>4.5316455696202462E-2</c:v>
                </c:pt>
                <c:pt idx="4110">
                  <c:v>4.5063291139240569E-2</c:v>
                </c:pt>
                <c:pt idx="4111">
                  <c:v>4.5569620253164578E-2</c:v>
                </c:pt>
                <c:pt idx="4112">
                  <c:v>4.5822784810126693E-2</c:v>
                </c:pt>
                <c:pt idx="4113">
                  <c:v>4.6582278481012596E-2</c:v>
                </c:pt>
                <c:pt idx="4114">
                  <c:v>4.6835443037974711E-2</c:v>
                </c:pt>
                <c:pt idx="4115">
                  <c:v>4.6835443037974711E-2</c:v>
                </c:pt>
                <c:pt idx="4116">
                  <c:v>4.6835443037974711E-2</c:v>
                </c:pt>
                <c:pt idx="4117">
                  <c:v>4.7088607594936827E-2</c:v>
                </c:pt>
                <c:pt idx="4118">
                  <c:v>4.7088607594936827E-2</c:v>
                </c:pt>
                <c:pt idx="4119">
                  <c:v>4.7594936708860835E-2</c:v>
                </c:pt>
                <c:pt idx="4120">
                  <c:v>4.7848101265822729E-2</c:v>
                </c:pt>
                <c:pt idx="4121">
                  <c:v>4.7594936708860835E-2</c:v>
                </c:pt>
                <c:pt idx="4122">
                  <c:v>4.7594936708860835E-2</c:v>
                </c:pt>
                <c:pt idx="4123">
                  <c:v>4.835443037974696E-2</c:v>
                </c:pt>
                <c:pt idx="4124">
                  <c:v>4.7848101265822729E-2</c:v>
                </c:pt>
                <c:pt idx="4125">
                  <c:v>4.8101265822784844E-2</c:v>
                </c:pt>
                <c:pt idx="4126">
                  <c:v>4.835443037974696E-2</c:v>
                </c:pt>
                <c:pt idx="4127">
                  <c:v>4.8101265822784844E-2</c:v>
                </c:pt>
                <c:pt idx="4128">
                  <c:v>4.835443037974696E-2</c:v>
                </c:pt>
                <c:pt idx="4129">
                  <c:v>4.7848101265822729E-2</c:v>
                </c:pt>
                <c:pt idx="4130">
                  <c:v>4.7848101265822729E-2</c:v>
                </c:pt>
                <c:pt idx="4131">
                  <c:v>4.7848101265822729E-2</c:v>
                </c:pt>
                <c:pt idx="4132">
                  <c:v>4.8860759493670969E-2</c:v>
                </c:pt>
                <c:pt idx="4133">
                  <c:v>4.835443037974696E-2</c:v>
                </c:pt>
                <c:pt idx="4134">
                  <c:v>4.835443037974696E-2</c:v>
                </c:pt>
                <c:pt idx="4135">
                  <c:v>4.9113924050632862E-2</c:v>
                </c:pt>
                <c:pt idx="4136">
                  <c:v>4.9113924050632862E-2</c:v>
                </c:pt>
                <c:pt idx="4137">
                  <c:v>4.9367088607594978E-2</c:v>
                </c:pt>
                <c:pt idx="4138">
                  <c:v>4.9620253164557093E-2</c:v>
                </c:pt>
                <c:pt idx="4139">
                  <c:v>4.9620253164557093E-2</c:v>
                </c:pt>
                <c:pt idx="4140">
                  <c:v>4.9873417721518987E-2</c:v>
                </c:pt>
                <c:pt idx="4141">
                  <c:v>4.9367088607594978E-2</c:v>
                </c:pt>
                <c:pt idx="4142">
                  <c:v>4.9113924050632862E-2</c:v>
                </c:pt>
                <c:pt idx="4143">
                  <c:v>4.8860759493670969E-2</c:v>
                </c:pt>
                <c:pt idx="4144">
                  <c:v>4.8607594936708853E-2</c:v>
                </c:pt>
                <c:pt idx="4145">
                  <c:v>4.7848101265822729E-2</c:v>
                </c:pt>
                <c:pt idx="4146">
                  <c:v>4.835443037974696E-2</c:v>
                </c:pt>
                <c:pt idx="4147">
                  <c:v>4.8101265822784844E-2</c:v>
                </c:pt>
                <c:pt idx="4148">
                  <c:v>4.8101265822784844E-2</c:v>
                </c:pt>
                <c:pt idx="4149">
                  <c:v>4.8101265822784844E-2</c:v>
                </c:pt>
                <c:pt idx="4150">
                  <c:v>4.7848101265822729E-2</c:v>
                </c:pt>
                <c:pt idx="4151">
                  <c:v>4.8101265822784844E-2</c:v>
                </c:pt>
                <c:pt idx="4152">
                  <c:v>4.835443037974696E-2</c:v>
                </c:pt>
                <c:pt idx="4153">
                  <c:v>4.8607594936708853E-2</c:v>
                </c:pt>
                <c:pt idx="4154">
                  <c:v>4.8101265822784844E-2</c:v>
                </c:pt>
                <c:pt idx="4155">
                  <c:v>4.7848101265822729E-2</c:v>
                </c:pt>
                <c:pt idx="4156">
                  <c:v>4.7848101265822729E-2</c:v>
                </c:pt>
                <c:pt idx="4157">
                  <c:v>4.835443037974696E-2</c:v>
                </c:pt>
                <c:pt idx="4158">
                  <c:v>4.8860759493670969E-2</c:v>
                </c:pt>
                <c:pt idx="4159">
                  <c:v>4.9113924050632862E-2</c:v>
                </c:pt>
                <c:pt idx="4160">
                  <c:v>4.9367088607594978E-2</c:v>
                </c:pt>
                <c:pt idx="4161">
                  <c:v>4.9620253164557093E-2</c:v>
                </c:pt>
                <c:pt idx="4162">
                  <c:v>4.9620253164557093E-2</c:v>
                </c:pt>
                <c:pt idx="4163">
                  <c:v>4.9620253164557093E-2</c:v>
                </c:pt>
                <c:pt idx="4164">
                  <c:v>5.0379746835442996E-2</c:v>
                </c:pt>
                <c:pt idx="4165">
                  <c:v>5.0126582278481102E-2</c:v>
                </c:pt>
                <c:pt idx="4166">
                  <c:v>4.9873417721518987E-2</c:v>
                </c:pt>
                <c:pt idx="4167">
                  <c:v>4.9367088607594978E-2</c:v>
                </c:pt>
                <c:pt idx="4168">
                  <c:v>4.9113924050632862E-2</c:v>
                </c:pt>
                <c:pt idx="4169">
                  <c:v>4.9367088607594978E-2</c:v>
                </c:pt>
                <c:pt idx="4170">
                  <c:v>4.9620253164557093E-2</c:v>
                </c:pt>
                <c:pt idx="4171">
                  <c:v>4.9873417721518987E-2</c:v>
                </c:pt>
                <c:pt idx="4172">
                  <c:v>5.0379746835442996E-2</c:v>
                </c:pt>
                <c:pt idx="4173">
                  <c:v>5.0886075949367227E-2</c:v>
                </c:pt>
                <c:pt idx="4174">
                  <c:v>5.0632911392405111E-2</c:v>
                </c:pt>
                <c:pt idx="4175">
                  <c:v>5.0886075949367227E-2</c:v>
                </c:pt>
                <c:pt idx="4176">
                  <c:v>5.0632911392405111E-2</c:v>
                </c:pt>
                <c:pt idx="4177">
                  <c:v>5.0126582278481102E-2</c:v>
                </c:pt>
                <c:pt idx="4178">
                  <c:v>4.9873417721518987E-2</c:v>
                </c:pt>
                <c:pt idx="4179">
                  <c:v>4.9873417721518987E-2</c:v>
                </c:pt>
                <c:pt idx="4180">
                  <c:v>4.9873417721518987E-2</c:v>
                </c:pt>
                <c:pt idx="4181">
                  <c:v>4.9873417721518987E-2</c:v>
                </c:pt>
                <c:pt idx="4182">
                  <c:v>4.9873417721518987E-2</c:v>
                </c:pt>
                <c:pt idx="4183">
                  <c:v>4.9873417721518987E-2</c:v>
                </c:pt>
                <c:pt idx="4184">
                  <c:v>4.9367088607594978E-2</c:v>
                </c:pt>
                <c:pt idx="4185">
                  <c:v>4.9620253164557093E-2</c:v>
                </c:pt>
                <c:pt idx="4186">
                  <c:v>4.9873417721518987E-2</c:v>
                </c:pt>
                <c:pt idx="4187">
                  <c:v>4.8860759493670969E-2</c:v>
                </c:pt>
                <c:pt idx="4188">
                  <c:v>4.8607594936708853E-2</c:v>
                </c:pt>
                <c:pt idx="4189">
                  <c:v>4.835443037974696E-2</c:v>
                </c:pt>
                <c:pt idx="4190">
                  <c:v>4.835443037974696E-2</c:v>
                </c:pt>
                <c:pt idx="4191">
                  <c:v>4.7848101265822729E-2</c:v>
                </c:pt>
                <c:pt idx="4192">
                  <c:v>4.835443037974696E-2</c:v>
                </c:pt>
                <c:pt idx="4193">
                  <c:v>4.835443037974696E-2</c:v>
                </c:pt>
                <c:pt idx="4194">
                  <c:v>4.8860759493670969E-2</c:v>
                </c:pt>
                <c:pt idx="4195">
                  <c:v>4.9367088607594978E-2</c:v>
                </c:pt>
                <c:pt idx="4196">
                  <c:v>4.8860759493670969E-2</c:v>
                </c:pt>
                <c:pt idx="4197">
                  <c:v>4.8860759493670969E-2</c:v>
                </c:pt>
                <c:pt idx="4198">
                  <c:v>4.8607594936708853E-2</c:v>
                </c:pt>
                <c:pt idx="4199">
                  <c:v>4.8607594936708853E-2</c:v>
                </c:pt>
                <c:pt idx="4200">
                  <c:v>4.8607594936708853E-2</c:v>
                </c:pt>
                <c:pt idx="4201">
                  <c:v>4.9367088607594978E-2</c:v>
                </c:pt>
                <c:pt idx="4202">
                  <c:v>4.9367088607594978E-2</c:v>
                </c:pt>
                <c:pt idx="4203">
                  <c:v>4.9620253164557093E-2</c:v>
                </c:pt>
                <c:pt idx="4204">
                  <c:v>4.9873417721518987E-2</c:v>
                </c:pt>
                <c:pt idx="4205">
                  <c:v>5.0126582278481102E-2</c:v>
                </c:pt>
                <c:pt idx="4206">
                  <c:v>5.0379746835442996E-2</c:v>
                </c:pt>
                <c:pt idx="4207">
                  <c:v>5.0632911392405111E-2</c:v>
                </c:pt>
                <c:pt idx="4208">
                  <c:v>5.113924050632912E-2</c:v>
                </c:pt>
                <c:pt idx="4209">
                  <c:v>5.1392405063291235E-2</c:v>
                </c:pt>
                <c:pt idx="4210">
                  <c:v>5.0632911392405111E-2</c:v>
                </c:pt>
                <c:pt idx="4211">
                  <c:v>5.113924050632912E-2</c:v>
                </c:pt>
                <c:pt idx="4212">
                  <c:v>5.1392405063291235E-2</c:v>
                </c:pt>
                <c:pt idx="4213">
                  <c:v>5.1645569620253129E-2</c:v>
                </c:pt>
                <c:pt idx="4214">
                  <c:v>5.1898734177215244E-2</c:v>
                </c:pt>
                <c:pt idx="4215">
                  <c:v>5.215189873417736E-2</c:v>
                </c:pt>
                <c:pt idx="4216">
                  <c:v>5.215189873417736E-2</c:v>
                </c:pt>
                <c:pt idx="4217">
                  <c:v>5.215189873417736E-2</c:v>
                </c:pt>
                <c:pt idx="4218">
                  <c:v>5.2405063291139253E-2</c:v>
                </c:pt>
                <c:pt idx="4219">
                  <c:v>5.2911392405063262E-2</c:v>
                </c:pt>
                <c:pt idx="4220">
                  <c:v>5.2911392405063262E-2</c:v>
                </c:pt>
                <c:pt idx="4221">
                  <c:v>5.2911392405063262E-2</c:v>
                </c:pt>
                <c:pt idx="4222">
                  <c:v>5.3164556962025378E-2</c:v>
                </c:pt>
                <c:pt idx="4223">
                  <c:v>5.3164556962025378E-2</c:v>
                </c:pt>
                <c:pt idx="4224">
                  <c:v>5.3670886075949387E-2</c:v>
                </c:pt>
                <c:pt idx="4225">
                  <c:v>5.3417721518987493E-2</c:v>
                </c:pt>
                <c:pt idx="4226">
                  <c:v>5.3670886075949387E-2</c:v>
                </c:pt>
                <c:pt idx="4227">
                  <c:v>5.3417721518987493E-2</c:v>
                </c:pt>
                <c:pt idx="4228">
                  <c:v>5.3164556962025378E-2</c:v>
                </c:pt>
                <c:pt idx="4229">
                  <c:v>5.3670886075949387E-2</c:v>
                </c:pt>
                <c:pt idx="4230">
                  <c:v>5.3670886075949387E-2</c:v>
                </c:pt>
                <c:pt idx="4231">
                  <c:v>5.3924050632911502E-2</c:v>
                </c:pt>
                <c:pt idx="4232">
                  <c:v>5.4430379746835511E-2</c:v>
                </c:pt>
                <c:pt idx="4233">
                  <c:v>5.4683544303797627E-2</c:v>
                </c:pt>
                <c:pt idx="4234">
                  <c:v>5.3924050632911502E-2</c:v>
                </c:pt>
                <c:pt idx="4235">
                  <c:v>5.3670886075949387E-2</c:v>
                </c:pt>
                <c:pt idx="4236">
                  <c:v>5.2911392405063262E-2</c:v>
                </c:pt>
                <c:pt idx="4237">
                  <c:v>5.3164556962025378E-2</c:v>
                </c:pt>
                <c:pt idx="4238">
                  <c:v>5.2911392405063262E-2</c:v>
                </c:pt>
                <c:pt idx="4239">
                  <c:v>5.2911392405063262E-2</c:v>
                </c:pt>
                <c:pt idx="4240">
                  <c:v>5.215189873417736E-2</c:v>
                </c:pt>
                <c:pt idx="4241">
                  <c:v>5.2405063291139253E-2</c:v>
                </c:pt>
                <c:pt idx="4242">
                  <c:v>5.2911392405063262E-2</c:v>
                </c:pt>
                <c:pt idx="4243">
                  <c:v>5.3670886075949387E-2</c:v>
                </c:pt>
                <c:pt idx="4244">
                  <c:v>5.3670886075949387E-2</c:v>
                </c:pt>
                <c:pt idx="4245">
                  <c:v>5.3417721518987493E-2</c:v>
                </c:pt>
                <c:pt idx="4246">
                  <c:v>5.3417721518987493E-2</c:v>
                </c:pt>
                <c:pt idx="4247">
                  <c:v>5.2911392405063262E-2</c:v>
                </c:pt>
                <c:pt idx="4248">
                  <c:v>5.3164556962025378E-2</c:v>
                </c:pt>
                <c:pt idx="4249">
                  <c:v>5.3670886075949387E-2</c:v>
                </c:pt>
                <c:pt idx="4250">
                  <c:v>5.3670886075949387E-2</c:v>
                </c:pt>
                <c:pt idx="4251">
                  <c:v>5.3417721518987493E-2</c:v>
                </c:pt>
                <c:pt idx="4252">
                  <c:v>5.3670886075949387E-2</c:v>
                </c:pt>
                <c:pt idx="4253">
                  <c:v>5.3670886075949387E-2</c:v>
                </c:pt>
                <c:pt idx="4254">
                  <c:v>5.3417721518987493E-2</c:v>
                </c:pt>
                <c:pt idx="4255">
                  <c:v>5.4177215189873396E-2</c:v>
                </c:pt>
                <c:pt idx="4256">
                  <c:v>5.4177215189873396E-2</c:v>
                </c:pt>
                <c:pt idx="4257">
                  <c:v>5.493670886075952E-2</c:v>
                </c:pt>
                <c:pt idx="4258">
                  <c:v>5.493670886075952E-2</c:v>
                </c:pt>
                <c:pt idx="4259">
                  <c:v>5.5189873417721635E-2</c:v>
                </c:pt>
                <c:pt idx="4260">
                  <c:v>5.5443037974683529E-2</c:v>
                </c:pt>
                <c:pt idx="4261">
                  <c:v>5.5443037974683529E-2</c:v>
                </c:pt>
                <c:pt idx="4262">
                  <c:v>5.493670886075952E-2</c:v>
                </c:pt>
                <c:pt idx="4263">
                  <c:v>5.5443037974683529E-2</c:v>
                </c:pt>
                <c:pt idx="4264">
                  <c:v>5.5696202531645644E-2</c:v>
                </c:pt>
                <c:pt idx="4265">
                  <c:v>5.6202531645569653E-2</c:v>
                </c:pt>
                <c:pt idx="4266">
                  <c:v>5.594936708860776E-2</c:v>
                </c:pt>
                <c:pt idx="4267">
                  <c:v>5.594936708860776E-2</c:v>
                </c:pt>
                <c:pt idx="4268">
                  <c:v>5.6455696202531769E-2</c:v>
                </c:pt>
                <c:pt idx="4269">
                  <c:v>5.6455696202531769E-2</c:v>
                </c:pt>
                <c:pt idx="4270">
                  <c:v>5.6962025316455778E-2</c:v>
                </c:pt>
                <c:pt idx="4271">
                  <c:v>5.6962025316455778E-2</c:v>
                </c:pt>
                <c:pt idx="4272">
                  <c:v>5.6708860759493662E-2</c:v>
                </c:pt>
                <c:pt idx="4273">
                  <c:v>5.6962025316455778E-2</c:v>
                </c:pt>
                <c:pt idx="4274">
                  <c:v>5.7215189873417671E-2</c:v>
                </c:pt>
                <c:pt idx="4275">
                  <c:v>5.6962025316455778E-2</c:v>
                </c:pt>
                <c:pt idx="4276">
                  <c:v>5.6962025316455778E-2</c:v>
                </c:pt>
                <c:pt idx="4277">
                  <c:v>5.7215189873417671E-2</c:v>
                </c:pt>
                <c:pt idx="4278">
                  <c:v>5.6455696202531769E-2</c:v>
                </c:pt>
                <c:pt idx="4279">
                  <c:v>5.6708860759493662E-2</c:v>
                </c:pt>
                <c:pt idx="4280">
                  <c:v>5.6708860759493662E-2</c:v>
                </c:pt>
                <c:pt idx="4281">
                  <c:v>5.7215189873417671E-2</c:v>
                </c:pt>
                <c:pt idx="4282">
                  <c:v>5.7468354430379787E-2</c:v>
                </c:pt>
                <c:pt idx="4283">
                  <c:v>5.7215189873417671E-2</c:v>
                </c:pt>
                <c:pt idx="4284">
                  <c:v>5.7215189873417671E-2</c:v>
                </c:pt>
                <c:pt idx="4285">
                  <c:v>5.7215189873417671E-2</c:v>
                </c:pt>
                <c:pt idx="4286">
                  <c:v>5.873417721518992E-2</c:v>
                </c:pt>
                <c:pt idx="4287">
                  <c:v>5.8227848101265911E-2</c:v>
                </c:pt>
                <c:pt idx="4288">
                  <c:v>5.873417721518992E-2</c:v>
                </c:pt>
                <c:pt idx="4289">
                  <c:v>5.8227848101265911E-2</c:v>
                </c:pt>
                <c:pt idx="4290">
                  <c:v>5.8227848101265911E-2</c:v>
                </c:pt>
                <c:pt idx="4291">
                  <c:v>5.873417721518992E-2</c:v>
                </c:pt>
                <c:pt idx="4292">
                  <c:v>5.7974683544303796E-2</c:v>
                </c:pt>
                <c:pt idx="4293">
                  <c:v>5.8227848101265911E-2</c:v>
                </c:pt>
                <c:pt idx="4294">
                  <c:v>5.7974683544303796E-2</c:v>
                </c:pt>
                <c:pt idx="4295">
                  <c:v>5.6962025316455778E-2</c:v>
                </c:pt>
                <c:pt idx="4296">
                  <c:v>5.7215189873417671E-2</c:v>
                </c:pt>
                <c:pt idx="4297">
                  <c:v>5.7468354430379787E-2</c:v>
                </c:pt>
                <c:pt idx="4298">
                  <c:v>5.7468354430379787E-2</c:v>
                </c:pt>
                <c:pt idx="4299">
                  <c:v>5.7721518987341902E-2</c:v>
                </c:pt>
                <c:pt idx="4300">
                  <c:v>5.6962025316455778E-2</c:v>
                </c:pt>
                <c:pt idx="4301">
                  <c:v>5.7215189873417671E-2</c:v>
                </c:pt>
                <c:pt idx="4302">
                  <c:v>5.7468354430379787E-2</c:v>
                </c:pt>
                <c:pt idx="4303">
                  <c:v>5.7215189873417671E-2</c:v>
                </c:pt>
                <c:pt idx="4304">
                  <c:v>5.6708860759493662E-2</c:v>
                </c:pt>
                <c:pt idx="4305">
                  <c:v>5.594936708860776E-2</c:v>
                </c:pt>
                <c:pt idx="4306">
                  <c:v>5.5696202531645644E-2</c:v>
                </c:pt>
                <c:pt idx="4307">
                  <c:v>5.594936708860776E-2</c:v>
                </c:pt>
                <c:pt idx="4308">
                  <c:v>5.6202531645569653E-2</c:v>
                </c:pt>
                <c:pt idx="4309">
                  <c:v>5.6708860759493662E-2</c:v>
                </c:pt>
                <c:pt idx="4310">
                  <c:v>5.6962025316455778E-2</c:v>
                </c:pt>
                <c:pt idx="4311">
                  <c:v>5.6455696202531769E-2</c:v>
                </c:pt>
                <c:pt idx="4312">
                  <c:v>5.6455696202531769E-2</c:v>
                </c:pt>
                <c:pt idx="4313">
                  <c:v>5.6202531645569653E-2</c:v>
                </c:pt>
                <c:pt idx="4314">
                  <c:v>5.594936708860776E-2</c:v>
                </c:pt>
                <c:pt idx="4315">
                  <c:v>5.493670886075952E-2</c:v>
                </c:pt>
                <c:pt idx="4316">
                  <c:v>5.4430379746835511E-2</c:v>
                </c:pt>
                <c:pt idx="4317">
                  <c:v>5.4177215189873396E-2</c:v>
                </c:pt>
                <c:pt idx="4318">
                  <c:v>5.4430379746835511E-2</c:v>
                </c:pt>
                <c:pt idx="4319">
                  <c:v>5.4683544303797627E-2</c:v>
                </c:pt>
                <c:pt idx="4320">
                  <c:v>5.4683544303797627E-2</c:v>
                </c:pt>
                <c:pt idx="4321">
                  <c:v>5.4683544303797627E-2</c:v>
                </c:pt>
                <c:pt idx="4322">
                  <c:v>5.493670886075952E-2</c:v>
                </c:pt>
                <c:pt idx="4323">
                  <c:v>5.4683544303797627E-2</c:v>
                </c:pt>
                <c:pt idx="4324">
                  <c:v>5.4430379746835511E-2</c:v>
                </c:pt>
                <c:pt idx="4325">
                  <c:v>5.4430379746835511E-2</c:v>
                </c:pt>
                <c:pt idx="4326">
                  <c:v>5.4177215189873396E-2</c:v>
                </c:pt>
                <c:pt idx="4327">
                  <c:v>5.4430379746835511E-2</c:v>
                </c:pt>
                <c:pt idx="4328">
                  <c:v>5.4177215189873396E-2</c:v>
                </c:pt>
                <c:pt idx="4329">
                  <c:v>5.2911392405063262E-2</c:v>
                </c:pt>
                <c:pt idx="4330">
                  <c:v>5.4177215189873396E-2</c:v>
                </c:pt>
                <c:pt idx="4331">
                  <c:v>5.3924050632911502E-2</c:v>
                </c:pt>
                <c:pt idx="4332">
                  <c:v>5.3924050632911502E-2</c:v>
                </c:pt>
                <c:pt idx="4333">
                  <c:v>5.3670886075949387E-2</c:v>
                </c:pt>
                <c:pt idx="4334">
                  <c:v>5.3670886075949387E-2</c:v>
                </c:pt>
                <c:pt idx="4335">
                  <c:v>5.3924050632911502E-2</c:v>
                </c:pt>
                <c:pt idx="4336">
                  <c:v>5.3924050632911502E-2</c:v>
                </c:pt>
                <c:pt idx="4337">
                  <c:v>5.3924050632911502E-2</c:v>
                </c:pt>
                <c:pt idx="4338">
                  <c:v>5.3670886075949387E-2</c:v>
                </c:pt>
                <c:pt idx="4339">
                  <c:v>5.2911392405063262E-2</c:v>
                </c:pt>
                <c:pt idx="4340">
                  <c:v>5.2911392405063262E-2</c:v>
                </c:pt>
                <c:pt idx="4341">
                  <c:v>5.2911392405063262E-2</c:v>
                </c:pt>
                <c:pt idx="4342">
                  <c:v>5.2658227848101369E-2</c:v>
                </c:pt>
                <c:pt idx="4343">
                  <c:v>5.2911392405063262E-2</c:v>
                </c:pt>
                <c:pt idx="4344">
                  <c:v>5.2911392405063262E-2</c:v>
                </c:pt>
                <c:pt idx="4345">
                  <c:v>5.215189873417736E-2</c:v>
                </c:pt>
                <c:pt idx="4346">
                  <c:v>5.2405063291139253E-2</c:v>
                </c:pt>
                <c:pt idx="4347">
                  <c:v>5.215189873417736E-2</c:v>
                </c:pt>
                <c:pt idx="4348">
                  <c:v>5.215189873417736E-2</c:v>
                </c:pt>
                <c:pt idx="4349">
                  <c:v>5.215189873417736E-2</c:v>
                </c:pt>
                <c:pt idx="4350">
                  <c:v>5.215189873417736E-2</c:v>
                </c:pt>
                <c:pt idx="4351">
                  <c:v>5.1898734177215244E-2</c:v>
                </c:pt>
                <c:pt idx="4352">
                  <c:v>5.215189873417736E-2</c:v>
                </c:pt>
                <c:pt idx="4353">
                  <c:v>5.215189873417736E-2</c:v>
                </c:pt>
                <c:pt idx="4354">
                  <c:v>5.1898734177215244E-2</c:v>
                </c:pt>
                <c:pt idx="4355">
                  <c:v>5.215189873417736E-2</c:v>
                </c:pt>
                <c:pt idx="4356">
                  <c:v>5.1392405063291235E-2</c:v>
                </c:pt>
                <c:pt idx="4357">
                  <c:v>5.1392405063291235E-2</c:v>
                </c:pt>
                <c:pt idx="4358">
                  <c:v>5.1898734177215244E-2</c:v>
                </c:pt>
                <c:pt idx="4359">
                  <c:v>5.2911392405063262E-2</c:v>
                </c:pt>
                <c:pt idx="4360">
                  <c:v>5.3164556962025378E-2</c:v>
                </c:pt>
                <c:pt idx="4361">
                  <c:v>5.3670886075949387E-2</c:v>
                </c:pt>
                <c:pt idx="4362">
                  <c:v>5.2911392405063262E-2</c:v>
                </c:pt>
                <c:pt idx="4363">
                  <c:v>5.2405063291139253E-2</c:v>
                </c:pt>
                <c:pt idx="4364">
                  <c:v>5.1898734177215244E-2</c:v>
                </c:pt>
                <c:pt idx="4365">
                  <c:v>5.1898734177215244E-2</c:v>
                </c:pt>
                <c:pt idx="4366">
                  <c:v>5.1898734177215244E-2</c:v>
                </c:pt>
                <c:pt idx="4367">
                  <c:v>5.1898734177215244E-2</c:v>
                </c:pt>
                <c:pt idx="4368">
                  <c:v>5.215189873417736E-2</c:v>
                </c:pt>
                <c:pt idx="4369">
                  <c:v>5.2911392405063262E-2</c:v>
                </c:pt>
                <c:pt idx="4370">
                  <c:v>5.2658227848101369E-2</c:v>
                </c:pt>
                <c:pt idx="4371">
                  <c:v>5.2658227848101369E-2</c:v>
                </c:pt>
                <c:pt idx="4372">
                  <c:v>5.215189873417736E-2</c:v>
                </c:pt>
                <c:pt idx="4373">
                  <c:v>5.215189873417736E-2</c:v>
                </c:pt>
                <c:pt idx="4374">
                  <c:v>5.1898734177215244E-2</c:v>
                </c:pt>
                <c:pt idx="4375">
                  <c:v>5.1645569620253129E-2</c:v>
                </c:pt>
                <c:pt idx="4376">
                  <c:v>5.1645569620253129E-2</c:v>
                </c:pt>
                <c:pt idx="4377">
                  <c:v>5.1392405063291235E-2</c:v>
                </c:pt>
                <c:pt idx="4378">
                  <c:v>5.1392405063291235E-2</c:v>
                </c:pt>
                <c:pt idx="4379">
                  <c:v>5.1392405063291235E-2</c:v>
                </c:pt>
                <c:pt idx="4380">
                  <c:v>5.1392405063291235E-2</c:v>
                </c:pt>
                <c:pt idx="4381">
                  <c:v>5.113924050632912E-2</c:v>
                </c:pt>
                <c:pt idx="4382">
                  <c:v>5.0379746835442996E-2</c:v>
                </c:pt>
                <c:pt idx="4383">
                  <c:v>5.0126582278481102E-2</c:v>
                </c:pt>
                <c:pt idx="4384">
                  <c:v>5.0379746835442996E-2</c:v>
                </c:pt>
                <c:pt idx="4385">
                  <c:v>4.9620253164557093E-2</c:v>
                </c:pt>
                <c:pt idx="4386">
                  <c:v>4.9873417721518987E-2</c:v>
                </c:pt>
                <c:pt idx="4387">
                  <c:v>5.0126582278481102E-2</c:v>
                </c:pt>
                <c:pt idx="4388">
                  <c:v>5.113924050632912E-2</c:v>
                </c:pt>
                <c:pt idx="4389">
                  <c:v>5.1392405063291235E-2</c:v>
                </c:pt>
                <c:pt idx="4390">
                  <c:v>5.113924050632912E-2</c:v>
                </c:pt>
                <c:pt idx="4391">
                  <c:v>5.0886075949367227E-2</c:v>
                </c:pt>
                <c:pt idx="4392">
                  <c:v>5.0379746835442996E-2</c:v>
                </c:pt>
                <c:pt idx="4393">
                  <c:v>5.0632911392405111E-2</c:v>
                </c:pt>
                <c:pt idx="4394">
                  <c:v>5.0379746835442996E-2</c:v>
                </c:pt>
                <c:pt idx="4395">
                  <c:v>5.0632911392405111E-2</c:v>
                </c:pt>
                <c:pt idx="4396">
                  <c:v>#N/A</c:v>
                </c:pt>
                <c:pt idx="4397">
                  <c:v>5.0886075949367227E-2</c:v>
                </c:pt>
                <c:pt idx="4398">
                  <c:v>5.0632911392405111E-2</c:v>
                </c:pt>
                <c:pt idx="4399">
                  <c:v>5.0886075949367227E-2</c:v>
                </c:pt>
                <c:pt idx="4400">
                  <c:v>5.0886075949367227E-2</c:v>
                </c:pt>
                <c:pt idx="4401">
                  <c:v>5.1645569620253129E-2</c:v>
                </c:pt>
                <c:pt idx="4402">
                  <c:v>5.1645569620253129E-2</c:v>
                </c:pt>
                <c:pt idx="4403">
                  <c:v>5.1645569620253129E-2</c:v>
                </c:pt>
                <c:pt idx="4404">
                  <c:v>5.0632911392405111E-2</c:v>
                </c:pt>
                <c:pt idx="4405">
                  <c:v>5.0632911392405111E-2</c:v>
                </c:pt>
                <c:pt idx="4406">
                  <c:v>5.0632911392405111E-2</c:v>
                </c:pt>
                <c:pt idx="4407">
                  <c:v>5.0886075949367227E-2</c:v>
                </c:pt>
                <c:pt idx="4408">
                  <c:v>5.0886075949367227E-2</c:v>
                </c:pt>
                <c:pt idx="4409">
                  <c:v>5.113924050632912E-2</c:v>
                </c:pt>
                <c:pt idx="4410">
                  <c:v>5.0379746835442996E-2</c:v>
                </c:pt>
                <c:pt idx="4411">
                  <c:v>5.0632911392405111E-2</c:v>
                </c:pt>
                <c:pt idx="4412">
                  <c:v>5.1392405063291235E-2</c:v>
                </c:pt>
                <c:pt idx="4413">
                  <c:v>5.215189873417736E-2</c:v>
                </c:pt>
                <c:pt idx="4414">
                  <c:v>5.1898734177215244E-2</c:v>
                </c:pt>
                <c:pt idx="4415">
                  <c:v>5.1898734177215244E-2</c:v>
                </c:pt>
                <c:pt idx="4416">
                  <c:v>5.215189873417736E-2</c:v>
                </c:pt>
                <c:pt idx="4417">
                  <c:v>5.215189873417736E-2</c:v>
                </c:pt>
                <c:pt idx="4418">
                  <c:v>5.215189873417736E-2</c:v>
                </c:pt>
                <c:pt idx="4419">
                  <c:v>5.1392405063291235E-2</c:v>
                </c:pt>
                <c:pt idx="4420">
                  <c:v>5.1898734177215244E-2</c:v>
                </c:pt>
                <c:pt idx="4421">
                  <c:v>5.1392405063291235E-2</c:v>
                </c:pt>
                <c:pt idx="4422">
                  <c:v>5.113924050632912E-2</c:v>
                </c:pt>
                <c:pt idx="4423">
                  <c:v>5.1392405063291235E-2</c:v>
                </c:pt>
                <c:pt idx="4424">
                  <c:v>#N/A</c:v>
                </c:pt>
                <c:pt idx="4425">
                  <c:v>5.113924050632912E-2</c:v>
                </c:pt>
                <c:pt idx="4426">
                  <c:v>5.0886075949367227E-2</c:v>
                </c:pt>
                <c:pt idx="4427">
                  <c:v>5.0886075949367227E-2</c:v>
                </c:pt>
                <c:pt idx="4428">
                  <c:v>5.113924050632912E-2</c:v>
                </c:pt>
                <c:pt idx="4429">
                  <c:v>5.113924050632912E-2</c:v>
                </c:pt>
                <c:pt idx="4430">
                  <c:v>5.1645569620253129E-2</c:v>
                </c:pt>
                <c:pt idx="4431">
                  <c:v>5.1645569620253129E-2</c:v>
                </c:pt>
                <c:pt idx="4432">
                  <c:v>5.1645569620253129E-2</c:v>
                </c:pt>
                <c:pt idx="4433">
                  <c:v>5.1392405063291235E-2</c:v>
                </c:pt>
                <c:pt idx="4434">
                  <c:v>5.1898734177215244E-2</c:v>
                </c:pt>
                <c:pt idx="4435">
                  <c:v>5.1645569620253129E-2</c:v>
                </c:pt>
                <c:pt idx="4436">
                  <c:v>5.1645569620253129E-2</c:v>
                </c:pt>
                <c:pt idx="4437">
                  <c:v>#N/A</c:v>
                </c:pt>
                <c:pt idx="4438">
                  <c:v>5.1645569620253129E-2</c:v>
                </c:pt>
                <c:pt idx="4439">
                  <c:v>5.1898734177215244E-2</c:v>
                </c:pt>
                <c:pt idx="4440">
                  <c:v>5.1898734177215244E-2</c:v>
                </c:pt>
                <c:pt idx="4441">
                  <c:v>5.215189873417736E-2</c:v>
                </c:pt>
                <c:pt idx="4442">
                  <c:v>5.2405063291139253E-2</c:v>
                </c:pt>
                <c:pt idx="4443">
                  <c:v>5.3164556962025378E-2</c:v>
                </c:pt>
                <c:pt idx="4444">
                  <c:v>5.2911392405063262E-2</c:v>
                </c:pt>
                <c:pt idx="4445">
                  <c:v>5.3164556962025378E-2</c:v>
                </c:pt>
                <c:pt idx="4446">
                  <c:v>5.3417721518987493E-2</c:v>
                </c:pt>
                <c:pt idx="4447">
                  <c:v>5.3417721518987493E-2</c:v>
                </c:pt>
                <c:pt idx="4448">
                  <c:v>5.3670886075949387E-2</c:v>
                </c:pt>
                <c:pt idx="4449">
                  <c:v>5.3670886075949387E-2</c:v>
                </c:pt>
                <c:pt idx="4450">
                  <c:v>5.3924050632911502E-2</c:v>
                </c:pt>
                <c:pt idx="4451">
                  <c:v>5.3417721518987493E-2</c:v>
                </c:pt>
                <c:pt idx="4452">
                  <c:v>5.2911392405063262E-2</c:v>
                </c:pt>
                <c:pt idx="4453">
                  <c:v>5.2911392405063262E-2</c:v>
                </c:pt>
                <c:pt idx="4454">
                  <c:v>5.3164556962025378E-2</c:v>
                </c:pt>
                <c:pt idx="4455">
                  <c:v>5.3164556962025378E-2</c:v>
                </c:pt>
                <c:pt idx="4456">
                  <c:v>5.3924050632911502E-2</c:v>
                </c:pt>
                <c:pt idx="4457">
                  <c:v>5.3670886075949387E-2</c:v>
                </c:pt>
                <c:pt idx="4458">
                  <c:v>5.3670886075949387E-2</c:v>
                </c:pt>
                <c:pt idx="4459">
                  <c:v>5.3924050632911502E-2</c:v>
                </c:pt>
                <c:pt idx="4460">
                  <c:v>5.4177215189873396E-2</c:v>
                </c:pt>
                <c:pt idx="4461">
                  <c:v>5.4177215189873396E-2</c:v>
                </c:pt>
                <c:pt idx="4462">
                  <c:v>5.4177215189873396E-2</c:v>
                </c:pt>
                <c:pt idx="4463">
                  <c:v>5.4177215189873396E-2</c:v>
                </c:pt>
                <c:pt idx="4464">
                  <c:v>5.3670886075949387E-2</c:v>
                </c:pt>
                <c:pt idx="4465">
                  <c:v>5.3670886075949387E-2</c:v>
                </c:pt>
                <c:pt idx="4466">
                  <c:v>5.2911392405063262E-2</c:v>
                </c:pt>
                <c:pt idx="4467">
                  <c:v>5.2911392405063262E-2</c:v>
                </c:pt>
                <c:pt idx="4468">
                  <c:v>5.3164556962025378E-2</c:v>
                </c:pt>
                <c:pt idx="4469">
                  <c:v>5.2911392405063262E-2</c:v>
                </c:pt>
                <c:pt idx="4470">
                  <c:v>5.2658227848101369E-2</c:v>
                </c:pt>
                <c:pt idx="4471">
                  <c:v>5.2658227848101369E-2</c:v>
                </c:pt>
                <c:pt idx="4472">
                  <c:v>5.2911392405063262E-2</c:v>
                </c:pt>
                <c:pt idx="4473">
                  <c:v>5.2911392405063262E-2</c:v>
                </c:pt>
                <c:pt idx="4474">
                  <c:v>5.2911392405063262E-2</c:v>
                </c:pt>
                <c:pt idx="4475">
                  <c:v>5.3670886075949387E-2</c:v>
                </c:pt>
                <c:pt idx="4476">
                  <c:v>5.4430379746835511E-2</c:v>
                </c:pt>
                <c:pt idx="4477">
                  <c:v>5.3924050632911502E-2</c:v>
                </c:pt>
                <c:pt idx="4478">
                  <c:v>5.4430379746835511E-2</c:v>
                </c:pt>
                <c:pt idx="4479">
                  <c:v>5.3924050632911502E-2</c:v>
                </c:pt>
                <c:pt idx="4480">
                  <c:v>5.3924050632911502E-2</c:v>
                </c:pt>
                <c:pt idx="4481">
                  <c:v>5.4177215189873396E-2</c:v>
                </c:pt>
                <c:pt idx="4482">
                  <c:v>5.4683544303797627E-2</c:v>
                </c:pt>
                <c:pt idx="4483">
                  <c:v>5.493670886075952E-2</c:v>
                </c:pt>
                <c:pt idx="4484">
                  <c:v>5.5189873417721635E-2</c:v>
                </c:pt>
                <c:pt idx="4485">
                  <c:v>5.5443037974683529E-2</c:v>
                </c:pt>
                <c:pt idx="4486">
                  <c:v>5.5443037974683529E-2</c:v>
                </c:pt>
                <c:pt idx="4487">
                  <c:v>5.5189873417721635E-2</c:v>
                </c:pt>
                <c:pt idx="4488">
                  <c:v>5.5189873417721635E-2</c:v>
                </c:pt>
                <c:pt idx="4489">
                  <c:v>5.5443037974683529E-2</c:v>
                </c:pt>
                <c:pt idx="4490">
                  <c:v>5.5443037974683529E-2</c:v>
                </c:pt>
                <c:pt idx="4491">
                  <c:v>5.5443037974683529E-2</c:v>
                </c:pt>
                <c:pt idx="4492">
                  <c:v>5.5189873417721635E-2</c:v>
                </c:pt>
                <c:pt idx="4493">
                  <c:v>5.493670886075952E-2</c:v>
                </c:pt>
                <c:pt idx="4494">
                  <c:v>5.5189873417721635E-2</c:v>
                </c:pt>
                <c:pt idx="4495">
                  <c:v>5.5189873417721635E-2</c:v>
                </c:pt>
                <c:pt idx="4496">
                  <c:v>5.493670886075952E-2</c:v>
                </c:pt>
                <c:pt idx="4497">
                  <c:v>5.4683544303797627E-2</c:v>
                </c:pt>
                <c:pt idx="4498">
                  <c:v>5.4683544303797627E-2</c:v>
                </c:pt>
                <c:pt idx="4499">
                  <c:v>5.5189873417721635E-2</c:v>
                </c:pt>
                <c:pt idx="4500">
                  <c:v>5.5189873417721635E-2</c:v>
                </c:pt>
                <c:pt idx="4501">
                  <c:v>5.5443037974683529E-2</c:v>
                </c:pt>
                <c:pt idx="4502">
                  <c:v>5.5189873417721635E-2</c:v>
                </c:pt>
                <c:pt idx="4503">
                  <c:v>5.493670886075952E-2</c:v>
                </c:pt>
                <c:pt idx="4504">
                  <c:v>5.493670886075952E-2</c:v>
                </c:pt>
                <c:pt idx="4505">
                  <c:v>5.5189873417721635E-2</c:v>
                </c:pt>
                <c:pt idx="4506">
                  <c:v>5.4430379746835511E-2</c:v>
                </c:pt>
                <c:pt idx="4507">
                  <c:v>5.4683544303797627E-2</c:v>
                </c:pt>
                <c:pt idx="4508">
                  <c:v>5.4430379746835511E-2</c:v>
                </c:pt>
                <c:pt idx="4509">
                  <c:v>5.4177215189873396E-2</c:v>
                </c:pt>
                <c:pt idx="4510">
                  <c:v>5.3417721518987493E-2</c:v>
                </c:pt>
                <c:pt idx="4511">
                  <c:v>5.3670886075949387E-2</c:v>
                </c:pt>
                <c:pt idx="4512">
                  <c:v>5.3417721518987493E-2</c:v>
                </c:pt>
                <c:pt idx="4513">
                  <c:v>5.3164556962025378E-2</c:v>
                </c:pt>
                <c:pt idx="4514">
                  <c:v>5.2911392405063262E-2</c:v>
                </c:pt>
                <c:pt idx="4515">
                  <c:v>5.2405063291139253E-2</c:v>
                </c:pt>
                <c:pt idx="4516">
                  <c:v>5.2405063291139253E-2</c:v>
                </c:pt>
                <c:pt idx="4517">
                  <c:v>5.215189873417736E-2</c:v>
                </c:pt>
                <c:pt idx="4518">
                  <c:v>5.1645569620253129E-2</c:v>
                </c:pt>
                <c:pt idx="4519">
                  <c:v>5.1392405063291235E-2</c:v>
                </c:pt>
                <c:pt idx="4520">
                  <c:v>5.1898734177215244E-2</c:v>
                </c:pt>
                <c:pt idx="4521">
                  <c:v>5.2658227848101369E-2</c:v>
                </c:pt>
                <c:pt idx="4522">
                  <c:v>5.2658227848101369E-2</c:v>
                </c:pt>
                <c:pt idx="4523">
                  <c:v>5.2405063291139253E-2</c:v>
                </c:pt>
                <c:pt idx="4524">
                  <c:v>5.1898734177215244E-2</c:v>
                </c:pt>
                <c:pt idx="4525">
                  <c:v>5.1392405063291235E-2</c:v>
                </c:pt>
                <c:pt idx="4526">
                  <c:v>5.1898734177215244E-2</c:v>
                </c:pt>
                <c:pt idx="4527">
                  <c:v>5.1898734177215244E-2</c:v>
                </c:pt>
                <c:pt idx="4528">
                  <c:v>5.1392405063291235E-2</c:v>
                </c:pt>
                <c:pt idx="4529">
                  <c:v>5.1392405063291235E-2</c:v>
                </c:pt>
                <c:pt idx="4530">
                  <c:v>5.113924050632912E-2</c:v>
                </c:pt>
                <c:pt idx="4531">
                  <c:v>5.1392405063291235E-2</c:v>
                </c:pt>
                <c:pt idx="4532">
                  <c:v>5.1392405063291235E-2</c:v>
                </c:pt>
                <c:pt idx="4533">
                  <c:v>5.1392405063291235E-2</c:v>
                </c:pt>
                <c:pt idx="4534">
                  <c:v>5.1645569620253129E-2</c:v>
                </c:pt>
                <c:pt idx="4535">
                  <c:v>5.1392405063291235E-2</c:v>
                </c:pt>
                <c:pt idx="4536">
                  <c:v>5.1392405063291235E-2</c:v>
                </c:pt>
                <c:pt idx="4537">
                  <c:v>5.0886075949367227E-2</c:v>
                </c:pt>
                <c:pt idx="4538">
                  <c:v>5.0886075949367227E-2</c:v>
                </c:pt>
                <c:pt idx="4539">
                  <c:v>5.0126582278481102E-2</c:v>
                </c:pt>
                <c:pt idx="4540">
                  <c:v>5.0126582278481102E-2</c:v>
                </c:pt>
                <c:pt idx="4541">
                  <c:v>4.9873417721518987E-2</c:v>
                </c:pt>
                <c:pt idx="4542">
                  <c:v>4.9113924050632862E-2</c:v>
                </c:pt>
                <c:pt idx="4543">
                  <c:v>4.8607594936708853E-2</c:v>
                </c:pt>
                <c:pt idx="4544">
                  <c:v>4.8860759493670969E-2</c:v>
                </c:pt>
                <c:pt idx="4545">
                  <c:v>4.9367088607594978E-2</c:v>
                </c:pt>
                <c:pt idx="4546">
                  <c:v>4.9367088607594978E-2</c:v>
                </c:pt>
                <c:pt idx="4547">
                  <c:v>4.9113924050632862E-2</c:v>
                </c:pt>
                <c:pt idx="4548">
                  <c:v>4.8860759493670969E-2</c:v>
                </c:pt>
                <c:pt idx="4549">
                  <c:v>4.8607594936708853E-2</c:v>
                </c:pt>
                <c:pt idx="4550">
                  <c:v>4.8860759493670969E-2</c:v>
                </c:pt>
                <c:pt idx="4551">
                  <c:v>4.7848101265822729E-2</c:v>
                </c:pt>
                <c:pt idx="4552">
                  <c:v>4.734177215189872E-2</c:v>
                </c:pt>
                <c:pt idx="4553">
                  <c:v>4.734177215189872E-2</c:v>
                </c:pt>
                <c:pt idx="4554">
                  <c:v>4.7088607594936827E-2</c:v>
                </c:pt>
                <c:pt idx="4555">
                  <c:v>4.7594936708860835E-2</c:v>
                </c:pt>
                <c:pt idx="4556">
                  <c:v>4.7088607594936827E-2</c:v>
                </c:pt>
                <c:pt idx="4557">
                  <c:v>4.7088607594936827E-2</c:v>
                </c:pt>
                <c:pt idx="4558">
                  <c:v>4.7848101265822729E-2</c:v>
                </c:pt>
                <c:pt idx="4559">
                  <c:v>4.835443037974696E-2</c:v>
                </c:pt>
                <c:pt idx="4560">
                  <c:v>4.835443037974696E-2</c:v>
                </c:pt>
                <c:pt idx="4561">
                  <c:v>4.835443037974696E-2</c:v>
                </c:pt>
                <c:pt idx="4562">
                  <c:v>4.8860759493670969E-2</c:v>
                </c:pt>
                <c:pt idx="4563">
                  <c:v>4.8101265822784844E-2</c:v>
                </c:pt>
                <c:pt idx="4564">
                  <c:v>4.8607594936708853E-2</c:v>
                </c:pt>
                <c:pt idx="4565">
                  <c:v>4.9113924050632862E-2</c:v>
                </c:pt>
                <c:pt idx="4566">
                  <c:v>4.9367088607594978E-2</c:v>
                </c:pt>
                <c:pt idx="4567">
                  <c:v>5.0126582278481102E-2</c:v>
                </c:pt>
                <c:pt idx="4568">
                  <c:v>4.9367088607594978E-2</c:v>
                </c:pt>
                <c:pt idx="4569">
                  <c:v>4.9620253164557093E-2</c:v>
                </c:pt>
                <c:pt idx="4570">
                  <c:v>4.8860759493670969E-2</c:v>
                </c:pt>
                <c:pt idx="4571">
                  <c:v>4.9113924050632862E-2</c:v>
                </c:pt>
                <c:pt idx="4572">
                  <c:v>4.9113924050632862E-2</c:v>
                </c:pt>
                <c:pt idx="4573">
                  <c:v>4.9113924050632862E-2</c:v>
                </c:pt>
                <c:pt idx="4574">
                  <c:v>4.9113924050632862E-2</c:v>
                </c:pt>
                <c:pt idx="4575">
                  <c:v>4.8607594936708853E-2</c:v>
                </c:pt>
                <c:pt idx="4576">
                  <c:v>4.8860759493670969E-2</c:v>
                </c:pt>
                <c:pt idx="4577">
                  <c:v>4.8860759493670969E-2</c:v>
                </c:pt>
                <c:pt idx="4578">
                  <c:v>4.9113924050632862E-2</c:v>
                </c:pt>
                <c:pt idx="4579">
                  <c:v>4.9620253164557093E-2</c:v>
                </c:pt>
                <c:pt idx="4580">
                  <c:v>4.8607594936708853E-2</c:v>
                </c:pt>
                <c:pt idx="4581">
                  <c:v>4.8860759493670969E-2</c:v>
                </c:pt>
                <c:pt idx="4582">
                  <c:v>4.8860759493670969E-2</c:v>
                </c:pt>
                <c:pt idx="4583">
                  <c:v>4.8607594936708853E-2</c:v>
                </c:pt>
                <c:pt idx="4584">
                  <c:v>4.8860759493670969E-2</c:v>
                </c:pt>
                <c:pt idx="4585">
                  <c:v>4.835443037974696E-2</c:v>
                </c:pt>
                <c:pt idx="4586">
                  <c:v>4.8607594936708853E-2</c:v>
                </c:pt>
                <c:pt idx="4587">
                  <c:v>#N/A</c:v>
                </c:pt>
                <c:pt idx="4588">
                  <c:v>4.9113924050632862E-2</c:v>
                </c:pt>
                <c:pt idx="4589">
                  <c:v>4.9620253164557093E-2</c:v>
                </c:pt>
                <c:pt idx="4590">
                  <c:v>4.9620253164557093E-2</c:v>
                </c:pt>
                <c:pt idx="4591">
                  <c:v>4.8860759493670969E-2</c:v>
                </c:pt>
                <c:pt idx="4592">
                  <c:v>4.9113924050632862E-2</c:v>
                </c:pt>
                <c:pt idx="4593">
                  <c:v>4.8860759493670969E-2</c:v>
                </c:pt>
                <c:pt idx="4594">
                  <c:v>4.8607594936708853E-2</c:v>
                </c:pt>
                <c:pt idx="4595">
                  <c:v>4.835443037974696E-2</c:v>
                </c:pt>
                <c:pt idx="4596">
                  <c:v>4.8860759493670969E-2</c:v>
                </c:pt>
                <c:pt idx="4597">
                  <c:v>4.9113924050632862E-2</c:v>
                </c:pt>
                <c:pt idx="4598">
                  <c:v>4.8860759493670969E-2</c:v>
                </c:pt>
                <c:pt idx="4599">
                  <c:v>4.8860759493670969E-2</c:v>
                </c:pt>
                <c:pt idx="4600">
                  <c:v>4.9113924050632862E-2</c:v>
                </c:pt>
                <c:pt idx="4601">
                  <c:v>4.9367088607594978E-2</c:v>
                </c:pt>
                <c:pt idx="4602">
                  <c:v>4.9620253164557093E-2</c:v>
                </c:pt>
                <c:pt idx="4603">
                  <c:v>4.9873417721518987E-2</c:v>
                </c:pt>
                <c:pt idx="4604">
                  <c:v>4.9873417721518987E-2</c:v>
                </c:pt>
                <c:pt idx="4605">
                  <c:v>5.0632911392405111E-2</c:v>
                </c:pt>
                <c:pt idx="4606">
                  <c:v>5.0632911392405111E-2</c:v>
                </c:pt>
                <c:pt idx="4607">
                  <c:v>5.0632911392405111E-2</c:v>
                </c:pt>
                <c:pt idx="4608">
                  <c:v>5.0886075949367227E-2</c:v>
                </c:pt>
                <c:pt idx="4609">
                  <c:v>5.0886075949367227E-2</c:v>
                </c:pt>
                <c:pt idx="4610">
                  <c:v>5.113924050632912E-2</c:v>
                </c:pt>
                <c:pt idx="4611">
                  <c:v>5.1392405063291235E-2</c:v>
                </c:pt>
                <c:pt idx="4612">
                  <c:v>5.0632911392405111E-2</c:v>
                </c:pt>
                <c:pt idx="4613">
                  <c:v>5.0632911392405111E-2</c:v>
                </c:pt>
                <c:pt idx="4614">
                  <c:v>5.0126582278481102E-2</c:v>
                </c:pt>
                <c:pt idx="4615">
                  <c:v>5.0632911392405111E-2</c:v>
                </c:pt>
                <c:pt idx="4616">
                  <c:v>5.0632911392405111E-2</c:v>
                </c:pt>
                <c:pt idx="4617">
                  <c:v>5.0886075949367227E-2</c:v>
                </c:pt>
                <c:pt idx="4618">
                  <c:v>5.0632911392405111E-2</c:v>
                </c:pt>
                <c:pt idx="4619">
                  <c:v>5.0379746835442996E-2</c:v>
                </c:pt>
                <c:pt idx="4620">
                  <c:v>4.9873417721518987E-2</c:v>
                </c:pt>
                <c:pt idx="4621">
                  <c:v>4.9620253164557093E-2</c:v>
                </c:pt>
                <c:pt idx="4622">
                  <c:v>4.9873417721518987E-2</c:v>
                </c:pt>
                <c:pt idx="4623">
                  <c:v>4.9873417721518987E-2</c:v>
                </c:pt>
                <c:pt idx="4624">
                  <c:v>5.0126582278481102E-2</c:v>
                </c:pt>
                <c:pt idx="4625">
                  <c:v>5.0126582278481102E-2</c:v>
                </c:pt>
                <c:pt idx="4626">
                  <c:v>5.0379746835442996E-2</c:v>
                </c:pt>
                <c:pt idx="4627">
                  <c:v>5.113924050632912E-2</c:v>
                </c:pt>
                <c:pt idx="4628">
                  <c:v>5.0886075949367227E-2</c:v>
                </c:pt>
                <c:pt idx="4629">
                  <c:v>5.113924050632912E-2</c:v>
                </c:pt>
                <c:pt idx="4630">
                  <c:v>5.1392405063291235E-2</c:v>
                </c:pt>
                <c:pt idx="4631">
                  <c:v>5.113924050632912E-2</c:v>
                </c:pt>
                <c:pt idx="4632">
                  <c:v>5.113924050632912E-2</c:v>
                </c:pt>
                <c:pt idx="4633">
                  <c:v>5.113924050632912E-2</c:v>
                </c:pt>
                <c:pt idx="4634">
                  <c:v>5.1392405063291235E-2</c:v>
                </c:pt>
                <c:pt idx="4635">
                  <c:v>5.1645569620253129E-2</c:v>
                </c:pt>
                <c:pt idx="4636">
                  <c:v>5.113924050632912E-2</c:v>
                </c:pt>
                <c:pt idx="4637">
                  <c:v>5.1645569620253129E-2</c:v>
                </c:pt>
                <c:pt idx="4638">
                  <c:v>5.1392405063291235E-2</c:v>
                </c:pt>
                <c:pt idx="4639">
                  <c:v>5.113924050632912E-2</c:v>
                </c:pt>
                <c:pt idx="4640">
                  <c:v>5.113924050632912E-2</c:v>
                </c:pt>
                <c:pt idx="4641">
                  <c:v>5.113924050632912E-2</c:v>
                </c:pt>
                <c:pt idx="4642">
                  <c:v>5.0886075949367227E-2</c:v>
                </c:pt>
                <c:pt idx="4643">
                  <c:v>5.0886075949367227E-2</c:v>
                </c:pt>
                <c:pt idx="4644">
                  <c:v>5.113924050632912E-2</c:v>
                </c:pt>
                <c:pt idx="4645">
                  <c:v>5.0886075949367227E-2</c:v>
                </c:pt>
                <c:pt idx="4646">
                  <c:v>4.9620253164557093E-2</c:v>
                </c:pt>
                <c:pt idx="4647">
                  <c:v>5.0379746835442996E-2</c:v>
                </c:pt>
                <c:pt idx="4648">
                  <c:v>5.0379746835442996E-2</c:v>
                </c:pt>
                <c:pt idx="4649">
                  <c:v>5.0126582278481102E-2</c:v>
                </c:pt>
                <c:pt idx="4650">
                  <c:v>5.0379746835442996E-2</c:v>
                </c:pt>
                <c:pt idx="4651">
                  <c:v>5.0632911392405111E-2</c:v>
                </c:pt>
                <c:pt idx="4652">
                  <c:v>5.0886075949367227E-2</c:v>
                </c:pt>
                <c:pt idx="4653">
                  <c:v>5.0632911392405111E-2</c:v>
                </c:pt>
                <c:pt idx="4654">
                  <c:v>5.0886075949367227E-2</c:v>
                </c:pt>
                <c:pt idx="4655">
                  <c:v>5.1392405063291235E-2</c:v>
                </c:pt>
                <c:pt idx="4656">
                  <c:v>5.113924050632912E-2</c:v>
                </c:pt>
                <c:pt idx="4657">
                  <c:v>5.1392405063291235E-2</c:v>
                </c:pt>
                <c:pt idx="4658">
                  <c:v>5.215189873417736E-2</c:v>
                </c:pt>
                <c:pt idx="4659">
                  <c:v>5.215189873417736E-2</c:v>
                </c:pt>
                <c:pt idx="4660">
                  <c:v>5.1898734177215244E-2</c:v>
                </c:pt>
                <c:pt idx="4661">
                  <c:v>5.1898734177215244E-2</c:v>
                </c:pt>
                <c:pt idx="4662">
                  <c:v>5.1898734177215244E-2</c:v>
                </c:pt>
                <c:pt idx="4663">
                  <c:v>5.215189873417736E-2</c:v>
                </c:pt>
                <c:pt idx="4664">
                  <c:v>5.2658227848101369E-2</c:v>
                </c:pt>
                <c:pt idx="4665">
                  <c:v>5.2405063291139253E-2</c:v>
                </c:pt>
                <c:pt idx="4666">
                  <c:v>5.2405063291139253E-2</c:v>
                </c:pt>
                <c:pt idx="4667">
                  <c:v>5.215189873417736E-2</c:v>
                </c:pt>
                <c:pt idx="4668">
                  <c:v>5.2405063291139253E-2</c:v>
                </c:pt>
                <c:pt idx="4669">
                  <c:v>5.113924050632912E-2</c:v>
                </c:pt>
                <c:pt idx="4670">
                  <c:v>5.1392405063291235E-2</c:v>
                </c:pt>
                <c:pt idx="4671">
                  <c:v>5.1645569620253129E-2</c:v>
                </c:pt>
                <c:pt idx="4672">
                  <c:v>5.1898734177215244E-2</c:v>
                </c:pt>
                <c:pt idx="4673">
                  <c:v>5.1645569620253129E-2</c:v>
                </c:pt>
                <c:pt idx="4674">
                  <c:v>5.113924050632912E-2</c:v>
                </c:pt>
                <c:pt idx="4675">
                  <c:v>5.113924050632912E-2</c:v>
                </c:pt>
                <c:pt idx="4676">
                  <c:v>#N/A</c:v>
                </c:pt>
                <c:pt idx="4677">
                  <c:v>5.113924050632912E-2</c:v>
                </c:pt>
                <c:pt idx="4678">
                  <c:v>5.0886075949367227E-2</c:v>
                </c:pt>
                <c:pt idx="4679">
                  <c:v>5.113924050632912E-2</c:v>
                </c:pt>
                <c:pt idx="4680">
                  <c:v>5.1645569620253129E-2</c:v>
                </c:pt>
                <c:pt idx="4681">
                  <c:v>5.113924050632912E-2</c:v>
                </c:pt>
                <c:pt idx="4682">
                  <c:v>5.1645569620253129E-2</c:v>
                </c:pt>
                <c:pt idx="4683">
                  <c:v>5.1898734177215244E-2</c:v>
                </c:pt>
                <c:pt idx="4684">
                  <c:v>5.113924050632912E-2</c:v>
                </c:pt>
                <c:pt idx="4685">
                  <c:v>#N/A</c:v>
                </c:pt>
                <c:pt idx="4686">
                  <c:v>5.0886075949367227E-2</c:v>
                </c:pt>
                <c:pt idx="4687">
                  <c:v>5.113924050632912E-2</c:v>
                </c:pt>
                <c:pt idx="4688">
                  <c:v>5.113924050632912E-2</c:v>
                </c:pt>
                <c:pt idx="4689">
                  <c:v>5.1392405063291235E-2</c:v>
                </c:pt>
                <c:pt idx="4690">
                  <c:v>5.1645569620253129E-2</c:v>
                </c:pt>
                <c:pt idx="4691">
                  <c:v>5.1645569620253129E-2</c:v>
                </c:pt>
                <c:pt idx="4692">
                  <c:v>5.2658227848101369E-2</c:v>
                </c:pt>
                <c:pt idx="4693">
                  <c:v>5.1898734177215244E-2</c:v>
                </c:pt>
                <c:pt idx="4694">
                  <c:v>5.1898734177215244E-2</c:v>
                </c:pt>
                <c:pt idx="4695">
                  <c:v>5.1645569620253129E-2</c:v>
                </c:pt>
                <c:pt idx="4696">
                  <c:v>5.1392405063291235E-2</c:v>
                </c:pt>
                <c:pt idx="4697">
                  <c:v>5.113924050632912E-2</c:v>
                </c:pt>
                <c:pt idx="4698">
                  <c:v>5.0632911392405111E-2</c:v>
                </c:pt>
                <c:pt idx="4699">
                  <c:v>5.113924050632912E-2</c:v>
                </c:pt>
                <c:pt idx="4700">
                  <c:v>5.1392405063291235E-2</c:v>
                </c:pt>
                <c:pt idx="4701">
                  <c:v>5.1392405063291235E-2</c:v>
                </c:pt>
                <c:pt idx="4702">
                  <c:v>5.1392405063291235E-2</c:v>
                </c:pt>
                <c:pt idx="4703">
                  <c:v>#N/A</c:v>
                </c:pt>
                <c:pt idx="4704">
                  <c:v>5.113924050632912E-2</c:v>
                </c:pt>
                <c:pt idx="4705">
                  <c:v>5.113924050632912E-2</c:v>
                </c:pt>
                <c:pt idx="4706">
                  <c:v>5.113924050632912E-2</c:v>
                </c:pt>
                <c:pt idx="4707">
                  <c:v>5.1392405063291235E-2</c:v>
                </c:pt>
                <c:pt idx="4708">
                  <c:v>5.1392405063291235E-2</c:v>
                </c:pt>
                <c:pt idx="4709">
                  <c:v>#N/A</c:v>
                </c:pt>
                <c:pt idx="4710">
                  <c:v>5.1645569620253129E-2</c:v>
                </c:pt>
                <c:pt idx="4711">
                  <c:v>5.215189873417736E-2</c:v>
                </c:pt>
                <c:pt idx="4712">
                  <c:v>5.2405063291139253E-2</c:v>
                </c:pt>
                <c:pt idx="4713">
                  <c:v>5.2658227848101369E-2</c:v>
                </c:pt>
                <c:pt idx="4714">
                  <c:v>5.2405063291139253E-2</c:v>
                </c:pt>
                <c:pt idx="4715">
                  <c:v>#N/A</c:v>
                </c:pt>
                <c:pt idx="4716">
                  <c:v>5.2405063291139253E-2</c:v>
                </c:pt>
                <c:pt idx="4717">
                  <c:v>5.2658227848101369E-2</c:v>
                </c:pt>
                <c:pt idx="4718">
                  <c:v>5.2658227848101369E-2</c:v>
                </c:pt>
                <c:pt idx="4719">
                  <c:v>5.2658227848101369E-2</c:v>
                </c:pt>
                <c:pt idx="4720">
                  <c:v>5.2405063291139253E-2</c:v>
                </c:pt>
                <c:pt idx="4721">
                  <c:v>5.2405063291139253E-2</c:v>
                </c:pt>
                <c:pt idx="4722">
                  <c:v>5.215189873417736E-2</c:v>
                </c:pt>
                <c:pt idx="4723">
                  <c:v>5.1898734177215244E-2</c:v>
                </c:pt>
                <c:pt idx="4724">
                  <c:v>#N/A</c:v>
                </c:pt>
                <c:pt idx="4725">
                  <c:v>5.2405063291139253E-2</c:v>
                </c:pt>
                <c:pt idx="4726">
                  <c:v>5.2658227848101369E-2</c:v>
                </c:pt>
                <c:pt idx="4727">
                  <c:v>5.2405063291139253E-2</c:v>
                </c:pt>
                <c:pt idx="4728">
                  <c:v>5.215189873417736E-2</c:v>
                </c:pt>
                <c:pt idx="4729">
                  <c:v>5.215189873417736E-2</c:v>
                </c:pt>
                <c:pt idx="4730">
                  <c:v>5.1898734177215244E-2</c:v>
                </c:pt>
                <c:pt idx="4731">
                  <c:v>5.2911392405063262E-2</c:v>
                </c:pt>
                <c:pt idx="4732">
                  <c:v>5.2658227848101369E-2</c:v>
                </c:pt>
                <c:pt idx="4733">
                  <c:v>5.2911392405063262E-2</c:v>
                </c:pt>
                <c:pt idx="4734">
                  <c:v>5.3417721518987493E-2</c:v>
                </c:pt>
                <c:pt idx="4735">
                  <c:v>5.3417721518987493E-2</c:v>
                </c:pt>
                <c:pt idx="4736">
                  <c:v>5.3924050632911502E-2</c:v>
                </c:pt>
                <c:pt idx="4737">
                  <c:v>5.3164556962025378E-2</c:v>
                </c:pt>
                <c:pt idx="4738">
                  <c:v>5.3164556962025378E-2</c:v>
                </c:pt>
                <c:pt idx="4739">
                  <c:v>5.3164556962025378E-2</c:v>
                </c:pt>
                <c:pt idx="4740">
                  <c:v>5.2658227848101369E-2</c:v>
                </c:pt>
                <c:pt idx="4741">
                  <c:v>5.3164556962025378E-2</c:v>
                </c:pt>
                <c:pt idx="4742">
                  <c:v>5.3164556962025378E-2</c:v>
                </c:pt>
                <c:pt idx="4743">
                  <c:v>5.3164556962025378E-2</c:v>
                </c:pt>
                <c:pt idx="4744">
                  <c:v>5.2911392405063262E-2</c:v>
                </c:pt>
                <c:pt idx="4745">
                  <c:v>5.3164556962025378E-2</c:v>
                </c:pt>
                <c:pt idx="4746">
                  <c:v>5.3164556962025378E-2</c:v>
                </c:pt>
                <c:pt idx="4747">
                  <c:v>5.2911392405063262E-2</c:v>
                </c:pt>
                <c:pt idx="4748">
                  <c:v>5.2405063291139253E-2</c:v>
                </c:pt>
                <c:pt idx="4749">
                  <c:v>5.2405063291139253E-2</c:v>
                </c:pt>
                <c:pt idx="4750">
                  <c:v>5.1645569620253129E-2</c:v>
                </c:pt>
                <c:pt idx="4751">
                  <c:v>5.1392405063291235E-2</c:v>
                </c:pt>
                <c:pt idx="4752">
                  <c:v>5.1392405063291235E-2</c:v>
                </c:pt>
                <c:pt idx="4753">
                  <c:v>5.113924050632912E-2</c:v>
                </c:pt>
                <c:pt idx="4754">
                  <c:v>5.113924050632912E-2</c:v>
                </c:pt>
                <c:pt idx="4755">
                  <c:v>5.0886075949367227E-2</c:v>
                </c:pt>
                <c:pt idx="4756">
                  <c:v>5.1645569620253129E-2</c:v>
                </c:pt>
                <c:pt idx="4757">
                  <c:v>5.1392405063291235E-2</c:v>
                </c:pt>
                <c:pt idx="4758">
                  <c:v>#N/A</c:v>
                </c:pt>
                <c:pt idx="4759">
                  <c:v>5.1898734177215244E-2</c:v>
                </c:pt>
                <c:pt idx="4760">
                  <c:v>5.1898734177215244E-2</c:v>
                </c:pt>
                <c:pt idx="4761">
                  <c:v>5.1645569620253129E-2</c:v>
                </c:pt>
                <c:pt idx="4762">
                  <c:v>5.1645569620253129E-2</c:v>
                </c:pt>
                <c:pt idx="4763">
                  <c:v>5.1645569620253129E-2</c:v>
                </c:pt>
                <c:pt idx="4764">
                  <c:v>5.1645569620253129E-2</c:v>
                </c:pt>
                <c:pt idx="4765">
                  <c:v>5.0886075949367227E-2</c:v>
                </c:pt>
                <c:pt idx="4766">
                  <c:v>5.1392405063291235E-2</c:v>
                </c:pt>
                <c:pt idx="4767">
                  <c:v>5.1645569620253129E-2</c:v>
                </c:pt>
                <c:pt idx="4768">
                  <c:v>5.1645569620253129E-2</c:v>
                </c:pt>
                <c:pt idx="4769">
                  <c:v>5.1392405063291235E-2</c:v>
                </c:pt>
                <c:pt idx="4770">
                  <c:v>5.1392405063291235E-2</c:v>
                </c:pt>
                <c:pt idx="4771">
                  <c:v>5.1645569620253129E-2</c:v>
                </c:pt>
                <c:pt idx="4772">
                  <c:v>5.1898734177215244E-2</c:v>
                </c:pt>
                <c:pt idx="4773">
                  <c:v>5.1898734177215244E-2</c:v>
                </c:pt>
                <c:pt idx="4774">
                  <c:v>5.1898734177215244E-2</c:v>
                </c:pt>
                <c:pt idx="4775">
                  <c:v>5.1645569620253129E-2</c:v>
                </c:pt>
                <c:pt idx="4776">
                  <c:v>5.2405063291139253E-2</c:v>
                </c:pt>
                <c:pt idx="4777">
                  <c:v>5.215189873417736E-2</c:v>
                </c:pt>
                <c:pt idx="4778">
                  <c:v>5.1645569620253129E-2</c:v>
                </c:pt>
                <c:pt idx="4779">
                  <c:v>5.1645569620253129E-2</c:v>
                </c:pt>
                <c:pt idx="4780">
                  <c:v>5.215189873417736E-2</c:v>
                </c:pt>
                <c:pt idx="4781">
                  <c:v>5.2405063291139253E-2</c:v>
                </c:pt>
                <c:pt idx="4782">
                  <c:v>#N/A</c:v>
                </c:pt>
                <c:pt idx="4783">
                  <c:v>#N/A</c:v>
                </c:pt>
                <c:pt idx="4784">
                  <c:v>5.2405063291139253E-2</c:v>
                </c:pt>
                <c:pt idx="4785">
                  <c:v>5.2405063291139253E-2</c:v>
                </c:pt>
                <c:pt idx="4786">
                  <c:v>5.2405063291139253E-2</c:v>
                </c:pt>
                <c:pt idx="4787">
                  <c:v>5.2658227848101369E-2</c:v>
                </c:pt>
                <c:pt idx="4788">
                  <c:v>5.1898734177215244E-2</c:v>
                </c:pt>
                <c:pt idx="4789">
                  <c:v>5.1645569620253129E-2</c:v>
                </c:pt>
                <c:pt idx="4790">
                  <c:v>5.1392405063291235E-2</c:v>
                </c:pt>
                <c:pt idx="4791">
                  <c:v>5.1645569620253129E-2</c:v>
                </c:pt>
                <c:pt idx="4792">
                  <c:v>5.0886075949367227E-2</c:v>
                </c:pt>
                <c:pt idx="4793">
                  <c:v>5.0886075949367227E-2</c:v>
                </c:pt>
                <c:pt idx="4794">
                  <c:v>5.1392405063291235E-2</c:v>
                </c:pt>
                <c:pt idx="4795">
                  <c:v>5.0886075949367227E-2</c:v>
                </c:pt>
                <c:pt idx="4796">
                  <c:v>5.0886075949367227E-2</c:v>
                </c:pt>
                <c:pt idx="4797">
                  <c:v>5.0886075949367227E-2</c:v>
                </c:pt>
                <c:pt idx="4798">
                  <c:v>5.0886075949367227E-2</c:v>
                </c:pt>
                <c:pt idx="4799">
                  <c:v>5.0632911392405111E-2</c:v>
                </c:pt>
                <c:pt idx="4800">
                  <c:v>5.0379746835442996E-2</c:v>
                </c:pt>
                <c:pt idx="4801">
                  <c:v>5.0379746835442996E-2</c:v>
                </c:pt>
                <c:pt idx="4802">
                  <c:v>5.113924050632912E-2</c:v>
                </c:pt>
                <c:pt idx="4803">
                  <c:v>5.113924050632912E-2</c:v>
                </c:pt>
                <c:pt idx="4804">
                  <c:v>5.0886075949367227E-2</c:v>
                </c:pt>
                <c:pt idx="4805">
                  <c:v>5.0886075949367227E-2</c:v>
                </c:pt>
                <c:pt idx="4806">
                  <c:v>5.1392405063291235E-2</c:v>
                </c:pt>
                <c:pt idx="4807">
                  <c:v>5.0886075949367227E-2</c:v>
                </c:pt>
                <c:pt idx="4808">
                  <c:v>5.0886075949367227E-2</c:v>
                </c:pt>
                <c:pt idx="4809">
                  <c:v>5.0632911392405111E-2</c:v>
                </c:pt>
                <c:pt idx="4810">
                  <c:v>5.0379746835442996E-2</c:v>
                </c:pt>
                <c:pt idx="4811">
                  <c:v>5.113924050632912E-2</c:v>
                </c:pt>
                <c:pt idx="4812">
                  <c:v>5.0886075949367227E-2</c:v>
                </c:pt>
                <c:pt idx="4813">
                  <c:v>5.1645569620253129E-2</c:v>
                </c:pt>
                <c:pt idx="4814">
                  <c:v>5.1645569620253129E-2</c:v>
                </c:pt>
                <c:pt idx="4815">
                  <c:v>5.1392405063291235E-2</c:v>
                </c:pt>
                <c:pt idx="4816">
                  <c:v>5.0632911392405111E-2</c:v>
                </c:pt>
                <c:pt idx="4817">
                  <c:v>5.0632911392405111E-2</c:v>
                </c:pt>
                <c:pt idx="4818">
                  <c:v>5.113924050632912E-2</c:v>
                </c:pt>
                <c:pt idx="4819">
                  <c:v>#N/A</c:v>
                </c:pt>
                <c:pt idx="4820">
                  <c:v>5.1392405063291235E-2</c:v>
                </c:pt>
                <c:pt idx="4821">
                  <c:v>5.215189873417736E-2</c:v>
                </c:pt>
                <c:pt idx="4822">
                  <c:v>5.1898734177215244E-2</c:v>
                </c:pt>
                <c:pt idx="4823">
                  <c:v>5.1645569620253129E-2</c:v>
                </c:pt>
                <c:pt idx="4824">
                  <c:v>5.1898734177215244E-2</c:v>
                </c:pt>
                <c:pt idx="4825">
                  <c:v>5.2658227848101369E-2</c:v>
                </c:pt>
                <c:pt idx="4826">
                  <c:v>5.2658227848101369E-2</c:v>
                </c:pt>
                <c:pt idx="4827">
                  <c:v>5.2658227848101369E-2</c:v>
                </c:pt>
                <c:pt idx="4828">
                  <c:v>#N/A</c:v>
                </c:pt>
                <c:pt idx="4829">
                  <c:v>5.2658227848101369E-2</c:v>
                </c:pt>
                <c:pt idx="4830">
                  <c:v>5.2911392405063262E-2</c:v>
                </c:pt>
                <c:pt idx="4831">
                  <c:v>5.2911392405063262E-2</c:v>
                </c:pt>
                <c:pt idx="4832">
                  <c:v>5.3164556962025378E-2</c:v>
                </c:pt>
                <c:pt idx="4833">
                  <c:v>5.3164556962025378E-2</c:v>
                </c:pt>
                <c:pt idx="4834">
                  <c:v>5.2405063291139253E-2</c:v>
                </c:pt>
                <c:pt idx="4835">
                  <c:v>5.2405063291139253E-2</c:v>
                </c:pt>
                <c:pt idx="4836">
                  <c:v>5.2405063291139253E-2</c:v>
                </c:pt>
                <c:pt idx="4837">
                  <c:v>5.215189873417736E-2</c:v>
                </c:pt>
                <c:pt idx="4838">
                  <c:v>5.1898734177215244E-2</c:v>
                </c:pt>
                <c:pt idx="4839">
                  <c:v>5.1898734177215244E-2</c:v>
                </c:pt>
                <c:pt idx="4840">
                  <c:v>5.1898734177215244E-2</c:v>
                </c:pt>
                <c:pt idx="4841">
                  <c:v>5.1898734177215244E-2</c:v>
                </c:pt>
                <c:pt idx="4842">
                  <c:v>#N/A</c:v>
                </c:pt>
                <c:pt idx="4843">
                  <c:v>5.1392405063291235E-2</c:v>
                </c:pt>
                <c:pt idx="4844">
                  <c:v>5.1392405063291235E-2</c:v>
                </c:pt>
                <c:pt idx="4845">
                  <c:v>5.1645569620253129E-2</c:v>
                </c:pt>
                <c:pt idx="4846">
                  <c:v>5.1898734177215244E-2</c:v>
                </c:pt>
                <c:pt idx="4847">
                  <c:v>5.215189873417736E-2</c:v>
                </c:pt>
                <c:pt idx="4848">
                  <c:v>5.215189873417736E-2</c:v>
                </c:pt>
                <c:pt idx="4849">
                  <c:v>5.215189873417736E-2</c:v>
                </c:pt>
                <c:pt idx="4850">
                  <c:v>5.1645569620253129E-2</c:v>
                </c:pt>
                <c:pt idx="4851">
                  <c:v>#N/A</c:v>
                </c:pt>
                <c:pt idx="4852">
                  <c:v>5.1645569620253129E-2</c:v>
                </c:pt>
                <c:pt idx="4853">
                  <c:v>5.1645569620253129E-2</c:v>
                </c:pt>
                <c:pt idx="4854">
                  <c:v>5.215189873417736E-2</c:v>
                </c:pt>
                <c:pt idx="4855">
                  <c:v>5.1645569620253129E-2</c:v>
                </c:pt>
                <c:pt idx="4856">
                  <c:v>5.113924050632912E-2</c:v>
                </c:pt>
                <c:pt idx="4857">
                  <c:v>5.113924050632912E-2</c:v>
                </c:pt>
                <c:pt idx="4858">
                  <c:v>5.1392405063291235E-2</c:v>
                </c:pt>
                <c:pt idx="4859">
                  <c:v>5.113924050632912E-2</c:v>
                </c:pt>
                <c:pt idx="4860">
                  <c:v>5.113924050632912E-2</c:v>
                </c:pt>
                <c:pt idx="4861">
                  <c:v>5.1392405063291235E-2</c:v>
                </c:pt>
                <c:pt idx="4862">
                  <c:v>5.1645569620253129E-2</c:v>
                </c:pt>
                <c:pt idx="4863">
                  <c:v>5.1898734177215244E-2</c:v>
                </c:pt>
                <c:pt idx="4864">
                  <c:v>5.1898734177215244E-2</c:v>
                </c:pt>
                <c:pt idx="4865">
                  <c:v>5.1645569620253129E-2</c:v>
                </c:pt>
                <c:pt idx="4866">
                  <c:v>5.1392405063291235E-2</c:v>
                </c:pt>
                <c:pt idx="4867">
                  <c:v>5.1645569620253129E-2</c:v>
                </c:pt>
                <c:pt idx="4868">
                  <c:v>5.1645569620253129E-2</c:v>
                </c:pt>
                <c:pt idx="4869">
                  <c:v>5.1898734177215244E-2</c:v>
                </c:pt>
                <c:pt idx="4870">
                  <c:v>5.1898734177215244E-2</c:v>
                </c:pt>
                <c:pt idx="4871">
                  <c:v>5.113924050632912E-2</c:v>
                </c:pt>
                <c:pt idx="4872">
                  <c:v>5.113924050632912E-2</c:v>
                </c:pt>
                <c:pt idx="4873">
                  <c:v>5.0886075949367227E-2</c:v>
                </c:pt>
                <c:pt idx="4874">
                  <c:v>5.0886075949367227E-2</c:v>
                </c:pt>
                <c:pt idx="4875">
                  <c:v>5.0886075949367227E-2</c:v>
                </c:pt>
                <c:pt idx="4876">
                  <c:v>5.0379746835442996E-2</c:v>
                </c:pt>
                <c:pt idx="4877">
                  <c:v>5.0379746835442996E-2</c:v>
                </c:pt>
                <c:pt idx="4878">
                  <c:v>5.0632911392405111E-2</c:v>
                </c:pt>
                <c:pt idx="4879">
                  <c:v>5.0379746835442996E-2</c:v>
                </c:pt>
                <c:pt idx="4880">
                  <c:v>5.0126582278481102E-2</c:v>
                </c:pt>
                <c:pt idx="4881">
                  <c:v>5.0126582278481102E-2</c:v>
                </c:pt>
                <c:pt idx="4882">
                  <c:v>4.9367088607594978E-2</c:v>
                </c:pt>
                <c:pt idx="4883">
                  <c:v>4.9367088607594978E-2</c:v>
                </c:pt>
                <c:pt idx="4884">
                  <c:v>4.9113924050632862E-2</c:v>
                </c:pt>
                <c:pt idx="4885">
                  <c:v>4.9113924050632862E-2</c:v>
                </c:pt>
                <c:pt idx="4886">
                  <c:v>4.9113924050632862E-2</c:v>
                </c:pt>
                <c:pt idx="4887">
                  <c:v>4.9113924050632862E-2</c:v>
                </c:pt>
                <c:pt idx="4888">
                  <c:v>4.9113924050632862E-2</c:v>
                </c:pt>
                <c:pt idx="4889">
                  <c:v>4.8860759493670969E-2</c:v>
                </c:pt>
                <c:pt idx="4890">
                  <c:v>4.8607594936708853E-2</c:v>
                </c:pt>
                <c:pt idx="4891">
                  <c:v>4.9113924050632862E-2</c:v>
                </c:pt>
                <c:pt idx="4892">
                  <c:v>4.9620253164557093E-2</c:v>
                </c:pt>
                <c:pt idx="4893">
                  <c:v>5.0126582278481102E-2</c:v>
                </c:pt>
                <c:pt idx="4894">
                  <c:v>5.0126582278481102E-2</c:v>
                </c:pt>
                <c:pt idx="4895">
                  <c:v>5.0126582278481102E-2</c:v>
                </c:pt>
                <c:pt idx="4896">
                  <c:v>5.0126582278481102E-2</c:v>
                </c:pt>
                <c:pt idx="4897">
                  <c:v>4.9873417721518987E-2</c:v>
                </c:pt>
                <c:pt idx="4898">
                  <c:v>4.9873417721518987E-2</c:v>
                </c:pt>
                <c:pt idx="4899">
                  <c:v>5.0126582278481102E-2</c:v>
                </c:pt>
                <c:pt idx="4900">
                  <c:v>4.9873417721518987E-2</c:v>
                </c:pt>
                <c:pt idx="4901">
                  <c:v>5.0126582278481102E-2</c:v>
                </c:pt>
                <c:pt idx="4902">
                  <c:v>4.9620253164557093E-2</c:v>
                </c:pt>
                <c:pt idx="4903">
                  <c:v>4.9620253164557093E-2</c:v>
                </c:pt>
                <c:pt idx="4904">
                  <c:v>4.9873417721518987E-2</c:v>
                </c:pt>
                <c:pt idx="4905">
                  <c:v>4.9367088607594978E-2</c:v>
                </c:pt>
                <c:pt idx="4906">
                  <c:v>4.8607594936708853E-2</c:v>
                </c:pt>
                <c:pt idx="4907">
                  <c:v>4.8607594936708853E-2</c:v>
                </c:pt>
                <c:pt idx="4908">
                  <c:v>4.9113924050632862E-2</c:v>
                </c:pt>
                <c:pt idx="4909">
                  <c:v>4.8860759493670969E-2</c:v>
                </c:pt>
                <c:pt idx="4910">
                  <c:v>4.9113924050632862E-2</c:v>
                </c:pt>
                <c:pt idx="4911">
                  <c:v>4.9367088607594978E-2</c:v>
                </c:pt>
                <c:pt idx="4912">
                  <c:v>4.8860759493670969E-2</c:v>
                </c:pt>
                <c:pt idx="4913">
                  <c:v>4.9113924050632862E-2</c:v>
                </c:pt>
                <c:pt idx="4914">
                  <c:v>4.9113924050632862E-2</c:v>
                </c:pt>
                <c:pt idx="4915">
                  <c:v>4.835443037974696E-2</c:v>
                </c:pt>
                <c:pt idx="4916">
                  <c:v>4.8101265822784844E-2</c:v>
                </c:pt>
                <c:pt idx="4917">
                  <c:v>4.8607594936708853E-2</c:v>
                </c:pt>
                <c:pt idx="4918">
                  <c:v>4.8101265822784844E-2</c:v>
                </c:pt>
                <c:pt idx="4919">
                  <c:v>4.8101265822784844E-2</c:v>
                </c:pt>
                <c:pt idx="4920">
                  <c:v>4.8101265822784844E-2</c:v>
                </c:pt>
                <c:pt idx="4921">
                  <c:v>4.8101265822784844E-2</c:v>
                </c:pt>
                <c:pt idx="4922">
                  <c:v>4.7848101265822729E-2</c:v>
                </c:pt>
                <c:pt idx="4923">
                  <c:v>4.7848101265822729E-2</c:v>
                </c:pt>
                <c:pt idx="4924">
                  <c:v>4.8101265822784844E-2</c:v>
                </c:pt>
                <c:pt idx="4925">
                  <c:v>4.8101265822784844E-2</c:v>
                </c:pt>
                <c:pt idx="4926">
                  <c:v>4.8101265822784844E-2</c:v>
                </c:pt>
                <c:pt idx="4927">
                  <c:v>4.835443037974696E-2</c:v>
                </c:pt>
                <c:pt idx="4928">
                  <c:v>4.835443037974696E-2</c:v>
                </c:pt>
                <c:pt idx="4929">
                  <c:v>4.8607594936708853E-2</c:v>
                </c:pt>
                <c:pt idx="4930">
                  <c:v>4.9113924050632862E-2</c:v>
                </c:pt>
                <c:pt idx="4931">
                  <c:v>4.9113924050632862E-2</c:v>
                </c:pt>
                <c:pt idx="4932">
                  <c:v>4.9113924050632862E-2</c:v>
                </c:pt>
                <c:pt idx="4933">
                  <c:v>4.9113924050632862E-2</c:v>
                </c:pt>
                <c:pt idx="4934">
                  <c:v>4.8607594936708853E-2</c:v>
                </c:pt>
                <c:pt idx="4935">
                  <c:v>4.835443037974696E-2</c:v>
                </c:pt>
                <c:pt idx="4936">
                  <c:v>4.8860759493670969E-2</c:v>
                </c:pt>
                <c:pt idx="4937">
                  <c:v>4.8860759493670969E-2</c:v>
                </c:pt>
                <c:pt idx="4938">
                  <c:v>4.8860759493670969E-2</c:v>
                </c:pt>
                <c:pt idx="4939">
                  <c:v>4.8860759493670969E-2</c:v>
                </c:pt>
                <c:pt idx="4940">
                  <c:v>4.9367088607594978E-2</c:v>
                </c:pt>
                <c:pt idx="4941">
                  <c:v>4.9620253164557093E-2</c:v>
                </c:pt>
                <c:pt idx="4942">
                  <c:v>4.9620253164557093E-2</c:v>
                </c:pt>
                <c:pt idx="4943">
                  <c:v>4.8860759493670969E-2</c:v>
                </c:pt>
                <c:pt idx="4944">
                  <c:v>4.9113924050632862E-2</c:v>
                </c:pt>
                <c:pt idx="4945">
                  <c:v>4.9113924050632862E-2</c:v>
                </c:pt>
                <c:pt idx="4946">
                  <c:v>4.9113924050632862E-2</c:v>
                </c:pt>
                <c:pt idx="4947">
                  <c:v>4.9113924050632862E-2</c:v>
                </c:pt>
                <c:pt idx="4948">
                  <c:v>4.9113924050632862E-2</c:v>
                </c:pt>
                <c:pt idx="4949">
                  <c:v>4.9367088607594978E-2</c:v>
                </c:pt>
                <c:pt idx="4950">
                  <c:v>4.8607594936708853E-2</c:v>
                </c:pt>
                <c:pt idx="4951">
                  <c:v>4.8607594936708853E-2</c:v>
                </c:pt>
                <c:pt idx="4952">
                  <c:v>4.8607594936708853E-2</c:v>
                </c:pt>
                <c:pt idx="4953">
                  <c:v>4.835443037974696E-2</c:v>
                </c:pt>
                <c:pt idx="4954">
                  <c:v>4.835443037974696E-2</c:v>
                </c:pt>
                <c:pt idx="4955">
                  <c:v>4.8101265822784844E-2</c:v>
                </c:pt>
                <c:pt idx="4956">
                  <c:v>4.7848101265822729E-2</c:v>
                </c:pt>
                <c:pt idx="4957">
                  <c:v>4.7848101265822729E-2</c:v>
                </c:pt>
                <c:pt idx="4958">
                  <c:v>#N/A</c:v>
                </c:pt>
                <c:pt idx="4959">
                  <c:v>4.7848101265822729E-2</c:v>
                </c:pt>
                <c:pt idx="4960">
                  <c:v>4.734177215189872E-2</c:v>
                </c:pt>
                <c:pt idx="4961">
                  <c:v>4.7594936708860835E-2</c:v>
                </c:pt>
                <c:pt idx="4962">
                  <c:v>4.734177215189872E-2</c:v>
                </c:pt>
                <c:pt idx="4963">
                  <c:v>4.7848101265822729E-2</c:v>
                </c:pt>
                <c:pt idx="4964">
                  <c:v>4.8101265822784844E-2</c:v>
                </c:pt>
                <c:pt idx="4965">
                  <c:v>4.8101265822784844E-2</c:v>
                </c:pt>
                <c:pt idx="4966">
                  <c:v>4.8101265822784844E-2</c:v>
                </c:pt>
                <c:pt idx="4967">
                  <c:v>4.835443037974696E-2</c:v>
                </c:pt>
                <c:pt idx="4968">
                  <c:v>4.8607594936708853E-2</c:v>
                </c:pt>
                <c:pt idx="4969">
                  <c:v>4.7848101265822729E-2</c:v>
                </c:pt>
                <c:pt idx="4970">
                  <c:v>4.8101265822784844E-2</c:v>
                </c:pt>
                <c:pt idx="4971">
                  <c:v>4.7848101265822729E-2</c:v>
                </c:pt>
                <c:pt idx="4972">
                  <c:v>#N/A</c:v>
                </c:pt>
                <c:pt idx="4973">
                  <c:v>4.8101265822784844E-2</c:v>
                </c:pt>
                <c:pt idx="4974">
                  <c:v>4.7594936708860835E-2</c:v>
                </c:pt>
                <c:pt idx="4975">
                  <c:v>4.7594936708860835E-2</c:v>
                </c:pt>
                <c:pt idx="4976">
                  <c:v>4.734177215189872E-2</c:v>
                </c:pt>
                <c:pt idx="4977">
                  <c:v>4.734177215189872E-2</c:v>
                </c:pt>
                <c:pt idx="4978">
                  <c:v>4.7594936708860835E-2</c:v>
                </c:pt>
                <c:pt idx="4979">
                  <c:v>4.7594936708860835E-2</c:v>
                </c:pt>
                <c:pt idx="4980">
                  <c:v>4.734177215189872E-2</c:v>
                </c:pt>
                <c:pt idx="4981">
                  <c:v>4.734177215189872E-2</c:v>
                </c:pt>
                <c:pt idx="4982">
                  <c:v>4.734177215189872E-2</c:v>
                </c:pt>
                <c:pt idx="4983">
                  <c:v>4.7088607594936827E-2</c:v>
                </c:pt>
                <c:pt idx="4984">
                  <c:v>4.7088607594936827E-2</c:v>
                </c:pt>
                <c:pt idx="4985">
                  <c:v>4.7594936708860835E-2</c:v>
                </c:pt>
                <c:pt idx="4986">
                  <c:v>4.7594936708860835E-2</c:v>
                </c:pt>
                <c:pt idx="4987">
                  <c:v>4.7848101265822729E-2</c:v>
                </c:pt>
                <c:pt idx="4988">
                  <c:v>#N/A</c:v>
                </c:pt>
                <c:pt idx="4989">
                  <c:v>4.7088607594936827E-2</c:v>
                </c:pt>
                <c:pt idx="4990">
                  <c:v>4.734177215189872E-2</c:v>
                </c:pt>
                <c:pt idx="4991">
                  <c:v>4.7088607594936827E-2</c:v>
                </c:pt>
                <c:pt idx="4992">
                  <c:v>4.6835443037974711E-2</c:v>
                </c:pt>
                <c:pt idx="4993">
                  <c:v>4.6329113924050702E-2</c:v>
                </c:pt>
                <c:pt idx="4994">
                  <c:v>4.6329113924050702E-2</c:v>
                </c:pt>
                <c:pt idx="4995">
                  <c:v>4.6075949367088587E-2</c:v>
                </c:pt>
                <c:pt idx="4996">
                  <c:v>4.5822784810126693E-2</c:v>
                </c:pt>
                <c:pt idx="4997">
                  <c:v>4.5822784810126693E-2</c:v>
                </c:pt>
                <c:pt idx="4998">
                  <c:v>4.6075949367088587E-2</c:v>
                </c:pt>
                <c:pt idx="4999">
                  <c:v>4.5822784810126693E-2</c:v>
                </c:pt>
                <c:pt idx="5000">
                  <c:v>4.5569620253164578E-2</c:v>
                </c:pt>
                <c:pt idx="5001">
                  <c:v>4.5569620253164578E-2</c:v>
                </c:pt>
                <c:pt idx="5002">
                  <c:v>4.5316455696202462E-2</c:v>
                </c:pt>
                <c:pt idx="5003">
                  <c:v>4.5316455696202462E-2</c:v>
                </c:pt>
                <c:pt idx="5004">
                  <c:v>4.5316455696202462E-2</c:v>
                </c:pt>
                <c:pt idx="5005">
                  <c:v>4.4810126582278453E-2</c:v>
                </c:pt>
                <c:pt idx="5006">
                  <c:v>4.4810126582278453E-2</c:v>
                </c:pt>
                <c:pt idx="5007">
                  <c:v>4.5063291139240569E-2</c:v>
                </c:pt>
                <c:pt idx="5008">
                  <c:v>4.5569620253164578E-2</c:v>
                </c:pt>
                <c:pt idx="5009">
                  <c:v>4.5569620253164578E-2</c:v>
                </c:pt>
                <c:pt idx="5010">
                  <c:v>4.6329113924050702E-2</c:v>
                </c:pt>
                <c:pt idx="5011">
                  <c:v>4.5822784810126693E-2</c:v>
                </c:pt>
                <c:pt idx="5012">
                  <c:v>4.5822784810126693E-2</c:v>
                </c:pt>
                <c:pt idx="5013">
                  <c:v>4.5569620253164578E-2</c:v>
                </c:pt>
                <c:pt idx="5014">
                  <c:v>4.5822784810126693E-2</c:v>
                </c:pt>
                <c:pt idx="5015">
                  <c:v>4.5569620253164578E-2</c:v>
                </c:pt>
                <c:pt idx="5016">
                  <c:v>4.5569620253164578E-2</c:v>
                </c:pt>
                <c:pt idx="5017">
                  <c:v>4.5569620253164578E-2</c:v>
                </c:pt>
                <c:pt idx="5018">
                  <c:v>4.5569620253164578E-2</c:v>
                </c:pt>
                <c:pt idx="5019">
                  <c:v>4.5569620253164578E-2</c:v>
                </c:pt>
                <c:pt idx="5020">
                  <c:v>4.5316455696202462E-2</c:v>
                </c:pt>
                <c:pt idx="5021">
                  <c:v>4.5316455696202462E-2</c:v>
                </c:pt>
                <c:pt idx="5022">
                  <c:v>4.5063291139240569E-2</c:v>
                </c:pt>
                <c:pt idx="5023">
                  <c:v>4.5316455696202462E-2</c:v>
                </c:pt>
                <c:pt idx="5024">
                  <c:v>4.5063291139240569E-2</c:v>
                </c:pt>
                <c:pt idx="5025">
                  <c:v>4.5569620253164578E-2</c:v>
                </c:pt>
                <c:pt idx="5026">
                  <c:v>4.5822784810126693E-2</c:v>
                </c:pt>
                <c:pt idx="5027">
                  <c:v>4.5822784810126693E-2</c:v>
                </c:pt>
                <c:pt idx="5028">
                  <c:v>4.6075949367088587E-2</c:v>
                </c:pt>
                <c:pt idx="5029">
                  <c:v>4.5822784810126693E-2</c:v>
                </c:pt>
                <c:pt idx="5030">
                  <c:v>4.6075949367088587E-2</c:v>
                </c:pt>
                <c:pt idx="5031">
                  <c:v>4.6075949367088587E-2</c:v>
                </c:pt>
                <c:pt idx="5032">
                  <c:v>4.5569620253164578E-2</c:v>
                </c:pt>
                <c:pt idx="5033">
                  <c:v>4.5569620253164578E-2</c:v>
                </c:pt>
                <c:pt idx="5034">
                  <c:v>4.5569620253164578E-2</c:v>
                </c:pt>
                <c:pt idx="5035">
                  <c:v>4.5569620253164578E-2</c:v>
                </c:pt>
                <c:pt idx="5036">
                  <c:v>4.5569620253164578E-2</c:v>
                </c:pt>
                <c:pt idx="5037">
                  <c:v>4.5316455696202462E-2</c:v>
                </c:pt>
                <c:pt idx="5038">
                  <c:v>4.5316455696202462E-2</c:v>
                </c:pt>
                <c:pt idx="5039">
                  <c:v>4.5316455696202462E-2</c:v>
                </c:pt>
                <c:pt idx="5040">
                  <c:v>4.4810126582278453E-2</c:v>
                </c:pt>
                <c:pt idx="5041">
                  <c:v>4.455696202531656E-2</c:v>
                </c:pt>
                <c:pt idx="5042">
                  <c:v>4.455696202531656E-2</c:v>
                </c:pt>
                <c:pt idx="5043">
                  <c:v>4.4303797468354444E-2</c:v>
                </c:pt>
                <c:pt idx="5044">
                  <c:v>4.4303797468354444E-2</c:v>
                </c:pt>
                <c:pt idx="5045">
                  <c:v>4.455696202531656E-2</c:v>
                </c:pt>
                <c:pt idx="5046">
                  <c:v>4.4303797468354444E-2</c:v>
                </c:pt>
                <c:pt idx="5047">
                  <c:v>4.4303797468354444E-2</c:v>
                </c:pt>
                <c:pt idx="5048">
                  <c:v>4.4050632911392329E-2</c:v>
                </c:pt>
                <c:pt idx="5049">
                  <c:v>4.4303797468354444E-2</c:v>
                </c:pt>
                <c:pt idx="5050">
                  <c:v>4.4303797468354444E-2</c:v>
                </c:pt>
                <c:pt idx="5051">
                  <c:v>4.4303797468354444E-2</c:v>
                </c:pt>
                <c:pt idx="5052">
                  <c:v>#N/A</c:v>
                </c:pt>
                <c:pt idx="5053">
                  <c:v>4.4050632911392329E-2</c:v>
                </c:pt>
                <c:pt idx="5054">
                  <c:v>4.4303797468354444E-2</c:v>
                </c:pt>
                <c:pt idx="5055">
                  <c:v>4.4303797468354444E-2</c:v>
                </c:pt>
                <c:pt idx="5056">
                  <c:v>4.4303797468354444E-2</c:v>
                </c:pt>
                <c:pt idx="5057">
                  <c:v>4.4050632911392329E-2</c:v>
                </c:pt>
                <c:pt idx="5058">
                  <c:v>4.3797468354430436E-2</c:v>
                </c:pt>
                <c:pt idx="5059">
                  <c:v>4.3797468354430436E-2</c:v>
                </c:pt>
                <c:pt idx="5060">
                  <c:v>4.354430379746832E-2</c:v>
                </c:pt>
                <c:pt idx="5061">
                  <c:v>4.3291139240506427E-2</c:v>
                </c:pt>
                <c:pt idx="5062">
                  <c:v>4.3291139240506427E-2</c:v>
                </c:pt>
                <c:pt idx="5063">
                  <c:v>4.3291139240506427E-2</c:v>
                </c:pt>
                <c:pt idx="5064">
                  <c:v>4.354430379746832E-2</c:v>
                </c:pt>
                <c:pt idx="5065">
                  <c:v>4.354430379746832E-2</c:v>
                </c:pt>
                <c:pt idx="5066">
                  <c:v>4.3797468354430436E-2</c:v>
                </c:pt>
                <c:pt idx="5067">
                  <c:v>4.4050632911392329E-2</c:v>
                </c:pt>
                <c:pt idx="5068">
                  <c:v>4.354430379746832E-2</c:v>
                </c:pt>
                <c:pt idx="5069">
                  <c:v>4.3037974683544311E-2</c:v>
                </c:pt>
                <c:pt idx="5070">
                  <c:v>4.3291139240506427E-2</c:v>
                </c:pt>
                <c:pt idx="5071">
                  <c:v>4.3037974683544311E-2</c:v>
                </c:pt>
                <c:pt idx="5072">
                  <c:v>4.2784810126582196E-2</c:v>
                </c:pt>
                <c:pt idx="5073">
                  <c:v>4.2531645569620302E-2</c:v>
                </c:pt>
                <c:pt idx="5074">
                  <c:v>4.2278481012658187E-2</c:v>
                </c:pt>
                <c:pt idx="5075">
                  <c:v>4.2278481012658187E-2</c:v>
                </c:pt>
                <c:pt idx="5076">
                  <c:v>4.2531645569620302E-2</c:v>
                </c:pt>
                <c:pt idx="5077">
                  <c:v>4.2278481012658187E-2</c:v>
                </c:pt>
                <c:pt idx="5078">
                  <c:v>4.2278481012658187E-2</c:v>
                </c:pt>
                <c:pt idx="5079">
                  <c:v>4.2531645569620302E-2</c:v>
                </c:pt>
                <c:pt idx="5080">
                  <c:v>4.2278481012658187E-2</c:v>
                </c:pt>
                <c:pt idx="5081">
                  <c:v>4.1772151898734178E-2</c:v>
                </c:pt>
                <c:pt idx="5082">
                  <c:v>4.1518987341772062E-2</c:v>
                </c:pt>
                <c:pt idx="5083">
                  <c:v>4.1265822784810169E-2</c:v>
                </c:pt>
                <c:pt idx="5084">
                  <c:v>4.1265822784810169E-2</c:v>
                </c:pt>
                <c:pt idx="5085">
                  <c:v>4.1265822784810169E-2</c:v>
                </c:pt>
                <c:pt idx="5086">
                  <c:v>4.075949367088616E-2</c:v>
                </c:pt>
                <c:pt idx="5087">
                  <c:v>4.1012658227848053E-2</c:v>
                </c:pt>
                <c:pt idx="5088">
                  <c:v>4.1772151898734178E-2</c:v>
                </c:pt>
                <c:pt idx="5089">
                  <c:v>4.1772151898734178E-2</c:v>
                </c:pt>
                <c:pt idx="5090">
                  <c:v>4.2278481012658187E-2</c:v>
                </c:pt>
                <c:pt idx="5091">
                  <c:v>4.2278481012658187E-2</c:v>
                </c:pt>
                <c:pt idx="5092">
                  <c:v>4.2531645569620302E-2</c:v>
                </c:pt>
                <c:pt idx="5093">
                  <c:v>4.2278481012658187E-2</c:v>
                </c:pt>
                <c:pt idx="5094">
                  <c:v>4.2278481012658187E-2</c:v>
                </c:pt>
                <c:pt idx="5095">
                  <c:v>4.2025316455696293E-2</c:v>
                </c:pt>
                <c:pt idx="5096">
                  <c:v>4.1772151898734178E-2</c:v>
                </c:pt>
                <c:pt idx="5097">
                  <c:v>4.2025316455696293E-2</c:v>
                </c:pt>
                <c:pt idx="5098">
                  <c:v>4.2025316455696293E-2</c:v>
                </c:pt>
                <c:pt idx="5099">
                  <c:v>4.2278481012658187E-2</c:v>
                </c:pt>
                <c:pt idx="5100">
                  <c:v>4.1772151898734178E-2</c:v>
                </c:pt>
                <c:pt idx="5101">
                  <c:v>4.1012658227848053E-2</c:v>
                </c:pt>
                <c:pt idx="5102">
                  <c:v>4.1265822784810169E-2</c:v>
                </c:pt>
                <c:pt idx="5103">
                  <c:v>4.1265822784810169E-2</c:v>
                </c:pt>
                <c:pt idx="5104">
                  <c:v>4.1265822784810169E-2</c:v>
                </c:pt>
                <c:pt idx="5105">
                  <c:v>4.1012658227848053E-2</c:v>
                </c:pt>
                <c:pt idx="5106">
                  <c:v>4.1012658227848053E-2</c:v>
                </c:pt>
                <c:pt idx="5107">
                  <c:v>4.1265822784810169E-2</c:v>
                </c:pt>
                <c:pt idx="5108">
                  <c:v>4.1772151898734178E-2</c:v>
                </c:pt>
                <c:pt idx="5109">
                  <c:v>4.1518987341772062E-2</c:v>
                </c:pt>
                <c:pt idx="5110">
                  <c:v>4.075949367088616E-2</c:v>
                </c:pt>
                <c:pt idx="5111">
                  <c:v>4.0506329113924044E-2</c:v>
                </c:pt>
                <c:pt idx="5112">
                  <c:v>4.0506329113924044E-2</c:v>
                </c:pt>
                <c:pt idx="5113">
                  <c:v>4.0506329113924044E-2</c:v>
                </c:pt>
                <c:pt idx="5114">
                  <c:v>4.0253164556961929E-2</c:v>
                </c:pt>
                <c:pt idx="5115">
                  <c:v>4.0506329113924044E-2</c:v>
                </c:pt>
                <c:pt idx="5116">
                  <c:v>#N/A</c:v>
                </c:pt>
                <c:pt idx="5117">
                  <c:v>4.0253164556961929E-2</c:v>
                </c:pt>
                <c:pt idx="5118">
                  <c:v>4.0000000000000036E-2</c:v>
                </c:pt>
                <c:pt idx="5119">
                  <c:v>3.974683544303792E-2</c:v>
                </c:pt>
                <c:pt idx="5120">
                  <c:v>3.9493670886076027E-2</c:v>
                </c:pt>
                <c:pt idx="5121">
                  <c:v>3.9493670886076027E-2</c:v>
                </c:pt>
                <c:pt idx="5122">
                  <c:v>3.9493670886076027E-2</c:v>
                </c:pt>
                <c:pt idx="5123">
                  <c:v>4.0253164556961929E-2</c:v>
                </c:pt>
                <c:pt idx="5124">
                  <c:v>4.1012658227848053E-2</c:v>
                </c:pt>
                <c:pt idx="5125">
                  <c:v>4.1518987341772062E-2</c:v>
                </c:pt>
                <c:pt idx="5126">
                  <c:v>4.1772151898734178E-2</c:v>
                </c:pt>
                <c:pt idx="5127">
                  <c:v>4.2025316455696293E-2</c:v>
                </c:pt>
                <c:pt idx="5128">
                  <c:v>4.2278481012658187E-2</c:v>
                </c:pt>
                <c:pt idx="5129">
                  <c:v>4.2025316455696293E-2</c:v>
                </c:pt>
                <c:pt idx="5130">
                  <c:v>4.2025316455696293E-2</c:v>
                </c:pt>
                <c:pt idx="5131">
                  <c:v>4.2025316455696293E-2</c:v>
                </c:pt>
                <c:pt idx="5132">
                  <c:v>4.3291139240506427E-2</c:v>
                </c:pt>
                <c:pt idx="5133">
                  <c:v>4.3037974683544311E-2</c:v>
                </c:pt>
                <c:pt idx="5134">
                  <c:v>4.3291139240506427E-2</c:v>
                </c:pt>
                <c:pt idx="5135">
                  <c:v>4.3797468354430436E-2</c:v>
                </c:pt>
                <c:pt idx="5136">
                  <c:v>4.3291139240506427E-2</c:v>
                </c:pt>
                <c:pt idx="5137">
                  <c:v>4.3291139240506427E-2</c:v>
                </c:pt>
                <c:pt idx="5138">
                  <c:v>4.354430379746832E-2</c:v>
                </c:pt>
                <c:pt idx="5139">
                  <c:v>4.354430379746832E-2</c:v>
                </c:pt>
                <c:pt idx="5140">
                  <c:v>4.4050632911392329E-2</c:v>
                </c:pt>
                <c:pt idx="5141">
                  <c:v>4.4303797468354444E-2</c:v>
                </c:pt>
                <c:pt idx="5142">
                  <c:v>4.4303797468354444E-2</c:v>
                </c:pt>
                <c:pt idx="5143">
                  <c:v>4.354430379746832E-2</c:v>
                </c:pt>
                <c:pt idx="5144">
                  <c:v>4.354430379746832E-2</c:v>
                </c:pt>
                <c:pt idx="5145">
                  <c:v>4.3037974683544311E-2</c:v>
                </c:pt>
                <c:pt idx="5146">
                  <c:v>4.3291139240506427E-2</c:v>
                </c:pt>
                <c:pt idx="5147">
                  <c:v>4.2784810126582196E-2</c:v>
                </c:pt>
                <c:pt idx="5148">
                  <c:v>4.2784810126582196E-2</c:v>
                </c:pt>
                <c:pt idx="5149">
                  <c:v>4.354430379746832E-2</c:v>
                </c:pt>
                <c:pt idx="5150">
                  <c:v>4.3291139240506427E-2</c:v>
                </c:pt>
                <c:pt idx="5151">
                  <c:v>4.354430379746832E-2</c:v>
                </c:pt>
                <c:pt idx="5152">
                  <c:v>4.3291139240506427E-2</c:v>
                </c:pt>
                <c:pt idx="5153">
                  <c:v>4.3797468354430436E-2</c:v>
                </c:pt>
                <c:pt idx="5154">
                  <c:v>4.3797468354430436E-2</c:v>
                </c:pt>
                <c:pt idx="5155">
                  <c:v>4.3797468354430436E-2</c:v>
                </c:pt>
                <c:pt idx="5156">
                  <c:v>4.3797468354430436E-2</c:v>
                </c:pt>
                <c:pt idx="5157">
                  <c:v>4.4050632911392329E-2</c:v>
                </c:pt>
                <c:pt idx="5158">
                  <c:v>#N/A</c:v>
                </c:pt>
                <c:pt idx="5159">
                  <c:v>4.3797468354430436E-2</c:v>
                </c:pt>
                <c:pt idx="5160">
                  <c:v>4.4050632911392329E-2</c:v>
                </c:pt>
                <c:pt idx="5161">
                  <c:v>4.3037974683544311E-2</c:v>
                </c:pt>
                <c:pt idx="5162">
                  <c:v>4.3291139240506427E-2</c:v>
                </c:pt>
                <c:pt idx="5163">
                  <c:v>4.3037974683544311E-2</c:v>
                </c:pt>
                <c:pt idx="5164">
                  <c:v>4.2278481012658187E-2</c:v>
                </c:pt>
                <c:pt idx="5165">
                  <c:v>4.2784810126582196E-2</c:v>
                </c:pt>
                <c:pt idx="5166">
                  <c:v>4.3037974683544311E-2</c:v>
                </c:pt>
                <c:pt idx="5167">
                  <c:v>4.3037974683544311E-2</c:v>
                </c:pt>
                <c:pt idx="5168">
                  <c:v>4.2784810126582196E-2</c:v>
                </c:pt>
                <c:pt idx="5169">
                  <c:v>4.2784810126582196E-2</c:v>
                </c:pt>
                <c:pt idx="5170">
                  <c:v>4.2278481012658187E-2</c:v>
                </c:pt>
                <c:pt idx="5171">
                  <c:v>4.2784810126582196E-2</c:v>
                </c:pt>
                <c:pt idx="5172">
                  <c:v>4.2784810126582196E-2</c:v>
                </c:pt>
                <c:pt idx="5173">
                  <c:v>4.2531645569620302E-2</c:v>
                </c:pt>
                <c:pt idx="5174">
                  <c:v>#N/A</c:v>
                </c:pt>
                <c:pt idx="5175">
                  <c:v>4.2784810126582196E-2</c:v>
                </c:pt>
                <c:pt idx="5176">
                  <c:v>4.3037974683544311E-2</c:v>
                </c:pt>
                <c:pt idx="5177">
                  <c:v>#N/A</c:v>
                </c:pt>
                <c:pt idx="5178">
                  <c:v>4.354430379746832E-2</c:v>
                </c:pt>
                <c:pt idx="5179">
                  <c:v>4.354430379746832E-2</c:v>
                </c:pt>
                <c:pt idx="5180">
                  <c:v>4.2784810126582196E-2</c:v>
                </c:pt>
                <c:pt idx="5181">
                  <c:v>4.3037974683544311E-2</c:v>
                </c:pt>
                <c:pt idx="5182">
                  <c:v>#N/A</c:v>
                </c:pt>
                <c:pt idx="5183">
                  <c:v>4.3291139240506427E-2</c:v>
                </c:pt>
                <c:pt idx="5184">
                  <c:v>4.3037974683544311E-2</c:v>
                </c:pt>
                <c:pt idx="5185">
                  <c:v>4.2784810126582196E-2</c:v>
                </c:pt>
                <c:pt idx="5186">
                  <c:v>4.2025316455696293E-2</c:v>
                </c:pt>
                <c:pt idx="5187">
                  <c:v>4.2531645569620302E-2</c:v>
                </c:pt>
                <c:pt idx="5188">
                  <c:v>4.2278481012658187E-2</c:v>
                </c:pt>
                <c:pt idx="5189">
                  <c:v>#N/A</c:v>
                </c:pt>
                <c:pt idx="5190">
                  <c:v>4.2531645569620302E-2</c:v>
                </c:pt>
                <c:pt idx="5191">
                  <c:v>4.2531645569620302E-2</c:v>
                </c:pt>
                <c:pt idx="5192">
                  <c:v>4.2278481012658187E-2</c:v>
                </c:pt>
                <c:pt idx="5193">
                  <c:v>4.2278481012658187E-2</c:v>
                </c:pt>
                <c:pt idx="5194">
                  <c:v>4.1265822784810169E-2</c:v>
                </c:pt>
                <c:pt idx="5195">
                  <c:v>4.1518987341772062E-2</c:v>
                </c:pt>
                <c:pt idx="5196">
                  <c:v>4.1265822784810169E-2</c:v>
                </c:pt>
                <c:pt idx="5197">
                  <c:v>4.1012658227848053E-2</c:v>
                </c:pt>
                <c:pt idx="5198">
                  <c:v>4.075949367088616E-2</c:v>
                </c:pt>
                <c:pt idx="5199">
                  <c:v>4.0506329113924044E-2</c:v>
                </c:pt>
                <c:pt idx="5200">
                  <c:v>4.0506329113924044E-2</c:v>
                </c:pt>
                <c:pt idx="5201">
                  <c:v>4.1012658227848053E-2</c:v>
                </c:pt>
                <c:pt idx="5202">
                  <c:v>4.1012658227848053E-2</c:v>
                </c:pt>
                <c:pt idx="5203">
                  <c:v>4.075949367088616E-2</c:v>
                </c:pt>
                <c:pt idx="5204">
                  <c:v>4.1265822784810169E-2</c:v>
                </c:pt>
                <c:pt idx="5205">
                  <c:v>4.1518987341772062E-2</c:v>
                </c:pt>
                <c:pt idx="5206">
                  <c:v>4.1265822784810169E-2</c:v>
                </c:pt>
                <c:pt idx="5207">
                  <c:v>4.1518987341772062E-2</c:v>
                </c:pt>
                <c:pt idx="5208">
                  <c:v>4.1518987341772062E-2</c:v>
                </c:pt>
                <c:pt idx="5209">
                  <c:v>4.1772151898734178E-2</c:v>
                </c:pt>
                <c:pt idx="5210">
                  <c:v>4.2025316455696293E-2</c:v>
                </c:pt>
                <c:pt idx="5211">
                  <c:v>4.2025316455696293E-2</c:v>
                </c:pt>
                <c:pt idx="5212">
                  <c:v>4.2278481012658187E-2</c:v>
                </c:pt>
                <c:pt idx="5213">
                  <c:v>4.2784810126582196E-2</c:v>
                </c:pt>
                <c:pt idx="5214">
                  <c:v>4.3037974683544311E-2</c:v>
                </c:pt>
                <c:pt idx="5215">
                  <c:v>4.2784810126582196E-2</c:v>
                </c:pt>
                <c:pt idx="5216">
                  <c:v>4.2784810126582196E-2</c:v>
                </c:pt>
                <c:pt idx="5217">
                  <c:v>4.2784810126582196E-2</c:v>
                </c:pt>
                <c:pt idx="5218">
                  <c:v>4.3037974683544311E-2</c:v>
                </c:pt>
                <c:pt idx="5219">
                  <c:v>4.1772151898734178E-2</c:v>
                </c:pt>
                <c:pt idx="5220">
                  <c:v>4.2784810126582196E-2</c:v>
                </c:pt>
                <c:pt idx="5221">
                  <c:v>4.3037974683544311E-2</c:v>
                </c:pt>
                <c:pt idx="5222">
                  <c:v>4.2025316455696293E-2</c:v>
                </c:pt>
                <c:pt idx="5223">
                  <c:v>4.2025316455696293E-2</c:v>
                </c:pt>
                <c:pt idx="5224">
                  <c:v>4.1772151898734178E-2</c:v>
                </c:pt>
                <c:pt idx="5225">
                  <c:v>4.1772151898734178E-2</c:v>
                </c:pt>
                <c:pt idx="5226">
                  <c:v>4.2278481012658187E-2</c:v>
                </c:pt>
                <c:pt idx="5227">
                  <c:v>4.2278481012658187E-2</c:v>
                </c:pt>
                <c:pt idx="5228">
                  <c:v>4.2531645569620302E-2</c:v>
                </c:pt>
                <c:pt idx="5229">
                  <c:v>4.2784810126582196E-2</c:v>
                </c:pt>
                <c:pt idx="5230">
                  <c:v>4.3037974683544311E-2</c:v>
                </c:pt>
                <c:pt idx="5231">
                  <c:v>4.4050632911392329E-2</c:v>
                </c:pt>
                <c:pt idx="5232">
                  <c:v>4.3797468354430436E-2</c:v>
                </c:pt>
                <c:pt idx="5233">
                  <c:v>4.455696202531656E-2</c:v>
                </c:pt>
                <c:pt idx="5234">
                  <c:v>4.4050632911392329E-2</c:v>
                </c:pt>
                <c:pt idx="5235">
                  <c:v>4.4303797468354444E-2</c:v>
                </c:pt>
                <c:pt idx="5236">
                  <c:v>4.455696202531656E-2</c:v>
                </c:pt>
                <c:pt idx="5237">
                  <c:v>4.4810126582278453E-2</c:v>
                </c:pt>
                <c:pt idx="5238">
                  <c:v>4.4810126582278453E-2</c:v>
                </c:pt>
                <c:pt idx="5239">
                  <c:v>4.4303797468354444E-2</c:v>
                </c:pt>
                <c:pt idx="5240">
                  <c:v>4.4303797468354444E-2</c:v>
                </c:pt>
                <c:pt idx="5241">
                  <c:v>4.455696202531656E-2</c:v>
                </c:pt>
                <c:pt idx="5242">
                  <c:v>4.4810126582278453E-2</c:v>
                </c:pt>
                <c:pt idx="5243">
                  <c:v>4.5569620253164578E-2</c:v>
                </c:pt>
                <c:pt idx="5244">
                  <c:v>4.5063291139240569E-2</c:v>
                </c:pt>
                <c:pt idx="5245">
                  <c:v>4.5316455696202462E-2</c:v>
                </c:pt>
                <c:pt idx="5246">
                  <c:v>4.5316455696202462E-2</c:v>
                </c:pt>
                <c:pt idx="5247">
                  <c:v>4.5063291139240569E-2</c:v>
                </c:pt>
                <c:pt idx="5248">
                  <c:v>4.4810126582278453E-2</c:v>
                </c:pt>
                <c:pt idx="5249">
                  <c:v>4.455696202531656E-2</c:v>
                </c:pt>
                <c:pt idx="5250">
                  <c:v>4.4810126582278453E-2</c:v>
                </c:pt>
                <c:pt idx="5251">
                  <c:v>4.455696202531656E-2</c:v>
                </c:pt>
                <c:pt idx="5252">
                  <c:v>4.4303797468354444E-2</c:v>
                </c:pt>
                <c:pt idx="5253">
                  <c:v>4.3291139240506427E-2</c:v>
                </c:pt>
                <c:pt idx="5254">
                  <c:v>4.3797468354430436E-2</c:v>
                </c:pt>
                <c:pt idx="5255">
                  <c:v>4.3797468354430436E-2</c:v>
                </c:pt>
                <c:pt idx="5256">
                  <c:v>4.4303797468354444E-2</c:v>
                </c:pt>
                <c:pt idx="5257">
                  <c:v>4.4303797468354444E-2</c:v>
                </c:pt>
                <c:pt idx="5258">
                  <c:v>4.455696202531656E-2</c:v>
                </c:pt>
                <c:pt idx="5259">
                  <c:v>4.4810126582278453E-2</c:v>
                </c:pt>
                <c:pt idx="5260">
                  <c:v>4.4303797468354444E-2</c:v>
                </c:pt>
                <c:pt idx="5261">
                  <c:v>4.4303797468354444E-2</c:v>
                </c:pt>
                <c:pt idx="5262">
                  <c:v>4.3797468354430436E-2</c:v>
                </c:pt>
                <c:pt idx="5263">
                  <c:v>4.4050632911392329E-2</c:v>
                </c:pt>
                <c:pt idx="5264">
                  <c:v>4.4303797468354444E-2</c:v>
                </c:pt>
                <c:pt idx="5265">
                  <c:v>4.4303797468354444E-2</c:v>
                </c:pt>
                <c:pt idx="5266">
                  <c:v>4.4810126582278453E-2</c:v>
                </c:pt>
                <c:pt idx="5267">
                  <c:v>4.4303797468354444E-2</c:v>
                </c:pt>
                <c:pt idx="5268">
                  <c:v>4.4303797468354444E-2</c:v>
                </c:pt>
                <c:pt idx="5269">
                  <c:v>4.4303797468354444E-2</c:v>
                </c:pt>
                <c:pt idx="5270">
                  <c:v>4.4810126582278453E-2</c:v>
                </c:pt>
                <c:pt idx="5271">
                  <c:v>4.4810126582278453E-2</c:v>
                </c:pt>
                <c:pt idx="5272">
                  <c:v>4.5063291139240569E-2</c:v>
                </c:pt>
                <c:pt idx="5273">
                  <c:v>4.5316455696202462E-2</c:v>
                </c:pt>
                <c:pt idx="5274">
                  <c:v>4.5316455696202462E-2</c:v>
                </c:pt>
                <c:pt idx="5275">
                  <c:v>4.5822784810126693E-2</c:v>
                </c:pt>
                <c:pt idx="5276">
                  <c:v>4.5822784810126693E-2</c:v>
                </c:pt>
                <c:pt idx="5277">
                  <c:v>4.6329113924050702E-2</c:v>
                </c:pt>
                <c:pt idx="5278">
                  <c:v>4.6329113924050702E-2</c:v>
                </c:pt>
                <c:pt idx="5279">
                  <c:v>4.6075949367088587E-2</c:v>
                </c:pt>
                <c:pt idx="5280">
                  <c:v>4.5822784810126693E-2</c:v>
                </c:pt>
                <c:pt idx="5281">
                  <c:v>4.5569620253164578E-2</c:v>
                </c:pt>
                <c:pt idx="5282">
                  <c:v>4.5569620253164578E-2</c:v>
                </c:pt>
                <c:pt idx="5283">
                  <c:v>4.5063291139240569E-2</c:v>
                </c:pt>
                <c:pt idx="5284">
                  <c:v>4.5316455696202462E-2</c:v>
                </c:pt>
                <c:pt idx="5285">
                  <c:v>4.5063291139240569E-2</c:v>
                </c:pt>
                <c:pt idx="5286">
                  <c:v>4.5316455696202462E-2</c:v>
                </c:pt>
                <c:pt idx="5287">
                  <c:v>4.5063291139240569E-2</c:v>
                </c:pt>
                <c:pt idx="5288">
                  <c:v>#N/A</c:v>
                </c:pt>
                <c:pt idx="5289">
                  <c:v>4.5822784810126693E-2</c:v>
                </c:pt>
                <c:pt idx="5290">
                  <c:v>4.5569620253164578E-2</c:v>
                </c:pt>
                <c:pt idx="5291">
                  <c:v>4.5822784810126693E-2</c:v>
                </c:pt>
                <c:pt idx="5292">
                  <c:v>4.5822784810126693E-2</c:v>
                </c:pt>
                <c:pt idx="5293">
                  <c:v>4.5822784810126693E-2</c:v>
                </c:pt>
                <c:pt idx="5294">
                  <c:v>4.5569620253164578E-2</c:v>
                </c:pt>
                <c:pt idx="5295">
                  <c:v>4.5822784810126693E-2</c:v>
                </c:pt>
                <c:pt idx="5296">
                  <c:v>4.6075949367088587E-2</c:v>
                </c:pt>
                <c:pt idx="5297">
                  <c:v>4.6075949367088587E-2</c:v>
                </c:pt>
                <c:pt idx="5298">
                  <c:v>4.6075949367088587E-2</c:v>
                </c:pt>
                <c:pt idx="5299">
                  <c:v>4.5822784810126693E-2</c:v>
                </c:pt>
                <c:pt idx="5300">
                  <c:v>4.5822784810126693E-2</c:v>
                </c:pt>
                <c:pt idx="5301">
                  <c:v>4.6329113924050702E-2</c:v>
                </c:pt>
                <c:pt idx="5302">
                  <c:v>4.6329113924050702E-2</c:v>
                </c:pt>
                <c:pt idx="5303">
                  <c:v>4.5822784810126693E-2</c:v>
                </c:pt>
                <c:pt idx="5304">
                  <c:v>4.5569620253164578E-2</c:v>
                </c:pt>
                <c:pt idx="5305">
                  <c:v>4.5063291139240569E-2</c:v>
                </c:pt>
                <c:pt idx="5306">
                  <c:v>4.5316455696202462E-2</c:v>
                </c:pt>
                <c:pt idx="5307">
                  <c:v>4.4810126582278453E-2</c:v>
                </c:pt>
                <c:pt idx="5308">
                  <c:v>4.5063291139240569E-2</c:v>
                </c:pt>
                <c:pt idx="5309">
                  <c:v>4.455696202531656E-2</c:v>
                </c:pt>
                <c:pt idx="5310">
                  <c:v>4.5063291139240569E-2</c:v>
                </c:pt>
                <c:pt idx="5311">
                  <c:v>4.5063291139240569E-2</c:v>
                </c:pt>
                <c:pt idx="5312">
                  <c:v>4.5822784810126693E-2</c:v>
                </c:pt>
                <c:pt idx="5313">
                  <c:v>4.5822784810126693E-2</c:v>
                </c:pt>
                <c:pt idx="5314">
                  <c:v>4.5822784810126693E-2</c:v>
                </c:pt>
                <c:pt idx="5315">
                  <c:v>4.5822784810126693E-2</c:v>
                </c:pt>
                <c:pt idx="5316">
                  <c:v>4.6075949367088587E-2</c:v>
                </c:pt>
                <c:pt idx="5317">
                  <c:v>4.6329113924050702E-2</c:v>
                </c:pt>
                <c:pt idx="5318">
                  <c:v>4.6329113924050702E-2</c:v>
                </c:pt>
                <c:pt idx="5319">
                  <c:v>4.5569620253164578E-2</c:v>
                </c:pt>
                <c:pt idx="5320">
                  <c:v>4.5822784810126693E-2</c:v>
                </c:pt>
                <c:pt idx="5321">
                  <c:v>4.6329113924050702E-2</c:v>
                </c:pt>
                <c:pt idx="5322">
                  <c:v>4.6075949367088587E-2</c:v>
                </c:pt>
                <c:pt idx="5323">
                  <c:v>4.6075949367088587E-2</c:v>
                </c:pt>
                <c:pt idx="5324">
                  <c:v>4.6329113924050702E-2</c:v>
                </c:pt>
                <c:pt idx="5325">
                  <c:v>4.6329113924050702E-2</c:v>
                </c:pt>
                <c:pt idx="5326">
                  <c:v>#N/A</c:v>
                </c:pt>
                <c:pt idx="5327">
                  <c:v>4.6329113924050702E-2</c:v>
                </c:pt>
                <c:pt idx="5328">
                  <c:v>4.6329113924050702E-2</c:v>
                </c:pt>
                <c:pt idx="5329">
                  <c:v>4.6075949367088587E-2</c:v>
                </c:pt>
                <c:pt idx="5330">
                  <c:v>#N/A</c:v>
                </c:pt>
                <c:pt idx="5331">
                  <c:v>#N/A</c:v>
                </c:pt>
                <c:pt idx="5332">
                  <c:v>4.6835443037974711E-2</c:v>
                </c:pt>
                <c:pt idx="5333">
                  <c:v>#N/A</c:v>
                </c:pt>
                <c:pt idx="5334">
                  <c:v>4.7088607594936827E-2</c:v>
                </c:pt>
                <c:pt idx="5335">
                  <c:v>4.7848101265822729E-2</c:v>
                </c:pt>
                <c:pt idx="5336">
                  <c:v>4.7594936708860835E-2</c:v>
                </c:pt>
                <c:pt idx="5337">
                  <c:v>4.7594936708860835E-2</c:v>
                </c:pt>
                <c:pt idx="5338">
                  <c:v>4.7848101265822729E-2</c:v>
                </c:pt>
                <c:pt idx="5339">
                  <c:v>4.7848101265822729E-2</c:v>
                </c:pt>
                <c:pt idx="5340">
                  <c:v>4.7848101265822729E-2</c:v>
                </c:pt>
                <c:pt idx="5341">
                  <c:v>4.6835443037974711E-2</c:v>
                </c:pt>
                <c:pt idx="5342">
                  <c:v>4.6582278481012596E-2</c:v>
                </c:pt>
                <c:pt idx="5343">
                  <c:v>4.6835443037974711E-2</c:v>
                </c:pt>
                <c:pt idx="5344">
                  <c:v>4.6835443037974711E-2</c:v>
                </c:pt>
                <c:pt idx="5345">
                  <c:v>4.7594936708860835E-2</c:v>
                </c:pt>
                <c:pt idx="5346">
                  <c:v>4.7594936708860835E-2</c:v>
                </c:pt>
                <c:pt idx="5347">
                  <c:v>4.734177215189872E-2</c:v>
                </c:pt>
                <c:pt idx="5348">
                  <c:v>4.7848101265822729E-2</c:v>
                </c:pt>
                <c:pt idx="5349">
                  <c:v>4.7594936708860835E-2</c:v>
                </c:pt>
                <c:pt idx="5350">
                  <c:v>4.7848101265822729E-2</c:v>
                </c:pt>
                <c:pt idx="5351">
                  <c:v>4.8101265822784844E-2</c:v>
                </c:pt>
                <c:pt idx="5352">
                  <c:v>4.8101265822784844E-2</c:v>
                </c:pt>
                <c:pt idx="5353">
                  <c:v>4.7594936708860835E-2</c:v>
                </c:pt>
                <c:pt idx="5354">
                  <c:v>4.6835443037974711E-2</c:v>
                </c:pt>
                <c:pt idx="5355">
                  <c:v>4.6835443037974711E-2</c:v>
                </c:pt>
                <c:pt idx="5356">
                  <c:v>4.6835443037974711E-2</c:v>
                </c:pt>
                <c:pt idx="5357">
                  <c:v>4.6835443037974711E-2</c:v>
                </c:pt>
                <c:pt idx="5358">
                  <c:v>4.6582278481012596E-2</c:v>
                </c:pt>
                <c:pt idx="5359">
                  <c:v>4.6835443037974711E-2</c:v>
                </c:pt>
                <c:pt idx="5360">
                  <c:v>4.6582278481012596E-2</c:v>
                </c:pt>
                <c:pt idx="5361">
                  <c:v>4.6835443037974711E-2</c:v>
                </c:pt>
                <c:pt idx="5362">
                  <c:v>4.6835443037974711E-2</c:v>
                </c:pt>
                <c:pt idx="5363">
                  <c:v>#N/A</c:v>
                </c:pt>
                <c:pt idx="5364">
                  <c:v>4.6582278481012596E-2</c:v>
                </c:pt>
                <c:pt idx="5365">
                  <c:v>4.6582278481012596E-2</c:v>
                </c:pt>
                <c:pt idx="5366">
                  <c:v>4.6075949367088587E-2</c:v>
                </c:pt>
                <c:pt idx="5367">
                  <c:v>4.6329113924050702E-2</c:v>
                </c:pt>
                <c:pt idx="5368">
                  <c:v>4.6582278481012596E-2</c:v>
                </c:pt>
                <c:pt idx="5369">
                  <c:v>4.6582278481012596E-2</c:v>
                </c:pt>
                <c:pt idx="5370">
                  <c:v>4.734177215189872E-2</c:v>
                </c:pt>
                <c:pt idx="5371">
                  <c:v>4.6835443037974711E-2</c:v>
                </c:pt>
                <c:pt idx="5372">
                  <c:v>4.6582278481012596E-2</c:v>
                </c:pt>
                <c:pt idx="5373">
                  <c:v>4.6582278481012596E-2</c:v>
                </c:pt>
                <c:pt idx="5374">
                  <c:v>4.6329113924050702E-2</c:v>
                </c:pt>
                <c:pt idx="5375">
                  <c:v>4.6329113924050702E-2</c:v>
                </c:pt>
                <c:pt idx="5376">
                  <c:v>4.6075949367088587E-2</c:v>
                </c:pt>
                <c:pt idx="5377">
                  <c:v>4.6075949367088587E-2</c:v>
                </c:pt>
                <c:pt idx="5378">
                  <c:v>4.5316455696202462E-2</c:v>
                </c:pt>
                <c:pt idx="5379">
                  <c:v>4.5569620253164578E-2</c:v>
                </c:pt>
                <c:pt idx="5380">
                  <c:v>4.5569620253164578E-2</c:v>
                </c:pt>
                <c:pt idx="5381">
                  <c:v>4.5822784810126693E-2</c:v>
                </c:pt>
                <c:pt idx="5382">
                  <c:v>4.6075949367088587E-2</c:v>
                </c:pt>
                <c:pt idx="5383">
                  <c:v>4.6582278481012596E-2</c:v>
                </c:pt>
                <c:pt idx="5384">
                  <c:v>4.6075949367088587E-2</c:v>
                </c:pt>
                <c:pt idx="5385">
                  <c:v>4.6075949367088587E-2</c:v>
                </c:pt>
                <c:pt idx="5386">
                  <c:v>4.6329113924050702E-2</c:v>
                </c:pt>
                <c:pt idx="5387">
                  <c:v>4.6582278481012596E-2</c:v>
                </c:pt>
                <c:pt idx="5388">
                  <c:v>4.6075949367088587E-2</c:v>
                </c:pt>
                <c:pt idx="5389">
                  <c:v>4.5569620253164578E-2</c:v>
                </c:pt>
                <c:pt idx="5390">
                  <c:v>4.5316455696202462E-2</c:v>
                </c:pt>
                <c:pt idx="5391">
                  <c:v>4.5316455696202462E-2</c:v>
                </c:pt>
                <c:pt idx="5392">
                  <c:v>4.5063291139240569E-2</c:v>
                </c:pt>
                <c:pt idx="5393">
                  <c:v>#N/A</c:v>
                </c:pt>
                <c:pt idx="5394">
                  <c:v>4.5063291139240569E-2</c:v>
                </c:pt>
                <c:pt idx="5395">
                  <c:v>4.5063291139240569E-2</c:v>
                </c:pt>
                <c:pt idx="5396">
                  <c:v>4.5063291139240569E-2</c:v>
                </c:pt>
                <c:pt idx="5397">
                  <c:v>4.5063291139240569E-2</c:v>
                </c:pt>
                <c:pt idx="5398">
                  <c:v>4.4810126582278453E-2</c:v>
                </c:pt>
                <c:pt idx="5399">
                  <c:v>4.455696202531656E-2</c:v>
                </c:pt>
                <c:pt idx="5400">
                  <c:v>4.455696202531656E-2</c:v>
                </c:pt>
                <c:pt idx="5401">
                  <c:v>4.455696202531656E-2</c:v>
                </c:pt>
                <c:pt idx="5402">
                  <c:v>4.455696202531656E-2</c:v>
                </c:pt>
                <c:pt idx="5403">
                  <c:v>4.455696202531656E-2</c:v>
                </c:pt>
                <c:pt idx="5404">
                  <c:v>4.4303797468354444E-2</c:v>
                </c:pt>
                <c:pt idx="5405">
                  <c:v>4.4303797468354444E-2</c:v>
                </c:pt>
                <c:pt idx="5406">
                  <c:v>4.4303797468354444E-2</c:v>
                </c:pt>
                <c:pt idx="5407">
                  <c:v>#N/A</c:v>
                </c:pt>
                <c:pt idx="5408">
                  <c:v>4.5569620253164578E-2</c:v>
                </c:pt>
                <c:pt idx="5409">
                  <c:v>4.5063291139240569E-2</c:v>
                </c:pt>
                <c:pt idx="5410">
                  <c:v>4.4303797468354444E-2</c:v>
                </c:pt>
                <c:pt idx="5411">
                  <c:v>4.4050632911392329E-2</c:v>
                </c:pt>
                <c:pt idx="5412">
                  <c:v>4.455696202531656E-2</c:v>
                </c:pt>
                <c:pt idx="5413">
                  <c:v>4.3797468354430436E-2</c:v>
                </c:pt>
                <c:pt idx="5414">
                  <c:v>4.3797468354430436E-2</c:v>
                </c:pt>
                <c:pt idx="5415">
                  <c:v>4.354430379746832E-2</c:v>
                </c:pt>
                <c:pt idx="5416">
                  <c:v>4.3291139240506427E-2</c:v>
                </c:pt>
                <c:pt idx="5417">
                  <c:v>4.2784810126582196E-2</c:v>
                </c:pt>
                <c:pt idx="5418">
                  <c:v>4.2531645569620302E-2</c:v>
                </c:pt>
                <c:pt idx="5419">
                  <c:v>4.2784810126582196E-2</c:v>
                </c:pt>
                <c:pt idx="5420">
                  <c:v>4.2531645569620302E-2</c:v>
                </c:pt>
                <c:pt idx="5421">
                  <c:v>4.2531645569620302E-2</c:v>
                </c:pt>
                <c:pt idx="5422">
                  <c:v>4.2025316455696293E-2</c:v>
                </c:pt>
                <c:pt idx="5423">
                  <c:v>4.1772151898734178E-2</c:v>
                </c:pt>
                <c:pt idx="5424">
                  <c:v>4.3037974683544311E-2</c:v>
                </c:pt>
                <c:pt idx="5425">
                  <c:v>4.2784810126582196E-2</c:v>
                </c:pt>
                <c:pt idx="5426">
                  <c:v>4.2531645569620302E-2</c:v>
                </c:pt>
                <c:pt idx="5427">
                  <c:v>4.2278481012658187E-2</c:v>
                </c:pt>
                <c:pt idx="5428">
                  <c:v>4.2025316455696293E-2</c:v>
                </c:pt>
                <c:pt idx="5429">
                  <c:v>4.2025316455696293E-2</c:v>
                </c:pt>
                <c:pt idx="5430">
                  <c:v>4.2025316455696293E-2</c:v>
                </c:pt>
                <c:pt idx="5431">
                  <c:v>4.1265822784810169E-2</c:v>
                </c:pt>
                <c:pt idx="5432">
                  <c:v>4.1012658227848053E-2</c:v>
                </c:pt>
                <c:pt idx="5433">
                  <c:v>4.2025316455696293E-2</c:v>
                </c:pt>
                <c:pt idx="5434">
                  <c:v>4.2025316455696293E-2</c:v>
                </c:pt>
                <c:pt idx="5435">
                  <c:v>4.2531645569620302E-2</c:v>
                </c:pt>
                <c:pt idx="5436">
                  <c:v>4.2531645569620302E-2</c:v>
                </c:pt>
                <c:pt idx="5437">
                  <c:v>4.2531645569620302E-2</c:v>
                </c:pt>
                <c:pt idx="5438">
                  <c:v>4.2278481012658187E-2</c:v>
                </c:pt>
                <c:pt idx="5439">
                  <c:v>4.2278481012658187E-2</c:v>
                </c:pt>
                <c:pt idx="5440">
                  <c:v>4.3037974683544311E-2</c:v>
                </c:pt>
                <c:pt idx="5441">
                  <c:v>#N/A</c:v>
                </c:pt>
                <c:pt idx="5442">
                  <c:v>4.3037974683544311E-2</c:v>
                </c:pt>
                <c:pt idx="5443">
                  <c:v>4.3037974683544311E-2</c:v>
                </c:pt>
                <c:pt idx="5444">
                  <c:v>4.354430379746832E-2</c:v>
                </c:pt>
                <c:pt idx="5445">
                  <c:v>4.4050632911392329E-2</c:v>
                </c:pt>
                <c:pt idx="5446">
                  <c:v>#N/A</c:v>
                </c:pt>
                <c:pt idx="5447">
                  <c:v>4.354430379746832E-2</c:v>
                </c:pt>
                <c:pt idx="5448">
                  <c:v>4.354430379746832E-2</c:v>
                </c:pt>
                <c:pt idx="5449">
                  <c:v>4.2784810126582196E-2</c:v>
                </c:pt>
                <c:pt idx="5450">
                  <c:v>4.3037974683544311E-2</c:v>
                </c:pt>
                <c:pt idx="5451">
                  <c:v>4.3037974683544311E-2</c:v>
                </c:pt>
                <c:pt idx="5452">
                  <c:v>4.3291139240506427E-2</c:v>
                </c:pt>
                <c:pt idx="5453">
                  <c:v>4.354430379746832E-2</c:v>
                </c:pt>
                <c:pt idx="5454">
                  <c:v>4.354430379746832E-2</c:v>
                </c:pt>
                <c:pt idx="5455">
                  <c:v>4.4050632911392329E-2</c:v>
                </c:pt>
                <c:pt idx="5456">
                  <c:v>4.3797468354430436E-2</c:v>
                </c:pt>
                <c:pt idx="5457">
                  <c:v>4.354430379746832E-2</c:v>
                </c:pt>
                <c:pt idx="5458">
                  <c:v>4.3291139240506427E-2</c:v>
                </c:pt>
                <c:pt idx="5459">
                  <c:v>4.3037974683544311E-2</c:v>
                </c:pt>
                <c:pt idx="5460">
                  <c:v>4.3037974683544311E-2</c:v>
                </c:pt>
                <c:pt idx="5461">
                  <c:v>4.3797468354430436E-2</c:v>
                </c:pt>
                <c:pt idx="5462">
                  <c:v>4.354430379746832E-2</c:v>
                </c:pt>
                <c:pt idx="5463">
                  <c:v>4.3797468354430436E-2</c:v>
                </c:pt>
                <c:pt idx="5464">
                  <c:v>4.3797468354430436E-2</c:v>
                </c:pt>
                <c:pt idx="5465">
                  <c:v>4.354430379746832E-2</c:v>
                </c:pt>
                <c:pt idx="5466">
                  <c:v>4.3037974683544311E-2</c:v>
                </c:pt>
                <c:pt idx="5467">
                  <c:v>#N/A</c:v>
                </c:pt>
                <c:pt idx="5468">
                  <c:v>4.2784810126582196E-2</c:v>
                </c:pt>
                <c:pt idx="5469">
                  <c:v>4.2784810126582196E-2</c:v>
                </c:pt>
                <c:pt idx="5470">
                  <c:v>4.2784810126582196E-2</c:v>
                </c:pt>
                <c:pt idx="5471">
                  <c:v>4.2531645569620302E-2</c:v>
                </c:pt>
                <c:pt idx="5472">
                  <c:v>4.2784810126582196E-2</c:v>
                </c:pt>
                <c:pt idx="5473">
                  <c:v>4.3291139240506427E-2</c:v>
                </c:pt>
                <c:pt idx="5474">
                  <c:v>4.3291139240506427E-2</c:v>
                </c:pt>
                <c:pt idx="5475">
                  <c:v>4.3037974683544311E-2</c:v>
                </c:pt>
                <c:pt idx="5476">
                  <c:v>4.3037974683544311E-2</c:v>
                </c:pt>
                <c:pt idx="5477">
                  <c:v>#N/A</c:v>
                </c:pt>
                <c:pt idx="5478">
                  <c:v>4.3291139240506427E-2</c:v>
                </c:pt>
                <c:pt idx="5479">
                  <c:v>4.3291139240506427E-2</c:v>
                </c:pt>
                <c:pt idx="5480">
                  <c:v>4.3037974683544311E-2</c:v>
                </c:pt>
                <c:pt idx="5481">
                  <c:v>4.3291139240506427E-2</c:v>
                </c:pt>
                <c:pt idx="5482">
                  <c:v>4.3291139240506427E-2</c:v>
                </c:pt>
                <c:pt idx="5483">
                  <c:v>4.3291139240506427E-2</c:v>
                </c:pt>
                <c:pt idx="5484">
                  <c:v>#N/A</c:v>
                </c:pt>
                <c:pt idx="5485">
                  <c:v>4.2784810126582196E-2</c:v>
                </c:pt>
                <c:pt idx="5486">
                  <c:v>4.2531645569620302E-2</c:v>
                </c:pt>
                <c:pt idx="5487">
                  <c:v>4.2784810126582196E-2</c:v>
                </c:pt>
                <c:pt idx="5488">
                  <c:v>4.2531645569620302E-2</c:v>
                </c:pt>
                <c:pt idx="5489">
                  <c:v>4.2784810126582196E-2</c:v>
                </c:pt>
                <c:pt idx="5490">
                  <c:v>4.2278481012658187E-2</c:v>
                </c:pt>
                <c:pt idx="5491">
                  <c:v>4.2025316455696293E-2</c:v>
                </c:pt>
                <c:pt idx="5492">
                  <c:v>4.2278481012658187E-2</c:v>
                </c:pt>
                <c:pt idx="5493">
                  <c:v>4.2025316455696293E-2</c:v>
                </c:pt>
                <c:pt idx="5494">
                  <c:v>4.1772151898734178E-2</c:v>
                </c:pt>
                <c:pt idx="5495">
                  <c:v>4.1772151898734178E-2</c:v>
                </c:pt>
                <c:pt idx="5496">
                  <c:v>4.1772151898734178E-2</c:v>
                </c:pt>
                <c:pt idx="5497">
                  <c:v>4.1265822784810169E-2</c:v>
                </c:pt>
                <c:pt idx="5498">
                  <c:v>4.1265822784810169E-2</c:v>
                </c:pt>
                <c:pt idx="5499">
                  <c:v>4.1265822784810169E-2</c:v>
                </c:pt>
                <c:pt idx="5500">
                  <c:v>4.1518987341772062E-2</c:v>
                </c:pt>
                <c:pt idx="5501">
                  <c:v>4.1518987341772062E-2</c:v>
                </c:pt>
                <c:pt idx="5502">
                  <c:v>4.075949367088616E-2</c:v>
                </c:pt>
                <c:pt idx="5503">
                  <c:v>4.1012658227848053E-2</c:v>
                </c:pt>
                <c:pt idx="5504">
                  <c:v>4.1012658227848053E-2</c:v>
                </c:pt>
                <c:pt idx="5505">
                  <c:v>4.1012658227848053E-2</c:v>
                </c:pt>
                <c:pt idx="5506">
                  <c:v>4.1012658227848053E-2</c:v>
                </c:pt>
                <c:pt idx="5507">
                  <c:v>4.075949367088616E-2</c:v>
                </c:pt>
                <c:pt idx="5508">
                  <c:v>4.075949367088616E-2</c:v>
                </c:pt>
                <c:pt idx="5509">
                  <c:v>4.0506329113924044E-2</c:v>
                </c:pt>
                <c:pt idx="5510">
                  <c:v>4.0506329113924044E-2</c:v>
                </c:pt>
                <c:pt idx="5511">
                  <c:v>4.0506329113924044E-2</c:v>
                </c:pt>
                <c:pt idx="5512">
                  <c:v>4.0253164556961929E-2</c:v>
                </c:pt>
                <c:pt idx="5513">
                  <c:v>4.0000000000000036E-2</c:v>
                </c:pt>
                <c:pt idx="5514">
                  <c:v>4.0000000000000036E-2</c:v>
                </c:pt>
                <c:pt idx="5515">
                  <c:v>4.0253164556961929E-2</c:v>
                </c:pt>
                <c:pt idx="5516">
                  <c:v>4.0253164556961929E-2</c:v>
                </c:pt>
                <c:pt idx="5517">
                  <c:v>4.0000000000000036E-2</c:v>
                </c:pt>
                <c:pt idx="5518">
                  <c:v>3.974683544303792E-2</c:v>
                </c:pt>
                <c:pt idx="5519">
                  <c:v>#N/A</c:v>
                </c:pt>
                <c:pt idx="5520">
                  <c:v>3.974683544303792E-2</c:v>
                </c:pt>
                <c:pt idx="5521">
                  <c:v>3.9493670886076027E-2</c:v>
                </c:pt>
                <c:pt idx="5522">
                  <c:v>4.0000000000000036E-2</c:v>
                </c:pt>
                <c:pt idx="5523">
                  <c:v>4.0506329113924044E-2</c:v>
                </c:pt>
                <c:pt idx="5524">
                  <c:v>4.0506329113924044E-2</c:v>
                </c:pt>
                <c:pt idx="5525">
                  <c:v>4.0253164556961929E-2</c:v>
                </c:pt>
                <c:pt idx="5526">
                  <c:v>4.0253164556961929E-2</c:v>
                </c:pt>
                <c:pt idx="5527">
                  <c:v>4.075949367088616E-2</c:v>
                </c:pt>
                <c:pt idx="5528">
                  <c:v>4.1265822784810169E-2</c:v>
                </c:pt>
                <c:pt idx="5529">
                  <c:v>4.1772151898734178E-2</c:v>
                </c:pt>
                <c:pt idx="5530">
                  <c:v>4.1265822784810169E-2</c:v>
                </c:pt>
                <c:pt idx="5531">
                  <c:v>4.1265822784810169E-2</c:v>
                </c:pt>
                <c:pt idx="5532">
                  <c:v>4.075949367088616E-2</c:v>
                </c:pt>
                <c:pt idx="5533">
                  <c:v>4.1265822784810169E-2</c:v>
                </c:pt>
                <c:pt idx="5534">
                  <c:v>4.1265822784810169E-2</c:v>
                </c:pt>
                <c:pt idx="5535">
                  <c:v>4.1265822784810169E-2</c:v>
                </c:pt>
                <c:pt idx="5536">
                  <c:v>#N/A</c:v>
                </c:pt>
                <c:pt idx="5537">
                  <c:v>4.1518987341772062E-2</c:v>
                </c:pt>
                <c:pt idx="5538">
                  <c:v>4.1012658227848053E-2</c:v>
                </c:pt>
                <c:pt idx="5539">
                  <c:v>4.1012658227848053E-2</c:v>
                </c:pt>
                <c:pt idx="5540">
                  <c:v>4.1518987341772062E-2</c:v>
                </c:pt>
                <c:pt idx="5541">
                  <c:v>4.1772151898734178E-2</c:v>
                </c:pt>
                <c:pt idx="5542">
                  <c:v>4.1772151898734178E-2</c:v>
                </c:pt>
                <c:pt idx="5543">
                  <c:v>4.1518987341772062E-2</c:v>
                </c:pt>
                <c:pt idx="5544">
                  <c:v>4.075949367088616E-2</c:v>
                </c:pt>
                <c:pt idx="5545">
                  <c:v>4.075949367088616E-2</c:v>
                </c:pt>
                <c:pt idx="5546">
                  <c:v>4.1012658227848053E-2</c:v>
                </c:pt>
                <c:pt idx="5547">
                  <c:v>4.1265822784810169E-2</c:v>
                </c:pt>
                <c:pt idx="5548">
                  <c:v>4.1265822784810169E-2</c:v>
                </c:pt>
                <c:pt idx="5549">
                  <c:v>4.0506329113924044E-2</c:v>
                </c:pt>
                <c:pt idx="5550">
                  <c:v>4.0506329113924044E-2</c:v>
                </c:pt>
                <c:pt idx="5551">
                  <c:v>#N/A</c:v>
                </c:pt>
                <c:pt idx="5552">
                  <c:v>4.0253164556961929E-2</c:v>
                </c:pt>
                <c:pt idx="5553">
                  <c:v>4.0506329113924044E-2</c:v>
                </c:pt>
                <c:pt idx="5554">
                  <c:v>4.0506329113924044E-2</c:v>
                </c:pt>
                <c:pt idx="5555">
                  <c:v>#N/A</c:v>
                </c:pt>
                <c:pt idx="5556">
                  <c:v>4.0506329113924044E-2</c:v>
                </c:pt>
                <c:pt idx="5557">
                  <c:v>4.0253164556961929E-2</c:v>
                </c:pt>
                <c:pt idx="5558">
                  <c:v>4.0000000000000036E-2</c:v>
                </c:pt>
                <c:pt idx="5559">
                  <c:v>3.974683544303792E-2</c:v>
                </c:pt>
                <c:pt idx="5560">
                  <c:v>3.9493670886076027E-2</c:v>
                </c:pt>
                <c:pt idx="5561">
                  <c:v>3.9493670886076027E-2</c:v>
                </c:pt>
                <c:pt idx="5562">
                  <c:v>3.9493670886076027E-2</c:v>
                </c:pt>
                <c:pt idx="5563">
                  <c:v>4.0253164556961929E-2</c:v>
                </c:pt>
                <c:pt idx="5564">
                  <c:v>3.974683544303792E-2</c:v>
                </c:pt>
                <c:pt idx="5565">
                  <c:v>3.974683544303792E-2</c:v>
                </c:pt>
                <c:pt idx="5566">
                  <c:v>3.974683544303792E-2</c:v>
                </c:pt>
                <c:pt idx="5567">
                  <c:v>3.9240506329113911E-2</c:v>
                </c:pt>
                <c:pt idx="5568">
                  <c:v>3.9240506329113911E-2</c:v>
                </c:pt>
                <c:pt idx="5569">
                  <c:v>3.8734177215189902E-2</c:v>
                </c:pt>
                <c:pt idx="5570">
                  <c:v>3.8734177215189902E-2</c:v>
                </c:pt>
                <c:pt idx="5571">
                  <c:v>3.8734177215189902E-2</c:v>
                </c:pt>
                <c:pt idx="5572">
                  <c:v>3.8734177215189902E-2</c:v>
                </c:pt>
                <c:pt idx="5573">
                  <c:v>3.8481012658227787E-2</c:v>
                </c:pt>
                <c:pt idx="5574">
                  <c:v>3.8481012658227787E-2</c:v>
                </c:pt>
                <c:pt idx="5575">
                  <c:v>3.8481012658227787E-2</c:v>
                </c:pt>
                <c:pt idx="5576">
                  <c:v>3.8227848101265893E-2</c:v>
                </c:pt>
                <c:pt idx="5577">
                  <c:v>3.8481012658227787E-2</c:v>
                </c:pt>
                <c:pt idx="5578">
                  <c:v>3.8481012658227787E-2</c:v>
                </c:pt>
                <c:pt idx="5579">
                  <c:v>3.8227848101265893E-2</c:v>
                </c:pt>
                <c:pt idx="5580">
                  <c:v>3.8734177215189902E-2</c:v>
                </c:pt>
                <c:pt idx="5581">
                  <c:v>3.8987341772151796E-2</c:v>
                </c:pt>
                <c:pt idx="5582">
                  <c:v>3.974683544303792E-2</c:v>
                </c:pt>
                <c:pt idx="5583">
                  <c:v>3.9240506329113911E-2</c:v>
                </c:pt>
                <c:pt idx="5584">
                  <c:v>3.9493670886076027E-2</c:v>
                </c:pt>
                <c:pt idx="5585">
                  <c:v>3.8987341772151796E-2</c:v>
                </c:pt>
                <c:pt idx="5586">
                  <c:v>3.8987341772151796E-2</c:v>
                </c:pt>
                <c:pt idx="5587">
                  <c:v>3.9240506329113911E-2</c:v>
                </c:pt>
                <c:pt idx="5588">
                  <c:v>3.9240506329113911E-2</c:v>
                </c:pt>
                <c:pt idx="5589">
                  <c:v>3.9240506329113911E-2</c:v>
                </c:pt>
                <c:pt idx="5590">
                  <c:v>3.9240506329113911E-2</c:v>
                </c:pt>
                <c:pt idx="5591">
                  <c:v>3.9240506329113911E-2</c:v>
                </c:pt>
                <c:pt idx="5592">
                  <c:v>3.9240506329113911E-2</c:v>
                </c:pt>
                <c:pt idx="5593">
                  <c:v>3.9493670886076027E-2</c:v>
                </c:pt>
                <c:pt idx="5594">
                  <c:v>3.9240506329113911E-2</c:v>
                </c:pt>
                <c:pt idx="5595">
                  <c:v>3.8987341772151796E-2</c:v>
                </c:pt>
                <c:pt idx="5596">
                  <c:v>3.9240506329113911E-2</c:v>
                </c:pt>
                <c:pt idx="5597">
                  <c:v>#N/A</c:v>
                </c:pt>
                <c:pt idx="5598">
                  <c:v>3.9493670886076027E-2</c:v>
                </c:pt>
                <c:pt idx="5599">
                  <c:v>3.9493670886076027E-2</c:v>
                </c:pt>
                <c:pt idx="5600">
                  <c:v>3.974683544303792E-2</c:v>
                </c:pt>
                <c:pt idx="5601">
                  <c:v>3.9493670886076027E-2</c:v>
                </c:pt>
                <c:pt idx="5602">
                  <c:v>3.974683544303792E-2</c:v>
                </c:pt>
                <c:pt idx="5603">
                  <c:v>4.0000000000000036E-2</c:v>
                </c:pt>
                <c:pt idx="5604">
                  <c:v>4.0000000000000036E-2</c:v>
                </c:pt>
                <c:pt idx="5605">
                  <c:v>3.974683544303792E-2</c:v>
                </c:pt>
                <c:pt idx="5606">
                  <c:v>#N/A</c:v>
                </c:pt>
                <c:pt idx="5607">
                  <c:v>3.9240506329113911E-2</c:v>
                </c:pt>
                <c:pt idx="5608">
                  <c:v>3.9240506329113911E-2</c:v>
                </c:pt>
                <c:pt idx="5609">
                  <c:v>3.8987341772151796E-2</c:v>
                </c:pt>
                <c:pt idx="5610">
                  <c:v>3.9493670886076027E-2</c:v>
                </c:pt>
                <c:pt idx="5611">
                  <c:v>3.9493670886076027E-2</c:v>
                </c:pt>
                <c:pt idx="5612">
                  <c:v>4.0000000000000036E-2</c:v>
                </c:pt>
                <c:pt idx="5613">
                  <c:v>3.974683544303792E-2</c:v>
                </c:pt>
                <c:pt idx="5614">
                  <c:v>3.974683544303792E-2</c:v>
                </c:pt>
                <c:pt idx="5615">
                  <c:v>4.0000000000000036E-2</c:v>
                </c:pt>
                <c:pt idx="5616">
                  <c:v>4.0000000000000036E-2</c:v>
                </c:pt>
                <c:pt idx="5617">
                  <c:v>3.9493670886076027E-2</c:v>
                </c:pt>
                <c:pt idx="5618">
                  <c:v>3.974683544303792E-2</c:v>
                </c:pt>
                <c:pt idx="5619">
                  <c:v>4.0000000000000036E-2</c:v>
                </c:pt>
                <c:pt idx="5620">
                  <c:v>4.075949367088616E-2</c:v>
                </c:pt>
                <c:pt idx="5621">
                  <c:v>4.075949367088616E-2</c:v>
                </c:pt>
                <c:pt idx="5622">
                  <c:v>4.075949367088616E-2</c:v>
                </c:pt>
                <c:pt idx="5623">
                  <c:v>4.1012658227848053E-2</c:v>
                </c:pt>
                <c:pt idx="5624">
                  <c:v>4.1265822784810169E-2</c:v>
                </c:pt>
                <c:pt idx="5625">
                  <c:v>4.1265822784810169E-2</c:v>
                </c:pt>
                <c:pt idx="5626">
                  <c:v>4.1518987341772062E-2</c:v>
                </c:pt>
                <c:pt idx="5627">
                  <c:v>4.1265822784810169E-2</c:v>
                </c:pt>
                <c:pt idx="5628">
                  <c:v>4.1518987341772062E-2</c:v>
                </c:pt>
                <c:pt idx="5629">
                  <c:v>4.1265822784810169E-2</c:v>
                </c:pt>
                <c:pt idx="5630">
                  <c:v>4.1265822784810169E-2</c:v>
                </c:pt>
                <c:pt idx="5631">
                  <c:v>4.1012658227848053E-2</c:v>
                </c:pt>
                <c:pt idx="5632">
                  <c:v>4.075949367088616E-2</c:v>
                </c:pt>
                <c:pt idx="5633">
                  <c:v>4.075949367088616E-2</c:v>
                </c:pt>
                <c:pt idx="5634">
                  <c:v>4.0506329113924044E-2</c:v>
                </c:pt>
                <c:pt idx="5635">
                  <c:v>4.0253164556961929E-2</c:v>
                </c:pt>
                <c:pt idx="5636">
                  <c:v>4.0506329113924044E-2</c:v>
                </c:pt>
                <c:pt idx="5637">
                  <c:v>4.1012658227848053E-2</c:v>
                </c:pt>
                <c:pt idx="5638">
                  <c:v>#N/A</c:v>
                </c:pt>
                <c:pt idx="5639">
                  <c:v>4.1012658227848053E-2</c:v>
                </c:pt>
                <c:pt idx="5640">
                  <c:v>4.075949367088616E-2</c:v>
                </c:pt>
                <c:pt idx="5641">
                  <c:v>4.0253164556961929E-2</c:v>
                </c:pt>
                <c:pt idx="5642">
                  <c:v>4.0253164556961929E-2</c:v>
                </c:pt>
                <c:pt idx="5643">
                  <c:v>4.0253164556961929E-2</c:v>
                </c:pt>
                <c:pt idx="5644">
                  <c:v>4.0506329113924044E-2</c:v>
                </c:pt>
                <c:pt idx="5645">
                  <c:v>3.974683544303792E-2</c:v>
                </c:pt>
                <c:pt idx="5646">
                  <c:v>3.974683544303792E-2</c:v>
                </c:pt>
                <c:pt idx="5647">
                  <c:v>3.9493670886076027E-2</c:v>
                </c:pt>
                <c:pt idx="5648">
                  <c:v>3.974683544303792E-2</c:v>
                </c:pt>
                <c:pt idx="5649">
                  <c:v>4.0253164556961929E-2</c:v>
                </c:pt>
                <c:pt idx="5650">
                  <c:v>3.9493670886076027E-2</c:v>
                </c:pt>
                <c:pt idx="5651">
                  <c:v>3.9493670886076027E-2</c:v>
                </c:pt>
                <c:pt idx="5652">
                  <c:v>4.0253164556961929E-2</c:v>
                </c:pt>
                <c:pt idx="5653">
                  <c:v>#N/A</c:v>
                </c:pt>
                <c:pt idx="5654">
                  <c:v>4.0253164556961929E-2</c:v>
                </c:pt>
                <c:pt idx="5655">
                  <c:v>4.0000000000000036E-2</c:v>
                </c:pt>
                <c:pt idx="5656">
                  <c:v>4.0253164556961929E-2</c:v>
                </c:pt>
                <c:pt idx="5657">
                  <c:v>4.0253164556961929E-2</c:v>
                </c:pt>
                <c:pt idx="5658">
                  <c:v>4.0000000000000036E-2</c:v>
                </c:pt>
                <c:pt idx="5659">
                  <c:v>4.0000000000000036E-2</c:v>
                </c:pt>
                <c:pt idx="5660">
                  <c:v>4.0506329113924044E-2</c:v>
                </c:pt>
                <c:pt idx="5661">
                  <c:v>4.1265822784810169E-2</c:v>
                </c:pt>
                <c:pt idx="5662">
                  <c:v>4.1012658227848053E-2</c:v>
                </c:pt>
                <c:pt idx="5663">
                  <c:v>4.1265822784810169E-2</c:v>
                </c:pt>
                <c:pt idx="5664">
                  <c:v>4.2025316455696293E-2</c:v>
                </c:pt>
                <c:pt idx="5665">
                  <c:v>4.1772151898734178E-2</c:v>
                </c:pt>
                <c:pt idx="5666">
                  <c:v>4.2025316455696293E-2</c:v>
                </c:pt>
                <c:pt idx="5667">
                  <c:v>4.1518987341772062E-2</c:v>
                </c:pt>
                <c:pt idx="5668">
                  <c:v>4.1518987341772062E-2</c:v>
                </c:pt>
                <c:pt idx="5669">
                  <c:v>4.1518987341772062E-2</c:v>
                </c:pt>
                <c:pt idx="5670">
                  <c:v>4.1265822784810169E-2</c:v>
                </c:pt>
                <c:pt idx="5671">
                  <c:v>4.1265822784810169E-2</c:v>
                </c:pt>
                <c:pt idx="5672">
                  <c:v>4.1518987341772062E-2</c:v>
                </c:pt>
                <c:pt idx="5673">
                  <c:v>#N/A</c:v>
                </c:pt>
                <c:pt idx="5674">
                  <c:v>4.1518987341772062E-2</c:v>
                </c:pt>
                <c:pt idx="5675">
                  <c:v>4.1518987341772062E-2</c:v>
                </c:pt>
                <c:pt idx="5676">
                  <c:v>4.1518987341772062E-2</c:v>
                </c:pt>
                <c:pt idx="5677">
                  <c:v>4.1772151898734178E-2</c:v>
                </c:pt>
                <c:pt idx="5678">
                  <c:v>4.2025316455696293E-2</c:v>
                </c:pt>
                <c:pt idx="5679">
                  <c:v>4.2278481012658187E-2</c:v>
                </c:pt>
                <c:pt idx="5680">
                  <c:v>4.2278481012658187E-2</c:v>
                </c:pt>
                <c:pt idx="5681">
                  <c:v>4.2784810126582196E-2</c:v>
                </c:pt>
                <c:pt idx="5682">
                  <c:v>4.2531645569620302E-2</c:v>
                </c:pt>
                <c:pt idx="5683">
                  <c:v>4.2531645569620302E-2</c:v>
                </c:pt>
                <c:pt idx="5684">
                  <c:v>4.2025316455696293E-2</c:v>
                </c:pt>
                <c:pt idx="5685">
                  <c:v>4.1518987341772062E-2</c:v>
                </c:pt>
                <c:pt idx="5686">
                  <c:v>4.2278481012658187E-2</c:v>
                </c:pt>
                <c:pt idx="5687">
                  <c:v>4.2278481012658187E-2</c:v>
                </c:pt>
                <c:pt idx="5688">
                  <c:v>4.2278481012658187E-2</c:v>
                </c:pt>
                <c:pt idx="5689">
                  <c:v>4.2278481012658187E-2</c:v>
                </c:pt>
                <c:pt idx="5690">
                  <c:v>4.2278481012658187E-2</c:v>
                </c:pt>
                <c:pt idx="5691">
                  <c:v>4.2784810126582196E-2</c:v>
                </c:pt>
                <c:pt idx="5692">
                  <c:v>4.3037974683544311E-2</c:v>
                </c:pt>
                <c:pt idx="5693">
                  <c:v>4.3037974683544311E-2</c:v>
                </c:pt>
                <c:pt idx="5694">
                  <c:v>4.3291139240506427E-2</c:v>
                </c:pt>
                <c:pt idx="5695">
                  <c:v>4.3291139240506427E-2</c:v>
                </c:pt>
                <c:pt idx="5696">
                  <c:v>4.2784810126582196E-2</c:v>
                </c:pt>
                <c:pt idx="5697">
                  <c:v>4.3037974683544311E-2</c:v>
                </c:pt>
                <c:pt idx="5698">
                  <c:v>4.3291139240506427E-2</c:v>
                </c:pt>
                <c:pt idx="5699">
                  <c:v>4.3291139240506427E-2</c:v>
                </c:pt>
                <c:pt idx="5700">
                  <c:v>4.3291139240506427E-2</c:v>
                </c:pt>
                <c:pt idx="5701">
                  <c:v>4.3037974683544311E-2</c:v>
                </c:pt>
                <c:pt idx="5702">
                  <c:v>4.3291139240506427E-2</c:v>
                </c:pt>
                <c:pt idx="5703">
                  <c:v>4.3037974683544311E-2</c:v>
                </c:pt>
                <c:pt idx="5704">
                  <c:v>4.3291139240506427E-2</c:v>
                </c:pt>
                <c:pt idx="5705">
                  <c:v>4.3037974683544311E-2</c:v>
                </c:pt>
                <c:pt idx="5706">
                  <c:v>4.3037974683544311E-2</c:v>
                </c:pt>
                <c:pt idx="5707">
                  <c:v>#N/A</c:v>
                </c:pt>
                <c:pt idx="5708">
                  <c:v>4.3797468354430436E-2</c:v>
                </c:pt>
                <c:pt idx="5709">
                  <c:v>4.4050632911392329E-2</c:v>
                </c:pt>
                <c:pt idx="5710">
                  <c:v>4.3797468354430436E-2</c:v>
                </c:pt>
                <c:pt idx="5711">
                  <c:v>#N/A</c:v>
                </c:pt>
                <c:pt idx="5712">
                  <c:v>4.354430379746832E-2</c:v>
                </c:pt>
                <c:pt idx="5713">
                  <c:v>4.354430379746832E-2</c:v>
                </c:pt>
                <c:pt idx="5714">
                  <c:v>4.354430379746832E-2</c:v>
                </c:pt>
                <c:pt idx="5715">
                  <c:v>4.3291139240506427E-2</c:v>
                </c:pt>
                <c:pt idx="5716">
                  <c:v>4.3291139240506427E-2</c:v>
                </c:pt>
                <c:pt idx="5717">
                  <c:v>4.2784810126582196E-2</c:v>
                </c:pt>
                <c:pt idx="5718">
                  <c:v>4.2531645569620302E-2</c:v>
                </c:pt>
                <c:pt idx="5719">
                  <c:v>4.2278481012658187E-2</c:v>
                </c:pt>
                <c:pt idx="5720">
                  <c:v>4.2278481012658187E-2</c:v>
                </c:pt>
                <c:pt idx="5721">
                  <c:v>4.2278481012658187E-2</c:v>
                </c:pt>
                <c:pt idx="5722">
                  <c:v>4.2025316455696293E-2</c:v>
                </c:pt>
                <c:pt idx="5723">
                  <c:v>4.2025316455696293E-2</c:v>
                </c:pt>
                <c:pt idx="5724">
                  <c:v>4.2278481012658187E-2</c:v>
                </c:pt>
                <c:pt idx="5725">
                  <c:v>4.2278481012658187E-2</c:v>
                </c:pt>
                <c:pt idx="5726">
                  <c:v>4.2531645569620302E-2</c:v>
                </c:pt>
                <c:pt idx="5727">
                  <c:v>4.2784810126582196E-2</c:v>
                </c:pt>
                <c:pt idx="5728">
                  <c:v>4.2784810126582196E-2</c:v>
                </c:pt>
                <c:pt idx="5729">
                  <c:v>4.2531645569620302E-2</c:v>
                </c:pt>
                <c:pt idx="5730">
                  <c:v>4.2278481012658187E-2</c:v>
                </c:pt>
                <c:pt idx="5731">
                  <c:v>4.1772151898734178E-2</c:v>
                </c:pt>
                <c:pt idx="5732">
                  <c:v>4.1518987341772062E-2</c:v>
                </c:pt>
                <c:pt idx="5733">
                  <c:v>4.1772151898734178E-2</c:v>
                </c:pt>
                <c:pt idx="5734">
                  <c:v>4.1518987341772062E-2</c:v>
                </c:pt>
                <c:pt idx="5735">
                  <c:v>4.1772151898734178E-2</c:v>
                </c:pt>
                <c:pt idx="5736">
                  <c:v>4.2531645569620302E-2</c:v>
                </c:pt>
                <c:pt idx="5737">
                  <c:v>4.2531645569620302E-2</c:v>
                </c:pt>
                <c:pt idx="5738">
                  <c:v>4.2784810126582196E-2</c:v>
                </c:pt>
                <c:pt idx="5739">
                  <c:v>4.2531645569620302E-2</c:v>
                </c:pt>
                <c:pt idx="5740">
                  <c:v>#N/A</c:v>
                </c:pt>
                <c:pt idx="5741">
                  <c:v>4.2278481012658187E-2</c:v>
                </c:pt>
                <c:pt idx="5742">
                  <c:v>4.2278481012658187E-2</c:v>
                </c:pt>
                <c:pt idx="5743">
                  <c:v>4.2025316455696293E-2</c:v>
                </c:pt>
                <c:pt idx="5744">
                  <c:v>4.2784810126582196E-2</c:v>
                </c:pt>
                <c:pt idx="5745">
                  <c:v>#N/A</c:v>
                </c:pt>
                <c:pt idx="5746">
                  <c:v>4.2531645569620302E-2</c:v>
                </c:pt>
                <c:pt idx="5747">
                  <c:v>#N/A</c:v>
                </c:pt>
                <c:pt idx="5748">
                  <c:v>4.2784810126582196E-2</c:v>
                </c:pt>
                <c:pt idx="5749">
                  <c:v>4.2784810126582196E-2</c:v>
                </c:pt>
                <c:pt idx="5750">
                  <c:v>4.2784810126582196E-2</c:v>
                </c:pt>
                <c:pt idx="5751">
                  <c:v>4.2784810126582196E-2</c:v>
                </c:pt>
                <c:pt idx="5752">
                  <c:v>4.2531645569620302E-2</c:v>
                </c:pt>
                <c:pt idx="5753">
                  <c:v>4.2025316455696293E-2</c:v>
                </c:pt>
                <c:pt idx="5754">
                  <c:v>4.2025316455696293E-2</c:v>
                </c:pt>
                <c:pt idx="5755">
                  <c:v>4.2025316455696293E-2</c:v>
                </c:pt>
                <c:pt idx="5756">
                  <c:v>4.1772151898734178E-2</c:v>
                </c:pt>
                <c:pt idx="5757">
                  <c:v>4.1518987341772062E-2</c:v>
                </c:pt>
                <c:pt idx="5758">
                  <c:v>4.1772151898734178E-2</c:v>
                </c:pt>
                <c:pt idx="5759">
                  <c:v>4.1772151898734178E-2</c:v>
                </c:pt>
                <c:pt idx="5760">
                  <c:v>4.1265822784810169E-2</c:v>
                </c:pt>
                <c:pt idx="5761">
                  <c:v>4.1265822784810169E-2</c:v>
                </c:pt>
                <c:pt idx="5762">
                  <c:v>4.1772151898734178E-2</c:v>
                </c:pt>
                <c:pt idx="5763">
                  <c:v>4.2025316455696293E-2</c:v>
                </c:pt>
                <c:pt idx="5764">
                  <c:v>4.2025316455696293E-2</c:v>
                </c:pt>
                <c:pt idx="5765">
                  <c:v>4.2025316455696293E-2</c:v>
                </c:pt>
                <c:pt idx="5766">
                  <c:v>4.2025316455696293E-2</c:v>
                </c:pt>
                <c:pt idx="5767">
                  <c:v>4.1772151898734178E-2</c:v>
                </c:pt>
                <c:pt idx="5768">
                  <c:v>#N/A</c:v>
                </c:pt>
                <c:pt idx="5769">
                  <c:v>4.1772151898734178E-2</c:v>
                </c:pt>
                <c:pt idx="5770">
                  <c:v>4.2025316455696293E-2</c:v>
                </c:pt>
                <c:pt idx="5771">
                  <c:v>4.2278481012658187E-2</c:v>
                </c:pt>
                <c:pt idx="5772">
                  <c:v>4.2025316455696293E-2</c:v>
                </c:pt>
                <c:pt idx="5773">
                  <c:v>4.2025316455696293E-2</c:v>
                </c:pt>
                <c:pt idx="5774">
                  <c:v>4.1772151898734178E-2</c:v>
                </c:pt>
                <c:pt idx="5775">
                  <c:v>4.1772151898734178E-2</c:v>
                </c:pt>
                <c:pt idx="5776">
                  <c:v>4.1772151898734178E-2</c:v>
                </c:pt>
                <c:pt idx="5777">
                  <c:v>4.1772151898734178E-2</c:v>
                </c:pt>
                <c:pt idx="5778">
                  <c:v>4.1772151898734178E-2</c:v>
                </c:pt>
                <c:pt idx="5779">
                  <c:v>4.2278481012658187E-2</c:v>
                </c:pt>
                <c:pt idx="5780">
                  <c:v>4.2025316455696293E-2</c:v>
                </c:pt>
                <c:pt idx="5781">
                  <c:v>#N/A</c:v>
                </c:pt>
                <c:pt idx="5782">
                  <c:v>4.1772151898734178E-2</c:v>
                </c:pt>
                <c:pt idx="5783">
                  <c:v>4.2025316455696293E-2</c:v>
                </c:pt>
                <c:pt idx="5784">
                  <c:v>4.1518987341772062E-2</c:v>
                </c:pt>
                <c:pt idx="5785">
                  <c:v>4.1265822784810169E-2</c:v>
                </c:pt>
                <c:pt idx="5786">
                  <c:v>4.1012658227848053E-2</c:v>
                </c:pt>
                <c:pt idx="5787">
                  <c:v>4.075949367088616E-2</c:v>
                </c:pt>
                <c:pt idx="5788">
                  <c:v>4.0253164556961929E-2</c:v>
                </c:pt>
                <c:pt idx="5789">
                  <c:v>4.0253164556961929E-2</c:v>
                </c:pt>
                <c:pt idx="5790">
                  <c:v>4.0506329113924044E-2</c:v>
                </c:pt>
                <c:pt idx="5791">
                  <c:v>4.0253164556961929E-2</c:v>
                </c:pt>
                <c:pt idx="5792">
                  <c:v>4.0506329113924044E-2</c:v>
                </c:pt>
                <c:pt idx="5793">
                  <c:v>4.075949367088616E-2</c:v>
                </c:pt>
                <c:pt idx="5794">
                  <c:v>4.1012658227848053E-2</c:v>
                </c:pt>
                <c:pt idx="5795">
                  <c:v>4.075949367088616E-2</c:v>
                </c:pt>
                <c:pt idx="5796">
                  <c:v>4.0506329113924044E-2</c:v>
                </c:pt>
                <c:pt idx="5797">
                  <c:v>4.0506329113924044E-2</c:v>
                </c:pt>
                <c:pt idx="5798">
                  <c:v>4.0506329113924044E-2</c:v>
                </c:pt>
                <c:pt idx="5799">
                  <c:v>4.1012658227848053E-2</c:v>
                </c:pt>
                <c:pt idx="5800">
                  <c:v>4.075949367088616E-2</c:v>
                </c:pt>
                <c:pt idx="5801">
                  <c:v>4.075949367088616E-2</c:v>
                </c:pt>
                <c:pt idx="5802">
                  <c:v>4.1012658227848053E-2</c:v>
                </c:pt>
                <c:pt idx="5803">
                  <c:v>4.1265822784810169E-2</c:v>
                </c:pt>
                <c:pt idx="5804">
                  <c:v>4.1012658227848053E-2</c:v>
                </c:pt>
                <c:pt idx="5805">
                  <c:v>4.1012658227848053E-2</c:v>
                </c:pt>
                <c:pt idx="5806">
                  <c:v>4.1518987341772062E-2</c:v>
                </c:pt>
                <c:pt idx="5807">
                  <c:v>4.2025316455696293E-2</c:v>
                </c:pt>
                <c:pt idx="5808">
                  <c:v>4.2025316455696293E-2</c:v>
                </c:pt>
                <c:pt idx="5809">
                  <c:v>4.2278481012658187E-2</c:v>
                </c:pt>
                <c:pt idx="5810">
                  <c:v>4.2531645569620302E-2</c:v>
                </c:pt>
                <c:pt idx="5811">
                  <c:v>4.2278481012658187E-2</c:v>
                </c:pt>
                <c:pt idx="5812">
                  <c:v>4.2531645569620302E-2</c:v>
                </c:pt>
                <c:pt idx="5813">
                  <c:v>4.2278481012658187E-2</c:v>
                </c:pt>
                <c:pt idx="5814">
                  <c:v>4.2025316455696293E-2</c:v>
                </c:pt>
                <c:pt idx="5815">
                  <c:v>4.2278481012658187E-2</c:v>
                </c:pt>
                <c:pt idx="5816">
                  <c:v>4.2531645569620302E-2</c:v>
                </c:pt>
                <c:pt idx="5817">
                  <c:v>4.2531645569620302E-2</c:v>
                </c:pt>
                <c:pt idx="5818">
                  <c:v>4.2784810126582196E-2</c:v>
                </c:pt>
                <c:pt idx="5819">
                  <c:v>4.2784810126582196E-2</c:v>
                </c:pt>
                <c:pt idx="5820">
                  <c:v>4.2784810126582196E-2</c:v>
                </c:pt>
                <c:pt idx="5821">
                  <c:v>4.2531645569620302E-2</c:v>
                </c:pt>
                <c:pt idx="5822">
                  <c:v>4.2278481012658187E-2</c:v>
                </c:pt>
                <c:pt idx="5823">
                  <c:v>#N/A</c:v>
                </c:pt>
                <c:pt idx="5824">
                  <c:v>4.2531645569620302E-2</c:v>
                </c:pt>
                <c:pt idx="5825">
                  <c:v>4.2531645569620302E-2</c:v>
                </c:pt>
                <c:pt idx="5826">
                  <c:v>4.2531645569620302E-2</c:v>
                </c:pt>
                <c:pt idx="5827">
                  <c:v>4.2025316455696293E-2</c:v>
                </c:pt>
                <c:pt idx="5828">
                  <c:v>4.2278481012658187E-2</c:v>
                </c:pt>
                <c:pt idx="5829">
                  <c:v>4.2278481012658187E-2</c:v>
                </c:pt>
                <c:pt idx="5830">
                  <c:v>4.2531645569620302E-2</c:v>
                </c:pt>
                <c:pt idx="5831">
                  <c:v>#N/A</c:v>
                </c:pt>
                <c:pt idx="5832">
                  <c:v>4.2784810126582196E-2</c:v>
                </c:pt>
                <c:pt idx="5833">
                  <c:v>4.2784810126582196E-2</c:v>
                </c:pt>
                <c:pt idx="5834">
                  <c:v>4.3037974683544311E-2</c:v>
                </c:pt>
                <c:pt idx="5835">
                  <c:v>4.3037974683544311E-2</c:v>
                </c:pt>
                <c:pt idx="5836">
                  <c:v>4.2784810126582196E-2</c:v>
                </c:pt>
                <c:pt idx="5837">
                  <c:v>#N/A</c:v>
                </c:pt>
                <c:pt idx="5838">
                  <c:v>4.2784810126582196E-2</c:v>
                </c:pt>
                <c:pt idx="5839">
                  <c:v>4.2784810126582196E-2</c:v>
                </c:pt>
                <c:pt idx="5840">
                  <c:v>4.3037974683544311E-2</c:v>
                </c:pt>
                <c:pt idx="5841">
                  <c:v>4.3291139240506427E-2</c:v>
                </c:pt>
                <c:pt idx="5842">
                  <c:v>4.3291139240506427E-2</c:v>
                </c:pt>
                <c:pt idx="5843">
                  <c:v>4.3291139240506427E-2</c:v>
                </c:pt>
                <c:pt idx="5844">
                  <c:v>4.3291139240506427E-2</c:v>
                </c:pt>
                <c:pt idx="5845">
                  <c:v>4.354430379746832E-2</c:v>
                </c:pt>
                <c:pt idx="5846">
                  <c:v>4.3291139240506427E-2</c:v>
                </c:pt>
                <c:pt idx="5847">
                  <c:v>4.354430379746832E-2</c:v>
                </c:pt>
                <c:pt idx="5848">
                  <c:v>4.4050632911392329E-2</c:v>
                </c:pt>
                <c:pt idx="5849">
                  <c:v>4.4050632911392329E-2</c:v>
                </c:pt>
                <c:pt idx="5850">
                  <c:v>4.3797468354430436E-2</c:v>
                </c:pt>
                <c:pt idx="5851">
                  <c:v>4.3797468354430436E-2</c:v>
                </c:pt>
                <c:pt idx="5852">
                  <c:v>4.4303797468354444E-2</c:v>
                </c:pt>
                <c:pt idx="5853">
                  <c:v>4.4050632911392329E-2</c:v>
                </c:pt>
                <c:pt idx="5854">
                  <c:v>4.4050632911392329E-2</c:v>
                </c:pt>
                <c:pt idx="5855">
                  <c:v>4.4303797468354444E-2</c:v>
                </c:pt>
                <c:pt idx="5856">
                  <c:v>4.4050632911392329E-2</c:v>
                </c:pt>
                <c:pt idx="5857">
                  <c:v>4.4303797468354444E-2</c:v>
                </c:pt>
                <c:pt idx="5858">
                  <c:v>4.455696202531656E-2</c:v>
                </c:pt>
                <c:pt idx="5859">
                  <c:v>4.5063291139240569E-2</c:v>
                </c:pt>
                <c:pt idx="5860">
                  <c:v>4.4810126582278453E-2</c:v>
                </c:pt>
                <c:pt idx="5861">
                  <c:v>4.4810126582278453E-2</c:v>
                </c:pt>
                <c:pt idx="5862">
                  <c:v>4.4810126582278453E-2</c:v>
                </c:pt>
                <c:pt idx="5863">
                  <c:v>4.4810126582278453E-2</c:v>
                </c:pt>
                <c:pt idx="5864">
                  <c:v>4.5063291139240569E-2</c:v>
                </c:pt>
                <c:pt idx="5865">
                  <c:v>4.5063291139240569E-2</c:v>
                </c:pt>
                <c:pt idx="5866">
                  <c:v>4.5569620253164578E-2</c:v>
                </c:pt>
                <c:pt idx="5867">
                  <c:v>4.5316455696202462E-2</c:v>
                </c:pt>
                <c:pt idx="5868">
                  <c:v>4.4810126582278453E-2</c:v>
                </c:pt>
                <c:pt idx="5869">
                  <c:v>4.4810126582278453E-2</c:v>
                </c:pt>
                <c:pt idx="5870">
                  <c:v>4.5316455696202462E-2</c:v>
                </c:pt>
                <c:pt idx="5871">
                  <c:v>4.4810126582278453E-2</c:v>
                </c:pt>
                <c:pt idx="5872">
                  <c:v>#N/A</c:v>
                </c:pt>
                <c:pt idx="5873">
                  <c:v>4.5316455696202462E-2</c:v>
                </c:pt>
                <c:pt idx="5874">
                  <c:v>4.5569620253164578E-2</c:v>
                </c:pt>
                <c:pt idx="5875">
                  <c:v>4.5569620253164578E-2</c:v>
                </c:pt>
                <c:pt idx="5876">
                  <c:v>4.5822784810126693E-2</c:v>
                </c:pt>
                <c:pt idx="5877">
                  <c:v>4.5569620253164578E-2</c:v>
                </c:pt>
                <c:pt idx="5878">
                  <c:v>4.5316455696202462E-2</c:v>
                </c:pt>
                <c:pt idx="5879">
                  <c:v>4.5063291139240569E-2</c:v>
                </c:pt>
                <c:pt idx="5880">
                  <c:v>4.5063291139240569E-2</c:v>
                </c:pt>
                <c:pt idx="5881">
                  <c:v>4.5316455696202462E-2</c:v>
                </c:pt>
                <c:pt idx="5882">
                  <c:v>4.5316455696202462E-2</c:v>
                </c:pt>
                <c:pt idx="5883">
                  <c:v>4.5316455696202462E-2</c:v>
                </c:pt>
                <c:pt idx="5884">
                  <c:v>4.4810126582278453E-2</c:v>
                </c:pt>
                <c:pt idx="5885">
                  <c:v>4.4810126582278453E-2</c:v>
                </c:pt>
                <c:pt idx="5886">
                  <c:v>4.4303797468354444E-2</c:v>
                </c:pt>
                <c:pt idx="5887">
                  <c:v>4.455696202531656E-2</c:v>
                </c:pt>
                <c:pt idx="5888">
                  <c:v>4.5063291139240569E-2</c:v>
                </c:pt>
                <c:pt idx="5889">
                  <c:v>4.5063291139240569E-2</c:v>
                </c:pt>
                <c:pt idx="5890">
                  <c:v>#N/A</c:v>
                </c:pt>
                <c:pt idx="5891">
                  <c:v>4.5316455696202462E-2</c:v>
                </c:pt>
                <c:pt idx="5892">
                  <c:v>4.5316455696202462E-2</c:v>
                </c:pt>
                <c:pt idx="5893">
                  <c:v>4.5822784810126693E-2</c:v>
                </c:pt>
                <c:pt idx="5894">
                  <c:v>4.5822784810126693E-2</c:v>
                </c:pt>
                <c:pt idx="5895">
                  <c:v>4.6075949367088587E-2</c:v>
                </c:pt>
                <c:pt idx="5896">
                  <c:v>4.6329113924050702E-2</c:v>
                </c:pt>
                <c:pt idx="5897">
                  <c:v>4.6329113924050702E-2</c:v>
                </c:pt>
                <c:pt idx="5898">
                  <c:v>4.6329113924050702E-2</c:v>
                </c:pt>
                <c:pt idx="5899">
                  <c:v>4.6835443037974711E-2</c:v>
                </c:pt>
                <c:pt idx="5900">
                  <c:v>4.6582278481012596E-2</c:v>
                </c:pt>
                <c:pt idx="5901">
                  <c:v>4.6582278481012596E-2</c:v>
                </c:pt>
                <c:pt idx="5902">
                  <c:v>4.6835443037974711E-2</c:v>
                </c:pt>
                <c:pt idx="5903">
                  <c:v>4.734177215189872E-2</c:v>
                </c:pt>
                <c:pt idx="5904">
                  <c:v>4.6835443037974711E-2</c:v>
                </c:pt>
                <c:pt idx="5905">
                  <c:v>4.6835443037974711E-2</c:v>
                </c:pt>
                <c:pt idx="5906">
                  <c:v>4.6582278481012596E-2</c:v>
                </c:pt>
                <c:pt idx="5907">
                  <c:v>4.6582278481012596E-2</c:v>
                </c:pt>
                <c:pt idx="5908">
                  <c:v>4.6582278481012596E-2</c:v>
                </c:pt>
                <c:pt idx="5909">
                  <c:v>4.6329113924050702E-2</c:v>
                </c:pt>
                <c:pt idx="5910">
                  <c:v>4.6582278481012596E-2</c:v>
                </c:pt>
                <c:pt idx="5911">
                  <c:v>4.6075949367088587E-2</c:v>
                </c:pt>
                <c:pt idx="5912">
                  <c:v>#N/A</c:v>
                </c:pt>
                <c:pt idx="5913">
                  <c:v>4.6329113924050702E-2</c:v>
                </c:pt>
                <c:pt idx="5914">
                  <c:v>4.6075949367088587E-2</c:v>
                </c:pt>
                <c:pt idx="5915">
                  <c:v>4.6329113924050702E-2</c:v>
                </c:pt>
                <c:pt idx="5916">
                  <c:v>4.5822784810126693E-2</c:v>
                </c:pt>
                <c:pt idx="5917">
                  <c:v>4.5569620253164578E-2</c:v>
                </c:pt>
                <c:pt idx="5918">
                  <c:v>4.5569620253164578E-2</c:v>
                </c:pt>
                <c:pt idx="5919">
                  <c:v>4.5569620253164578E-2</c:v>
                </c:pt>
                <c:pt idx="5920">
                  <c:v>4.5063291139240569E-2</c:v>
                </c:pt>
                <c:pt idx="5921">
                  <c:v>4.5063291139240569E-2</c:v>
                </c:pt>
                <c:pt idx="5922">
                  <c:v>4.455696202531656E-2</c:v>
                </c:pt>
                <c:pt idx="5923">
                  <c:v>4.455696202531656E-2</c:v>
                </c:pt>
                <c:pt idx="5924">
                  <c:v>4.455696202531656E-2</c:v>
                </c:pt>
                <c:pt idx="5925">
                  <c:v>4.4303797468354444E-2</c:v>
                </c:pt>
                <c:pt idx="5926">
                  <c:v>#N/A</c:v>
                </c:pt>
                <c:pt idx="5927">
                  <c:v>4.4050632911392329E-2</c:v>
                </c:pt>
                <c:pt idx="5928">
                  <c:v>4.4050632911392329E-2</c:v>
                </c:pt>
                <c:pt idx="5929">
                  <c:v>4.4050632911392329E-2</c:v>
                </c:pt>
                <c:pt idx="5930">
                  <c:v>4.4050632911392329E-2</c:v>
                </c:pt>
                <c:pt idx="5931">
                  <c:v>#N/A</c:v>
                </c:pt>
                <c:pt idx="5932">
                  <c:v>4.4303797468354444E-2</c:v>
                </c:pt>
                <c:pt idx="5933">
                  <c:v>4.4050632911392329E-2</c:v>
                </c:pt>
                <c:pt idx="5934">
                  <c:v>4.4303797468354444E-2</c:v>
                </c:pt>
                <c:pt idx="5935">
                  <c:v>4.455696202531656E-2</c:v>
                </c:pt>
                <c:pt idx="5936">
                  <c:v>#N/A</c:v>
                </c:pt>
                <c:pt idx="5937">
                  <c:v>4.4810126582278453E-2</c:v>
                </c:pt>
                <c:pt idx="5938">
                  <c:v>4.5063291139240569E-2</c:v>
                </c:pt>
                <c:pt idx="5939">
                  <c:v>4.5063291139240569E-2</c:v>
                </c:pt>
                <c:pt idx="5940">
                  <c:v>4.5316455696202462E-2</c:v>
                </c:pt>
                <c:pt idx="5941">
                  <c:v>4.5063291139240569E-2</c:v>
                </c:pt>
                <c:pt idx="5942">
                  <c:v>4.455696202531656E-2</c:v>
                </c:pt>
                <c:pt idx="5943">
                  <c:v>4.455696202531656E-2</c:v>
                </c:pt>
                <c:pt idx="5944">
                  <c:v>4.455696202531656E-2</c:v>
                </c:pt>
                <c:pt idx="5945">
                  <c:v>4.4810126582278453E-2</c:v>
                </c:pt>
                <c:pt idx="5946">
                  <c:v>4.455696202531656E-2</c:v>
                </c:pt>
                <c:pt idx="5947">
                  <c:v>4.455696202531656E-2</c:v>
                </c:pt>
                <c:pt idx="5948">
                  <c:v>4.4050632911392329E-2</c:v>
                </c:pt>
                <c:pt idx="5949">
                  <c:v>4.3797468354430436E-2</c:v>
                </c:pt>
                <c:pt idx="5950">
                  <c:v>4.3797468354430436E-2</c:v>
                </c:pt>
                <c:pt idx="5951">
                  <c:v>4.354430379746832E-2</c:v>
                </c:pt>
                <c:pt idx="5952">
                  <c:v>4.3797468354430436E-2</c:v>
                </c:pt>
                <c:pt idx="5953">
                  <c:v>4.4050632911392329E-2</c:v>
                </c:pt>
                <c:pt idx="5954">
                  <c:v>4.4050632911392329E-2</c:v>
                </c:pt>
                <c:pt idx="5955">
                  <c:v>4.4810126582278453E-2</c:v>
                </c:pt>
                <c:pt idx="5956">
                  <c:v>4.4810126582278453E-2</c:v>
                </c:pt>
                <c:pt idx="5957">
                  <c:v>4.4303797468354444E-2</c:v>
                </c:pt>
                <c:pt idx="5958">
                  <c:v>4.455696202531656E-2</c:v>
                </c:pt>
                <c:pt idx="5959">
                  <c:v>4.4303797468354444E-2</c:v>
                </c:pt>
                <c:pt idx="5960">
                  <c:v>4.4303797468354444E-2</c:v>
                </c:pt>
                <c:pt idx="5961">
                  <c:v>4.4050632911392329E-2</c:v>
                </c:pt>
                <c:pt idx="5962">
                  <c:v>4.4810126582278453E-2</c:v>
                </c:pt>
                <c:pt idx="5963">
                  <c:v>4.455696202531656E-2</c:v>
                </c:pt>
                <c:pt idx="5964">
                  <c:v>4.4303797468354444E-2</c:v>
                </c:pt>
                <c:pt idx="5965">
                  <c:v>4.4303797468354444E-2</c:v>
                </c:pt>
                <c:pt idx="5966">
                  <c:v>4.4303797468354444E-2</c:v>
                </c:pt>
                <c:pt idx="5967">
                  <c:v>#N/A</c:v>
                </c:pt>
                <c:pt idx="5968">
                  <c:v>4.4050632911392329E-2</c:v>
                </c:pt>
                <c:pt idx="5969">
                  <c:v>4.3797468354430436E-2</c:v>
                </c:pt>
                <c:pt idx="5970">
                  <c:v>4.3797468354430436E-2</c:v>
                </c:pt>
                <c:pt idx="5971">
                  <c:v>4.3797468354430436E-2</c:v>
                </c:pt>
                <c:pt idx="5972">
                  <c:v>#N/A</c:v>
                </c:pt>
                <c:pt idx="5973">
                  <c:v>4.3797468354430436E-2</c:v>
                </c:pt>
                <c:pt idx="5974">
                  <c:v>4.4050632911392329E-2</c:v>
                </c:pt>
                <c:pt idx="5975">
                  <c:v>#N/A</c:v>
                </c:pt>
                <c:pt idx="5976">
                  <c:v>4.4303797468354444E-2</c:v>
                </c:pt>
                <c:pt idx="5977">
                  <c:v>#N/A</c:v>
                </c:pt>
                <c:pt idx="5978">
                  <c:v>4.4050632911392329E-2</c:v>
                </c:pt>
                <c:pt idx="5979">
                  <c:v>4.3797468354430436E-2</c:v>
                </c:pt>
                <c:pt idx="5980">
                  <c:v>4.3797468354430436E-2</c:v>
                </c:pt>
                <c:pt idx="5981">
                  <c:v>4.354430379746832E-2</c:v>
                </c:pt>
                <c:pt idx="5982">
                  <c:v>4.354430379746832E-2</c:v>
                </c:pt>
                <c:pt idx="5983">
                  <c:v>4.3291139240506427E-2</c:v>
                </c:pt>
                <c:pt idx="5984">
                  <c:v>4.3291139240506427E-2</c:v>
                </c:pt>
                <c:pt idx="5985">
                  <c:v>4.3291139240506427E-2</c:v>
                </c:pt>
                <c:pt idx="5986">
                  <c:v>4.3037974683544311E-2</c:v>
                </c:pt>
                <c:pt idx="5987">
                  <c:v>4.2784810126582196E-2</c:v>
                </c:pt>
                <c:pt idx="5988">
                  <c:v>4.3037974683544311E-2</c:v>
                </c:pt>
                <c:pt idx="5989">
                  <c:v>4.3037974683544311E-2</c:v>
                </c:pt>
                <c:pt idx="5990">
                  <c:v>4.3037974683544311E-2</c:v>
                </c:pt>
                <c:pt idx="5991">
                  <c:v>4.3037974683544311E-2</c:v>
                </c:pt>
                <c:pt idx="5992">
                  <c:v>4.2784810126582196E-2</c:v>
                </c:pt>
                <c:pt idx="5993">
                  <c:v>4.2784810126582196E-2</c:v>
                </c:pt>
                <c:pt idx="5994">
                  <c:v>4.2784810126582196E-2</c:v>
                </c:pt>
                <c:pt idx="5995">
                  <c:v>#N/A</c:v>
                </c:pt>
                <c:pt idx="5996">
                  <c:v>#N/A</c:v>
                </c:pt>
                <c:pt idx="5997">
                  <c:v>#N/A</c:v>
                </c:pt>
                <c:pt idx="5998">
                  <c:v>4.2784810126582196E-2</c:v>
                </c:pt>
                <c:pt idx="5999">
                  <c:v>4.3291139240506427E-2</c:v>
                </c:pt>
                <c:pt idx="6000">
                  <c:v>4.3037974683544311E-2</c:v>
                </c:pt>
                <c:pt idx="6001">
                  <c:v>4.3037974683544311E-2</c:v>
                </c:pt>
                <c:pt idx="6002">
                  <c:v>4.3291139240506427E-2</c:v>
                </c:pt>
                <c:pt idx="6003">
                  <c:v>4.3291139240506427E-2</c:v>
                </c:pt>
                <c:pt idx="6004">
                  <c:v>4.354430379746832E-2</c:v>
                </c:pt>
                <c:pt idx="6005">
                  <c:v>4.354430379746832E-2</c:v>
                </c:pt>
                <c:pt idx="6006">
                  <c:v>4.354430379746832E-2</c:v>
                </c:pt>
                <c:pt idx="6007">
                  <c:v>4.354430379746832E-2</c:v>
                </c:pt>
                <c:pt idx="6008">
                  <c:v>4.354430379746832E-2</c:v>
                </c:pt>
                <c:pt idx="6009">
                  <c:v>4.3291139240506427E-2</c:v>
                </c:pt>
                <c:pt idx="6010">
                  <c:v>4.3291139240506427E-2</c:v>
                </c:pt>
                <c:pt idx="6011">
                  <c:v>4.354430379746832E-2</c:v>
                </c:pt>
                <c:pt idx="6012">
                  <c:v>4.3797468354430436E-2</c:v>
                </c:pt>
                <c:pt idx="6013">
                  <c:v>4.3797468354430436E-2</c:v>
                </c:pt>
                <c:pt idx="6014">
                  <c:v>4.354430379746832E-2</c:v>
                </c:pt>
                <c:pt idx="6015">
                  <c:v>#N/A</c:v>
                </c:pt>
                <c:pt idx="6016">
                  <c:v>4.3291139240506427E-2</c:v>
                </c:pt>
                <c:pt idx="6017">
                  <c:v>4.3291139240506427E-2</c:v>
                </c:pt>
                <c:pt idx="6018">
                  <c:v>4.3291139240506427E-2</c:v>
                </c:pt>
                <c:pt idx="6019">
                  <c:v>4.3291139240506427E-2</c:v>
                </c:pt>
                <c:pt idx="6020">
                  <c:v>4.2784810126582196E-2</c:v>
                </c:pt>
                <c:pt idx="6021">
                  <c:v>4.2784810126582196E-2</c:v>
                </c:pt>
                <c:pt idx="6022">
                  <c:v>4.2531645569620302E-2</c:v>
                </c:pt>
                <c:pt idx="6023">
                  <c:v>4.2784810126582196E-2</c:v>
                </c:pt>
                <c:pt idx="6024">
                  <c:v>4.3037974683544311E-2</c:v>
                </c:pt>
                <c:pt idx="6025">
                  <c:v>4.3291139240506427E-2</c:v>
                </c:pt>
                <c:pt idx="6026">
                  <c:v>4.2784810126582196E-2</c:v>
                </c:pt>
                <c:pt idx="6027">
                  <c:v>4.2278481012658187E-2</c:v>
                </c:pt>
                <c:pt idx="6028">
                  <c:v>4.2531645569620302E-2</c:v>
                </c:pt>
                <c:pt idx="6029">
                  <c:v>4.2531645569620302E-2</c:v>
                </c:pt>
                <c:pt idx="6030">
                  <c:v>4.2531645569620302E-2</c:v>
                </c:pt>
                <c:pt idx="6031">
                  <c:v>4.2531645569620302E-2</c:v>
                </c:pt>
                <c:pt idx="6032">
                  <c:v>4.2278481012658187E-2</c:v>
                </c:pt>
                <c:pt idx="6033">
                  <c:v>4.2278481012658187E-2</c:v>
                </c:pt>
                <c:pt idx="6034">
                  <c:v>4.2531645569620302E-2</c:v>
                </c:pt>
                <c:pt idx="6035">
                  <c:v>4.2025316455696293E-2</c:v>
                </c:pt>
                <c:pt idx="6036">
                  <c:v>4.1772151898734178E-2</c:v>
                </c:pt>
                <c:pt idx="6037">
                  <c:v>4.1772151898734178E-2</c:v>
                </c:pt>
                <c:pt idx="6038">
                  <c:v>4.1772151898734178E-2</c:v>
                </c:pt>
                <c:pt idx="6039">
                  <c:v>4.1772151898734178E-2</c:v>
                </c:pt>
                <c:pt idx="6040">
                  <c:v>4.2025316455696293E-2</c:v>
                </c:pt>
                <c:pt idx="6041">
                  <c:v>4.2025316455696293E-2</c:v>
                </c:pt>
                <c:pt idx="6042">
                  <c:v>#N/A</c:v>
                </c:pt>
                <c:pt idx="6043">
                  <c:v>#N/A</c:v>
                </c:pt>
                <c:pt idx="6044">
                  <c:v>4.2025316455696293E-2</c:v>
                </c:pt>
                <c:pt idx="6045">
                  <c:v>4.2278481012658187E-2</c:v>
                </c:pt>
                <c:pt idx="6046">
                  <c:v>4.2278481012658187E-2</c:v>
                </c:pt>
                <c:pt idx="6047">
                  <c:v>4.2278481012658187E-2</c:v>
                </c:pt>
                <c:pt idx="6048">
                  <c:v>4.2531645569620302E-2</c:v>
                </c:pt>
                <c:pt idx="6049">
                  <c:v>4.2531645569620302E-2</c:v>
                </c:pt>
                <c:pt idx="6050">
                  <c:v>4.2531645569620302E-2</c:v>
                </c:pt>
                <c:pt idx="6051">
                  <c:v>4.2531645569620302E-2</c:v>
                </c:pt>
                <c:pt idx="6052">
                  <c:v>4.2278481012658187E-2</c:v>
                </c:pt>
                <c:pt idx="6053">
                  <c:v>#N/A</c:v>
                </c:pt>
                <c:pt idx="6054">
                  <c:v>4.2278481012658187E-2</c:v>
                </c:pt>
                <c:pt idx="6055">
                  <c:v>4.2531645569620302E-2</c:v>
                </c:pt>
                <c:pt idx="6056">
                  <c:v>4.2531645569620302E-2</c:v>
                </c:pt>
                <c:pt idx="6057">
                  <c:v>4.2531645569620302E-2</c:v>
                </c:pt>
                <c:pt idx="6058">
                  <c:v>4.2278481012658187E-2</c:v>
                </c:pt>
                <c:pt idx="6059">
                  <c:v>4.1772151898734178E-2</c:v>
                </c:pt>
                <c:pt idx="6060">
                  <c:v>4.1772151898734178E-2</c:v>
                </c:pt>
                <c:pt idx="6061">
                  <c:v>4.1772151898734178E-2</c:v>
                </c:pt>
                <c:pt idx="6062">
                  <c:v>4.2025316455696293E-2</c:v>
                </c:pt>
                <c:pt idx="6063">
                  <c:v>4.2025316455696293E-2</c:v>
                </c:pt>
                <c:pt idx="6064">
                  <c:v>4.2025316455696293E-2</c:v>
                </c:pt>
                <c:pt idx="6065">
                  <c:v>4.1772151898734178E-2</c:v>
                </c:pt>
                <c:pt idx="6066">
                  <c:v>4.1772151898734178E-2</c:v>
                </c:pt>
                <c:pt idx="6067">
                  <c:v>4.1772151898734178E-2</c:v>
                </c:pt>
                <c:pt idx="6068">
                  <c:v>#N/A</c:v>
                </c:pt>
                <c:pt idx="6069">
                  <c:v>4.1518987341772062E-2</c:v>
                </c:pt>
                <c:pt idx="6070">
                  <c:v>4.1518987341772062E-2</c:v>
                </c:pt>
                <c:pt idx="6071">
                  <c:v>4.1265822784810169E-2</c:v>
                </c:pt>
                <c:pt idx="6072">
                  <c:v>4.1012658227848053E-2</c:v>
                </c:pt>
                <c:pt idx="6073">
                  <c:v>4.075949367088616E-2</c:v>
                </c:pt>
                <c:pt idx="6074">
                  <c:v>4.0506329113924044E-2</c:v>
                </c:pt>
                <c:pt idx="6075">
                  <c:v>4.0506329113924044E-2</c:v>
                </c:pt>
                <c:pt idx="6076">
                  <c:v>4.0506329113924044E-2</c:v>
                </c:pt>
                <c:pt idx="6077">
                  <c:v>4.0506329113924044E-2</c:v>
                </c:pt>
                <c:pt idx="6078">
                  <c:v>4.0506329113924044E-2</c:v>
                </c:pt>
                <c:pt idx="6079">
                  <c:v>4.0506329113924044E-2</c:v>
                </c:pt>
                <c:pt idx="6080">
                  <c:v>4.0506329113924044E-2</c:v>
                </c:pt>
                <c:pt idx="6081">
                  <c:v>#N/A</c:v>
                </c:pt>
                <c:pt idx="6082">
                  <c:v>3.9493670886076027E-2</c:v>
                </c:pt>
                <c:pt idx="6083">
                  <c:v>3.974683544303792E-2</c:v>
                </c:pt>
                <c:pt idx="6084">
                  <c:v>3.974683544303792E-2</c:v>
                </c:pt>
                <c:pt idx="6085">
                  <c:v>4.0253164556961929E-2</c:v>
                </c:pt>
                <c:pt idx="6086">
                  <c:v>4.0000000000000036E-2</c:v>
                </c:pt>
                <c:pt idx="6087">
                  <c:v>#N/A</c:v>
                </c:pt>
                <c:pt idx="6088">
                  <c:v>3.974683544303792E-2</c:v>
                </c:pt>
                <c:pt idx="6089">
                  <c:v>3.974683544303792E-2</c:v>
                </c:pt>
                <c:pt idx="6090">
                  <c:v>3.974683544303792E-2</c:v>
                </c:pt>
                <c:pt idx="6091">
                  <c:v>3.974683544303792E-2</c:v>
                </c:pt>
                <c:pt idx="6092">
                  <c:v>3.9493670886076027E-2</c:v>
                </c:pt>
                <c:pt idx="6093">
                  <c:v>3.9240506329113911E-2</c:v>
                </c:pt>
                <c:pt idx="6094">
                  <c:v>3.9493670886076027E-2</c:v>
                </c:pt>
                <c:pt idx="6095">
                  <c:v>3.9493670886076027E-2</c:v>
                </c:pt>
                <c:pt idx="6096">
                  <c:v>3.9493670886076027E-2</c:v>
                </c:pt>
                <c:pt idx="6097">
                  <c:v>3.9493670886076027E-2</c:v>
                </c:pt>
                <c:pt idx="6098">
                  <c:v>3.9493670886076027E-2</c:v>
                </c:pt>
                <c:pt idx="6099">
                  <c:v>3.974683544303792E-2</c:v>
                </c:pt>
                <c:pt idx="6100">
                  <c:v>4.0000000000000036E-2</c:v>
                </c:pt>
                <c:pt idx="6101">
                  <c:v>4.0000000000000036E-2</c:v>
                </c:pt>
                <c:pt idx="6102">
                  <c:v>4.0253164556961929E-2</c:v>
                </c:pt>
                <c:pt idx="6103">
                  <c:v>4.0506329113924044E-2</c:v>
                </c:pt>
                <c:pt idx="6104">
                  <c:v>4.0000000000000036E-2</c:v>
                </c:pt>
                <c:pt idx="6105">
                  <c:v>#N/A</c:v>
                </c:pt>
                <c:pt idx="6106">
                  <c:v>4.0506329113924044E-2</c:v>
                </c:pt>
                <c:pt idx="6107">
                  <c:v>4.075949367088616E-2</c:v>
                </c:pt>
                <c:pt idx="6108">
                  <c:v>4.1012658227848053E-2</c:v>
                </c:pt>
                <c:pt idx="6109">
                  <c:v>4.1265822784810169E-2</c:v>
                </c:pt>
                <c:pt idx="6110">
                  <c:v>4.1265822784810169E-2</c:v>
                </c:pt>
                <c:pt idx="6111">
                  <c:v>4.1518987341772062E-2</c:v>
                </c:pt>
                <c:pt idx="6112">
                  <c:v>4.1772151898734178E-2</c:v>
                </c:pt>
                <c:pt idx="6113">
                  <c:v>4.1772151898734178E-2</c:v>
                </c:pt>
                <c:pt idx="6114">
                  <c:v>4.1772151898734178E-2</c:v>
                </c:pt>
                <c:pt idx="6115">
                  <c:v>4.1518987341772062E-2</c:v>
                </c:pt>
                <c:pt idx="6116">
                  <c:v>#N/A</c:v>
                </c:pt>
                <c:pt idx="6117">
                  <c:v>4.1518987341772062E-2</c:v>
                </c:pt>
                <c:pt idx="6118">
                  <c:v>#N/A</c:v>
                </c:pt>
                <c:pt idx="6119">
                  <c:v>4.1265822784810169E-2</c:v>
                </c:pt>
                <c:pt idx="6120">
                  <c:v>4.075949367088616E-2</c:v>
                </c:pt>
                <c:pt idx="6121">
                  <c:v>4.1012658227848053E-2</c:v>
                </c:pt>
                <c:pt idx="6122">
                  <c:v>4.1012658227848053E-2</c:v>
                </c:pt>
                <c:pt idx="6123">
                  <c:v>4.2025316455696293E-2</c:v>
                </c:pt>
                <c:pt idx="6124">
                  <c:v>4.1772151898734178E-2</c:v>
                </c:pt>
                <c:pt idx="6125">
                  <c:v>4.1772151898734178E-2</c:v>
                </c:pt>
                <c:pt idx="6126">
                  <c:v>4.1518987341772062E-2</c:v>
                </c:pt>
                <c:pt idx="6127">
                  <c:v>4.2025316455696293E-2</c:v>
                </c:pt>
                <c:pt idx="6128">
                  <c:v>4.2025316455696293E-2</c:v>
                </c:pt>
                <c:pt idx="6129">
                  <c:v>4.2025316455696293E-2</c:v>
                </c:pt>
                <c:pt idx="6130">
                  <c:v>4.2025316455696293E-2</c:v>
                </c:pt>
                <c:pt idx="6131">
                  <c:v>4.2025316455696293E-2</c:v>
                </c:pt>
                <c:pt idx="6132">
                  <c:v>4.2278481012658187E-2</c:v>
                </c:pt>
                <c:pt idx="6133">
                  <c:v>#N/A</c:v>
                </c:pt>
                <c:pt idx="6134">
                  <c:v>4.2531645569620302E-2</c:v>
                </c:pt>
                <c:pt idx="6135">
                  <c:v>4.2531645569620302E-2</c:v>
                </c:pt>
                <c:pt idx="6136">
                  <c:v>4.3291139240506427E-2</c:v>
                </c:pt>
                <c:pt idx="6137">
                  <c:v>4.3037974683544311E-2</c:v>
                </c:pt>
                <c:pt idx="6138">
                  <c:v>4.3037974683544311E-2</c:v>
                </c:pt>
                <c:pt idx="6139">
                  <c:v>4.3037974683544311E-2</c:v>
                </c:pt>
                <c:pt idx="6140">
                  <c:v>4.2784810126582196E-2</c:v>
                </c:pt>
                <c:pt idx="6141">
                  <c:v>4.3291139240506427E-2</c:v>
                </c:pt>
                <c:pt idx="6142">
                  <c:v>4.3037974683544311E-2</c:v>
                </c:pt>
                <c:pt idx="6143">
                  <c:v>4.2784810126582196E-2</c:v>
                </c:pt>
                <c:pt idx="6144">
                  <c:v>4.2784810126582196E-2</c:v>
                </c:pt>
                <c:pt idx="6145">
                  <c:v>4.2278481012658187E-2</c:v>
                </c:pt>
                <c:pt idx="6146">
                  <c:v>4.2531645569620302E-2</c:v>
                </c:pt>
                <c:pt idx="6147">
                  <c:v>4.2784810126582196E-2</c:v>
                </c:pt>
                <c:pt idx="6148">
                  <c:v>#N/A</c:v>
                </c:pt>
                <c:pt idx="6149">
                  <c:v>#N/A</c:v>
                </c:pt>
                <c:pt idx="6150">
                  <c:v>4.2531645569620302E-2</c:v>
                </c:pt>
                <c:pt idx="6151">
                  <c:v>4.2278481012658187E-2</c:v>
                </c:pt>
                <c:pt idx="6152">
                  <c:v>4.1772151898734178E-2</c:v>
                </c:pt>
                <c:pt idx="6153">
                  <c:v>4.2025316455696293E-2</c:v>
                </c:pt>
                <c:pt idx="6154">
                  <c:v>4.2025316455696293E-2</c:v>
                </c:pt>
                <c:pt idx="6155">
                  <c:v>4.2025316455696293E-2</c:v>
                </c:pt>
                <c:pt idx="6156">
                  <c:v>4.2025316455696293E-2</c:v>
                </c:pt>
                <c:pt idx="6157">
                  <c:v>4.2025316455696293E-2</c:v>
                </c:pt>
                <c:pt idx="6158">
                  <c:v>4.2278481012658187E-2</c:v>
                </c:pt>
                <c:pt idx="6159">
                  <c:v>4.2531645569620302E-2</c:v>
                </c:pt>
                <c:pt idx="6160">
                  <c:v>4.2784810126582196E-2</c:v>
                </c:pt>
                <c:pt idx="6161">
                  <c:v>4.2531645569620302E-2</c:v>
                </c:pt>
                <c:pt idx="6162">
                  <c:v>4.2531645569620302E-2</c:v>
                </c:pt>
                <c:pt idx="6163">
                  <c:v>4.2278481012658187E-2</c:v>
                </c:pt>
                <c:pt idx="6164">
                  <c:v>4.2025316455696293E-2</c:v>
                </c:pt>
                <c:pt idx="6165">
                  <c:v>4.2025316455696293E-2</c:v>
                </c:pt>
                <c:pt idx="6166">
                  <c:v>4.2025316455696293E-2</c:v>
                </c:pt>
                <c:pt idx="6167">
                  <c:v>4.2025316455696293E-2</c:v>
                </c:pt>
                <c:pt idx="6168">
                  <c:v>4.2025316455696293E-2</c:v>
                </c:pt>
                <c:pt idx="6169">
                  <c:v>4.2025316455696293E-2</c:v>
                </c:pt>
                <c:pt idx="6170">
                  <c:v>4.1518987341772062E-2</c:v>
                </c:pt>
                <c:pt idx="6171">
                  <c:v>4.1518987341772062E-2</c:v>
                </c:pt>
                <c:pt idx="6172">
                  <c:v>4.1518987341772062E-2</c:v>
                </c:pt>
                <c:pt idx="6173">
                  <c:v>4.1518987341772062E-2</c:v>
                </c:pt>
                <c:pt idx="6174">
                  <c:v>#N/A</c:v>
                </c:pt>
                <c:pt idx="6175">
                  <c:v>4.1265822784810169E-2</c:v>
                </c:pt>
                <c:pt idx="6176">
                  <c:v>4.1265822784810169E-2</c:v>
                </c:pt>
                <c:pt idx="6177">
                  <c:v>4.1772151898734178E-2</c:v>
                </c:pt>
                <c:pt idx="6178">
                  <c:v>4.1772151898734178E-2</c:v>
                </c:pt>
                <c:pt idx="6179">
                  <c:v>4.1772151898734178E-2</c:v>
                </c:pt>
                <c:pt idx="6180">
                  <c:v>4.1772151898734178E-2</c:v>
                </c:pt>
                <c:pt idx="6181">
                  <c:v>4.2025316455696293E-2</c:v>
                </c:pt>
                <c:pt idx="6182">
                  <c:v>4.2278481012658187E-2</c:v>
                </c:pt>
                <c:pt idx="6183">
                  <c:v>4.2278481012658187E-2</c:v>
                </c:pt>
                <c:pt idx="6184">
                  <c:v>4.2531645569620302E-2</c:v>
                </c:pt>
                <c:pt idx="6185">
                  <c:v>#N/A</c:v>
                </c:pt>
                <c:pt idx="6186">
                  <c:v>4.2278481012658187E-2</c:v>
                </c:pt>
                <c:pt idx="6187">
                  <c:v>4.2278481012658187E-2</c:v>
                </c:pt>
                <c:pt idx="6188">
                  <c:v>4.2278481012658187E-2</c:v>
                </c:pt>
                <c:pt idx="6189">
                  <c:v>4.2531645569620302E-2</c:v>
                </c:pt>
                <c:pt idx="6190">
                  <c:v>4.3037974683544311E-2</c:v>
                </c:pt>
                <c:pt idx="6191">
                  <c:v>4.3037974683544311E-2</c:v>
                </c:pt>
                <c:pt idx="6192">
                  <c:v>4.3037974683544311E-2</c:v>
                </c:pt>
                <c:pt idx="6193">
                  <c:v>4.2784810126582196E-2</c:v>
                </c:pt>
                <c:pt idx="6194">
                  <c:v>#N/A</c:v>
                </c:pt>
                <c:pt idx="6195">
                  <c:v>#N/A</c:v>
                </c:pt>
                <c:pt idx="6196">
                  <c:v>4.2784810126582196E-2</c:v>
                </c:pt>
                <c:pt idx="6197">
                  <c:v>4.2531645569620302E-2</c:v>
                </c:pt>
                <c:pt idx="6198">
                  <c:v>4.2531645569620302E-2</c:v>
                </c:pt>
                <c:pt idx="6199">
                  <c:v>4.2278481012658187E-2</c:v>
                </c:pt>
                <c:pt idx="6200">
                  <c:v>4.2278481012658187E-2</c:v>
                </c:pt>
                <c:pt idx="6201">
                  <c:v>#N/A</c:v>
                </c:pt>
                <c:pt idx="6202">
                  <c:v>4.2025316455696293E-2</c:v>
                </c:pt>
                <c:pt idx="6203">
                  <c:v>#N/A</c:v>
                </c:pt>
                <c:pt idx="6204">
                  <c:v>#N/A</c:v>
                </c:pt>
                <c:pt idx="6205">
                  <c:v>4.1265822784810169E-2</c:v>
                </c:pt>
                <c:pt idx="6206">
                  <c:v>4.1012658227848053E-2</c:v>
                </c:pt>
                <c:pt idx="6207">
                  <c:v>4.1012658227848053E-2</c:v>
                </c:pt>
                <c:pt idx="6208">
                  <c:v>4.075949367088616E-2</c:v>
                </c:pt>
                <c:pt idx="6209">
                  <c:v>4.075949367088616E-2</c:v>
                </c:pt>
                <c:pt idx="6210">
                  <c:v>4.1265822784810169E-2</c:v>
                </c:pt>
                <c:pt idx="6211">
                  <c:v>4.1265822784810169E-2</c:v>
                </c:pt>
                <c:pt idx="6212">
                  <c:v>#N/A</c:v>
                </c:pt>
                <c:pt idx="6213">
                  <c:v>#N/A</c:v>
                </c:pt>
                <c:pt idx="6214">
                  <c:v>4.075949367088616E-2</c:v>
                </c:pt>
                <c:pt idx="6215">
                  <c:v>4.1012658227848053E-2</c:v>
                </c:pt>
                <c:pt idx="6216">
                  <c:v>4.1012658227848053E-2</c:v>
                </c:pt>
                <c:pt idx="6217">
                  <c:v>4.1012658227848053E-2</c:v>
                </c:pt>
                <c:pt idx="6218">
                  <c:v>4.0506329113924044E-2</c:v>
                </c:pt>
                <c:pt idx="6219">
                  <c:v>4.075949367088616E-2</c:v>
                </c:pt>
                <c:pt idx="6220">
                  <c:v>4.1012658227848053E-2</c:v>
                </c:pt>
                <c:pt idx="6221">
                  <c:v>4.1012658227848053E-2</c:v>
                </c:pt>
                <c:pt idx="6222">
                  <c:v>4.1518987341772062E-2</c:v>
                </c:pt>
                <c:pt idx="6223">
                  <c:v>#N/A</c:v>
                </c:pt>
                <c:pt idx="6224">
                  <c:v>4.1518987341772062E-2</c:v>
                </c:pt>
                <c:pt idx="6225">
                  <c:v>4.1265822784810169E-2</c:v>
                </c:pt>
                <c:pt idx="6226">
                  <c:v>4.1012658227848053E-2</c:v>
                </c:pt>
                <c:pt idx="6227">
                  <c:v>4.1012658227848053E-2</c:v>
                </c:pt>
                <c:pt idx="6228">
                  <c:v>#N/A</c:v>
                </c:pt>
                <c:pt idx="6229">
                  <c:v>4.1518987341772062E-2</c:v>
                </c:pt>
                <c:pt idx="6230">
                  <c:v>4.1518987341772062E-2</c:v>
                </c:pt>
                <c:pt idx="6231">
                  <c:v>#N/A</c:v>
                </c:pt>
                <c:pt idx="6232">
                  <c:v>4.1265822784810169E-2</c:v>
                </c:pt>
                <c:pt idx="6233">
                  <c:v>4.1518987341772062E-2</c:v>
                </c:pt>
                <c:pt idx="6234">
                  <c:v>4.1518987341772062E-2</c:v>
                </c:pt>
                <c:pt idx="6235">
                  <c:v>4.1518987341772062E-2</c:v>
                </c:pt>
                <c:pt idx="6236">
                  <c:v>4.1012658227848053E-2</c:v>
                </c:pt>
                <c:pt idx="6237">
                  <c:v>4.1012658227848053E-2</c:v>
                </c:pt>
                <c:pt idx="6238">
                  <c:v>4.1518987341772062E-2</c:v>
                </c:pt>
                <c:pt idx="6239">
                  <c:v>4.1518987341772062E-2</c:v>
                </c:pt>
                <c:pt idx="6240">
                  <c:v>4.1012658227848053E-2</c:v>
                </c:pt>
                <c:pt idx="6241">
                  <c:v>4.1012658227848053E-2</c:v>
                </c:pt>
                <c:pt idx="6242">
                  <c:v>#N/A</c:v>
                </c:pt>
                <c:pt idx="6243">
                  <c:v>4.1265822784810169E-2</c:v>
                </c:pt>
                <c:pt idx="6244">
                  <c:v>4.1772151898734178E-2</c:v>
                </c:pt>
                <c:pt idx="6245">
                  <c:v>4.1518987341772062E-2</c:v>
                </c:pt>
                <c:pt idx="6246">
                  <c:v>4.2025316455696293E-2</c:v>
                </c:pt>
                <c:pt idx="6247">
                  <c:v>4.2025316455696293E-2</c:v>
                </c:pt>
                <c:pt idx="6248">
                  <c:v>4.1772151898734178E-2</c:v>
                </c:pt>
                <c:pt idx="6249">
                  <c:v>4.2025316455696293E-2</c:v>
                </c:pt>
                <c:pt idx="6250">
                  <c:v>4.1772151898734178E-2</c:v>
                </c:pt>
                <c:pt idx="6251">
                  <c:v>4.2025316455696293E-2</c:v>
                </c:pt>
                <c:pt idx="6252">
                  <c:v>4.2278481012658187E-2</c:v>
                </c:pt>
                <c:pt idx="6253">
                  <c:v>4.2025316455696293E-2</c:v>
                </c:pt>
                <c:pt idx="6254">
                  <c:v>4.1772151898734178E-2</c:v>
                </c:pt>
                <c:pt idx="6255">
                  <c:v>4.2025316455696293E-2</c:v>
                </c:pt>
                <c:pt idx="6256">
                  <c:v>4.2025316455696293E-2</c:v>
                </c:pt>
                <c:pt idx="6257">
                  <c:v>4.2025316455696293E-2</c:v>
                </c:pt>
                <c:pt idx="6258">
                  <c:v>#N/A</c:v>
                </c:pt>
                <c:pt idx="6259">
                  <c:v>4.2278481012658187E-2</c:v>
                </c:pt>
                <c:pt idx="6260">
                  <c:v>4.2025316455696293E-2</c:v>
                </c:pt>
                <c:pt idx="6261">
                  <c:v>4.2278481012658187E-2</c:v>
                </c:pt>
                <c:pt idx="6262">
                  <c:v>4.2531645569620302E-2</c:v>
                </c:pt>
                <c:pt idx="6263">
                  <c:v>4.2784810126582196E-2</c:v>
                </c:pt>
                <c:pt idx="6264">
                  <c:v>4.2784810126582196E-2</c:v>
                </c:pt>
                <c:pt idx="6265">
                  <c:v>4.3037974683544311E-2</c:v>
                </c:pt>
                <c:pt idx="6266">
                  <c:v>4.3037974683544311E-2</c:v>
                </c:pt>
                <c:pt idx="6267">
                  <c:v>4.2784810126582196E-2</c:v>
                </c:pt>
                <c:pt idx="6268">
                  <c:v>4.2784810126582196E-2</c:v>
                </c:pt>
                <c:pt idx="6269">
                  <c:v>4.2784810126582196E-2</c:v>
                </c:pt>
                <c:pt idx="6270">
                  <c:v>4.2784810126582196E-2</c:v>
                </c:pt>
                <c:pt idx="6271">
                  <c:v>#N/A</c:v>
                </c:pt>
                <c:pt idx="6272">
                  <c:v>4.2278481012658187E-2</c:v>
                </c:pt>
                <c:pt idx="6273">
                  <c:v>4.2025316455696293E-2</c:v>
                </c:pt>
                <c:pt idx="6274">
                  <c:v>4.2784810126582196E-2</c:v>
                </c:pt>
                <c:pt idx="6275">
                  <c:v>4.2531645569620302E-2</c:v>
                </c:pt>
                <c:pt idx="6276">
                  <c:v>4.2278481012658187E-2</c:v>
                </c:pt>
                <c:pt idx="6277">
                  <c:v>4.2531645569620302E-2</c:v>
                </c:pt>
                <c:pt idx="6278">
                  <c:v>4.2531645569620302E-2</c:v>
                </c:pt>
                <c:pt idx="6279">
                  <c:v>4.2784810126582196E-2</c:v>
                </c:pt>
                <c:pt idx="6280">
                  <c:v>4.3037974683544311E-2</c:v>
                </c:pt>
                <c:pt idx="6281">
                  <c:v>#N/A</c:v>
                </c:pt>
                <c:pt idx="6282">
                  <c:v>4.2531645569620302E-2</c:v>
                </c:pt>
                <c:pt idx="6283">
                  <c:v>#N/A</c:v>
                </c:pt>
                <c:pt idx="6284">
                  <c:v>4.2784810126582196E-2</c:v>
                </c:pt>
                <c:pt idx="6285">
                  <c:v>#N/A</c:v>
                </c:pt>
                <c:pt idx="6286">
                  <c:v>4.2278481012658187E-2</c:v>
                </c:pt>
                <c:pt idx="6287">
                  <c:v>4.2278481012658187E-2</c:v>
                </c:pt>
                <c:pt idx="6288">
                  <c:v>4.2278481012658187E-2</c:v>
                </c:pt>
                <c:pt idx="6289">
                  <c:v>#N/A</c:v>
                </c:pt>
                <c:pt idx="6290">
                  <c:v>#N/A</c:v>
                </c:pt>
                <c:pt idx="6291">
                  <c:v>#N/A</c:v>
                </c:pt>
                <c:pt idx="6292">
                  <c:v>#N/A</c:v>
                </c:pt>
                <c:pt idx="6293">
                  <c:v>4.2531645569620302E-2</c:v>
                </c:pt>
                <c:pt idx="6294">
                  <c:v>4.2531645569620302E-2</c:v>
                </c:pt>
                <c:pt idx="6295">
                  <c:v>4.2531645569620302E-2</c:v>
                </c:pt>
                <c:pt idx="6296">
                  <c:v>#N/A</c:v>
                </c:pt>
                <c:pt idx="6297">
                  <c:v>4.2278481012658187E-2</c:v>
                </c:pt>
                <c:pt idx="6298">
                  <c:v>4.2278481012658187E-2</c:v>
                </c:pt>
                <c:pt idx="6299">
                  <c:v>4.2531645569620302E-2</c:v>
                </c:pt>
                <c:pt idx="6300">
                  <c:v>4.2531645569620302E-2</c:v>
                </c:pt>
                <c:pt idx="6301">
                  <c:v>4.2531645569620302E-2</c:v>
                </c:pt>
                <c:pt idx="6302">
                  <c:v>4.2531645569620302E-2</c:v>
                </c:pt>
                <c:pt idx="6303">
                  <c:v>#N/A</c:v>
                </c:pt>
                <c:pt idx="6304">
                  <c:v>4.2531645569620302E-2</c:v>
                </c:pt>
                <c:pt idx="6305">
                  <c:v>#N/A</c:v>
                </c:pt>
                <c:pt idx="6306">
                  <c:v>4.2531645569620302E-2</c:v>
                </c:pt>
                <c:pt idx="6307">
                  <c:v>4.2531645569620302E-2</c:v>
                </c:pt>
                <c:pt idx="6308">
                  <c:v>4.2531645569620302E-2</c:v>
                </c:pt>
                <c:pt idx="6309">
                  <c:v>4.2531645569620302E-2</c:v>
                </c:pt>
                <c:pt idx="6310">
                  <c:v>4.2531645569620302E-2</c:v>
                </c:pt>
                <c:pt idx="6311">
                  <c:v>4.2531645569620302E-2</c:v>
                </c:pt>
                <c:pt idx="6312">
                  <c:v>#N/A</c:v>
                </c:pt>
                <c:pt idx="6313">
                  <c:v>4.2784810126582196E-2</c:v>
                </c:pt>
                <c:pt idx="6314">
                  <c:v>4.2531645569620302E-2</c:v>
                </c:pt>
                <c:pt idx="6315">
                  <c:v>#N/A</c:v>
                </c:pt>
                <c:pt idx="6316">
                  <c:v>4.1772151898734178E-2</c:v>
                </c:pt>
                <c:pt idx="6317">
                  <c:v>4.1772151898734178E-2</c:v>
                </c:pt>
                <c:pt idx="6318">
                  <c:v>4.1772151898734178E-2</c:v>
                </c:pt>
                <c:pt idx="6319">
                  <c:v>4.1772151898734178E-2</c:v>
                </c:pt>
                <c:pt idx="6320">
                  <c:v>#N/A</c:v>
                </c:pt>
                <c:pt idx="6321">
                  <c:v>4.1518987341772062E-2</c:v>
                </c:pt>
                <c:pt idx="6322">
                  <c:v>4.1518987341772062E-2</c:v>
                </c:pt>
                <c:pt idx="6323">
                  <c:v>4.1518987341772062E-2</c:v>
                </c:pt>
                <c:pt idx="6324">
                  <c:v>4.1518987341772062E-2</c:v>
                </c:pt>
                <c:pt idx="6325">
                  <c:v>4.1518987341772062E-2</c:v>
                </c:pt>
                <c:pt idx="6326">
                  <c:v>4.1518987341772062E-2</c:v>
                </c:pt>
                <c:pt idx="6327">
                  <c:v>4.1265822784810169E-2</c:v>
                </c:pt>
                <c:pt idx="6328">
                  <c:v>#N/A</c:v>
                </c:pt>
                <c:pt idx="6329">
                  <c:v>#N/A</c:v>
                </c:pt>
                <c:pt idx="6330">
                  <c:v>4.1265822784810169E-2</c:v>
                </c:pt>
                <c:pt idx="6331">
                  <c:v>#N/A</c:v>
                </c:pt>
                <c:pt idx="6332">
                  <c:v>4.1265822784810169E-2</c:v>
                </c:pt>
                <c:pt idx="6333">
                  <c:v>4.1012658227848053E-2</c:v>
                </c:pt>
                <c:pt idx="6334">
                  <c:v>4.075949367088616E-2</c:v>
                </c:pt>
                <c:pt idx="6335">
                  <c:v>4.1012658227848053E-2</c:v>
                </c:pt>
                <c:pt idx="6336">
                  <c:v>#N/A</c:v>
                </c:pt>
                <c:pt idx="6337">
                  <c:v>4.1012658227848053E-2</c:v>
                </c:pt>
                <c:pt idx="6338">
                  <c:v>4.1265822784810169E-2</c:v>
                </c:pt>
                <c:pt idx="6339">
                  <c:v>4.1012658227848053E-2</c:v>
                </c:pt>
                <c:pt idx="6340">
                  <c:v>#N/A</c:v>
                </c:pt>
                <c:pt idx="6341">
                  <c:v>4.1012658227848053E-2</c:v>
                </c:pt>
                <c:pt idx="6342">
                  <c:v>4.1265822784810169E-2</c:v>
                </c:pt>
                <c:pt idx="6343">
                  <c:v>4.1265822784810169E-2</c:v>
                </c:pt>
                <c:pt idx="6344">
                  <c:v>4.1012658227848053E-2</c:v>
                </c:pt>
                <c:pt idx="6345">
                  <c:v>4.1012658227848053E-2</c:v>
                </c:pt>
                <c:pt idx="6346">
                  <c:v>4.1012658227848053E-2</c:v>
                </c:pt>
                <c:pt idx="6347">
                  <c:v>4.1265822784810169E-2</c:v>
                </c:pt>
                <c:pt idx="6348">
                  <c:v>#N/A</c:v>
                </c:pt>
                <c:pt idx="6349">
                  <c:v>4.1265822784810169E-2</c:v>
                </c:pt>
                <c:pt idx="6350">
                  <c:v>4.1772151898734178E-2</c:v>
                </c:pt>
                <c:pt idx="6351">
                  <c:v>4.1518987341772062E-2</c:v>
                </c:pt>
                <c:pt idx="6352">
                  <c:v>4.1518987341772062E-2</c:v>
                </c:pt>
                <c:pt idx="6353">
                  <c:v>4.1772151898734178E-2</c:v>
                </c:pt>
                <c:pt idx="6354">
                  <c:v>4.1772151898734178E-2</c:v>
                </c:pt>
                <c:pt idx="6355">
                  <c:v>#N/A</c:v>
                </c:pt>
                <c:pt idx="6356">
                  <c:v>4.1772151898734178E-2</c:v>
                </c:pt>
                <c:pt idx="6357">
                  <c:v>#N/A</c:v>
                </c:pt>
                <c:pt idx="6358">
                  <c:v>4.1518987341772062E-2</c:v>
                </c:pt>
                <c:pt idx="6359">
                  <c:v>#N/A</c:v>
                </c:pt>
                <c:pt idx="6360">
                  <c:v>4.1518987341772062E-2</c:v>
                </c:pt>
                <c:pt idx="6361">
                  <c:v>4.1518987341772062E-2</c:v>
                </c:pt>
                <c:pt idx="6362">
                  <c:v>4.1772151898734178E-2</c:v>
                </c:pt>
                <c:pt idx="6363">
                  <c:v>4.1772151898734178E-2</c:v>
                </c:pt>
                <c:pt idx="6364">
                  <c:v>4.1772151898734178E-2</c:v>
                </c:pt>
                <c:pt idx="6365">
                  <c:v>#N/A</c:v>
                </c:pt>
                <c:pt idx="6366">
                  <c:v>4.1265822784810169E-2</c:v>
                </c:pt>
                <c:pt idx="6367">
                  <c:v>4.1265822784810169E-2</c:v>
                </c:pt>
                <c:pt idx="6368">
                  <c:v>#N/A</c:v>
                </c:pt>
                <c:pt idx="6369">
                  <c:v>4.1265822784810169E-2</c:v>
                </c:pt>
                <c:pt idx="6370">
                  <c:v>4.1012658227848053E-2</c:v>
                </c:pt>
                <c:pt idx="6371">
                  <c:v>4.075949367088616E-2</c:v>
                </c:pt>
                <c:pt idx="6372">
                  <c:v>4.075949367088616E-2</c:v>
                </c:pt>
                <c:pt idx="6373">
                  <c:v>#N/A</c:v>
                </c:pt>
                <c:pt idx="6374">
                  <c:v>4.0506329113924044E-2</c:v>
                </c:pt>
                <c:pt idx="6375">
                  <c:v>4.0506329113924044E-2</c:v>
                </c:pt>
                <c:pt idx="6376">
                  <c:v>4.0253164556961929E-2</c:v>
                </c:pt>
                <c:pt idx="6377">
                  <c:v>4.0000000000000036E-2</c:v>
                </c:pt>
                <c:pt idx="6378">
                  <c:v>4.0253164556961929E-2</c:v>
                </c:pt>
                <c:pt idx="6379">
                  <c:v>4.0000000000000036E-2</c:v>
                </c:pt>
                <c:pt idx="6380">
                  <c:v>4.0000000000000036E-2</c:v>
                </c:pt>
                <c:pt idx="6381">
                  <c:v>#N/A</c:v>
                </c:pt>
                <c:pt idx="6382">
                  <c:v>4.0000000000000036E-2</c:v>
                </c:pt>
                <c:pt idx="6383">
                  <c:v>3.974683544303792E-2</c:v>
                </c:pt>
                <c:pt idx="6384">
                  <c:v>3.974683544303792E-2</c:v>
                </c:pt>
                <c:pt idx="6385">
                  <c:v>3.9493670886076027E-2</c:v>
                </c:pt>
                <c:pt idx="6386">
                  <c:v>3.9493670886076027E-2</c:v>
                </c:pt>
                <c:pt idx="6387">
                  <c:v>3.974683544303792E-2</c:v>
                </c:pt>
                <c:pt idx="6388">
                  <c:v>3.974683544303792E-2</c:v>
                </c:pt>
                <c:pt idx="6389">
                  <c:v>3.9493670886076027E-2</c:v>
                </c:pt>
                <c:pt idx="6390">
                  <c:v>3.9240506329113911E-2</c:v>
                </c:pt>
                <c:pt idx="6391">
                  <c:v>3.9240506329113911E-2</c:v>
                </c:pt>
                <c:pt idx="6392">
                  <c:v>3.9240506329113911E-2</c:v>
                </c:pt>
                <c:pt idx="6393">
                  <c:v>3.9240506329113911E-2</c:v>
                </c:pt>
                <c:pt idx="6394">
                  <c:v>3.9493670886076027E-2</c:v>
                </c:pt>
                <c:pt idx="6395">
                  <c:v>3.9493670886076027E-2</c:v>
                </c:pt>
                <c:pt idx="6396">
                  <c:v>3.8987341772151796E-2</c:v>
                </c:pt>
                <c:pt idx="6397">
                  <c:v>3.8987341772151796E-2</c:v>
                </c:pt>
                <c:pt idx="6398">
                  <c:v>3.974683544303792E-2</c:v>
                </c:pt>
                <c:pt idx="6399">
                  <c:v>4.0000000000000036E-2</c:v>
                </c:pt>
                <c:pt idx="6400">
                  <c:v>3.974683544303792E-2</c:v>
                </c:pt>
                <c:pt idx="6401">
                  <c:v>3.974683544303792E-2</c:v>
                </c:pt>
                <c:pt idx="6402">
                  <c:v>3.974683544303792E-2</c:v>
                </c:pt>
                <c:pt idx="6403">
                  <c:v>3.974683544303792E-2</c:v>
                </c:pt>
                <c:pt idx="6404">
                  <c:v>3.9493670886076027E-2</c:v>
                </c:pt>
                <c:pt idx="6405">
                  <c:v>3.974683544303792E-2</c:v>
                </c:pt>
                <c:pt idx="6406">
                  <c:v>3.9493670886076027E-2</c:v>
                </c:pt>
                <c:pt idx="6407">
                  <c:v>3.9240506329113911E-2</c:v>
                </c:pt>
                <c:pt idx="6408">
                  <c:v>3.9493670886076027E-2</c:v>
                </c:pt>
                <c:pt idx="6409">
                  <c:v>#N/A</c:v>
                </c:pt>
                <c:pt idx="6410">
                  <c:v>3.974683544303792E-2</c:v>
                </c:pt>
                <c:pt idx="6411">
                  <c:v>3.974683544303792E-2</c:v>
                </c:pt>
                <c:pt idx="6412">
                  <c:v>3.9240506329113911E-2</c:v>
                </c:pt>
                <c:pt idx="6413">
                  <c:v>3.9493670886076027E-2</c:v>
                </c:pt>
                <c:pt idx="6414">
                  <c:v>3.9493670886076027E-2</c:v>
                </c:pt>
                <c:pt idx="6415">
                  <c:v>4.0000000000000036E-2</c:v>
                </c:pt>
                <c:pt idx="6416">
                  <c:v>3.974683544303792E-2</c:v>
                </c:pt>
                <c:pt idx="6417">
                  <c:v>3.9493670886076027E-2</c:v>
                </c:pt>
                <c:pt idx="6418">
                  <c:v>3.9493670886076027E-2</c:v>
                </c:pt>
                <c:pt idx="6419">
                  <c:v>3.974683544303792E-2</c:v>
                </c:pt>
                <c:pt idx="6420">
                  <c:v>3.974683544303792E-2</c:v>
                </c:pt>
                <c:pt idx="6421">
                  <c:v>3.974683544303792E-2</c:v>
                </c:pt>
                <c:pt idx="6422">
                  <c:v>#N/A</c:v>
                </c:pt>
                <c:pt idx="6423">
                  <c:v>4.0000000000000036E-2</c:v>
                </c:pt>
                <c:pt idx="6424">
                  <c:v>4.0000000000000036E-2</c:v>
                </c:pt>
                <c:pt idx="6425">
                  <c:v>4.0253164556961929E-2</c:v>
                </c:pt>
                <c:pt idx="6426">
                  <c:v>4.0506329113924044E-2</c:v>
                </c:pt>
                <c:pt idx="6427">
                  <c:v>4.0506329113924044E-2</c:v>
                </c:pt>
                <c:pt idx="6428">
                  <c:v>4.0506329113924044E-2</c:v>
                </c:pt>
                <c:pt idx="6429">
                  <c:v>4.1012658227848053E-2</c:v>
                </c:pt>
                <c:pt idx="6430">
                  <c:v>4.075949367088616E-2</c:v>
                </c:pt>
                <c:pt idx="6431">
                  <c:v>4.075949367088616E-2</c:v>
                </c:pt>
                <c:pt idx="6432">
                  <c:v>4.1012658227848053E-2</c:v>
                </c:pt>
                <c:pt idx="6433">
                  <c:v>4.1012658227848053E-2</c:v>
                </c:pt>
                <c:pt idx="6434">
                  <c:v>4.0506329113924044E-2</c:v>
                </c:pt>
                <c:pt idx="6435">
                  <c:v>4.075949367088616E-2</c:v>
                </c:pt>
                <c:pt idx="6436">
                  <c:v>#N/A</c:v>
                </c:pt>
                <c:pt idx="6437">
                  <c:v>4.0506329113924044E-2</c:v>
                </c:pt>
                <c:pt idx="6438">
                  <c:v>4.0253164556961929E-2</c:v>
                </c:pt>
                <c:pt idx="6439">
                  <c:v>3.974683544303792E-2</c:v>
                </c:pt>
                <c:pt idx="6440">
                  <c:v>#N/A</c:v>
                </c:pt>
                <c:pt idx="6441">
                  <c:v>#N/A</c:v>
                </c:pt>
                <c:pt idx="6442">
                  <c:v>3.974683544303792E-2</c:v>
                </c:pt>
                <c:pt idx="6443">
                  <c:v>3.974683544303792E-2</c:v>
                </c:pt>
                <c:pt idx="6444">
                  <c:v>3.974683544303792E-2</c:v>
                </c:pt>
                <c:pt idx="6445">
                  <c:v>3.9493670886076027E-2</c:v>
                </c:pt>
                <c:pt idx="6446">
                  <c:v>3.9493670886076027E-2</c:v>
                </c:pt>
                <c:pt idx="6447">
                  <c:v>3.9493670886076027E-2</c:v>
                </c:pt>
                <c:pt idx="6448">
                  <c:v>#N/A</c:v>
                </c:pt>
                <c:pt idx="6449">
                  <c:v>3.9240506329113911E-2</c:v>
                </c:pt>
                <c:pt idx="6450">
                  <c:v>3.974683544303792E-2</c:v>
                </c:pt>
                <c:pt idx="6451">
                  <c:v>#N/A</c:v>
                </c:pt>
                <c:pt idx="6452">
                  <c:v>3.9493670886076027E-2</c:v>
                </c:pt>
                <c:pt idx="6453">
                  <c:v>3.9493670886076027E-2</c:v>
                </c:pt>
                <c:pt idx="6454">
                  <c:v>3.9493670886076027E-2</c:v>
                </c:pt>
                <c:pt idx="6455">
                  <c:v>3.9240506329113911E-2</c:v>
                </c:pt>
                <c:pt idx="6456">
                  <c:v>#N/A</c:v>
                </c:pt>
                <c:pt idx="6457">
                  <c:v>3.9240506329113911E-2</c:v>
                </c:pt>
                <c:pt idx="6458">
                  <c:v>3.8987341772151796E-2</c:v>
                </c:pt>
                <c:pt idx="6459">
                  <c:v>3.8987341772151796E-2</c:v>
                </c:pt>
                <c:pt idx="6460">
                  <c:v>3.9240506329113911E-2</c:v>
                </c:pt>
                <c:pt idx="6461">
                  <c:v>3.9493670886076027E-2</c:v>
                </c:pt>
                <c:pt idx="6462">
                  <c:v>3.9493670886076027E-2</c:v>
                </c:pt>
                <c:pt idx="6463">
                  <c:v>3.974683544303792E-2</c:v>
                </c:pt>
                <c:pt idx="6464">
                  <c:v>3.974683544303792E-2</c:v>
                </c:pt>
                <c:pt idx="6465">
                  <c:v>3.9493670886076027E-2</c:v>
                </c:pt>
                <c:pt idx="6466">
                  <c:v>3.9493670886076027E-2</c:v>
                </c:pt>
                <c:pt idx="6467">
                  <c:v>4.0000000000000036E-2</c:v>
                </c:pt>
                <c:pt idx="6468">
                  <c:v>#N/A</c:v>
                </c:pt>
                <c:pt idx="6469">
                  <c:v>4.0253164556961929E-2</c:v>
                </c:pt>
                <c:pt idx="6470">
                  <c:v>4.0000000000000036E-2</c:v>
                </c:pt>
                <c:pt idx="6471">
                  <c:v>3.974683544303792E-2</c:v>
                </c:pt>
                <c:pt idx="6472">
                  <c:v>3.974683544303792E-2</c:v>
                </c:pt>
                <c:pt idx="6473">
                  <c:v>4.0000000000000036E-2</c:v>
                </c:pt>
                <c:pt idx="6474">
                  <c:v>4.0000000000000036E-2</c:v>
                </c:pt>
                <c:pt idx="6475">
                  <c:v>4.0506329113924044E-2</c:v>
                </c:pt>
                <c:pt idx="6476">
                  <c:v>#N/A</c:v>
                </c:pt>
                <c:pt idx="6477">
                  <c:v>4.0253164556961929E-2</c:v>
                </c:pt>
                <c:pt idx="6478">
                  <c:v>4.0253164556961929E-2</c:v>
                </c:pt>
                <c:pt idx="6479">
                  <c:v>4.0253164556961929E-2</c:v>
                </c:pt>
                <c:pt idx="6480">
                  <c:v>4.0253164556961929E-2</c:v>
                </c:pt>
                <c:pt idx="6481">
                  <c:v>#N/A</c:v>
                </c:pt>
                <c:pt idx="6482">
                  <c:v>#N/A</c:v>
                </c:pt>
                <c:pt idx="6483">
                  <c:v>3.9493670886076027E-2</c:v>
                </c:pt>
                <c:pt idx="6484">
                  <c:v>3.9493670886076027E-2</c:v>
                </c:pt>
                <c:pt idx="6485">
                  <c:v>#N/A</c:v>
                </c:pt>
                <c:pt idx="6486">
                  <c:v>3.9240506329113911E-2</c:v>
                </c:pt>
                <c:pt idx="6487">
                  <c:v>3.9493670886076027E-2</c:v>
                </c:pt>
                <c:pt idx="6488">
                  <c:v>3.9493670886076027E-2</c:v>
                </c:pt>
                <c:pt idx="6489">
                  <c:v>3.974683544303792E-2</c:v>
                </c:pt>
                <c:pt idx="6490">
                  <c:v>4.0000000000000036E-2</c:v>
                </c:pt>
                <c:pt idx="6491">
                  <c:v>4.0000000000000036E-2</c:v>
                </c:pt>
                <c:pt idx="6492">
                  <c:v>4.0253164556961929E-2</c:v>
                </c:pt>
                <c:pt idx="6493">
                  <c:v>4.0506329113924044E-2</c:v>
                </c:pt>
                <c:pt idx="6494">
                  <c:v>4.1012658227848053E-2</c:v>
                </c:pt>
                <c:pt idx="6495">
                  <c:v>4.075949367088616E-2</c:v>
                </c:pt>
                <c:pt idx="6496">
                  <c:v>4.1012658227848053E-2</c:v>
                </c:pt>
                <c:pt idx="6497">
                  <c:v>4.1012658227848053E-2</c:v>
                </c:pt>
                <c:pt idx="6498">
                  <c:v>4.075949367088616E-2</c:v>
                </c:pt>
                <c:pt idx="6499">
                  <c:v>4.1012658227848053E-2</c:v>
                </c:pt>
                <c:pt idx="6500">
                  <c:v>4.1012658227848053E-2</c:v>
                </c:pt>
                <c:pt idx="6501">
                  <c:v>4.1265822784810169E-2</c:v>
                </c:pt>
                <c:pt idx="6502">
                  <c:v>4.1518987341772062E-2</c:v>
                </c:pt>
                <c:pt idx="6503">
                  <c:v>4.1265822784810169E-2</c:v>
                </c:pt>
                <c:pt idx="6504">
                  <c:v>4.1012658227848053E-2</c:v>
                </c:pt>
                <c:pt idx="6505">
                  <c:v>4.1265822784810169E-2</c:v>
                </c:pt>
                <c:pt idx="6506">
                  <c:v>4.1265822784810169E-2</c:v>
                </c:pt>
                <c:pt idx="6507">
                  <c:v>4.1265822784810169E-2</c:v>
                </c:pt>
                <c:pt idx="6508">
                  <c:v>4.1265822784810169E-2</c:v>
                </c:pt>
                <c:pt idx="6509">
                  <c:v>4.1265822784810169E-2</c:v>
                </c:pt>
                <c:pt idx="6510">
                  <c:v>#N/A</c:v>
                </c:pt>
                <c:pt idx="6511">
                  <c:v>4.1518987341772062E-2</c:v>
                </c:pt>
                <c:pt idx="6512">
                  <c:v>#N/A</c:v>
                </c:pt>
                <c:pt idx="6513">
                  <c:v>4.1265822784810169E-2</c:v>
                </c:pt>
                <c:pt idx="6514">
                  <c:v>4.075949367088616E-2</c:v>
                </c:pt>
                <c:pt idx="6515">
                  <c:v>4.0506329113924044E-2</c:v>
                </c:pt>
                <c:pt idx="6516">
                  <c:v>4.0253164556961929E-2</c:v>
                </c:pt>
                <c:pt idx="6517">
                  <c:v>#N/A</c:v>
                </c:pt>
                <c:pt idx="6518">
                  <c:v>4.0506329113924044E-2</c:v>
                </c:pt>
                <c:pt idx="6519">
                  <c:v>4.075949367088616E-2</c:v>
                </c:pt>
                <c:pt idx="6520">
                  <c:v>4.0000000000000036E-2</c:v>
                </c:pt>
                <c:pt idx="6521">
                  <c:v>4.0000000000000036E-2</c:v>
                </c:pt>
                <c:pt idx="6522">
                  <c:v>4.0000000000000036E-2</c:v>
                </c:pt>
                <c:pt idx="6523">
                  <c:v>#N/A</c:v>
                </c:pt>
                <c:pt idx="6524">
                  <c:v>3.974683544303792E-2</c:v>
                </c:pt>
                <c:pt idx="6525">
                  <c:v>3.974683544303792E-2</c:v>
                </c:pt>
                <c:pt idx="6526">
                  <c:v>3.9493670886076027E-2</c:v>
                </c:pt>
                <c:pt idx="6527">
                  <c:v>3.9240506329113911E-2</c:v>
                </c:pt>
                <c:pt idx="6528">
                  <c:v>3.9493670886076027E-2</c:v>
                </c:pt>
                <c:pt idx="6529">
                  <c:v>3.9240506329113911E-2</c:v>
                </c:pt>
                <c:pt idx="6530">
                  <c:v>3.9493670886076027E-2</c:v>
                </c:pt>
                <c:pt idx="6531">
                  <c:v>3.974683544303792E-2</c:v>
                </c:pt>
                <c:pt idx="6532">
                  <c:v>3.974683544303792E-2</c:v>
                </c:pt>
                <c:pt idx="6533">
                  <c:v>#N/A</c:v>
                </c:pt>
                <c:pt idx="6534">
                  <c:v>4.0000000000000036E-2</c:v>
                </c:pt>
                <c:pt idx="6535">
                  <c:v>#N/A</c:v>
                </c:pt>
                <c:pt idx="6536">
                  <c:v>4.0506329113924044E-2</c:v>
                </c:pt>
                <c:pt idx="6537">
                  <c:v>4.0506329113924044E-2</c:v>
                </c:pt>
                <c:pt idx="6538">
                  <c:v>4.075949367088616E-2</c:v>
                </c:pt>
                <c:pt idx="6539">
                  <c:v>4.1012658227848053E-2</c:v>
                </c:pt>
                <c:pt idx="6540">
                  <c:v>4.075949367088616E-2</c:v>
                </c:pt>
                <c:pt idx="6541">
                  <c:v>#N/A</c:v>
                </c:pt>
                <c:pt idx="6542">
                  <c:v>4.1012658227848053E-2</c:v>
                </c:pt>
                <c:pt idx="6543">
                  <c:v>4.075949367088616E-2</c:v>
                </c:pt>
                <c:pt idx="6544">
                  <c:v>#N/A</c:v>
                </c:pt>
                <c:pt idx="6545">
                  <c:v>4.075949367088616E-2</c:v>
                </c:pt>
                <c:pt idx="6546">
                  <c:v>4.1012658227848053E-2</c:v>
                </c:pt>
                <c:pt idx="6547">
                  <c:v>4.1012658227848053E-2</c:v>
                </c:pt>
                <c:pt idx="6548">
                  <c:v>4.1012658227848053E-2</c:v>
                </c:pt>
                <c:pt idx="6549">
                  <c:v>4.1012658227848053E-2</c:v>
                </c:pt>
                <c:pt idx="6550">
                  <c:v>4.1265822784810169E-2</c:v>
                </c:pt>
                <c:pt idx="6551">
                  <c:v>4.1518987341772062E-2</c:v>
                </c:pt>
                <c:pt idx="6552">
                  <c:v>4.1518987341772062E-2</c:v>
                </c:pt>
                <c:pt idx="6553">
                  <c:v>4.1518987341772062E-2</c:v>
                </c:pt>
                <c:pt idx="6554">
                  <c:v>4.1518987341772062E-2</c:v>
                </c:pt>
                <c:pt idx="6555">
                  <c:v>4.1772151898734178E-2</c:v>
                </c:pt>
                <c:pt idx="6556">
                  <c:v>#N/A</c:v>
                </c:pt>
                <c:pt idx="6557">
                  <c:v>#N/A</c:v>
                </c:pt>
                <c:pt idx="6558">
                  <c:v>4.2025316455696293E-2</c:v>
                </c:pt>
                <c:pt idx="6559">
                  <c:v>4.2025316455696293E-2</c:v>
                </c:pt>
                <c:pt idx="6560">
                  <c:v>#N/A</c:v>
                </c:pt>
                <c:pt idx="6561">
                  <c:v>4.2278481012658187E-2</c:v>
                </c:pt>
                <c:pt idx="6562">
                  <c:v>4.2278481012658187E-2</c:v>
                </c:pt>
                <c:pt idx="6563">
                  <c:v>4.2025316455696293E-2</c:v>
                </c:pt>
                <c:pt idx="6564">
                  <c:v>4.1265822784810169E-2</c:v>
                </c:pt>
                <c:pt idx="6565">
                  <c:v>4.1518987341772062E-2</c:v>
                </c:pt>
                <c:pt idx="6566">
                  <c:v>4.1518987341772062E-2</c:v>
                </c:pt>
                <c:pt idx="6567">
                  <c:v>#N/A</c:v>
                </c:pt>
                <c:pt idx="6568">
                  <c:v>#N/A</c:v>
                </c:pt>
                <c:pt idx="6569">
                  <c:v>#N/A</c:v>
                </c:pt>
                <c:pt idx="6570">
                  <c:v>4.1518987341772062E-2</c:v>
                </c:pt>
                <c:pt idx="6571">
                  <c:v>4.1772151898734178E-2</c:v>
                </c:pt>
                <c:pt idx="6572">
                  <c:v>4.1518987341772062E-2</c:v>
                </c:pt>
                <c:pt idx="6573">
                  <c:v>4.1518987341772062E-2</c:v>
                </c:pt>
                <c:pt idx="6574">
                  <c:v>4.1518987341772062E-2</c:v>
                </c:pt>
                <c:pt idx="6575">
                  <c:v>4.1772151898734178E-2</c:v>
                </c:pt>
                <c:pt idx="6576">
                  <c:v>4.1772151898734178E-2</c:v>
                </c:pt>
                <c:pt idx="6577">
                  <c:v>4.1772151898734178E-2</c:v>
                </c:pt>
                <c:pt idx="6578">
                  <c:v>4.1772151898734178E-2</c:v>
                </c:pt>
                <c:pt idx="6579">
                  <c:v>#N/A</c:v>
                </c:pt>
                <c:pt idx="6580">
                  <c:v>4.1772151898734178E-2</c:v>
                </c:pt>
                <c:pt idx="6581">
                  <c:v>4.1772151898734178E-2</c:v>
                </c:pt>
                <c:pt idx="6582">
                  <c:v>#N/A</c:v>
                </c:pt>
                <c:pt idx="6583">
                  <c:v>#N/A</c:v>
                </c:pt>
                <c:pt idx="6584">
                  <c:v>#N/A</c:v>
                </c:pt>
                <c:pt idx="6585">
                  <c:v>4.2278481012658187E-2</c:v>
                </c:pt>
                <c:pt idx="6586">
                  <c:v>4.2025316455696293E-2</c:v>
                </c:pt>
                <c:pt idx="6587">
                  <c:v>4.2025316455696293E-2</c:v>
                </c:pt>
                <c:pt idx="6588">
                  <c:v>4.1518987341772062E-2</c:v>
                </c:pt>
                <c:pt idx="6589">
                  <c:v>#N/A</c:v>
                </c:pt>
                <c:pt idx="6590">
                  <c:v>#N/A</c:v>
                </c:pt>
                <c:pt idx="6591">
                  <c:v>4.1265822784810169E-2</c:v>
                </c:pt>
                <c:pt idx="6592">
                  <c:v>4.1012658227848053E-2</c:v>
                </c:pt>
                <c:pt idx="6593">
                  <c:v>4.1265822784810169E-2</c:v>
                </c:pt>
                <c:pt idx="6594">
                  <c:v>#N/A</c:v>
                </c:pt>
                <c:pt idx="6595">
                  <c:v>4.1518987341772062E-2</c:v>
                </c:pt>
                <c:pt idx="6596">
                  <c:v>4.1518987341772062E-2</c:v>
                </c:pt>
                <c:pt idx="6597">
                  <c:v>4.1518987341772062E-2</c:v>
                </c:pt>
                <c:pt idx="6598">
                  <c:v>4.1518987341772062E-2</c:v>
                </c:pt>
                <c:pt idx="6599">
                  <c:v>4.1518987341772062E-2</c:v>
                </c:pt>
                <c:pt idx="6600">
                  <c:v>4.1772151898734178E-2</c:v>
                </c:pt>
                <c:pt idx="6601">
                  <c:v>4.1265822784810169E-2</c:v>
                </c:pt>
                <c:pt idx="6602">
                  <c:v>4.075949367088616E-2</c:v>
                </c:pt>
                <c:pt idx="6603">
                  <c:v>#N/A</c:v>
                </c:pt>
                <c:pt idx="6604">
                  <c:v>4.1265822784810169E-2</c:v>
                </c:pt>
                <c:pt idx="6605">
                  <c:v>4.1772151898734178E-2</c:v>
                </c:pt>
                <c:pt idx="6606">
                  <c:v>#N/A</c:v>
                </c:pt>
                <c:pt idx="6607">
                  <c:v>4.1772151898734178E-2</c:v>
                </c:pt>
                <c:pt idx="6608">
                  <c:v>#N/A</c:v>
                </c:pt>
                <c:pt idx="6609">
                  <c:v>#N/A</c:v>
                </c:pt>
                <c:pt idx="6610">
                  <c:v>4.1518987341772062E-2</c:v>
                </c:pt>
                <c:pt idx="6611">
                  <c:v>4.1265822784810169E-2</c:v>
                </c:pt>
                <c:pt idx="6612">
                  <c:v>#N/A</c:v>
                </c:pt>
                <c:pt idx="6613">
                  <c:v>4.1265822784810169E-2</c:v>
                </c:pt>
                <c:pt idx="6614">
                  <c:v>4.1265822784810169E-2</c:v>
                </c:pt>
                <c:pt idx="6615">
                  <c:v>4.1265822784810169E-2</c:v>
                </c:pt>
                <c:pt idx="6616">
                  <c:v>4.1265822784810169E-2</c:v>
                </c:pt>
                <c:pt idx="6617">
                  <c:v>4.075949367088616E-2</c:v>
                </c:pt>
                <c:pt idx="6618">
                  <c:v>4.075949367088616E-2</c:v>
                </c:pt>
                <c:pt idx="6619">
                  <c:v>4.075949367088616E-2</c:v>
                </c:pt>
                <c:pt idx="6620">
                  <c:v>4.1012658227848053E-2</c:v>
                </c:pt>
                <c:pt idx="6621">
                  <c:v>4.1518987341772062E-2</c:v>
                </c:pt>
                <c:pt idx="6622">
                  <c:v>#N/A</c:v>
                </c:pt>
                <c:pt idx="6623">
                  <c:v>#N/A</c:v>
                </c:pt>
                <c:pt idx="6624">
                  <c:v>#N/A</c:v>
                </c:pt>
                <c:pt idx="6625">
                  <c:v>4.1265822784810169E-2</c:v>
                </c:pt>
                <c:pt idx="6626">
                  <c:v>#N/A</c:v>
                </c:pt>
                <c:pt idx="6627">
                  <c:v>4.1265822784810169E-2</c:v>
                </c:pt>
                <c:pt idx="6628">
                  <c:v>4.1772151898734178E-2</c:v>
                </c:pt>
                <c:pt idx="6629">
                  <c:v>4.1518987341772062E-2</c:v>
                </c:pt>
                <c:pt idx="6630">
                  <c:v>4.1518987341772062E-2</c:v>
                </c:pt>
                <c:pt idx="6631">
                  <c:v>4.1518987341772062E-2</c:v>
                </c:pt>
                <c:pt idx="6632">
                  <c:v>4.1518987341772062E-2</c:v>
                </c:pt>
                <c:pt idx="6633">
                  <c:v>4.1518987341772062E-2</c:v>
                </c:pt>
                <c:pt idx="6634">
                  <c:v>4.1518987341772062E-2</c:v>
                </c:pt>
                <c:pt idx="6635">
                  <c:v>4.1518987341772062E-2</c:v>
                </c:pt>
                <c:pt idx="6636">
                  <c:v>4.1518987341772062E-2</c:v>
                </c:pt>
                <c:pt idx="6637">
                  <c:v>#N/A</c:v>
                </c:pt>
                <c:pt idx="6638">
                  <c:v>4.1772151898734178E-2</c:v>
                </c:pt>
                <c:pt idx="6639">
                  <c:v>4.1772151898734178E-2</c:v>
                </c:pt>
                <c:pt idx="6640">
                  <c:v>4.1772151898734178E-2</c:v>
                </c:pt>
                <c:pt idx="6641">
                  <c:v>4.1518987341772062E-2</c:v>
                </c:pt>
                <c:pt idx="6642">
                  <c:v>#N/A</c:v>
                </c:pt>
                <c:pt idx="6643">
                  <c:v>4.1012658227848053E-2</c:v>
                </c:pt>
                <c:pt idx="6644">
                  <c:v>4.1012658227848053E-2</c:v>
                </c:pt>
                <c:pt idx="6645">
                  <c:v>4.1012658227848053E-2</c:v>
                </c:pt>
                <c:pt idx="6646">
                  <c:v>4.1012658227848053E-2</c:v>
                </c:pt>
                <c:pt idx="6647">
                  <c:v>4.1012658227848053E-2</c:v>
                </c:pt>
                <c:pt idx="6648">
                  <c:v>#N/A</c:v>
                </c:pt>
                <c:pt idx="6649">
                  <c:v>4.1012658227848053E-2</c:v>
                </c:pt>
                <c:pt idx="6650">
                  <c:v>#N/A</c:v>
                </c:pt>
                <c:pt idx="6651">
                  <c:v>#N/A</c:v>
                </c:pt>
                <c:pt idx="6652">
                  <c:v>4.1012658227848053E-2</c:v>
                </c:pt>
                <c:pt idx="6653">
                  <c:v>4.1012658227848053E-2</c:v>
                </c:pt>
                <c:pt idx="6654">
                  <c:v>#N/A</c:v>
                </c:pt>
                <c:pt idx="6655">
                  <c:v>#N/A</c:v>
                </c:pt>
                <c:pt idx="6656">
                  <c:v>#N/A</c:v>
                </c:pt>
                <c:pt idx="6657">
                  <c:v>#N/A</c:v>
                </c:pt>
                <c:pt idx="6658">
                  <c:v>#N/A</c:v>
                </c:pt>
                <c:pt idx="6659">
                  <c:v>4.075949367088616E-2</c:v>
                </c:pt>
                <c:pt idx="6660">
                  <c:v>#N/A</c:v>
                </c:pt>
                <c:pt idx="6661">
                  <c:v>#N/A</c:v>
                </c:pt>
                <c:pt idx="6662">
                  <c:v>4.075949367088616E-2</c:v>
                </c:pt>
                <c:pt idx="6663">
                  <c:v>#N/A</c:v>
                </c:pt>
                <c:pt idx="6664">
                  <c:v>4.1012658227848053E-2</c:v>
                </c:pt>
                <c:pt idx="6665">
                  <c:v>#N/A</c:v>
                </c:pt>
                <c:pt idx="6666">
                  <c:v>#N/A</c:v>
                </c:pt>
                <c:pt idx="6667">
                  <c:v>4.1518987341772062E-2</c:v>
                </c:pt>
                <c:pt idx="6668">
                  <c:v>4.1772151898734178E-2</c:v>
                </c:pt>
                <c:pt idx="6669">
                  <c:v>4.1772151898734178E-2</c:v>
                </c:pt>
                <c:pt idx="6670">
                  <c:v>4.1772151898734178E-2</c:v>
                </c:pt>
                <c:pt idx="6671">
                  <c:v>4.1772151898734178E-2</c:v>
                </c:pt>
                <c:pt idx="6672">
                  <c:v>#N/A</c:v>
                </c:pt>
                <c:pt idx="6673">
                  <c:v>4.1772151898734178E-2</c:v>
                </c:pt>
                <c:pt idx="6674">
                  <c:v>#N/A</c:v>
                </c:pt>
                <c:pt idx="6675">
                  <c:v>#N/A</c:v>
                </c:pt>
                <c:pt idx="6676">
                  <c:v>#N/A</c:v>
                </c:pt>
                <c:pt idx="6677">
                  <c:v>#N/A</c:v>
                </c:pt>
                <c:pt idx="6678">
                  <c:v>#N/A</c:v>
                </c:pt>
                <c:pt idx="6679">
                  <c:v>4.1772151898734178E-2</c:v>
                </c:pt>
                <c:pt idx="6680">
                  <c:v>4.2025316455696293E-2</c:v>
                </c:pt>
                <c:pt idx="6681">
                  <c:v>4.1772151898734178E-2</c:v>
                </c:pt>
                <c:pt idx="6682">
                  <c:v>#N/A</c:v>
                </c:pt>
                <c:pt idx="6683">
                  <c:v>#N/A</c:v>
                </c:pt>
                <c:pt idx="6684">
                  <c:v>#N/A</c:v>
                </c:pt>
                <c:pt idx="6685">
                  <c:v>#N/A</c:v>
                </c:pt>
                <c:pt idx="6686">
                  <c:v>4.1518987341772062E-2</c:v>
                </c:pt>
                <c:pt idx="6687">
                  <c:v>4.1772151898734178E-2</c:v>
                </c:pt>
                <c:pt idx="6688">
                  <c:v>4.2278481012658187E-2</c:v>
                </c:pt>
                <c:pt idx="6689">
                  <c:v>4.1772151898734178E-2</c:v>
                </c:pt>
                <c:pt idx="6690">
                  <c:v>4.1772151898734178E-2</c:v>
                </c:pt>
                <c:pt idx="6691">
                  <c:v>4.1265822784810169E-2</c:v>
                </c:pt>
                <c:pt idx="6692">
                  <c:v>#N/A</c:v>
                </c:pt>
                <c:pt idx="6693">
                  <c:v>4.1518987341772062E-2</c:v>
                </c:pt>
                <c:pt idx="6694">
                  <c:v>#N/A</c:v>
                </c:pt>
                <c:pt idx="6695">
                  <c:v>4.1772151898734178E-2</c:v>
                </c:pt>
                <c:pt idx="6696">
                  <c:v>4.2025316455696293E-2</c:v>
                </c:pt>
                <c:pt idx="6697">
                  <c:v>4.1772151898734178E-2</c:v>
                </c:pt>
                <c:pt idx="6698">
                  <c:v>#N/A</c:v>
                </c:pt>
                <c:pt idx="6699">
                  <c:v>#N/A</c:v>
                </c:pt>
                <c:pt idx="6700">
                  <c:v>#N/A</c:v>
                </c:pt>
                <c:pt idx="6701">
                  <c:v>4.2278481012658187E-2</c:v>
                </c:pt>
                <c:pt idx="6702">
                  <c:v>4.2278481012658187E-2</c:v>
                </c:pt>
                <c:pt idx="6703">
                  <c:v>4.2278481012658187E-2</c:v>
                </c:pt>
                <c:pt idx="6704">
                  <c:v>4.2025316455696293E-2</c:v>
                </c:pt>
                <c:pt idx="6705">
                  <c:v>4.2025316455696293E-2</c:v>
                </c:pt>
                <c:pt idx="6706">
                  <c:v>4.2025316455696293E-2</c:v>
                </c:pt>
                <c:pt idx="6707">
                  <c:v>4.2278481012658187E-2</c:v>
                </c:pt>
                <c:pt idx="6708">
                  <c:v>#N/A</c:v>
                </c:pt>
                <c:pt idx="6709">
                  <c:v>4.2025316455696293E-2</c:v>
                </c:pt>
                <c:pt idx="6710">
                  <c:v>4.2278481012658187E-2</c:v>
                </c:pt>
                <c:pt idx="6711">
                  <c:v>4.2531645569620302E-2</c:v>
                </c:pt>
                <c:pt idx="6712">
                  <c:v>4.2531645569620302E-2</c:v>
                </c:pt>
                <c:pt idx="6713">
                  <c:v>4.2278481012658187E-2</c:v>
                </c:pt>
                <c:pt idx="6714">
                  <c:v>4.2531645569620302E-2</c:v>
                </c:pt>
                <c:pt idx="6715">
                  <c:v>4.2531645569620302E-2</c:v>
                </c:pt>
                <c:pt idx="6716">
                  <c:v>4.2784810126582196E-2</c:v>
                </c:pt>
                <c:pt idx="6717">
                  <c:v>4.2784810126582196E-2</c:v>
                </c:pt>
                <c:pt idx="6718">
                  <c:v>4.2784810126582196E-2</c:v>
                </c:pt>
                <c:pt idx="6719">
                  <c:v>#N/A</c:v>
                </c:pt>
                <c:pt idx="6720">
                  <c:v>4.2531645569620302E-2</c:v>
                </c:pt>
                <c:pt idx="6721">
                  <c:v>#N/A</c:v>
                </c:pt>
                <c:pt idx="6722">
                  <c:v>4.2531645569620302E-2</c:v>
                </c:pt>
                <c:pt idx="6723">
                  <c:v>4.2784810126582196E-2</c:v>
                </c:pt>
                <c:pt idx="6724">
                  <c:v>4.3037974683544311E-2</c:v>
                </c:pt>
                <c:pt idx="6725">
                  <c:v>4.2784810126582196E-2</c:v>
                </c:pt>
                <c:pt idx="6726">
                  <c:v>4.2784810126582196E-2</c:v>
                </c:pt>
                <c:pt idx="6727">
                  <c:v>4.3037974683544311E-2</c:v>
                </c:pt>
                <c:pt idx="6728">
                  <c:v>4.354430379746832E-2</c:v>
                </c:pt>
                <c:pt idx="6729">
                  <c:v>4.354430379746832E-2</c:v>
                </c:pt>
                <c:pt idx="6730">
                  <c:v>4.354430379746832E-2</c:v>
                </c:pt>
                <c:pt idx="6731">
                  <c:v>4.3797468354430436E-2</c:v>
                </c:pt>
                <c:pt idx="6732">
                  <c:v>4.3797468354430436E-2</c:v>
                </c:pt>
                <c:pt idx="6733">
                  <c:v>4.3797468354430436E-2</c:v>
                </c:pt>
                <c:pt idx="6734">
                  <c:v>4.3291139240506427E-2</c:v>
                </c:pt>
                <c:pt idx="6735">
                  <c:v>4.3797468354430436E-2</c:v>
                </c:pt>
                <c:pt idx="6736">
                  <c:v>4.3797468354430436E-2</c:v>
                </c:pt>
                <c:pt idx="6737">
                  <c:v>4.3797468354430436E-2</c:v>
                </c:pt>
                <c:pt idx="6738">
                  <c:v>4.354430379746832E-2</c:v>
                </c:pt>
                <c:pt idx="6739">
                  <c:v>4.3291139240506427E-2</c:v>
                </c:pt>
                <c:pt idx="6740">
                  <c:v>4.3037974683544311E-2</c:v>
                </c:pt>
                <c:pt idx="6741">
                  <c:v>4.3037974683544311E-2</c:v>
                </c:pt>
                <c:pt idx="6742">
                  <c:v>4.3291139240506427E-2</c:v>
                </c:pt>
                <c:pt idx="6743">
                  <c:v>4.354430379746832E-2</c:v>
                </c:pt>
                <c:pt idx="6744">
                  <c:v>4.354430379746832E-2</c:v>
                </c:pt>
                <c:pt idx="6745">
                  <c:v>#N/A</c:v>
                </c:pt>
                <c:pt idx="6746">
                  <c:v>4.3797468354430436E-2</c:v>
                </c:pt>
                <c:pt idx="6747">
                  <c:v>4.4050632911392329E-2</c:v>
                </c:pt>
                <c:pt idx="6748">
                  <c:v>#N/A</c:v>
                </c:pt>
                <c:pt idx="6749">
                  <c:v>#N/A</c:v>
                </c:pt>
                <c:pt idx="6750">
                  <c:v>4.4303797468354444E-2</c:v>
                </c:pt>
                <c:pt idx="6751">
                  <c:v>4.4303797468354444E-2</c:v>
                </c:pt>
                <c:pt idx="6752">
                  <c:v>4.4050632911392329E-2</c:v>
                </c:pt>
                <c:pt idx="6753">
                  <c:v>4.455696202531656E-2</c:v>
                </c:pt>
                <c:pt idx="6754">
                  <c:v>4.4050632911392329E-2</c:v>
                </c:pt>
                <c:pt idx="6755">
                  <c:v>4.4050632911392329E-2</c:v>
                </c:pt>
                <c:pt idx="6756">
                  <c:v>#N/A</c:v>
                </c:pt>
                <c:pt idx="6757">
                  <c:v>4.3797468354430436E-2</c:v>
                </c:pt>
                <c:pt idx="6758">
                  <c:v>4.3291139240506427E-2</c:v>
                </c:pt>
                <c:pt idx="6759">
                  <c:v>4.3797468354430436E-2</c:v>
                </c:pt>
                <c:pt idx="6760">
                  <c:v>4.3797468354430436E-2</c:v>
                </c:pt>
                <c:pt idx="6761">
                  <c:v>4.3797468354430436E-2</c:v>
                </c:pt>
                <c:pt idx="6762">
                  <c:v>4.4050632911392329E-2</c:v>
                </c:pt>
                <c:pt idx="6763">
                  <c:v>4.4303797468354444E-2</c:v>
                </c:pt>
                <c:pt idx="6764">
                  <c:v>4.4303797468354444E-2</c:v>
                </c:pt>
                <c:pt idx="6765">
                  <c:v>4.455696202531656E-2</c:v>
                </c:pt>
                <c:pt idx="6766">
                  <c:v>4.455696202531656E-2</c:v>
                </c:pt>
                <c:pt idx="6767">
                  <c:v>4.455696202531656E-2</c:v>
                </c:pt>
                <c:pt idx="6768">
                  <c:v>4.455696202531656E-2</c:v>
                </c:pt>
                <c:pt idx="6769">
                  <c:v>#N/A</c:v>
                </c:pt>
                <c:pt idx="6770">
                  <c:v>4.4810126582278453E-2</c:v>
                </c:pt>
                <c:pt idx="6771">
                  <c:v>4.455696202531656E-2</c:v>
                </c:pt>
                <c:pt idx="6772">
                  <c:v>4.4303797468354444E-2</c:v>
                </c:pt>
                <c:pt idx="6773">
                  <c:v>4.455696202531656E-2</c:v>
                </c:pt>
                <c:pt idx="6774">
                  <c:v>4.455696202531656E-2</c:v>
                </c:pt>
                <c:pt idx="6775">
                  <c:v>4.455696202531656E-2</c:v>
                </c:pt>
                <c:pt idx="6776">
                  <c:v>4.4810126582278453E-2</c:v>
                </c:pt>
                <c:pt idx="6777">
                  <c:v>4.4810126582278453E-2</c:v>
                </c:pt>
                <c:pt idx="6778">
                  <c:v>4.4810126582278453E-2</c:v>
                </c:pt>
                <c:pt idx="6779">
                  <c:v>4.4810126582278453E-2</c:v>
                </c:pt>
                <c:pt idx="6780">
                  <c:v>#N/A</c:v>
                </c:pt>
                <c:pt idx="6781">
                  <c:v>4.5063291139240569E-2</c:v>
                </c:pt>
                <c:pt idx="6782">
                  <c:v>4.455696202531656E-2</c:v>
                </c:pt>
                <c:pt idx="6783">
                  <c:v>4.4810126582278453E-2</c:v>
                </c:pt>
                <c:pt idx="6784">
                  <c:v>4.4810126582278453E-2</c:v>
                </c:pt>
                <c:pt idx="6785">
                  <c:v>4.4810126582278453E-2</c:v>
                </c:pt>
                <c:pt idx="6786">
                  <c:v>4.4810126582278453E-2</c:v>
                </c:pt>
                <c:pt idx="6787">
                  <c:v>4.455696202531656E-2</c:v>
                </c:pt>
                <c:pt idx="6788">
                  <c:v>4.4810126582278453E-2</c:v>
                </c:pt>
                <c:pt idx="6789">
                  <c:v>4.4810126582278453E-2</c:v>
                </c:pt>
                <c:pt idx="6790">
                  <c:v>4.455696202531656E-2</c:v>
                </c:pt>
                <c:pt idx="6791">
                  <c:v>4.455696202531656E-2</c:v>
                </c:pt>
                <c:pt idx="6792">
                  <c:v>4.4303797468354444E-2</c:v>
                </c:pt>
                <c:pt idx="6793">
                  <c:v>4.455696202531656E-2</c:v>
                </c:pt>
                <c:pt idx="6794">
                  <c:v>4.455696202531656E-2</c:v>
                </c:pt>
                <c:pt idx="6795">
                  <c:v>4.455696202531656E-2</c:v>
                </c:pt>
                <c:pt idx="6796">
                  <c:v>4.455696202531656E-2</c:v>
                </c:pt>
                <c:pt idx="6797">
                  <c:v>#N/A</c:v>
                </c:pt>
                <c:pt idx="6798">
                  <c:v>4.4810126582278453E-2</c:v>
                </c:pt>
                <c:pt idx="6799">
                  <c:v>#N/A</c:v>
                </c:pt>
                <c:pt idx="6800">
                  <c:v>#N/A</c:v>
                </c:pt>
                <c:pt idx="6801">
                  <c:v>4.455696202531656E-2</c:v>
                </c:pt>
                <c:pt idx="6802">
                  <c:v>#N/A</c:v>
                </c:pt>
                <c:pt idx="6803">
                  <c:v>4.455696202531656E-2</c:v>
                </c:pt>
                <c:pt idx="6804">
                  <c:v>4.4810126582278453E-2</c:v>
                </c:pt>
                <c:pt idx="6805">
                  <c:v>#N/A</c:v>
                </c:pt>
                <c:pt idx="6806">
                  <c:v>#N/A</c:v>
                </c:pt>
                <c:pt idx="6807">
                  <c:v>4.455696202531656E-2</c:v>
                </c:pt>
                <c:pt idx="6808">
                  <c:v>4.4303797468354444E-2</c:v>
                </c:pt>
                <c:pt idx="6809">
                  <c:v>4.455696202531656E-2</c:v>
                </c:pt>
                <c:pt idx="6810">
                  <c:v>4.4810126582278453E-2</c:v>
                </c:pt>
                <c:pt idx="6811">
                  <c:v>#N/A</c:v>
                </c:pt>
                <c:pt idx="6812">
                  <c:v>4.4810126582278453E-2</c:v>
                </c:pt>
                <c:pt idx="6813">
                  <c:v>4.4810126582278453E-2</c:v>
                </c:pt>
                <c:pt idx="6814">
                  <c:v>#N/A</c:v>
                </c:pt>
                <c:pt idx="6815">
                  <c:v>4.455696202531656E-2</c:v>
                </c:pt>
                <c:pt idx="6816">
                  <c:v>#N/A</c:v>
                </c:pt>
                <c:pt idx="6817">
                  <c:v>4.4810126582278453E-2</c:v>
                </c:pt>
                <c:pt idx="6818">
                  <c:v>4.5822784810126693E-2</c:v>
                </c:pt>
                <c:pt idx="6819">
                  <c:v>4.5822784810126693E-2</c:v>
                </c:pt>
                <c:pt idx="6820">
                  <c:v>4.5822784810126693E-2</c:v>
                </c:pt>
                <c:pt idx="6821">
                  <c:v>4.5822784810126693E-2</c:v>
                </c:pt>
                <c:pt idx="6822">
                  <c:v>4.5569620253164578E-2</c:v>
                </c:pt>
                <c:pt idx="6823">
                  <c:v>4.5822784810126693E-2</c:v>
                </c:pt>
                <c:pt idx="6824">
                  <c:v>4.5822784810126693E-2</c:v>
                </c:pt>
                <c:pt idx="6825">
                  <c:v>4.6075949367088587E-2</c:v>
                </c:pt>
                <c:pt idx="6826">
                  <c:v>4.6075949367088587E-2</c:v>
                </c:pt>
                <c:pt idx="6827">
                  <c:v>4.6075949367088587E-2</c:v>
                </c:pt>
                <c:pt idx="6828">
                  <c:v>4.6075949367088587E-2</c:v>
                </c:pt>
                <c:pt idx="6829">
                  <c:v>4.5569620253164578E-2</c:v>
                </c:pt>
                <c:pt idx="6830">
                  <c:v>#N/A</c:v>
                </c:pt>
                <c:pt idx="6831">
                  <c:v>4.5316455696202462E-2</c:v>
                </c:pt>
                <c:pt idx="6832">
                  <c:v>#N/A</c:v>
                </c:pt>
                <c:pt idx="6833">
                  <c:v>4.5316455696202462E-2</c:v>
                </c:pt>
                <c:pt idx="6834">
                  <c:v>4.5316455696202462E-2</c:v>
                </c:pt>
                <c:pt idx="6835">
                  <c:v>4.5063291139240569E-2</c:v>
                </c:pt>
                <c:pt idx="6836">
                  <c:v>#N/A</c:v>
                </c:pt>
                <c:pt idx="6837">
                  <c:v>4.5063291139240569E-2</c:v>
                </c:pt>
                <c:pt idx="6838">
                  <c:v>4.5063291139240569E-2</c:v>
                </c:pt>
                <c:pt idx="6839">
                  <c:v>4.5063291139240569E-2</c:v>
                </c:pt>
                <c:pt idx="6840">
                  <c:v>4.5316455696202462E-2</c:v>
                </c:pt>
                <c:pt idx="6841">
                  <c:v>4.5569620253164578E-2</c:v>
                </c:pt>
                <c:pt idx="6842">
                  <c:v>4.5569620253164578E-2</c:v>
                </c:pt>
                <c:pt idx="6843">
                  <c:v>#N/A</c:v>
                </c:pt>
                <c:pt idx="6844">
                  <c:v>4.5316455696202462E-2</c:v>
                </c:pt>
                <c:pt idx="6845">
                  <c:v>4.5316455696202462E-2</c:v>
                </c:pt>
                <c:pt idx="6846">
                  <c:v>#N/A</c:v>
                </c:pt>
                <c:pt idx="6847">
                  <c:v>4.5316455696202462E-2</c:v>
                </c:pt>
                <c:pt idx="6848">
                  <c:v>#N/A</c:v>
                </c:pt>
                <c:pt idx="6849">
                  <c:v>4.5316455696202462E-2</c:v>
                </c:pt>
                <c:pt idx="6850">
                  <c:v>#N/A</c:v>
                </c:pt>
                <c:pt idx="6851">
                  <c:v>4.5316455696202462E-2</c:v>
                </c:pt>
                <c:pt idx="6852">
                  <c:v>4.5316455696202462E-2</c:v>
                </c:pt>
                <c:pt idx="6853">
                  <c:v>#N/A</c:v>
                </c:pt>
                <c:pt idx="6854">
                  <c:v>#N/A</c:v>
                </c:pt>
                <c:pt idx="6855">
                  <c:v>4.5569620253164578E-2</c:v>
                </c:pt>
                <c:pt idx="6856">
                  <c:v>4.5569620253164578E-2</c:v>
                </c:pt>
                <c:pt idx="6857">
                  <c:v>4.5569620253164578E-2</c:v>
                </c:pt>
                <c:pt idx="6858">
                  <c:v>#N/A</c:v>
                </c:pt>
                <c:pt idx="6859">
                  <c:v>#N/A</c:v>
                </c:pt>
                <c:pt idx="6860">
                  <c:v>4.5569620253164578E-2</c:v>
                </c:pt>
                <c:pt idx="6861">
                  <c:v>4.5569620253164578E-2</c:v>
                </c:pt>
                <c:pt idx="6862">
                  <c:v>#N/A</c:v>
                </c:pt>
                <c:pt idx="6863">
                  <c:v>4.5822784810126693E-2</c:v>
                </c:pt>
                <c:pt idx="6864">
                  <c:v>4.5822784810126693E-2</c:v>
                </c:pt>
                <c:pt idx="6865">
                  <c:v>4.5822784810126693E-2</c:v>
                </c:pt>
                <c:pt idx="6866">
                  <c:v>4.6329113924050702E-2</c:v>
                </c:pt>
                <c:pt idx="6867">
                  <c:v>4.6329113924050702E-2</c:v>
                </c:pt>
                <c:pt idx="6868">
                  <c:v>4.6582278481012596E-2</c:v>
                </c:pt>
                <c:pt idx="6869">
                  <c:v>4.6329113924050702E-2</c:v>
                </c:pt>
                <c:pt idx="6870">
                  <c:v>4.6582278481012596E-2</c:v>
                </c:pt>
                <c:pt idx="6871">
                  <c:v>4.6582278481012596E-2</c:v>
                </c:pt>
                <c:pt idx="6872">
                  <c:v>4.6582278481012596E-2</c:v>
                </c:pt>
                <c:pt idx="6873">
                  <c:v>#N/A</c:v>
                </c:pt>
                <c:pt idx="6874">
                  <c:v>4.6835443037974711E-2</c:v>
                </c:pt>
                <c:pt idx="6875">
                  <c:v>4.6835443037974711E-2</c:v>
                </c:pt>
                <c:pt idx="6876">
                  <c:v>4.6582278481012596E-2</c:v>
                </c:pt>
                <c:pt idx="6877">
                  <c:v>4.5822784810126693E-2</c:v>
                </c:pt>
                <c:pt idx="6878">
                  <c:v>4.6075949367088587E-2</c:v>
                </c:pt>
                <c:pt idx="6879">
                  <c:v>4.5822784810126693E-2</c:v>
                </c:pt>
                <c:pt idx="6880">
                  <c:v>4.5822784810126693E-2</c:v>
                </c:pt>
                <c:pt idx="6881">
                  <c:v>#N/A</c:v>
                </c:pt>
                <c:pt idx="6882">
                  <c:v>4.5569620253164578E-2</c:v>
                </c:pt>
                <c:pt idx="6883">
                  <c:v>4.5569620253164578E-2</c:v>
                </c:pt>
                <c:pt idx="6884">
                  <c:v>4.5316455696202462E-2</c:v>
                </c:pt>
                <c:pt idx="6885">
                  <c:v>#N/A</c:v>
                </c:pt>
                <c:pt idx="6886">
                  <c:v>4.5316455696202462E-2</c:v>
                </c:pt>
                <c:pt idx="6887">
                  <c:v>4.5316455696202462E-2</c:v>
                </c:pt>
                <c:pt idx="6888">
                  <c:v>4.5316455696202462E-2</c:v>
                </c:pt>
                <c:pt idx="6889">
                  <c:v>4.5316455696202462E-2</c:v>
                </c:pt>
                <c:pt idx="6890">
                  <c:v>4.5316455696202462E-2</c:v>
                </c:pt>
                <c:pt idx="6891">
                  <c:v>4.5063291139240569E-2</c:v>
                </c:pt>
                <c:pt idx="6892">
                  <c:v>4.4810126582278453E-2</c:v>
                </c:pt>
                <c:pt idx="6893">
                  <c:v>4.4303797468354444E-2</c:v>
                </c:pt>
                <c:pt idx="6894">
                  <c:v>4.455696202531656E-2</c:v>
                </c:pt>
                <c:pt idx="6895">
                  <c:v>4.455696202531656E-2</c:v>
                </c:pt>
                <c:pt idx="6896">
                  <c:v>4.455696202531656E-2</c:v>
                </c:pt>
                <c:pt idx="6897">
                  <c:v>4.455696202531656E-2</c:v>
                </c:pt>
                <c:pt idx="6898">
                  <c:v>4.4303797468354444E-2</c:v>
                </c:pt>
                <c:pt idx="6899">
                  <c:v>4.4303797468354444E-2</c:v>
                </c:pt>
                <c:pt idx="6900">
                  <c:v>4.3797468354430436E-2</c:v>
                </c:pt>
                <c:pt idx="6901">
                  <c:v>4.4303797468354444E-2</c:v>
                </c:pt>
                <c:pt idx="6902">
                  <c:v>4.4303797468354444E-2</c:v>
                </c:pt>
                <c:pt idx="6903">
                  <c:v>4.4303797468354444E-2</c:v>
                </c:pt>
                <c:pt idx="6904">
                  <c:v>4.455696202531656E-2</c:v>
                </c:pt>
                <c:pt idx="6905">
                  <c:v>4.4810126582278453E-2</c:v>
                </c:pt>
                <c:pt idx="6906">
                  <c:v>4.5063291139240569E-2</c:v>
                </c:pt>
                <c:pt idx="6907">
                  <c:v>4.455696202531656E-2</c:v>
                </c:pt>
                <c:pt idx="6908">
                  <c:v>#N/A</c:v>
                </c:pt>
                <c:pt idx="6909">
                  <c:v>4.4303797468354444E-2</c:v>
                </c:pt>
                <c:pt idx="6910">
                  <c:v>#N/A</c:v>
                </c:pt>
                <c:pt idx="6911">
                  <c:v>4.3797468354430436E-2</c:v>
                </c:pt>
                <c:pt idx="6912">
                  <c:v>4.3797468354430436E-2</c:v>
                </c:pt>
                <c:pt idx="6913">
                  <c:v>#N/A</c:v>
                </c:pt>
                <c:pt idx="6914">
                  <c:v>#N/A</c:v>
                </c:pt>
                <c:pt idx="6915">
                  <c:v>#N/A</c:v>
                </c:pt>
                <c:pt idx="6916">
                  <c:v>4.3797468354430436E-2</c:v>
                </c:pt>
                <c:pt idx="6917">
                  <c:v>4.3797468354430436E-2</c:v>
                </c:pt>
                <c:pt idx="6918">
                  <c:v>4.4050632911392329E-2</c:v>
                </c:pt>
                <c:pt idx="6919">
                  <c:v>4.4050632911392329E-2</c:v>
                </c:pt>
                <c:pt idx="6920">
                  <c:v>4.4303797468354444E-2</c:v>
                </c:pt>
                <c:pt idx="6921">
                  <c:v>4.4303797468354444E-2</c:v>
                </c:pt>
                <c:pt idx="6922">
                  <c:v>4.4050632911392329E-2</c:v>
                </c:pt>
                <c:pt idx="6923">
                  <c:v>4.4050632911392329E-2</c:v>
                </c:pt>
                <c:pt idx="6924">
                  <c:v>#N/A</c:v>
                </c:pt>
                <c:pt idx="6925">
                  <c:v>4.354430379746832E-2</c:v>
                </c:pt>
                <c:pt idx="6926">
                  <c:v>4.3797468354430436E-2</c:v>
                </c:pt>
                <c:pt idx="6927">
                  <c:v>4.4050632911392329E-2</c:v>
                </c:pt>
                <c:pt idx="6928">
                  <c:v>4.4303797468354444E-2</c:v>
                </c:pt>
                <c:pt idx="6929">
                  <c:v>#N/A</c:v>
                </c:pt>
                <c:pt idx="6930">
                  <c:v>4.4050632911392329E-2</c:v>
                </c:pt>
                <c:pt idx="6931">
                  <c:v>4.4050632911392329E-2</c:v>
                </c:pt>
                <c:pt idx="6932">
                  <c:v>#N/A</c:v>
                </c:pt>
                <c:pt idx="6933">
                  <c:v>4.4303797468354444E-2</c:v>
                </c:pt>
                <c:pt idx="6934">
                  <c:v>4.4303797468354444E-2</c:v>
                </c:pt>
                <c:pt idx="6935">
                  <c:v>4.4050632911392329E-2</c:v>
                </c:pt>
                <c:pt idx="6936">
                  <c:v>4.4810126582278453E-2</c:v>
                </c:pt>
                <c:pt idx="6937">
                  <c:v>4.4050632911392329E-2</c:v>
                </c:pt>
                <c:pt idx="6938">
                  <c:v>4.4303797468354444E-2</c:v>
                </c:pt>
                <c:pt idx="6939">
                  <c:v>4.4303797468354444E-2</c:v>
                </c:pt>
                <c:pt idx="6940">
                  <c:v>4.4303797468354444E-2</c:v>
                </c:pt>
                <c:pt idx="6941">
                  <c:v>4.455696202531656E-2</c:v>
                </c:pt>
                <c:pt idx="6942">
                  <c:v>#N/A</c:v>
                </c:pt>
                <c:pt idx="6943">
                  <c:v>4.455696202531656E-2</c:v>
                </c:pt>
                <c:pt idx="6944">
                  <c:v>4.455696202531656E-2</c:v>
                </c:pt>
                <c:pt idx="6945">
                  <c:v>4.455696202531656E-2</c:v>
                </c:pt>
                <c:pt idx="6946">
                  <c:v>4.4810126582278453E-2</c:v>
                </c:pt>
                <c:pt idx="6947">
                  <c:v>4.5063291139240569E-2</c:v>
                </c:pt>
                <c:pt idx="6948">
                  <c:v>4.5063291139240569E-2</c:v>
                </c:pt>
                <c:pt idx="6949">
                  <c:v>4.5316455696202462E-2</c:v>
                </c:pt>
                <c:pt idx="6950">
                  <c:v>4.5316455696202462E-2</c:v>
                </c:pt>
                <c:pt idx="6951">
                  <c:v>4.5316455696202462E-2</c:v>
                </c:pt>
                <c:pt idx="6952">
                  <c:v>4.5316455696202462E-2</c:v>
                </c:pt>
                <c:pt idx="6953">
                  <c:v>#N/A</c:v>
                </c:pt>
                <c:pt idx="6954">
                  <c:v>#N/A</c:v>
                </c:pt>
                <c:pt idx="6955">
                  <c:v>#N/A</c:v>
                </c:pt>
                <c:pt idx="6956">
                  <c:v>#N/A</c:v>
                </c:pt>
                <c:pt idx="6957">
                  <c:v>4.5316455696202462E-2</c:v>
                </c:pt>
                <c:pt idx="6958">
                  <c:v>4.5316455696202462E-2</c:v>
                </c:pt>
                <c:pt idx="6959">
                  <c:v>4.5316455696202462E-2</c:v>
                </c:pt>
                <c:pt idx="6960">
                  <c:v>4.5316455696202462E-2</c:v>
                </c:pt>
                <c:pt idx="6961">
                  <c:v>4.5569620253164578E-2</c:v>
                </c:pt>
                <c:pt idx="6962">
                  <c:v>4.5569620253164578E-2</c:v>
                </c:pt>
                <c:pt idx="6963">
                  <c:v>4.5822784810126693E-2</c:v>
                </c:pt>
                <c:pt idx="6964">
                  <c:v>4.5822784810126693E-2</c:v>
                </c:pt>
                <c:pt idx="6965">
                  <c:v>4.6075949367088587E-2</c:v>
                </c:pt>
                <c:pt idx="6966">
                  <c:v>#N/A</c:v>
                </c:pt>
                <c:pt idx="6967">
                  <c:v>#N/A</c:v>
                </c:pt>
                <c:pt idx="6968">
                  <c:v>#N/A</c:v>
                </c:pt>
                <c:pt idx="6969">
                  <c:v>#N/A</c:v>
                </c:pt>
                <c:pt idx="6970">
                  <c:v>#N/A</c:v>
                </c:pt>
                <c:pt idx="6971">
                  <c:v>4.5822784810126693E-2</c:v>
                </c:pt>
                <c:pt idx="6972">
                  <c:v>4.5569620253164578E-2</c:v>
                </c:pt>
                <c:pt idx="6973">
                  <c:v>4.5569620253164578E-2</c:v>
                </c:pt>
                <c:pt idx="6974">
                  <c:v>4.5569620253164578E-2</c:v>
                </c:pt>
                <c:pt idx="6975">
                  <c:v>4.5569620253164578E-2</c:v>
                </c:pt>
                <c:pt idx="6976">
                  <c:v>4.5569620253164578E-2</c:v>
                </c:pt>
                <c:pt idx="6977">
                  <c:v>#N/A</c:v>
                </c:pt>
                <c:pt idx="6978">
                  <c:v>#N/A</c:v>
                </c:pt>
                <c:pt idx="6979">
                  <c:v>#N/A</c:v>
                </c:pt>
                <c:pt idx="6980">
                  <c:v>#N/A</c:v>
                </c:pt>
                <c:pt idx="6981">
                  <c:v>4.5822784810126693E-2</c:v>
                </c:pt>
                <c:pt idx="6982">
                  <c:v>4.5569620253164578E-2</c:v>
                </c:pt>
                <c:pt idx="6983">
                  <c:v>4.5569620253164578E-2</c:v>
                </c:pt>
                <c:pt idx="6984">
                  <c:v>4.5569620253164578E-2</c:v>
                </c:pt>
                <c:pt idx="6985">
                  <c:v>#N/A</c:v>
                </c:pt>
                <c:pt idx="6986">
                  <c:v>#N/A</c:v>
                </c:pt>
                <c:pt idx="6987">
                  <c:v>#N/A</c:v>
                </c:pt>
                <c:pt idx="6988">
                  <c:v>#N/A</c:v>
                </c:pt>
                <c:pt idx="6989">
                  <c:v>#N/A</c:v>
                </c:pt>
                <c:pt idx="6990">
                  <c:v>4.5822784810126693E-2</c:v>
                </c:pt>
                <c:pt idx="6991">
                  <c:v>4.5822784810126693E-2</c:v>
                </c:pt>
                <c:pt idx="6992">
                  <c:v>#N/A</c:v>
                </c:pt>
                <c:pt idx="6993">
                  <c:v>4.5569620253164578E-2</c:v>
                </c:pt>
                <c:pt idx="6994">
                  <c:v>4.5316455696202462E-2</c:v>
                </c:pt>
                <c:pt idx="6995">
                  <c:v>#N/A</c:v>
                </c:pt>
                <c:pt idx="6996">
                  <c:v>4.5316455696202462E-2</c:v>
                </c:pt>
                <c:pt idx="6997">
                  <c:v>#N/A</c:v>
                </c:pt>
                <c:pt idx="6998">
                  <c:v>4.5569620253164578E-2</c:v>
                </c:pt>
                <c:pt idx="6999">
                  <c:v>4.5316455696202462E-2</c:v>
                </c:pt>
                <c:pt idx="7000">
                  <c:v>4.5316455696202462E-2</c:v>
                </c:pt>
                <c:pt idx="7001">
                  <c:v>#N/A</c:v>
                </c:pt>
                <c:pt idx="7002">
                  <c:v>#N/A</c:v>
                </c:pt>
                <c:pt idx="7003">
                  <c:v>4.5316455696202462E-2</c:v>
                </c:pt>
                <c:pt idx="7004">
                  <c:v>#N/A</c:v>
                </c:pt>
                <c:pt idx="7005">
                  <c:v>4.4810126582278453E-2</c:v>
                </c:pt>
                <c:pt idx="7006">
                  <c:v>4.4810126582278453E-2</c:v>
                </c:pt>
                <c:pt idx="7007">
                  <c:v>4.455696202531656E-2</c:v>
                </c:pt>
                <c:pt idx="7008">
                  <c:v>4.4303797468354444E-2</c:v>
                </c:pt>
                <c:pt idx="7009">
                  <c:v>#N/A</c:v>
                </c:pt>
                <c:pt idx="7010">
                  <c:v>#N/A</c:v>
                </c:pt>
                <c:pt idx="7011">
                  <c:v>4.4303797468354444E-2</c:v>
                </c:pt>
                <c:pt idx="7012">
                  <c:v>#N/A</c:v>
                </c:pt>
                <c:pt idx="7013">
                  <c:v>4.4050632911392329E-2</c:v>
                </c:pt>
                <c:pt idx="7014">
                  <c:v>4.4050632911392329E-2</c:v>
                </c:pt>
                <c:pt idx="7015">
                  <c:v>4.4050632911392329E-2</c:v>
                </c:pt>
                <c:pt idx="7016">
                  <c:v>4.3797468354430436E-2</c:v>
                </c:pt>
                <c:pt idx="7017">
                  <c:v>4.3797468354430436E-2</c:v>
                </c:pt>
                <c:pt idx="7018">
                  <c:v>4.3797468354430436E-2</c:v>
                </c:pt>
                <c:pt idx="7019">
                  <c:v>4.354430379746832E-2</c:v>
                </c:pt>
                <c:pt idx="7020">
                  <c:v>4.354430379746832E-2</c:v>
                </c:pt>
                <c:pt idx="7021">
                  <c:v>4.354430379746832E-2</c:v>
                </c:pt>
                <c:pt idx="7022">
                  <c:v>4.354430379746832E-2</c:v>
                </c:pt>
                <c:pt idx="7023">
                  <c:v>4.3797468354430436E-2</c:v>
                </c:pt>
                <c:pt idx="7024">
                  <c:v>4.3797468354430436E-2</c:v>
                </c:pt>
                <c:pt idx="7025">
                  <c:v>4.3797468354430436E-2</c:v>
                </c:pt>
                <c:pt idx="7026">
                  <c:v>4.4050632911392329E-2</c:v>
                </c:pt>
                <c:pt idx="7027">
                  <c:v>#N/A</c:v>
                </c:pt>
                <c:pt idx="7028">
                  <c:v>4.4303797468354444E-2</c:v>
                </c:pt>
                <c:pt idx="7029">
                  <c:v>4.455696202531656E-2</c:v>
                </c:pt>
                <c:pt idx="7030">
                  <c:v>4.455696202531656E-2</c:v>
                </c:pt>
                <c:pt idx="7031">
                  <c:v>4.4810126582278453E-2</c:v>
                </c:pt>
                <c:pt idx="7032">
                  <c:v>4.4810126582278453E-2</c:v>
                </c:pt>
                <c:pt idx="7033">
                  <c:v>#N/A</c:v>
                </c:pt>
                <c:pt idx="7034">
                  <c:v>4.5063291139240569E-2</c:v>
                </c:pt>
                <c:pt idx="7035">
                  <c:v>4.5063291139240569E-2</c:v>
                </c:pt>
                <c:pt idx="7036">
                  <c:v>4.5063291139240569E-2</c:v>
                </c:pt>
                <c:pt idx="7037">
                  <c:v>#N/A</c:v>
                </c:pt>
                <c:pt idx="7038">
                  <c:v>4.5063291139240569E-2</c:v>
                </c:pt>
                <c:pt idx="7039">
                  <c:v>#N/A</c:v>
                </c:pt>
                <c:pt idx="7040">
                  <c:v>#N/A</c:v>
                </c:pt>
                <c:pt idx="7041">
                  <c:v>#N/A</c:v>
                </c:pt>
                <c:pt idx="7042">
                  <c:v>4.4810126582278453E-2</c:v>
                </c:pt>
                <c:pt idx="7043">
                  <c:v>4.455696202531656E-2</c:v>
                </c:pt>
                <c:pt idx="7044">
                  <c:v>#N/A</c:v>
                </c:pt>
                <c:pt idx="7045">
                  <c:v>4.455696202531656E-2</c:v>
                </c:pt>
                <c:pt idx="7046">
                  <c:v>4.4303797468354444E-2</c:v>
                </c:pt>
                <c:pt idx="7047">
                  <c:v>4.4303797468354444E-2</c:v>
                </c:pt>
                <c:pt idx="7048">
                  <c:v>4.4050632911392329E-2</c:v>
                </c:pt>
                <c:pt idx="7049">
                  <c:v>#N/A</c:v>
                </c:pt>
                <c:pt idx="7050">
                  <c:v>4.4303797468354444E-2</c:v>
                </c:pt>
                <c:pt idx="7051">
                  <c:v>4.4050632911392329E-2</c:v>
                </c:pt>
                <c:pt idx="7052">
                  <c:v>#N/A</c:v>
                </c:pt>
                <c:pt idx="7053">
                  <c:v>4.3797468354430436E-2</c:v>
                </c:pt>
                <c:pt idx="7054">
                  <c:v>#N/A</c:v>
                </c:pt>
                <c:pt idx="7055">
                  <c:v>4.3797468354430436E-2</c:v>
                </c:pt>
                <c:pt idx="7056">
                  <c:v>4.3797468354430436E-2</c:v>
                </c:pt>
                <c:pt idx="7057">
                  <c:v>4.354430379746832E-2</c:v>
                </c:pt>
                <c:pt idx="7058">
                  <c:v>4.354430379746832E-2</c:v>
                </c:pt>
                <c:pt idx="7059">
                  <c:v>4.3797468354430436E-2</c:v>
                </c:pt>
                <c:pt idx="7060">
                  <c:v>4.3797468354430436E-2</c:v>
                </c:pt>
                <c:pt idx="7061">
                  <c:v>4.354430379746832E-2</c:v>
                </c:pt>
                <c:pt idx="7062">
                  <c:v>4.3797468354430436E-2</c:v>
                </c:pt>
                <c:pt idx="7063">
                  <c:v>4.4050632911392329E-2</c:v>
                </c:pt>
                <c:pt idx="7064">
                  <c:v>4.4303797468354444E-2</c:v>
                </c:pt>
                <c:pt idx="7065">
                  <c:v>#N/A</c:v>
                </c:pt>
                <c:pt idx="7066">
                  <c:v>#N/A</c:v>
                </c:pt>
                <c:pt idx="7067">
                  <c:v>#N/A</c:v>
                </c:pt>
                <c:pt idx="7068">
                  <c:v>#N/A</c:v>
                </c:pt>
                <c:pt idx="7069">
                  <c:v>4.4050632911392329E-2</c:v>
                </c:pt>
                <c:pt idx="7070">
                  <c:v>4.455696202531656E-2</c:v>
                </c:pt>
                <c:pt idx="7071">
                  <c:v>4.455696202531656E-2</c:v>
                </c:pt>
                <c:pt idx="7072">
                  <c:v>4.4810126582278453E-2</c:v>
                </c:pt>
                <c:pt idx="7073">
                  <c:v>4.4810126582278453E-2</c:v>
                </c:pt>
                <c:pt idx="7074">
                  <c:v>#N/A</c:v>
                </c:pt>
                <c:pt idx="7075">
                  <c:v>#N/A</c:v>
                </c:pt>
                <c:pt idx="7076">
                  <c:v>4.4810126582278453E-2</c:v>
                </c:pt>
                <c:pt idx="7077">
                  <c:v>4.5063291139240569E-2</c:v>
                </c:pt>
                <c:pt idx="7078">
                  <c:v>4.455696202531656E-2</c:v>
                </c:pt>
                <c:pt idx="7079">
                  <c:v>#N/A</c:v>
                </c:pt>
                <c:pt idx="7080">
                  <c:v>#N/A</c:v>
                </c:pt>
                <c:pt idx="7081">
                  <c:v>#N/A</c:v>
                </c:pt>
                <c:pt idx="7082">
                  <c:v>4.4303797468354444E-2</c:v>
                </c:pt>
                <c:pt idx="7083">
                  <c:v>4.4303797468354444E-2</c:v>
                </c:pt>
                <c:pt idx="7084">
                  <c:v>#N/A</c:v>
                </c:pt>
                <c:pt idx="7085">
                  <c:v>4.4050632911392329E-2</c:v>
                </c:pt>
                <c:pt idx="7086">
                  <c:v>4.4050632911392329E-2</c:v>
                </c:pt>
                <c:pt idx="7087">
                  <c:v>4.455696202531656E-2</c:v>
                </c:pt>
                <c:pt idx="7088">
                  <c:v>4.4303797468354444E-2</c:v>
                </c:pt>
                <c:pt idx="7089">
                  <c:v>#N/A</c:v>
                </c:pt>
                <c:pt idx="7090">
                  <c:v>#N/A</c:v>
                </c:pt>
                <c:pt idx="7091">
                  <c:v>#N/A</c:v>
                </c:pt>
                <c:pt idx="7092">
                  <c:v>4.4303797468354444E-2</c:v>
                </c:pt>
                <c:pt idx="7093">
                  <c:v>4.455696202531656E-2</c:v>
                </c:pt>
                <c:pt idx="7094">
                  <c:v>#N/A</c:v>
                </c:pt>
                <c:pt idx="7095">
                  <c:v>#N/A</c:v>
                </c:pt>
                <c:pt idx="7096">
                  <c:v>4.4810126582278453E-2</c:v>
                </c:pt>
                <c:pt idx="7097">
                  <c:v>4.4810126582278453E-2</c:v>
                </c:pt>
                <c:pt idx="7098">
                  <c:v>4.4810126582278453E-2</c:v>
                </c:pt>
                <c:pt idx="7099">
                  <c:v>#N/A</c:v>
                </c:pt>
                <c:pt idx="7100">
                  <c:v>#N/A</c:v>
                </c:pt>
                <c:pt idx="7101">
                  <c:v>4.4810126582278453E-2</c:v>
                </c:pt>
                <c:pt idx="7102">
                  <c:v>4.5063291139240569E-2</c:v>
                </c:pt>
                <c:pt idx="7103">
                  <c:v>4.5063291139240569E-2</c:v>
                </c:pt>
                <c:pt idx="7104">
                  <c:v>4.5063291139240569E-2</c:v>
                </c:pt>
                <c:pt idx="7105">
                  <c:v>#N/A</c:v>
                </c:pt>
                <c:pt idx="7106">
                  <c:v>4.5063291139240569E-2</c:v>
                </c:pt>
                <c:pt idx="7107">
                  <c:v>4.455696202531656E-2</c:v>
                </c:pt>
                <c:pt idx="7108">
                  <c:v>4.4810126582278453E-2</c:v>
                </c:pt>
                <c:pt idx="7109">
                  <c:v>4.5063291139240569E-2</c:v>
                </c:pt>
                <c:pt idx="7110">
                  <c:v>4.5063291139240569E-2</c:v>
                </c:pt>
                <c:pt idx="7111">
                  <c:v>4.5063291139240569E-2</c:v>
                </c:pt>
                <c:pt idx="7112">
                  <c:v>#N/A</c:v>
                </c:pt>
                <c:pt idx="7113">
                  <c:v>4.5063291139240569E-2</c:v>
                </c:pt>
                <c:pt idx="7114">
                  <c:v>#N/A</c:v>
                </c:pt>
                <c:pt idx="7115">
                  <c:v>4.5316455696202462E-2</c:v>
                </c:pt>
                <c:pt idx="7116">
                  <c:v>4.5316455696202462E-2</c:v>
                </c:pt>
                <c:pt idx="7117">
                  <c:v>#N/A</c:v>
                </c:pt>
                <c:pt idx="7118">
                  <c:v>#N/A</c:v>
                </c:pt>
                <c:pt idx="7119">
                  <c:v>#N/A</c:v>
                </c:pt>
                <c:pt idx="7120">
                  <c:v>#N/A</c:v>
                </c:pt>
                <c:pt idx="7121">
                  <c:v>#N/A</c:v>
                </c:pt>
                <c:pt idx="7122">
                  <c:v>4.5063291139240569E-2</c:v>
                </c:pt>
                <c:pt idx="7123">
                  <c:v>#N/A</c:v>
                </c:pt>
                <c:pt idx="7124">
                  <c:v>4.4810126582278453E-2</c:v>
                </c:pt>
                <c:pt idx="7125">
                  <c:v>#N/A</c:v>
                </c:pt>
                <c:pt idx="7126">
                  <c:v>4.455696202531656E-2</c:v>
                </c:pt>
                <c:pt idx="7127">
                  <c:v>4.4303797468354444E-2</c:v>
                </c:pt>
                <c:pt idx="7128">
                  <c:v>#N/A</c:v>
                </c:pt>
                <c:pt idx="7129">
                  <c:v>4.4303797468354444E-2</c:v>
                </c:pt>
                <c:pt idx="7130">
                  <c:v>4.4050632911392329E-2</c:v>
                </c:pt>
                <c:pt idx="7131">
                  <c:v>4.455696202531656E-2</c:v>
                </c:pt>
                <c:pt idx="7132">
                  <c:v>4.4303797468354444E-2</c:v>
                </c:pt>
                <c:pt idx="7133">
                  <c:v>#N/A</c:v>
                </c:pt>
                <c:pt idx="7134">
                  <c:v>4.455696202531656E-2</c:v>
                </c:pt>
                <c:pt idx="7135">
                  <c:v>#N/A</c:v>
                </c:pt>
                <c:pt idx="7136">
                  <c:v>4.4810126582278453E-2</c:v>
                </c:pt>
                <c:pt idx="7137">
                  <c:v>#N/A</c:v>
                </c:pt>
                <c:pt idx="7138">
                  <c:v>#N/A</c:v>
                </c:pt>
                <c:pt idx="7139">
                  <c:v>4.4810126582278453E-2</c:v>
                </c:pt>
                <c:pt idx="7140">
                  <c:v>4.455696202531656E-2</c:v>
                </c:pt>
                <c:pt idx="7141">
                  <c:v>4.455696202531656E-2</c:v>
                </c:pt>
                <c:pt idx="7142">
                  <c:v>#N/A</c:v>
                </c:pt>
                <c:pt idx="7143">
                  <c:v>4.4303797468354444E-2</c:v>
                </c:pt>
                <c:pt idx="7144">
                  <c:v>#N/A</c:v>
                </c:pt>
                <c:pt idx="7145">
                  <c:v>#N/A</c:v>
                </c:pt>
                <c:pt idx="7146">
                  <c:v>#N/A</c:v>
                </c:pt>
                <c:pt idx="7147">
                  <c:v>#N/A</c:v>
                </c:pt>
                <c:pt idx="7148">
                  <c:v>#N/A</c:v>
                </c:pt>
                <c:pt idx="7149">
                  <c:v>4.4050632911392329E-2</c:v>
                </c:pt>
                <c:pt idx="7150">
                  <c:v>4.4050632911392329E-2</c:v>
                </c:pt>
                <c:pt idx="7151">
                  <c:v>#N/A</c:v>
                </c:pt>
                <c:pt idx="7152">
                  <c:v>4.4050632911392329E-2</c:v>
                </c:pt>
                <c:pt idx="7153">
                  <c:v>4.3797468354430436E-2</c:v>
                </c:pt>
                <c:pt idx="7154">
                  <c:v>4.3291139240506427E-2</c:v>
                </c:pt>
                <c:pt idx="7155">
                  <c:v>4.3037974683544311E-2</c:v>
                </c:pt>
                <c:pt idx="7156">
                  <c:v>4.2784810126582196E-2</c:v>
                </c:pt>
                <c:pt idx="7157">
                  <c:v>4.2784810126582196E-2</c:v>
                </c:pt>
                <c:pt idx="7158">
                  <c:v>4.2784810126582196E-2</c:v>
                </c:pt>
                <c:pt idx="7159">
                  <c:v>4.3037974683544311E-2</c:v>
                </c:pt>
                <c:pt idx="7160">
                  <c:v>4.2784810126582196E-2</c:v>
                </c:pt>
                <c:pt idx="7161">
                  <c:v>4.2531645569620302E-2</c:v>
                </c:pt>
                <c:pt idx="7162">
                  <c:v>4.2278481012658187E-2</c:v>
                </c:pt>
                <c:pt idx="7163">
                  <c:v>4.2025316455696293E-2</c:v>
                </c:pt>
                <c:pt idx="7164">
                  <c:v>4.2278481012658187E-2</c:v>
                </c:pt>
                <c:pt idx="7165">
                  <c:v>4.2278481012658187E-2</c:v>
                </c:pt>
                <c:pt idx="7166">
                  <c:v>4.2278481012658187E-2</c:v>
                </c:pt>
                <c:pt idx="7167">
                  <c:v>4.2278481012658187E-2</c:v>
                </c:pt>
                <c:pt idx="7168">
                  <c:v>4.2278481012658187E-2</c:v>
                </c:pt>
                <c:pt idx="7169">
                  <c:v>4.2784810126582196E-2</c:v>
                </c:pt>
                <c:pt idx="7170">
                  <c:v>4.2784810126582196E-2</c:v>
                </c:pt>
                <c:pt idx="7171">
                  <c:v>4.2784810126582196E-2</c:v>
                </c:pt>
                <c:pt idx="7172">
                  <c:v>4.2278481012658187E-2</c:v>
                </c:pt>
                <c:pt idx="7173">
                  <c:v>4.2278481012658187E-2</c:v>
                </c:pt>
                <c:pt idx="7174">
                  <c:v>4.2278481012658187E-2</c:v>
                </c:pt>
                <c:pt idx="7175">
                  <c:v>4.2278481012658187E-2</c:v>
                </c:pt>
                <c:pt idx="7176">
                  <c:v>4.2025316455696293E-2</c:v>
                </c:pt>
                <c:pt idx="7177">
                  <c:v>4.2025316455696293E-2</c:v>
                </c:pt>
                <c:pt idx="7178">
                  <c:v>4.1772151898734178E-2</c:v>
                </c:pt>
                <c:pt idx="7179">
                  <c:v>4.1772151898734178E-2</c:v>
                </c:pt>
                <c:pt idx="7180">
                  <c:v>4.1518987341772062E-2</c:v>
                </c:pt>
                <c:pt idx="7181">
                  <c:v>4.1518987341772062E-2</c:v>
                </c:pt>
                <c:pt idx="7182">
                  <c:v>4.1265822784810169E-2</c:v>
                </c:pt>
                <c:pt idx="7183">
                  <c:v>4.1265822784810169E-2</c:v>
                </c:pt>
                <c:pt idx="7184">
                  <c:v>4.1265822784810169E-2</c:v>
                </c:pt>
                <c:pt idx="7185">
                  <c:v>4.2025316455696293E-2</c:v>
                </c:pt>
                <c:pt idx="7186">
                  <c:v>4.1772151898734178E-2</c:v>
                </c:pt>
                <c:pt idx="7187">
                  <c:v>#N/A</c:v>
                </c:pt>
                <c:pt idx="7188">
                  <c:v>4.1772151898734178E-2</c:v>
                </c:pt>
                <c:pt idx="7189">
                  <c:v>#N/A</c:v>
                </c:pt>
                <c:pt idx="7190">
                  <c:v>#N/A</c:v>
                </c:pt>
                <c:pt idx="7191">
                  <c:v>4.1518987341772062E-2</c:v>
                </c:pt>
                <c:pt idx="7192">
                  <c:v>#N/A</c:v>
                </c:pt>
                <c:pt idx="7193">
                  <c:v>4.1265822784810169E-2</c:v>
                </c:pt>
                <c:pt idx="7194">
                  <c:v>4.1265822784810169E-2</c:v>
                </c:pt>
                <c:pt idx="7195">
                  <c:v>4.1265822784810169E-2</c:v>
                </c:pt>
                <c:pt idx="7196">
                  <c:v>4.1012658227848053E-2</c:v>
                </c:pt>
                <c:pt idx="7197">
                  <c:v>4.1012658227848053E-2</c:v>
                </c:pt>
                <c:pt idx="7198">
                  <c:v>4.1012658227848053E-2</c:v>
                </c:pt>
                <c:pt idx="7199">
                  <c:v>4.1012658227848053E-2</c:v>
                </c:pt>
                <c:pt idx="7200">
                  <c:v>4.1012658227848053E-2</c:v>
                </c:pt>
                <c:pt idx="7201">
                  <c:v>4.1012658227848053E-2</c:v>
                </c:pt>
                <c:pt idx="7202">
                  <c:v>4.1012658227848053E-2</c:v>
                </c:pt>
                <c:pt idx="7203">
                  <c:v>4.075949367088616E-2</c:v>
                </c:pt>
                <c:pt idx="7204">
                  <c:v>4.0506329113924044E-2</c:v>
                </c:pt>
                <c:pt idx="7205">
                  <c:v>4.0506329113924044E-2</c:v>
                </c:pt>
                <c:pt idx="7206">
                  <c:v>4.0506329113924044E-2</c:v>
                </c:pt>
                <c:pt idx="7207">
                  <c:v>4.075949367088616E-2</c:v>
                </c:pt>
                <c:pt idx="7208">
                  <c:v>4.0506329113924044E-2</c:v>
                </c:pt>
                <c:pt idx="7209">
                  <c:v>4.075949367088616E-2</c:v>
                </c:pt>
                <c:pt idx="7210">
                  <c:v>4.1012658227848053E-2</c:v>
                </c:pt>
                <c:pt idx="7211">
                  <c:v>#N/A</c:v>
                </c:pt>
                <c:pt idx="7212">
                  <c:v>4.0506329113924044E-2</c:v>
                </c:pt>
                <c:pt idx="7213">
                  <c:v>4.075949367088616E-2</c:v>
                </c:pt>
                <c:pt idx="7214">
                  <c:v>4.1012658227848053E-2</c:v>
                </c:pt>
                <c:pt idx="7215">
                  <c:v>#N/A</c:v>
                </c:pt>
                <c:pt idx="7216">
                  <c:v>4.1518987341772062E-2</c:v>
                </c:pt>
                <c:pt idx="7217">
                  <c:v>4.1265822784810169E-2</c:v>
                </c:pt>
                <c:pt idx="7218">
                  <c:v>4.1265822784810169E-2</c:v>
                </c:pt>
                <c:pt idx="7219">
                  <c:v>4.1265822784810169E-2</c:v>
                </c:pt>
                <c:pt idx="7220">
                  <c:v>4.1012658227848053E-2</c:v>
                </c:pt>
                <c:pt idx="7221">
                  <c:v>4.075949367088616E-2</c:v>
                </c:pt>
                <c:pt idx="7222">
                  <c:v>4.075949367088616E-2</c:v>
                </c:pt>
                <c:pt idx="7223">
                  <c:v>#N/A</c:v>
                </c:pt>
                <c:pt idx="7224">
                  <c:v>4.0506329113924044E-2</c:v>
                </c:pt>
                <c:pt idx="7225">
                  <c:v>4.0506329113924044E-2</c:v>
                </c:pt>
                <c:pt idx="7226">
                  <c:v>4.075949367088616E-2</c:v>
                </c:pt>
                <c:pt idx="7227">
                  <c:v>#N/A</c:v>
                </c:pt>
                <c:pt idx="7228">
                  <c:v>#N/A</c:v>
                </c:pt>
                <c:pt idx="7229">
                  <c:v>#N/A</c:v>
                </c:pt>
                <c:pt idx="7230">
                  <c:v>4.1012658227848053E-2</c:v>
                </c:pt>
                <c:pt idx="7231">
                  <c:v>#N/A</c:v>
                </c:pt>
                <c:pt idx="7232">
                  <c:v>4.1518987341772062E-2</c:v>
                </c:pt>
                <c:pt idx="7233">
                  <c:v>4.1772151898734178E-2</c:v>
                </c:pt>
                <c:pt idx="7234">
                  <c:v>4.2025316455696293E-2</c:v>
                </c:pt>
                <c:pt idx="7235">
                  <c:v>4.2025316455696293E-2</c:v>
                </c:pt>
                <c:pt idx="7236">
                  <c:v>4.1772151898734178E-2</c:v>
                </c:pt>
                <c:pt idx="7237">
                  <c:v>4.2025316455696293E-2</c:v>
                </c:pt>
                <c:pt idx="7238">
                  <c:v>4.2025316455696293E-2</c:v>
                </c:pt>
                <c:pt idx="7239">
                  <c:v>4.2025316455696293E-2</c:v>
                </c:pt>
                <c:pt idx="7240">
                  <c:v>#N/A</c:v>
                </c:pt>
                <c:pt idx="7241">
                  <c:v>4.1772151898734178E-2</c:v>
                </c:pt>
                <c:pt idx="7242">
                  <c:v>4.1772151898734178E-2</c:v>
                </c:pt>
                <c:pt idx="7243">
                  <c:v>4.1772151898734178E-2</c:v>
                </c:pt>
                <c:pt idx="7244">
                  <c:v>4.1772151898734178E-2</c:v>
                </c:pt>
                <c:pt idx="7245">
                  <c:v>#N/A</c:v>
                </c:pt>
                <c:pt idx="7246">
                  <c:v>4.1518987341772062E-2</c:v>
                </c:pt>
                <c:pt idx="7247">
                  <c:v>4.1518987341772062E-2</c:v>
                </c:pt>
                <c:pt idx="7248">
                  <c:v>4.1772151898734178E-2</c:v>
                </c:pt>
                <c:pt idx="7249">
                  <c:v>4.2531645569620302E-2</c:v>
                </c:pt>
                <c:pt idx="7250">
                  <c:v>4.2278481012658187E-2</c:v>
                </c:pt>
                <c:pt idx="7251">
                  <c:v>4.2531645569620302E-2</c:v>
                </c:pt>
                <c:pt idx="7252">
                  <c:v>4.2531645569620302E-2</c:v>
                </c:pt>
                <c:pt idx="7253">
                  <c:v>4.2278481012658187E-2</c:v>
                </c:pt>
                <c:pt idx="7254">
                  <c:v>#N/A</c:v>
                </c:pt>
                <c:pt idx="7255">
                  <c:v>4.2784810126582196E-2</c:v>
                </c:pt>
                <c:pt idx="7256">
                  <c:v>4.2784810126582196E-2</c:v>
                </c:pt>
                <c:pt idx="7257">
                  <c:v>4.2784810126582196E-2</c:v>
                </c:pt>
                <c:pt idx="7258">
                  <c:v>4.2531645569620302E-2</c:v>
                </c:pt>
                <c:pt idx="7259">
                  <c:v>4.2531645569620302E-2</c:v>
                </c:pt>
                <c:pt idx="7260">
                  <c:v>4.2784810126582196E-2</c:v>
                </c:pt>
                <c:pt idx="7261">
                  <c:v>4.3037974683544311E-2</c:v>
                </c:pt>
                <c:pt idx="7262">
                  <c:v>4.2784810126582196E-2</c:v>
                </c:pt>
                <c:pt idx="7263">
                  <c:v>#N/A</c:v>
                </c:pt>
                <c:pt idx="7264">
                  <c:v>#N/A</c:v>
                </c:pt>
                <c:pt idx="7265">
                  <c:v>4.2531645569620302E-2</c:v>
                </c:pt>
                <c:pt idx="7266">
                  <c:v>4.2278481012658187E-2</c:v>
                </c:pt>
                <c:pt idx="7267">
                  <c:v>4.2278481012658187E-2</c:v>
                </c:pt>
                <c:pt idx="7268">
                  <c:v>#N/A</c:v>
                </c:pt>
                <c:pt idx="7269">
                  <c:v>4.2278481012658187E-2</c:v>
                </c:pt>
                <c:pt idx="7270">
                  <c:v>#N/A</c:v>
                </c:pt>
                <c:pt idx="7271">
                  <c:v>4.2025316455696293E-2</c:v>
                </c:pt>
                <c:pt idx="7272">
                  <c:v>#N/A</c:v>
                </c:pt>
                <c:pt idx="7273">
                  <c:v>4.1518987341772062E-2</c:v>
                </c:pt>
                <c:pt idx="7274">
                  <c:v>4.1518987341772062E-2</c:v>
                </c:pt>
                <c:pt idx="7275">
                  <c:v>4.1518987341772062E-2</c:v>
                </c:pt>
                <c:pt idx="7276">
                  <c:v>4.1518987341772062E-2</c:v>
                </c:pt>
                <c:pt idx="7277">
                  <c:v>4.1518987341772062E-2</c:v>
                </c:pt>
                <c:pt idx="7278">
                  <c:v>4.1772151898734178E-2</c:v>
                </c:pt>
                <c:pt idx="7279">
                  <c:v>4.1772151898734178E-2</c:v>
                </c:pt>
                <c:pt idx="7280">
                  <c:v>4.1772151898734178E-2</c:v>
                </c:pt>
                <c:pt idx="7281">
                  <c:v>4.1772151898734178E-2</c:v>
                </c:pt>
                <c:pt idx="7282">
                  <c:v>4.1772151898734178E-2</c:v>
                </c:pt>
                <c:pt idx="7283">
                  <c:v>4.1772151898734178E-2</c:v>
                </c:pt>
                <c:pt idx="7284">
                  <c:v>4.1518987341772062E-2</c:v>
                </c:pt>
                <c:pt idx="7285">
                  <c:v>#N/A</c:v>
                </c:pt>
                <c:pt idx="7286">
                  <c:v>4.1265822784810169E-2</c:v>
                </c:pt>
                <c:pt idx="7287">
                  <c:v>4.1518987341772062E-2</c:v>
                </c:pt>
                <c:pt idx="7288">
                  <c:v>4.1518987341772062E-2</c:v>
                </c:pt>
                <c:pt idx="7289">
                  <c:v>#N/A</c:v>
                </c:pt>
                <c:pt idx="7290">
                  <c:v>4.1518987341772062E-2</c:v>
                </c:pt>
                <c:pt idx="7291">
                  <c:v>4.1518987341772062E-2</c:v>
                </c:pt>
                <c:pt idx="7292">
                  <c:v>4.1265822784810169E-2</c:v>
                </c:pt>
                <c:pt idx="7293">
                  <c:v>#N/A</c:v>
                </c:pt>
                <c:pt idx="7294">
                  <c:v>#N/A</c:v>
                </c:pt>
                <c:pt idx="7295">
                  <c:v>#N/A</c:v>
                </c:pt>
                <c:pt idx="7296">
                  <c:v>4.1518987341772062E-2</c:v>
                </c:pt>
                <c:pt idx="7297">
                  <c:v>#N/A</c:v>
                </c:pt>
                <c:pt idx="7298">
                  <c:v>4.1012658227848053E-2</c:v>
                </c:pt>
                <c:pt idx="7299">
                  <c:v>#N/A</c:v>
                </c:pt>
                <c:pt idx="7300">
                  <c:v>4.1265822784810169E-2</c:v>
                </c:pt>
                <c:pt idx="7301">
                  <c:v>#N/A</c:v>
                </c:pt>
                <c:pt idx="7302">
                  <c:v>4.2025316455696293E-2</c:v>
                </c:pt>
                <c:pt idx="7303">
                  <c:v>4.1772151898734178E-2</c:v>
                </c:pt>
                <c:pt idx="7304">
                  <c:v>4.2784810126582196E-2</c:v>
                </c:pt>
                <c:pt idx="7305">
                  <c:v>#N/A</c:v>
                </c:pt>
                <c:pt idx="7306">
                  <c:v>4.2278481012658187E-2</c:v>
                </c:pt>
                <c:pt idx="7307">
                  <c:v>4.2531645569620302E-2</c:v>
                </c:pt>
                <c:pt idx="7308">
                  <c:v>#N/A</c:v>
                </c:pt>
                <c:pt idx="7309">
                  <c:v>4.2531645569620302E-2</c:v>
                </c:pt>
                <c:pt idx="7310">
                  <c:v>#N/A</c:v>
                </c:pt>
                <c:pt idx="7311">
                  <c:v>4.2531645569620302E-2</c:v>
                </c:pt>
                <c:pt idx="7312">
                  <c:v>#N/A</c:v>
                </c:pt>
                <c:pt idx="7313">
                  <c:v>4.2531645569620302E-2</c:v>
                </c:pt>
                <c:pt idx="7314">
                  <c:v>#N/A</c:v>
                </c:pt>
                <c:pt idx="7315">
                  <c:v>#N/A</c:v>
                </c:pt>
                <c:pt idx="7316">
                  <c:v>4.2784810126582196E-2</c:v>
                </c:pt>
                <c:pt idx="7317">
                  <c:v>4.2784810126582196E-2</c:v>
                </c:pt>
                <c:pt idx="7318">
                  <c:v>#N/A</c:v>
                </c:pt>
                <c:pt idx="7319">
                  <c:v>4.2784810126582196E-2</c:v>
                </c:pt>
                <c:pt idx="7320">
                  <c:v>4.2784810126582196E-2</c:v>
                </c:pt>
                <c:pt idx="7321">
                  <c:v>4.2531645569620302E-2</c:v>
                </c:pt>
                <c:pt idx="7322">
                  <c:v>4.2531645569620302E-2</c:v>
                </c:pt>
                <c:pt idx="7323">
                  <c:v>#N/A</c:v>
                </c:pt>
                <c:pt idx="7324">
                  <c:v>#N/A</c:v>
                </c:pt>
                <c:pt idx="7325">
                  <c:v>4.2278481012658187E-2</c:v>
                </c:pt>
                <c:pt idx="7326">
                  <c:v>#N/A</c:v>
                </c:pt>
                <c:pt idx="7327">
                  <c:v>4.2784810126582196E-2</c:v>
                </c:pt>
                <c:pt idx="7328">
                  <c:v>4.3037974683544311E-2</c:v>
                </c:pt>
                <c:pt idx="7329">
                  <c:v>4.3037974683544311E-2</c:v>
                </c:pt>
                <c:pt idx="7330">
                  <c:v>4.354430379746832E-2</c:v>
                </c:pt>
                <c:pt idx="7331">
                  <c:v>4.354430379746832E-2</c:v>
                </c:pt>
                <c:pt idx="7332">
                  <c:v>4.354430379746832E-2</c:v>
                </c:pt>
                <c:pt idx="7333">
                  <c:v>4.354430379746832E-2</c:v>
                </c:pt>
                <c:pt idx="7334">
                  <c:v>4.4303797468354444E-2</c:v>
                </c:pt>
                <c:pt idx="7335">
                  <c:v>4.4050632911392329E-2</c:v>
                </c:pt>
                <c:pt idx="7336">
                  <c:v>4.4050632911392329E-2</c:v>
                </c:pt>
                <c:pt idx="7337">
                  <c:v>4.4810126582278453E-2</c:v>
                </c:pt>
                <c:pt idx="7338">
                  <c:v>4.455696202531656E-2</c:v>
                </c:pt>
                <c:pt idx="7339">
                  <c:v>4.455696202531656E-2</c:v>
                </c:pt>
                <c:pt idx="7340">
                  <c:v>4.455696202531656E-2</c:v>
                </c:pt>
                <c:pt idx="7341">
                  <c:v>4.4303797468354444E-2</c:v>
                </c:pt>
                <c:pt idx="7342">
                  <c:v>4.4050632911392329E-2</c:v>
                </c:pt>
                <c:pt idx="7343">
                  <c:v>4.4050632911392329E-2</c:v>
                </c:pt>
                <c:pt idx="7344">
                  <c:v>4.4050632911392329E-2</c:v>
                </c:pt>
                <c:pt idx="7345">
                  <c:v>4.4050632911392329E-2</c:v>
                </c:pt>
                <c:pt idx="7346">
                  <c:v>4.3797468354430436E-2</c:v>
                </c:pt>
                <c:pt idx="7347">
                  <c:v>4.3797468354430436E-2</c:v>
                </c:pt>
                <c:pt idx="7348">
                  <c:v>4.5063291139240569E-2</c:v>
                </c:pt>
                <c:pt idx="7349">
                  <c:v>4.5316455696202462E-2</c:v>
                </c:pt>
                <c:pt idx="7350">
                  <c:v>4.4810126582278453E-2</c:v>
                </c:pt>
                <c:pt idx="7351">
                  <c:v>4.5316455696202462E-2</c:v>
                </c:pt>
                <c:pt idx="7352">
                  <c:v>4.5316455696202462E-2</c:v>
                </c:pt>
                <c:pt idx="7353">
                  <c:v>4.5063291139240569E-2</c:v>
                </c:pt>
                <c:pt idx="7354">
                  <c:v>4.5316455696202462E-2</c:v>
                </c:pt>
                <c:pt idx="7355">
                  <c:v>4.5316455696202462E-2</c:v>
                </c:pt>
                <c:pt idx="7356">
                  <c:v>4.5316455696202462E-2</c:v>
                </c:pt>
                <c:pt idx="7357">
                  <c:v>4.5063291139240569E-2</c:v>
                </c:pt>
                <c:pt idx="7358">
                  <c:v>4.4810126582278453E-2</c:v>
                </c:pt>
                <c:pt idx="7359">
                  <c:v>4.5316455696202462E-2</c:v>
                </c:pt>
                <c:pt idx="7360">
                  <c:v>4.5316455696202462E-2</c:v>
                </c:pt>
                <c:pt idx="7361">
                  <c:v>4.5569620253164578E-2</c:v>
                </c:pt>
                <c:pt idx="7362">
                  <c:v>4.5063291139240569E-2</c:v>
                </c:pt>
                <c:pt idx="7363">
                  <c:v>4.5063291139240569E-2</c:v>
                </c:pt>
                <c:pt idx="7364">
                  <c:v>4.5316455696202462E-2</c:v>
                </c:pt>
                <c:pt idx="7365">
                  <c:v>#N/A</c:v>
                </c:pt>
                <c:pt idx="7366">
                  <c:v>4.5569620253164578E-2</c:v>
                </c:pt>
                <c:pt idx="7367">
                  <c:v>4.5822784810126693E-2</c:v>
                </c:pt>
                <c:pt idx="7368">
                  <c:v>4.5822784810126693E-2</c:v>
                </c:pt>
                <c:pt idx="7369">
                  <c:v>4.5569620253164578E-2</c:v>
                </c:pt>
                <c:pt idx="7370">
                  <c:v>4.5316455696202462E-2</c:v>
                </c:pt>
                <c:pt idx="7371">
                  <c:v>4.5063291139240569E-2</c:v>
                </c:pt>
                <c:pt idx="7372">
                  <c:v>#N/A</c:v>
                </c:pt>
                <c:pt idx="7373">
                  <c:v>4.5316455696202462E-2</c:v>
                </c:pt>
                <c:pt idx="7374">
                  <c:v>4.5822784810126693E-2</c:v>
                </c:pt>
                <c:pt idx="7375">
                  <c:v>#N/A</c:v>
                </c:pt>
                <c:pt idx="7376">
                  <c:v>#N/A</c:v>
                </c:pt>
                <c:pt idx="7377">
                  <c:v>4.5063291139240569E-2</c:v>
                </c:pt>
                <c:pt idx="7378">
                  <c:v>#N/A</c:v>
                </c:pt>
                <c:pt idx="7379">
                  <c:v>4.5063291139240569E-2</c:v>
                </c:pt>
                <c:pt idx="7380">
                  <c:v>4.4810126582278453E-2</c:v>
                </c:pt>
                <c:pt idx="7381">
                  <c:v>4.4810126582278453E-2</c:v>
                </c:pt>
                <c:pt idx="7382">
                  <c:v>4.455696202531656E-2</c:v>
                </c:pt>
                <c:pt idx="7383">
                  <c:v>4.455696202531656E-2</c:v>
                </c:pt>
                <c:pt idx="7384">
                  <c:v>4.4303797468354444E-2</c:v>
                </c:pt>
                <c:pt idx="7385">
                  <c:v>4.4303797468354444E-2</c:v>
                </c:pt>
                <c:pt idx="7386">
                  <c:v>4.354430379746832E-2</c:v>
                </c:pt>
                <c:pt idx="7387">
                  <c:v>4.3797468354430436E-2</c:v>
                </c:pt>
                <c:pt idx="7388">
                  <c:v>4.354430379746832E-2</c:v>
                </c:pt>
                <c:pt idx="7389">
                  <c:v>4.3037974683544311E-2</c:v>
                </c:pt>
                <c:pt idx="7390">
                  <c:v>4.3037974683544311E-2</c:v>
                </c:pt>
                <c:pt idx="7391">
                  <c:v>4.3291139240506427E-2</c:v>
                </c:pt>
                <c:pt idx="7392">
                  <c:v>4.3291139240506427E-2</c:v>
                </c:pt>
                <c:pt idx="7393">
                  <c:v>4.3291139240506427E-2</c:v>
                </c:pt>
                <c:pt idx="7394">
                  <c:v>4.354430379746832E-2</c:v>
                </c:pt>
                <c:pt idx="7395">
                  <c:v>4.354430379746832E-2</c:v>
                </c:pt>
                <c:pt idx="7396">
                  <c:v>#N/A</c:v>
                </c:pt>
                <c:pt idx="7397">
                  <c:v>4.354430379746832E-2</c:v>
                </c:pt>
                <c:pt idx="7398">
                  <c:v>#N/A</c:v>
                </c:pt>
                <c:pt idx="7399">
                  <c:v>4.3037974683544311E-2</c:v>
                </c:pt>
                <c:pt idx="7400">
                  <c:v>#N/A</c:v>
                </c:pt>
                <c:pt idx="7401">
                  <c:v>4.3291139240506427E-2</c:v>
                </c:pt>
                <c:pt idx="7402">
                  <c:v>4.354430379746832E-2</c:v>
                </c:pt>
                <c:pt idx="7403">
                  <c:v>#N/A</c:v>
                </c:pt>
                <c:pt idx="7404">
                  <c:v>4.354430379746832E-2</c:v>
                </c:pt>
                <c:pt idx="7405">
                  <c:v>4.354430379746832E-2</c:v>
                </c:pt>
                <c:pt idx="7406">
                  <c:v>4.3797468354430436E-2</c:v>
                </c:pt>
                <c:pt idx="7407">
                  <c:v>#N/A</c:v>
                </c:pt>
                <c:pt idx="7408">
                  <c:v>4.4050632911392329E-2</c:v>
                </c:pt>
                <c:pt idx="7409">
                  <c:v>4.3797468354430436E-2</c:v>
                </c:pt>
                <c:pt idx="7410">
                  <c:v>4.3037974683544311E-2</c:v>
                </c:pt>
                <c:pt idx="7411">
                  <c:v>4.3291139240506427E-2</c:v>
                </c:pt>
                <c:pt idx="7412">
                  <c:v>4.3291139240506427E-2</c:v>
                </c:pt>
                <c:pt idx="7413">
                  <c:v>4.3037974683544311E-2</c:v>
                </c:pt>
                <c:pt idx="7414">
                  <c:v>#N/A</c:v>
                </c:pt>
                <c:pt idx="7415">
                  <c:v>4.3291139240506427E-2</c:v>
                </c:pt>
                <c:pt idx="7416">
                  <c:v>4.2784810126582196E-2</c:v>
                </c:pt>
                <c:pt idx="7417">
                  <c:v>4.2784810126582196E-2</c:v>
                </c:pt>
                <c:pt idx="7418">
                  <c:v>4.2784810126582196E-2</c:v>
                </c:pt>
                <c:pt idx="7419">
                  <c:v>4.2278481012658187E-2</c:v>
                </c:pt>
                <c:pt idx="7420">
                  <c:v>4.2025316455696293E-2</c:v>
                </c:pt>
                <c:pt idx="7421">
                  <c:v>4.2531645569620302E-2</c:v>
                </c:pt>
                <c:pt idx="7422">
                  <c:v>4.2278481012658187E-2</c:v>
                </c:pt>
                <c:pt idx="7423">
                  <c:v>4.2278481012658187E-2</c:v>
                </c:pt>
                <c:pt idx="7424">
                  <c:v>4.2278481012658187E-2</c:v>
                </c:pt>
                <c:pt idx="7425">
                  <c:v>4.2278481012658187E-2</c:v>
                </c:pt>
                <c:pt idx="7426">
                  <c:v>4.2278481012658187E-2</c:v>
                </c:pt>
                <c:pt idx="7427">
                  <c:v>4.2025316455696293E-2</c:v>
                </c:pt>
                <c:pt idx="7428">
                  <c:v>4.2278481012658187E-2</c:v>
                </c:pt>
                <c:pt idx="7429">
                  <c:v>#N/A</c:v>
                </c:pt>
                <c:pt idx="7430">
                  <c:v>4.2531645569620302E-2</c:v>
                </c:pt>
                <c:pt idx="7431">
                  <c:v>4.2278481012658187E-2</c:v>
                </c:pt>
                <c:pt idx="7432">
                  <c:v>4.2278481012658187E-2</c:v>
                </c:pt>
                <c:pt idx="7433">
                  <c:v>#N/A</c:v>
                </c:pt>
                <c:pt idx="7434">
                  <c:v>4.2278481012658187E-2</c:v>
                </c:pt>
                <c:pt idx="7435">
                  <c:v>4.2531645569620302E-2</c:v>
                </c:pt>
                <c:pt idx="7436">
                  <c:v>4.2278481012658187E-2</c:v>
                </c:pt>
                <c:pt idx="7437">
                  <c:v>4.2025316455696293E-2</c:v>
                </c:pt>
                <c:pt idx="7438">
                  <c:v>4.2025316455696293E-2</c:v>
                </c:pt>
                <c:pt idx="7439">
                  <c:v>#N/A</c:v>
                </c:pt>
                <c:pt idx="7440">
                  <c:v>4.2025316455696293E-2</c:v>
                </c:pt>
                <c:pt idx="7441">
                  <c:v>4.2025316455696293E-2</c:v>
                </c:pt>
                <c:pt idx="7442">
                  <c:v>4.2025316455696293E-2</c:v>
                </c:pt>
                <c:pt idx="7443">
                  <c:v>4.2531645569620302E-2</c:v>
                </c:pt>
                <c:pt idx="7444">
                  <c:v>4.2531645569620302E-2</c:v>
                </c:pt>
                <c:pt idx="7445">
                  <c:v>4.2531645569620302E-2</c:v>
                </c:pt>
                <c:pt idx="7446">
                  <c:v>4.2784810126582196E-2</c:v>
                </c:pt>
                <c:pt idx="7447">
                  <c:v>4.2784810126582196E-2</c:v>
                </c:pt>
                <c:pt idx="7448">
                  <c:v>4.3291139240506427E-2</c:v>
                </c:pt>
                <c:pt idx="7449">
                  <c:v>#N/A</c:v>
                </c:pt>
                <c:pt idx="7450">
                  <c:v>4.3037974683544311E-2</c:v>
                </c:pt>
                <c:pt idx="7451">
                  <c:v>4.354430379746832E-2</c:v>
                </c:pt>
                <c:pt idx="7452">
                  <c:v>#N/A</c:v>
                </c:pt>
                <c:pt idx="7453">
                  <c:v>4.3797468354430436E-2</c:v>
                </c:pt>
                <c:pt idx="7454">
                  <c:v>4.3797468354430436E-2</c:v>
                </c:pt>
                <c:pt idx="7455">
                  <c:v>4.3797468354430436E-2</c:v>
                </c:pt>
                <c:pt idx="7456">
                  <c:v>4.4050632911392329E-2</c:v>
                </c:pt>
                <c:pt idx="7457">
                  <c:v>4.4050632911392329E-2</c:v>
                </c:pt>
                <c:pt idx="7458">
                  <c:v>4.4303797468354444E-2</c:v>
                </c:pt>
                <c:pt idx="7459">
                  <c:v>4.455696202531656E-2</c:v>
                </c:pt>
                <c:pt idx="7460">
                  <c:v>4.5063291139240569E-2</c:v>
                </c:pt>
                <c:pt idx="7461">
                  <c:v>4.5063291139240569E-2</c:v>
                </c:pt>
                <c:pt idx="7462">
                  <c:v>4.5063291139240569E-2</c:v>
                </c:pt>
                <c:pt idx="7463">
                  <c:v>4.455696202531656E-2</c:v>
                </c:pt>
                <c:pt idx="7464">
                  <c:v>#N/A</c:v>
                </c:pt>
                <c:pt idx="7465">
                  <c:v>#N/A</c:v>
                </c:pt>
                <c:pt idx="7466">
                  <c:v>4.4303797468354444E-2</c:v>
                </c:pt>
                <c:pt idx="7467">
                  <c:v>4.4303797468354444E-2</c:v>
                </c:pt>
                <c:pt idx="7468">
                  <c:v>#N/A</c:v>
                </c:pt>
                <c:pt idx="7469">
                  <c:v>4.4303797468354444E-2</c:v>
                </c:pt>
                <c:pt idx="7470">
                  <c:v>4.4050632911392329E-2</c:v>
                </c:pt>
                <c:pt idx="7471">
                  <c:v>4.3797468354430436E-2</c:v>
                </c:pt>
                <c:pt idx="7472">
                  <c:v>4.4303797468354444E-2</c:v>
                </c:pt>
                <c:pt idx="7473">
                  <c:v>4.4810126582278453E-2</c:v>
                </c:pt>
                <c:pt idx="7474">
                  <c:v>4.4810126582278453E-2</c:v>
                </c:pt>
                <c:pt idx="7475">
                  <c:v>4.4810126582278453E-2</c:v>
                </c:pt>
                <c:pt idx="7476">
                  <c:v>4.4810126582278453E-2</c:v>
                </c:pt>
                <c:pt idx="7477">
                  <c:v>4.4810126582278453E-2</c:v>
                </c:pt>
                <c:pt idx="7478">
                  <c:v>4.5316455696202462E-2</c:v>
                </c:pt>
                <c:pt idx="7479">
                  <c:v>#N/A</c:v>
                </c:pt>
                <c:pt idx="7480">
                  <c:v>4.5316455696202462E-2</c:v>
                </c:pt>
                <c:pt idx="7481">
                  <c:v>4.5569620253164578E-2</c:v>
                </c:pt>
                <c:pt idx="7482">
                  <c:v>4.5569620253164578E-2</c:v>
                </c:pt>
                <c:pt idx="7483">
                  <c:v>4.5569620253164578E-2</c:v>
                </c:pt>
                <c:pt idx="7484">
                  <c:v>4.5316455696202462E-2</c:v>
                </c:pt>
                <c:pt idx="7485">
                  <c:v>4.5569620253164578E-2</c:v>
                </c:pt>
                <c:pt idx="7486">
                  <c:v>4.5316455696202462E-2</c:v>
                </c:pt>
                <c:pt idx="7487">
                  <c:v>4.5063291139240569E-2</c:v>
                </c:pt>
                <c:pt idx="7488">
                  <c:v>4.5063291139240569E-2</c:v>
                </c:pt>
                <c:pt idx="7489">
                  <c:v>4.4303797468354444E-2</c:v>
                </c:pt>
                <c:pt idx="7490">
                  <c:v>4.4303797468354444E-2</c:v>
                </c:pt>
                <c:pt idx="7491">
                  <c:v>4.455696202531656E-2</c:v>
                </c:pt>
                <c:pt idx="7492">
                  <c:v>4.4303797468354444E-2</c:v>
                </c:pt>
                <c:pt idx="7493">
                  <c:v>4.4303797468354444E-2</c:v>
                </c:pt>
                <c:pt idx="7494">
                  <c:v>#N/A</c:v>
                </c:pt>
                <c:pt idx="7495">
                  <c:v>#N/A</c:v>
                </c:pt>
                <c:pt idx="7496">
                  <c:v>#N/A</c:v>
                </c:pt>
                <c:pt idx="7497">
                  <c:v>#N/A</c:v>
                </c:pt>
                <c:pt idx="7498">
                  <c:v>4.4303797468354444E-2</c:v>
                </c:pt>
                <c:pt idx="7499">
                  <c:v>4.4303797468354444E-2</c:v>
                </c:pt>
                <c:pt idx="7500">
                  <c:v>4.4050632911392329E-2</c:v>
                </c:pt>
                <c:pt idx="7501">
                  <c:v>#N/A</c:v>
                </c:pt>
                <c:pt idx="7502">
                  <c:v>#N/A</c:v>
                </c:pt>
                <c:pt idx="7503">
                  <c:v>4.4810126582278453E-2</c:v>
                </c:pt>
                <c:pt idx="7504">
                  <c:v>4.4810126582278453E-2</c:v>
                </c:pt>
                <c:pt idx="7505">
                  <c:v>4.4810126582278453E-2</c:v>
                </c:pt>
                <c:pt idx="7506">
                  <c:v>4.455696202531656E-2</c:v>
                </c:pt>
                <c:pt idx="7507">
                  <c:v>#N/A</c:v>
                </c:pt>
                <c:pt idx="7508">
                  <c:v>4.455696202531656E-2</c:v>
                </c:pt>
                <c:pt idx="7509">
                  <c:v>4.4303797468354444E-2</c:v>
                </c:pt>
                <c:pt idx="7510">
                  <c:v>4.4050632911392329E-2</c:v>
                </c:pt>
                <c:pt idx="7511">
                  <c:v>4.4303797468354444E-2</c:v>
                </c:pt>
                <c:pt idx="7512">
                  <c:v>#N/A</c:v>
                </c:pt>
                <c:pt idx="7513">
                  <c:v>4.4050632911392329E-2</c:v>
                </c:pt>
                <c:pt idx="7514">
                  <c:v>4.3797468354430436E-2</c:v>
                </c:pt>
                <c:pt idx="7515">
                  <c:v>4.354430379746832E-2</c:v>
                </c:pt>
                <c:pt idx="7516">
                  <c:v>4.354430379746832E-2</c:v>
                </c:pt>
                <c:pt idx="7517">
                  <c:v>4.3797468354430436E-2</c:v>
                </c:pt>
                <c:pt idx="7518">
                  <c:v>4.3797468354430436E-2</c:v>
                </c:pt>
                <c:pt idx="7519">
                  <c:v>4.3797468354430436E-2</c:v>
                </c:pt>
                <c:pt idx="7520">
                  <c:v>4.4050632911392329E-2</c:v>
                </c:pt>
                <c:pt idx="7521">
                  <c:v>4.354430379746832E-2</c:v>
                </c:pt>
                <c:pt idx="7522">
                  <c:v>4.3291139240506427E-2</c:v>
                </c:pt>
                <c:pt idx="7523">
                  <c:v>4.3037974683544311E-2</c:v>
                </c:pt>
                <c:pt idx="7524">
                  <c:v>4.3291139240506427E-2</c:v>
                </c:pt>
                <c:pt idx="7525">
                  <c:v>#N/A</c:v>
                </c:pt>
                <c:pt idx="7526">
                  <c:v>4.3797468354430436E-2</c:v>
                </c:pt>
                <c:pt idx="7527">
                  <c:v>4.3797468354430436E-2</c:v>
                </c:pt>
                <c:pt idx="7528">
                  <c:v>4.354430379746832E-2</c:v>
                </c:pt>
                <c:pt idx="7529">
                  <c:v>#N/A</c:v>
                </c:pt>
                <c:pt idx="7530">
                  <c:v>4.354430379746832E-2</c:v>
                </c:pt>
                <c:pt idx="7531">
                  <c:v>4.354430379746832E-2</c:v>
                </c:pt>
                <c:pt idx="7532">
                  <c:v>#N/A</c:v>
                </c:pt>
                <c:pt idx="7533">
                  <c:v>#N/A</c:v>
                </c:pt>
                <c:pt idx="7534">
                  <c:v>#N/A</c:v>
                </c:pt>
                <c:pt idx="7535">
                  <c:v>#N/A</c:v>
                </c:pt>
                <c:pt idx="7536">
                  <c:v>4.3797468354430436E-2</c:v>
                </c:pt>
                <c:pt idx="7537">
                  <c:v>#N/A</c:v>
                </c:pt>
                <c:pt idx="7538">
                  <c:v>#N/A</c:v>
                </c:pt>
                <c:pt idx="7539">
                  <c:v>4.4050632911392329E-2</c:v>
                </c:pt>
                <c:pt idx="7540">
                  <c:v>#N/A</c:v>
                </c:pt>
                <c:pt idx="7541">
                  <c:v>4.4050632911392329E-2</c:v>
                </c:pt>
                <c:pt idx="7542">
                  <c:v>#N/A</c:v>
                </c:pt>
                <c:pt idx="7543">
                  <c:v>#N/A</c:v>
                </c:pt>
                <c:pt idx="7544">
                  <c:v>4.3797468354430436E-2</c:v>
                </c:pt>
                <c:pt idx="7545">
                  <c:v>#N/A</c:v>
                </c:pt>
                <c:pt idx="7546">
                  <c:v>#N/A</c:v>
                </c:pt>
                <c:pt idx="7547">
                  <c:v>4.3797468354430436E-2</c:v>
                </c:pt>
                <c:pt idx="7548">
                  <c:v>4.3797468354430436E-2</c:v>
                </c:pt>
                <c:pt idx="7549">
                  <c:v>4.4303797468354444E-2</c:v>
                </c:pt>
                <c:pt idx="7550">
                  <c:v>4.4303797468354444E-2</c:v>
                </c:pt>
                <c:pt idx="7551">
                  <c:v>#N/A</c:v>
                </c:pt>
                <c:pt idx="7552">
                  <c:v>#N/A</c:v>
                </c:pt>
                <c:pt idx="7553">
                  <c:v>#N/A</c:v>
                </c:pt>
                <c:pt idx="7554">
                  <c:v>4.455696202531656E-2</c:v>
                </c:pt>
                <c:pt idx="7555">
                  <c:v>4.455696202531656E-2</c:v>
                </c:pt>
                <c:pt idx="7556">
                  <c:v>4.4810126582278453E-2</c:v>
                </c:pt>
                <c:pt idx="7557">
                  <c:v>#N/A</c:v>
                </c:pt>
                <c:pt idx="7558">
                  <c:v>#N/A</c:v>
                </c:pt>
                <c:pt idx="7559">
                  <c:v>#N/A</c:v>
                </c:pt>
                <c:pt idx="7560">
                  <c:v>#N/A</c:v>
                </c:pt>
                <c:pt idx="7561">
                  <c:v>4.5063291139240569E-2</c:v>
                </c:pt>
                <c:pt idx="7562">
                  <c:v>4.5063291139240569E-2</c:v>
                </c:pt>
                <c:pt idx="7563">
                  <c:v>4.5063291139240569E-2</c:v>
                </c:pt>
                <c:pt idx="7564">
                  <c:v>4.5316455696202462E-2</c:v>
                </c:pt>
                <c:pt idx="7565">
                  <c:v>4.5316455696202462E-2</c:v>
                </c:pt>
                <c:pt idx="7566">
                  <c:v>#N/A</c:v>
                </c:pt>
                <c:pt idx="7567">
                  <c:v>4.5316455696202462E-2</c:v>
                </c:pt>
                <c:pt idx="7568">
                  <c:v>4.5316455696202462E-2</c:v>
                </c:pt>
                <c:pt idx="7569">
                  <c:v>4.5316455696202462E-2</c:v>
                </c:pt>
                <c:pt idx="7570">
                  <c:v>4.5316455696202462E-2</c:v>
                </c:pt>
                <c:pt idx="7571">
                  <c:v>4.4810126582278453E-2</c:v>
                </c:pt>
                <c:pt idx="7572">
                  <c:v>4.455696202531656E-2</c:v>
                </c:pt>
                <c:pt idx="7573">
                  <c:v>#N/A</c:v>
                </c:pt>
                <c:pt idx="7574">
                  <c:v>#N/A</c:v>
                </c:pt>
                <c:pt idx="7575">
                  <c:v>4.455696202531656E-2</c:v>
                </c:pt>
                <c:pt idx="7576">
                  <c:v>#N/A</c:v>
                </c:pt>
                <c:pt idx="7577">
                  <c:v>4.4303797468354444E-2</c:v>
                </c:pt>
                <c:pt idx="7578">
                  <c:v>4.455696202531656E-2</c:v>
                </c:pt>
                <c:pt idx="7579">
                  <c:v>4.4303797468354444E-2</c:v>
                </c:pt>
                <c:pt idx="7580">
                  <c:v>4.4303797468354444E-2</c:v>
                </c:pt>
                <c:pt idx="7581">
                  <c:v>4.4303797468354444E-2</c:v>
                </c:pt>
                <c:pt idx="7582">
                  <c:v>4.455696202531656E-2</c:v>
                </c:pt>
                <c:pt idx="7583">
                  <c:v>#N/A</c:v>
                </c:pt>
                <c:pt idx="7584">
                  <c:v>4.455696202531656E-2</c:v>
                </c:pt>
                <c:pt idx="7585">
                  <c:v>4.455696202531656E-2</c:v>
                </c:pt>
                <c:pt idx="7586">
                  <c:v>#N/A</c:v>
                </c:pt>
                <c:pt idx="7587">
                  <c:v>4.4810126582278453E-2</c:v>
                </c:pt>
                <c:pt idx="7588">
                  <c:v>4.4810126582278453E-2</c:v>
                </c:pt>
                <c:pt idx="7589">
                  <c:v>#N/A</c:v>
                </c:pt>
                <c:pt idx="7590">
                  <c:v>4.4810126582278453E-2</c:v>
                </c:pt>
                <c:pt idx="7591">
                  <c:v>4.455696202531656E-2</c:v>
                </c:pt>
                <c:pt idx="7592">
                  <c:v>#N/A</c:v>
                </c:pt>
                <c:pt idx="7593">
                  <c:v>4.455696202531656E-2</c:v>
                </c:pt>
                <c:pt idx="7594">
                  <c:v>4.455696202531656E-2</c:v>
                </c:pt>
                <c:pt idx="7595">
                  <c:v>4.455696202531656E-2</c:v>
                </c:pt>
                <c:pt idx="7596">
                  <c:v>#N/A</c:v>
                </c:pt>
                <c:pt idx="7597">
                  <c:v>4.5063291139240569E-2</c:v>
                </c:pt>
                <c:pt idx="7598">
                  <c:v>#N/A</c:v>
                </c:pt>
                <c:pt idx="7599">
                  <c:v>#N/A</c:v>
                </c:pt>
                <c:pt idx="7600">
                  <c:v>4.5063291139240569E-2</c:v>
                </c:pt>
                <c:pt idx="7601">
                  <c:v>4.5316455696202462E-2</c:v>
                </c:pt>
                <c:pt idx="7602">
                  <c:v>#N/A</c:v>
                </c:pt>
                <c:pt idx="7603">
                  <c:v>#N/A</c:v>
                </c:pt>
                <c:pt idx="7604">
                  <c:v>#N/A</c:v>
                </c:pt>
                <c:pt idx="7605">
                  <c:v>4.5822784810126693E-2</c:v>
                </c:pt>
                <c:pt idx="7606">
                  <c:v>4.6075949367088587E-2</c:v>
                </c:pt>
                <c:pt idx="7607">
                  <c:v>4.6075949367088587E-2</c:v>
                </c:pt>
                <c:pt idx="7608">
                  <c:v>4.6075949367088587E-2</c:v>
                </c:pt>
                <c:pt idx="7609">
                  <c:v>4.6582278481012596E-2</c:v>
                </c:pt>
                <c:pt idx="7610">
                  <c:v>4.6582278481012596E-2</c:v>
                </c:pt>
                <c:pt idx="7611">
                  <c:v>4.6582278481012596E-2</c:v>
                </c:pt>
                <c:pt idx="7612">
                  <c:v>4.6582278481012596E-2</c:v>
                </c:pt>
                <c:pt idx="7613">
                  <c:v>4.6329113924050702E-2</c:v>
                </c:pt>
                <c:pt idx="7614">
                  <c:v>4.5822784810126693E-2</c:v>
                </c:pt>
                <c:pt idx="7615">
                  <c:v>#N/A</c:v>
                </c:pt>
                <c:pt idx="7616">
                  <c:v>4.6329113924050702E-2</c:v>
                </c:pt>
                <c:pt idx="7617">
                  <c:v>4.6582278481012596E-2</c:v>
                </c:pt>
                <c:pt idx="7618">
                  <c:v>4.6582278481012596E-2</c:v>
                </c:pt>
                <c:pt idx="7619">
                  <c:v>4.6582278481012596E-2</c:v>
                </c:pt>
                <c:pt idx="7620">
                  <c:v>4.6835443037974711E-2</c:v>
                </c:pt>
                <c:pt idx="7621">
                  <c:v>4.7088607594936827E-2</c:v>
                </c:pt>
                <c:pt idx="7622">
                  <c:v>4.734177215189872E-2</c:v>
                </c:pt>
                <c:pt idx="7623">
                  <c:v>4.7594936708860835E-2</c:v>
                </c:pt>
                <c:pt idx="7624">
                  <c:v>4.7848101265822729E-2</c:v>
                </c:pt>
                <c:pt idx="7625">
                  <c:v>4.835443037974696E-2</c:v>
                </c:pt>
                <c:pt idx="7626">
                  <c:v>4.8101265822784844E-2</c:v>
                </c:pt>
                <c:pt idx="7627">
                  <c:v>4.7848101265822729E-2</c:v>
                </c:pt>
                <c:pt idx="7628">
                  <c:v>4.7594936708860835E-2</c:v>
                </c:pt>
                <c:pt idx="7629">
                  <c:v>4.7848101265822729E-2</c:v>
                </c:pt>
                <c:pt idx="7630">
                  <c:v>4.734177215189872E-2</c:v>
                </c:pt>
                <c:pt idx="7631">
                  <c:v>4.7594936708860835E-2</c:v>
                </c:pt>
                <c:pt idx="7632">
                  <c:v>4.8101265822784844E-2</c:v>
                </c:pt>
                <c:pt idx="7633">
                  <c:v>#N/A</c:v>
                </c:pt>
                <c:pt idx="7634">
                  <c:v>4.7594936708860835E-2</c:v>
                </c:pt>
                <c:pt idx="7635">
                  <c:v>4.734177215189872E-2</c:v>
                </c:pt>
                <c:pt idx="7636">
                  <c:v>4.7088607594936827E-2</c:v>
                </c:pt>
                <c:pt idx="7637">
                  <c:v>4.6835443037974711E-2</c:v>
                </c:pt>
                <c:pt idx="7638">
                  <c:v>4.734177215189872E-2</c:v>
                </c:pt>
                <c:pt idx="7639">
                  <c:v>4.7594936708860835E-2</c:v>
                </c:pt>
                <c:pt idx="7640">
                  <c:v>4.7848101265822729E-2</c:v>
                </c:pt>
                <c:pt idx="7641">
                  <c:v>4.835443037974696E-2</c:v>
                </c:pt>
                <c:pt idx="7642">
                  <c:v>4.8607594936708853E-2</c:v>
                </c:pt>
                <c:pt idx="7643">
                  <c:v>4.8860759493670969E-2</c:v>
                </c:pt>
                <c:pt idx="7644">
                  <c:v>4.9367088607594978E-2</c:v>
                </c:pt>
                <c:pt idx="7645">
                  <c:v>4.9113924050632862E-2</c:v>
                </c:pt>
                <c:pt idx="7646">
                  <c:v>4.9113924050632862E-2</c:v>
                </c:pt>
                <c:pt idx="7647">
                  <c:v>4.9113924050632862E-2</c:v>
                </c:pt>
                <c:pt idx="7648">
                  <c:v>4.9367088607594978E-2</c:v>
                </c:pt>
                <c:pt idx="7649">
                  <c:v>4.9113924050632862E-2</c:v>
                </c:pt>
                <c:pt idx="7650">
                  <c:v>4.9367088607594978E-2</c:v>
                </c:pt>
                <c:pt idx="7651">
                  <c:v>4.9620253164557093E-2</c:v>
                </c:pt>
                <c:pt idx="7652">
                  <c:v>4.9367088607594978E-2</c:v>
                </c:pt>
                <c:pt idx="7653">
                  <c:v>4.9367088607594978E-2</c:v>
                </c:pt>
                <c:pt idx="7654">
                  <c:v>4.8860759493670969E-2</c:v>
                </c:pt>
                <c:pt idx="7655">
                  <c:v>4.8860759493670969E-2</c:v>
                </c:pt>
                <c:pt idx="7656">
                  <c:v>4.8860759493670969E-2</c:v>
                </c:pt>
                <c:pt idx="7657">
                  <c:v>4.8860759493670969E-2</c:v>
                </c:pt>
                <c:pt idx="7658">
                  <c:v>4.9113924050632862E-2</c:v>
                </c:pt>
                <c:pt idx="7659">
                  <c:v>4.9620253164557093E-2</c:v>
                </c:pt>
                <c:pt idx="7660">
                  <c:v>4.9367088607594978E-2</c:v>
                </c:pt>
                <c:pt idx="7661">
                  <c:v>4.9113924050632862E-2</c:v>
                </c:pt>
                <c:pt idx="7662">
                  <c:v>#N/A</c:v>
                </c:pt>
                <c:pt idx="7663">
                  <c:v>4.8860759493670969E-2</c:v>
                </c:pt>
                <c:pt idx="7664">
                  <c:v>4.8607594936708853E-2</c:v>
                </c:pt>
                <c:pt idx="7665">
                  <c:v>4.8607594936708853E-2</c:v>
                </c:pt>
                <c:pt idx="7666">
                  <c:v>4.8860759493670969E-2</c:v>
                </c:pt>
                <c:pt idx="7667">
                  <c:v>#N/A</c:v>
                </c:pt>
                <c:pt idx="7668">
                  <c:v>4.8607594936708853E-2</c:v>
                </c:pt>
                <c:pt idx="7669">
                  <c:v>4.835443037974696E-2</c:v>
                </c:pt>
                <c:pt idx="7670">
                  <c:v>4.8101265822784844E-2</c:v>
                </c:pt>
                <c:pt idx="7671">
                  <c:v>4.835443037974696E-2</c:v>
                </c:pt>
                <c:pt idx="7672">
                  <c:v>4.8101265822784844E-2</c:v>
                </c:pt>
                <c:pt idx="7673">
                  <c:v>4.8101265822784844E-2</c:v>
                </c:pt>
                <c:pt idx="7674">
                  <c:v>4.8101265822784844E-2</c:v>
                </c:pt>
                <c:pt idx="7675">
                  <c:v>#N/A</c:v>
                </c:pt>
                <c:pt idx="7676">
                  <c:v>#N/A</c:v>
                </c:pt>
                <c:pt idx="7677">
                  <c:v>4.8101265822784844E-2</c:v>
                </c:pt>
                <c:pt idx="7678">
                  <c:v>4.835443037974696E-2</c:v>
                </c:pt>
                <c:pt idx="7679">
                  <c:v>4.8607594936708853E-2</c:v>
                </c:pt>
                <c:pt idx="7680">
                  <c:v>4.835443037974696E-2</c:v>
                </c:pt>
                <c:pt idx="7681">
                  <c:v>4.835443037974696E-2</c:v>
                </c:pt>
                <c:pt idx="7682">
                  <c:v>4.835443037974696E-2</c:v>
                </c:pt>
                <c:pt idx="7683">
                  <c:v>4.8101265822784844E-2</c:v>
                </c:pt>
                <c:pt idx="7684">
                  <c:v>4.7594936708860835E-2</c:v>
                </c:pt>
                <c:pt idx="7685">
                  <c:v>4.8101265822784844E-2</c:v>
                </c:pt>
                <c:pt idx="7686">
                  <c:v>4.8101265822784844E-2</c:v>
                </c:pt>
                <c:pt idx="7687">
                  <c:v>#N/A</c:v>
                </c:pt>
                <c:pt idx="7688">
                  <c:v>4.7848101265822729E-2</c:v>
                </c:pt>
                <c:pt idx="7689">
                  <c:v>4.7848101265822729E-2</c:v>
                </c:pt>
                <c:pt idx="7690">
                  <c:v>4.7848101265822729E-2</c:v>
                </c:pt>
                <c:pt idx="7691">
                  <c:v>4.7594936708860835E-2</c:v>
                </c:pt>
                <c:pt idx="7692">
                  <c:v>#N/A</c:v>
                </c:pt>
                <c:pt idx="7693">
                  <c:v>4.7848101265822729E-2</c:v>
                </c:pt>
                <c:pt idx="7694">
                  <c:v>4.7848101265822729E-2</c:v>
                </c:pt>
                <c:pt idx="7695">
                  <c:v>4.8101265822784844E-2</c:v>
                </c:pt>
                <c:pt idx="7696">
                  <c:v>4.8101265822784844E-2</c:v>
                </c:pt>
                <c:pt idx="7697">
                  <c:v>4.835443037974696E-2</c:v>
                </c:pt>
                <c:pt idx="7698">
                  <c:v>#N/A</c:v>
                </c:pt>
                <c:pt idx="7699">
                  <c:v>4.8607594936708853E-2</c:v>
                </c:pt>
                <c:pt idx="7700">
                  <c:v>4.8607594936708853E-2</c:v>
                </c:pt>
                <c:pt idx="7701">
                  <c:v>4.835443037974696E-2</c:v>
                </c:pt>
                <c:pt idx="7702">
                  <c:v>#N/A</c:v>
                </c:pt>
                <c:pt idx="7703">
                  <c:v>4.8607594936708853E-2</c:v>
                </c:pt>
                <c:pt idx="7704">
                  <c:v>#N/A</c:v>
                </c:pt>
                <c:pt idx="7705">
                  <c:v>4.8860759493670969E-2</c:v>
                </c:pt>
                <c:pt idx="7706">
                  <c:v>#N/A</c:v>
                </c:pt>
                <c:pt idx="7707">
                  <c:v>4.9113924050632862E-2</c:v>
                </c:pt>
                <c:pt idx="7708">
                  <c:v>4.9367088607594978E-2</c:v>
                </c:pt>
                <c:pt idx="7709">
                  <c:v>4.9367088607594978E-2</c:v>
                </c:pt>
                <c:pt idx="7710">
                  <c:v>4.9367088607594978E-2</c:v>
                </c:pt>
                <c:pt idx="7711">
                  <c:v>4.9367088607594978E-2</c:v>
                </c:pt>
                <c:pt idx="7712">
                  <c:v>4.9113924050632862E-2</c:v>
                </c:pt>
                <c:pt idx="7713">
                  <c:v>4.8607594936708853E-2</c:v>
                </c:pt>
                <c:pt idx="7714">
                  <c:v>4.8860759493670969E-2</c:v>
                </c:pt>
                <c:pt idx="7715">
                  <c:v>4.9113924050632862E-2</c:v>
                </c:pt>
                <c:pt idx="7716">
                  <c:v>4.9620253164557093E-2</c:v>
                </c:pt>
                <c:pt idx="7717">
                  <c:v>4.9873417721518987E-2</c:v>
                </c:pt>
                <c:pt idx="7718">
                  <c:v>4.9873417721518987E-2</c:v>
                </c:pt>
                <c:pt idx="7719">
                  <c:v>5.0126582278481102E-2</c:v>
                </c:pt>
                <c:pt idx="7720">
                  <c:v>5.0379746835442996E-2</c:v>
                </c:pt>
                <c:pt idx="7721">
                  <c:v>5.0632911392405111E-2</c:v>
                </c:pt>
                <c:pt idx="7722">
                  <c:v>5.0886075949367227E-2</c:v>
                </c:pt>
                <c:pt idx="7723">
                  <c:v>5.113924050632912E-2</c:v>
                </c:pt>
                <c:pt idx="7724">
                  <c:v>5.0632911392405111E-2</c:v>
                </c:pt>
                <c:pt idx="7725">
                  <c:v>4.9873417721518987E-2</c:v>
                </c:pt>
                <c:pt idx="7726">
                  <c:v>4.9620253164557093E-2</c:v>
                </c:pt>
                <c:pt idx="7727">
                  <c:v>5.0126582278481102E-2</c:v>
                </c:pt>
                <c:pt idx="7728">
                  <c:v>5.0379746835442996E-2</c:v>
                </c:pt>
                <c:pt idx="7729">
                  <c:v>5.0379746835442996E-2</c:v>
                </c:pt>
                <c:pt idx="7730">
                  <c:v>5.0126582278481102E-2</c:v>
                </c:pt>
                <c:pt idx="7731">
                  <c:v>4.9367088607594978E-2</c:v>
                </c:pt>
                <c:pt idx="7732">
                  <c:v>4.9620253164557093E-2</c:v>
                </c:pt>
                <c:pt idx="7733">
                  <c:v>4.9367088607594978E-2</c:v>
                </c:pt>
                <c:pt idx="7734">
                  <c:v>4.9367088607594978E-2</c:v>
                </c:pt>
                <c:pt idx="7735">
                  <c:v>4.9367088607594978E-2</c:v>
                </c:pt>
                <c:pt idx="7736">
                  <c:v>4.9367088607594978E-2</c:v>
                </c:pt>
                <c:pt idx="7737">
                  <c:v>4.9367088607594978E-2</c:v>
                </c:pt>
                <c:pt idx="7738">
                  <c:v>4.9367088607594978E-2</c:v>
                </c:pt>
                <c:pt idx="7739">
                  <c:v>#N/A</c:v>
                </c:pt>
                <c:pt idx="7740">
                  <c:v>4.9367088607594978E-2</c:v>
                </c:pt>
                <c:pt idx="7741">
                  <c:v>4.9367088607594978E-2</c:v>
                </c:pt>
                <c:pt idx="7742">
                  <c:v>4.8607594936708853E-2</c:v>
                </c:pt>
                <c:pt idx="7743">
                  <c:v>4.8101265822784844E-2</c:v>
                </c:pt>
                <c:pt idx="7744">
                  <c:v>4.7848101265822729E-2</c:v>
                </c:pt>
                <c:pt idx="7745">
                  <c:v>4.7848101265822729E-2</c:v>
                </c:pt>
                <c:pt idx="7746">
                  <c:v>4.8101265822784844E-2</c:v>
                </c:pt>
                <c:pt idx="7747">
                  <c:v>4.8607594936708853E-2</c:v>
                </c:pt>
                <c:pt idx="7748">
                  <c:v>4.8860759493670969E-2</c:v>
                </c:pt>
                <c:pt idx="7749">
                  <c:v>4.8607594936708853E-2</c:v>
                </c:pt>
                <c:pt idx="7750">
                  <c:v>4.835443037974696E-2</c:v>
                </c:pt>
                <c:pt idx="7751">
                  <c:v>4.835443037974696E-2</c:v>
                </c:pt>
                <c:pt idx="7752">
                  <c:v>4.8101265822784844E-2</c:v>
                </c:pt>
                <c:pt idx="7753">
                  <c:v>4.8101265822784844E-2</c:v>
                </c:pt>
                <c:pt idx="7754">
                  <c:v>4.8101265822784844E-2</c:v>
                </c:pt>
                <c:pt idx="7755">
                  <c:v>4.835443037974696E-2</c:v>
                </c:pt>
                <c:pt idx="7756">
                  <c:v>4.8101265822784844E-2</c:v>
                </c:pt>
                <c:pt idx="7757">
                  <c:v>4.8101265822784844E-2</c:v>
                </c:pt>
                <c:pt idx="7758">
                  <c:v>4.8607594936708853E-2</c:v>
                </c:pt>
                <c:pt idx="7759">
                  <c:v>4.8607594936708853E-2</c:v>
                </c:pt>
                <c:pt idx="7760">
                  <c:v>4.8607594936708853E-2</c:v>
                </c:pt>
                <c:pt idx="7761">
                  <c:v>4.8101265822784844E-2</c:v>
                </c:pt>
                <c:pt idx="7762">
                  <c:v>4.8101265822784844E-2</c:v>
                </c:pt>
                <c:pt idx="7763">
                  <c:v>4.8101265822784844E-2</c:v>
                </c:pt>
                <c:pt idx="7764">
                  <c:v>4.8101265822784844E-2</c:v>
                </c:pt>
                <c:pt idx="7765">
                  <c:v>#N/A</c:v>
                </c:pt>
                <c:pt idx="7766">
                  <c:v>4.7848101265822729E-2</c:v>
                </c:pt>
                <c:pt idx="7767">
                  <c:v>4.7594936708860835E-2</c:v>
                </c:pt>
                <c:pt idx="7768">
                  <c:v>4.734177215189872E-2</c:v>
                </c:pt>
                <c:pt idx="7769">
                  <c:v>4.734177215189872E-2</c:v>
                </c:pt>
                <c:pt idx="7770">
                  <c:v>4.734177215189872E-2</c:v>
                </c:pt>
                <c:pt idx="7771">
                  <c:v>4.7088607594936827E-2</c:v>
                </c:pt>
                <c:pt idx="7772">
                  <c:v>4.6835443037974711E-2</c:v>
                </c:pt>
                <c:pt idx="7773">
                  <c:v>4.7088607594936827E-2</c:v>
                </c:pt>
                <c:pt idx="7774">
                  <c:v>4.7594936708860835E-2</c:v>
                </c:pt>
                <c:pt idx="7775">
                  <c:v>4.734177215189872E-2</c:v>
                </c:pt>
                <c:pt idx="7776">
                  <c:v>4.734177215189872E-2</c:v>
                </c:pt>
                <c:pt idx="7777">
                  <c:v>4.7594936708860835E-2</c:v>
                </c:pt>
                <c:pt idx="7778">
                  <c:v>#N/A</c:v>
                </c:pt>
                <c:pt idx="7779">
                  <c:v>4.7594936708860835E-2</c:v>
                </c:pt>
                <c:pt idx="7780">
                  <c:v>4.734177215189872E-2</c:v>
                </c:pt>
                <c:pt idx="7781">
                  <c:v>4.734177215189872E-2</c:v>
                </c:pt>
                <c:pt idx="7782">
                  <c:v>#N/A</c:v>
                </c:pt>
                <c:pt idx="7783">
                  <c:v>4.7594936708860835E-2</c:v>
                </c:pt>
                <c:pt idx="7784">
                  <c:v>#N/A</c:v>
                </c:pt>
                <c:pt idx="7785">
                  <c:v>#N/A</c:v>
                </c:pt>
                <c:pt idx="7786">
                  <c:v>#N/A</c:v>
                </c:pt>
                <c:pt idx="7787">
                  <c:v>4.8101265822784844E-2</c:v>
                </c:pt>
                <c:pt idx="7788">
                  <c:v>4.8101265822784844E-2</c:v>
                </c:pt>
                <c:pt idx="7789">
                  <c:v>4.8101265822784844E-2</c:v>
                </c:pt>
                <c:pt idx="7790">
                  <c:v>4.8101265822784844E-2</c:v>
                </c:pt>
                <c:pt idx="7791">
                  <c:v>4.7848101265822729E-2</c:v>
                </c:pt>
                <c:pt idx="7792">
                  <c:v>4.7594936708860835E-2</c:v>
                </c:pt>
                <c:pt idx="7793">
                  <c:v>4.7088607594936827E-2</c:v>
                </c:pt>
                <c:pt idx="7794">
                  <c:v>#N/A</c:v>
                </c:pt>
                <c:pt idx="7795">
                  <c:v>4.7594936708860835E-2</c:v>
                </c:pt>
                <c:pt idx="7796">
                  <c:v>4.7594936708860835E-2</c:v>
                </c:pt>
                <c:pt idx="7797">
                  <c:v>#N/A</c:v>
                </c:pt>
                <c:pt idx="7798">
                  <c:v>4.7594936708860835E-2</c:v>
                </c:pt>
                <c:pt idx="7799">
                  <c:v>4.734177215189872E-2</c:v>
                </c:pt>
                <c:pt idx="7800">
                  <c:v>4.7088607594936827E-2</c:v>
                </c:pt>
                <c:pt idx="7801">
                  <c:v>4.7088607594936827E-2</c:v>
                </c:pt>
                <c:pt idx="7802">
                  <c:v>#N/A</c:v>
                </c:pt>
                <c:pt idx="7803">
                  <c:v>4.6835443037974711E-2</c:v>
                </c:pt>
                <c:pt idx="7804">
                  <c:v>4.7088607594936827E-2</c:v>
                </c:pt>
                <c:pt idx="7805">
                  <c:v>4.734177215189872E-2</c:v>
                </c:pt>
                <c:pt idx="7806">
                  <c:v>#N/A</c:v>
                </c:pt>
                <c:pt idx="7807">
                  <c:v>4.6835443037974711E-2</c:v>
                </c:pt>
                <c:pt idx="7808">
                  <c:v>4.7088607594936827E-2</c:v>
                </c:pt>
                <c:pt idx="7809">
                  <c:v>4.835443037974696E-2</c:v>
                </c:pt>
                <c:pt idx="7810">
                  <c:v>4.8101265822784844E-2</c:v>
                </c:pt>
                <c:pt idx="7811">
                  <c:v>#N/A</c:v>
                </c:pt>
                <c:pt idx="7812">
                  <c:v>4.8101265822784844E-2</c:v>
                </c:pt>
                <c:pt idx="7813">
                  <c:v>#N/A</c:v>
                </c:pt>
                <c:pt idx="7814">
                  <c:v>4.8607594936708853E-2</c:v>
                </c:pt>
                <c:pt idx="7815">
                  <c:v>4.835443037974696E-2</c:v>
                </c:pt>
                <c:pt idx="7816">
                  <c:v>4.835443037974696E-2</c:v>
                </c:pt>
                <c:pt idx="7817">
                  <c:v>4.835443037974696E-2</c:v>
                </c:pt>
                <c:pt idx="7818">
                  <c:v>4.835443037974696E-2</c:v>
                </c:pt>
                <c:pt idx="7819">
                  <c:v>4.8607594936708853E-2</c:v>
                </c:pt>
                <c:pt idx="7820">
                  <c:v>4.9367088607594978E-2</c:v>
                </c:pt>
                <c:pt idx="7821">
                  <c:v>4.9367088607594978E-2</c:v>
                </c:pt>
                <c:pt idx="7822">
                  <c:v>4.9620253164557093E-2</c:v>
                </c:pt>
                <c:pt idx="7823">
                  <c:v>4.9620253164557093E-2</c:v>
                </c:pt>
                <c:pt idx="7824">
                  <c:v>4.9620253164557093E-2</c:v>
                </c:pt>
                <c:pt idx="7825">
                  <c:v>4.9620253164557093E-2</c:v>
                </c:pt>
                <c:pt idx="7826">
                  <c:v>4.9367088607594978E-2</c:v>
                </c:pt>
                <c:pt idx="7827">
                  <c:v>4.9367088607594978E-2</c:v>
                </c:pt>
                <c:pt idx="7828">
                  <c:v>4.9620253164557093E-2</c:v>
                </c:pt>
                <c:pt idx="7829">
                  <c:v>#N/A</c:v>
                </c:pt>
                <c:pt idx="7830">
                  <c:v>4.9367088607594978E-2</c:v>
                </c:pt>
                <c:pt idx="7831">
                  <c:v>4.9367088607594978E-2</c:v>
                </c:pt>
                <c:pt idx="7832">
                  <c:v>4.9873417721518987E-2</c:v>
                </c:pt>
                <c:pt idx="7833">
                  <c:v>4.9620253164557093E-2</c:v>
                </c:pt>
                <c:pt idx="7834">
                  <c:v>4.9873417721518987E-2</c:v>
                </c:pt>
                <c:pt idx="7835">
                  <c:v>4.9873417721518987E-2</c:v>
                </c:pt>
                <c:pt idx="7836">
                  <c:v>5.0126582278481102E-2</c:v>
                </c:pt>
                <c:pt idx="7837">
                  <c:v>5.0126582278481102E-2</c:v>
                </c:pt>
                <c:pt idx="7838">
                  <c:v>#N/A</c:v>
                </c:pt>
                <c:pt idx="7839">
                  <c:v>4.9873417721518987E-2</c:v>
                </c:pt>
                <c:pt idx="7840">
                  <c:v>4.9873417721518987E-2</c:v>
                </c:pt>
                <c:pt idx="7841">
                  <c:v>5.0886075949367227E-2</c:v>
                </c:pt>
                <c:pt idx="7842">
                  <c:v>5.0632911392405111E-2</c:v>
                </c:pt>
                <c:pt idx="7843">
                  <c:v>5.0126582278481102E-2</c:v>
                </c:pt>
                <c:pt idx="7844">
                  <c:v>5.0379746835442996E-2</c:v>
                </c:pt>
                <c:pt idx="7845">
                  <c:v>5.0379746835442996E-2</c:v>
                </c:pt>
                <c:pt idx="7846">
                  <c:v>5.0126582278481102E-2</c:v>
                </c:pt>
                <c:pt idx="7847">
                  <c:v>5.0126582278481102E-2</c:v>
                </c:pt>
                <c:pt idx="7848">
                  <c:v>4.9113924050632862E-2</c:v>
                </c:pt>
                <c:pt idx="7849">
                  <c:v>4.9113924050632862E-2</c:v>
                </c:pt>
                <c:pt idx="7850">
                  <c:v>4.9620253164557093E-2</c:v>
                </c:pt>
                <c:pt idx="7851">
                  <c:v>#N/A</c:v>
                </c:pt>
                <c:pt idx="7852">
                  <c:v>4.9367088607594978E-2</c:v>
                </c:pt>
                <c:pt idx="7853">
                  <c:v>4.9367088607594978E-2</c:v>
                </c:pt>
                <c:pt idx="7854">
                  <c:v>4.9367088607594978E-2</c:v>
                </c:pt>
                <c:pt idx="7855">
                  <c:v>4.9113924050632862E-2</c:v>
                </c:pt>
                <c:pt idx="7856">
                  <c:v>4.8860759493670969E-2</c:v>
                </c:pt>
                <c:pt idx="7857">
                  <c:v>4.8607594936708853E-2</c:v>
                </c:pt>
                <c:pt idx="7858">
                  <c:v>4.9113924050632862E-2</c:v>
                </c:pt>
                <c:pt idx="7859">
                  <c:v>4.9367088607594978E-2</c:v>
                </c:pt>
                <c:pt idx="7860">
                  <c:v>4.9113924050632862E-2</c:v>
                </c:pt>
                <c:pt idx="7861">
                  <c:v>4.8607594936708853E-2</c:v>
                </c:pt>
                <c:pt idx="7862">
                  <c:v>4.9113924050632862E-2</c:v>
                </c:pt>
                <c:pt idx="7863">
                  <c:v>4.8607594936708853E-2</c:v>
                </c:pt>
                <c:pt idx="7864">
                  <c:v>4.8607594936708853E-2</c:v>
                </c:pt>
                <c:pt idx="7865">
                  <c:v>4.835443037974696E-2</c:v>
                </c:pt>
                <c:pt idx="7866">
                  <c:v>4.8101265822784844E-2</c:v>
                </c:pt>
                <c:pt idx="7867">
                  <c:v>4.835443037974696E-2</c:v>
                </c:pt>
                <c:pt idx="7868">
                  <c:v>4.835443037974696E-2</c:v>
                </c:pt>
                <c:pt idx="7869">
                  <c:v>4.8607594936708853E-2</c:v>
                </c:pt>
                <c:pt idx="7870">
                  <c:v>4.8101265822784844E-2</c:v>
                </c:pt>
                <c:pt idx="7871">
                  <c:v>4.835443037974696E-2</c:v>
                </c:pt>
                <c:pt idx="7872">
                  <c:v>4.8607594936708853E-2</c:v>
                </c:pt>
                <c:pt idx="7873">
                  <c:v>4.8607594936708853E-2</c:v>
                </c:pt>
                <c:pt idx="7874">
                  <c:v>4.835443037974696E-2</c:v>
                </c:pt>
                <c:pt idx="7875">
                  <c:v>4.8607594936708853E-2</c:v>
                </c:pt>
                <c:pt idx="7876">
                  <c:v>4.8860759493670969E-2</c:v>
                </c:pt>
                <c:pt idx="7877">
                  <c:v>4.8860759493670969E-2</c:v>
                </c:pt>
                <c:pt idx="7878">
                  <c:v>4.9113924050632862E-2</c:v>
                </c:pt>
                <c:pt idx="7879">
                  <c:v>4.8860759493670969E-2</c:v>
                </c:pt>
                <c:pt idx="7880">
                  <c:v>4.8860759493670969E-2</c:v>
                </c:pt>
                <c:pt idx="7881">
                  <c:v>4.8607594936708853E-2</c:v>
                </c:pt>
                <c:pt idx="7882">
                  <c:v>4.835443037974696E-2</c:v>
                </c:pt>
                <c:pt idx="7883">
                  <c:v>4.8101265822784844E-2</c:v>
                </c:pt>
                <c:pt idx="7884">
                  <c:v>4.835443037974696E-2</c:v>
                </c:pt>
                <c:pt idx="7885">
                  <c:v>4.8101265822784844E-2</c:v>
                </c:pt>
                <c:pt idx="7886">
                  <c:v>4.8607594936708853E-2</c:v>
                </c:pt>
                <c:pt idx="7887">
                  <c:v>4.8607594936708853E-2</c:v>
                </c:pt>
                <c:pt idx="7888">
                  <c:v>4.835443037974696E-2</c:v>
                </c:pt>
                <c:pt idx="7889">
                  <c:v>4.835443037974696E-2</c:v>
                </c:pt>
                <c:pt idx="7890">
                  <c:v>4.8607594936708853E-2</c:v>
                </c:pt>
                <c:pt idx="7891">
                  <c:v>4.835443037974696E-2</c:v>
                </c:pt>
                <c:pt idx="7892">
                  <c:v>4.835443037974696E-2</c:v>
                </c:pt>
                <c:pt idx="7893">
                  <c:v>#N/A</c:v>
                </c:pt>
                <c:pt idx="7894">
                  <c:v>4.8860759493670969E-2</c:v>
                </c:pt>
                <c:pt idx="7895">
                  <c:v>4.9367088607594978E-2</c:v>
                </c:pt>
                <c:pt idx="7896">
                  <c:v>4.8860759493670969E-2</c:v>
                </c:pt>
                <c:pt idx="7897">
                  <c:v>4.8860759493670969E-2</c:v>
                </c:pt>
                <c:pt idx="7898">
                  <c:v>4.9113924050632862E-2</c:v>
                </c:pt>
                <c:pt idx="7899">
                  <c:v>#N/A</c:v>
                </c:pt>
                <c:pt idx="7900">
                  <c:v>4.9620253164557093E-2</c:v>
                </c:pt>
                <c:pt idx="7901">
                  <c:v>4.9620253164557093E-2</c:v>
                </c:pt>
                <c:pt idx="7902">
                  <c:v>4.9367088607594978E-2</c:v>
                </c:pt>
                <c:pt idx="7903">
                  <c:v>4.9873417721518987E-2</c:v>
                </c:pt>
                <c:pt idx="7904">
                  <c:v>4.9873417721518987E-2</c:v>
                </c:pt>
                <c:pt idx="7905">
                  <c:v>#N/A</c:v>
                </c:pt>
                <c:pt idx="7906">
                  <c:v>5.0126582278481102E-2</c:v>
                </c:pt>
                <c:pt idx="7907">
                  <c:v>4.9873417721518987E-2</c:v>
                </c:pt>
                <c:pt idx="7908">
                  <c:v>4.9873417721518987E-2</c:v>
                </c:pt>
                <c:pt idx="7909">
                  <c:v>5.0126582278481102E-2</c:v>
                </c:pt>
                <c:pt idx="7910">
                  <c:v>4.9620253164557093E-2</c:v>
                </c:pt>
                <c:pt idx="7911">
                  <c:v>4.9873417721518987E-2</c:v>
                </c:pt>
                <c:pt idx="7912">
                  <c:v>5.0126582278481102E-2</c:v>
                </c:pt>
                <c:pt idx="7913">
                  <c:v>5.0379746835442996E-2</c:v>
                </c:pt>
                <c:pt idx="7914">
                  <c:v>5.0379746835442996E-2</c:v>
                </c:pt>
                <c:pt idx="7915">
                  <c:v>5.0632911392405111E-2</c:v>
                </c:pt>
                <c:pt idx="7916">
                  <c:v>5.0886075949367227E-2</c:v>
                </c:pt>
                <c:pt idx="7917">
                  <c:v>5.0886075949367227E-2</c:v>
                </c:pt>
                <c:pt idx="7918">
                  <c:v>5.0886075949367227E-2</c:v>
                </c:pt>
                <c:pt idx="7919">
                  <c:v>5.0632911392405111E-2</c:v>
                </c:pt>
                <c:pt idx="7920">
                  <c:v>5.0126582278481102E-2</c:v>
                </c:pt>
                <c:pt idx="7921">
                  <c:v>5.0126582278481102E-2</c:v>
                </c:pt>
                <c:pt idx="7922">
                  <c:v>5.0126582278481102E-2</c:v>
                </c:pt>
                <c:pt idx="7923">
                  <c:v>#N/A</c:v>
                </c:pt>
                <c:pt idx="7924">
                  <c:v>5.0126582278481102E-2</c:v>
                </c:pt>
                <c:pt idx="7925">
                  <c:v>#N/A</c:v>
                </c:pt>
                <c:pt idx="7926">
                  <c:v>5.0126582278481102E-2</c:v>
                </c:pt>
                <c:pt idx="7927">
                  <c:v>5.0126582278481102E-2</c:v>
                </c:pt>
                <c:pt idx="7928">
                  <c:v>5.0126582278481102E-2</c:v>
                </c:pt>
                <c:pt idx="7929">
                  <c:v>#N/A</c:v>
                </c:pt>
                <c:pt idx="7930">
                  <c:v>4.9873417721518987E-2</c:v>
                </c:pt>
                <c:pt idx="7931">
                  <c:v>4.9367088607594978E-2</c:v>
                </c:pt>
                <c:pt idx="7932">
                  <c:v>4.9113924050632862E-2</c:v>
                </c:pt>
                <c:pt idx="7933">
                  <c:v>4.9367088607594978E-2</c:v>
                </c:pt>
                <c:pt idx="7934">
                  <c:v>4.9367088607594978E-2</c:v>
                </c:pt>
                <c:pt idx="7935">
                  <c:v>4.9873417721518987E-2</c:v>
                </c:pt>
                <c:pt idx="7936">
                  <c:v>5.0126582278481102E-2</c:v>
                </c:pt>
                <c:pt idx="7937">
                  <c:v>4.9620253164557093E-2</c:v>
                </c:pt>
                <c:pt idx="7938">
                  <c:v>4.9367088607594978E-2</c:v>
                </c:pt>
                <c:pt idx="7939">
                  <c:v>#N/A</c:v>
                </c:pt>
                <c:pt idx="7940">
                  <c:v>4.9367088607594978E-2</c:v>
                </c:pt>
                <c:pt idx="7941">
                  <c:v>4.9367088607594978E-2</c:v>
                </c:pt>
                <c:pt idx="7942">
                  <c:v>4.9873417721518987E-2</c:v>
                </c:pt>
                <c:pt idx="7943">
                  <c:v>4.9873417721518987E-2</c:v>
                </c:pt>
                <c:pt idx="7944">
                  <c:v>5.0379746835442996E-2</c:v>
                </c:pt>
                <c:pt idx="7945">
                  <c:v>5.0632911392405111E-2</c:v>
                </c:pt>
                <c:pt idx="7946">
                  <c:v>#N/A</c:v>
                </c:pt>
                <c:pt idx="7947">
                  <c:v>5.0886075949367227E-2</c:v>
                </c:pt>
                <c:pt idx="7948">
                  <c:v>5.113924050632912E-2</c:v>
                </c:pt>
                <c:pt idx="7949">
                  <c:v>5.113924050632912E-2</c:v>
                </c:pt>
                <c:pt idx="7950">
                  <c:v>5.113924050632912E-2</c:v>
                </c:pt>
                <c:pt idx="7951">
                  <c:v>5.0886075949367227E-2</c:v>
                </c:pt>
                <c:pt idx="7952">
                  <c:v>#N/A</c:v>
                </c:pt>
                <c:pt idx="7953">
                  <c:v>5.1392405063291235E-2</c:v>
                </c:pt>
                <c:pt idx="7954">
                  <c:v>5.1645569620253129E-2</c:v>
                </c:pt>
                <c:pt idx="7955">
                  <c:v>5.1645569620253129E-2</c:v>
                </c:pt>
                <c:pt idx="7956">
                  <c:v>5.1392405063291235E-2</c:v>
                </c:pt>
                <c:pt idx="7957">
                  <c:v>5.0886075949367227E-2</c:v>
                </c:pt>
                <c:pt idx="7958">
                  <c:v>5.0886075949367227E-2</c:v>
                </c:pt>
                <c:pt idx="7959">
                  <c:v>5.0886075949367227E-2</c:v>
                </c:pt>
                <c:pt idx="7960">
                  <c:v>#N/A</c:v>
                </c:pt>
                <c:pt idx="7961">
                  <c:v>5.1898734177215244E-2</c:v>
                </c:pt>
                <c:pt idx="7962">
                  <c:v>5.1645569620253129E-2</c:v>
                </c:pt>
                <c:pt idx="7963">
                  <c:v>5.1645569620253129E-2</c:v>
                </c:pt>
                <c:pt idx="7964">
                  <c:v>5.1645569620253129E-2</c:v>
                </c:pt>
                <c:pt idx="7965">
                  <c:v>5.1392405063291235E-2</c:v>
                </c:pt>
                <c:pt idx="7966">
                  <c:v>5.1898734177215244E-2</c:v>
                </c:pt>
                <c:pt idx="7967">
                  <c:v>5.1898734177215244E-2</c:v>
                </c:pt>
                <c:pt idx="7968">
                  <c:v>5.1645569620253129E-2</c:v>
                </c:pt>
                <c:pt idx="7969">
                  <c:v>5.1898734177215244E-2</c:v>
                </c:pt>
                <c:pt idx="7970">
                  <c:v>5.1898734177215244E-2</c:v>
                </c:pt>
                <c:pt idx="7971">
                  <c:v>5.1898734177215244E-2</c:v>
                </c:pt>
                <c:pt idx="7972">
                  <c:v>#N/A</c:v>
                </c:pt>
                <c:pt idx="7973">
                  <c:v>5.1645569620253129E-2</c:v>
                </c:pt>
                <c:pt idx="7974">
                  <c:v>5.113924050632912E-2</c:v>
                </c:pt>
                <c:pt idx="7975">
                  <c:v>5.113924050632912E-2</c:v>
                </c:pt>
                <c:pt idx="7976">
                  <c:v>#N/A</c:v>
                </c:pt>
                <c:pt idx="7977">
                  <c:v>5.113924050632912E-2</c:v>
                </c:pt>
                <c:pt idx="7978">
                  <c:v>5.0886075949367227E-2</c:v>
                </c:pt>
                <c:pt idx="7979">
                  <c:v>5.0632911392405111E-2</c:v>
                </c:pt>
                <c:pt idx="7980">
                  <c:v>5.0886075949367227E-2</c:v>
                </c:pt>
                <c:pt idx="7981">
                  <c:v>5.0886075949367227E-2</c:v>
                </c:pt>
                <c:pt idx="7982">
                  <c:v>#N/A</c:v>
                </c:pt>
                <c:pt idx="7983">
                  <c:v>#N/A</c:v>
                </c:pt>
                <c:pt idx="7984">
                  <c:v>5.0886075949367227E-2</c:v>
                </c:pt>
                <c:pt idx="7985">
                  <c:v>5.1645569620253129E-2</c:v>
                </c:pt>
                <c:pt idx="7986">
                  <c:v>5.1645569620253129E-2</c:v>
                </c:pt>
                <c:pt idx="7987">
                  <c:v>5.1645569620253129E-2</c:v>
                </c:pt>
                <c:pt idx="7988">
                  <c:v>5.215189873417736E-2</c:v>
                </c:pt>
                <c:pt idx="7989">
                  <c:v>5.1645569620253129E-2</c:v>
                </c:pt>
                <c:pt idx="7990">
                  <c:v>5.1645569620253129E-2</c:v>
                </c:pt>
                <c:pt idx="7991">
                  <c:v>5.1392405063291235E-2</c:v>
                </c:pt>
                <c:pt idx="7992">
                  <c:v>5.1898734177215244E-2</c:v>
                </c:pt>
                <c:pt idx="7993">
                  <c:v>5.1392405063291235E-2</c:v>
                </c:pt>
                <c:pt idx="7994">
                  <c:v>5.1392405063291235E-2</c:v>
                </c:pt>
                <c:pt idx="7995">
                  <c:v>#N/A</c:v>
                </c:pt>
                <c:pt idx="7996">
                  <c:v>5.1645569620253129E-2</c:v>
                </c:pt>
                <c:pt idx="7997">
                  <c:v>5.1898734177215244E-2</c:v>
                </c:pt>
                <c:pt idx="7998">
                  <c:v>5.1645569620253129E-2</c:v>
                </c:pt>
                <c:pt idx="7999">
                  <c:v>5.1645569620253129E-2</c:v>
                </c:pt>
                <c:pt idx="8000">
                  <c:v>5.1898734177215244E-2</c:v>
                </c:pt>
                <c:pt idx="8001">
                  <c:v>5.2405063291139253E-2</c:v>
                </c:pt>
                <c:pt idx="8002">
                  <c:v>5.2405063291139253E-2</c:v>
                </c:pt>
                <c:pt idx="8003">
                  <c:v>5.2405063291139253E-2</c:v>
                </c:pt>
                <c:pt idx="8004">
                  <c:v>5.1898734177215244E-2</c:v>
                </c:pt>
                <c:pt idx="8005">
                  <c:v>5.215189873417736E-2</c:v>
                </c:pt>
                <c:pt idx="8006">
                  <c:v>5.1392405063291235E-2</c:v>
                </c:pt>
                <c:pt idx="8007">
                  <c:v>#N/A</c:v>
                </c:pt>
                <c:pt idx="8008">
                  <c:v>5.1392405063291235E-2</c:v>
                </c:pt>
                <c:pt idx="8009">
                  <c:v>5.113924050632912E-2</c:v>
                </c:pt>
                <c:pt idx="8010">
                  <c:v>5.113924050632912E-2</c:v>
                </c:pt>
                <c:pt idx="8011">
                  <c:v>5.0886075949367227E-2</c:v>
                </c:pt>
                <c:pt idx="8012">
                  <c:v>5.0379746835442996E-2</c:v>
                </c:pt>
                <c:pt idx="8013">
                  <c:v>5.0886075949367227E-2</c:v>
                </c:pt>
                <c:pt idx="8014">
                  <c:v>5.0886075949367227E-2</c:v>
                </c:pt>
                <c:pt idx="8015">
                  <c:v>5.0886075949367227E-2</c:v>
                </c:pt>
                <c:pt idx="8016">
                  <c:v>5.0886075949367227E-2</c:v>
                </c:pt>
                <c:pt idx="8017">
                  <c:v>5.0632911392405111E-2</c:v>
                </c:pt>
                <c:pt idx="8018">
                  <c:v>5.0632911392405111E-2</c:v>
                </c:pt>
                <c:pt idx="8019">
                  <c:v>5.0379746835442996E-2</c:v>
                </c:pt>
                <c:pt idx="8020">
                  <c:v>5.0632911392405111E-2</c:v>
                </c:pt>
                <c:pt idx="8021">
                  <c:v>5.0886075949367227E-2</c:v>
                </c:pt>
                <c:pt idx="8022">
                  <c:v>5.0886075949367227E-2</c:v>
                </c:pt>
                <c:pt idx="8023">
                  <c:v>5.113924050632912E-2</c:v>
                </c:pt>
                <c:pt idx="8024">
                  <c:v>5.1392405063291235E-2</c:v>
                </c:pt>
                <c:pt idx="8025">
                  <c:v>5.1645569620253129E-2</c:v>
                </c:pt>
                <c:pt idx="8026">
                  <c:v>5.1645569620253129E-2</c:v>
                </c:pt>
                <c:pt idx="8027">
                  <c:v>5.1898734177215244E-2</c:v>
                </c:pt>
                <c:pt idx="8028">
                  <c:v>5.1645569620253129E-2</c:v>
                </c:pt>
                <c:pt idx="8029">
                  <c:v>5.1392405063291235E-2</c:v>
                </c:pt>
                <c:pt idx="8030">
                  <c:v>5.1645569620253129E-2</c:v>
                </c:pt>
                <c:pt idx="8031">
                  <c:v>5.1645569620253129E-2</c:v>
                </c:pt>
                <c:pt idx="8032">
                  <c:v>#N/A</c:v>
                </c:pt>
                <c:pt idx="8033">
                  <c:v>5.1645569620253129E-2</c:v>
                </c:pt>
                <c:pt idx="8034">
                  <c:v>5.1898734177215244E-2</c:v>
                </c:pt>
                <c:pt idx="8035">
                  <c:v>5.1898734177215244E-2</c:v>
                </c:pt>
                <c:pt idx="8036">
                  <c:v>5.1645569620253129E-2</c:v>
                </c:pt>
                <c:pt idx="8037">
                  <c:v>#N/A</c:v>
                </c:pt>
                <c:pt idx="8038">
                  <c:v>5.1898734177215244E-2</c:v>
                </c:pt>
                <c:pt idx="8039">
                  <c:v>5.215189873417736E-2</c:v>
                </c:pt>
                <c:pt idx="8040">
                  <c:v>5.215189873417736E-2</c:v>
                </c:pt>
                <c:pt idx="8041">
                  <c:v>5.215189873417736E-2</c:v>
                </c:pt>
                <c:pt idx="8042">
                  <c:v>5.215189873417736E-2</c:v>
                </c:pt>
                <c:pt idx="8043">
                  <c:v>5.215189873417736E-2</c:v>
                </c:pt>
                <c:pt idx="8044">
                  <c:v>5.2405063291139253E-2</c:v>
                </c:pt>
                <c:pt idx="8045">
                  <c:v>5.215189873417736E-2</c:v>
                </c:pt>
                <c:pt idx="8046">
                  <c:v>5.215189873417736E-2</c:v>
                </c:pt>
                <c:pt idx="8047">
                  <c:v>#N/A</c:v>
                </c:pt>
                <c:pt idx="8048">
                  <c:v>5.215189873417736E-2</c:v>
                </c:pt>
                <c:pt idx="8049">
                  <c:v>5.215189873417736E-2</c:v>
                </c:pt>
                <c:pt idx="8050">
                  <c:v>5.1898734177215244E-2</c:v>
                </c:pt>
                <c:pt idx="8051">
                  <c:v>5.1898734177215244E-2</c:v>
                </c:pt>
                <c:pt idx="8052">
                  <c:v>5.1898734177215244E-2</c:v>
                </c:pt>
                <c:pt idx="8053">
                  <c:v>5.1898734177215244E-2</c:v>
                </c:pt>
                <c:pt idx="8054">
                  <c:v>5.1898734177215244E-2</c:v>
                </c:pt>
                <c:pt idx="8055">
                  <c:v>5.215189873417736E-2</c:v>
                </c:pt>
                <c:pt idx="8056">
                  <c:v>#N/A</c:v>
                </c:pt>
                <c:pt idx="8057">
                  <c:v>5.2405063291139253E-2</c:v>
                </c:pt>
                <c:pt idx="8058">
                  <c:v>5.2405063291139253E-2</c:v>
                </c:pt>
                <c:pt idx="8059">
                  <c:v>#N/A</c:v>
                </c:pt>
                <c:pt idx="8060">
                  <c:v>5.3164556962025378E-2</c:v>
                </c:pt>
                <c:pt idx="8061">
                  <c:v>5.3417721518987493E-2</c:v>
                </c:pt>
                <c:pt idx="8062">
                  <c:v>5.3417721518987493E-2</c:v>
                </c:pt>
                <c:pt idx="8063">
                  <c:v>5.3417721518987493E-2</c:v>
                </c:pt>
                <c:pt idx="8064">
                  <c:v>5.3670886075949387E-2</c:v>
                </c:pt>
                <c:pt idx="8065">
                  <c:v>5.4177215189873396E-2</c:v>
                </c:pt>
                <c:pt idx="8066">
                  <c:v>5.4683544303797627E-2</c:v>
                </c:pt>
                <c:pt idx="8067">
                  <c:v>5.493670886075952E-2</c:v>
                </c:pt>
                <c:pt idx="8068">
                  <c:v>5.493670886075952E-2</c:v>
                </c:pt>
                <c:pt idx="8069">
                  <c:v>5.4683544303797627E-2</c:v>
                </c:pt>
                <c:pt idx="8070">
                  <c:v>5.3924050632911502E-2</c:v>
                </c:pt>
                <c:pt idx="8071">
                  <c:v>5.3670886075949387E-2</c:v>
                </c:pt>
                <c:pt idx="8072">
                  <c:v>5.3670886075949387E-2</c:v>
                </c:pt>
                <c:pt idx="8073">
                  <c:v>5.3924050632911502E-2</c:v>
                </c:pt>
                <c:pt idx="8074">
                  <c:v>5.3924050632911502E-2</c:v>
                </c:pt>
                <c:pt idx="8075">
                  <c:v>5.3924050632911502E-2</c:v>
                </c:pt>
                <c:pt idx="8076">
                  <c:v>5.3670886075949387E-2</c:v>
                </c:pt>
                <c:pt idx="8077">
                  <c:v>5.4177215189873396E-2</c:v>
                </c:pt>
                <c:pt idx="8078">
                  <c:v>5.4177215189873396E-2</c:v>
                </c:pt>
                <c:pt idx="8079">
                  <c:v>5.4177215189873396E-2</c:v>
                </c:pt>
                <c:pt idx="8080">
                  <c:v>5.4177215189873396E-2</c:v>
                </c:pt>
                <c:pt idx="8081">
                  <c:v>5.4177215189873396E-2</c:v>
                </c:pt>
                <c:pt idx="8082">
                  <c:v>5.3924050632911502E-2</c:v>
                </c:pt>
                <c:pt idx="8083">
                  <c:v>5.3924050632911502E-2</c:v>
                </c:pt>
                <c:pt idx="8084">
                  <c:v>5.3670886075949387E-2</c:v>
                </c:pt>
                <c:pt idx="8085">
                  <c:v>5.3924050632911502E-2</c:v>
                </c:pt>
                <c:pt idx="8086">
                  <c:v>5.3924050632911502E-2</c:v>
                </c:pt>
                <c:pt idx="8087">
                  <c:v>5.3670886075949387E-2</c:v>
                </c:pt>
                <c:pt idx="8088">
                  <c:v>#N/A</c:v>
                </c:pt>
                <c:pt idx="8089">
                  <c:v>5.3417721518987493E-2</c:v>
                </c:pt>
                <c:pt idx="8090">
                  <c:v>5.3417721518987493E-2</c:v>
                </c:pt>
                <c:pt idx="8091">
                  <c:v>5.3670886075949387E-2</c:v>
                </c:pt>
                <c:pt idx="8092">
                  <c:v>5.4430379746835511E-2</c:v>
                </c:pt>
                <c:pt idx="8093">
                  <c:v>#N/A</c:v>
                </c:pt>
                <c:pt idx="8094">
                  <c:v>5.3924050632911502E-2</c:v>
                </c:pt>
                <c:pt idx="8095">
                  <c:v>5.4177215189873396E-2</c:v>
                </c:pt>
                <c:pt idx="8096">
                  <c:v>5.4430379746835511E-2</c:v>
                </c:pt>
                <c:pt idx="8097">
                  <c:v>5.4177215189873396E-2</c:v>
                </c:pt>
                <c:pt idx="8098">
                  <c:v>5.4430379746835511E-2</c:v>
                </c:pt>
                <c:pt idx="8099">
                  <c:v>5.4683544303797627E-2</c:v>
                </c:pt>
                <c:pt idx="8100">
                  <c:v>5.5189873417721635E-2</c:v>
                </c:pt>
                <c:pt idx="8101">
                  <c:v>5.493670886075952E-2</c:v>
                </c:pt>
                <c:pt idx="8102">
                  <c:v>5.493670886075952E-2</c:v>
                </c:pt>
                <c:pt idx="8103">
                  <c:v>5.594936708860776E-2</c:v>
                </c:pt>
                <c:pt idx="8104">
                  <c:v>5.594936708860776E-2</c:v>
                </c:pt>
                <c:pt idx="8105">
                  <c:v>5.5696202531645644E-2</c:v>
                </c:pt>
                <c:pt idx="8106">
                  <c:v>5.5696202531645644E-2</c:v>
                </c:pt>
                <c:pt idx="8107">
                  <c:v>5.5189873417721635E-2</c:v>
                </c:pt>
                <c:pt idx="8108">
                  <c:v>5.5189873417721635E-2</c:v>
                </c:pt>
                <c:pt idx="8109">
                  <c:v>5.5189873417721635E-2</c:v>
                </c:pt>
                <c:pt idx="8110">
                  <c:v>5.4683544303797627E-2</c:v>
                </c:pt>
                <c:pt idx="8111">
                  <c:v>5.5189873417721635E-2</c:v>
                </c:pt>
                <c:pt idx="8112">
                  <c:v>5.493670886075952E-2</c:v>
                </c:pt>
                <c:pt idx="8113">
                  <c:v>5.5189873417721635E-2</c:v>
                </c:pt>
                <c:pt idx="8114">
                  <c:v>5.5443037974683529E-2</c:v>
                </c:pt>
                <c:pt idx="8115">
                  <c:v>#N/A</c:v>
                </c:pt>
                <c:pt idx="8116">
                  <c:v>5.5696202531645644E-2</c:v>
                </c:pt>
                <c:pt idx="8117">
                  <c:v>5.5696202531645644E-2</c:v>
                </c:pt>
                <c:pt idx="8118">
                  <c:v>5.594936708860776E-2</c:v>
                </c:pt>
                <c:pt idx="8119">
                  <c:v>5.6202531645569653E-2</c:v>
                </c:pt>
                <c:pt idx="8120">
                  <c:v>5.5443037974683529E-2</c:v>
                </c:pt>
                <c:pt idx="8121">
                  <c:v>5.5443037974683529E-2</c:v>
                </c:pt>
                <c:pt idx="8122">
                  <c:v>5.5696202531645644E-2</c:v>
                </c:pt>
                <c:pt idx="8123">
                  <c:v>5.594936708860776E-2</c:v>
                </c:pt>
                <c:pt idx="8124">
                  <c:v>5.594936708860776E-2</c:v>
                </c:pt>
                <c:pt idx="8125">
                  <c:v>5.5696202531645644E-2</c:v>
                </c:pt>
                <c:pt idx="8126">
                  <c:v>5.5443037974683529E-2</c:v>
                </c:pt>
                <c:pt idx="8127">
                  <c:v>5.5443037974683529E-2</c:v>
                </c:pt>
                <c:pt idx="8128">
                  <c:v>#N/A</c:v>
                </c:pt>
                <c:pt idx="8129">
                  <c:v>5.5443037974683529E-2</c:v>
                </c:pt>
                <c:pt idx="8130">
                  <c:v>5.5189873417721635E-2</c:v>
                </c:pt>
                <c:pt idx="8131">
                  <c:v>5.4683544303797627E-2</c:v>
                </c:pt>
                <c:pt idx="8132">
                  <c:v>5.4683544303797627E-2</c:v>
                </c:pt>
                <c:pt idx="8133">
                  <c:v>5.493670886075952E-2</c:v>
                </c:pt>
                <c:pt idx="8134">
                  <c:v>5.5189873417721635E-2</c:v>
                </c:pt>
                <c:pt idx="8135">
                  <c:v>5.5443037974683529E-2</c:v>
                </c:pt>
                <c:pt idx="8136">
                  <c:v>5.4683544303797627E-2</c:v>
                </c:pt>
                <c:pt idx="8137">
                  <c:v>5.493670886075952E-2</c:v>
                </c:pt>
                <c:pt idx="8138">
                  <c:v>5.4430379746835511E-2</c:v>
                </c:pt>
                <c:pt idx="8139">
                  <c:v>5.4430379746835511E-2</c:v>
                </c:pt>
                <c:pt idx="8140">
                  <c:v>5.4177215189873396E-2</c:v>
                </c:pt>
                <c:pt idx="8141">
                  <c:v>5.4430379746835511E-2</c:v>
                </c:pt>
                <c:pt idx="8142">
                  <c:v>5.4177215189873396E-2</c:v>
                </c:pt>
                <c:pt idx="8143">
                  <c:v>5.3924050632911502E-2</c:v>
                </c:pt>
                <c:pt idx="8144">
                  <c:v>5.4177215189873396E-2</c:v>
                </c:pt>
                <c:pt idx="8145">
                  <c:v>5.4177215189873396E-2</c:v>
                </c:pt>
                <c:pt idx="8146">
                  <c:v>5.4177215189873396E-2</c:v>
                </c:pt>
                <c:pt idx="8147">
                  <c:v>5.4177215189873396E-2</c:v>
                </c:pt>
                <c:pt idx="8148">
                  <c:v>5.4430379746835511E-2</c:v>
                </c:pt>
                <c:pt idx="8149">
                  <c:v>5.4430379746835511E-2</c:v>
                </c:pt>
                <c:pt idx="8150">
                  <c:v>#N/A</c:v>
                </c:pt>
                <c:pt idx="8151">
                  <c:v>5.4177215189873396E-2</c:v>
                </c:pt>
                <c:pt idx="8152">
                  <c:v>5.3924050632911502E-2</c:v>
                </c:pt>
                <c:pt idx="8153">
                  <c:v>5.3670886075949387E-2</c:v>
                </c:pt>
                <c:pt idx="8154">
                  <c:v>5.3670886075949387E-2</c:v>
                </c:pt>
                <c:pt idx="8155">
                  <c:v>5.3417721518987493E-2</c:v>
                </c:pt>
                <c:pt idx="8156">
                  <c:v>5.3417721518987493E-2</c:v>
                </c:pt>
                <c:pt idx="8157">
                  <c:v>5.2911392405063262E-2</c:v>
                </c:pt>
                <c:pt idx="8158">
                  <c:v>5.3164556962025378E-2</c:v>
                </c:pt>
                <c:pt idx="8159">
                  <c:v>5.2911392405063262E-2</c:v>
                </c:pt>
                <c:pt idx="8160">
                  <c:v>5.3164556962025378E-2</c:v>
                </c:pt>
                <c:pt idx="8161">
                  <c:v>5.4177215189873396E-2</c:v>
                </c:pt>
                <c:pt idx="8162">
                  <c:v>5.4177215189873396E-2</c:v>
                </c:pt>
                <c:pt idx="8163">
                  <c:v>5.3670886075949387E-2</c:v>
                </c:pt>
                <c:pt idx="8164">
                  <c:v>5.3164556962025378E-2</c:v>
                </c:pt>
                <c:pt idx="8165">
                  <c:v>5.3417721518987493E-2</c:v>
                </c:pt>
                <c:pt idx="8166">
                  <c:v>5.2911392405063262E-2</c:v>
                </c:pt>
                <c:pt idx="8167">
                  <c:v>5.3164556962025378E-2</c:v>
                </c:pt>
                <c:pt idx="8168">
                  <c:v>5.3164556962025378E-2</c:v>
                </c:pt>
                <c:pt idx="8169">
                  <c:v>5.3164556962025378E-2</c:v>
                </c:pt>
                <c:pt idx="8170">
                  <c:v>5.3164556962025378E-2</c:v>
                </c:pt>
                <c:pt idx="8171">
                  <c:v>5.2911392405063262E-2</c:v>
                </c:pt>
                <c:pt idx="8172">
                  <c:v>5.2911392405063262E-2</c:v>
                </c:pt>
                <c:pt idx="8173">
                  <c:v>5.2911392405063262E-2</c:v>
                </c:pt>
                <c:pt idx="8174">
                  <c:v>5.2911392405063262E-2</c:v>
                </c:pt>
                <c:pt idx="8175">
                  <c:v>5.2658227848101369E-2</c:v>
                </c:pt>
                <c:pt idx="8176">
                  <c:v>5.2405063291139253E-2</c:v>
                </c:pt>
                <c:pt idx="8177">
                  <c:v>5.2405063291139253E-2</c:v>
                </c:pt>
                <c:pt idx="8178">
                  <c:v>5.2405063291139253E-2</c:v>
                </c:pt>
                <c:pt idx="8179">
                  <c:v>5.2658227848101369E-2</c:v>
                </c:pt>
                <c:pt idx="8180">
                  <c:v>5.2405063291139253E-2</c:v>
                </c:pt>
                <c:pt idx="8181">
                  <c:v>5.2405063291139253E-2</c:v>
                </c:pt>
                <c:pt idx="8182">
                  <c:v>5.215189873417736E-2</c:v>
                </c:pt>
                <c:pt idx="8183">
                  <c:v>#N/A</c:v>
                </c:pt>
                <c:pt idx="8184">
                  <c:v>5.2405063291139253E-2</c:v>
                </c:pt>
                <c:pt idx="8185">
                  <c:v>5.2658227848101369E-2</c:v>
                </c:pt>
                <c:pt idx="8186">
                  <c:v>5.2405063291139253E-2</c:v>
                </c:pt>
                <c:pt idx="8187">
                  <c:v>5.2658227848101369E-2</c:v>
                </c:pt>
                <c:pt idx="8188">
                  <c:v>#N/A</c:v>
                </c:pt>
                <c:pt idx="8189">
                  <c:v>5.215189873417736E-2</c:v>
                </c:pt>
                <c:pt idx="8190">
                  <c:v>#N/A</c:v>
                </c:pt>
                <c:pt idx="8191">
                  <c:v>5.215189873417736E-2</c:v>
                </c:pt>
                <c:pt idx="8192">
                  <c:v>#N/A</c:v>
                </c:pt>
                <c:pt idx="8193">
                  <c:v>5.215189873417736E-2</c:v>
                </c:pt>
                <c:pt idx="8194">
                  <c:v>5.215189873417736E-2</c:v>
                </c:pt>
                <c:pt idx="8195">
                  <c:v>5.215189873417736E-2</c:v>
                </c:pt>
                <c:pt idx="8196">
                  <c:v>5.215189873417736E-2</c:v>
                </c:pt>
                <c:pt idx="8197">
                  <c:v>5.215189873417736E-2</c:v>
                </c:pt>
                <c:pt idx="8198">
                  <c:v>#N/A</c:v>
                </c:pt>
                <c:pt idx="8199">
                  <c:v>5.2658227848101369E-2</c:v>
                </c:pt>
                <c:pt idx="8200">
                  <c:v>5.2911392405063262E-2</c:v>
                </c:pt>
                <c:pt idx="8201">
                  <c:v>#N/A</c:v>
                </c:pt>
                <c:pt idx="8202">
                  <c:v>5.3164556962025378E-2</c:v>
                </c:pt>
                <c:pt idx="8203">
                  <c:v>5.3924050632911502E-2</c:v>
                </c:pt>
                <c:pt idx="8204">
                  <c:v>5.4177215189873396E-2</c:v>
                </c:pt>
                <c:pt idx="8205">
                  <c:v>5.3924050632911502E-2</c:v>
                </c:pt>
                <c:pt idx="8206">
                  <c:v>5.4177215189873396E-2</c:v>
                </c:pt>
                <c:pt idx="8207">
                  <c:v>5.3924050632911502E-2</c:v>
                </c:pt>
                <c:pt idx="8208">
                  <c:v>5.4177215189873396E-2</c:v>
                </c:pt>
                <c:pt idx="8209">
                  <c:v>5.4177215189873396E-2</c:v>
                </c:pt>
                <c:pt idx="8210">
                  <c:v>5.4177215189873396E-2</c:v>
                </c:pt>
                <c:pt idx="8211">
                  <c:v>5.4430379746835511E-2</c:v>
                </c:pt>
                <c:pt idx="8212">
                  <c:v>5.4430379746835511E-2</c:v>
                </c:pt>
                <c:pt idx="8213">
                  <c:v>5.4177215189873396E-2</c:v>
                </c:pt>
                <c:pt idx="8214">
                  <c:v>5.4683544303797627E-2</c:v>
                </c:pt>
                <c:pt idx="8215">
                  <c:v>5.4683544303797627E-2</c:v>
                </c:pt>
                <c:pt idx="8216">
                  <c:v>5.4430379746835511E-2</c:v>
                </c:pt>
                <c:pt idx="8217">
                  <c:v>5.4683544303797627E-2</c:v>
                </c:pt>
                <c:pt idx="8218">
                  <c:v>5.493670886075952E-2</c:v>
                </c:pt>
                <c:pt idx="8219">
                  <c:v>5.5443037974683529E-2</c:v>
                </c:pt>
                <c:pt idx="8220">
                  <c:v>5.5443037974683529E-2</c:v>
                </c:pt>
                <c:pt idx="8221">
                  <c:v>5.5696202531645644E-2</c:v>
                </c:pt>
                <c:pt idx="8222">
                  <c:v>5.5443037974683529E-2</c:v>
                </c:pt>
                <c:pt idx="8223">
                  <c:v>5.5443037974683529E-2</c:v>
                </c:pt>
                <c:pt idx="8224">
                  <c:v>5.493670886075952E-2</c:v>
                </c:pt>
                <c:pt idx="8225">
                  <c:v>5.4430379746835511E-2</c:v>
                </c:pt>
                <c:pt idx="8226">
                  <c:v>5.4430379746835511E-2</c:v>
                </c:pt>
                <c:pt idx="8227">
                  <c:v>5.493670886075952E-2</c:v>
                </c:pt>
                <c:pt idx="8228">
                  <c:v>5.5189873417721635E-2</c:v>
                </c:pt>
                <c:pt idx="8229">
                  <c:v>5.493670886075952E-2</c:v>
                </c:pt>
                <c:pt idx="8230">
                  <c:v>5.493670886075952E-2</c:v>
                </c:pt>
                <c:pt idx="8231">
                  <c:v>5.4683544303797627E-2</c:v>
                </c:pt>
                <c:pt idx="8232">
                  <c:v>#N/A</c:v>
                </c:pt>
                <c:pt idx="8233">
                  <c:v>5.493670886075952E-2</c:v>
                </c:pt>
                <c:pt idx="8234">
                  <c:v>5.493670886075952E-2</c:v>
                </c:pt>
                <c:pt idx="8235">
                  <c:v>5.493670886075952E-2</c:v>
                </c:pt>
                <c:pt idx="8236">
                  <c:v>5.4683544303797627E-2</c:v>
                </c:pt>
                <c:pt idx="8237">
                  <c:v>5.4430379746835511E-2</c:v>
                </c:pt>
                <c:pt idx="8238">
                  <c:v>5.4430379746835511E-2</c:v>
                </c:pt>
                <c:pt idx="8239">
                  <c:v>5.4683544303797627E-2</c:v>
                </c:pt>
                <c:pt idx="8240">
                  <c:v>5.5189873417721635E-2</c:v>
                </c:pt>
                <c:pt idx="8241">
                  <c:v>5.5443037974683529E-2</c:v>
                </c:pt>
                <c:pt idx="8242">
                  <c:v>5.5696202531645644E-2</c:v>
                </c:pt>
                <c:pt idx="8243">
                  <c:v>5.5696202531645644E-2</c:v>
                </c:pt>
                <c:pt idx="8244">
                  <c:v>5.594936708860776E-2</c:v>
                </c:pt>
                <c:pt idx="8245">
                  <c:v>5.5696202531645644E-2</c:v>
                </c:pt>
                <c:pt idx="8246">
                  <c:v>5.594936708860776E-2</c:v>
                </c:pt>
                <c:pt idx="8247">
                  <c:v>5.594936708860776E-2</c:v>
                </c:pt>
                <c:pt idx="8248">
                  <c:v>5.5696202531645644E-2</c:v>
                </c:pt>
                <c:pt idx="8249">
                  <c:v>5.6202531645569653E-2</c:v>
                </c:pt>
                <c:pt idx="8250">
                  <c:v>5.6455696202531769E-2</c:v>
                </c:pt>
                <c:pt idx="8251">
                  <c:v>5.6708860759493662E-2</c:v>
                </c:pt>
                <c:pt idx="8252">
                  <c:v>5.6962025316455778E-2</c:v>
                </c:pt>
                <c:pt idx="8253">
                  <c:v>5.6962025316455778E-2</c:v>
                </c:pt>
                <c:pt idx="8254">
                  <c:v>5.6962025316455778E-2</c:v>
                </c:pt>
                <c:pt idx="8255">
                  <c:v>5.6962025316455778E-2</c:v>
                </c:pt>
                <c:pt idx="8256">
                  <c:v>5.7215189873417671E-2</c:v>
                </c:pt>
                <c:pt idx="8257">
                  <c:v>5.7215189873417671E-2</c:v>
                </c:pt>
                <c:pt idx="8258">
                  <c:v>5.7468354430379787E-2</c:v>
                </c:pt>
                <c:pt idx="8259">
                  <c:v>5.6962025316455778E-2</c:v>
                </c:pt>
                <c:pt idx="8260">
                  <c:v>5.7215189873417671E-2</c:v>
                </c:pt>
                <c:pt idx="8261">
                  <c:v>5.7468354430379787E-2</c:v>
                </c:pt>
                <c:pt idx="8262">
                  <c:v>5.7468354430379787E-2</c:v>
                </c:pt>
                <c:pt idx="8263">
                  <c:v>5.7721518987341902E-2</c:v>
                </c:pt>
                <c:pt idx="8264">
                  <c:v>5.7974683544303796E-2</c:v>
                </c:pt>
                <c:pt idx="8265">
                  <c:v>5.8481012658227804E-2</c:v>
                </c:pt>
                <c:pt idx="8266">
                  <c:v>5.8481012658227804E-2</c:v>
                </c:pt>
                <c:pt idx="8267">
                  <c:v>5.8481012658227804E-2</c:v>
                </c:pt>
                <c:pt idx="8268">
                  <c:v>5.8987341772152035E-2</c:v>
                </c:pt>
                <c:pt idx="8269">
                  <c:v>5.9240506329113929E-2</c:v>
                </c:pt>
                <c:pt idx="8270">
                  <c:v>5.9240506329113929E-2</c:v>
                </c:pt>
                <c:pt idx="8271">
                  <c:v>5.9493670886076044E-2</c:v>
                </c:pt>
                <c:pt idx="8272">
                  <c:v>5.8481012658227804E-2</c:v>
                </c:pt>
                <c:pt idx="8273">
                  <c:v>5.8481012658227804E-2</c:v>
                </c:pt>
                <c:pt idx="8274">
                  <c:v>5.8481012658227804E-2</c:v>
                </c:pt>
                <c:pt idx="8275">
                  <c:v>5.7468354430379787E-2</c:v>
                </c:pt>
                <c:pt idx="8276">
                  <c:v>5.7721518987341902E-2</c:v>
                </c:pt>
                <c:pt idx="8277">
                  <c:v>5.8481012658227804E-2</c:v>
                </c:pt>
                <c:pt idx="8278">
                  <c:v>5.8481012658227804E-2</c:v>
                </c:pt>
                <c:pt idx="8279">
                  <c:v>5.873417721518992E-2</c:v>
                </c:pt>
                <c:pt idx="8280">
                  <c:v>5.873417721518992E-2</c:v>
                </c:pt>
                <c:pt idx="8281">
                  <c:v>5.8987341772152035E-2</c:v>
                </c:pt>
                <c:pt idx="8282">
                  <c:v>5.9240506329113929E-2</c:v>
                </c:pt>
                <c:pt idx="8283">
                  <c:v>5.9493670886076044E-2</c:v>
                </c:pt>
                <c:pt idx="8284">
                  <c:v>5.9493670886076044E-2</c:v>
                </c:pt>
                <c:pt idx="8285">
                  <c:v>5.9493670886076044E-2</c:v>
                </c:pt>
                <c:pt idx="8286">
                  <c:v>5.9746835443037938E-2</c:v>
                </c:pt>
                <c:pt idx="8287">
                  <c:v>5.9493670886076044E-2</c:v>
                </c:pt>
                <c:pt idx="8288">
                  <c:v>5.873417721518992E-2</c:v>
                </c:pt>
                <c:pt idx="8289">
                  <c:v>5.9240506329113929E-2</c:v>
                </c:pt>
                <c:pt idx="8290">
                  <c:v>5.9493670886076044E-2</c:v>
                </c:pt>
                <c:pt idx="8291">
                  <c:v>5.9240506329113929E-2</c:v>
                </c:pt>
                <c:pt idx="8292">
                  <c:v>5.9240506329113929E-2</c:v>
                </c:pt>
                <c:pt idx="8293">
                  <c:v>5.8481012658227804E-2</c:v>
                </c:pt>
                <c:pt idx="8294">
                  <c:v>5.8987341772152035E-2</c:v>
                </c:pt>
                <c:pt idx="8295">
                  <c:v>5.873417721518992E-2</c:v>
                </c:pt>
                <c:pt idx="8296">
                  <c:v>5.8227848101265911E-2</c:v>
                </c:pt>
                <c:pt idx="8297">
                  <c:v>5.8227848101265911E-2</c:v>
                </c:pt>
                <c:pt idx="8298">
                  <c:v>5.8481012658227804E-2</c:v>
                </c:pt>
                <c:pt idx="8299">
                  <c:v>5.8481012658227804E-2</c:v>
                </c:pt>
                <c:pt idx="8300">
                  <c:v>5.873417721518992E-2</c:v>
                </c:pt>
                <c:pt idx="8301">
                  <c:v>5.8481012658227804E-2</c:v>
                </c:pt>
                <c:pt idx="8302">
                  <c:v>5.8227848101265911E-2</c:v>
                </c:pt>
                <c:pt idx="8303">
                  <c:v>5.8227848101265911E-2</c:v>
                </c:pt>
                <c:pt idx="8304">
                  <c:v>5.8227848101265911E-2</c:v>
                </c:pt>
                <c:pt idx="8305">
                  <c:v>5.7974683544303796E-2</c:v>
                </c:pt>
                <c:pt idx="8306">
                  <c:v>5.7721518987341902E-2</c:v>
                </c:pt>
                <c:pt idx="8307">
                  <c:v>5.7215189873417671E-2</c:v>
                </c:pt>
                <c:pt idx="8308">
                  <c:v>5.7721518987341902E-2</c:v>
                </c:pt>
                <c:pt idx="8309">
                  <c:v>5.7721518987341902E-2</c:v>
                </c:pt>
                <c:pt idx="8310">
                  <c:v>5.8227848101265911E-2</c:v>
                </c:pt>
                <c:pt idx="8311">
                  <c:v>5.8481012658227804E-2</c:v>
                </c:pt>
                <c:pt idx="8312">
                  <c:v>5.7974683544303796E-2</c:v>
                </c:pt>
                <c:pt idx="8313">
                  <c:v>5.7974683544303796E-2</c:v>
                </c:pt>
                <c:pt idx="8314">
                  <c:v>5.7974683544303796E-2</c:v>
                </c:pt>
                <c:pt idx="8315">
                  <c:v>5.7721518987341902E-2</c:v>
                </c:pt>
                <c:pt idx="8316">
                  <c:v>5.7721518987341902E-2</c:v>
                </c:pt>
                <c:pt idx="8317">
                  <c:v>5.7468354430379787E-2</c:v>
                </c:pt>
                <c:pt idx="8318">
                  <c:v>5.7215189873417671E-2</c:v>
                </c:pt>
                <c:pt idx="8319">
                  <c:v>5.7468354430379787E-2</c:v>
                </c:pt>
                <c:pt idx="8320">
                  <c:v>5.7215189873417671E-2</c:v>
                </c:pt>
                <c:pt idx="8321">
                  <c:v>5.6962025316455778E-2</c:v>
                </c:pt>
                <c:pt idx="8322">
                  <c:v>5.6708860759493662E-2</c:v>
                </c:pt>
                <c:pt idx="8323">
                  <c:v>5.6455696202531769E-2</c:v>
                </c:pt>
                <c:pt idx="8324">
                  <c:v>5.6708860759493662E-2</c:v>
                </c:pt>
                <c:pt idx="8325">
                  <c:v>5.6708860759493662E-2</c:v>
                </c:pt>
                <c:pt idx="8326">
                  <c:v>5.6455696202531769E-2</c:v>
                </c:pt>
                <c:pt idx="8327">
                  <c:v>5.6708860759493662E-2</c:v>
                </c:pt>
                <c:pt idx="8328">
                  <c:v>5.6708860759493662E-2</c:v>
                </c:pt>
                <c:pt idx="8329">
                  <c:v>5.6962025316455778E-2</c:v>
                </c:pt>
                <c:pt idx="8330">
                  <c:v>5.7215189873417671E-2</c:v>
                </c:pt>
                <c:pt idx="8331">
                  <c:v>5.6962025316455778E-2</c:v>
                </c:pt>
                <c:pt idx="8332">
                  <c:v>5.6708860759493662E-2</c:v>
                </c:pt>
                <c:pt idx="8333">
                  <c:v>5.6962025316455778E-2</c:v>
                </c:pt>
                <c:pt idx="8334">
                  <c:v>5.6962025316455778E-2</c:v>
                </c:pt>
                <c:pt idx="8335">
                  <c:v>5.6962025316455778E-2</c:v>
                </c:pt>
                <c:pt idx="8336">
                  <c:v>5.6962025316455778E-2</c:v>
                </c:pt>
                <c:pt idx="8337">
                  <c:v>5.6455696202531769E-2</c:v>
                </c:pt>
                <c:pt idx="8338">
                  <c:v>5.6202531645569653E-2</c:v>
                </c:pt>
                <c:pt idx="8339">
                  <c:v>5.594936708860776E-2</c:v>
                </c:pt>
                <c:pt idx="8340">
                  <c:v>5.594936708860776E-2</c:v>
                </c:pt>
                <c:pt idx="8341">
                  <c:v>5.594936708860776E-2</c:v>
                </c:pt>
                <c:pt idx="8342">
                  <c:v>5.6202531645569653E-2</c:v>
                </c:pt>
                <c:pt idx="8343">
                  <c:v>5.594936708860776E-2</c:v>
                </c:pt>
                <c:pt idx="8344">
                  <c:v>5.6708860759493662E-2</c:v>
                </c:pt>
                <c:pt idx="8345">
                  <c:v>5.7468354430379787E-2</c:v>
                </c:pt>
                <c:pt idx="8346">
                  <c:v>5.7721518987341902E-2</c:v>
                </c:pt>
                <c:pt idx="8347">
                  <c:v>5.7974683544303796E-2</c:v>
                </c:pt>
                <c:pt idx="8348">
                  <c:v>5.8227848101265911E-2</c:v>
                </c:pt>
                <c:pt idx="8349">
                  <c:v>5.7974683544303796E-2</c:v>
                </c:pt>
                <c:pt idx="8350">
                  <c:v>5.8227848101265911E-2</c:v>
                </c:pt>
                <c:pt idx="8351">
                  <c:v>5.8481012658227804E-2</c:v>
                </c:pt>
                <c:pt idx="8352">
                  <c:v>5.8481012658227804E-2</c:v>
                </c:pt>
                <c:pt idx="8353">
                  <c:v>5.8227848101265911E-2</c:v>
                </c:pt>
                <c:pt idx="8354">
                  <c:v>5.7721518987341902E-2</c:v>
                </c:pt>
                <c:pt idx="8355">
                  <c:v>5.7468354430379787E-2</c:v>
                </c:pt>
                <c:pt idx="8356">
                  <c:v>5.7468354430379787E-2</c:v>
                </c:pt>
                <c:pt idx="8357">
                  <c:v>5.7974683544303796E-2</c:v>
                </c:pt>
                <c:pt idx="8358">
                  <c:v>5.8481012658227804E-2</c:v>
                </c:pt>
                <c:pt idx="8359">
                  <c:v>5.8227848101265911E-2</c:v>
                </c:pt>
                <c:pt idx="8360">
                  <c:v>5.7721518987341902E-2</c:v>
                </c:pt>
                <c:pt idx="8361">
                  <c:v>5.7721518987341902E-2</c:v>
                </c:pt>
                <c:pt idx="8362">
                  <c:v>5.7468354430379787E-2</c:v>
                </c:pt>
                <c:pt idx="8363">
                  <c:v>5.7721518987341902E-2</c:v>
                </c:pt>
                <c:pt idx="8364">
                  <c:v>#N/A</c:v>
                </c:pt>
                <c:pt idx="8365">
                  <c:v>5.7721518987341902E-2</c:v>
                </c:pt>
                <c:pt idx="8366">
                  <c:v>5.7974683544303796E-2</c:v>
                </c:pt>
                <c:pt idx="8367">
                  <c:v>5.7468354430379787E-2</c:v>
                </c:pt>
                <c:pt idx="8368">
                  <c:v>5.7468354430379787E-2</c:v>
                </c:pt>
                <c:pt idx="8369">
                  <c:v>5.7215189873417671E-2</c:v>
                </c:pt>
                <c:pt idx="8370">
                  <c:v>5.7215189873417671E-2</c:v>
                </c:pt>
                <c:pt idx="8371">
                  <c:v>5.7468354430379787E-2</c:v>
                </c:pt>
                <c:pt idx="8372">
                  <c:v>5.7468354430379787E-2</c:v>
                </c:pt>
                <c:pt idx="8373">
                  <c:v>#N/A</c:v>
                </c:pt>
                <c:pt idx="8374">
                  <c:v>5.7721518987341902E-2</c:v>
                </c:pt>
                <c:pt idx="8375">
                  <c:v>5.7721518987341902E-2</c:v>
                </c:pt>
                <c:pt idx="8376">
                  <c:v>5.7721518987341902E-2</c:v>
                </c:pt>
                <c:pt idx="8377">
                  <c:v>5.7215189873417671E-2</c:v>
                </c:pt>
                <c:pt idx="8378">
                  <c:v>5.6962025316455778E-2</c:v>
                </c:pt>
                <c:pt idx="8379">
                  <c:v>5.7468354430379787E-2</c:v>
                </c:pt>
                <c:pt idx="8380">
                  <c:v>5.7721518987341902E-2</c:v>
                </c:pt>
                <c:pt idx="8381">
                  <c:v>5.7974683544303796E-2</c:v>
                </c:pt>
                <c:pt idx="8382">
                  <c:v>5.8227848101265911E-2</c:v>
                </c:pt>
                <c:pt idx="8383">
                  <c:v>5.8227848101265911E-2</c:v>
                </c:pt>
                <c:pt idx="8384">
                  <c:v>5.8227848101265911E-2</c:v>
                </c:pt>
                <c:pt idx="8385">
                  <c:v>5.7974683544303796E-2</c:v>
                </c:pt>
                <c:pt idx="8386">
                  <c:v>5.7721518987341902E-2</c:v>
                </c:pt>
                <c:pt idx="8387">
                  <c:v>5.7215189873417671E-2</c:v>
                </c:pt>
                <c:pt idx="8388">
                  <c:v>#N/A</c:v>
                </c:pt>
                <c:pt idx="8389">
                  <c:v>5.6962025316455778E-2</c:v>
                </c:pt>
                <c:pt idx="8390">
                  <c:v>5.6962025316455778E-2</c:v>
                </c:pt>
                <c:pt idx="8391">
                  <c:v>5.6708860759493662E-2</c:v>
                </c:pt>
                <c:pt idx="8392">
                  <c:v>5.6455696202531769E-2</c:v>
                </c:pt>
                <c:pt idx="8393">
                  <c:v>5.6202531645569653E-2</c:v>
                </c:pt>
                <c:pt idx="8394">
                  <c:v>5.594936708860776E-2</c:v>
                </c:pt>
                <c:pt idx="8395">
                  <c:v>5.5696202531645644E-2</c:v>
                </c:pt>
                <c:pt idx="8396">
                  <c:v>5.5696202531645644E-2</c:v>
                </c:pt>
                <c:pt idx="8397">
                  <c:v>5.5189873417721635E-2</c:v>
                </c:pt>
                <c:pt idx="8398">
                  <c:v>5.5443037974683529E-2</c:v>
                </c:pt>
                <c:pt idx="8399">
                  <c:v>5.5443037974683529E-2</c:v>
                </c:pt>
                <c:pt idx="8400">
                  <c:v>5.6202531645569653E-2</c:v>
                </c:pt>
                <c:pt idx="8401">
                  <c:v>5.594936708860776E-2</c:v>
                </c:pt>
                <c:pt idx="8402">
                  <c:v>5.6202531645569653E-2</c:v>
                </c:pt>
                <c:pt idx="8403">
                  <c:v>5.6455696202531769E-2</c:v>
                </c:pt>
                <c:pt idx="8404">
                  <c:v>5.6455696202531769E-2</c:v>
                </c:pt>
                <c:pt idx="8405">
                  <c:v>5.6708860759493662E-2</c:v>
                </c:pt>
                <c:pt idx="8406">
                  <c:v>5.6962025316455778E-2</c:v>
                </c:pt>
                <c:pt idx="8407">
                  <c:v>5.7215189873417671E-2</c:v>
                </c:pt>
                <c:pt idx="8408">
                  <c:v>5.7721518987341902E-2</c:v>
                </c:pt>
                <c:pt idx="8409">
                  <c:v>5.7721518987341902E-2</c:v>
                </c:pt>
                <c:pt idx="8410">
                  <c:v>5.6962025316455778E-2</c:v>
                </c:pt>
                <c:pt idx="8411">
                  <c:v>5.6962025316455778E-2</c:v>
                </c:pt>
                <c:pt idx="8412">
                  <c:v>5.6962025316455778E-2</c:v>
                </c:pt>
                <c:pt idx="8413">
                  <c:v>5.7721518987341902E-2</c:v>
                </c:pt>
                <c:pt idx="8414">
                  <c:v>5.7721518987341902E-2</c:v>
                </c:pt>
                <c:pt idx="8415">
                  <c:v>5.7721518987341902E-2</c:v>
                </c:pt>
                <c:pt idx="8416">
                  <c:v>5.7468354430379787E-2</c:v>
                </c:pt>
                <c:pt idx="8417">
                  <c:v>5.6962025316455778E-2</c:v>
                </c:pt>
                <c:pt idx="8418">
                  <c:v>5.6962025316455778E-2</c:v>
                </c:pt>
                <c:pt idx="8419">
                  <c:v>5.7468354430379787E-2</c:v>
                </c:pt>
                <c:pt idx="8420">
                  <c:v>5.7721518987341902E-2</c:v>
                </c:pt>
                <c:pt idx="8421">
                  <c:v>5.7974683544303796E-2</c:v>
                </c:pt>
                <c:pt idx="8422">
                  <c:v>5.7974683544303796E-2</c:v>
                </c:pt>
                <c:pt idx="8423">
                  <c:v>5.8227848101265911E-2</c:v>
                </c:pt>
                <c:pt idx="8424">
                  <c:v>5.873417721518992E-2</c:v>
                </c:pt>
                <c:pt idx="8425">
                  <c:v>5.9240506329113929E-2</c:v>
                </c:pt>
                <c:pt idx="8426">
                  <c:v>5.8987341772152035E-2</c:v>
                </c:pt>
                <c:pt idx="8427">
                  <c:v>5.9493670886076044E-2</c:v>
                </c:pt>
                <c:pt idx="8428">
                  <c:v>5.9493670886076044E-2</c:v>
                </c:pt>
                <c:pt idx="8429">
                  <c:v>5.9493670886076044E-2</c:v>
                </c:pt>
                <c:pt idx="8430">
                  <c:v>5.873417721518992E-2</c:v>
                </c:pt>
                <c:pt idx="8431">
                  <c:v>5.8481012658227804E-2</c:v>
                </c:pt>
                <c:pt idx="8432">
                  <c:v>5.873417721518992E-2</c:v>
                </c:pt>
                <c:pt idx="8433">
                  <c:v>5.873417721518992E-2</c:v>
                </c:pt>
                <c:pt idx="8434">
                  <c:v>5.9240506329113929E-2</c:v>
                </c:pt>
                <c:pt idx="8435">
                  <c:v>5.873417721518992E-2</c:v>
                </c:pt>
                <c:pt idx="8436">
                  <c:v>5.8481012658227804E-2</c:v>
                </c:pt>
                <c:pt idx="8437">
                  <c:v>5.8481012658227804E-2</c:v>
                </c:pt>
                <c:pt idx="8438">
                  <c:v>5.8481012658227804E-2</c:v>
                </c:pt>
                <c:pt idx="8439">
                  <c:v>5.8227848101265911E-2</c:v>
                </c:pt>
                <c:pt idx="8440">
                  <c:v>5.7974683544303796E-2</c:v>
                </c:pt>
                <c:pt idx="8441">
                  <c:v>5.7721518987341902E-2</c:v>
                </c:pt>
                <c:pt idx="8442">
                  <c:v>5.7468354430379787E-2</c:v>
                </c:pt>
                <c:pt idx="8443">
                  <c:v>5.7974683544303796E-2</c:v>
                </c:pt>
                <c:pt idx="8444">
                  <c:v>5.8227848101265911E-2</c:v>
                </c:pt>
                <c:pt idx="8445">
                  <c:v>5.8481012658227804E-2</c:v>
                </c:pt>
                <c:pt idx="8446">
                  <c:v>5.873417721518992E-2</c:v>
                </c:pt>
                <c:pt idx="8447">
                  <c:v>5.8481012658227804E-2</c:v>
                </c:pt>
                <c:pt idx="8448">
                  <c:v>#N/A</c:v>
                </c:pt>
                <c:pt idx="8449">
                  <c:v>5.7974683544303796E-2</c:v>
                </c:pt>
                <c:pt idx="8450">
                  <c:v>5.7974683544303796E-2</c:v>
                </c:pt>
                <c:pt idx="8451">
                  <c:v>5.8481012658227804E-2</c:v>
                </c:pt>
                <c:pt idx="8452">
                  <c:v>5.873417721518992E-2</c:v>
                </c:pt>
                <c:pt idx="8453">
                  <c:v>#N/A</c:v>
                </c:pt>
                <c:pt idx="8454">
                  <c:v>5.8481012658227804E-2</c:v>
                </c:pt>
                <c:pt idx="8455">
                  <c:v>5.873417721518992E-2</c:v>
                </c:pt>
                <c:pt idx="8456">
                  <c:v>5.873417721518992E-2</c:v>
                </c:pt>
                <c:pt idx="8457">
                  <c:v>5.9240506329113929E-2</c:v>
                </c:pt>
                <c:pt idx="8458">
                  <c:v>5.8987341772152035E-2</c:v>
                </c:pt>
                <c:pt idx="8459">
                  <c:v>5.8987341772152035E-2</c:v>
                </c:pt>
                <c:pt idx="8460">
                  <c:v>5.8987341772152035E-2</c:v>
                </c:pt>
                <c:pt idx="8461">
                  <c:v>5.873417721518992E-2</c:v>
                </c:pt>
                <c:pt idx="8462">
                  <c:v>5.873417721518992E-2</c:v>
                </c:pt>
                <c:pt idx="8463">
                  <c:v>#N/A</c:v>
                </c:pt>
                <c:pt idx="8464">
                  <c:v>5.873417721518992E-2</c:v>
                </c:pt>
                <c:pt idx="8465">
                  <c:v>5.8987341772152035E-2</c:v>
                </c:pt>
                <c:pt idx="8466">
                  <c:v>5.9493670886076044E-2</c:v>
                </c:pt>
                <c:pt idx="8467">
                  <c:v>5.9493670886076044E-2</c:v>
                </c:pt>
                <c:pt idx="8468">
                  <c:v>5.8987341772152035E-2</c:v>
                </c:pt>
                <c:pt idx="8469">
                  <c:v>5.8987341772152035E-2</c:v>
                </c:pt>
                <c:pt idx="8470">
                  <c:v>5.8987341772152035E-2</c:v>
                </c:pt>
                <c:pt idx="8471">
                  <c:v>5.9493670886076044E-2</c:v>
                </c:pt>
                <c:pt idx="8472">
                  <c:v>5.9493670886076044E-2</c:v>
                </c:pt>
                <c:pt idx="8473">
                  <c:v>5.9240506329113929E-2</c:v>
                </c:pt>
                <c:pt idx="8474">
                  <c:v>5.9240506329113929E-2</c:v>
                </c:pt>
                <c:pt idx="8475">
                  <c:v>5.9746835443037938E-2</c:v>
                </c:pt>
                <c:pt idx="8476">
                  <c:v>5.9746835443037938E-2</c:v>
                </c:pt>
                <c:pt idx="8477">
                  <c:v>5.9493670886076044E-2</c:v>
                </c:pt>
                <c:pt idx="8478">
                  <c:v>5.9746835443037938E-2</c:v>
                </c:pt>
                <c:pt idx="8479">
                  <c:v>5.9493670886076044E-2</c:v>
                </c:pt>
                <c:pt idx="8480">
                  <c:v>5.873417721518992E-2</c:v>
                </c:pt>
                <c:pt idx="8481">
                  <c:v>5.9240506329113929E-2</c:v>
                </c:pt>
                <c:pt idx="8482">
                  <c:v>5.9746835443037938E-2</c:v>
                </c:pt>
                <c:pt idx="8483">
                  <c:v>5.9746835443037938E-2</c:v>
                </c:pt>
                <c:pt idx="8484">
                  <c:v>5.9746835443037938E-2</c:v>
                </c:pt>
                <c:pt idx="8485">
                  <c:v>5.9493670886076044E-2</c:v>
                </c:pt>
                <c:pt idx="8486">
                  <c:v>5.9493670886076044E-2</c:v>
                </c:pt>
                <c:pt idx="8487">
                  <c:v>5.9493670886076044E-2</c:v>
                </c:pt>
                <c:pt idx="8488">
                  <c:v>5.9493670886076044E-2</c:v>
                </c:pt>
                <c:pt idx="8489">
                  <c:v>5.9240506329113929E-2</c:v>
                </c:pt>
                <c:pt idx="8490">
                  <c:v>5.8987341772152035E-2</c:v>
                </c:pt>
                <c:pt idx="8491">
                  <c:v>#N/A</c:v>
                </c:pt>
                <c:pt idx="8492">
                  <c:v>5.9746835443037938E-2</c:v>
                </c:pt>
                <c:pt idx="8493">
                  <c:v>5.9746835443037938E-2</c:v>
                </c:pt>
                <c:pt idx="8494">
                  <c:v>6.0000000000000053E-2</c:v>
                </c:pt>
                <c:pt idx="8495">
                  <c:v>#N/A</c:v>
                </c:pt>
                <c:pt idx="8496">
                  <c:v>6.0000000000000053E-2</c:v>
                </c:pt>
                <c:pt idx="8497">
                  <c:v>6.0253164556961947E-2</c:v>
                </c:pt>
                <c:pt idx="8498">
                  <c:v>6.0253164556961947E-2</c:v>
                </c:pt>
                <c:pt idx="8499">
                  <c:v>6.0253164556961947E-2</c:v>
                </c:pt>
                <c:pt idx="8500">
                  <c:v>6.1012658227848071E-2</c:v>
                </c:pt>
                <c:pt idx="8501">
                  <c:v>6.0759493670886178E-2</c:v>
                </c:pt>
                <c:pt idx="8502">
                  <c:v>6.0759493670886178E-2</c:v>
                </c:pt>
                <c:pt idx="8503">
                  <c:v>6.1012658227848071E-2</c:v>
                </c:pt>
                <c:pt idx="8504">
                  <c:v>6.1265822784810187E-2</c:v>
                </c:pt>
                <c:pt idx="8505">
                  <c:v>6.1012658227848071E-2</c:v>
                </c:pt>
                <c:pt idx="8506">
                  <c:v>6.0759493670886178E-2</c:v>
                </c:pt>
                <c:pt idx="8507">
                  <c:v>6.0759493670886178E-2</c:v>
                </c:pt>
                <c:pt idx="8508">
                  <c:v>6.0506329113924062E-2</c:v>
                </c:pt>
                <c:pt idx="8509">
                  <c:v>6.0506329113924062E-2</c:v>
                </c:pt>
                <c:pt idx="8510">
                  <c:v>6.0759493670886178E-2</c:v>
                </c:pt>
                <c:pt idx="8511">
                  <c:v>6.0253164556961947E-2</c:v>
                </c:pt>
                <c:pt idx="8512">
                  <c:v>6.0506329113924062E-2</c:v>
                </c:pt>
                <c:pt idx="8513">
                  <c:v>#N/A</c:v>
                </c:pt>
                <c:pt idx="8514">
                  <c:v>6.0506329113924062E-2</c:v>
                </c:pt>
                <c:pt idx="8515">
                  <c:v>6.0759493670886178E-2</c:v>
                </c:pt>
                <c:pt idx="8516">
                  <c:v>6.0759493670886178E-2</c:v>
                </c:pt>
                <c:pt idx="8517">
                  <c:v>6.0759493670886178E-2</c:v>
                </c:pt>
                <c:pt idx="8518">
                  <c:v>6.1265822784810187E-2</c:v>
                </c:pt>
                <c:pt idx="8519">
                  <c:v>6.1012658227848071E-2</c:v>
                </c:pt>
                <c:pt idx="8520">
                  <c:v>6.1012658227848071E-2</c:v>
                </c:pt>
                <c:pt idx="8521">
                  <c:v>6.0506329113924062E-2</c:v>
                </c:pt>
                <c:pt idx="8522">
                  <c:v>6.0000000000000053E-2</c:v>
                </c:pt>
                <c:pt idx="8523">
                  <c:v>5.9746835443037938E-2</c:v>
                </c:pt>
                <c:pt idx="8524">
                  <c:v>5.9746835443037938E-2</c:v>
                </c:pt>
                <c:pt idx="8525">
                  <c:v>5.9493670886076044E-2</c:v>
                </c:pt>
                <c:pt idx="8526">
                  <c:v>5.9746835443037938E-2</c:v>
                </c:pt>
                <c:pt idx="8527">
                  <c:v>5.9746835443037938E-2</c:v>
                </c:pt>
                <c:pt idx="8528">
                  <c:v>5.9746835443037938E-2</c:v>
                </c:pt>
                <c:pt idx="8529">
                  <c:v>6.0253164556961947E-2</c:v>
                </c:pt>
                <c:pt idx="8530">
                  <c:v>6.0000000000000053E-2</c:v>
                </c:pt>
                <c:pt idx="8531">
                  <c:v>6.0000000000000053E-2</c:v>
                </c:pt>
                <c:pt idx="8532">
                  <c:v>6.0000000000000053E-2</c:v>
                </c:pt>
                <c:pt idx="8533">
                  <c:v>5.9746835443037938E-2</c:v>
                </c:pt>
                <c:pt idx="8534">
                  <c:v>5.9746835443037938E-2</c:v>
                </c:pt>
                <c:pt idx="8535">
                  <c:v>5.9746835443037938E-2</c:v>
                </c:pt>
                <c:pt idx="8536">
                  <c:v>5.9746835443037938E-2</c:v>
                </c:pt>
                <c:pt idx="8537">
                  <c:v>6.0000000000000053E-2</c:v>
                </c:pt>
                <c:pt idx="8538">
                  <c:v>6.0000000000000053E-2</c:v>
                </c:pt>
                <c:pt idx="8539">
                  <c:v>5.9746835443037938E-2</c:v>
                </c:pt>
                <c:pt idx="8540">
                  <c:v>5.9746835443037938E-2</c:v>
                </c:pt>
                <c:pt idx="8541">
                  <c:v>6.0000000000000053E-2</c:v>
                </c:pt>
                <c:pt idx="8542">
                  <c:v>5.9746835443037938E-2</c:v>
                </c:pt>
                <c:pt idx="8543">
                  <c:v>5.9746835443037938E-2</c:v>
                </c:pt>
                <c:pt idx="8544">
                  <c:v>6.0000000000000053E-2</c:v>
                </c:pt>
                <c:pt idx="8545">
                  <c:v>5.9746835443037938E-2</c:v>
                </c:pt>
                <c:pt idx="8546">
                  <c:v>5.9493670886076044E-2</c:v>
                </c:pt>
                <c:pt idx="8547">
                  <c:v>5.9240506329113929E-2</c:v>
                </c:pt>
                <c:pt idx="8548">
                  <c:v>5.873417721518992E-2</c:v>
                </c:pt>
                <c:pt idx="8549">
                  <c:v>5.873417721518992E-2</c:v>
                </c:pt>
                <c:pt idx="8550">
                  <c:v>5.8227848101265911E-2</c:v>
                </c:pt>
                <c:pt idx="8551">
                  <c:v>5.7721518987341902E-2</c:v>
                </c:pt>
                <c:pt idx="8552">
                  <c:v>5.8481012658227804E-2</c:v>
                </c:pt>
                <c:pt idx="8553">
                  <c:v>5.8481012658227804E-2</c:v>
                </c:pt>
                <c:pt idx="8554">
                  <c:v>5.8227848101265911E-2</c:v>
                </c:pt>
                <c:pt idx="8555">
                  <c:v>5.873417721518992E-2</c:v>
                </c:pt>
                <c:pt idx="8556">
                  <c:v>5.873417721518992E-2</c:v>
                </c:pt>
                <c:pt idx="8557">
                  <c:v>5.8987341772152035E-2</c:v>
                </c:pt>
                <c:pt idx="8558">
                  <c:v>5.873417721518992E-2</c:v>
                </c:pt>
                <c:pt idx="8559">
                  <c:v>5.873417721518992E-2</c:v>
                </c:pt>
                <c:pt idx="8560">
                  <c:v>5.8987341772152035E-2</c:v>
                </c:pt>
                <c:pt idx="8561">
                  <c:v>5.8987341772152035E-2</c:v>
                </c:pt>
                <c:pt idx="8562">
                  <c:v>5.8481012658227804E-2</c:v>
                </c:pt>
                <c:pt idx="8563">
                  <c:v>5.8481012658227804E-2</c:v>
                </c:pt>
                <c:pt idx="8564">
                  <c:v>5.8481012658227804E-2</c:v>
                </c:pt>
                <c:pt idx="8565">
                  <c:v>5.873417721518992E-2</c:v>
                </c:pt>
                <c:pt idx="8566">
                  <c:v>5.873417721518992E-2</c:v>
                </c:pt>
                <c:pt idx="8567">
                  <c:v>5.873417721518992E-2</c:v>
                </c:pt>
                <c:pt idx="8568">
                  <c:v>5.9240506329113929E-2</c:v>
                </c:pt>
                <c:pt idx="8569">
                  <c:v>5.8987341772152035E-2</c:v>
                </c:pt>
                <c:pt idx="8570">
                  <c:v>5.9493670886076044E-2</c:v>
                </c:pt>
                <c:pt idx="8571">
                  <c:v>5.9240506329113929E-2</c:v>
                </c:pt>
                <c:pt idx="8572">
                  <c:v>5.8987341772152035E-2</c:v>
                </c:pt>
                <c:pt idx="8573">
                  <c:v>5.8987341772152035E-2</c:v>
                </c:pt>
                <c:pt idx="8574">
                  <c:v>5.8987341772152035E-2</c:v>
                </c:pt>
                <c:pt idx="8575">
                  <c:v>#N/A</c:v>
                </c:pt>
                <c:pt idx="8576">
                  <c:v>#N/A</c:v>
                </c:pt>
                <c:pt idx="8577">
                  <c:v>#N/A</c:v>
                </c:pt>
                <c:pt idx="8578">
                  <c:v>5.9240506329113929E-2</c:v>
                </c:pt>
                <c:pt idx="8579">
                  <c:v>#N/A</c:v>
                </c:pt>
                <c:pt idx="8580">
                  <c:v>5.8987341772152035E-2</c:v>
                </c:pt>
                <c:pt idx="8581">
                  <c:v>5.873417721518992E-2</c:v>
                </c:pt>
                <c:pt idx="8582">
                  <c:v>5.9240506329113929E-2</c:v>
                </c:pt>
                <c:pt idx="8583">
                  <c:v>5.9240506329113929E-2</c:v>
                </c:pt>
                <c:pt idx="8584">
                  <c:v>5.8987341772152035E-2</c:v>
                </c:pt>
                <c:pt idx="8585">
                  <c:v>5.9240506329113929E-2</c:v>
                </c:pt>
                <c:pt idx="8586">
                  <c:v>#N/A</c:v>
                </c:pt>
                <c:pt idx="8587">
                  <c:v>5.9493670886076044E-2</c:v>
                </c:pt>
                <c:pt idx="8588">
                  <c:v>5.9493670886076044E-2</c:v>
                </c:pt>
                <c:pt idx="8589">
                  <c:v>5.9746835443037938E-2</c:v>
                </c:pt>
                <c:pt idx="8590">
                  <c:v>5.9746835443037938E-2</c:v>
                </c:pt>
                <c:pt idx="8591">
                  <c:v>6.0000000000000053E-2</c:v>
                </c:pt>
                <c:pt idx="8592">
                  <c:v>6.0000000000000053E-2</c:v>
                </c:pt>
                <c:pt idx="8593">
                  <c:v>6.0506329113924062E-2</c:v>
                </c:pt>
                <c:pt idx="8594">
                  <c:v>6.1012658227848071E-2</c:v>
                </c:pt>
                <c:pt idx="8595">
                  <c:v>6.1012658227848071E-2</c:v>
                </c:pt>
                <c:pt idx="8596">
                  <c:v>6.1265822784810187E-2</c:v>
                </c:pt>
                <c:pt idx="8597">
                  <c:v>6.1012658227848071E-2</c:v>
                </c:pt>
                <c:pt idx="8598">
                  <c:v>6.1012658227848071E-2</c:v>
                </c:pt>
                <c:pt idx="8599">
                  <c:v>6.1012658227848071E-2</c:v>
                </c:pt>
                <c:pt idx="8600">
                  <c:v>6.1012658227848071E-2</c:v>
                </c:pt>
                <c:pt idx="8601">
                  <c:v>6.1012658227848071E-2</c:v>
                </c:pt>
                <c:pt idx="8602">
                  <c:v>6.1265822784810187E-2</c:v>
                </c:pt>
                <c:pt idx="8603">
                  <c:v>6.151898734177208E-2</c:v>
                </c:pt>
                <c:pt idx="8604">
                  <c:v>6.1772151898734196E-2</c:v>
                </c:pt>
                <c:pt idx="8605">
                  <c:v>6.2025316455696311E-2</c:v>
                </c:pt>
                <c:pt idx="8606">
                  <c:v>6.2278481012658204E-2</c:v>
                </c:pt>
                <c:pt idx="8607">
                  <c:v>6.2278481012658204E-2</c:v>
                </c:pt>
                <c:pt idx="8608">
                  <c:v>6.2278481012658204E-2</c:v>
                </c:pt>
                <c:pt idx="8609">
                  <c:v>6.2025316455696311E-2</c:v>
                </c:pt>
                <c:pt idx="8610">
                  <c:v>6.2025316455696311E-2</c:v>
                </c:pt>
                <c:pt idx="8611">
                  <c:v>6.151898734177208E-2</c:v>
                </c:pt>
                <c:pt idx="8612">
                  <c:v>6.1012658227848071E-2</c:v>
                </c:pt>
                <c:pt idx="8613">
                  <c:v>6.1012658227848071E-2</c:v>
                </c:pt>
                <c:pt idx="8614">
                  <c:v>6.1012658227848071E-2</c:v>
                </c:pt>
                <c:pt idx="8615">
                  <c:v>6.1012658227848071E-2</c:v>
                </c:pt>
                <c:pt idx="8616">
                  <c:v>6.0506329113924062E-2</c:v>
                </c:pt>
                <c:pt idx="8617">
                  <c:v>6.0000000000000053E-2</c:v>
                </c:pt>
                <c:pt idx="8618">
                  <c:v>6.0000000000000053E-2</c:v>
                </c:pt>
                <c:pt idx="8619">
                  <c:v>5.9746835443037938E-2</c:v>
                </c:pt>
                <c:pt idx="8620">
                  <c:v>5.8987341772152035E-2</c:v>
                </c:pt>
                <c:pt idx="8621">
                  <c:v>5.9240506329113929E-2</c:v>
                </c:pt>
                <c:pt idx="8622">
                  <c:v>5.873417721518992E-2</c:v>
                </c:pt>
                <c:pt idx="8623">
                  <c:v>5.8481012658227804E-2</c:v>
                </c:pt>
                <c:pt idx="8624">
                  <c:v>5.7974683544303796E-2</c:v>
                </c:pt>
                <c:pt idx="8625">
                  <c:v>5.7721518987341902E-2</c:v>
                </c:pt>
                <c:pt idx="8626">
                  <c:v>5.8481012658227804E-2</c:v>
                </c:pt>
                <c:pt idx="8627">
                  <c:v>5.873417721518992E-2</c:v>
                </c:pt>
                <c:pt idx="8628">
                  <c:v>5.9240506329113929E-2</c:v>
                </c:pt>
                <c:pt idx="8629">
                  <c:v>5.8987341772152035E-2</c:v>
                </c:pt>
                <c:pt idx="8630">
                  <c:v>5.9240506329113929E-2</c:v>
                </c:pt>
                <c:pt idx="8631">
                  <c:v>5.8987341772152035E-2</c:v>
                </c:pt>
                <c:pt idx="8632">
                  <c:v>5.8481012658227804E-2</c:v>
                </c:pt>
                <c:pt idx="8633">
                  <c:v>5.8481012658227804E-2</c:v>
                </c:pt>
                <c:pt idx="8634">
                  <c:v>5.8227848101265911E-2</c:v>
                </c:pt>
                <c:pt idx="8635">
                  <c:v>5.8481012658227804E-2</c:v>
                </c:pt>
                <c:pt idx="8636">
                  <c:v>5.873417721518992E-2</c:v>
                </c:pt>
                <c:pt idx="8637">
                  <c:v>5.873417721518992E-2</c:v>
                </c:pt>
                <c:pt idx="8638">
                  <c:v>5.8987341772152035E-2</c:v>
                </c:pt>
                <c:pt idx="8639">
                  <c:v>5.8987341772152035E-2</c:v>
                </c:pt>
                <c:pt idx="8640">
                  <c:v>5.8987341772152035E-2</c:v>
                </c:pt>
                <c:pt idx="8641">
                  <c:v>5.9493670886076044E-2</c:v>
                </c:pt>
                <c:pt idx="8642">
                  <c:v>5.9240506329113929E-2</c:v>
                </c:pt>
                <c:pt idx="8643">
                  <c:v>5.9493670886076044E-2</c:v>
                </c:pt>
                <c:pt idx="8644">
                  <c:v>5.9746835443037938E-2</c:v>
                </c:pt>
                <c:pt idx="8645">
                  <c:v>6.0000000000000053E-2</c:v>
                </c:pt>
                <c:pt idx="8646">
                  <c:v>#N/A</c:v>
                </c:pt>
                <c:pt idx="8647">
                  <c:v>6.0759493670886178E-2</c:v>
                </c:pt>
                <c:pt idx="8648">
                  <c:v>6.1012658227848071E-2</c:v>
                </c:pt>
                <c:pt idx="8649">
                  <c:v>6.1012658227848071E-2</c:v>
                </c:pt>
                <c:pt idx="8650">
                  <c:v>6.0759493670886178E-2</c:v>
                </c:pt>
                <c:pt idx="8651">
                  <c:v>6.0759493670886178E-2</c:v>
                </c:pt>
                <c:pt idx="8652">
                  <c:v>6.0759493670886178E-2</c:v>
                </c:pt>
                <c:pt idx="8653">
                  <c:v>6.1012658227848071E-2</c:v>
                </c:pt>
                <c:pt idx="8654">
                  <c:v>6.0506329113924062E-2</c:v>
                </c:pt>
                <c:pt idx="8655">
                  <c:v>6.0506329113924062E-2</c:v>
                </c:pt>
                <c:pt idx="8656">
                  <c:v>6.0759493670886178E-2</c:v>
                </c:pt>
                <c:pt idx="8657">
                  <c:v>6.0506329113924062E-2</c:v>
                </c:pt>
                <c:pt idx="8658">
                  <c:v>5.9746835443037938E-2</c:v>
                </c:pt>
                <c:pt idx="8659">
                  <c:v>5.9493670886076044E-2</c:v>
                </c:pt>
                <c:pt idx="8660">
                  <c:v>5.9493670886076044E-2</c:v>
                </c:pt>
                <c:pt idx="8661">
                  <c:v>5.9493670886076044E-2</c:v>
                </c:pt>
                <c:pt idx="8662">
                  <c:v>5.9493670886076044E-2</c:v>
                </c:pt>
                <c:pt idx="8663">
                  <c:v>5.9240506329113929E-2</c:v>
                </c:pt>
                <c:pt idx="8664">
                  <c:v>5.9493670886076044E-2</c:v>
                </c:pt>
                <c:pt idx="8665">
                  <c:v>5.9746835443037938E-2</c:v>
                </c:pt>
                <c:pt idx="8666">
                  <c:v>5.9493670886076044E-2</c:v>
                </c:pt>
                <c:pt idx="8667">
                  <c:v>5.9746835443037938E-2</c:v>
                </c:pt>
                <c:pt idx="8668">
                  <c:v>5.9493670886076044E-2</c:v>
                </c:pt>
                <c:pt idx="8669">
                  <c:v>#N/A</c:v>
                </c:pt>
                <c:pt idx="8670">
                  <c:v>5.8987341772152035E-2</c:v>
                </c:pt>
                <c:pt idx="8671">
                  <c:v>5.9240506329113929E-2</c:v>
                </c:pt>
                <c:pt idx="8672">
                  <c:v>5.9493670886076044E-2</c:v>
                </c:pt>
                <c:pt idx="8673">
                  <c:v>5.9240506329113929E-2</c:v>
                </c:pt>
                <c:pt idx="8674">
                  <c:v>5.9746835443037938E-2</c:v>
                </c:pt>
                <c:pt idx="8675">
                  <c:v>5.8987341772152035E-2</c:v>
                </c:pt>
                <c:pt idx="8676">
                  <c:v>5.9493670886076044E-2</c:v>
                </c:pt>
                <c:pt idx="8677">
                  <c:v>5.9493670886076044E-2</c:v>
                </c:pt>
                <c:pt idx="8678">
                  <c:v>5.9746835443037938E-2</c:v>
                </c:pt>
                <c:pt idx="8679">
                  <c:v>5.9746835443037938E-2</c:v>
                </c:pt>
                <c:pt idx="8680">
                  <c:v>5.9493670886076044E-2</c:v>
                </c:pt>
                <c:pt idx="8681">
                  <c:v>5.9240506329113929E-2</c:v>
                </c:pt>
                <c:pt idx="8682">
                  <c:v>5.8987341772152035E-2</c:v>
                </c:pt>
                <c:pt idx="8683">
                  <c:v>5.873417721518992E-2</c:v>
                </c:pt>
                <c:pt idx="8684">
                  <c:v>5.8227848101265911E-2</c:v>
                </c:pt>
                <c:pt idx="8685">
                  <c:v>5.8227848101265911E-2</c:v>
                </c:pt>
                <c:pt idx="8686">
                  <c:v>5.7974683544303796E-2</c:v>
                </c:pt>
                <c:pt idx="8687">
                  <c:v>5.8227848101265911E-2</c:v>
                </c:pt>
                <c:pt idx="8688">
                  <c:v>5.8227848101265911E-2</c:v>
                </c:pt>
                <c:pt idx="8689">
                  <c:v>5.7974683544303796E-2</c:v>
                </c:pt>
                <c:pt idx="8690">
                  <c:v>5.873417721518992E-2</c:v>
                </c:pt>
                <c:pt idx="8691">
                  <c:v>#N/A</c:v>
                </c:pt>
                <c:pt idx="8692">
                  <c:v>5.8481012658227804E-2</c:v>
                </c:pt>
                <c:pt idx="8693">
                  <c:v>5.8227848101265911E-2</c:v>
                </c:pt>
                <c:pt idx="8694">
                  <c:v>5.8227848101265911E-2</c:v>
                </c:pt>
                <c:pt idx="8695">
                  <c:v>5.8227848101265911E-2</c:v>
                </c:pt>
                <c:pt idx="8696">
                  <c:v>#N/A</c:v>
                </c:pt>
                <c:pt idx="8697">
                  <c:v>#N/A</c:v>
                </c:pt>
                <c:pt idx="8698">
                  <c:v>5.8227848101265911E-2</c:v>
                </c:pt>
                <c:pt idx="8699">
                  <c:v>5.8481012658227804E-2</c:v>
                </c:pt>
                <c:pt idx="8700">
                  <c:v>5.9240506329113929E-2</c:v>
                </c:pt>
                <c:pt idx="8701">
                  <c:v>5.8987341772152035E-2</c:v>
                </c:pt>
                <c:pt idx="8702">
                  <c:v>5.9240506329113929E-2</c:v>
                </c:pt>
                <c:pt idx="8703">
                  <c:v>5.873417721518992E-2</c:v>
                </c:pt>
                <c:pt idx="8704">
                  <c:v>#N/A</c:v>
                </c:pt>
                <c:pt idx="8705">
                  <c:v>5.873417721518992E-2</c:v>
                </c:pt>
                <c:pt idx="8706">
                  <c:v>5.7974683544303796E-2</c:v>
                </c:pt>
                <c:pt idx="8707">
                  <c:v>5.8227848101265911E-2</c:v>
                </c:pt>
                <c:pt idx="8708">
                  <c:v>5.7721518987341902E-2</c:v>
                </c:pt>
                <c:pt idx="8709">
                  <c:v>5.7215189873417671E-2</c:v>
                </c:pt>
                <c:pt idx="8710">
                  <c:v>5.7215189873417671E-2</c:v>
                </c:pt>
                <c:pt idx="8711">
                  <c:v>5.6962025316455778E-2</c:v>
                </c:pt>
                <c:pt idx="8712">
                  <c:v>5.7215189873417671E-2</c:v>
                </c:pt>
                <c:pt idx="8713">
                  <c:v>5.6962025316455778E-2</c:v>
                </c:pt>
                <c:pt idx="8714">
                  <c:v>5.6455696202531769E-2</c:v>
                </c:pt>
                <c:pt idx="8715">
                  <c:v>5.6455696202531769E-2</c:v>
                </c:pt>
                <c:pt idx="8716">
                  <c:v>5.6962025316455778E-2</c:v>
                </c:pt>
                <c:pt idx="8717">
                  <c:v>5.6708860759493662E-2</c:v>
                </c:pt>
                <c:pt idx="8718">
                  <c:v>5.6962025316455778E-2</c:v>
                </c:pt>
                <c:pt idx="8719">
                  <c:v>5.6962025316455778E-2</c:v>
                </c:pt>
                <c:pt idx="8720">
                  <c:v>5.6708860759493662E-2</c:v>
                </c:pt>
                <c:pt idx="8721">
                  <c:v>5.6962025316455778E-2</c:v>
                </c:pt>
                <c:pt idx="8722">
                  <c:v>5.7468354430379787E-2</c:v>
                </c:pt>
                <c:pt idx="8723">
                  <c:v>5.7468354430379787E-2</c:v>
                </c:pt>
                <c:pt idx="8724">
                  <c:v>5.7468354430379787E-2</c:v>
                </c:pt>
                <c:pt idx="8725">
                  <c:v>#N/A</c:v>
                </c:pt>
                <c:pt idx="8726">
                  <c:v>5.7468354430379787E-2</c:v>
                </c:pt>
                <c:pt idx="8727">
                  <c:v>5.7468354430379787E-2</c:v>
                </c:pt>
                <c:pt idx="8728">
                  <c:v>5.7974683544303796E-2</c:v>
                </c:pt>
                <c:pt idx="8729">
                  <c:v>5.8227848101265911E-2</c:v>
                </c:pt>
                <c:pt idx="8730">
                  <c:v>5.8227848101265911E-2</c:v>
                </c:pt>
                <c:pt idx="8731">
                  <c:v>5.7468354430379787E-2</c:v>
                </c:pt>
                <c:pt idx="8732">
                  <c:v>5.7468354430379787E-2</c:v>
                </c:pt>
                <c:pt idx="8733">
                  <c:v>5.7721518987341902E-2</c:v>
                </c:pt>
                <c:pt idx="8734">
                  <c:v>5.8481012658227804E-2</c:v>
                </c:pt>
                <c:pt idx="8735">
                  <c:v>5.8481012658227804E-2</c:v>
                </c:pt>
                <c:pt idx="8736">
                  <c:v>#N/A</c:v>
                </c:pt>
                <c:pt idx="8737">
                  <c:v>5.7974683544303796E-2</c:v>
                </c:pt>
                <c:pt idx="8738">
                  <c:v>5.7721518987341902E-2</c:v>
                </c:pt>
                <c:pt idx="8739">
                  <c:v>5.7721518987341902E-2</c:v>
                </c:pt>
                <c:pt idx="8740">
                  <c:v>5.7468354430379787E-2</c:v>
                </c:pt>
                <c:pt idx="8741">
                  <c:v>5.7468354430379787E-2</c:v>
                </c:pt>
                <c:pt idx="8742">
                  <c:v>5.7974683544303796E-2</c:v>
                </c:pt>
                <c:pt idx="8743">
                  <c:v>5.7721518987341902E-2</c:v>
                </c:pt>
                <c:pt idx="8744">
                  <c:v>5.7721518987341902E-2</c:v>
                </c:pt>
                <c:pt idx="8745">
                  <c:v>5.7721518987341902E-2</c:v>
                </c:pt>
                <c:pt idx="8746">
                  <c:v>5.7974683544303796E-2</c:v>
                </c:pt>
                <c:pt idx="8747">
                  <c:v>5.8227848101265911E-2</c:v>
                </c:pt>
                <c:pt idx="8748">
                  <c:v>5.7721518987341902E-2</c:v>
                </c:pt>
                <c:pt idx="8749">
                  <c:v>5.7468354430379787E-2</c:v>
                </c:pt>
                <c:pt idx="8750">
                  <c:v>5.7468354430379787E-2</c:v>
                </c:pt>
                <c:pt idx="8751">
                  <c:v>5.7468354430379787E-2</c:v>
                </c:pt>
                <c:pt idx="8752">
                  <c:v>5.7215189873417671E-2</c:v>
                </c:pt>
                <c:pt idx="8753">
                  <c:v>5.7468354430379787E-2</c:v>
                </c:pt>
                <c:pt idx="8754">
                  <c:v>5.7974683544303796E-2</c:v>
                </c:pt>
                <c:pt idx="8755">
                  <c:v>5.8227848101265911E-2</c:v>
                </c:pt>
                <c:pt idx="8756">
                  <c:v>5.8227848101265911E-2</c:v>
                </c:pt>
                <c:pt idx="8757">
                  <c:v>5.8481012658227804E-2</c:v>
                </c:pt>
                <c:pt idx="8758">
                  <c:v>5.7974683544303796E-2</c:v>
                </c:pt>
                <c:pt idx="8759">
                  <c:v>5.7974683544303796E-2</c:v>
                </c:pt>
                <c:pt idx="8760">
                  <c:v>5.7468354430379787E-2</c:v>
                </c:pt>
                <c:pt idx="8761">
                  <c:v>#N/A</c:v>
                </c:pt>
                <c:pt idx="8762">
                  <c:v>5.7721518987341902E-2</c:v>
                </c:pt>
                <c:pt idx="8763">
                  <c:v>5.7974683544303796E-2</c:v>
                </c:pt>
                <c:pt idx="8764">
                  <c:v>5.7721518987341902E-2</c:v>
                </c:pt>
                <c:pt idx="8765">
                  <c:v>#N/A</c:v>
                </c:pt>
                <c:pt idx="8766">
                  <c:v>5.7721518987341902E-2</c:v>
                </c:pt>
                <c:pt idx="8767">
                  <c:v>5.7468354430379787E-2</c:v>
                </c:pt>
                <c:pt idx="8768">
                  <c:v>5.7721518987341902E-2</c:v>
                </c:pt>
                <c:pt idx="8769">
                  <c:v>#N/A</c:v>
                </c:pt>
                <c:pt idx="8770">
                  <c:v>5.7721518987341902E-2</c:v>
                </c:pt>
                <c:pt idx="8771">
                  <c:v>5.7721518987341902E-2</c:v>
                </c:pt>
                <c:pt idx="8772">
                  <c:v>#N/A</c:v>
                </c:pt>
                <c:pt idx="8773">
                  <c:v>5.7721518987341902E-2</c:v>
                </c:pt>
                <c:pt idx="8774">
                  <c:v>5.7721518987341902E-2</c:v>
                </c:pt>
                <c:pt idx="8775">
                  <c:v>5.7721518987341902E-2</c:v>
                </c:pt>
                <c:pt idx="8776">
                  <c:v>5.7974683544303796E-2</c:v>
                </c:pt>
                <c:pt idx="8777">
                  <c:v>5.7974683544303796E-2</c:v>
                </c:pt>
                <c:pt idx="8778">
                  <c:v>5.8227848101265911E-2</c:v>
                </c:pt>
                <c:pt idx="8779">
                  <c:v>5.8481012658227804E-2</c:v>
                </c:pt>
                <c:pt idx="8780">
                  <c:v>5.8481012658227804E-2</c:v>
                </c:pt>
                <c:pt idx="8781">
                  <c:v>5.8481012658227804E-2</c:v>
                </c:pt>
                <c:pt idx="8782">
                  <c:v>5.8987341772152035E-2</c:v>
                </c:pt>
                <c:pt idx="8783">
                  <c:v>5.9240506329113929E-2</c:v>
                </c:pt>
                <c:pt idx="8784">
                  <c:v>5.873417721518992E-2</c:v>
                </c:pt>
                <c:pt idx="8785">
                  <c:v>5.7974683544303796E-2</c:v>
                </c:pt>
                <c:pt idx="8786">
                  <c:v>5.7974683544303796E-2</c:v>
                </c:pt>
                <c:pt idx="8787">
                  <c:v>#N/A</c:v>
                </c:pt>
                <c:pt idx="8788">
                  <c:v>5.7974683544303796E-2</c:v>
                </c:pt>
                <c:pt idx="8789">
                  <c:v>5.7721518987341902E-2</c:v>
                </c:pt>
                <c:pt idx="8790">
                  <c:v>5.7215189873417671E-2</c:v>
                </c:pt>
                <c:pt idx="8791">
                  <c:v>5.7721518987341902E-2</c:v>
                </c:pt>
                <c:pt idx="8792">
                  <c:v>5.8227848101265911E-2</c:v>
                </c:pt>
                <c:pt idx="8793">
                  <c:v>5.7974683544303796E-2</c:v>
                </c:pt>
                <c:pt idx="8794">
                  <c:v>5.7974683544303796E-2</c:v>
                </c:pt>
                <c:pt idx="8795">
                  <c:v>5.7974683544303796E-2</c:v>
                </c:pt>
                <c:pt idx="8796">
                  <c:v>5.7974683544303796E-2</c:v>
                </c:pt>
                <c:pt idx="8797">
                  <c:v>5.7974683544303796E-2</c:v>
                </c:pt>
                <c:pt idx="8798">
                  <c:v>#N/A</c:v>
                </c:pt>
                <c:pt idx="8799">
                  <c:v>5.8481012658227804E-2</c:v>
                </c:pt>
                <c:pt idx="8800">
                  <c:v>5.8481012658227804E-2</c:v>
                </c:pt>
                <c:pt idx="8801">
                  <c:v>5.7974683544303796E-2</c:v>
                </c:pt>
                <c:pt idx="8802">
                  <c:v>5.7721518987341902E-2</c:v>
                </c:pt>
                <c:pt idx="8803">
                  <c:v>5.7721518987341902E-2</c:v>
                </c:pt>
                <c:pt idx="8804">
                  <c:v>5.7721518987341902E-2</c:v>
                </c:pt>
                <c:pt idx="8805">
                  <c:v>#N/A</c:v>
                </c:pt>
                <c:pt idx="8806">
                  <c:v>5.8227848101265911E-2</c:v>
                </c:pt>
                <c:pt idx="8807">
                  <c:v>5.8481012658227804E-2</c:v>
                </c:pt>
                <c:pt idx="8808">
                  <c:v>5.7974683544303796E-2</c:v>
                </c:pt>
                <c:pt idx="8809">
                  <c:v>5.7974683544303796E-2</c:v>
                </c:pt>
                <c:pt idx="8810">
                  <c:v>5.8227848101265911E-2</c:v>
                </c:pt>
                <c:pt idx="8811">
                  <c:v>5.7974683544303796E-2</c:v>
                </c:pt>
                <c:pt idx="8812">
                  <c:v>5.7721518987341902E-2</c:v>
                </c:pt>
                <c:pt idx="8813">
                  <c:v>5.7215189873417671E-2</c:v>
                </c:pt>
                <c:pt idx="8814">
                  <c:v>5.7215189873417671E-2</c:v>
                </c:pt>
                <c:pt idx="8815">
                  <c:v>5.7215189873417671E-2</c:v>
                </c:pt>
                <c:pt idx="8816">
                  <c:v>5.7215189873417671E-2</c:v>
                </c:pt>
                <c:pt idx="8817">
                  <c:v>5.6962025316455778E-2</c:v>
                </c:pt>
                <c:pt idx="8818">
                  <c:v>5.6708860759493662E-2</c:v>
                </c:pt>
                <c:pt idx="8819">
                  <c:v>5.6455696202531769E-2</c:v>
                </c:pt>
                <c:pt idx="8820">
                  <c:v>5.6708860759493662E-2</c:v>
                </c:pt>
                <c:pt idx="8821">
                  <c:v>5.6708860759493662E-2</c:v>
                </c:pt>
                <c:pt idx="8822">
                  <c:v>5.6455696202531769E-2</c:v>
                </c:pt>
                <c:pt idx="8823">
                  <c:v>5.6202531645569653E-2</c:v>
                </c:pt>
                <c:pt idx="8824">
                  <c:v>5.6202531645569653E-2</c:v>
                </c:pt>
                <c:pt idx="8825">
                  <c:v>5.6202531645569653E-2</c:v>
                </c:pt>
                <c:pt idx="8826">
                  <c:v>5.6708860759493662E-2</c:v>
                </c:pt>
                <c:pt idx="8827">
                  <c:v>5.6962025316455778E-2</c:v>
                </c:pt>
                <c:pt idx="8828">
                  <c:v>5.6962025316455778E-2</c:v>
                </c:pt>
                <c:pt idx="8829">
                  <c:v>5.7215189873417671E-2</c:v>
                </c:pt>
                <c:pt idx="8830">
                  <c:v>5.6962025316455778E-2</c:v>
                </c:pt>
                <c:pt idx="8831">
                  <c:v>5.6455696202531769E-2</c:v>
                </c:pt>
                <c:pt idx="8832">
                  <c:v>5.6455696202531769E-2</c:v>
                </c:pt>
                <c:pt idx="8833">
                  <c:v>5.6202531645569653E-2</c:v>
                </c:pt>
                <c:pt idx="8834">
                  <c:v>5.5696202531645644E-2</c:v>
                </c:pt>
                <c:pt idx="8835">
                  <c:v>5.5443037974683529E-2</c:v>
                </c:pt>
                <c:pt idx="8836">
                  <c:v>5.5443037974683529E-2</c:v>
                </c:pt>
                <c:pt idx="8837">
                  <c:v>5.5696202531645644E-2</c:v>
                </c:pt>
                <c:pt idx="8838">
                  <c:v>5.594936708860776E-2</c:v>
                </c:pt>
                <c:pt idx="8839">
                  <c:v>5.5696202531645644E-2</c:v>
                </c:pt>
                <c:pt idx="8840">
                  <c:v>5.5696202531645644E-2</c:v>
                </c:pt>
                <c:pt idx="8841">
                  <c:v>5.5189873417721635E-2</c:v>
                </c:pt>
                <c:pt idx="8842">
                  <c:v>5.5189873417721635E-2</c:v>
                </c:pt>
                <c:pt idx="8843">
                  <c:v>5.5189873417721635E-2</c:v>
                </c:pt>
                <c:pt idx="8844">
                  <c:v>5.5189873417721635E-2</c:v>
                </c:pt>
                <c:pt idx="8845">
                  <c:v>5.5189873417721635E-2</c:v>
                </c:pt>
                <c:pt idx="8846">
                  <c:v>5.5443037974683529E-2</c:v>
                </c:pt>
                <c:pt idx="8847">
                  <c:v>5.5189873417721635E-2</c:v>
                </c:pt>
                <c:pt idx="8848">
                  <c:v>5.5189873417721635E-2</c:v>
                </c:pt>
                <c:pt idx="8849">
                  <c:v>5.5443037974683529E-2</c:v>
                </c:pt>
                <c:pt idx="8850">
                  <c:v>5.5189873417721635E-2</c:v>
                </c:pt>
                <c:pt idx="8851">
                  <c:v>5.5189873417721635E-2</c:v>
                </c:pt>
                <c:pt idx="8852">
                  <c:v>5.5189873417721635E-2</c:v>
                </c:pt>
                <c:pt idx="8853">
                  <c:v>5.5696202531645644E-2</c:v>
                </c:pt>
                <c:pt idx="8854">
                  <c:v>5.594936708860776E-2</c:v>
                </c:pt>
                <c:pt idx="8855">
                  <c:v>5.5443037974683529E-2</c:v>
                </c:pt>
                <c:pt idx="8856">
                  <c:v>5.5696202531645644E-2</c:v>
                </c:pt>
                <c:pt idx="8857">
                  <c:v>5.594936708860776E-2</c:v>
                </c:pt>
                <c:pt idx="8858">
                  <c:v>#N/A</c:v>
                </c:pt>
                <c:pt idx="8859">
                  <c:v>5.594936708860776E-2</c:v>
                </c:pt>
                <c:pt idx="8860">
                  <c:v>5.594936708860776E-2</c:v>
                </c:pt>
                <c:pt idx="8861">
                  <c:v>5.5696202531645644E-2</c:v>
                </c:pt>
                <c:pt idx="8862">
                  <c:v>5.5443037974683529E-2</c:v>
                </c:pt>
                <c:pt idx="8863">
                  <c:v>5.5443037974683529E-2</c:v>
                </c:pt>
                <c:pt idx="8864">
                  <c:v>5.594936708860776E-2</c:v>
                </c:pt>
                <c:pt idx="8865">
                  <c:v>5.6455696202531769E-2</c:v>
                </c:pt>
                <c:pt idx="8866">
                  <c:v>5.6455696202531769E-2</c:v>
                </c:pt>
                <c:pt idx="8867">
                  <c:v>5.6708860759493662E-2</c:v>
                </c:pt>
                <c:pt idx="8868">
                  <c:v>5.6708860759493662E-2</c:v>
                </c:pt>
                <c:pt idx="8869">
                  <c:v>5.6962025316455778E-2</c:v>
                </c:pt>
                <c:pt idx="8870">
                  <c:v>5.6708860759493662E-2</c:v>
                </c:pt>
                <c:pt idx="8871">
                  <c:v>5.6455696202531769E-2</c:v>
                </c:pt>
                <c:pt idx="8872">
                  <c:v>5.6708860759493662E-2</c:v>
                </c:pt>
                <c:pt idx="8873">
                  <c:v>5.6708860759493662E-2</c:v>
                </c:pt>
                <c:pt idx="8874">
                  <c:v>5.6708860759493662E-2</c:v>
                </c:pt>
                <c:pt idx="8875">
                  <c:v>#N/A</c:v>
                </c:pt>
                <c:pt idx="8876">
                  <c:v>5.6962025316455778E-2</c:v>
                </c:pt>
                <c:pt idx="8877">
                  <c:v>5.6962025316455778E-2</c:v>
                </c:pt>
                <c:pt idx="8878">
                  <c:v>5.6708860759493662E-2</c:v>
                </c:pt>
                <c:pt idx="8879">
                  <c:v>5.6455696202531769E-2</c:v>
                </c:pt>
                <c:pt idx="8880">
                  <c:v>#N/A</c:v>
                </c:pt>
                <c:pt idx="8881">
                  <c:v>5.6708860759493662E-2</c:v>
                </c:pt>
                <c:pt idx="8882">
                  <c:v>5.7215189873417671E-2</c:v>
                </c:pt>
                <c:pt idx="8883">
                  <c:v>5.7468354430379787E-2</c:v>
                </c:pt>
                <c:pt idx="8884">
                  <c:v>5.7721518987341902E-2</c:v>
                </c:pt>
                <c:pt idx="8885">
                  <c:v>5.7974683544303796E-2</c:v>
                </c:pt>
                <c:pt idx="8886">
                  <c:v>5.8227848101265911E-2</c:v>
                </c:pt>
                <c:pt idx="8887">
                  <c:v>5.8481012658227804E-2</c:v>
                </c:pt>
                <c:pt idx="8888">
                  <c:v>5.8227848101265911E-2</c:v>
                </c:pt>
                <c:pt idx="8889">
                  <c:v>5.8227848101265911E-2</c:v>
                </c:pt>
                <c:pt idx="8890">
                  <c:v>5.7974683544303796E-2</c:v>
                </c:pt>
                <c:pt idx="8891">
                  <c:v>5.7721518987341902E-2</c:v>
                </c:pt>
                <c:pt idx="8892">
                  <c:v>5.7974683544303796E-2</c:v>
                </c:pt>
                <c:pt idx="8893">
                  <c:v>5.7721518987341902E-2</c:v>
                </c:pt>
                <c:pt idx="8894">
                  <c:v>5.7974683544303796E-2</c:v>
                </c:pt>
                <c:pt idx="8895">
                  <c:v>5.7721518987341902E-2</c:v>
                </c:pt>
                <c:pt idx="8896">
                  <c:v>5.7721518987341902E-2</c:v>
                </c:pt>
                <c:pt idx="8897">
                  <c:v>5.7974683544303796E-2</c:v>
                </c:pt>
                <c:pt idx="8898">
                  <c:v>5.7974683544303796E-2</c:v>
                </c:pt>
                <c:pt idx="8899">
                  <c:v>5.8481012658227804E-2</c:v>
                </c:pt>
                <c:pt idx="8900">
                  <c:v>5.873417721518992E-2</c:v>
                </c:pt>
                <c:pt idx="8901">
                  <c:v>5.873417721518992E-2</c:v>
                </c:pt>
                <c:pt idx="8902">
                  <c:v>5.8481012658227804E-2</c:v>
                </c:pt>
                <c:pt idx="8903">
                  <c:v>5.8227848101265911E-2</c:v>
                </c:pt>
                <c:pt idx="8904">
                  <c:v>5.8481012658227804E-2</c:v>
                </c:pt>
                <c:pt idx="8905">
                  <c:v>5.8987341772152035E-2</c:v>
                </c:pt>
                <c:pt idx="8906">
                  <c:v>5.8987341772152035E-2</c:v>
                </c:pt>
                <c:pt idx="8907">
                  <c:v>5.9240506329113929E-2</c:v>
                </c:pt>
                <c:pt idx="8908">
                  <c:v>5.9240506329113929E-2</c:v>
                </c:pt>
                <c:pt idx="8909">
                  <c:v>5.9240506329113929E-2</c:v>
                </c:pt>
                <c:pt idx="8910">
                  <c:v>5.9240506329113929E-2</c:v>
                </c:pt>
                <c:pt idx="8911">
                  <c:v>5.9493670886076044E-2</c:v>
                </c:pt>
                <c:pt idx="8912">
                  <c:v>5.9493670886076044E-2</c:v>
                </c:pt>
                <c:pt idx="8913">
                  <c:v>5.9493670886076044E-2</c:v>
                </c:pt>
                <c:pt idx="8914">
                  <c:v>5.9746835443037938E-2</c:v>
                </c:pt>
                <c:pt idx="8915">
                  <c:v>5.9746835443037938E-2</c:v>
                </c:pt>
                <c:pt idx="8916">
                  <c:v>5.873417721518992E-2</c:v>
                </c:pt>
                <c:pt idx="8917">
                  <c:v>5.873417721518992E-2</c:v>
                </c:pt>
                <c:pt idx="8918">
                  <c:v>5.8987341772152035E-2</c:v>
                </c:pt>
                <c:pt idx="8919">
                  <c:v>5.8987341772152035E-2</c:v>
                </c:pt>
                <c:pt idx="8920">
                  <c:v>5.873417721518992E-2</c:v>
                </c:pt>
                <c:pt idx="8921">
                  <c:v>5.873417721518992E-2</c:v>
                </c:pt>
                <c:pt idx="8922">
                  <c:v>5.8481012658227804E-2</c:v>
                </c:pt>
                <c:pt idx="8923">
                  <c:v>5.873417721518992E-2</c:v>
                </c:pt>
                <c:pt idx="8924">
                  <c:v>5.873417721518992E-2</c:v>
                </c:pt>
                <c:pt idx="8925">
                  <c:v>5.873417721518992E-2</c:v>
                </c:pt>
                <c:pt idx="8926">
                  <c:v>#N/A</c:v>
                </c:pt>
                <c:pt idx="8927">
                  <c:v>5.8481012658227804E-2</c:v>
                </c:pt>
                <c:pt idx="8928">
                  <c:v>#N/A</c:v>
                </c:pt>
                <c:pt idx="8929">
                  <c:v>5.8481012658227804E-2</c:v>
                </c:pt>
                <c:pt idx="8930">
                  <c:v>5.8227848101265911E-2</c:v>
                </c:pt>
                <c:pt idx="8931">
                  <c:v>5.8227848101265911E-2</c:v>
                </c:pt>
                <c:pt idx="8932">
                  <c:v>5.8227848101265911E-2</c:v>
                </c:pt>
                <c:pt idx="8933">
                  <c:v>5.8481012658227804E-2</c:v>
                </c:pt>
                <c:pt idx="8934">
                  <c:v>5.8481012658227804E-2</c:v>
                </c:pt>
                <c:pt idx="8935">
                  <c:v>5.8987341772152035E-2</c:v>
                </c:pt>
                <c:pt idx="8936">
                  <c:v>5.873417721518992E-2</c:v>
                </c:pt>
                <c:pt idx="8937">
                  <c:v>5.8987341772152035E-2</c:v>
                </c:pt>
                <c:pt idx="8938">
                  <c:v>5.8987341772152035E-2</c:v>
                </c:pt>
                <c:pt idx="8939">
                  <c:v>5.9240506329113929E-2</c:v>
                </c:pt>
                <c:pt idx="8940">
                  <c:v>5.9240506329113929E-2</c:v>
                </c:pt>
                <c:pt idx="8941">
                  <c:v>5.9240506329113929E-2</c:v>
                </c:pt>
                <c:pt idx="8942">
                  <c:v>5.873417721518992E-2</c:v>
                </c:pt>
                <c:pt idx="8943">
                  <c:v>5.8481012658227804E-2</c:v>
                </c:pt>
                <c:pt idx="8944">
                  <c:v>#N/A</c:v>
                </c:pt>
                <c:pt idx="8945">
                  <c:v>5.8227848101265911E-2</c:v>
                </c:pt>
                <c:pt idx="8946">
                  <c:v>#N/A</c:v>
                </c:pt>
                <c:pt idx="8947">
                  <c:v>5.8227848101265911E-2</c:v>
                </c:pt>
                <c:pt idx="8948">
                  <c:v>5.8227848101265911E-2</c:v>
                </c:pt>
                <c:pt idx="8949">
                  <c:v>5.873417721518992E-2</c:v>
                </c:pt>
                <c:pt idx="8950">
                  <c:v>#N/A</c:v>
                </c:pt>
                <c:pt idx="8951">
                  <c:v>5.8987341772152035E-2</c:v>
                </c:pt>
                <c:pt idx="8952">
                  <c:v>5.8987341772152035E-2</c:v>
                </c:pt>
                <c:pt idx="8953">
                  <c:v>5.9493670886076044E-2</c:v>
                </c:pt>
                <c:pt idx="8954">
                  <c:v>5.9240506329113929E-2</c:v>
                </c:pt>
                <c:pt idx="8955">
                  <c:v>5.9240506329113929E-2</c:v>
                </c:pt>
                <c:pt idx="8956">
                  <c:v>5.8987341772152035E-2</c:v>
                </c:pt>
                <c:pt idx="8957">
                  <c:v>5.8481012658227804E-2</c:v>
                </c:pt>
                <c:pt idx="8958">
                  <c:v>5.873417721518992E-2</c:v>
                </c:pt>
                <c:pt idx="8959">
                  <c:v>5.8987341772152035E-2</c:v>
                </c:pt>
                <c:pt idx="8960">
                  <c:v>5.8987341772152035E-2</c:v>
                </c:pt>
                <c:pt idx="8961">
                  <c:v>5.8987341772152035E-2</c:v>
                </c:pt>
                <c:pt idx="8962">
                  <c:v>5.9240506329113929E-2</c:v>
                </c:pt>
                <c:pt idx="8963">
                  <c:v>5.9240506329113929E-2</c:v>
                </c:pt>
                <c:pt idx="8964">
                  <c:v>5.9493670886076044E-2</c:v>
                </c:pt>
                <c:pt idx="8965">
                  <c:v>5.9240506329113929E-2</c:v>
                </c:pt>
                <c:pt idx="8966">
                  <c:v>#N/A</c:v>
                </c:pt>
                <c:pt idx="8967">
                  <c:v>5.8987341772152035E-2</c:v>
                </c:pt>
                <c:pt idx="8968">
                  <c:v>5.9240506329113929E-2</c:v>
                </c:pt>
                <c:pt idx="8969">
                  <c:v>5.8987341772152035E-2</c:v>
                </c:pt>
                <c:pt idx="8970">
                  <c:v>5.9240506329113929E-2</c:v>
                </c:pt>
                <c:pt idx="8971">
                  <c:v>5.9240506329113929E-2</c:v>
                </c:pt>
                <c:pt idx="8972">
                  <c:v>5.8987341772152035E-2</c:v>
                </c:pt>
                <c:pt idx="8973">
                  <c:v>5.9240506329113929E-2</c:v>
                </c:pt>
                <c:pt idx="8974">
                  <c:v>5.9746835443037938E-2</c:v>
                </c:pt>
                <c:pt idx="8975">
                  <c:v>5.9746835443037938E-2</c:v>
                </c:pt>
                <c:pt idx="8976">
                  <c:v>5.9746835443037938E-2</c:v>
                </c:pt>
                <c:pt idx="8977">
                  <c:v>5.9240506329113929E-2</c:v>
                </c:pt>
                <c:pt idx="8978">
                  <c:v>5.8481012658227804E-2</c:v>
                </c:pt>
                <c:pt idx="8979">
                  <c:v>5.8227848101265911E-2</c:v>
                </c:pt>
                <c:pt idx="8980">
                  <c:v>5.8481012658227804E-2</c:v>
                </c:pt>
                <c:pt idx="8981">
                  <c:v>5.8481012658227804E-2</c:v>
                </c:pt>
                <c:pt idx="8982">
                  <c:v>5.9240506329113929E-2</c:v>
                </c:pt>
                <c:pt idx="8983">
                  <c:v>5.8987341772152035E-2</c:v>
                </c:pt>
                <c:pt idx="8984">
                  <c:v>5.8987341772152035E-2</c:v>
                </c:pt>
                <c:pt idx="8985">
                  <c:v>5.8987341772152035E-2</c:v>
                </c:pt>
                <c:pt idx="8986">
                  <c:v>5.8227848101265911E-2</c:v>
                </c:pt>
                <c:pt idx="8987">
                  <c:v>5.8481012658227804E-2</c:v>
                </c:pt>
                <c:pt idx="8988">
                  <c:v>5.8227848101265911E-2</c:v>
                </c:pt>
                <c:pt idx="8989">
                  <c:v>5.7974683544303796E-2</c:v>
                </c:pt>
                <c:pt idx="8990">
                  <c:v>5.7974683544303796E-2</c:v>
                </c:pt>
                <c:pt idx="8991">
                  <c:v>5.7974683544303796E-2</c:v>
                </c:pt>
                <c:pt idx="8992">
                  <c:v>5.8227848101265911E-2</c:v>
                </c:pt>
                <c:pt idx="8993">
                  <c:v>5.8227848101265911E-2</c:v>
                </c:pt>
                <c:pt idx="8994">
                  <c:v>#N/A</c:v>
                </c:pt>
                <c:pt idx="8995">
                  <c:v>5.8227848101265911E-2</c:v>
                </c:pt>
                <c:pt idx="8996">
                  <c:v>#N/A</c:v>
                </c:pt>
                <c:pt idx="8997">
                  <c:v>5.7721518987341902E-2</c:v>
                </c:pt>
                <c:pt idx="8998">
                  <c:v>5.7468354430379787E-2</c:v>
                </c:pt>
                <c:pt idx="8999">
                  <c:v>5.7468354430379787E-2</c:v>
                </c:pt>
                <c:pt idx="9000">
                  <c:v>5.7215189873417671E-2</c:v>
                </c:pt>
                <c:pt idx="9001">
                  <c:v>5.7974683544303796E-2</c:v>
                </c:pt>
                <c:pt idx="9002">
                  <c:v>5.7215189873417671E-2</c:v>
                </c:pt>
                <c:pt idx="9003">
                  <c:v>#N/A</c:v>
                </c:pt>
                <c:pt idx="9004">
                  <c:v>5.7468354430379787E-2</c:v>
                </c:pt>
                <c:pt idx="9005">
                  <c:v>5.7468354430379787E-2</c:v>
                </c:pt>
                <c:pt idx="9006">
                  <c:v>5.6962025316455778E-2</c:v>
                </c:pt>
                <c:pt idx="9007">
                  <c:v>5.6708860759493662E-2</c:v>
                </c:pt>
                <c:pt idx="9008">
                  <c:v>5.6455696202531769E-2</c:v>
                </c:pt>
                <c:pt idx="9009">
                  <c:v>5.6455696202531769E-2</c:v>
                </c:pt>
                <c:pt idx="9010">
                  <c:v>5.6202531645569653E-2</c:v>
                </c:pt>
                <c:pt idx="9011">
                  <c:v>5.6202531645569653E-2</c:v>
                </c:pt>
                <c:pt idx="9012">
                  <c:v>5.6455696202531769E-2</c:v>
                </c:pt>
                <c:pt idx="9013">
                  <c:v>5.6962025316455778E-2</c:v>
                </c:pt>
                <c:pt idx="9014">
                  <c:v>5.7215189873417671E-2</c:v>
                </c:pt>
                <c:pt idx="9015">
                  <c:v>5.6962025316455778E-2</c:v>
                </c:pt>
                <c:pt idx="9016">
                  <c:v>5.6962025316455778E-2</c:v>
                </c:pt>
                <c:pt idx="9017">
                  <c:v>5.6962025316455778E-2</c:v>
                </c:pt>
                <c:pt idx="9018">
                  <c:v>5.7721518987341902E-2</c:v>
                </c:pt>
                <c:pt idx="9019">
                  <c:v>5.7721518987341902E-2</c:v>
                </c:pt>
                <c:pt idx="9020">
                  <c:v>5.7974683544303796E-2</c:v>
                </c:pt>
                <c:pt idx="9021">
                  <c:v>5.8227848101265911E-2</c:v>
                </c:pt>
                <c:pt idx="9022">
                  <c:v>5.7974683544303796E-2</c:v>
                </c:pt>
                <c:pt idx="9023">
                  <c:v>5.7721518987341902E-2</c:v>
                </c:pt>
                <c:pt idx="9024">
                  <c:v>5.7721518987341902E-2</c:v>
                </c:pt>
                <c:pt idx="9025">
                  <c:v>5.7468354430379787E-2</c:v>
                </c:pt>
                <c:pt idx="9026">
                  <c:v>5.7721518987341902E-2</c:v>
                </c:pt>
                <c:pt idx="9027">
                  <c:v>5.7721518987341902E-2</c:v>
                </c:pt>
                <c:pt idx="9028">
                  <c:v>5.7468354430379787E-2</c:v>
                </c:pt>
                <c:pt idx="9029">
                  <c:v>5.7468354430379787E-2</c:v>
                </c:pt>
                <c:pt idx="9030">
                  <c:v>5.7974683544303796E-2</c:v>
                </c:pt>
                <c:pt idx="9031">
                  <c:v>5.7721518987341902E-2</c:v>
                </c:pt>
                <c:pt idx="9032">
                  <c:v>5.7468354430379787E-2</c:v>
                </c:pt>
                <c:pt idx="9033">
                  <c:v>5.7468354430379787E-2</c:v>
                </c:pt>
                <c:pt idx="9034">
                  <c:v>5.7468354430379787E-2</c:v>
                </c:pt>
                <c:pt idx="9035">
                  <c:v>5.7468354430379787E-2</c:v>
                </c:pt>
                <c:pt idx="9036">
                  <c:v>5.7721518987341902E-2</c:v>
                </c:pt>
                <c:pt idx="9037">
                  <c:v>5.7721518987341902E-2</c:v>
                </c:pt>
                <c:pt idx="9038">
                  <c:v>#N/A</c:v>
                </c:pt>
                <c:pt idx="9039">
                  <c:v>5.7468354430379787E-2</c:v>
                </c:pt>
                <c:pt idx="9040">
                  <c:v>5.7215189873417671E-2</c:v>
                </c:pt>
                <c:pt idx="9041">
                  <c:v>5.6708860759493662E-2</c:v>
                </c:pt>
                <c:pt idx="9042">
                  <c:v>5.7215189873417671E-2</c:v>
                </c:pt>
                <c:pt idx="9043">
                  <c:v>5.7721518987341902E-2</c:v>
                </c:pt>
                <c:pt idx="9044">
                  <c:v>5.7721518987341902E-2</c:v>
                </c:pt>
                <c:pt idx="9045">
                  <c:v>5.7721518987341902E-2</c:v>
                </c:pt>
                <c:pt idx="9046">
                  <c:v>5.7468354430379787E-2</c:v>
                </c:pt>
                <c:pt idx="9047">
                  <c:v>5.6962025316455778E-2</c:v>
                </c:pt>
                <c:pt idx="9048">
                  <c:v>5.7215189873417671E-2</c:v>
                </c:pt>
                <c:pt idx="9049">
                  <c:v>#N/A</c:v>
                </c:pt>
                <c:pt idx="9050">
                  <c:v>5.6962025316455778E-2</c:v>
                </c:pt>
                <c:pt idx="9051">
                  <c:v>5.6708860759493662E-2</c:v>
                </c:pt>
                <c:pt idx="9052">
                  <c:v>5.6455696202531769E-2</c:v>
                </c:pt>
                <c:pt idx="9053">
                  <c:v>5.6455696202531769E-2</c:v>
                </c:pt>
                <c:pt idx="9054">
                  <c:v>5.594936708860776E-2</c:v>
                </c:pt>
                <c:pt idx="9055">
                  <c:v>5.594936708860776E-2</c:v>
                </c:pt>
                <c:pt idx="9056">
                  <c:v>5.594936708860776E-2</c:v>
                </c:pt>
                <c:pt idx="9057">
                  <c:v>5.594936708860776E-2</c:v>
                </c:pt>
                <c:pt idx="9058">
                  <c:v>5.5696202531645644E-2</c:v>
                </c:pt>
                <c:pt idx="9059">
                  <c:v>#N/A</c:v>
                </c:pt>
                <c:pt idx="9060">
                  <c:v>5.6455696202531769E-2</c:v>
                </c:pt>
                <c:pt idx="9061">
                  <c:v>5.6455696202531769E-2</c:v>
                </c:pt>
                <c:pt idx="9062">
                  <c:v>5.6708860759493662E-2</c:v>
                </c:pt>
                <c:pt idx="9063">
                  <c:v>5.6202531645569653E-2</c:v>
                </c:pt>
                <c:pt idx="9064">
                  <c:v>5.6455696202531769E-2</c:v>
                </c:pt>
                <c:pt idx="9065">
                  <c:v>5.6708860759493662E-2</c:v>
                </c:pt>
                <c:pt idx="9066">
                  <c:v>#N/A</c:v>
                </c:pt>
                <c:pt idx="9067">
                  <c:v>5.6202531645569653E-2</c:v>
                </c:pt>
                <c:pt idx="9068">
                  <c:v>5.594936708860776E-2</c:v>
                </c:pt>
                <c:pt idx="9069">
                  <c:v>#N/A</c:v>
                </c:pt>
                <c:pt idx="9070">
                  <c:v>5.6455696202531769E-2</c:v>
                </c:pt>
                <c:pt idx="9071">
                  <c:v>5.6202531645569653E-2</c:v>
                </c:pt>
                <c:pt idx="9072">
                  <c:v>5.6202531645569653E-2</c:v>
                </c:pt>
                <c:pt idx="9073">
                  <c:v>5.6202531645569653E-2</c:v>
                </c:pt>
                <c:pt idx="9074">
                  <c:v>5.594936708860776E-2</c:v>
                </c:pt>
                <c:pt idx="9075">
                  <c:v>#N/A</c:v>
                </c:pt>
                <c:pt idx="9076">
                  <c:v>5.5696202531645644E-2</c:v>
                </c:pt>
                <c:pt idx="9077">
                  <c:v>5.5696202531645644E-2</c:v>
                </c:pt>
                <c:pt idx="9078">
                  <c:v>5.5696202531645644E-2</c:v>
                </c:pt>
                <c:pt idx="9079">
                  <c:v>5.5696202531645644E-2</c:v>
                </c:pt>
                <c:pt idx="9080">
                  <c:v>5.5189873417721635E-2</c:v>
                </c:pt>
                <c:pt idx="9081">
                  <c:v>5.493670886075952E-2</c:v>
                </c:pt>
                <c:pt idx="9082">
                  <c:v>5.4683544303797627E-2</c:v>
                </c:pt>
                <c:pt idx="9083">
                  <c:v>5.493670886075952E-2</c:v>
                </c:pt>
                <c:pt idx="9084">
                  <c:v>5.5189873417721635E-2</c:v>
                </c:pt>
                <c:pt idx="9085">
                  <c:v>5.493670886075952E-2</c:v>
                </c:pt>
                <c:pt idx="9086">
                  <c:v>#N/A</c:v>
                </c:pt>
                <c:pt idx="9087">
                  <c:v>5.493670886075952E-2</c:v>
                </c:pt>
                <c:pt idx="9088">
                  <c:v>5.493670886075952E-2</c:v>
                </c:pt>
                <c:pt idx="9089">
                  <c:v>#N/A</c:v>
                </c:pt>
                <c:pt idx="9090">
                  <c:v>5.493670886075952E-2</c:v>
                </c:pt>
                <c:pt idx="9091">
                  <c:v>5.4683544303797627E-2</c:v>
                </c:pt>
                <c:pt idx="9092">
                  <c:v>5.493670886075952E-2</c:v>
                </c:pt>
                <c:pt idx="9093">
                  <c:v>#N/A</c:v>
                </c:pt>
                <c:pt idx="9094">
                  <c:v>5.4683544303797627E-2</c:v>
                </c:pt>
                <c:pt idx="9095">
                  <c:v>5.493670886075952E-2</c:v>
                </c:pt>
                <c:pt idx="9096">
                  <c:v>5.493670886075952E-2</c:v>
                </c:pt>
                <c:pt idx="9097">
                  <c:v>5.5189873417721635E-2</c:v>
                </c:pt>
                <c:pt idx="9098">
                  <c:v>5.5189873417721635E-2</c:v>
                </c:pt>
                <c:pt idx="9099">
                  <c:v>5.5189873417721635E-2</c:v>
                </c:pt>
                <c:pt idx="9100">
                  <c:v>5.493670886075952E-2</c:v>
                </c:pt>
                <c:pt idx="9101">
                  <c:v>5.493670886075952E-2</c:v>
                </c:pt>
                <c:pt idx="9102">
                  <c:v>5.493670886075952E-2</c:v>
                </c:pt>
                <c:pt idx="9103">
                  <c:v>5.4430379746835511E-2</c:v>
                </c:pt>
                <c:pt idx="9104">
                  <c:v>5.3924050632911502E-2</c:v>
                </c:pt>
                <c:pt idx="9105">
                  <c:v>5.3924050632911502E-2</c:v>
                </c:pt>
                <c:pt idx="9106">
                  <c:v>5.3924050632911502E-2</c:v>
                </c:pt>
                <c:pt idx="9107">
                  <c:v>5.3670886075949387E-2</c:v>
                </c:pt>
                <c:pt idx="9108">
                  <c:v>5.3670886075949387E-2</c:v>
                </c:pt>
                <c:pt idx="9109">
                  <c:v>5.3924050632911502E-2</c:v>
                </c:pt>
                <c:pt idx="9110">
                  <c:v>5.4430379746835511E-2</c:v>
                </c:pt>
                <c:pt idx="9111">
                  <c:v>5.4430379746835511E-2</c:v>
                </c:pt>
                <c:pt idx="9112">
                  <c:v>5.4430379746835511E-2</c:v>
                </c:pt>
                <c:pt idx="9113">
                  <c:v>5.4177215189873396E-2</c:v>
                </c:pt>
                <c:pt idx="9114">
                  <c:v>5.4177215189873396E-2</c:v>
                </c:pt>
                <c:pt idx="9115">
                  <c:v>5.3924050632911502E-2</c:v>
                </c:pt>
                <c:pt idx="9116">
                  <c:v>5.3924050632911502E-2</c:v>
                </c:pt>
                <c:pt idx="9117">
                  <c:v>5.3924050632911502E-2</c:v>
                </c:pt>
                <c:pt idx="9118">
                  <c:v>5.3670886075949387E-2</c:v>
                </c:pt>
                <c:pt idx="9119">
                  <c:v>5.3417721518987493E-2</c:v>
                </c:pt>
                <c:pt idx="9120">
                  <c:v>5.3417721518987493E-2</c:v>
                </c:pt>
                <c:pt idx="9121">
                  <c:v>5.3164556962025378E-2</c:v>
                </c:pt>
                <c:pt idx="9122">
                  <c:v>5.2911392405063262E-2</c:v>
                </c:pt>
                <c:pt idx="9123">
                  <c:v>5.2911392405063262E-2</c:v>
                </c:pt>
                <c:pt idx="9124">
                  <c:v>5.2658227848101369E-2</c:v>
                </c:pt>
                <c:pt idx="9125">
                  <c:v>5.2658227848101369E-2</c:v>
                </c:pt>
                <c:pt idx="9126">
                  <c:v>5.2405063291139253E-2</c:v>
                </c:pt>
                <c:pt idx="9127">
                  <c:v>5.215189873417736E-2</c:v>
                </c:pt>
                <c:pt idx="9128">
                  <c:v>5.1898734177215244E-2</c:v>
                </c:pt>
                <c:pt idx="9129">
                  <c:v>5.215189873417736E-2</c:v>
                </c:pt>
                <c:pt idx="9130">
                  <c:v>5.2658227848101369E-2</c:v>
                </c:pt>
                <c:pt idx="9131">
                  <c:v>5.2911392405063262E-2</c:v>
                </c:pt>
                <c:pt idx="9132">
                  <c:v>5.3164556962025378E-2</c:v>
                </c:pt>
                <c:pt idx="9133">
                  <c:v>5.2658227848101369E-2</c:v>
                </c:pt>
                <c:pt idx="9134">
                  <c:v>5.2405063291139253E-2</c:v>
                </c:pt>
                <c:pt idx="9135">
                  <c:v>5.215189873417736E-2</c:v>
                </c:pt>
                <c:pt idx="9136">
                  <c:v>5.2658227848101369E-2</c:v>
                </c:pt>
                <c:pt idx="9137">
                  <c:v>5.2658227848101369E-2</c:v>
                </c:pt>
                <c:pt idx="9138">
                  <c:v>#N/A</c:v>
                </c:pt>
                <c:pt idx="9139">
                  <c:v>5.215189873417736E-2</c:v>
                </c:pt>
                <c:pt idx="9140">
                  <c:v>5.215189873417736E-2</c:v>
                </c:pt>
                <c:pt idx="9141">
                  <c:v>5.1898734177215244E-2</c:v>
                </c:pt>
                <c:pt idx="9142">
                  <c:v>5.215189873417736E-2</c:v>
                </c:pt>
                <c:pt idx="9143">
                  <c:v>5.1898734177215244E-2</c:v>
                </c:pt>
                <c:pt idx="9144">
                  <c:v>5.215189873417736E-2</c:v>
                </c:pt>
                <c:pt idx="9145">
                  <c:v>5.215189873417736E-2</c:v>
                </c:pt>
                <c:pt idx="9146">
                  <c:v>5.2911392405063262E-2</c:v>
                </c:pt>
                <c:pt idx="9147">
                  <c:v>5.2911392405063262E-2</c:v>
                </c:pt>
                <c:pt idx="9148">
                  <c:v>5.2405063291139253E-2</c:v>
                </c:pt>
                <c:pt idx="9149">
                  <c:v>5.2658227848101369E-2</c:v>
                </c:pt>
                <c:pt idx="9150">
                  <c:v>5.2658227848101369E-2</c:v>
                </c:pt>
                <c:pt idx="9151">
                  <c:v>5.2658227848101369E-2</c:v>
                </c:pt>
                <c:pt idx="9152">
                  <c:v>5.2405063291139253E-2</c:v>
                </c:pt>
                <c:pt idx="9153">
                  <c:v>5.215189873417736E-2</c:v>
                </c:pt>
                <c:pt idx="9154">
                  <c:v>5.1898734177215244E-2</c:v>
                </c:pt>
                <c:pt idx="9155">
                  <c:v>5.215189873417736E-2</c:v>
                </c:pt>
                <c:pt idx="9156">
                  <c:v>5.1645569620253129E-2</c:v>
                </c:pt>
                <c:pt idx="9157">
                  <c:v>5.1645569620253129E-2</c:v>
                </c:pt>
                <c:pt idx="9158">
                  <c:v>5.215189873417736E-2</c:v>
                </c:pt>
                <c:pt idx="9159">
                  <c:v>5.1898734177215244E-2</c:v>
                </c:pt>
                <c:pt idx="9160">
                  <c:v>5.1898734177215244E-2</c:v>
                </c:pt>
                <c:pt idx="9161">
                  <c:v>5.1645569620253129E-2</c:v>
                </c:pt>
                <c:pt idx="9162">
                  <c:v>5.1645569620253129E-2</c:v>
                </c:pt>
                <c:pt idx="9163">
                  <c:v>5.1392405063291235E-2</c:v>
                </c:pt>
                <c:pt idx="9164">
                  <c:v>5.1392405063291235E-2</c:v>
                </c:pt>
                <c:pt idx="9165">
                  <c:v>5.1645569620253129E-2</c:v>
                </c:pt>
                <c:pt idx="9166">
                  <c:v>5.1392405063291235E-2</c:v>
                </c:pt>
                <c:pt idx="9167">
                  <c:v>5.113924050632912E-2</c:v>
                </c:pt>
                <c:pt idx="9168">
                  <c:v>5.113924050632912E-2</c:v>
                </c:pt>
                <c:pt idx="9169">
                  <c:v>5.113924050632912E-2</c:v>
                </c:pt>
                <c:pt idx="9170">
                  <c:v>5.113924050632912E-2</c:v>
                </c:pt>
                <c:pt idx="9171">
                  <c:v>5.113924050632912E-2</c:v>
                </c:pt>
                <c:pt idx="9172">
                  <c:v>5.113924050632912E-2</c:v>
                </c:pt>
                <c:pt idx="9173">
                  <c:v>5.1645569620253129E-2</c:v>
                </c:pt>
                <c:pt idx="9174">
                  <c:v>5.1898734177215244E-2</c:v>
                </c:pt>
                <c:pt idx="9175">
                  <c:v>5.1898734177215244E-2</c:v>
                </c:pt>
                <c:pt idx="9176">
                  <c:v>5.1392405063291235E-2</c:v>
                </c:pt>
                <c:pt idx="9177">
                  <c:v>5.1392405063291235E-2</c:v>
                </c:pt>
                <c:pt idx="9178">
                  <c:v>5.1392405063291235E-2</c:v>
                </c:pt>
                <c:pt idx="9179">
                  <c:v>5.113924050632912E-2</c:v>
                </c:pt>
                <c:pt idx="9180">
                  <c:v>5.0886075949367227E-2</c:v>
                </c:pt>
                <c:pt idx="9181">
                  <c:v>5.113924050632912E-2</c:v>
                </c:pt>
                <c:pt idx="9182">
                  <c:v>5.113924050632912E-2</c:v>
                </c:pt>
                <c:pt idx="9183">
                  <c:v>5.1898734177215244E-2</c:v>
                </c:pt>
                <c:pt idx="9184">
                  <c:v>5.1898734177215244E-2</c:v>
                </c:pt>
                <c:pt idx="9185">
                  <c:v>5.215189873417736E-2</c:v>
                </c:pt>
                <c:pt idx="9186">
                  <c:v>5.1898734177215244E-2</c:v>
                </c:pt>
                <c:pt idx="9187">
                  <c:v>5.1898734177215244E-2</c:v>
                </c:pt>
                <c:pt idx="9188">
                  <c:v>5.215189873417736E-2</c:v>
                </c:pt>
                <c:pt idx="9189">
                  <c:v>5.2405063291139253E-2</c:v>
                </c:pt>
                <c:pt idx="9190">
                  <c:v>5.2405063291139253E-2</c:v>
                </c:pt>
                <c:pt idx="9191">
                  <c:v>5.2405063291139253E-2</c:v>
                </c:pt>
                <c:pt idx="9192">
                  <c:v>5.215189873417736E-2</c:v>
                </c:pt>
                <c:pt idx="9193">
                  <c:v>5.1898734177215244E-2</c:v>
                </c:pt>
                <c:pt idx="9194">
                  <c:v>5.1898734177215244E-2</c:v>
                </c:pt>
                <c:pt idx="9195">
                  <c:v>5.1898734177215244E-2</c:v>
                </c:pt>
                <c:pt idx="9196">
                  <c:v>5.215189873417736E-2</c:v>
                </c:pt>
                <c:pt idx="9197">
                  <c:v>5.2405063291139253E-2</c:v>
                </c:pt>
                <c:pt idx="9198">
                  <c:v>5.1898734177215244E-2</c:v>
                </c:pt>
                <c:pt idx="9199">
                  <c:v>5.1898734177215244E-2</c:v>
                </c:pt>
                <c:pt idx="9200">
                  <c:v>5.1645569620253129E-2</c:v>
                </c:pt>
                <c:pt idx="9201">
                  <c:v>5.1645569620253129E-2</c:v>
                </c:pt>
                <c:pt idx="9202">
                  <c:v>5.1392405063291235E-2</c:v>
                </c:pt>
                <c:pt idx="9203">
                  <c:v>5.0886075949367227E-2</c:v>
                </c:pt>
                <c:pt idx="9204">
                  <c:v>5.0886075949367227E-2</c:v>
                </c:pt>
                <c:pt idx="9205">
                  <c:v>5.0632911392405111E-2</c:v>
                </c:pt>
                <c:pt idx="9206">
                  <c:v>5.0886075949367227E-2</c:v>
                </c:pt>
                <c:pt idx="9207">
                  <c:v>5.0632911392405111E-2</c:v>
                </c:pt>
                <c:pt idx="9208">
                  <c:v>5.0886075949367227E-2</c:v>
                </c:pt>
                <c:pt idx="9209">
                  <c:v>5.113924050632912E-2</c:v>
                </c:pt>
                <c:pt idx="9210">
                  <c:v>5.113924050632912E-2</c:v>
                </c:pt>
                <c:pt idx="9211">
                  <c:v>5.0886075949367227E-2</c:v>
                </c:pt>
                <c:pt idx="9212">
                  <c:v>5.113924050632912E-2</c:v>
                </c:pt>
                <c:pt idx="9213">
                  <c:v>5.0886075949367227E-2</c:v>
                </c:pt>
                <c:pt idx="9214">
                  <c:v>5.0632911392405111E-2</c:v>
                </c:pt>
                <c:pt idx="9215">
                  <c:v>5.0886075949367227E-2</c:v>
                </c:pt>
                <c:pt idx="9216">
                  <c:v>5.0886075949367227E-2</c:v>
                </c:pt>
                <c:pt idx="9217">
                  <c:v>5.0632911392405111E-2</c:v>
                </c:pt>
                <c:pt idx="9218">
                  <c:v>5.0379746835442996E-2</c:v>
                </c:pt>
                <c:pt idx="9219">
                  <c:v>#N/A</c:v>
                </c:pt>
                <c:pt idx="9220">
                  <c:v>5.0632911392405111E-2</c:v>
                </c:pt>
                <c:pt idx="9221">
                  <c:v>4.9873417721518987E-2</c:v>
                </c:pt>
                <c:pt idx="9222">
                  <c:v>4.9620253164557093E-2</c:v>
                </c:pt>
                <c:pt idx="9223">
                  <c:v>4.9873417721518987E-2</c:v>
                </c:pt>
                <c:pt idx="9224">
                  <c:v>5.0126582278481102E-2</c:v>
                </c:pt>
                <c:pt idx="9225">
                  <c:v>5.0379746835442996E-2</c:v>
                </c:pt>
                <c:pt idx="9226">
                  <c:v>5.0126582278481102E-2</c:v>
                </c:pt>
                <c:pt idx="9227">
                  <c:v>5.0632911392405111E-2</c:v>
                </c:pt>
                <c:pt idx="9228">
                  <c:v>5.113924050632912E-2</c:v>
                </c:pt>
                <c:pt idx="9229">
                  <c:v>5.113924050632912E-2</c:v>
                </c:pt>
                <c:pt idx="9230">
                  <c:v>5.1392405063291235E-2</c:v>
                </c:pt>
                <c:pt idx="9231">
                  <c:v>5.113924050632912E-2</c:v>
                </c:pt>
                <c:pt idx="9232">
                  <c:v>5.113924050632912E-2</c:v>
                </c:pt>
                <c:pt idx="9233">
                  <c:v>5.0632911392405111E-2</c:v>
                </c:pt>
                <c:pt idx="9234">
                  <c:v>5.0126582278481102E-2</c:v>
                </c:pt>
                <c:pt idx="9235">
                  <c:v>5.0126582278481102E-2</c:v>
                </c:pt>
                <c:pt idx="9236">
                  <c:v>5.0632911392405111E-2</c:v>
                </c:pt>
                <c:pt idx="9237">
                  <c:v>5.0632911392405111E-2</c:v>
                </c:pt>
                <c:pt idx="9238">
                  <c:v>5.0632911392405111E-2</c:v>
                </c:pt>
                <c:pt idx="9239">
                  <c:v>5.0886075949367227E-2</c:v>
                </c:pt>
                <c:pt idx="9240">
                  <c:v>5.0632911392405111E-2</c:v>
                </c:pt>
                <c:pt idx="9241">
                  <c:v>5.0886075949367227E-2</c:v>
                </c:pt>
                <c:pt idx="9242">
                  <c:v>5.0379746835442996E-2</c:v>
                </c:pt>
                <c:pt idx="9243">
                  <c:v>5.0379746835442996E-2</c:v>
                </c:pt>
                <c:pt idx="9244">
                  <c:v>5.0379746835442996E-2</c:v>
                </c:pt>
                <c:pt idx="9245">
                  <c:v>5.0379746835442996E-2</c:v>
                </c:pt>
                <c:pt idx="9246">
                  <c:v>5.0632911392405111E-2</c:v>
                </c:pt>
                <c:pt idx="9247">
                  <c:v>5.0632911392405111E-2</c:v>
                </c:pt>
                <c:pt idx="9248">
                  <c:v>5.0632911392405111E-2</c:v>
                </c:pt>
                <c:pt idx="9249">
                  <c:v>5.0886075949367227E-2</c:v>
                </c:pt>
                <c:pt idx="9250">
                  <c:v>5.113924050632912E-2</c:v>
                </c:pt>
                <c:pt idx="9251">
                  <c:v>5.113924050632912E-2</c:v>
                </c:pt>
                <c:pt idx="9252">
                  <c:v>5.1392405063291235E-2</c:v>
                </c:pt>
                <c:pt idx="9253">
                  <c:v>5.1645569620253129E-2</c:v>
                </c:pt>
                <c:pt idx="9254">
                  <c:v>5.215189873417736E-2</c:v>
                </c:pt>
                <c:pt idx="9255">
                  <c:v>5.215189873417736E-2</c:v>
                </c:pt>
                <c:pt idx="9256">
                  <c:v>5.2405063291139253E-2</c:v>
                </c:pt>
                <c:pt idx="9257">
                  <c:v>5.215189873417736E-2</c:v>
                </c:pt>
                <c:pt idx="9258">
                  <c:v>5.2405063291139253E-2</c:v>
                </c:pt>
                <c:pt idx="9259">
                  <c:v>5.1898734177215244E-2</c:v>
                </c:pt>
                <c:pt idx="9260">
                  <c:v>5.1645569620253129E-2</c:v>
                </c:pt>
                <c:pt idx="9261">
                  <c:v>5.1898734177215244E-2</c:v>
                </c:pt>
                <c:pt idx="9262">
                  <c:v>5.2405063291139253E-2</c:v>
                </c:pt>
                <c:pt idx="9263">
                  <c:v>5.2658227848101369E-2</c:v>
                </c:pt>
                <c:pt idx="9264">
                  <c:v>5.2911392405063262E-2</c:v>
                </c:pt>
                <c:pt idx="9265">
                  <c:v>5.2911392405063262E-2</c:v>
                </c:pt>
                <c:pt idx="9266">
                  <c:v>5.2911392405063262E-2</c:v>
                </c:pt>
                <c:pt idx="9267">
                  <c:v>5.2658227848101369E-2</c:v>
                </c:pt>
                <c:pt idx="9268">
                  <c:v>5.2405063291139253E-2</c:v>
                </c:pt>
                <c:pt idx="9269">
                  <c:v>5.1898734177215244E-2</c:v>
                </c:pt>
                <c:pt idx="9270">
                  <c:v>5.215189873417736E-2</c:v>
                </c:pt>
                <c:pt idx="9271">
                  <c:v>5.1898734177215244E-2</c:v>
                </c:pt>
                <c:pt idx="9272">
                  <c:v>5.2405063291139253E-2</c:v>
                </c:pt>
                <c:pt idx="9273">
                  <c:v>5.215189873417736E-2</c:v>
                </c:pt>
                <c:pt idx="9274">
                  <c:v>5.215189873417736E-2</c:v>
                </c:pt>
                <c:pt idx="9275">
                  <c:v>5.215189873417736E-2</c:v>
                </c:pt>
                <c:pt idx="9276">
                  <c:v>5.1898734177215244E-2</c:v>
                </c:pt>
                <c:pt idx="9277">
                  <c:v>5.1898734177215244E-2</c:v>
                </c:pt>
                <c:pt idx="9278">
                  <c:v>5.1645569620253129E-2</c:v>
                </c:pt>
                <c:pt idx="9279">
                  <c:v>5.2405063291139253E-2</c:v>
                </c:pt>
                <c:pt idx="9280">
                  <c:v>5.1898734177215244E-2</c:v>
                </c:pt>
                <c:pt idx="9281">
                  <c:v>5.1898734177215244E-2</c:v>
                </c:pt>
                <c:pt idx="9282">
                  <c:v>5.1898734177215244E-2</c:v>
                </c:pt>
                <c:pt idx="9283">
                  <c:v>5.1645569620253129E-2</c:v>
                </c:pt>
                <c:pt idx="9284">
                  <c:v>5.1645569620253129E-2</c:v>
                </c:pt>
                <c:pt idx="9285">
                  <c:v>5.1898734177215244E-2</c:v>
                </c:pt>
                <c:pt idx="9286">
                  <c:v>#N/A</c:v>
                </c:pt>
                <c:pt idx="9287">
                  <c:v>5.215189873417736E-2</c:v>
                </c:pt>
                <c:pt idx="9288">
                  <c:v>5.2405063291139253E-2</c:v>
                </c:pt>
                <c:pt idx="9289">
                  <c:v>5.215189873417736E-2</c:v>
                </c:pt>
                <c:pt idx="9290">
                  <c:v>5.2405063291139253E-2</c:v>
                </c:pt>
                <c:pt idx="9291">
                  <c:v>5.2911392405063262E-2</c:v>
                </c:pt>
                <c:pt idx="9292">
                  <c:v>5.2911392405063262E-2</c:v>
                </c:pt>
                <c:pt idx="9293">
                  <c:v>5.2658227848101369E-2</c:v>
                </c:pt>
                <c:pt idx="9294">
                  <c:v>5.2911392405063262E-2</c:v>
                </c:pt>
                <c:pt idx="9295">
                  <c:v>5.3164556962025378E-2</c:v>
                </c:pt>
                <c:pt idx="9296">
                  <c:v>5.3164556962025378E-2</c:v>
                </c:pt>
                <c:pt idx="9297">
                  <c:v>5.3164556962025378E-2</c:v>
                </c:pt>
                <c:pt idx="9298">
                  <c:v>5.3670886075949387E-2</c:v>
                </c:pt>
                <c:pt idx="9299">
                  <c:v>5.3670886075949387E-2</c:v>
                </c:pt>
                <c:pt idx="9300">
                  <c:v>5.3670886075949387E-2</c:v>
                </c:pt>
                <c:pt idx="9301">
                  <c:v>5.3417721518987493E-2</c:v>
                </c:pt>
                <c:pt idx="9302">
                  <c:v>5.2911392405063262E-2</c:v>
                </c:pt>
                <c:pt idx="9303">
                  <c:v>5.2911392405063262E-2</c:v>
                </c:pt>
                <c:pt idx="9304">
                  <c:v>5.2911392405063262E-2</c:v>
                </c:pt>
                <c:pt idx="9305">
                  <c:v>5.2911392405063262E-2</c:v>
                </c:pt>
                <c:pt idx="9306">
                  <c:v>5.3164556962025378E-2</c:v>
                </c:pt>
                <c:pt idx="9307">
                  <c:v>5.3417721518987493E-2</c:v>
                </c:pt>
                <c:pt idx="9308">
                  <c:v>5.3670886075949387E-2</c:v>
                </c:pt>
                <c:pt idx="9309">
                  <c:v>5.3417721518987493E-2</c:v>
                </c:pt>
                <c:pt idx="9310">
                  <c:v>5.3164556962025378E-2</c:v>
                </c:pt>
                <c:pt idx="9311">
                  <c:v>5.3164556962025378E-2</c:v>
                </c:pt>
                <c:pt idx="9312">
                  <c:v>5.3164556962025378E-2</c:v>
                </c:pt>
                <c:pt idx="9313">
                  <c:v>5.3417721518987493E-2</c:v>
                </c:pt>
                <c:pt idx="9314">
                  <c:v>5.3164556962025378E-2</c:v>
                </c:pt>
                <c:pt idx="9315">
                  <c:v>5.2658227848101369E-2</c:v>
                </c:pt>
                <c:pt idx="9316">
                  <c:v>5.2658227848101369E-2</c:v>
                </c:pt>
                <c:pt idx="9317">
                  <c:v>5.2405063291139253E-2</c:v>
                </c:pt>
                <c:pt idx="9318">
                  <c:v>5.1898734177215244E-2</c:v>
                </c:pt>
                <c:pt idx="9319">
                  <c:v>5.1898734177215244E-2</c:v>
                </c:pt>
                <c:pt idx="9320">
                  <c:v>5.215189873417736E-2</c:v>
                </c:pt>
                <c:pt idx="9321">
                  <c:v>5.215189873417736E-2</c:v>
                </c:pt>
                <c:pt idx="9322">
                  <c:v>5.2405063291139253E-2</c:v>
                </c:pt>
                <c:pt idx="9323">
                  <c:v>5.215189873417736E-2</c:v>
                </c:pt>
                <c:pt idx="9324">
                  <c:v>5.215189873417736E-2</c:v>
                </c:pt>
                <c:pt idx="9325">
                  <c:v>5.215189873417736E-2</c:v>
                </c:pt>
                <c:pt idx="9326">
                  <c:v>5.215189873417736E-2</c:v>
                </c:pt>
                <c:pt idx="9327">
                  <c:v>5.2405063291139253E-2</c:v>
                </c:pt>
                <c:pt idx="9328">
                  <c:v>5.215189873417736E-2</c:v>
                </c:pt>
                <c:pt idx="9329">
                  <c:v>5.1898734177215244E-2</c:v>
                </c:pt>
                <c:pt idx="9330">
                  <c:v>5.1392405063291235E-2</c:v>
                </c:pt>
                <c:pt idx="9331">
                  <c:v>5.1645569620253129E-2</c:v>
                </c:pt>
                <c:pt idx="9332">
                  <c:v>5.113924050632912E-2</c:v>
                </c:pt>
                <c:pt idx="9333">
                  <c:v>5.113924050632912E-2</c:v>
                </c:pt>
                <c:pt idx="9334">
                  <c:v>5.113924050632912E-2</c:v>
                </c:pt>
                <c:pt idx="9335">
                  <c:v>5.0632911392405111E-2</c:v>
                </c:pt>
                <c:pt idx="9336">
                  <c:v>5.0126582278481102E-2</c:v>
                </c:pt>
                <c:pt idx="9337">
                  <c:v>5.0126582278481102E-2</c:v>
                </c:pt>
                <c:pt idx="9338">
                  <c:v>5.0632911392405111E-2</c:v>
                </c:pt>
                <c:pt idx="9339">
                  <c:v>5.0379746835442996E-2</c:v>
                </c:pt>
                <c:pt idx="9340">
                  <c:v>5.0379746835442996E-2</c:v>
                </c:pt>
                <c:pt idx="9341">
                  <c:v>5.0379746835442996E-2</c:v>
                </c:pt>
                <c:pt idx="9342">
                  <c:v>5.0126582278481102E-2</c:v>
                </c:pt>
                <c:pt idx="9343">
                  <c:v>5.0886075949367227E-2</c:v>
                </c:pt>
                <c:pt idx="9344">
                  <c:v>5.0886075949367227E-2</c:v>
                </c:pt>
                <c:pt idx="9345">
                  <c:v>5.113924050632912E-2</c:v>
                </c:pt>
                <c:pt idx="9346">
                  <c:v>5.0886075949367227E-2</c:v>
                </c:pt>
                <c:pt idx="9347">
                  <c:v>5.0886075949367227E-2</c:v>
                </c:pt>
                <c:pt idx="9348">
                  <c:v>5.0886075949367227E-2</c:v>
                </c:pt>
                <c:pt idx="9349">
                  <c:v>5.0632911392405111E-2</c:v>
                </c:pt>
                <c:pt idx="9350">
                  <c:v>4.9873417721518987E-2</c:v>
                </c:pt>
                <c:pt idx="9351">
                  <c:v>5.0379746835442996E-2</c:v>
                </c:pt>
                <c:pt idx="9352">
                  <c:v>5.0379746835442996E-2</c:v>
                </c:pt>
                <c:pt idx="9353">
                  <c:v>5.0126582278481102E-2</c:v>
                </c:pt>
                <c:pt idx="9354">
                  <c:v>5.0126582278481102E-2</c:v>
                </c:pt>
                <c:pt idx="9355">
                  <c:v>5.0379746835442996E-2</c:v>
                </c:pt>
                <c:pt idx="9356">
                  <c:v>#N/A</c:v>
                </c:pt>
                <c:pt idx="9357">
                  <c:v>5.0126582278481102E-2</c:v>
                </c:pt>
                <c:pt idx="9358">
                  <c:v>4.9620253164557093E-2</c:v>
                </c:pt>
                <c:pt idx="9359">
                  <c:v>4.9873417721518987E-2</c:v>
                </c:pt>
                <c:pt idx="9360">
                  <c:v>5.0379746835442996E-2</c:v>
                </c:pt>
                <c:pt idx="9361">
                  <c:v>5.0126582278481102E-2</c:v>
                </c:pt>
                <c:pt idx="9362">
                  <c:v>4.9873417721518987E-2</c:v>
                </c:pt>
                <c:pt idx="9363">
                  <c:v>4.9620253164557093E-2</c:v>
                </c:pt>
                <c:pt idx="9364">
                  <c:v>4.9873417721518987E-2</c:v>
                </c:pt>
                <c:pt idx="9365">
                  <c:v>5.0126582278481102E-2</c:v>
                </c:pt>
                <c:pt idx="9366">
                  <c:v>#N/A</c:v>
                </c:pt>
                <c:pt idx="9367">
                  <c:v>4.9873417721518987E-2</c:v>
                </c:pt>
                <c:pt idx="9368">
                  <c:v>4.9873417721518987E-2</c:v>
                </c:pt>
                <c:pt idx="9369">
                  <c:v>#N/A</c:v>
                </c:pt>
                <c:pt idx="9370">
                  <c:v>4.9873417721518987E-2</c:v>
                </c:pt>
                <c:pt idx="9371">
                  <c:v>4.9620253164557093E-2</c:v>
                </c:pt>
                <c:pt idx="9372">
                  <c:v>4.9873417721518987E-2</c:v>
                </c:pt>
                <c:pt idx="9373">
                  <c:v>4.9367088607594978E-2</c:v>
                </c:pt>
                <c:pt idx="9374">
                  <c:v>4.9367088607594978E-2</c:v>
                </c:pt>
                <c:pt idx="9375">
                  <c:v>4.9367088607594978E-2</c:v>
                </c:pt>
                <c:pt idx="9376">
                  <c:v>4.9367088607594978E-2</c:v>
                </c:pt>
                <c:pt idx="9377">
                  <c:v>4.9620253164557093E-2</c:v>
                </c:pt>
                <c:pt idx="9378">
                  <c:v>4.9620253164557093E-2</c:v>
                </c:pt>
                <c:pt idx="9379">
                  <c:v>#N/A</c:v>
                </c:pt>
                <c:pt idx="9380">
                  <c:v>4.9367088607594978E-2</c:v>
                </c:pt>
                <c:pt idx="9381">
                  <c:v>4.9367088607594978E-2</c:v>
                </c:pt>
                <c:pt idx="9382">
                  <c:v>4.9367088607594978E-2</c:v>
                </c:pt>
                <c:pt idx="9383">
                  <c:v>4.9873417721518987E-2</c:v>
                </c:pt>
                <c:pt idx="9384">
                  <c:v>#N/A</c:v>
                </c:pt>
                <c:pt idx="9385">
                  <c:v>4.9620253164557093E-2</c:v>
                </c:pt>
                <c:pt idx="9386">
                  <c:v>4.9873417721518987E-2</c:v>
                </c:pt>
                <c:pt idx="9387">
                  <c:v>4.9873417721518987E-2</c:v>
                </c:pt>
                <c:pt idx="9388">
                  <c:v>4.9873417721518987E-2</c:v>
                </c:pt>
                <c:pt idx="9389">
                  <c:v>4.9620253164557093E-2</c:v>
                </c:pt>
                <c:pt idx="9390">
                  <c:v>4.9873417721518987E-2</c:v>
                </c:pt>
                <c:pt idx="9391">
                  <c:v>4.9620253164557093E-2</c:v>
                </c:pt>
                <c:pt idx="9392">
                  <c:v>#N/A</c:v>
                </c:pt>
                <c:pt idx="9393">
                  <c:v>4.9620253164557093E-2</c:v>
                </c:pt>
                <c:pt idx="9394">
                  <c:v>4.9620253164557093E-2</c:v>
                </c:pt>
                <c:pt idx="9395">
                  <c:v>4.9873417721518987E-2</c:v>
                </c:pt>
                <c:pt idx="9396">
                  <c:v>4.9620253164557093E-2</c:v>
                </c:pt>
                <c:pt idx="9397">
                  <c:v>#N/A</c:v>
                </c:pt>
                <c:pt idx="9398">
                  <c:v>#N/A</c:v>
                </c:pt>
                <c:pt idx="9399">
                  <c:v>4.9620253164557093E-2</c:v>
                </c:pt>
                <c:pt idx="9400">
                  <c:v>4.9367088607594978E-2</c:v>
                </c:pt>
                <c:pt idx="9401">
                  <c:v>4.9873417721518987E-2</c:v>
                </c:pt>
                <c:pt idx="9402">
                  <c:v>4.9873417721518987E-2</c:v>
                </c:pt>
                <c:pt idx="9403">
                  <c:v>4.9620253164557093E-2</c:v>
                </c:pt>
                <c:pt idx="9404">
                  <c:v>4.9367088607594978E-2</c:v>
                </c:pt>
                <c:pt idx="9405">
                  <c:v>4.9367088607594978E-2</c:v>
                </c:pt>
                <c:pt idx="9406">
                  <c:v>#N/A</c:v>
                </c:pt>
                <c:pt idx="9407">
                  <c:v>4.9620253164557093E-2</c:v>
                </c:pt>
                <c:pt idx="9408">
                  <c:v>4.9113924050632862E-2</c:v>
                </c:pt>
                <c:pt idx="9409">
                  <c:v>4.8607594936708853E-2</c:v>
                </c:pt>
                <c:pt idx="9410">
                  <c:v>4.8607594936708853E-2</c:v>
                </c:pt>
                <c:pt idx="9411">
                  <c:v>4.8607594936708853E-2</c:v>
                </c:pt>
                <c:pt idx="9412">
                  <c:v>4.835443037974696E-2</c:v>
                </c:pt>
                <c:pt idx="9413">
                  <c:v>4.835443037974696E-2</c:v>
                </c:pt>
                <c:pt idx="9414">
                  <c:v>4.835443037974696E-2</c:v>
                </c:pt>
                <c:pt idx="9415">
                  <c:v>4.835443037974696E-2</c:v>
                </c:pt>
                <c:pt idx="9416">
                  <c:v>4.8101265822784844E-2</c:v>
                </c:pt>
                <c:pt idx="9417">
                  <c:v>4.8101265822784844E-2</c:v>
                </c:pt>
                <c:pt idx="9418">
                  <c:v>4.835443037974696E-2</c:v>
                </c:pt>
                <c:pt idx="9419">
                  <c:v>4.8101265822784844E-2</c:v>
                </c:pt>
                <c:pt idx="9420">
                  <c:v>4.7848101265822729E-2</c:v>
                </c:pt>
                <c:pt idx="9421">
                  <c:v>4.7594936708860835E-2</c:v>
                </c:pt>
                <c:pt idx="9422">
                  <c:v>4.7594936708860835E-2</c:v>
                </c:pt>
                <c:pt idx="9423">
                  <c:v>4.734177215189872E-2</c:v>
                </c:pt>
                <c:pt idx="9424">
                  <c:v>4.734177215189872E-2</c:v>
                </c:pt>
                <c:pt idx="9425">
                  <c:v>4.734177215189872E-2</c:v>
                </c:pt>
                <c:pt idx="9426">
                  <c:v>4.734177215189872E-2</c:v>
                </c:pt>
                <c:pt idx="9427">
                  <c:v>4.7088607594936827E-2</c:v>
                </c:pt>
                <c:pt idx="9428">
                  <c:v>4.7594936708860835E-2</c:v>
                </c:pt>
                <c:pt idx="9429">
                  <c:v>4.734177215189872E-2</c:v>
                </c:pt>
                <c:pt idx="9430">
                  <c:v>4.7088607594936827E-2</c:v>
                </c:pt>
                <c:pt idx="9431">
                  <c:v>4.734177215189872E-2</c:v>
                </c:pt>
                <c:pt idx="9432">
                  <c:v>4.7594936708860835E-2</c:v>
                </c:pt>
                <c:pt idx="9433">
                  <c:v>4.7594936708860835E-2</c:v>
                </c:pt>
                <c:pt idx="9434">
                  <c:v>4.7848101265822729E-2</c:v>
                </c:pt>
                <c:pt idx="9435">
                  <c:v>#N/A</c:v>
                </c:pt>
                <c:pt idx="9436">
                  <c:v>4.835443037974696E-2</c:v>
                </c:pt>
                <c:pt idx="9437">
                  <c:v>4.835443037974696E-2</c:v>
                </c:pt>
                <c:pt idx="9438">
                  <c:v>4.8860759493670969E-2</c:v>
                </c:pt>
                <c:pt idx="9439">
                  <c:v>4.8860759493670969E-2</c:v>
                </c:pt>
                <c:pt idx="9440">
                  <c:v>4.9367088607594978E-2</c:v>
                </c:pt>
                <c:pt idx="9441">
                  <c:v>4.8860759493670969E-2</c:v>
                </c:pt>
                <c:pt idx="9442">
                  <c:v>4.835443037974696E-2</c:v>
                </c:pt>
                <c:pt idx="9443">
                  <c:v>4.8607594936708853E-2</c:v>
                </c:pt>
                <c:pt idx="9444">
                  <c:v>4.8607594936708853E-2</c:v>
                </c:pt>
                <c:pt idx="9445">
                  <c:v>4.8607594936708853E-2</c:v>
                </c:pt>
                <c:pt idx="9446">
                  <c:v>4.8860759493670969E-2</c:v>
                </c:pt>
                <c:pt idx="9447">
                  <c:v>4.8607594936708853E-2</c:v>
                </c:pt>
                <c:pt idx="9448">
                  <c:v>4.835443037974696E-2</c:v>
                </c:pt>
                <c:pt idx="9449">
                  <c:v>4.835443037974696E-2</c:v>
                </c:pt>
                <c:pt idx="9450">
                  <c:v>4.835443037974696E-2</c:v>
                </c:pt>
                <c:pt idx="9451">
                  <c:v>4.835443037974696E-2</c:v>
                </c:pt>
                <c:pt idx="9452">
                  <c:v>4.835443037974696E-2</c:v>
                </c:pt>
                <c:pt idx="9453">
                  <c:v>4.835443037974696E-2</c:v>
                </c:pt>
                <c:pt idx="9454">
                  <c:v>4.8607594936708853E-2</c:v>
                </c:pt>
                <c:pt idx="9455">
                  <c:v>#N/A</c:v>
                </c:pt>
                <c:pt idx="9456">
                  <c:v>4.9113924050632862E-2</c:v>
                </c:pt>
                <c:pt idx="9457">
                  <c:v>4.9367088607594978E-2</c:v>
                </c:pt>
                <c:pt idx="9458">
                  <c:v>4.9367088607594978E-2</c:v>
                </c:pt>
                <c:pt idx="9459">
                  <c:v>4.9367088607594978E-2</c:v>
                </c:pt>
                <c:pt idx="9460">
                  <c:v>4.9367088607594978E-2</c:v>
                </c:pt>
                <c:pt idx="9461">
                  <c:v>4.9113924050632862E-2</c:v>
                </c:pt>
                <c:pt idx="9462">
                  <c:v>4.9113924050632862E-2</c:v>
                </c:pt>
                <c:pt idx="9463">
                  <c:v>4.9113924050632862E-2</c:v>
                </c:pt>
                <c:pt idx="9464">
                  <c:v>4.8860759493670969E-2</c:v>
                </c:pt>
                <c:pt idx="9465">
                  <c:v>4.835443037974696E-2</c:v>
                </c:pt>
                <c:pt idx="9466">
                  <c:v>4.8607594936708853E-2</c:v>
                </c:pt>
                <c:pt idx="9467">
                  <c:v>4.835443037974696E-2</c:v>
                </c:pt>
                <c:pt idx="9468">
                  <c:v>4.8101265822784844E-2</c:v>
                </c:pt>
                <c:pt idx="9469">
                  <c:v>4.835443037974696E-2</c:v>
                </c:pt>
                <c:pt idx="9470">
                  <c:v>4.835443037974696E-2</c:v>
                </c:pt>
                <c:pt idx="9471">
                  <c:v>4.835443037974696E-2</c:v>
                </c:pt>
                <c:pt idx="9472">
                  <c:v>4.8860759493670969E-2</c:v>
                </c:pt>
                <c:pt idx="9473">
                  <c:v>4.8860759493670969E-2</c:v>
                </c:pt>
                <c:pt idx="9474">
                  <c:v>#N/A</c:v>
                </c:pt>
                <c:pt idx="9475">
                  <c:v>4.8860759493670969E-2</c:v>
                </c:pt>
                <c:pt idx="9476">
                  <c:v>4.8607594936708853E-2</c:v>
                </c:pt>
                <c:pt idx="9477">
                  <c:v>4.8607594936708853E-2</c:v>
                </c:pt>
                <c:pt idx="9478">
                  <c:v>4.8860759493670969E-2</c:v>
                </c:pt>
                <c:pt idx="9479">
                  <c:v>4.8860759493670969E-2</c:v>
                </c:pt>
                <c:pt idx="9480">
                  <c:v>#N/A</c:v>
                </c:pt>
                <c:pt idx="9481">
                  <c:v>4.8860759493670969E-2</c:v>
                </c:pt>
                <c:pt idx="9482">
                  <c:v>#N/A</c:v>
                </c:pt>
                <c:pt idx="9483">
                  <c:v>4.9113924050632862E-2</c:v>
                </c:pt>
                <c:pt idx="9484">
                  <c:v>4.9113924050632862E-2</c:v>
                </c:pt>
                <c:pt idx="9485">
                  <c:v>4.9367088607594978E-2</c:v>
                </c:pt>
                <c:pt idx="9486">
                  <c:v>4.9367088607594978E-2</c:v>
                </c:pt>
                <c:pt idx="9487">
                  <c:v>4.9113924050632862E-2</c:v>
                </c:pt>
                <c:pt idx="9488">
                  <c:v>4.9113924050632862E-2</c:v>
                </c:pt>
                <c:pt idx="9489">
                  <c:v>4.9113924050632862E-2</c:v>
                </c:pt>
                <c:pt idx="9490">
                  <c:v>4.9620253164557093E-2</c:v>
                </c:pt>
                <c:pt idx="9491">
                  <c:v>5.0379746835442996E-2</c:v>
                </c:pt>
                <c:pt idx="9492">
                  <c:v>5.0379746835442996E-2</c:v>
                </c:pt>
                <c:pt idx="9493">
                  <c:v>4.9873417721518987E-2</c:v>
                </c:pt>
                <c:pt idx="9494">
                  <c:v>4.9873417721518987E-2</c:v>
                </c:pt>
                <c:pt idx="9495">
                  <c:v>4.9873417721518987E-2</c:v>
                </c:pt>
                <c:pt idx="9496">
                  <c:v>5.0126582278481102E-2</c:v>
                </c:pt>
                <c:pt idx="9497">
                  <c:v>4.9873417721518987E-2</c:v>
                </c:pt>
                <c:pt idx="9498">
                  <c:v>5.0126582278481102E-2</c:v>
                </c:pt>
                <c:pt idx="9499">
                  <c:v>5.0126582278481102E-2</c:v>
                </c:pt>
                <c:pt idx="9500">
                  <c:v>5.0126582278481102E-2</c:v>
                </c:pt>
                <c:pt idx="9501">
                  <c:v>5.0126582278481102E-2</c:v>
                </c:pt>
                <c:pt idx="9502">
                  <c:v>5.0126582278481102E-2</c:v>
                </c:pt>
                <c:pt idx="9503">
                  <c:v>5.0886075949367227E-2</c:v>
                </c:pt>
                <c:pt idx="9504">
                  <c:v>5.0632911392405111E-2</c:v>
                </c:pt>
                <c:pt idx="9505">
                  <c:v>5.0632911392405111E-2</c:v>
                </c:pt>
                <c:pt idx="9506">
                  <c:v>5.0379746835442996E-2</c:v>
                </c:pt>
                <c:pt idx="9507">
                  <c:v>5.0379746835442996E-2</c:v>
                </c:pt>
                <c:pt idx="9508">
                  <c:v>4.9873417721518987E-2</c:v>
                </c:pt>
                <c:pt idx="9509">
                  <c:v>5.0126582278481102E-2</c:v>
                </c:pt>
                <c:pt idx="9510">
                  <c:v>4.9873417721518987E-2</c:v>
                </c:pt>
                <c:pt idx="9511">
                  <c:v>5.0126582278481102E-2</c:v>
                </c:pt>
                <c:pt idx="9512">
                  <c:v>4.9873417721518987E-2</c:v>
                </c:pt>
                <c:pt idx="9513">
                  <c:v>5.0126582278481102E-2</c:v>
                </c:pt>
                <c:pt idx="9514">
                  <c:v>5.0126582278481102E-2</c:v>
                </c:pt>
                <c:pt idx="9515">
                  <c:v>#N/A</c:v>
                </c:pt>
                <c:pt idx="9516">
                  <c:v>5.0126582278481102E-2</c:v>
                </c:pt>
                <c:pt idx="9517">
                  <c:v>5.0379746835442996E-2</c:v>
                </c:pt>
                <c:pt idx="9518">
                  <c:v>4.9873417721518987E-2</c:v>
                </c:pt>
                <c:pt idx="9519">
                  <c:v>4.9620253164557093E-2</c:v>
                </c:pt>
                <c:pt idx="9520">
                  <c:v>4.9367088607594978E-2</c:v>
                </c:pt>
                <c:pt idx="9521">
                  <c:v>#N/A</c:v>
                </c:pt>
                <c:pt idx="9522">
                  <c:v>4.9367088607594978E-2</c:v>
                </c:pt>
                <c:pt idx="9523">
                  <c:v>4.8607594936708853E-2</c:v>
                </c:pt>
                <c:pt idx="9524">
                  <c:v>4.835443037974696E-2</c:v>
                </c:pt>
                <c:pt idx="9525">
                  <c:v>4.835443037974696E-2</c:v>
                </c:pt>
                <c:pt idx="9526">
                  <c:v>4.8101265822784844E-2</c:v>
                </c:pt>
                <c:pt idx="9527">
                  <c:v>4.8607594936708853E-2</c:v>
                </c:pt>
                <c:pt idx="9528">
                  <c:v>4.8607594936708853E-2</c:v>
                </c:pt>
                <c:pt idx="9529">
                  <c:v>4.835443037974696E-2</c:v>
                </c:pt>
                <c:pt idx="9530">
                  <c:v>4.835443037974696E-2</c:v>
                </c:pt>
                <c:pt idx="9531">
                  <c:v>4.8607594936708853E-2</c:v>
                </c:pt>
                <c:pt idx="9532">
                  <c:v>4.8101265822784844E-2</c:v>
                </c:pt>
                <c:pt idx="9533">
                  <c:v>4.835443037974696E-2</c:v>
                </c:pt>
                <c:pt idx="9534">
                  <c:v>4.835443037974696E-2</c:v>
                </c:pt>
                <c:pt idx="9535">
                  <c:v>#N/A</c:v>
                </c:pt>
                <c:pt idx="9536">
                  <c:v>4.8607594936708853E-2</c:v>
                </c:pt>
                <c:pt idx="9537">
                  <c:v>4.8607594936708853E-2</c:v>
                </c:pt>
                <c:pt idx="9538">
                  <c:v>4.835443037974696E-2</c:v>
                </c:pt>
                <c:pt idx="9539">
                  <c:v>4.835443037974696E-2</c:v>
                </c:pt>
                <c:pt idx="9540">
                  <c:v>4.835443037974696E-2</c:v>
                </c:pt>
                <c:pt idx="9541">
                  <c:v>4.7848101265822729E-2</c:v>
                </c:pt>
                <c:pt idx="9542">
                  <c:v>4.7848101265822729E-2</c:v>
                </c:pt>
                <c:pt idx="9543">
                  <c:v>4.7088607594936827E-2</c:v>
                </c:pt>
                <c:pt idx="9544">
                  <c:v>4.734177215189872E-2</c:v>
                </c:pt>
                <c:pt idx="9545">
                  <c:v>4.7594936708860835E-2</c:v>
                </c:pt>
                <c:pt idx="9546">
                  <c:v>#N/A</c:v>
                </c:pt>
                <c:pt idx="9547">
                  <c:v>4.8101265822784844E-2</c:v>
                </c:pt>
                <c:pt idx="9548">
                  <c:v>4.7848101265822729E-2</c:v>
                </c:pt>
                <c:pt idx="9549">
                  <c:v>4.7848101265822729E-2</c:v>
                </c:pt>
                <c:pt idx="9550">
                  <c:v>4.7848101265822729E-2</c:v>
                </c:pt>
                <c:pt idx="9551">
                  <c:v>4.7848101265822729E-2</c:v>
                </c:pt>
                <c:pt idx="9552">
                  <c:v>4.734177215189872E-2</c:v>
                </c:pt>
                <c:pt idx="9553">
                  <c:v>4.7088607594936827E-2</c:v>
                </c:pt>
                <c:pt idx="9554">
                  <c:v>4.6835443037974711E-2</c:v>
                </c:pt>
                <c:pt idx="9555">
                  <c:v>4.7088607594936827E-2</c:v>
                </c:pt>
                <c:pt idx="9556">
                  <c:v>4.7088607594936827E-2</c:v>
                </c:pt>
                <c:pt idx="9557">
                  <c:v>4.7088607594936827E-2</c:v>
                </c:pt>
                <c:pt idx="9558">
                  <c:v>4.734177215189872E-2</c:v>
                </c:pt>
                <c:pt idx="9559">
                  <c:v>4.7088607594936827E-2</c:v>
                </c:pt>
                <c:pt idx="9560">
                  <c:v>#N/A</c:v>
                </c:pt>
                <c:pt idx="9561">
                  <c:v>4.7088607594936827E-2</c:v>
                </c:pt>
                <c:pt idx="9562">
                  <c:v>4.6835443037974711E-2</c:v>
                </c:pt>
                <c:pt idx="9563">
                  <c:v>4.6835443037974711E-2</c:v>
                </c:pt>
                <c:pt idx="9564">
                  <c:v>#N/A</c:v>
                </c:pt>
                <c:pt idx="9565">
                  <c:v>4.6835443037974711E-2</c:v>
                </c:pt>
                <c:pt idx="9566">
                  <c:v>4.6835443037974711E-2</c:v>
                </c:pt>
                <c:pt idx="9567">
                  <c:v>4.7088607594936827E-2</c:v>
                </c:pt>
                <c:pt idx="9568">
                  <c:v>4.7594936708860835E-2</c:v>
                </c:pt>
                <c:pt idx="9569">
                  <c:v>4.7594936708860835E-2</c:v>
                </c:pt>
                <c:pt idx="9570">
                  <c:v>4.7088607594936827E-2</c:v>
                </c:pt>
                <c:pt idx="9571">
                  <c:v>4.6835443037974711E-2</c:v>
                </c:pt>
                <c:pt idx="9572">
                  <c:v>4.6835443037974711E-2</c:v>
                </c:pt>
                <c:pt idx="9573">
                  <c:v>4.6835443037974711E-2</c:v>
                </c:pt>
                <c:pt idx="9574">
                  <c:v>4.734177215189872E-2</c:v>
                </c:pt>
                <c:pt idx="9575">
                  <c:v>4.734177215189872E-2</c:v>
                </c:pt>
                <c:pt idx="9576">
                  <c:v>4.7088607594936827E-2</c:v>
                </c:pt>
                <c:pt idx="9577">
                  <c:v>4.6835443037974711E-2</c:v>
                </c:pt>
                <c:pt idx="9578">
                  <c:v>4.7088607594936827E-2</c:v>
                </c:pt>
                <c:pt idx="9579">
                  <c:v>4.6835443037974711E-2</c:v>
                </c:pt>
                <c:pt idx="9580">
                  <c:v>4.7088607594936827E-2</c:v>
                </c:pt>
                <c:pt idx="9581">
                  <c:v>4.7088607594936827E-2</c:v>
                </c:pt>
                <c:pt idx="9582">
                  <c:v>4.7594936708860835E-2</c:v>
                </c:pt>
                <c:pt idx="9583">
                  <c:v>4.7848101265822729E-2</c:v>
                </c:pt>
                <c:pt idx="9584">
                  <c:v>4.7594936708860835E-2</c:v>
                </c:pt>
                <c:pt idx="9585">
                  <c:v>4.7594936708860835E-2</c:v>
                </c:pt>
                <c:pt idx="9586">
                  <c:v>4.7594936708860835E-2</c:v>
                </c:pt>
                <c:pt idx="9587">
                  <c:v>4.7594936708860835E-2</c:v>
                </c:pt>
                <c:pt idx="9588">
                  <c:v>4.734177215189872E-2</c:v>
                </c:pt>
                <c:pt idx="9589">
                  <c:v>4.7088607594936827E-2</c:v>
                </c:pt>
                <c:pt idx="9590">
                  <c:v>#N/A</c:v>
                </c:pt>
                <c:pt idx="9591">
                  <c:v>4.6835443037974711E-2</c:v>
                </c:pt>
                <c:pt idx="9592">
                  <c:v>4.6835443037974711E-2</c:v>
                </c:pt>
                <c:pt idx="9593">
                  <c:v>4.6582278481012596E-2</c:v>
                </c:pt>
                <c:pt idx="9594">
                  <c:v>4.6582278481012596E-2</c:v>
                </c:pt>
                <c:pt idx="9595">
                  <c:v>4.6835443037974711E-2</c:v>
                </c:pt>
                <c:pt idx="9596">
                  <c:v>4.6835443037974711E-2</c:v>
                </c:pt>
                <c:pt idx="9597">
                  <c:v>4.734177215189872E-2</c:v>
                </c:pt>
                <c:pt idx="9598">
                  <c:v>4.734177215189872E-2</c:v>
                </c:pt>
                <c:pt idx="9599">
                  <c:v>4.7088607594936827E-2</c:v>
                </c:pt>
                <c:pt idx="9600">
                  <c:v>4.6835443037974711E-2</c:v>
                </c:pt>
                <c:pt idx="9601">
                  <c:v>4.7088607594936827E-2</c:v>
                </c:pt>
                <c:pt idx="9602">
                  <c:v>#N/A</c:v>
                </c:pt>
                <c:pt idx="9603">
                  <c:v>#N/A</c:v>
                </c:pt>
                <c:pt idx="9604">
                  <c:v>4.6835443037974711E-2</c:v>
                </c:pt>
                <c:pt idx="9605">
                  <c:v>4.6835443037974711E-2</c:v>
                </c:pt>
                <c:pt idx="9606">
                  <c:v>4.7088607594936827E-2</c:v>
                </c:pt>
                <c:pt idx="9607">
                  <c:v>4.734177215189872E-2</c:v>
                </c:pt>
                <c:pt idx="9608">
                  <c:v>4.734177215189872E-2</c:v>
                </c:pt>
                <c:pt idx="9609">
                  <c:v>4.6835443037974711E-2</c:v>
                </c:pt>
                <c:pt idx="9610">
                  <c:v>4.6835443037974711E-2</c:v>
                </c:pt>
                <c:pt idx="9611">
                  <c:v>4.7088607594936827E-2</c:v>
                </c:pt>
                <c:pt idx="9612">
                  <c:v>4.7088607594936827E-2</c:v>
                </c:pt>
                <c:pt idx="9613">
                  <c:v>4.7088607594936827E-2</c:v>
                </c:pt>
                <c:pt idx="9614">
                  <c:v>4.734177215189872E-2</c:v>
                </c:pt>
                <c:pt idx="9615">
                  <c:v>#N/A</c:v>
                </c:pt>
                <c:pt idx="9616">
                  <c:v>4.7594936708860835E-2</c:v>
                </c:pt>
                <c:pt idx="9617">
                  <c:v>4.7594936708860835E-2</c:v>
                </c:pt>
                <c:pt idx="9618">
                  <c:v>4.7594936708860835E-2</c:v>
                </c:pt>
                <c:pt idx="9619">
                  <c:v>4.7594936708860835E-2</c:v>
                </c:pt>
                <c:pt idx="9620">
                  <c:v>4.8101265822784844E-2</c:v>
                </c:pt>
                <c:pt idx="9621">
                  <c:v>4.8101265822784844E-2</c:v>
                </c:pt>
                <c:pt idx="9622">
                  <c:v>4.835443037974696E-2</c:v>
                </c:pt>
                <c:pt idx="9623">
                  <c:v>4.8607594936708853E-2</c:v>
                </c:pt>
                <c:pt idx="9624">
                  <c:v>4.835443037974696E-2</c:v>
                </c:pt>
                <c:pt idx="9625">
                  <c:v>#N/A</c:v>
                </c:pt>
                <c:pt idx="9626">
                  <c:v>4.8101265822784844E-2</c:v>
                </c:pt>
                <c:pt idx="9627">
                  <c:v>4.7848101265822729E-2</c:v>
                </c:pt>
                <c:pt idx="9628">
                  <c:v>4.7848101265822729E-2</c:v>
                </c:pt>
                <c:pt idx="9629">
                  <c:v>4.7594936708860835E-2</c:v>
                </c:pt>
                <c:pt idx="9630">
                  <c:v>4.7848101265822729E-2</c:v>
                </c:pt>
                <c:pt idx="9631">
                  <c:v>4.7848101265822729E-2</c:v>
                </c:pt>
                <c:pt idx="9632">
                  <c:v>4.7848101265822729E-2</c:v>
                </c:pt>
                <c:pt idx="9633">
                  <c:v>4.7848101265822729E-2</c:v>
                </c:pt>
                <c:pt idx="9634">
                  <c:v>4.835443037974696E-2</c:v>
                </c:pt>
                <c:pt idx="9635">
                  <c:v>4.835443037974696E-2</c:v>
                </c:pt>
                <c:pt idx="9636">
                  <c:v>4.8860759493670969E-2</c:v>
                </c:pt>
                <c:pt idx="9637">
                  <c:v>4.8860759493670969E-2</c:v>
                </c:pt>
                <c:pt idx="9638">
                  <c:v>4.9113924050632862E-2</c:v>
                </c:pt>
                <c:pt idx="9639">
                  <c:v>4.9367088607594978E-2</c:v>
                </c:pt>
                <c:pt idx="9640">
                  <c:v>5.0126582278481102E-2</c:v>
                </c:pt>
                <c:pt idx="9641">
                  <c:v>4.9873417721518987E-2</c:v>
                </c:pt>
                <c:pt idx="9642">
                  <c:v>4.9873417721518987E-2</c:v>
                </c:pt>
                <c:pt idx="9643">
                  <c:v>4.9367088607594978E-2</c:v>
                </c:pt>
                <c:pt idx="9644">
                  <c:v>4.9367088607594978E-2</c:v>
                </c:pt>
                <c:pt idx="9645">
                  <c:v>4.9367088607594978E-2</c:v>
                </c:pt>
                <c:pt idx="9646">
                  <c:v>4.9113924050632862E-2</c:v>
                </c:pt>
                <c:pt idx="9647">
                  <c:v>4.9873417721518987E-2</c:v>
                </c:pt>
                <c:pt idx="9648">
                  <c:v>4.9873417721518987E-2</c:v>
                </c:pt>
                <c:pt idx="9649">
                  <c:v>5.0126582278481102E-2</c:v>
                </c:pt>
                <c:pt idx="9650">
                  <c:v>5.0126582278481102E-2</c:v>
                </c:pt>
                <c:pt idx="9651">
                  <c:v>4.9873417721518987E-2</c:v>
                </c:pt>
                <c:pt idx="9652">
                  <c:v>4.9620253164557093E-2</c:v>
                </c:pt>
                <c:pt idx="9653">
                  <c:v>4.9873417721518987E-2</c:v>
                </c:pt>
                <c:pt idx="9654">
                  <c:v>4.9873417721518987E-2</c:v>
                </c:pt>
                <c:pt idx="9655">
                  <c:v>4.9873417721518987E-2</c:v>
                </c:pt>
                <c:pt idx="9656">
                  <c:v>4.9620253164557093E-2</c:v>
                </c:pt>
                <c:pt idx="9657">
                  <c:v>4.9620253164557093E-2</c:v>
                </c:pt>
                <c:pt idx="9658">
                  <c:v>4.9620253164557093E-2</c:v>
                </c:pt>
                <c:pt idx="9659">
                  <c:v>4.9620253164557093E-2</c:v>
                </c:pt>
                <c:pt idx="9660">
                  <c:v>4.9620253164557093E-2</c:v>
                </c:pt>
                <c:pt idx="9661">
                  <c:v>4.9620253164557093E-2</c:v>
                </c:pt>
                <c:pt idx="9662">
                  <c:v>4.9620253164557093E-2</c:v>
                </c:pt>
                <c:pt idx="9663">
                  <c:v>4.9367088607594978E-2</c:v>
                </c:pt>
                <c:pt idx="9664">
                  <c:v>4.9873417721518987E-2</c:v>
                </c:pt>
                <c:pt idx="9665">
                  <c:v>5.0126582278481102E-2</c:v>
                </c:pt>
                <c:pt idx="9666">
                  <c:v>5.0126582278481102E-2</c:v>
                </c:pt>
                <c:pt idx="9667">
                  <c:v>5.0379746835442996E-2</c:v>
                </c:pt>
                <c:pt idx="9668">
                  <c:v>5.0379746835442996E-2</c:v>
                </c:pt>
                <c:pt idx="9669">
                  <c:v>5.0379746835442996E-2</c:v>
                </c:pt>
                <c:pt idx="9670">
                  <c:v>5.0379746835442996E-2</c:v>
                </c:pt>
                <c:pt idx="9671">
                  <c:v>5.0632911392405111E-2</c:v>
                </c:pt>
                <c:pt idx="9672">
                  <c:v>5.0632911392405111E-2</c:v>
                </c:pt>
                <c:pt idx="9673">
                  <c:v>5.113924050632912E-2</c:v>
                </c:pt>
                <c:pt idx="9674">
                  <c:v>5.1392405063291235E-2</c:v>
                </c:pt>
                <c:pt idx="9675">
                  <c:v>5.1392405063291235E-2</c:v>
                </c:pt>
                <c:pt idx="9676">
                  <c:v>5.1392405063291235E-2</c:v>
                </c:pt>
                <c:pt idx="9677">
                  <c:v>5.1392405063291235E-2</c:v>
                </c:pt>
                <c:pt idx="9678">
                  <c:v>5.1645569620253129E-2</c:v>
                </c:pt>
                <c:pt idx="9679">
                  <c:v>5.1645569620253129E-2</c:v>
                </c:pt>
                <c:pt idx="9680">
                  <c:v>5.1392405063291235E-2</c:v>
                </c:pt>
                <c:pt idx="9681">
                  <c:v>5.113924050632912E-2</c:v>
                </c:pt>
                <c:pt idx="9682">
                  <c:v>5.0886075949367227E-2</c:v>
                </c:pt>
                <c:pt idx="9683">
                  <c:v>5.113924050632912E-2</c:v>
                </c:pt>
                <c:pt idx="9684">
                  <c:v>5.113924050632912E-2</c:v>
                </c:pt>
                <c:pt idx="9685">
                  <c:v>5.113924050632912E-2</c:v>
                </c:pt>
                <c:pt idx="9686">
                  <c:v>5.1392405063291235E-2</c:v>
                </c:pt>
                <c:pt idx="9687">
                  <c:v>5.113924050632912E-2</c:v>
                </c:pt>
                <c:pt idx="9688">
                  <c:v>5.1392405063291235E-2</c:v>
                </c:pt>
                <c:pt idx="9689">
                  <c:v>5.1392405063291235E-2</c:v>
                </c:pt>
                <c:pt idx="9690">
                  <c:v>5.113924050632912E-2</c:v>
                </c:pt>
                <c:pt idx="9691">
                  <c:v>5.1392405063291235E-2</c:v>
                </c:pt>
                <c:pt idx="9692">
                  <c:v>5.1392405063291235E-2</c:v>
                </c:pt>
                <c:pt idx="9693">
                  <c:v>5.1645569620253129E-2</c:v>
                </c:pt>
                <c:pt idx="9694">
                  <c:v>5.1645569620253129E-2</c:v>
                </c:pt>
                <c:pt idx="9695">
                  <c:v>5.1645569620253129E-2</c:v>
                </c:pt>
                <c:pt idx="9696">
                  <c:v>5.1898734177215244E-2</c:v>
                </c:pt>
                <c:pt idx="9697">
                  <c:v>5.215189873417736E-2</c:v>
                </c:pt>
                <c:pt idx="9698">
                  <c:v>5.215189873417736E-2</c:v>
                </c:pt>
                <c:pt idx="9699">
                  <c:v>5.1898734177215244E-2</c:v>
                </c:pt>
                <c:pt idx="9700">
                  <c:v>5.1898734177215244E-2</c:v>
                </c:pt>
                <c:pt idx="9701">
                  <c:v>5.1898734177215244E-2</c:v>
                </c:pt>
                <c:pt idx="9702">
                  <c:v>5.1392405063291235E-2</c:v>
                </c:pt>
                <c:pt idx="9703">
                  <c:v>5.0886075949367227E-2</c:v>
                </c:pt>
                <c:pt idx="9704">
                  <c:v>5.0886075949367227E-2</c:v>
                </c:pt>
                <c:pt idx="9705">
                  <c:v>5.0886075949367227E-2</c:v>
                </c:pt>
                <c:pt idx="9706">
                  <c:v>5.0632911392405111E-2</c:v>
                </c:pt>
                <c:pt idx="9707">
                  <c:v>5.0886075949367227E-2</c:v>
                </c:pt>
                <c:pt idx="9708">
                  <c:v>5.0886075949367227E-2</c:v>
                </c:pt>
                <c:pt idx="9709">
                  <c:v>5.113924050632912E-2</c:v>
                </c:pt>
                <c:pt idx="9710">
                  <c:v>5.113924050632912E-2</c:v>
                </c:pt>
                <c:pt idx="9711">
                  <c:v>#N/A</c:v>
                </c:pt>
                <c:pt idx="9712">
                  <c:v>5.113924050632912E-2</c:v>
                </c:pt>
                <c:pt idx="9713">
                  <c:v>5.113924050632912E-2</c:v>
                </c:pt>
                <c:pt idx="9714">
                  <c:v>5.113924050632912E-2</c:v>
                </c:pt>
                <c:pt idx="9715">
                  <c:v>5.113924050632912E-2</c:v>
                </c:pt>
                <c:pt idx="9716">
                  <c:v>5.1392405063291235E-2</c:v>
                </c:pt>
                <c:pt idx="9717">
                  <c:v>5.113924050632912E-2</c:v>
                </c:pt>
                <c:pt idx="9718">
                  <c:v>5.113924050632912E-2</c:v>
                </c:pt>
                <c:pt idx="9719">
                  <c:v>5.113924050632912E-2</c:v>
                </c:pt>
                <c:pt idx="9720">
                  <c:v>5.1392405063291235E-2</c:v>
                </c:pt>
                <c:pt idx="9721">
                  <c:v>5.1392405063291235E-2</c:v>
                </c:pt>
                <c:pt idx="9722">
                  <c:v>5.113924050632912E-2</c:v>
                </c:pt>
                <c:pt idx="9723">
                  <c:v>5.113924050632912E-2</c:v>
                </c:pt>
                <c:pt idx="9724">
                  <c:v>5.113924050632912E-2</c:v>
                </c:pt>
                <c:pt idx="9725">
                  <c:v>5.1392405063291235E-2</c:v>
                </c:pt>
                <c:pt idx="9726">
                  <c:v>5.1645569620253129E-2</c:v>
                </c:pt>
                <c:pt idx="9727">
                  <c:v>5.1392405063291235E-2</c:v>
                </c:pt>
                <c:pt idx="9728">
                  <c:v>5.1898734177215244E-2</c:v>
                </c:pt>
                <c:pt idx="9729">
                  <c:v>5.1898734177215244E-2</c:v>
                </c:pt>
                <c:pt idx="9730">
                  <c:v>5.1898734177215244E-2</c:v>
                </c:pt>
                <c:pt idx="9731">
                  <c:v>5.1898734177215244E-2</c:v>
                </c:pt>
                <c:pt idx="9732">
                  <c:v>5.1645569620253129E-2</c:v>
                </c:pt>
                <c:pt idx="9733">
                  <c:v>5.2658227848101369E-2</c:v>
                </c:pt>
                <c:pt idx="9734">
                  <c:v>5.2911392405063262E-2</c:v>
                </c:pt>
                <c:pt idx="9735">
                  <c:v>5.2911392405063262E-2</c:v>
                </c:pt>
                <c:pt idx="9736">
                  <c:v>5.2911392405063262E-2</c:v>
                </c:pt>
                <c:pt idx="9737">
                  <c:v>5.2911392405063262E-2</c:v>
                </c:pt>
                <c:pt idx="9738">
                  <c:v>5.2911392405063262E-2</c:v>
                </c:pt>
                <c:pt idx="9739">
                  <c:v>5.2658227848101369E-2</c:v>
                </c:pt>
                <c:pt idx="9740">
                  <c:v>5.2405063291139253E-2</c:v>
                </c:pt>
                <c:pt idx="9741">
                  <c:v>#N/A</c:v>
                </c:pt>
                <c:pt idx="9742">
                  <c:v>5.2405063291139253E-2</c:v>
                </c:pt>
                <c:pt idx="9743">
                  <c:v>5.2658227848101369E-2</c:v>
                </c:pt>
                <c:pt idx="9744">
                  <c:v>5.2658227848101369E-2</c:v>
                </c:pt>
                <c:pt idx="9745">
                  <c:v>5.2658227848101369E-2</c:v>
                </c:pt>
                <c:pt idx="9746">
                  <c:v>5.2658227848101369E-2</c:v>
                </c:pt>
                <c:pt idx="9747">
                  <c:v>5.2405063291139253E-2</c:v>
                </c:pt>
                <c:pt idx="9748">
                  <c:v>5.215189873417736E-2</c:v>
                </c:pt>
                <c:pt idx="9749">
                  <c:v>5.215189873417736E-2</c:v>
                </c:pt>
                <c:pt idx="9750">
                  <c:v>5.1898734177215244E-2</c:v>
                </c:pt>
                <c:pt idx="9751">
                  <c:v>5.1898734177215244E-2</c:v>
                </c:pt>
                <c:pt idx="9752">
                  <c:v>5.1645569620253129E-2</c:v>
                </c:pt>
                <c:pt idx="9753">
                  <c:v>5.1645569620253129E-2</c:v>
                </c:pt>
                <c:pt idx="9754">
                  <c:v>5.1645569620253129E-2</c:v>
                </c:pt>
                <c:pt idx="9755">
                  <c:v>5.1392405063291235E-2</c:v>
                </c:pt>
                <c:pt idx="9756">
                  <c:v>5.1645569620253129E-2</c:v>
                </c:pt>
                <c:pt idx="9757">
                  <c:v>5.1645569620253129E-2</c:v>
                </c:pt>
                <c:pt idx="9758">
                  <c:v>5.1645569620253129E-2</c:v>
                </c:pt>
                <c:pt idx="9759">
                  <c:v>5.113924050632912E-2</c:v>
                </c:pt>
                <c:pt idx="9760">
                  <c:v>5.113924050632912E-2</c:v>
                </c:pt>
                <c:pt idx="9761">
                  <c:v>5.113924050632912E-2</c:v>
                </c:pt>
                <c:pt idx="9762">
                  <c:v>5.1898734177215244E-2</c:v>
                </c:pt>
                <c:pt idx="9763">
                  <c:v>5.215189873417736E-2</c:v>
                </c:pt>
                <c:pt idx="9764">
                  <c:v>5.1645569620253129E-2</c:v>
                </c:pt>
                <c:pt idx="9765">
                  <c:v>#N/A</c:v>
                </c:pt>
                <c:pt idx="9766">
                  <c:v>5.1392405063291235E-2</c:v>
                </c:pt>
                <c:pt idx="9767">
                  <c:v>5.1392405063291235E-2</c:v>
                </c:pt>
                <c:pt idx="9768">
                  <c:v>5.113924050632912E-2</c:v>
                </c:pt>
                <c:pt idx="9769">
                  <c:v>5.1392405063291235E-2</c:v>
                </c:pt>
                <c:pt idx="9770">
                  <c:v>5.113924050632912E-2</c:v>
                </c:pt>
                <c:pt idx="9771">
                  <c:v>5.0886075949367227E-2</c:v>
                </c:pt>
                <c:pt idx="9772">
                  <c:v>5.0379746835442996E-2</c:v>
                </c:pt>
                <c:pt idx="9773">
                  <c:v>5.0379746835442996E-2</c:v>
                </c:pt>
                <c:pt idx="9774">
                  <c:v>5.0379746835442996E-2</c:v>
                </c:pt>
                <c:pt idx="9775">
                  <c:v>5.0886075949367227E-2</c:v>
                </c:pt>
                <c:pt idx="9776">
                  <c:v>5.0126582278481102E-2</c:v>
                </c:pt>
                <c:pt idx="9777">
                  <c:v>5.0379746835442996E-2</c:v>
                </c:pt>
                <c:pt idx="9778">
                  <c:v>5.0379746835442996E-2</c:v>
                </c:pt>
                <c:pt idx="9779">
                  <c:v>4.9873417721518987E-2</c:v>
                </c:pt>
                <c:pt idx="9780">
                  <c:v>4.9873417721518987E-2</c:v>
                </c:pt>
                <c:pt idx="9781">
                  <c:v>5.0632911392405111E-2</c:v>
                </c:pt>
                <c:pt idx="9782">
                  <c:v>5.0379746835442996E-2</c:v>
                </c:pt>
                <c:pt idx="9783">
                  <c:v>5.0126582278481102E-2</c:v>
                </c:pt>
                <c:pt idx="9784">
                  <c:v>#N/A</c:v>
                </c:pt>
                <c:pt idx="9785">
                  <c:v>5.0126582278481102E-2</c:v>
                </c:pt>
                <c:pt idx="9786">
                  <c:v>5.0379746835442996E-2</c:v>
                </c:pt>
                <c:pt idx="9787">
                  <c:v>5.0126582278481102E-2</c:v>
                </c:pt>
                <c:pt idx="9788">
                  <c:v>5.113924050632912E-2</c:v>
                </c:pt>
                <c:pt idx="9789">
                  <c:v>5.113924050632912E-2</c:v>
                </c:pt>
                <c:pt idx="9790">
                  <c:v>5.1392405063291235E-2</c:v>
                </c:pt>
                <c:pt idx="9791">
                  <c:v>5.1392405063291235E-2</c:v>
                </c:pt>
                <c:pt idx="9792">
                  <c:v>5.113924050632912E-2</c:v>
                </c:pt>
                <c:pt idx="9793">
                  <c:v>5.0886075949367227E-2</c:v>
                </c:pt>
                <c:pt idx="9794">
                  <c:v>5.1392405063291235E-2</c:v>
                </c:pt>
                <c:pt idx="9795">
                  <c:v>5.1392405063291235E-2</c:v>
                </c:pt>
                <c:pt idx="9796">
                  <c:v>#N/A</c:v>
                </c:pt>
                <c:pt idx="9797">
                  <c:v>5.1645569620253129E-2</c:v>
                </c:pt>
                <c:pt idx="9798">
                  <c:v>5.1645569620253129E-2</c:v>
                </c:pt>
                <c:pt idx="9799">
                  <c:v>5.1392405063291235E-2</c:v>
                </c:pt>
                <c:pt idx="9800">
                  <c:v>5.1645569620253129E-2</c:v>
                </c:pt>
                <c:pt idx="9801">
                  <c:v>#N/A</c:v>
                </c:pt>
                <c:pt idx="9802">
                  <c:v>5.1645569620253129E-2</c:v>
                </c:pt>
                <c:pt idx="9803">
                  <c:v>#N/A</c:v>
                </c:pt>
                <c:pt idx="9804">
                  <c:v>5.1898734177215244E-2</c:v>
                </c:pt>
                <c:pt idx="9805">
                  <c:v>5.1898734177215244E-2</c:v>
                </c:pt>
                <c:pt idx="9806">
                  <c:v>5.215189873417736E-2</c:v>
                </c:pt>
                <c:pt idx="9807">
                  <c:v>5.2405063291139253E-2</c:v>
                </c:pt>
                <c:pt idx="9808">
                  <c:v>5.2405063291139253E-2</c:v>
                </c:pt>
                <c:pt idx="9809">
                  <c:v>5.2658227848101369E-2</c:v>
                </c:pt>
                <c:pt idx="9810">
                  <c:v>5.2911392405063262E-2</c:v>
                </c:pt>
                <c:pt idx="9811">
                  <c:v>5.3417721518987493E-2</c:v>
                </c:pt>
                <c:pt idx="9812">
                  <c:v>5.3670886075949387E-2</c:v>
                </c:pt>
                <c:pt idx="9813">
                  <c:v>5.3417721518987493E-2</c:v>
                </c:pt>
                <c:pt idx="9814">
                  <c:v>5.3164556962025378E-2</c:v>
                </c:pt>
                <c:pt idx="9815">
                  <c:v>5.3164556962025378E-2</c:v>
                </c:pt>
                <c:pt idx="9816">
                  <c:v>5.3164556962025378E-2</c:v>
                </c:pt>
                <c:pt idx="9817">
                  <c:v>5.3417721518987493E-2</c:v>
                </c:pt>
                <c:pt idx="9818">
                  <c:v>5.3670886075949387E-2</c:v>
                </c:pt>
                <c:pt idx="9819">
                  <c:v>5.3670886075949387E-2</c:v>
                </c:pt>
                <c:pt idx="9820">
                  <c:v>5.3670886075949387E-2</c:v>
                </c:pt>
                <c:pt idx="9821">
                  <c:v>5.3670886075949387E-2</c:v>
                </c:pt>
                <c:pt idx="9822">
                  <c:v>5.4430379746835511E-2</c:v>
                </c:pt>
                <c:pt idx="9823">
                  <c:v>5.4177215189873396E-2</c:v>
                </c:pt>
                <c:pt idx="9824">
                  <c:v>5.4177215189873396E-2</c:v>
                </c:pt>
                <c:pt idx="9825">
                  <c:v>5.3924050632911502E-2</c:v>
                </c:pt>
                <c:pt idx="9826">
                  <c:v>5.3924050632911502E-2</c:v>
                </c:pt>
                <c:pt idx="9827">
                  <c:v>5.3670886075949387E-2</c:v>
                </c:pt>
                <c:pt idx="9828">
                  <c:v>5.3417721518987493E-2</c:v>
                </c:pt>
                <c:pt idx="9829">
                  <c:v>5.3670886075949387E-2</c:v>
                </c:pt>
                <c:pt idx="9830">
                  <c:v>5.3670886075949387E-2</c:v>
                </c:pt>
                <c:pt idx="9831">
                  <c:v>5.3670886075949387E-2</c:v>
                </c:pt>
                <c:pt idx="9832">
                  <c:v>5.3417721518987493E-2</c:v>
                </c:pt>
                <c:pt idx="9833">
                  <c:v>5.3164556962025378E-2</c:v>
                </c:pt>
                <c:pt idx="9834">
                  <c:v>5.2911392405063262E-2</c:v>
                </c:pt>
                <c:pt idx="9835">
                  <c:v>5.2911392405063262E-2</c:v>
                </c:pt>
                <c:pt idx="9836">
                  <c:v>5.3164556962025378E-2</c:v>
                </c:pt>
                <c:pt idx="9837">
                  <c:v>5.2911392405063262E-2</c:v>
                </c:pt>
                <c:pt idx="9838">
                  <c:v>5.3417721518987493E-2</c:v>
                </c:pt>
                <c:pt idx="9839">
                  <c:v>5.3670886075949387E-2</c:v>
                </c:pt>
                <c:pt idx="9840">
                  <c:v>5.3670886075949387E-2</c:v>
                </c:pt>
                <c:pt idx="9841">
                  <c:v>5.3670886075949387E-2</c:v>
                </c:pt>
                <c:pt idx="9842">
                  <c:v>5.3670886075949387E-2</c:v>
                </c:pt>
                <c:pt idx="9843">
                  <c:v>5.3924050632911502E-2</c:v>
                </c:pt>
                <c:pt idx="9844">
                  <c:v>5.4430379746835511E-2</c:v>
                </c:pt>
                <c:pt idx="9845">
                  <c:v>5.4683544303797627E-2</c:v>
                </c:pt>
                <c:pt idx="9846">
                  <c:v>5.4683544303797627E-2</c:v>
                </c:pt>
                <c:pt idx="9847">
                  <c:v>5.4683544303797627E-2</c:v>
                </c:pt>
                <c:pt idx="9848">
                  <c:v>5.4430379746835511E-2</c:v>
                </c:pt>
                <c:pt idx="9849">
                  <c:v>5.5189873417721635E-2</c:v>
                </c:pt>
                <c:pt idx="9850">
                  <c:v>5.493670886075952E-2</c:v>
                </c:pt>
                <c:pt idx="9851">
                  <c:v>5.493670886075952E-2</c:v>
                </c:pt>
                <c:pt idx="9852">
                  <c:v>5.5189873417721635E-2</c:v>
                </c:pt>
                <c:pt idx="9853">
                  <c:v>5.5443037974683529E-2</c:v>
                </c:pt>
                <c:pt idx="9854">
                  <c:v>5.493670886075952E-2</c:v>
                </c:pt>
                <c:pt idx="9855">
                  <c:v>5.493670886075952E-2</c:v>
                </c:pt>
                <c:pt idx="9856">
                  <c:v>5.4683544303797627E-2</c:v>
                </c:pt>
                <c:pt idx="9857">
                  <c:v>5.4683544303797627E-2</c:v>
                </c:pt>
                <c:pt idx="9858">
                  <c:v>5.4177215189873396E-2</c:v>
                </c:pt>
                <c:pt idx="9859">
                  <c:v>5.4177215189873396E-2</c:v>
                </c:pt>
                <c:pt idx="9860">
                  <c:v>5.4177215189873396E-2</c:v>
                </c:pt>
                <c:pt idx="9861">
                  <c:v>5.4177215189873396E-2</c:v>
                </c:pt>
                <c:pt idx="9862">
                  <c:v>#N/A</c:v>
                </c:pt>
                <c:pt idx="9863">
                  <c:v>5.4177215189873396E-2</c:v>
                </c:pt>
                <c:pt idx="9864">
                  <c:v>5.3924050632911502E-2</c:v>
                </c:pt>
                <c:pt idx="9865">
                  <c:v>5.4177215189873396E-2</c:v>
                </c:pt>
                <c:pt idx="9866">
                  <c:v>5.4430379746835511E-2</c:v>
                </c:pt>
                <c:pt idx="9867">
                  <c:v>5.4430379746835511E-2</c:v>
                </c:pt>
                <c:pt idx="9868">
                  <c:v>5.4430379746835511E-2</c:v>
                </c:pt>
                <c:pt idx="9869">
                  <c:v>5.4430379746835511E-2</c:v>
                </c:pt>
                <c:pt idx="9870">
                  <c:v>5.4430379746835511E-2</c:v>
                </c:pt>
                <c:pt idx="9871">
                  <c:v>5.4430379746835511E-2</c:v>
                </c:pt>
                <c:pt idx="9872">
                  <c:v>5.4177215189873396E-2</c:v>
                </c:pt>
                <c:pt idx="9873">
                  <c:v>5.3924050632911502E-2</c:v>
                </c:pt>
                <c:pt idx="9874">
                  <c:v>5.4177215189873396E-2</c:v>
                </c:pt>
                <c:pt idx="9875">
                  <c:v>5.4430379746835511E-2</c:v>
                </c:pt>
                <c:pt idx="9876">
                  <c:v>5.4430379746835511E-2</c:v>
                </c:pt>
                <c:pt idx="9877">
                  <c:v>5.4177215189873396E-2</c:v>
                </c:pt>
                <c:pt idx="9878">
                  <c:v>5.4430379746835511E-2</c:v>
                </c:pt>
                <c:pt idx="9879">
                  <c:v>5.4683544303797627E-2</c:v>
                </c:pt>
                <c:pt idx="9880">
                  <c:v>#N/A</c:v>
                </c:pt>
                <c:pt idx="9881">
                  <c:v>5.4683544303797627E-2</c:v>
                </c:pt>
                <c:pt idx="9882">
                  <c:v>5.493670886075952E-2</c:v>
                </c:pt>
                <c:pt idx="9883">
                  <c:v>5.493670886075952E-2</c:v>
                </c:pt>
                <c:pt idx="9884">
                  <c:v>5.4683544303797627E-2</c:v>
                </c:pt>
                <c:pt idx="9885">
                  <c:v>5.4177215189873396E-2</c:v>
                </c:pt>
                <c:pt idx="9886">
                  <c:v>#N/A</c:v>
                </c:pt>
                <c:pt idx="9887">
                  <c:v>5.4177215189873396E-2</c:v>
                </c:pt>
                <c:pt idx="9888">
                  <c:v>5.4177215189873396E-2</c:v>
                </c:pt>
                <c:pt idx="9889">
                  <c:v>5.4683544303797627E-2</c:v>
                </c:pt>
                <c:pt idx="9890">
                  <c:v>5.493670886075952E-2</c:v>
                </c:pt>
                <c:pt idx="9891">
                  <c:v>5.5189873417721635E-2</c:v>
                </c:pt>
                <c:pt idx="9892">
                  <c:v>5.4683544303797627E-2</c:v>
                </c:pt>
                <c:pt idx="9893">
                  <c:v>5.5189873417721635E-2</c:v>
                </c:pt>
                <c:pt idx="9894">
                  <c:v>5.5189873417721635E-2</c:v>
                </c:pt>
                <c:pt idx="9895">
                  <c:v>5.5189873417721635E-2</c:v>
                </c:pt>
                <c:pt idx="9896">
                  <c:v>5.5696202531645644E-2</c:v>
                </c:pt>
                <c:pt idx="9897">
                  <c:v>5.5443037974683529E-2</c:v>
                </c:pt>
                <c:pt idx="9898">
                  <c:v>5.5443037974683529E-2</c:v>
                </c:pt>
                <c:pt idx="9899">
                  <c:v>5.5696202531645644E-2</c:v>
                </c:pt>
                <c:pt idx="9900">
                  <c:v>5.5696202531645644E-2</c:v>
                </c:pt>
                <c:pt idx="9901">
                  <c:v>5.5696202531645644E-2</c:v>
                </c:pt>
                <c:pt idx="9902">
                  <c:v>5.5443037974683529E-2</c:v>
                </c:pt>
                <c:pt idx="9903">
                  <c:v>5.5443037974683529E-2</c:v>
                </c:pt>
                <c:pt idx="9904">
                  <c:v>5.5443037974683529E-2</c:v>
                </c:pt>
                <c:pt idx="9905">
                  <c:v>5.5189873417721635E-2</c:v>
                </c:pt>
                <c:pt idx="9906">
                  <c:v>5.4683544303797627E-2</c:v>
                </c:pt>
                <c:pt idx="9907">
                  <c:v>5.4683544303797627E-2</c:v>
                </c:pt>
                <c:pt idx="9908">
                  <c:v>5.4430379746835511E-2</c:v>
                </c:pt>
                <c:pt idx="9909">
                  <c:v>5.4683544303797627E-2</c:v>
                </c:pt>
                <c:pt idx="9910">
                  <c:v>5.493670886075952E-2</c:v>
                </c:pt>
                <c:pt idx="9911">
                  <c:v>5.493670886075952E-2</c:v>
                </c:pt>
                <c:pt idx="9912">
                  <c:v>5.4683544303797627E-2</c:v>
                </c:pt>
                <c:pt idx="9913">
                  <c:v>5.4177215189873396E-2</c:v>
                </c:pt>
                <c:pt idx="9914">
                  <c:v>5.4177215189873396E-2</c:v>
                </c:pt>
                <c:pt idx="9915">
                  <c:v>5.3924050632911502E-2</c:v>
                </c:pt>
                <c:pt idx="9916">
                  <c:v>5.3670886075949387E-2</c:v>
                </c:pt>
                <c:pt idx="9917">
                  <c:v>5.3164556962025378E-2</c:v>
                </c:pt>
                <c:pt idx="9918">
                  <c:v>5.2911392405063262E-2</c:v>
                </c:pt>
                <c:pt idx="9919">
                  <c:v>5.2911392405063262E-2</c:v>
                </c:pt>
                <c:pt idx="9920">
                  <c:v>5.2911392405063262E-2</c:v>
                </c:pt>
                <c:pt idx="9921">
                  <c:v>5.3670886075949387E-2</c:v>
                </c:pt>
                <c:pt idx="9922">
                  <c:v>5.3417721518987493E-2</c:v>
                </c:pt>
                <c:pt idx="9923">
                  <c:v>5.3417721518987493E-2</c:v>
                </c:pt>
                <c:pt idx="9924">
                  <c:v>#N/A</c:v>
                </c:pt>
                <c:pt idx="9925">
                  <c:v>5.3670886075949387E-2</c:v>
                </c:pt>
                <c:pt idx="9926">
                  <c:v>5.3670886075949387E-2</c:v>
                </c:pt>
                <c:pt idx="9927">
                  <c:v>5.3670886075949387E-2</c:v>
                </c:pt>
                <c:pt idx="9928">
                  <c:v>5.3670886075949387E-2</c:v>
                </c:pt>
                <c:pt idx="9929">
                  <c:v>5.3670886075949387E-2</c:v>
                </c:pt>
                <c:pt idx="9930">
                  <c:v>5.3924050632911502E-2</c:v>
                </c:pt>
                <c:pt idx="9931">
                  <c:v>5.3670886075949387E-2</c:v>
                </c:pt>
                <c:pt idx="9932">
                  <c:v>5.3164556962025378E-2</c:v>
                </c:pt>
                <c:pt idx="9933">
                  <c:v>5.2911392405063262E-2</c:v>
                </c:pt>
                <c:pt idx="9934">
                  <c:v>5.3164556962025378E-2</c:v>
                </c:pt>
                <c:pt idx="9935">
                  <c:v>5.3670886075949387E-2</c:v>
                </c:pt>
                <c:pt idx="9936">
                  <c:v>5.3924050632911502E-2</c:v>
                </c:pt>
                <c:pt idx="9937">
                  <c:v>5.4430379746835511E-2</c:v>
                </c:pt>
                <c:pt idx="9938">
                  <c:v>5.4177215189873396E-2</c:v>
                </c:pt>
                <c:pt idx="9939">
                  <c:v>5.4177215189873396E-2</c:v>
                </c:pt>
                <c:pt idx="9940">
                  <c:v>5.3924050632911502E-2</c:v>
                </c:pt>
                <c:pt idx="9941">
                  <c:v>5.3924050632911502E-2</c:v>
                </c:pt>
                <c:pt idx="9942">
                  <c:v>5.4430379746835511E-2</c:v>
                </c:pt>
                <c:pt idx="9943">
                  <c:v>5.4683544303797627E-2</c:v>
                </c:pt>
                <c:pt idx="9944">
                  <c:v>5.4430379746835511E-2</c:v>
                </c:pt>
                <c:pt idx="9945">
                  <c:v>5.4177215189873396E-2</c:v>
                </c:pt>
                <c:pt idx="9946">
                  <c:v>5.3924050632911502E-2</c:v>
                </c:pt>
                <c:pt idx="9947">
                  <c:v>#N/A</c:v>
                </c:pt>
                <c:pt idx="9948">
                  <c:v>#N/A</c:v>
                </c:pt>
                <c:pt idx="9949">
                  <c:v>5.3924050632911502E-2</c:v>
                </c:pt>
                <c:pt idx="9950">
                  <c:v>5.4177215189873396E-2</c:v>
                </c:pt>
                <c:pt idx="9951">
                  <c:v>#N/A</c:v>
                </c:pt>
                <c:pt idx="9952">
                  <c:v>#N/A</c:v>
                </c:pt>
                <c:pt idx="9953">
                  <c:v>5.4177215189873396E-2</c:v>
                </c:pt>
                <c:pt idx="9954">
                  <c:v>5.4177215189873396E-2</c:v>
                </c:pt>
                <c:pt idx="9955">
                  <c:v>5.3924050632911502E-2</c:v>
                </c:pt>
                <c:pt idx="9956">
                  <c:v>5.3670886075949387E-2</c:v>
                </c:pt>
                <c:pt idx="9957">
                  <c:v>5.3670886075949387E-2</c:v>
                </c:pt>
                <c:pt idx="9958">
                  <c:v>5.3670886075949387E-2</c:v>
                </c:pt>
                <c:pt idx="9959">
                  <c:v>#N/A</c:v>
                </c:pt>
                <c:pt idx="9960">
                  <c:v>5.4177215189873396E-2</c:v>
                </c:pt>
                <c:pt idx="9961">
                  <c:v>5.4177215189873396E-2</c:v>
                </c:pt>
                <c:pt idx="9962">
                  <c:v>5.4177215189873396E-2</c:v>
                </c:pt>
                <c:pt idx="9963">
                  <c:v>5.4177215189873396E-2</c:v>
                </c:pt>
                <c:pt idx="9964">
                  <c:v>5.4177215189873396E-2</c:v>
                </c:pt>
                <c:pt idx="9965">
                  <c:v>5.493670886075952E-2</c:v>
                </c:pt>
                <c:pt idx="9966">
                  <c:v>5.493670886075952E-2</c:v>
                </c:pt>
                <c:pt idx="9967">
                  <c:v>5.5189873417721635E-2</c:v>
                </c:pt>
                <c:pt idx="9968">
                  <c:v>5.5189873417721635E-2</c:v>
                </c:pt>
                <c:pt idx="9969">
                  <c:v>5.5189873417721635E-2</c:v>
                </c:pt>
                <c:pt idx="9970">
                  <c:v>5.5443037974683529E-2</c:v>
                </c:pt>
                <c:pt idx="9971">
                  <c:v>5.5443037974683529E-2</c:v>
                </c:pt>
                <c:pt idx="9972">
                  <c:v>5.5189873417721635E-2</c:v>
                </c:pt>
                <c:pt idx="9973">
                  <c:v>5.5189873417721635E-2</c:v>
                </c:pt>
                <c:pt idx="9974">
                  <c:v>5.5189873417721635E-2</c:v>
                </c:pt>
                <c:pt idx="9975">
                  <c:v>5.5189873417721635E-2</c:v>
                </c:pt>
                <c:pt idx="9976">
                  <c:v>5.5189873417721635E-2</c:v>
                </c:pt>
                <c:pt idx="9977">
                  <c:v>5.5189873417721635E-2</c:v>
                </c:pt>
                <c:pt idx="9978">
                  <c:v>5.5443037974683529E-2</c:v>
                </c:pt>
                <c:pt idx="9979">
                  <c:v>5.5189873417721635E-2</c:v>
                </c:pt>
                <c:pt idx="9980">
                  <c:v>5.5189873417721635E-2</c:v>
                </c:pt>
                <c:pt idx="9981">
                  <c:v>5.5189873417721635E-2</c:v>
                </c:pt>
                <c:pt idx="9982">
                  <c:v>5.5443037974683529E-2</c:v>
                </c:pt>
                <c:pt idx="9983">
                  <c:v>5.5443037974683529E-2</c:v>
                </c:pt>
                <c:pt idx="9984">
                  <c:v>5.5443037974683529E-2</c:v>
                </c:pt>
                <c:pt idx="9985">
                  <c:v>5.5443037974683529E-2</c:v>
                </c:pt>
                <c:pt idx="9986">
                  <c:v>5.5443037974683529E-2</c:v>
                </c:pt>
                <c:pt idx="9987">
                  <c:v>5.5189873417721635E-2</c:v>
                </c:pt>
                <c:pt idx="9988">
                  <c:v>5.5189873417721635E-2</c:v>
                </c:pt>
                <c:pt idx="9989">
                  <c:v>5.5189873417721635E-2</c:v>
                </c:pt>
                <c:pt idx="9990">
                  <c:v>#N/A</c:v>
                </c:pt>
                <c:pt idx="9991">
                  <c:v>5.5189873417721635E-2</c:v>
                </c:pt>
                <c:pt idx="9992">
                  <c:v>5.5189873417721635E-2</c:v>
                </c:pt>
                <c:pt idx="9993">
                  <c:v>5.5189873417721635E-2</c:v>
                </c:pt>
                <c:pt idx="9994">
                  <c:v>5.4430379746835511E-2</c:v>
                </c:pt>
                <c:pt idx="9995">
                  <c:v>5.4683544303797627E-2</c:v>
                </c:pt>
                <c:pt idx="9996">
                  <c:v>5.493670886075952E-2</c:v>
                </c:pt>
                <c:pt idx="9997">
                  <c:v>5.5189873417721635E-2</c:v>
                </c:pt>
                <c:pt idx="9998">
                  <c:v>5.493670886075952E-2</c:v>
                </c:pt>
                <c:pt idx="9999">
                  <c:v>5.493670886075952E-2</c:v>
                </c:pt>
                <c:pt idx="10000">
                  <c:v>5.5443037974683529E-2</c:v>
                </c:pt>
                <c:pt idx="10001">
                  <c:v>5.5696202531645644E-2</c:v>
                </c:pt>
                <c:pt idx="10002">
                  <c:v>5.5189873417721635E-2</c:v>
                </c:pt>
                <c:pt idx="10003">
                  <c:v>#N/A</c:v>
                </c:pt>
                <c:pt idx="10004">
                  <c:v>#N/A</c:v>
                </c:pt>
                <c:pt idx="10005">
                  <c:v>5.5443037974683529E-2</c:v>
                </c:pt>
                <c:pt idx="10006">
                  <c:v>5.5443037974683529E-2</c:v>
                </c:pt>
                <c:pt idx="10007">
                  <c:v>5.5696202531645644E-2</c:v>
                </c:pt>
                <c:pt idx="10008">
                  <c:v>5.5696202531645644E-2</c:v>
                </c:pt>
                <c:pt idx="10009">
                  <c:v>5.5443037974683529E-2</c:v>
                </c:pt>
                <c:pt idx="10010">
                  <c:v>5.5696202531645644E-2</c:v>
                </c:pt>
                <c:pt idx="10011">
                  <c:v>5.5696202531645644E-2</c:v>
                </c:pt>
                <c:pt idx="10012">
                  <c:v>5.594936708860776E-2</c:v>
                </c:pt>
                <c:pt idx="10013">
                  <c:v>5.594936708860776E-2</c:v>
                </c:pt>
                <c:pt idx="10014">
                  <c:v>5.594936708860776E-2</c:v>
                </c:pt>
                <c:pt idx="10015">
                  <c:v>5.6455696202531769E-2</c:v>
                </c:pt>
                <c:pt idx="10016">
                  <c:v>5.6455696202531769E-2</c:v>
                </c:pt>
                <c:pt idx="10017">
                  <c:v>5.6202531645569653E-2</c:v>
                </c:pt>
                <c:pt idx="10018">
                  <c:v>#N/A</c:v>
                </c:pt>
                <c:pt idx="10019">
                  <c:v>5.6202531645569653E-2</c:v>
                </c:pt>
                <c:pt idx="10020">
                  <c:v>5.6202531645569653E-2</c:v>
                </c:pt>
                <c:pt idx="10021">
                  <c:v>5.6202531645569653E-2</c:v>
                </c:pt>
                <c:pt idx="10022">
                  <c:v>5.6202531645569653E-2</c:v>
                </c:pt>
                <c:pt idx="10023">
                  <c:v>5.6202531645569653E-2</c:v>
                </c:pt>
                <c:pt idx="10024">
                  <c:v>5.594936708860776E-2</c:v>
                </c:pt>
                <c:pt idx="10025">
                  <c:v>5.594936708860776E-2</c:v>
                </c:pt>
                <c:pt idx="10026">
                  <c:v>#N/A</c:v>
                </c:pt>
                <c:pt idx="10027">
                  <c:v>5.594936708860776E-2</c:v>
                </c:pt>
                <c:pt idx="10028">
                  <c:v>5.6202531645569653E-2</c:v>
                </c:pt>
                <c:pt idx="10029">
                  <c:v>5.594936708860776E-2</c:v>
                </c:pt>
                <c:pt idx="10030">
                  <c:v>5.5443037974683529E-2</c:v>
                </c:pt>
                <c:pt idx="10031">
                  <c:v>5.5696202531645644E-2</c:v>
                </c:pt>
                <c:pt idx="10032">
                  <c:v>5.5443037974683529E-2</c:v>
                </c:pt>
                <c:pt idx="10033">
                  <c:v>5.5696202531645644E-2</c:v>
                </c:pt>
                <c:pt idx="10034">
                  <c:v>5.5696202531645644E-2</c:v>
                </c:pt>
                <c:pt idx="10035">
                  <c:v>5.594936708860776E-2</c:v>
                </c:pt>
                <c:pt idx="10036">
                  <c:v>5.6202531645569653E-2</c:v>
                </c:pt>
                <c:pt idx="10037">
                  <c:v>5.6202531645569653E-2</c:v>
                </c:pt>
                <c:pt idx="10038">
                  <c:v>5.5696202531645644E-2</c:v>
                </c:pt>
                <c:pt idx="10039">
                  <c:v>5.5696202531645644E-2</c:v>
                </c:pt>
                <c:pt idx="10040">
                  <c:v>#N/A</c:v>
                </c:pt>
                <c:pt idx="10041">
                  <c:v>5.6202531645569653E-2</c:v>
                </c:pt>
                <c:pt idx="10042">
                  <c:v>5.594936708860776E-2</c:v>
                </c:pt>
                <c:pt idx="10043">
                  <c:v>#N/A</c:v>
                </c:pt>
                <c:pt idx="10044">
                  <c:v>5.594936708860776E-2</c:v>
                </c:pt>
                <c:pt idx="10045">
                  <c:v>5.6202531645569653E-2</c:v>
                </c:pt>
                <c:pt idx="10046">
                  <c:v>5.594936708860776E-2</c:v>
                </c:pt>
                <c:pt idx="10047">
                  <c:v>5.5696202531645644E-2</c:v>
                </c:pt>
                <c:pt idx="10048">
                  <c:v>5.6455696202531769E-2</c:v>
                </c:pt>
                <c:pt idx="10049">
                  <c:v>5.6455696202531769E-2</c:v>
                </c:pt>
                <c:pt idx="10050">
                  <c:v>5.6455696202531769E-2</c:v>
                </c:pt>
                <c:pt idx="10051">
                  <c:v>5.6708860759493662E-2</c:v>
                </c:pt>
                <c:pt idx="10052">
                  <c:v>5.6708860759493662E-2</c:v>
                </c:pt>
                <c:pt idx="10053">
                  <c:v>5.6962025316455778E-2</c:v>
                </c:pt>
                <c:pt idx="10054">
                  <c:v>5.6962025316455778E-2</c:v>
                </c:pt>
                <c:pt idx="10055">
                  <c:v>5.6962025316455778E-2</c:v>
                </c:pt>
                <c:pt idx="10056">
                  <c:v>5.6708860759493662E-2</c:v>
                </c:pt>
                <c:pt idx="10057">
                  <c:v>5.6455696202531769E-2</c:v>
                </c:pt>
                <c:pt idx="10058">
                  <c:v>5.6962025316455778E-2</c:v>
                </c:pt>
                <c:pt idx="10059">
                  <c:v>5.7215189873417671E-2</c:v>
                </c:pt>
                <c:pt idx="10060">
                  <c:v>5.7215189873417671E-2</c:v>
                </c:pt>
                <c:pt idx="10061">
                  <c:v>5.7215189873417671E-2</c:v>
                </c:pt>
                <c:pt idx="10062">
                  <c:v>5.7468354430379787E-2</c:v>
                </c:pt>
                <c:pt idx="10063">
                  <c:v>5.7468354430379787E-2</c:v>
                </c:pt>
                <c:pt idx="10064">
                  <c:v>5.7215189873417671E-2</c:v>
                </c:pt>
                <c:pt idx="10065">
                  <c:v>5.7215189873417671E-2</c:v>
                </c:pt>
                <c:pt idx="10066">
                  <c:v>5.7215189873417671E-2</c:v>
                </c:pt>
                <c:pt idx="10067">
                  <c:v>5.7215189873417671E-2</c:v>
                </c:pt>
                <c:pt idx="10068">
                  <c:v>5.7215189873417671E-2</c:v>
                </c:pt>
                <c:pt idx="10069">
                  <c:v>5.7468354430379787E-2</c:v>
                </c:pt>
                <c:pt idx="10070">
                  <c:v>5.7721518987341902E-2</c:v>
                </c:pt>
                <c:pt idx="10071">
                  <c:v>5.7721518987341902E-2</c:v>
                </c:pt>
                <c:pt idx="10072">
                  <c:v>5.7721518987341902E-2</c:v>
                </c:pt>
                <c:pt idx="10073">
                  <c:v>5.7974683544303796E-2</c:v>
                </c:pt>
                <c:pt idx="10074">
                  <c:v>5.7721518987341902E-2</c:v>
                </c:pt>
                <c:pt idx="10075">
                  <c:v>5.7468354430379787E-2</c:v>
                </c:pt>
                <c:pt idx="10076">
                  <c:v>5.7468354430379787E-2</c:v>
                </c:pt>
                <c:pt idx="10077">
                  <c:v>5.7721518987341902E-2</c:v>
                </c:pt>
                <c:pt idx="10078">
                  <c:v>5.7215189873417671E-2</c:v>
                </c:pt>
                <c:pt idx="10079">
                  <c:v>5.7468354430379787E-2</c:v>
                </c:pt>
                <c:pt idx="10080">
                  <c:v>5.7721518987341902E-2</c:v>
                </c:pt>
                <c:pt idx="10081">
                  <c:v>5.7468354430379787E-2</c:v>
                </c:pt>
                <c:pt idx="10082">
                  <c:v>5.7215189873417671E-2</c:v>
                </c:pt>
                <c:pt idx="10083">
                  <c:v>5.7215189873417671E-2</c:v>
                </c:pt>
                <c:pt idx="10084">
                  <c:v>5.6962025316455778E-2</c:v>
                </c:pt>
                <c:pt idx="10085">
                  <c:v>5.6708860759493662E-2</c:v>
                </c:pt>
                <c:pt idx="10086">
                  <c:v>5.6962025316455778E-2</c:v>
                </c:pt>
                <c:pt idx="10087">
                  <c:v>5.6708860759493662E-2</c:v>
                </c:pt>
                <c:pt idx="10088">
                  <c:v>5.6708860759493662E-2</c:v>
                </c:pt>
                <c:pt idx="10089">
                  <c:v>5.6455696202531769E-2</c:v>
                </c:pt>
                <c:pt idx="10090">
                  <c:v>5.594936708860776E-2</c:v>
                </c:pt>
                <c:pt idx="10091">
                  <c:v>5.594936708860776E-2</c:v>
                </c:pt>
                <c:pt idx="10092">
                  <c:v>5.594936708860776E-2</c:v>
                </c:pt>
                <c:pt idx="10093">
                  <c:v>5.5696202531645644E-2</c:v>
                </c:pt>
                <c:pt idx="10094">
                  <c:v>5.5443037974683529E-2</c:v>
                </c:pt>
                <c:pt idx="10095">
                  <c:v>5.5696202531645644E-2</c:v>
                </c:pt>
                <c:pt idx="10096">
                  <c:v>5.594936708860776E-2</c:v>
                </c:pt>
                <c:pt idx="10097">
                  <c:v>5.6202531645569653E-2</c:v>
                </c:pt>
                <c:pt idx="10098">
                  <c:v>5.6455696202531769E-2</c:v>
                </c:pt>
                <c:pt idx="10099">
                  <c:v>5.594936708860776E-2</c:v>
                </c:pt>
                <c:pt idx="10100">
                  <c:v>5.594936708860776E-2</c:v>
                </c:pt>
                <c:pt idx="10101">
                  <c:v>5.594936708860776E-2</c:v>
                </c:pt>
                <c:pt idx="10102">
                  <c:v>5.5696202531645644E-2</c:v>
                </c:pt>
                <c:pt idx="10103">
                  <c:v>5.5443037974683529E-2</c:v>
                </c:pt>
                <c:pt idx="10104">
                  <c:v>5.5189873417721635E-2</c:v>
                </c:pt>
                <c:pt idx="10105">
                  <c:v>5.5189873417721635E-2</c:v>
                </c:pt>
                <c:pt idx="10106">
                  <c:v>5.5189873417721635E-2</c:v>
                </c:pt>
                <c:pt idx="10107">
                  <c:v>5.493670886075952E-2</c:v>
                </c:pt>
                <c:pt idx="10108">
                  <c:v>5.493670886075952E-2</c:v>
                </c:pt>
                <c:pt idx="10109">
                  <c:v>5.493670886075952E-2</c:v>
                </c:pt>
                <c:pt idx="10110">
                  <c:v>5.5443037974683529E-2</c:v>
                </c:pt>
                <c:pt idx="10111">
                  <c:v>5.5443037974683529E-2</c:v>
                </c:pt>
                <c:pt idx="10112">
                  <c:v>5.5696202531645644E-2</c:v>
                </c:pt>
                <c:pt idx="10113">
                  <c:v>5.5696202531645644E-2</c:v>
                </c:pt>
                <c:pt idx="10114">
                  <c:v>5.5443037974683529E-2</c:v>
                </c:pt>
                <c:pt idx="10115">
                  <c:v>5.493670886075952E-2</c:v>
                </c:pt>
                <c:pt idx="10116">
                  <c:v>5.5189873417721635E-2</c:v>
                </c:pt>
                <c:pt idx="10117">
                  <c:v>5.493670886075952E-2</c:v>
                </c:pt>
                <c:pt idx="10118">
                  <c:v>5.5189873417721635E-2</c:v>
                </c:pt>
                <c:pt idx="10119">
                  <c:v>5.5443037974683529E-2</c:v>
                </c:pt>
                <c:pt idx="10120">
                  <c:v>5.4683544303797627E-2</c:v>
                </c:pt>
                <c:pt idx="10121">
                  <c:v>5.493670886075952E-2</c:v>
                </c:pt>
                <c:pt idx="10122">
                  <c:v>5.493670886075952E-2</c:v>
                </c:pt>
                <c:pt idx="10123">
                  <c:v>5.4683544303797627E-2</c:v>
                </c:pt>
                <c:pt idx="10124">
                  <c:v>5.493670886075952E-2</c:v>
                </c:pt>
                <c:pt idx="10125">
                  <c:v>5.4683544303797627E-2</c:v>
                </c:pt>
                <c:pt idx="10126">
                  <c:v>5.4177215189873396E-2</c:v>
                </c:pt>
                <c:pt idx="10127">
                  <c:v>5.4430379746835511E-2</c:v>
                </c:pt>
                <c:pt idx="10128">
                  <c:v>5.4177215189873396E-2</c:v>
                </c:pt>
                <c:pt idx="10129">
                  <c:v>5.3924050632911502E-2</c:v>
                </c:pt>
                <c:pt idx="10130">
                  <c:v>#N/A</c:v>
                </c:pt>
                <c:pt idx="10131">
                  <c:v>5.4177215189873396E-2</c:v>
                </c:pt>
                <c:pt idx="10132">
                  <c:v>5.3924050632911502E-2</c:v>
                </c:pt>
                <c:pt idx="10133">
                  <c:v>5.3924050632911502E-2</c:v>
                </c:pt>
                <c:pt idx="10134">
                  <c:v>5.4177215189873396E-2</c:v>
                </c:pt>
                <c:pt idx="10135">
                  <c:v>5.3924050632911502E-2</c:v>
                </c:pt>
                <c:pt idx="10136">
                  <c:v>5.4430379746835511E-2</c:v>
                </c:pt>
                <c:pt idx="10137">
                  <c:v>5.4177215189873396E-2</c:v>
                </c:pt>
                <c:pt idx="10138">
                  <c:v>5.4177215189873396E-2</c:v>
                </c:pt>
                <c:pt idx="10139">
                  <c:v>#N/A</c:v>
                </c:pt>
                <c:pt idx="10140">
                  <c:v>5.4430379746835511E-2</c:v>
                </c:pt>
                <c:pt idx="10141">
                  <c:v>5.4177215189873396E-2</c:v>
                </c:pt>
                <c:pt idx="10142">
                  <c:v>5.4430379746835511E-2</c:v>
                </c:pt>
                <c:pt idx="10143">
                  <c:v>5.4430379746835511E-2</c:v>
                </c:pt>
                <c:pt idx="10144">
                  <c:v>5.4177215189873396E-2</c:v>
                </c:pt>
                <c:pt idx="10145">
                  <c:v>5.3924050632911502E-2</c:v>
                </c:pt>
                <c:pt idx="10146">
                  <c:v>5.4177215189873396E-2</c:v>
                </c:pt>
                <c:pt idx="10147">
                  <c:v>5.3417721518987493E-2</c:v>
                </c:pt>
                <c:pt idx="10148">
                  <c:v>5.3670886075949387E-2</c:v>
                </c:pt>
                <c:pt idx="10149">
                  <c:v>5.3924050632911502E-2</c:v>
                </c:pt>
                <c:pt idx="10150">
                  <c:v>5.3417721518987493E-2</c:v>
                </c:pt>
                <c:pt idx="10151">
                  <c:v>5.3417721518987493E-2</c:v>
                </c:pt>
                <c:pt idx="10152">
                  <c:v>5.3417721518987493E-2</c:v>
                </c:pt>
                <c:pt idx="10153">
                  <c:v>5.3417721518987493E-2</c:v>
                </c:pt>
                <c:pt idx="10154">
                  <c:v>5.3417721518987493E-2</c:v>
                </c:pt>
                <c:pt idx="10155">
                  <c:v>5.3417721518987493E-2</c:v>
                </c:pt>
                <c:pt idx="10156">
                  <c:v>5.3417721518987493E-2</c:v>
                </c:pt>
                <c:pt idx="10157">
                  <c:v>#N/A</c:v>
                </c:pt>
                <c:pt idx="10158">
                  <c:v>5.3924050632911502E-2</c:v>
                </c:pt>
                <c:pt idx="10159">
                  <c:v>5.4177215189873396E-2</c:v>
                </c:pt>
                <c:pt idx="10160">
                  <c:v>5.4177215189873396E-2</c:v>
                </c:pt>
                <c:pt idx="10161">
                  <c:v>5.3924050632911502E-2</c:v>
                </c:pt>
                <c:pt idx="10162">
                  <c:v>5.3924050632911502E-2</c:v>
                </c:pt>
                <c:pt idx="10163">
                  <c:v>5.3924050632911502E-2</c:v>
                </c:pt>
                <c:pt idx="10164">
                  <c:v>#N/A</c:v>
                </c:pt>
                <c:pt idx="10165">
                  <c:v>5.4177215189873396E-2</c:v>
                </c:pt>
                <c:pt idx="10166">
                  <c:v>5.4177215189873396E-2</c:v>
                </c:pt>
                <c:pt idx="10167">
                  <c:v>#N/A</c:v>
                </c:pt>
                <c:pt idx="10168">
                  <c:v>5.3924050632911502E-2</c:v>
                </c:pt>
                <c:pt idx="10169">
                  <c:v>5.4430379746835511E-2</c:v>
                </c:pt>
                <c:pt idx="10170">
                  <c:v>5.4430379746835511E-2</c:v>
                </c:pt>
                <c:pt idx="10171">
                  <c:v>5.4177215189873396E-2</c:v>
                </c:pt>
                <c:pt idx="10172">
                  <c:v>5.4177215189873396E-2</c:v>
                </c:pt>
                <c:pt idx="10173">
                  <c:v>#N/A</c:v>
                </c:pt>
                <c:pt idx="10174">
                  <c:v>5.4177215189873396E-2</c:v>
                </c:pt>
                <c:pt idx="10175">
                  <c:v>5.3924050632911502E-2</c:v>
                </c:pt>
                <c:pt idx="10176">
                  <c:v>5.3924050632911502E-2</c:v>
                </c:pt>
                <c:pt idx="10177">
                  <c:v>#N/A</c:v>
                </c:pt>
                <c:pt idx="10178">
                  <c:v>#N/A</c:v>
                </c:pt>
                <c:pt idx="10179">
                  <c:v>5.3924050632911502E-2</c:v>
                </c:pt>
                <c:pt idx="10180">
                  <c:v>5.3924050632911502E-2</c:v>
                </c:pt>
                <c:pt idx="10181">
                  <c:v>5.3670886075949387E-2</c:v>
                </c:pt>
                <c:pt idx="10182">
                  <c:v>5.3670886075949387E-2</c:v>
                </c:pt>
                <c:pt idx="10183">
                  <c:v>5.3417721518987493E-2</c:v>
                </c:pt>
                <c:pt idx="10184">
                  <c:v>5.3670886075949387E-2</c:v>
                </c:pt>
                <c:pt idx="10185">
                  <c:v>5.3417721518987493E-2</c:v>
                </c:pt>
                <c:pt idx="10186">
                  <c:v>5.3417721518987493E-2</c:v>
                </c:pt>
                <c:pt idx="10187">
                  <c:v>#N/A</c:v>
                </c:pt>
                <c:pt idx="10188">
                  <c:v>5.3417721518987493E-2</c:v>
                </c:pt>
                <c:pt idx="10189">
                  <c:v>5.3670886075949387E-2</c:v>
                </c:pt>
                <c:pt idx="10190">
                  <c:v>5.3924050632911502E-2</c:v>
                </c:pt>
                <c:pt idx="10191">
                  <c:v>#N/A</c:v>
                </c:pt>
                <c:pt idx="10192">
                  <c:v>5.3417721518987493E-2</c:v>
                </c:pt>
                <c:pt idx="10193">
                  <c:v>#N/A</c:v>
                </c:pt>
                <c:pt idx="10194">
                  <c:v>5.3670886075949387E-2</c:v>
                </c:pt>
                <c:pt idx="10195">
                  <c:v>5.3924050632911502E-2</c:v>
                </c:pt>
                <c:pt idx="10196">
                  <c:v>5.4177215189873396E-2</c:v>
                </c:pt>
                <c:pt idx="10197">
                  <c:v>5.4430379746835511E-2</c:v>
                </c:pt>
                <c:pt idx="10198">
                  <c:v>5.4683544303797627E-2</c:v>
                </c:pt>
                <c:pt idx="10199">
                  <c:v>5.4683544303797627E-2</c:v>
                </c:pt>
                <c:pt idx="10200">
                  <c:v>5.5189873417721635E-2</c:v>
                </c:pt>
                <c:pt idx="10201">
                  <c:v>5.5696202531645644E-2</c:v>
                </c:pt>
                <c:pt idx="10202">
                  <c:v>5.5189873417721635E-2</c:v>
                </c:pt>
                <c:pt idx="10203">
                  <c:v>5.493670886075952E-2</c:v>
                </c:pt>
                <c:pt idx="10204">
                  <c:v>5.493670886075952E-2</c:v>
                </c:pt>
                <c:pt idx="10205">
                  <c:v>5.493670886075952E-2</c:v>
                </c:pt>
                <c:pt idx="10206">
                  <c:v>5.493670886075952E-2</c:v>
                </c:pt>
                <c:pt idx="10207">
                  <c:v>5.493670886075952E-2</c:v>
                </c:pt>
                <c:pt idx="10208">
                  <c:v>5.493670886075952E-2</c:v>
                </c:pt>
                <c:pt idx="10209">
                  <c:v>5.4430379746835511E-2</c:v>
                </c:pt>
                <c:pt idx="10210">
                  <c:v>5.4177215189873396E-2</c:v>
                </c:pt>
                <c:pt idx="10211">
                  <c:v>5.4430379746835511E-2</c:v>
                </c:pt>
                <c:pt idx="10212">
                  <c:v>5.4683544303797627E-2</c:v>
                </c:pt>
                <c:pt idx="10213">
                  <c:v>5.4683544303797627E-2</c:v>
                </c:pt>
                <c:pt idx="10214">
                  <c:v>5.4430379746835511E-2</c:v>
                </c:pt>
                <c:pt idx="10215">
                  <c:v>5.4177215189873396E-2</c:v>
                </c:pt>
                <c:pt idx="10216">
                  <c:v>5.4430379746835511E-2</c:v>
                </c:pt>
                <c:pt idx="10217">
                  <c:v>5.4430379746835511E-2</c:v>
                </c:pt>
                <c:pt idx="10218">
                  <c:v>5.4430379746835511E-2</c:v>
                </c:pt>
                <c:pt idx="10219">
                  <c:v>5.4430379746835511E-2</c:v>
                </c:pt>
                <c:pt idx="10220">
                  <c:v>5.4683544303797627E-2</c:v>
                </c:pt>
                <c:pt idx="10221">
                  <c:v>5.493670886075952E-2</c:v>
                </c:pt>
                <c:pt idx="10222">
                  <c:v>5.5189873417721635E-2</c:v>
                </c:pt>
                <c:pt idx="10223">
                  <c:v>5.5189873417721635E-2</c:v>
                </c:pt>
                <c:pt idx="10224">
                  <c:v>5.493670886075952E-2</c:v>
                </c:pt>
                <c:pt idx="10225">
                  <c:v>5.493670886075952E-2</c:v>
                </c:pt>
                <c:pt idx="10226">
                  <c:v>#N/A</c:v>
                </c:pt>
                <c:pt idx="10227">
                  <c:v>5.5443037974683529E-2</c:v>
                </c:pt>
                <c:pt idx="10228">
                  <c:v>5.5696202531645644E-2</c:v>
                </c:pt>
                <c:pt idx="10229">
                  <c:v>5.5696202531645644E-2</c:v>
                </c:pt>
                <c:pt idx="10230">
                  <c:v>#N/A</c:v>
                </c:pt>
                <c:pt idx="10231">
                  <c:v>5.5696202531645644E-2</c:v>
                </c:pt>
                <c:pt idx="10232">
                  <c:v>5.5443037974683529E-2</c:v>
                </c:pt>
                <c:pt idx="10233">
                  <c:v>5.5189873417721635E-2</c:v>
                </c:pt>
                <c:pt idx="10234">
                  <c:v>5.5189873417721635E-2</c:v>
                </c:pt>
                <c:pt idx="10235">
                  <c:v>5.5443037974683529E-2</c:v>
                </c:pt>
                <c:pt idx="10236">
                  <c:v>5.5443037974683529E-2</c:v>
                </c:pt>
                <c:pt idx="10237">
                  <c:v>5.5443037974683529E-2</c:v>
                </c:pt>
                <c:pt idx="10238">
                  <c:v>5.5443037974683529E-2</c:v>
                </c:pt>
                <c:pt idx="10239">
                  <c:v>5.5443037974683529E-2</c:v>
                </c:pt>
                <c:pt idx="10240">
                  <c:v>5.5443037974683529E-2</c:v>
                </c:pt>
                <c:pt idx="10241">
                  <c:v>5.5696202531645644E-2</c:v>
                </c:pt>
                <c:pt idx="10242">
                  <c:v>5.5696202531645644E-2</c:v>
                </c:pt>
                <c:pt idx="10243">
                  <c:v>5.5443037974683529E-2</c:v>
                </c:pt>
                <c:pt idx="10244">
                  <c:v>5.5443037974683529E-2</c:v>
                </c:pt>
                <c:pt idx="10245">
                  <c:v>5.5443037974683529E-2</c:v>
                </c:pt>
                <c:pt idx="10246">
                  <c:v>5.5443037974683529E-2</c:v>
                </c:pt>
                <c:pt idx="10247">
                  <c:v>5.5443037974683529E-2</c:v>
                </c:pt>
                <c:pt idx="10248">
                  <c:v>5.5443037974683529E-2</c:v>
                </c:pt>
                <c:pt idx="10249">
                  <c:v>#N/A</c:v>
                </c:pt>
                <c:pt idx="10250">
                  <c:v>5.5696202531645644E-2</c:v>
                </c:pt>
                <c:pt idx="10251">
                  <c:v>#N/A</c:v>
                </c:pt>
                <c:pt idx="10252">
                  <c:v>5.5696202531645644E-2</c:v>
                </c:pt>
                <c:pt idx="10253">
                  <c:v>#N/A</c:v>
                </c:pt>
                <c:pt idx="10254">
                  <c:v>#N/A</c:v>
                </c:pt>
                <c:pt idx="10255">
                  <c:v>5.5189873417721635E-2</c:v>
                </c:pt>
                <c:pt idx="10256">
                  <c:v>#N/A</c:v>
                </c:pt>
                <c:pt idx="10257">
                  <c:v>5.493670886075952E-2</c:v>
                </c:pt>
                <c:pt idx="10258">
                  <c:v>5.4430379746835511E-2</c:v>
                </c:pt>
                <c:pt idx="10259">
                  <c:v>5.4430379746835511E-2</c:v>
                </c:pt>
                <c:pt idx="10260">
                  <c:v>5.4430379746835511E-2</c:v>
                </c:pt>
                <c:pt idx="10261">
                  <c:v>5.4683544303797627E-2</c:v>
                </c:pt>
                <c:pt idx="10262">
                  <c:v>5.4430379746835511E-2</c:v>
                </c:pt>
                <c:pt idx="10263">
                  <c:v>5.4430379746835511E-2</c:v>
                </c:pt>
                <c:pt idx="10264">
                  <c:v>5.4430379746835511E-2</c:v>
                </c:pt>
                <c:pt idx="10265">
                  <c:v>5.4430379746835511E-2</c:v>
                </c:pt>
                <c:pt idx="10266">
                  <c:v>#N/A</c:v>
                </c:pt>
                <c:pt idx="10267">
                  <c:v>5.4683544303797627E-2</c:v>
                </c:pt>
                <c:pt idx="10268">
                  <c:v>5.4430379746835511E-2</c:v>
                </c:pt>
                <c:pt idx="10269">
                  <c:v>5.4683544303797627E-2</c:v>
                </c:pt>
                <c:pt idx="10270">
                  <c:v>5.4430379746835511E-2</c:v>
                </c:pt>
                <c:pt idx="10271">
                  <c:v>5.4430379746835511E-2</c:v>
                </c:pt>
                <c:pt idx="10272">
                  <c:v>5.4177215189873396E-2</c:v>
                </c:pt>
                <c:pt idx="10273">
                  <c:v>5.4177215189873396E-2</c:v>
                </c:pt>
                <c:pt idx="10274">
                  <c:v>5.3924050632911502E-2</c:v>
                </c:pt>
                <c:pt idx="10275">
                  <c:v>5.3670886075949387E-2</c:v>
                </c:pt>
                <c:pt idx="10276">
                  <c:v>5.3164556962025378E-2</c:v>
                </c:pt>
                <c:pt idx="10277">
                  <c:v>5.3417721518987493E-2</c:v>
                </c:pt>
                <c:pt idx="10278">
                  <c:v>5.3417721518987493E-2</c:v>
                </c:pt>
                <c:pt idx="10279">
                  <c:v>5.3924050632911502E-2</c:v>
                </c:pt>
                <c:pt idx="10280">
                  <c:v>5.3670886075949387E-2</c:v>
                </c:pt>
                <c:pt idx="10281">
                  <c:v>5.3670886075949387E-2</c:v>
                </c:pt>
                <c:pt idx="10282">
                  <c:v>5.3670886075949387E-2</c:v>
                </c:pt>
                <c:pt idx="10283">
                  <c:v>5.3164556962025378E-2</c:v>
                </c:pt>
                <c:pt idx="10284">
                  <c:v>5.3417721518987493E-2</c:v>
                </c:pt>
                <c:pt idx="10285">
                  <c:v>5.3417721518987493E-2</c:v>
                </c:pt>
                <c:pt idx="10286">
                  <c:v>5.3164556962025378E-2</c:v>
                </c:pt>
                <c:pt idx="10287">
                  <c:v>5.3164556962025378E-2</c:v>
                </c:pt>
                <c:pt idx="10288">
                  <c:v>5.2911392405063262E-2</c:v>
                </c:pt>
                <c:pt idx="10289">
                  <c:v>5.2911392405063262E-2</c:v>
                </c:pt>
                <c:pt idx="10290">
                  <c:v>5.2658227848101369E-2</c:v>
                </c:pt>
                <c:pt idx="10291">
                  <c:v>5.2911392405063262E-2</c:v>
                </c:pt>
                <c:pt idx="10292">
                  <c:v>5.3164556962025378E-2</c:v>
                </c:pt>
                <c:pt idx="10293">
                  <c:v>5.2911392405063262E-2</c:v>
                </c:pt>
                <c:pt idx="10294">
                  <c:v>5.2911392405063262E-2</c:v>
                </c:pt>
                <c:pt idx="10295">
                  <c:v>#N/A</c:v>
                </c:pt>
                <c:pt idx="10296">
                  <c:v>5.3417721518987493E-2</c:v>
                </c:pt>
                <c:pt idx="10297">
                  <c:v>5.3670886075949387E-2</c:v>
                </c:pt>
                <c:pt idx="10298">
                  <c:v>5.3670886075949387E-2</c:v>
                </c:pt>
                <c:pt idx="10299">
                  <c:v>5.3417721518987493E-2</c:v>
                </c:pt>
                <c:pt idx="10300">
                  <c:v>5.3417721518987493E-2</c:v>
                </c:pt>
                <c:pt idx="10301">
                  <c:v>5.3417721518987493E-2</c:v>
                </c:pt>
                <c:pt idx="10302">
                  <c:v>5.3417721518987493E-2</c:v>
                </c:pt>
                <c:pt idx="10303">
                  <c:v>5.3164556962025378E-2</c:v>
                </c:pt>
                <c:pt idx="10304">
                  <c:v>5.3417721518987493E-2</c:v>
                </c:pt>
                <c:pt idx="10305">
                  <c:v>#N/A</c:v>
                </c:pt>
                <c:pt idx="10306">
                  <c:v>5.3164556962025378E-2</c:v>
                </c:pt>
                <c:pt idx="10307">
                  <c:v>5.2911392405063262E-2</c:v>
                </c:pt>
                <c:pt idx="10308">
                  <c:v>#N/A</c:v>
                </c:pt>
                <c:pt idx="10309">
                  <c:v>5.2911392405063262E-2</c:v>
                </c:pt>
                <c:pt idx="10310">
                  <c:v>5.3164556962025378E-2</c:v>
                </c:pt>
                <c:pt idx="10311">
                  <c:v>5.3164556962025378E-2</c:v>
                </c:pt>
                <c:pt idx="10312">
                  <c:v>5.3164556962025378E-2</c:v>
                </c:pt>
                <c:pt idx="10313">
                  <c:v>5.2911392405063262E-2</c:v>
                </c:pt>
                <c:pt idx="10314">
                  <c:v>5.3417721518987493E-2</c:v>
                </c:pt>
                <c:pt idx="10315">
                  <c:v>#N/A</c:v>
                </c:pt>
                <c:pt idx="10316">
                  <c:v>5.3417721518987493E-2</c:v>
                </c:pt>
                <c:pt idx="10317">
                  <c:v>5.3417721518987493E-2</c:v>
                </c:pt>
                <c:pt idx="10318">
                  <c:v>#N/A</c:v>
                </c:pt>
                <c:pt idx="10319">
                  <c:v>#N/A</c:v>
                </c:pt>
                <c:pt idx="10320">
                  <c:v>5.3417721518987493E-2</c:v>
                </c:pt>
                <c:pt idx="10321">
                  <c:v>5.3670886075949387E-2</c:v>
                </c:pt>
                <c:pt idx="10322">
                  <c:v>#N/A</c:v>
                </c:pt>
                <c:pt idx="10323">
                  <c:v>5.3670886075949387E-2</c:v>
                </c:pt>
                <c:pt idx="10324">
                  <c:v>5.3670886075949387E-2</c:v>
                </c:pt>
                <c:pt idx="10325">
                  <c:v>5.3670886075949387E-2</c:v>
                </c:pt>
                <c:pt idx="10326">
                  <c:v>5.3670886075949387E-2</c:v>
                </c:pt>
                <c:pt idx="10327">
                  <c:v>5.3417721518987493E-2</c:v>
                </c:pt>
                <c:pt idx="10328">
                  <c:v>5.3417721518987493E-2</c:v>
                </c:pt>
                <c:pt idx="10329">
                  <c:v>#N/A</c:v>
                </c:pt>
                <c:pt idx="10330">
                  <c:v>5.2911392405063262E-2</c:v>
                </c:pt>
                <c:pt idx="10331">
                  <c:v>5.2911392405063262E-2</c:v>
                </c:pt>
                <c:pt idx="10332">
                  <c:v>5.2658227848101369E-2</c:v>
                </c:pt>
                <c:pt idx="10333">
                  <c:v>5.3164556962025378E-2</c:v>
                </c:pt>
                <c:pt idx="10334">
                  <c:v>5.2911392405063262E-2</c:v>
                </c:pt>
                <c:pt idx="10335">
                  <c:v>5.3417721518987493E-2</c:v>
                </c:pt>
                <c:pt idx="10336">
                  <c:v>5.3670886075949387E-2</c:v>
                </c:pt>
                <c:pt idx="10337">
                  <c:v>5.3164556962025378E-2</c:v>
                </c:pt>
                <c:pt idx="10338">
                  <c:v>5.3164556962025378E-2</c:v>
                </c:pt>
                <c:pt idx="10339">
                  <c:v>5.3164556962025378E-2</c:v>
                </c:pt>
                <c:pt idx="10340">
                  <c:v>#N/A</c:v>
                </c:pt>
                <c:pt idx="10341">
                  <c:v>#N/A</c:v>
                </c:pt>
                <c:pt idx="10342">
                  <c:v>5.3164556962025378E-2</c:v>
                </c:pt>
                <c:pt idx="10343">
                  <c:v>5.3670886075949387E-2</c:v>
                </c:pt>
                <c:pt idx="10344">
                  <c:v>5.4177215189873396E-2</c:v>
                </c:pt>
                <c:pt idx="10345">
                  <c:v>5.4177215189873396E-2</c:v>
                </c:pt>
                <c:pt idx="10346">
                  <c:v>5.4683544303797627E-2</c:v>
                </c:pt>
                <c:pt idx="10347">
                  <c:v>5.493670886075952E-2</c:v>
                </c:pt>
                <c:pt idx="10348">
                  <c:v>5.493670886075952E-2</c:v>
                </c:pt>
                <c:pt idx="10349">
                  <c:v>5.493670886075952E-2</c:v>
                </c:pt>
                <c:pt idx="10350">
                  <c:v>5.4683544303797627E-2</c:v>
                </c:pt>
                <c:pt idx="10351">
                  <c:v>5.4683544303797627E-2</c:v>
                </c:pt>
                <c:pt idx="10352">
                  <c:v>5.493670886075952E-2</c:v>
                </c:pt>
                <c:pt idx="10353">
                  <c:v>5.5189873417721635E-2</c:v>
                </c:pt>
                <c:pt idx="10354">
                  <c:v>5.4683544303797627E-2</c:v>
                </c:pt>
                <c:pt idx="10355">
                  <c:v>5.493670886075952E-2</c:v>
                </c:pt>
                <c:pt idx="10356">
                  <c:v>5.4683544303797627E-2</c:v>
                </c:pt>
                <c:pt idx="10357">
                  <c:v>5.4430379746835511E-2</c:v>
                </c:pt>
                <c:pt idx="10358">
                  <c:v>5.4430379746835511E-2</c:v>
                </c:pt>
                <c:pt idx="10359">
                  <c:v>5.4177215189873396E-2</c:v>
                </c:pt>
                <c:pt idx="10360">
                  <c:v>5.4177215189873396E-2</c:v>
                </c:pt>
                <c:pt idx="10361">
                  <c:v>5.4683544303797627E-2</c:v>
                </c:pt>
                <c:pt idx="10362">
                  <c:v>5.4683544303797627E-2</c:v>
                </c:pt>
                <c:pt idx="10363">
                  <c:v>#N/A</c:v>
                </c:pt>
                <c:pt idx="10364">
                  <c:v>5.493670886075952E-2</c:v>
                </c:pt>
                <c:pt idx="10365">
                  <c:v>5.493670886075952E-2</c:v>
                </c:pt>
                <c:pt idx="10366">
                  <c:v>5.493670886075952E-2</c:v>
                </c:pt>
                <c:pt idx="10367">
                  <c:v>5.4683544303797627E-2</c:v>
                </c:pt>
                <c:pt idx="10368">
                  <c:v>5.4683544303797627E-2</c:v>
                </c:pt>
                <c:pt idx="10369">
                  <c:v>5.4177215189873396E-2</c:v>
                </c:pt>
                <c:pt idx="10370">
                  <c:v>5.3924050632911502E-2</c:v>
                </c:pt>
                <c:pt idx="10371">
                  <c:v>5.4177215189873396E-2</c:v>
                </c:pt>
                <c:pt idx="10372">
                  <c:v>#N/A</c:v>
                </c:pt>
                <c:pt idx="10373">
                  <c:v>5.4683544303797627E-2</c:v>
                </c:pt>
                <c:pt idx="10374">
                  <c:v>5.4430379746835511E-2</c:v>
                </c:pt>
                <c:pt idx="10375">
                  <c:v>5.4683544303797627E-2</c:v>
                </c:pt>
                <c:pt idx="10376">
                  <c:v>5.4430379746835511E-2</c:v>
                </c:pt>
                <c:pt idx="10377">
                  <c:v>#N/A</c:v>
                </c:pt>
                <c:pt idx="10378">
                  <c:v>#N/A</c:v>
                </c:pt>
                <c:pt idx="10379">
                  <c:v>#N/A</c:v>
                </c:pt>
                <c:pt idx="10380">
                  <c:v>5.493670886075952E-2</c:v>
                </c:pt>
                <c:pt idx="10381">
                  <c:v>5.5189873417721635E-2</c:v>
                </c:pt>
                <c:pt idx="10382">
                  <c:v>5.493670886075952E-2</c:v>
                </c:pt>
                <c:pt idx="10383">
                  <c:v>5.493670886075952E-2</c:v>
                </c:pt>
                <c:pt idx="10384">
                  <c:v>5.493670886075952E-2</c:v>
                </c:pt>
                <c:pt idx="10385">
                  <c:v>5.493670886075952E-2</c:v>
                </c:pt>
                <c:pt idx="10386">
                  <c:v>5.493670886075952E-2</c:v>
                </c:pt>
                <c:pt idx="10387">
                  <c:v>5.4430379746835511E-2</c:v>
                </c:pt>
                <c:pt idx="10388">
                  <c:v>5.4430379746835511E-2</c:v>
                </c:pt>
                <c:pt idx="10389">
                  <c:v>5.4430379746835511E-2</c:v>
                </c:pt>
                <c:pt idx="10390">
                  <c:v>5.4177215189873396E-2</c:v>
                </c:pt>
                <c:pt idx="10391">
                  <c:v>5.4430379746835511E-2</c:v>
                </c:pt>
                <c:pt idx="10392">
                  <c:v>5.4430379746835511E-2</c:v>
                </c:pt>
                <c:pt idx="10393">
                  <c:v>5.4177215189873396E-2</c:v>
                </c:pt>
                <c:pt idx="10394">
                  <c:v>5.4177215189873396E-2</c:v>
                </c:pt>
                <c:pt idx="10395">
                  <c:v>#N/A</c:v>
                </c:pt>
                <c:pt idx="10396">
                  <c:v>5.3924050632911502E-2</c:v>
                </c:pt>
                <c:pt idx="10397">
                  <c:v>5.3924050632911502E-2</c:v>
                </c:pt>
                <c:pt idx="10398">
                  <c:v>#N/A</c:v>
                </c:pt>
                <c:pt idx="10399">
                  <c:v>#N/A</c:v>
                </c:pt>
                <c:pt idx="10400">
                  <c:v>5.4430379746835511E-2</c:v>
                </c:pt>
                <c:pt idx="10401">
                  <c:v>5.4683544303797627E-2</c:v>
                </c:pt>
                <c:pt idx="10402">
                  <c:v>5.4683544303797627E-2</c:v>
                </c:pt>
                <c:pt idx="10403">
                  <c:v>5.4683544303797627E-2</c:v>
                </c:pt>
                <c:pt idx="10404">
                  <c:v>5.4683544303797627E-2</c:v>
                </c:pt>
                <c:pt idx="10405">
                  <c:v>5.4683544303797627E-2</c:v>
                </c:pt>
                <c:pt idx="10406">
                  <c:v>5.4683544303797627E-2</c:v>
                </c:pt>
                <c:pt idx="10407">
                  <c:v>5.493670886075952E-2</c:v>
                </c:pt>
                <c:pt idx="10408">
                  <c:v>#N/A</c:v>
                </c:pt>
                <c:pt idx="10409">
                  <c:v>#N/A</c:v>
                </c:pt>
                <c:pt idx="10410">
                  <c:v>5.493670886075952E-2</c:v>
                </c:pt>
                <c:pt idx="10411">
                  <c:v>5.5189873417721635E-2</c:v>
                </c:pt>
                <c:pt idx="10412">
                  <c:v>5.5696202531645644E-2</c:v>
                </c:pt>
                <c:pt idx="10413">
                  <c:v>5.594936708860776E-2</c:v>
                </c:pt>
                <c:pt idx="10414">
                  <c:v>5.5696202531645644E-2</c:v>
                </c:pt>
                <c:pt idx="10415">
                  <c:v>5.5696202531645644E-2</c:v>
                </c:pt>
                <c:pt idx="10416">
                  <c:v>5.594936708860776E-2</c:v>
                </c:pt>
                <c:pt idx="10417">
                  <c:v>5.594936708860776E-2</c:v>
                </c:pt>
                <c:pt idx="10418">
                  <c:v>5.6202531645569653E-2</c:v>
                </c:pt>
                <c:pt idx="10419">
                  <c:v>5.594936708860776E-2</c:v>
                </c:pt>
                <c:pt idx="10420">
                  <c:v>5.6202531645569653E-2</c:v>
                </c:pt>
                <c:pt idx="10421">
                  <c:v>5.6202531645569653E-2</c:v>
                </c:pt>
                <c:pt idx="10422">
                  <c:v>5.594936708860776E-2</c:v>
                </c:pt>
                <c:pt idx="10423">
                  <c:v>5.5696202531645644E-2</c:v>
                </c:pt>
                <c:pt idx="10424">
                  <c:v>5.5443037974683529E-2</c:v>
                </c:pt>
                <c:pt idx="10425">
                  <c:v>5.5443037974683529E-2</c:v>
                </c:pt>
                <c:pt idx="10426">
                  <c:v>#N/A</c:v>
                </c:pt>
                <c:pt idx="10427">
                  <c:v>5.5189873417721635E-2</c:v>
                </c:pt>
                <c:pt idx="10428">
                  <c:v>5.493670886075952E-2</c:v>
                </c:pt>
                <c:pt idx="10429">
                  <c:v>5.5443037974683529E-2</c:v>
                </c:pt>
                <c:pt idx="10430">
                  <c:v>5.5189873417721635E-2</c:v>
                </c:pt>
                <c:pt idx="10431">
                  <c:v>5.5189873417721635E-2</c:v>
                </c:pt>
                <c:pt idx="10432">
                  <c:v>5.5443037974683529E-2</c:v>
                </c:pt>
                <c:pt idx="10433">
                  <c:v>5.5696202531645644E-2</c:v>
                </c:pt>
                <c:pt idx="10434">
                  <c:v>5.5696202531645644E-2</c:v>
                </c:pt>
                <c:pt idx="10435">
                  <c:v>5.5696202531645644E-2</c:v>
                </c:pt>
                <c:pt idx="10436">
                  <c:v>5.5443037974683529E-2</c:v>
                </c:pt>
                <c:pt idx="10437">
                  <c:v>5.5443037974683529E-2</c:v>
                </c:pt>
                <c:pt idx="10438">
                  <c:v>5.5443037974683529E-2</c:v>
                </c:pt>
                <c:pt idx="10439">
                  <c:v>#N/A</c:v>
                </c:pt>
                <c:pt idx="10440">
                  <c:v>5.594936708860776E-2</c:v>
                </c:pt>
                <c:pt idx="10441">
                  <c:v>5.594936708860776E-2</c:v>
                </c:pt>
                <c:pt idx="10442">
                  <c:v>#N/A</c:v>
                </c:pt>
                <c:pt idx="10443">
                  <c:v>5.594936708860776E-2</c:v>
                </c:pt>
                <c:pt idx="10444">
                  <c:v>5.5696202531645644E-2</c:v>
                </c:pt>
                <c:pt idx="10445">
                  <c:v>5.5443037974683529E-2</c:v>
                </c:pt>
                <c:pt idx="10446">
                  <c:v>5.5443037974683529E-2</c:v>
                </c:pt>
                <c:pt idx="10447">
                  <c:v>5.5443037974683529E-2</c:v>
                </c:pt>
                <c:pt idx="10448">
                  <c:v>5.5443037974683529E-2</c:v>
                </c:pt>
                <c:pt idx="10449">
                  <c:v>5.5443037974683529E-2</c:v>
                </c:pt>
                <c:pt idx="10450">
                  <c:v>#N/A</c:v>
                </c:pt>
                <c:pt idx="10451">
                  <c:v>5.5696202531645644E-2</c:v>
                </c:pt>
                <c:pt idx="10452">
                  <c:v>5.594936708860776E-2</c:v>
                </c:pt>
                <c:pt idx="10453">
                  <c:v>#N/A</c:v>
                </c:pt>
                <c:pt idx="10454">
                  <c:v>5.594936708860776E-2</c:v>
                </c:pt>
                <c:pt idx="10455">
                  <c:v>5.6202531645569653E-2</c:v>
                </c:pt>
                <c:pt idx="10456">
                  <c:v>5.6202531645569653E-2</c:v>
                </c:pt>
                <c:pt idx="10457">
                  <c:v>5.6455696202531769E-2</c:v>
                </c:pt>
                <c:pt idx="10458">
                  <c:v>5.6455696202531769E-2</c:v>
                </c:pt>
                <c:pt idx="10459">
                  <c:v>5.6455696202531769E-2</c:v>
                </c:pt>
                <c:pt idx="10460">
                  <c:v>5.6202531645569653E-2</c:v>
                </c:pt>
                <c:pt idx="10461">
                  <c:v>5.6202531645569653E-2</c:v>
                </c:pt>
                <c:pt idx="10462">
                  <c:v>5.6202531645569653E-2</c:v>
                </c:pt>
                <c:pt idx="10463">
                  <c:v>#N/A</c:v>
                </c:pt>
                <c:pt idx="10464">
                  <c:v>5.6455696202531769E-2</c:v>
                </c:pt>
                <c:pt idx="10465">
                  <c:v>5.6455696202531769E-2</c:v>
                </c:pt>
                <c:pt idx="10466">
                  <c:v>5.6708860759493662E-2</c:v>
                </c:pt>
                <c:pt idx="10467">
                  <c:v>5.6708860759493662E-2</c:v>
                </c:pt>
                <c:pt idx="10468">
                  <c:v>5.6708860759493662E-2</c:v>
                </c:pt>
                <c:pt idx="10469">
                  <c:v>5.6708860759493662E-2</c:v>
                </c:pt>
                <c:pt idx="10470">
                  <c:v>5.6455696202531769E-2</c:v>
                </c:pt>
                <c:pt idx="10471">
                  <c:v>5.6202531645569653E-2</c:v>
                </c:pt>
                <c:pt idx="10472">
                  <c:v>5.6202531645569653E-2</c:v>
                </c:pt>
                <c:pt idx="10473">
                  <c:v>5.6202531645569653E-2</c:v>
                </c:pt>
                <c:pt idx="10474">
                  <c:v>5.6202531645569653E-2</c:v>
                </c:pt>
                <c:pt idx="10475">
                  <c:v>5.6455696202531769E-2</c:v>
                </c:pt>
                <c:pt idx="10476">
                  <c:v>5.6202531645569653E-2</c:v>
                </c:pt>
                <c:pt idx="10477">
                  <c:v>5.6455696202531769E-2</c:v>
                </c:pt>
                <c:pt idx="10478">
                  <c:v>5.6708860759493662E-2</c:v>
                </c:pt>
                <c:pt idx="10479">
                  <c:v>5.6708860759493662E-2</c:v>
                </c:pt>
                <c:pt idx="10480">
                  <c:v>5.6962025316455778E-2</c:v>
                </c:pt>
                <c:pt idx="10481">
                  <c:v>#N/A</c:v>
                </c:pt>
                <c:pt idx="10482">
                  <c:v>5.6708860759493662E-2</c:v>
                </c:pt>
                <c:pt idx="10483">
                  <c:v>5.6455696202531769E-2</c:v>
                </c:pt>
                <c:pt idx="10484">
                  <c:v>5.6708860759493662E-2</c:v>
                </c:pt>
                <c:pt idx="10485">
                  <c:v>5.6708860759493662E-2</c:v>
                </c:pt>
                <c:pt idx="10486">
                  <c:v>5.6708860759493662E-2</c:v>
                </c:pt>
                <c:pt idx="10487">
                  <c:v>5.6708860759493662E-2</c:v>
                </c:pt>
                <c:pt idx="10488">
                  <c:v>5.6962025316455778E-2</c:v>
                </c:pt>
                <c:pt idx="10489">
                  <c:v>5.6962025316455778E-2</c:v>
                </c:pt>
                <c:pt idx="10490">
                  <c:v>5.6962025316455778E-2</c:v>
                </c:pt>
                <c:pt idx="10491">
                  <c:v>5.6962025316455778E-2</c:v>
                </c:pt>
                <c:pt idx="10492">
                  <c:v>5.7215189873417671E-2</c:v>
                </c:pt>
                <c:pt idx="10493">
                  <c:v>#N/A</c:v>
                </c:pt>
                <c:pt idx="10494">
                  <c:v>5.7215189873417671E-2</c:v>
                </c:pt>
                <c:pt idx="10495">
                  <c:v>5.7215189873417671E-2</c:v>
                </c:pt>
                <c:pt idx="10496">
                  <c:v>5.7215189873417671E-2</c:v>
                </c:pt>
                <c:pt idx="10497">
                  <c:v>5.7215189873417671E-2</c:v>
                </c:pt>
                <c:pt idx="10498">
                  <c:v>#N/A</c:v>
                </c:pt>
                <c:pt idx="10499">
                  <c:v>5.7215189873417671E-2</c:v>
                </c:pt>
                <c:pt idx="10500">
                  <c:v>5.6962025316455778E-2</c:v>
                </c:pt>
                <c:pt idx="10501">
                  <c:v>#N/A</c:v>
                </c:pt>
                <c:pt idx="10502">
                  <c:v>5.6708860759493662E-2</c:v>
                </c:pt>
                <c:pt idx="10503">
                  <c:v>5.7215189873417671E-2</c:v>
                </c:pt>
                <c:pt idx="10504">
                  <c:v>5.7215189873417671E-2</c:v>
                </c:pt>
                <c:pt idx="10505">
                  <c:v>5.7215189873417671E-2</c:v>
                </c:pt>
                <c:pt idx="10506">
                  <c:v>5.7215189873417671E-2</c:v>
                </c:pt>
                <c:pt idx="10507">
                  <c:v>5.7468354430379787E-2</c:v>
                </c:pt>
                <c:pt idx="10508">
                  <c:v>5.7468354430379787E-2</c:v>
                </c:pt>
                <c:pt idx="10509">
                  <c:v>#N/A</c:v>
                </c:pt>
                <c:pt idx="10510">
                  <c:v>5.7468354430379787E-2</c:v>
                </c:pt>
                <c:pt idx="10511">
                  <c:v>5.7468354430379787E-2</c:v>
                </c:pt>
                <c:pt idx="10512">
                  <c:v>5.7721518987341902E-2</c:v>
                </c:pt>
                <c:pt idx="10513">
                  <c:v>5.7468354430379787E-2</c:v>
                </c:pt>
                <c:pt idx="10514">
                  <c:v>5.7468354430379787E-2</c:v>
                </c:pt>
                <c:pt idx="10515">
                  <c:v>5.7721518987341902E-2</c:v>
                </c:pt>
                <c:pt idx="10516">
                  <c:v>5.7468354430379787E-2</c:v>
                </c:pt>
                <c:pt idx="10517">
                  <c:v>5.7215189873417671E-2</c:v>
                </c:pt>
                <c:pt idx="10518">
                  <c:v>5.7215189873417671E-2</c:v>
                </c:pt>
                <c:pt idx="10519">
                  <c:v>5.7468354430379787E-2</c:v>
                </c:pt>
                <c:pt idx="10520">
                  <c:v>5.7215189873417671E-2</c:v>
                </c:pt>
                <c:pt idx="10521">
                  <c:v>#N/A</c:v>
                </c:pt>
                <c:pt idx="10522">
                  <c:v>5.7468354430379787E-2</c:v>
                </c:pt>
                <c:pt idx="10523">
                  <c:v>5.7215189873417671E-2</c:v>
                </c:pt>
                <c:pt idx="10524">
                  <c:v>#N/A</c:v>
                </c:pt>
                <c:pt idx="10525">
                  <c:v>#N/A</c:v>
                </c:pt>
                <c:pt idx="10526">
                  <c:v>5.7468354430379787E-2</c:v>
                </c:pt>
                <c:pt idx="10527">
                  <c:v>5.7974683544303796E-2</c:v>
                </c:pt>
                <c:pt idx="10528">
                  <c:v>5.7974683544303796E-2</c:v>
                </c:pt>
                <c:pt idx="10529">
                  <c:v>5.8227848101265911E-2</c:v>
                </c:pt>
                <c:pt idx="10530">
                  <c:v>5.8481012658227804E-2</c:v>
                </c:pt>
                <c:pt idx="10531">
                  <c:v>5.8987341772152035E-2</c:v>
                </c:pt>
                <c:pt idx="10532">
                  <c:v>5.8987341772152035E-2</c:v>
                </c:pt>
                <c:pt idx="10533">
                  <c:v>5.9240506329113929E-2</c:v>
                </c:pt>
                <c:pt idx="10534">
                  <c:v>5.9493670886076044E-2</c:v>
                </c:pt>
                <c:pt idx="10535">
                  <c:v>5.9493670886076044E-2</c:v>
                </c:pt>
                <c:pt idx="10536">
                  <c:v>5.9493670886076044E-2</c:v>
                </c:pt>
                <c:pt idx="10537">
                  <c:v>5.8481012658227804E-2</c:v>
                </c:pt>
                <c:pt idx="10538">
                  <c:v>5.873417721518992E-2</c:v>
                </c:pt>
                <c:pt idx="10539">
                  <c:v>5.9240506329113929E-2</c:v>
                </c:pt>
                <c:pt idx="10540">
                  <c:v>5.9746835443037938E-2</c:v>
                </c:pt>
                <c:pt idx="10541">
                  <c:v>5.9240506329113929E-2</c:v>
                </c:pt>
                <c:pt idx="10542">
                  <c:v>5.9746835443037938E-2</c:v>
                </c:pt>
                <c:pt idx="10543">
                  <c:v>6.0000000000000053E-2</c:v>
                </c:pt>
                <c:pt idx="10544">
                  <c:v>6.0000000000000053E-2</c:v>
                </c:pt>
                <c:pt idx="10545">
                  <c:v>6.0253164556961947E-2</c:v>
                </c:pt>
                <c:pt idx="10546">
                  <c:v>6.0000000000000053E-2</c:v>
                </c:pt>
                <c:pt idx="10547">
                  <c:v>5.9493670886076044E-2</c:v>
                </c:pt>
                <c:pt idx="10548">
                  <c:v>5.9240506329113929E-2</c:v>
                </c:pt>
                <c:pt idx="10549">
                  <c:v>5.9240506329113929E-2</c:v>
                </c:pt>
                <c:pt idx="10550">
                  <c:v>5.9240506329113929E-2</c:v>
                </c:pt>
                <c:pt idx="10551">
                  <c:v>5.9240506329113929E-2</c:v>
                </c:pt>
                <c:pt idx="10552">
                  <c:v>5.9493670886076044E-2</c:v>
                </c:pt>
                <c:pt idx="10553">
                  <c:v>5.9493670886076044E-2</c:v>
                </c:pt>
                <c:pt idx="10554">
                  <c:v>5.9493670886076044E-2</c:v>
                </c:pt>
                <c:pt idx="10555">
                  <c:v>5.9240506329113929E-2</c:v>
                </c:pt>
                <c:pt idx="10556">
                  <c:v>5.8987341772152035E-2</c:v>
                </c:pt>
                <c:pt idx="10557">
                  <c:v>5.873417721518992E-2</c:v>
                </c:pt>
                <c:pt idx="10558">
                  <c:v>5.8481012658227804E-2</c:v>
                </c:pt>
                <c:pt idx="10559">
                  <c:v>5.8227848101265911E-2</c:v>
                </c:pt>
                <c:pt idx="10560">
                  <c:v>5.7974683544303796E-2</c:v>
                </c:pt>
                <c:pt idx="10561">
                  <c:v>5.7215189873417671E-2</c:v>
                </c:pt>
                <c:pt idx="10562">
                  <c:v>5.7215189873417671E-2</c:v>
                </c:pt>
                <c:pt idx="10563">
                  <c:v>5.7721518987341902E-2</c:v>
                </c:pt>
                <c:pt idx="10564">
                  <c:v>5.7721518987341902E-2</c:v>
                </c:pt>
                <c:pt idx="10565">
                  <c:v>5.7468354430379787E-2</c:v>
                </c:pt>
                <c:pt idx="10566">
                  <c:v>5.6708860759493662E-2</c:v>
                </c:pt>
                <c:pt idx="10567">
                  <c:v>5.6455696202531769E-2</c:v>
                </c:pt>
                <c:pt idx="10568">
                  <c:v>5.594936708860776E-2</c:v>
                </c:pt>
                <c:pt idx="10569">
                  <c:v>5.594936708860776E-2</c:v>
                </c:pt>
                <c:pt idx="10570">
                  <c:v>5.5443037974683529E-2</c:v>
                </c:pt>
                <c:pt idx="10571">
                  <c:v>5.5696202531645644E-2</c:v>
                </c:pt>
                <c:pt idx="10572">
                  <c:v>5.6202531645569653E-2</c:v>
                </c:pt>
                <c:pt idx="10573">
                  <c:v>5.6202531645569653E-2</c:v>
                </c:pt>
                <c:pt idx="10574">
                  <c:v>5.6202531645569653E-2</c:v>
                </c:pt>
                <c:pt idx="10575">
                  <c:v>#N/A</c:v>
                </c:pt>
                <c:pt idx="10576">
                  <c:v>5.5696202531645644E-2</c:v>
                </c:pt>
                <c:pt idx="10577">
                  <c:v>5.5696202531645644E-2</c:v>
                </c:pt>
                <c:pt idx="10578">
                  <c:v>5.5443037974683529E-2</c:v>
                </c:pt>
                <c:pt idx="10579">
                  <c:v>5.5696202531645644E-2</c:v>
                </c:pt>
                <c:pt idx="10580">
                  <c:v>5.5443037974683529E-2</c:v>
                </c:pt>
                <c:pt idx="10581">
                  <c:v>5.5696202531645644E-2</c:v>
                </c:pt>
                <c:pt idx="10582">
                  <c:v>5.5696202531645644E-2</c:v>
                </c:pt>
                <c:pt idx="10583">
                  <c:v>5.5696202531645644E-2</c:v>
                </c:pt>
                <c:pt idx="10584">
                  <c:v>5.594936708860776E-2</c:v>
                </c:pt>
                <c:pt idx="10585">
                  <c:v>5.6455696202531769E-2</c:v>
                </c:pt>
                <c:pt idx="10586">
                  <c:v>5.6455696202531769E-2</c:v>
                </c:pt>
                <c:pt idx="10587">
                  <c:v>5.6708860759493662E-2</c:v>
                </c:pt>
                <c:pt idx="10588">
                  <c:v>5.6962025316455778E-2</c:v>
                </c:pt>
                <c:pt idx="10589">
                  <c:v>5.7468354430379787E-2</c:v>
                </c:pt>
                <c:pt idx="10590">
                  <c:v>5.7721518987341902E-2</c:v>
                </c:pt>
                <c:pt idx="10591">
                  <c:v>5.7721518987341902E-2</c:v>
                </c:pt>
                <c:pt idx="10592">
                  <c:v>5.7215189873417671E-2</c:v>
                </c:pt>
                <c:pt idx="10593">
                  <c:v>5.6708860759493662E-2</c:v>
                </c:pt>
                <c:pt idx="10594">
                  <c:v>5.6962025316455778E-2</c:v>
                </c:pt>
                <c:pt idx="10595">
                  <c:v>5.6455696202531769E-2</c:v>
                </c:pt>
                <c:pt idx="10596">
                  <c:v>5.6708860759493662E-2</c:v>
                </c:pt>
                <c:pt idx="10597">
                  <c:v>5.6455696202531769E-2</c:v>
                </c:pt>
                <c:pt idx="10598">
                  <c:v>5.6202531645569653E-2</c:v>
                </c:pt>
                <c:pt idx="10599">
                  <c:v>5.6455696202531769E-2</c:v>
                </c:pt>
                <c:pt idx="10600">
                  <c:v>5.6455696202531769E-2</c:v>
                </c:pt>
                <c:pt idx="10601">
                  <c:v>5.6708860759493662E-2</c:v>
                </c:pt>
                <c:pt idx="10602">
                  <c:v>5.6962025316455778E-2</c:v>
                </c:pt>
                <c:pt idx="10603">
                  <c:v>5.6962025316455778E-2</c:v>
                </c:pt>
                <c:pt idx="10604">
                  <c:v>5.6455696202531769E-2</c:v>
                </c:pt>
                <c:pt idx="10605">
                  <c:v>5.6455696202531769E-2</c:v>
                </c:pt>
                <c:pt idx="10606">
                  <c:v>5.6708860759493662E-2</c:v>
                </c:pt>
                <c:pt idx="10607">
                  <c:v>5.6962025316455778E-2</c:v>
                </c:pt>
                <c:pt idx="10608">
                  <c:v>5.6962025316455778E-2</c:v>
                </c:pt>
                <c:pt idx="10609">
                  <c:v>5.6962025316455778E-2</c:v>
                </c:pt>
                <c:pt idx="10610">
                  <c:v>5.6962025316455778E-2</c:v>
                </c:pt>
                <c:pt idx="10611">
                  <c:v>5.7468354430379787E-2</c:v>
                </c:pt>
                <c:pt idx="10612">
                  <c:v>5.7468354430379787E-2</c:v>
                </c:pt>
                <c:pt idx="10613">
                  <c:v>5.7468354430379787E-2</c:v>
                </c:pt>
                <c:pt idx="10614">
                  <c:v>5.7468354430379787E-2</c:v>
                </c:pt>
                <c:pt idx="10615">
                  <c:v>5.7468354430379787E-2</c:v>
                </c:pt>
                <c:pt idx="10616">
                  <c:v>5.7468354430379787E-2</c:v>
                </c:pt>
                <c:pt idx="10617">
                  <c:v>5.7468354430379787E-2</c:v>
                </c:pt>
                <c:pt idx="10618">
                  <c:v>5.7215189873417671E-2</c:v>
                </c:pt>
                <c:pt idx="10619">
                  <c:v>5.7215189873417671E-2</c:v>
                </c:pt>
                <c:pt idx="10620">
                  <c:v>5.7215189873417671E-2</c:v>
                </c:pt>
                <c:pt idx="10621">
                  <c:v>5.7468354430379787E-2</c:v>
                </c:pt>
                <c:pt idx="10622">
                  <c:v>5.7974683544303796E-2</c:v>
                </c:pt>
                <c:pt idx="10623">
                  <c:v>5.7974683544303796E-2</c:v>
                </c:pt>
                <c:pt idx="10624">
                  <c:v>5.8227848101265911E-2</c:v>
                </c:pt>
                <c:pt idx="10625">
                  <c:v>5.8227848101265911E-2</c:v>
                </c:pt>
                <c:pt idx="10626">
                  <c:v>5.7974683544303796E-2</c:v>
                </c:pt>
                <c:pt idx="10627">
                  <c:v>5.7974683544303796E-2</c:v>
                </c:pt>
                <c:pt idx="10628">
                  <c:v>5.8227848101265911E-2</c:v>
                </c:pt>
                <c:pt idx="10629">
                  <c:v>5.8481012658227804E-2</c:v>
                </c:pt>
                <c:pt idx="10630">
                  <c:v>#N/A</c:v>
                </c:pt>
                <c:pt idx="10631">
                  <c:v>5.7721518987341902E-2</c:v>
                </c:pt>
                <c:pt idx="10632">
                  <c:v>5.7721518987341902E-2</c:v>
                </c:pt>
                <c:pt idx="10633">
                  <c:v>5.7215189873417671E-2</c:v>
                </c:pt>
                <c:pt idx="10634">
                  <c:v>#N/A</c:v>
                </c:pt>
                <c:pt idx="10635">
                  <c:v>5.6962025316455778E-2</c:v>
                </c:pt>
                <c:pt idx="10636">
                  <c:v>5.6962025316455778E-2</c:v>
                </c:pt>
                <c:pt idx="10637">
                  <c:v>#N/A</c:v>
                </c:pt>
                <c:pt idx="10638">
                  <c:v>5.6708860759493662E-2</c:v>
                </c:pt>
                <c:pt idx="10639">
                  <c:v>5.6455696202531769E-2</c:v>
                </c:pt>
                <c:pt idx="10640">
                  <c:v>5.6708860759493662E-2</c:v>
                </c:pt>
                <c:pt idx="10641">
                  <c:v>5.6708860759493662E-2</c:v>
                </c:pt>
                <c:pt idx="10642">
                  <c:v>5.6962025316455778E-2</c:v>
                </c:pt>
                <c:pt idx="10643">
                  <c:v>5.6708860759493662E-2</c:v>
                </c:pt>
                <c:pt idx="10644">
                  <c:v>5.6708860759493662E-2</c:v>
                </c:pt>
                <c:pt idx="10645">
                  <c:v>#N/A</c:v>
                </c:pt>
                <c:pt idx="10646">
                  <c:v>5.6962025316455778E-2</c:v>
                </c:pt>
                <c:pt idx="10647">
                  <c:v>5.6962025316455778E-2</c:v>
                </c:pt>
                <c:pt idx="10648">
                  <c:v>5.6708860759493662E-2</c:v>
                </c:pt>
                <c:pt idx="10649">
                  <c:v>5.6708860759493662E-2</c:v>
                </c:pt>
                <c:pt idx="10650">
                  <c:v>5.6962025316455778E-2</c:v>
                </c:pt>
                <c:pt idx="10651">
                  <c:v>5.7215189873417671E-2</c:v>
                </c:pt>
                <c:pt idx="10652">
                  <c:v>5.6962025316455778E-2</c:v>
                </c:pt>
                <c:pt idx="10653">
                  <c:v>5.6708860759493662E-2</c:v>
                </c:pt>
                <c:pt idx="10654">
                  <c:v>5.6962025316455778E-2</c:v>
                </c:pt>
                <c:pt idx="10655">
                  <c:v>5.7468354430379787E-2</c:v>
                </c:pt>
                <c:pt idx="10656">
                  <c:v>5.6962025316455778E-2</c:v>
                </c:pt>
                <c:pt idx="10657">
                  <c:v>5.6962025316455778E-2</c:v>
                </c:pt>
                <c:pt idx="10658">
                  <c:v>5.6962025316455778E-2</c:v>
                </c:pt>
                <c:pt idx="10659">
                  <c:v>5.6708860759493662E-2</c:v>
                </c:pt>
                <c:pt idx="10660">
                  <c:v>5.6962025316455778E-2</c:v>
                </c:pt>
                <c:pt idx="10661">
                  <c:v>5.7215189873417671E-2</c:v>
                </c:pt>
                <c:pt idx="10662">
                  <c:v>#N/A</c:v>
                </c:pt>
                <c:pt idx="10663">
                  <c:v>5.7468354430379787E-2</c:v>
                </c:pt>
                <c:pt idx="10664">
                  <c:v>#N/A</c:v>
                </c:pt>
                <c:pt idx="10665">
                  <c:v>5.7468354430379787E-2</c:v>
                </c:pt>
                <c:pt idx="10666">
                  <c:v>5.7468354430379787E-2</c:v>
                </c:pt>
                <c:pt idx="10667">
                  <c:v>5.7721518987341902E-2</c:v>
                </c:pt>
                <c:pt idx="10668">
                  <c:v>5.7721518987341902E-2</c:v>
                </c:pt>
                <c:pt idx="10669">
                  <c:v>5.7974683544303796E-2</c:v>
                </c:pt>
                <c:pt idx="10670">
                  <c:v>5.8227848101265911E-2</c:v>
                </c:pt>
                <c:pt idx="10671">
                  <c:v>5.8481012658227804E-2</c:v>
                </c:pt>
                <c:pt idx="10672">
                  <c:v>5.8481012658227804E-2</c:v>
                </c:pt>
                <c:pt idx="10673">
                  <c:v>#N/A</c:v>
                </c:pt>
                <c:pt idx="10674">
                  <c:v>5.8481012658227804E-2</c:v>
                </c:pt>
                <c:pt idx="10675">
                  <c:v>5.8481012658227804E-2</c:v>
                </c:pt>
                <c:pt idx="10676">
                  <c:v>5.8481012658227804E-2</c:v>
                </c:pt>
                <c:pt idx="10677">
                  <c:v>5.8227848101265911E-2</c:v>
                </c:pt>
                <c:pt idx="10678">
                  <c:v>5.8987341772152035E-2</c:v>
                </c:pt>
                <c:pt idx="10679">
                  <c:v>5.8987341772152035E-2</c:v>
                </c:pt>
                <c:pt idx="10680">
                  <c:v>5.8987341772152035E-2</c:v>
                </c:pt>
                <c:pt idx="10681">
                  <c:v>5.9240506329113929E-2</c:v>
                </c:pt>
                <c:pt idx="10682">
                  <c:v>5.8987341772152035E-2</c:v>
                </c:pt>
                <c:pt idx="10683">
                  <c:v>5.8987341772152035E-2</c:v>
                </c:pt>
                <c:pt idx="10684">
                  <c:v>5.8987341772152035E-2</c:v>
                </c:pt>
                <c:pt idx="10685">
                  <c:v>5.9240506329113929E-2</c:v>
                </c:pt>
                <c:pt idx="10686">
                  <c:v>5.9493670886076044E-2</c:v>
                </c:pt>
                <c:pt idx="10687">
                  <c:v>5.9493670886076044E-2</c:v>
                </c:pt>
                <c:pt idx="10688">
                  <c:v>5.9493670886076044E-2</c:v>
                </c:pt>
                <c:pt idx="10689">
                  <c:v>5.9746835443037938E-2</c:v>
                </c:pt>
                <c:pt idx="10690">
                  <c:v>5.9746835443037938E-2</c:v>
                </c:pt>
                <c:pt idx="10691">
                  <c:v>5.9240506329113929E-2</c:v>
                </c:pt>
                <c:pt idx="10692">
                  <c:v>5.8987341772152035E-2</c:v>
                </c:pt>
                <c:pt idx="10693">
                  <c:v>5.8987341772152035E-2</c:v>
                </c:pt>
                <c:pt idx="10694">
                  <c:v>5.8987341772152035E-2</c:v>
                </c:pt>
                <c:pt idx="10695">
                  <c:v>5.9240506329113929E-2</c:v>
                </c:pt>
                <c:pt idx="10696">
                  <c:v>5.9240506329113929E-2</c:v>
                </c:pt>
                <c:pt idx="10697">
                  <c:v>5.8987341772152035E-2</c:v>
                </c:pt>
                <c:pt idx="10698">
                  <c:v>5.9493670886076044E-2</c:v>
                </c:pt>
                <c:pt idx="10699">
                  <c:v>5.9240506329113929E-2</c:v>
                </c:pt>
                <c:pt idx="10700">
                  <c:v>#N/A</c:v>
                </c:pt>
                <c:pt idx="10701">
                  <c:v>5.9240506329113929E-2</c:v>
                </c:pt>
                <c:pt idx="10702">
                  <c:v>5.9493670886076044E-2</c:v>
                </c:pt>
                <c:pt idx="10703">
                  <c:v>#N/A</c:v>
                </c:pt>
                <c:pt idx="10704">
                  <c:v>5.9493670886076044E-2</c:v>
                </c:pt>
                <c:pt idx="10705">
                  <c:v>5.9493670886076044E-2</c:v>
                </c:pt>
                <c:pt idx="10706">
                  <c:v>5.9493670886076044E-2</c:v>
                </c:pt>
                <c:pt idx="10707">
                  <c:v>5.9493670886076044E-2</c:v>
                </c:pt>
                <c:pt idx="10708">
                  <c:v>5.9746835443037938E-2</c:v>
                </c:pt>
                <c:pt idx="10709">
                  <c:v>5.9493670886076044E-2</c:v>
                </c:pt>
                <c:pt idx="10710">
                  <c:v>5.9493670886076044E-2</c:v>
                </c:pt>
                <c:pt idx="10711">
                  <c:v>5.9746835443037938E-2</c:v>
                </c:pt>
                <c:pt idx="10712">
                  <c:v>5.9746835443037938E-2</c:v>
                </c:pt>
                <c:pt idx="10713">
                  <c:v>5.9493670886076044E-2</c:v>
                </c:pt>
                <c:pt idx="10714">
                  <c:v>5.9240506329113929E-2</c:v>
                </c:pt>
                <c:pt idx="10715">
                  <c:v>5.8987341772152035E-2</c:v>
                </c:pt>
                <c:pt idx="10716">
                  <c:v>5.8987341772152035E-2</c:v>
                </c:pt>
                <c:pt idx="10717">
                  <c:v>5.8987341772152035E-2</c:v>
                </c:pt>
                <c:pt idx="10718">
                  <c:v>5.9493670886076044E-2</c:v>
                </c:pt>
                <c:pt idx="10719">
                  <c:v>#N/A</c:v>
                </c:pt>
                <c:pt idx="10720">
                  <c:v>5.9746835443037938E-2</c:v>
                </c:pt>
                <c:pt idx="10721">
                  <c:v>5.9493670886076044E-2</c:v>
                </c:pt>
                <c:pt idx="10722">
                  <c:v>5.9493670886076044E-2</c:v>
                </c:pt>
                <c:pt idx="10723">
                  <c:v>5.9746835443037938E-2</c:v>
                </c:pt>
                <c:pt idx="10724">
                  <c:v>5.9493670886076044E-2</c:v>
                </c:pt>
                <c:pt idx="10725">
                  <c:v>#N/A</c:v>
                </c:pt>
                <c:pt idx="10726">
                  <c:v>6.0000000000000053E-2</c:v>
                </c:pt>
                <c:pt idx="10727">
                  <c:v>#N/A</c:v>
                </c:pt>
                <c:pt idx="10728">
                  <c:v>6.0253164556961947E-2</c:v>
                </c:pt>
                <c:pt idx="10729">
                  <c:v>6.0506329113924062E-2</c:v>
                </c:pt>
                <c:pt idx="10730">
                  <c:v>6.0506329113924062E-2</c:v>
                </c:pt>
                <c:pt idx="10731">
                  <c:v>6.0506329113924062E-2</c:v>
                </c:pt>
                <c:pt idx="10732">
                  <c:v>6.0759493670886178E-2</c:v>
                </c:pt>
                <c:pt idx="10733">
                  <c:v>6.1012658227848071E-2</c:v>
                </c:pt>
                <c:pt idx="10734">
                  <c:v>6.0759493670886178E-2</c:v>
                </c:pt>
                <c:pt idx="10735">
                  <c:v>6.1265822784810187E-2</c:v>
                </c:pt>
                <c:pt idx="10736">
                  <c:v>6.151898734177208E-2</c:v>
                </c:pt>
                <c:pt idx="10737">
                  <c:v>6.151898734177208E-2</c:v>
                </c:pt>
                <c:pt idx="10738">
                  <c:v>6.1772151898734196E-2</c:v>
                </c:pt>
                <c:pt idx="10739">
                  <c:v>6.2025316455696311E-2</c:v>
                </c:pt>
                <c:pt idx="10740">
                  <c:v>6.151898734177208E-2</c:v>
                </c:pt>
                <c:pt idx="10741">
                  <c:v>6.1772151898734196E-2</c:v>
                </c:pt>
                <c:pt idx="10742">
                  <c:v>6.1265822784810187E-2</c:v>
                </c:pt>
                <c:pt idx="10743">
                  <c:v>6.1265822784810187E-2</c:v>
                </c:pt>
                <c:pt idx="10744">
                  <c:v>6.0759493670886178E-2</c:v>
                </c:pt>
                <c:pt idx="10745">
                  <c:v>6.0759493670886178E-2</c:v>
                </c:pt>
                <c:pt idx="10746">
                  <c:v>6.0759493670886178E-2</c:v>
                </c:pt>
                <c:pt idx="10747">
                  <c:v>6.1012658227848071E-2</c:v>
                </c:pt>
                <c:pt idx="10748">
                  <c:v>6.1265822784810187E-2</c:v>
                </c:pt>
                <c:pt idx="10749">
                  <c:v>6.151898734177208E-2</c:v>
                </c:pt>
                <c:pt idx="10750">
                  <c:v>6.1772151898734196E-2</c:v>
                </c:pt>
                <c:pt idx="10751">
                  <c:v>6.1772151898734196E-2</c:v>
                </c:pt>
                <c:pt idx="10752">
                  <c:v>6.151898734177208E-2</c:v>
                </c:pt>
                <c:pt idx="10753">
                  <c:v>6.151898734177208E-2</c:v>
                </c:pt>
                <c:pt idx="10754">
                  <c:v>6.151898734177208E-2</c:v>
                </c:pt>
                <c:pt idx="10755">
                  <c:v>6.1265822784810187E-2</c:v>
                </c:pt>
                <c:pt idx="10756">
                  <c:v>6.1265822784810187E-2</c:v>
                </c:pt>
                <c:pt idx="10757">
                  <c:v>6.1265822784810187E-2</c:v>
                </c:pt>
                <c:pt idx="10758">
                  <c:v>6.1012658227848071E-2</c:v>
                </c:pt>
                <c:pt idx="10759">
                  <c:v>6.0759493670886178E-2</c:v>
                </c:pt>
                <c:pt idx="10760">
                  <c:v>6.1012658227848071E-2</c:v>
                </c:pt>
                <c:pt idx="10761">
                  <c:v>6.0759493670886178E-2</c:v>
                </c:pt>
                <c:pt idx="10762">
                  <c:v>6.0759493670886178E-2</c:v>
                </c:pt>
                <c:pt idx="10763">
                  <c:v>6.0759493670886178E-2</c:v>
                </c:pt>
                <c:pt idx="10764">
                  <c:v>#N/A</c:v>
                </c:pt>
                <c:pt idx="10765">
                  <c:v>6.0506329113924062E-2</c:v>
                </c:pt>
                <c:pt idx="10766">
                  <c:v>6.0506329113924062E-2</c:v>
                </c:pt>
                <c:pt idx="10767">
                  <c:v>6.0253164556961947E-2</c:v>
                </c:pt>
                <c:pt idx="10768">
                  <c:v>6.1012658227848071E-2</c:v>
                </c:pt>
                <c:pt idx="10769">
                  <c:v>6.0759493670886178E-2</c:v>
                </c:pt>
                <c:pt idx="10770">
                  <c:v>6.1772151898734196E-2</c:v>
                </c:pt>
                <c:pt idx="10771">
                  <c:v>6.151898734177208E-2</c:v>
                </c:pt>
                <c:pt idx="10772">
                  <c:v>6.1772151898734196E-2</c:v>
                </c:pt>
                <c:pt idx="10773">
                  <c:v>6.151898734177208E-2</c:v>
                </c:pt>
                <c:pt idx="10774">
                  <c:v>6.1265822784810187E-2</c:v>
                </c:pt>
                <c:pt idx="10775">
                  <c:v>6.1265822784810187E-2</c:v>
                </c:pt>
                <c:pt idx="10776">
                  <c:v>6.1265822784810187E-2</c:v>
                </c:pt>
                <c:pt idx="10777">
                  <c:v>6.1265822784810187E-2</c:v>
                </c:pt>
                <c:pt idx="10778">
                  <c:v>6.1265822784810187E-2</c:v>
                </c:pt>
                <c:pt idx="10779">
                  <c:v>6.151898734177208E-2</c:v>
                </c:pt>
                <c:pt idx="10780">
                  <c:v>6.1012658227848071E-2</c:v>
                </c:pt>
                <c:pt idx="10781">
                  <c:v>6.1012658227848071E-2</c:v>
                </c:pt>
                <c:pt idx="10782">
                  <c:v>6.1012658227848071E-2</c:v>
                </c:pt>
                <c:pt idx="10783">
                  <c:v>6.0759493670886178E-2</c:v>
                </c:pt>
                <c:pt idx="10784">
                  <c:v>6.0506329113924062E-2</c:v>
                </c:pt>
                <c:pt idx="10785">
                  <c:v>6.0506329113924062E-2</c:v>
                </c:pt>
                <c:pt idx="10786">
                  <c:v>6.0506329113924062E-2</c:v>
                </c:pt>
                <c:pt idx="10787">
                  <c:v>6.0506329113924062E-2</c:v>
                </c:pt>
                <c:pt idx="10788">
                  <c:v>6.0000000000000053E-2</c:v>
                </c:pt>
                <c:pt idx="10789">
                  <c:v>6.0000000000000053E-2</c:v>
                </c:pt>
                <c:pt idx="10790">
                  <c:v>6.0253164556961947E-2</c:v>
                </c:pt>
                <c:pt idx="10791">
                  <c:v>6.0000000000000053E-2</c:v>
                </c:pt>
                <c:pt idx="10792">
                  <c:v>5.9493670886076044E-2</c:v>
                </c:pt>
                <c:pt idx="10793">
                  <c:v>5.9493670886076044E-2</c:v>
                </c:pt>
                <c:pt idx="10794">
                  <c:v>5.9493670886076044E-2</c:v>
                </c:pt>
                <c:pt idx="10795">
                  <c:v>5.9493670886076044E-2</c:v>
                </c:pt>
                <c:pt idx="10796">
                  <c:v>5.9240506329113929E-2</c:v>
                </c:pt>
                <c:pt idx="10797">
                  <c:v>5.8987341772152035E-2</c:v>
                </c:pt>
                <c:pt idx="10798">
                  <c:v>5.9240506329113929E-2</c:v>
                </c:pt>
                <c:pt idx="10799">
                  <c:v>5.9240506329113929E-2</c:v>
                </c:pt>
                <c:pt idx="10800">
                  <c:v>5.9746835443037938E-2</c:v>
                </c:pt>
                <c:pt idx="10801">
                  <c:v>5.9746835443037938E-2</c:v>
                </c:pt>
                <c:pt idx="10802">
                  <c:v>5.9493670886076044E-2</c:v>
                </c:pt>
                <c:pt idx="10803">
                  <c:v>5.9240506329113929E-2</c:v>
                </c:pt>
                <c:pt idx="10804">
                  <c:v>5.9240506329113929E-2</c:v>
                </c:pt>
                <c:pt idx="10805">
                  <c:v>5.8987341772152035E-2</c:v>
                </c:pt>
                <c:pt idx="10806">
                  <c:v>5.8987341772152035E-2</c:v>
                </c:pt>
                <c:pt idx="10807">
                  <c:v>5.9240506329113929E-2</c:v>
                </c:pt>
                <c:pt idx="10808">
                  <c:v>5.8987341772152035E-2</c:v>
                </c:pt>
                <c:pt idx="10809">
                  <c:v>5.9240506329113929E-2</c:v>
                </c:pt>
                <c:pt idx="10810">
                  <c:v>5.9493670886076044E-2</c:v>
                </c:pt>
                <c:pt idx="10811">
                  <c:v>#N/A</c:v>
                </c:pt>
                <c:pt idx="10812">
                  <c:v>5.9746835443037938E-2</c:v>
                </c:pt>
                <c:pt idx="10813">
                  <c:v>6.0506329113924062E-2</c:v>
                </c:pt>
                <c:pt idx="10814">
                  <c:v>6.0253164556961947E-2</c:v>
                </c:pt>
                <c:pt idx="10815">
                  <c:v>6.0759493670886178E-2</c:v>
                </c:pt>
                <c:pt idx="10816">
                  <c:v>6.0506329113924062E-2</c:v>
                </c:pt>
                <c:pt idx="10817">
                  <c:v>6.0506329113924062E-2</c:v>
                </c:pt>
                <c:pt idx="10818">
                  <c:v>6.0253164556961947E-2</c:v>
                </c:pt>
                <c:pt idx="10819">
                  <c:v>6.0759493670886178E-2</c:v>
                </c:pt>
                <c:pt idx="10820">
                  <c:v>6.1012658227848071E-2</c:v>
                </c:pt>
                <c:pt idx="10821">
                  <c:v>6.1012658227848071E-2</c:v>
                </c:pt>
                <c:pt idx="10822">
                  <c:v>6.151898734177208E-2</c:v>
                </c:pt>
                <c:pt idx="10823">
                  <c:v>6.1265822784810187E-2</c:v>
                </c:pt>
                <c:pt idx="10824">
                  <c:v>6.1012658227848071E-2</c:v>
                </c:pt>
                <c:pt idx="10825">
                  <c:v>6.1012658227848071E-2</c:v>
                </c:pt>
                <c:pt idx="10826">
                  <c:v>#N/A</c:v>
                </c:pt>
                <c:pt idx="10827">
                  <c:v>6.151898734177208E-2</c:v>
                </c:pt>
                <c:pt idx="10828">
                  <c:v>6.1265822784810187E-2</c:v>
                </c:pt>
                <c:pt idx="10829">
                  <c:v>6.151898734177208E-2</c:v>
                </c:pt>
                <c:pt idx="10830">
                  <c:v>6.151898734177208E-2</c:v>
                </c:pt>
                <c:pt idx="10831">
                  <c:v>6.2025316455696311E-2</c:v>
                </c:pt>
                <c:pt idx="10832">
                  <c:v>6.2278481012658204E-2</c:v>
                </c:pt>
                <c:pt idx="10833">
                  <c:v>6.2278481012658204E-2</c:v>
                </c:pt>
                <c:pt idx="10834">
                  <c:v>#N/A</c:v>
                </c:pt>
                <c:pt idx="10835">
                  <c:v>6.2278481012658204E-2</c:v>
                </c:pt>
                <c:pt idx="10836">
                  <c:v>6.2025316455696311E-2</c:v>
                </c:pt>
                <c:pt idx="10837">
                  <c:v>6.151898734177208E-2</c:v>
                </c:pt>
                <c:pt idx="10838">
                  <c:v>6.1772151898734196E-2</c:v>
                </c:pt>
                <c:pt idx="10839">
                  <c:v>6.2025316455696311E-2</c:v>
                </c:pt>
                <c:pt idx="10840">
                  <c:v>6.2025316455696311E-2</c:v>
                </c:pt>
                <c:pt idx="10841">
                  <c:v>6.253164556962032E-2</c:v>
                </c:pt>
                <c:pt idx="10842">
                  <c:v>#N/A</c:v>
                </c:pt>
                <c:pt idx="10843">
                  <c:v>6.253164556962032E-2</c:v>
                </c:pt>
                <c:pt idx="10844">
                  <c:v>6.2278481012658204E-2</c:v>
                </c:pt>
                <c:pt idx="10845">
                  <c:v>6.2025316455696311E-2</c:v>
                </c:pt>
                <c:pt idx="10846">
                  <c:v>6.151898734177208E-2</c:v>
                </c:pt>
                <c:pt idx="10847">
                  <c:v>6.1772151898734196E-2</c:v>
                </c:pt>
                <c:pt idx="10848">
                  <c:v>6.1265822784810187E-2</c:v>
                </c:pt>
                <c:pt idx="10849">
                  <c:v>6.1265822784810187E-2</c:v>
                </c:pt>
                <c:pt idx="10850">
                  <c:v>6.2278481012658204E-2</c:v>
                </c:pt>
                <c:pt idx="10851">
                  <c:v>6.2278481012658204E-2</c:v>
                </c:pt>
                <c:pt idx="10852">
                  <c:v>6.253164556962032E-2</c:v>
                </c:pt>
                <c:pt idx="10853">
                  <c:v>6.2278481012658204E-2</c:v>
                </c:pt>
                <c:pt idx="10854">
                  <c:v>#N/A</c:v>
                </c:pt>
                <c:pt idx="10855">
                  <c:v>6.253164556962032E-2</c:v>
                </c:pt>
                <c:pt idx="10856">
                  <c:v>6.3037974683544329E-2</c:v>
                </c:pt>
                <c:pt idx="10857">
                  <c:v>6.3291139240506222E-2</c:v>
                </c:pt>
                <c:pt idx="10858">
                  <c:v>6.3037974683544329E-2</c:v>
                </c:pt>
                <c:pt idx="10859">
                  <c:v>6.3037974683544329E-2</c:v>
                </c:pt>
                <c:pt idx="10860">
                  <c:v>6.3291139240506222E-2</c:v>
                </c:pt>
                <c:pt idx="10861">
                  <c:v>6.3544303797468338E-2</c:v>
                </c:pt>
                <c:pt idx="10862">
                  <c:v>6.4050632911392347E-2</c:v>
                </c:pt>
                <c:pt idx="10863">
                  <c:v>6.3797468354430453E-2</c:v>
                </c:pt>
                <c:pt idx="10864">
                  <c:v>6.3797468354430453E-2</c:v>
                </c:pt>
                <c:pt idx="10865">
                  <c:v>6.4303797468354462E-2</c:v>
                </c:pt>
                <c:pt idx="10866">
                  <c:v>6.4303797468354462E-2</c:v>
                </c:pt>
                <c:pt idx="10867">
                  <c:v>6.4810126582278471E-2</c:v>
                </c:pt>
                <c:pt idx="10868">
                  <c:v>6.4303797468354462E-2</c:v>
                </c:pt>
                <c:pt idx="10869">
                  <c:v>6.4303797468354462E-2</c:v>
                </c:pt>
                <c:pt idx="10870">
                  <c:v>6.4050632911392347E-2</c:v>
                </c:pt>
                <c:pt idx="10871">
                  <c:v>6.4050632911392347E-2</c:v>
                </c:pt>
                <c:pt idx="10872">
                  <c:v>6.3797468354430453E-2</c:v>
                </c:pt>
                <c:pt idx="10873">
                  <c:v>6.4303797468354462E-2</c:v>
                </c:pt>
                <c:pt idx="10874">
                  <c:v>6.4556962025316356E-2</c:v>
                </c:pt>
                <c:pt idx="10875">
                  <c:v>6.4810126582278471E-2</c:v>
                </c:pt>
                <c:pt idx="10876">
                  <c:v>6.4810126582278471E-2</c:v>
                </c:pt>
                <c:pt idx="10877">
                  <c:v>6.4810126582278471E-2</c:v>
                </c:pt>
                <c:pt idx="10878">
                  <c:v>6.4810126582278471E-2</c:v>
                </c:pt>
                <c:pt idx="10879">
                  <c:v>6.4810126582278471E-2</c:v>
                </c:pt>
                <c:pt idx="10880">
                  <c:v>6.4556962025316356E-2</c:v>
                </c:pt>
                <c:pt idx="10881">
                  <c:v>6.5063291139240587E-2</c:v>
                </c:pt>
                <c:pt idx="10882">
                  <c:v>6.4556962025316356E-2</c:v>
                </c:pt>
                <c:pt idx="10883">
                  <c:v>6.5063291139240587E-2</c:v>
                </c:pt>
                <c:pt idx="10884">
                  <c:v>6.5063291139240587E-2</c:v>
                </c:pt>
                <c:pt idx="10885">
                  <c:v>6.531645569620248E-2</c:v>
                </c:pt>
                <c:pt idx="10886">
                  <c:v>6.5569620253164596E-2</c:v>
                </c:pt>
                <c:pt idx="10887">
                  <c:v>6.5569620253164596E-2</c:v>
                </c:pt>
                <c:pt idx="10888">
                  <c:v>6.5569620253164596E-2</c:v>
                </c:pt>
                <c:pt idx="10889">
                  <c:v>6.5569620253164596E-2</c:v>
                </c:pt>
                <c:pt idx="10890">
                  <c:v>6.5569620253164596E-2</c:v>
                </c:pt>
                <c:pt idx="10891">
                  <c:v>6.6329113924050498E-2</c:v>
                </c:pt>
                <c:pt idx="10892">
                  <c:v>6.6075949367088604E-2</c:v>
                </c:pt>
                <c:pt idx="10893">
                  <c:v>6.6329113924050498E-2</c:v>
                </c:pt>
                <c:pt idx="10894">
                  <c:v>6.6075949367088604E-2</c:v>
                </c:pt>
                <c:pt idx="10895">
                  <c:v>6.6835443037974729E-2</c:v>
                </c:pt>
                <c:pt idx="10896">
                  <c:v>6.6582278481012613E-2</c:v>
                </c:pt>
                <c:pt idx="10897">
                  <c:v>6.6835443037974729E-2</c:v>
                </c:pt>
                <c:pt idx="10898">
                  <c:v>6.7088607594936622E-2</c:v>
                </c:pt>
                <c:pt idx="10899">
                  <c:v>6.7088607594936622E-2</c:v>
                </c:pt>
                <c:pt idx="10900">
                  <c:v>6.7341772151898738E-2</c:v>
                </c:pt>
                <c:pt idx="10901">
                  <c:v>6.7088607594936622E-2</c:v>
                </c:pt>
                <c:pt idx="10902">
                  <c:v>6.7341772151898738E-2</c:v>
                </c:pt>
                <c:pt idx="10903">
                  <c:v>6.7341772151898738E-2</c:v>
                </c:pt>
                <c:pt idx="10904">
                  <c:v>6.7341772151898738E-2</c:v>
                </c:pt>
                <c:pt idx="10905">
                  <c:v>6.6835443037974729E-2</c:v>
                </c:pt>
                <c:pt idx="10906">
                  <c:v>6.6075949367088604E-2</c:v>
                </c:pt>
                <c:pt idx="10907">
                  <c:v>6.5569620253164596E-2</c:v>
                </c:pt>
                <c:pt idx="10908">
                  <c:v>6.5822784810126489E-2</c:v>
                </c:pt>
                <c:pt idx="10909">
                  <c:v>6.6075949367088604E-2</c:v>
                </c:pt>
                <c:pt idx="10910">
                  <c:v>6.6835443037974729E-2</c:v>
                </c:pt>
                <c:pt idx="10911">
                  <c:v>6.6835443037974729E-2</c:v>
                </c:pt>
                <c:pt idx="10912">
                  <c:v>6.7088607594936622E-2</c:v>
                </c:pt>
                <c:pt idx="10913">
                  <c:v>6.6835443037974729E-2</c:v>
                </c:pt>
                <c:pt idx="10914">
                  <c:v>#N/A</c:v>
                </c:pt>
                <c:pt idx="10915">
                  <c:v>6.7088607594936622E-2</c:v>
                </c:pt>
                <c:pt idx="10916">
                  <c:v>6.6835443037974729E-2</c:v>
                </c:pt>
                <c:pt idx="10917">
                  <c:v>6.6329113924050498E-2</c:v>
                </c:pt>
                <c:pt idx="10918">
                  <c:v>6.7088607594936622E-2</c:v>
                </c:pt>
                <c:pt idx="10919">
                  <c:v>6.7088607594936622E-2</c:v>
                </c:pt>
                <c:pt idx="10920">
                  <c:v>6.6835443037974729E-2</c:v>
                </c:pt>
                <c:pt idx="10921">
                  <c:v>6.7341772151898738E-2</c:v>
                </c:pt>
                <c:pt idx="10922">
                  <c:v>6.7088607594936622E-2</c:v>
                </c:pt>
                <c:pt idx="10923">
                  <c:v>6.7341772151898738E-2</c:v>
                </c:pt>
                <c:pt idx="10924">
                  <c:v>6.6835443037974729E-2</c:v>
                </c:pt>
                <c:pt idx="10925">
                  <c:v>6.6835443037974729E-2</c:v>
                </c:pt>
                <c:pt idx="10926">
                  <c:v>6.6582278481012613E-2</c:v>
                </c:pt>
                <c:pt idx="10927">
                  <c:v>6.6835443037974729E-2</c:v>
                </c:pt>
                <c:pt idx="10928">
                  <c:v>6.6835443037974729E-2</c:v>
                </c:pt>
                <c:pt idx="10929">
                  <c:v>6.6835443037974729E-2</c:v>
                </c:pt>
                <c:pt idx="10930">
                  <c:v>6.6582278481012613E-2</c:v>
                </c:pt>
                <c:pt idx="10931">
                  <c:v>6.6329113924050498E-2</c:v>
                </c:pt>
                <c:pt idx="10932">
                  <c:v>6.6582278481012613E-2</c:v>
                </c:pt>
                <c:pt idx="10933">
                  <c:v>6.6075949367088604E-2</c:v>
                </c:pt>
                <c:pt idx="10934">
                  <c:v>6.6329113924050498E-2</c:v>
                </c:pt>
                <c:pt idx="10935">
                  <c:v>6.6329113924050498E-2</c:v>
                </c:pt>
                <c:pt idx="10936">
                  <c:v>6.5822784810126489E-2</c:v>
                </c:pt>
                <c:pt idx="10937">
                  <c:v>6.531645569620248E-2</c:v>
                </c:pt>
                <c:pt idx="10938">
                  <c:v>6.5063291139240587E-2</c:v>
                </c:pt>
                <c:pt idx="10939">
                  <c:v>6.531645569620248E-2</c:v>
                </c:pt>
                <c:pt idx="10940">
                  <c:v>6.5569620253164596E-2</c:v>
                </c:pt>
                <c:pt idx="10941">
                  <c:v>6.531645569620248E-2</c:v>
                </c:pt>
                <c:pt idx="10942">
                  <c:v>6.6329113924050498E-2</c:v>
                </c:pt>
                <c:pt idx="10943">
                  <c:v>6.6075949367088604E-2</c:v>
                </c:pt>
                <c:pt idx="10944">
                  <c:v>6.6329113924050498E-2</c:v>
                </c:pt>
                <c:pt idx="10945">
                  <c:v>6.6329113924050498E-2</c:v>
                </c:pt>
                <c:pt idx="10946">
                  <c:v>6.6329113924050498E-2</c:v>
                </c:pt>
                <c:pt idx="10947">
                  <c:v>6.6075949367088604E-2</c:v>
                </c:pt>
                <c:pt idx="10948">
                  <c:v>6.6075949367088604E-2</c:v>
                </c:pt>
                <c:pt idx="10949">
                  <c:v>6.6329113924050498E-2</c:v>
                </c:pt>
                <c:pt idx="10950">
                  <c:v>6.6075949367088604E-2</c:v>
                </c:pt>
                <c:pt idx="10951">
                  <c:v>6.6582278481012613E-2</c:v>
                </c:pt>
                <c:pt idx="10952">
                  <c:v>6.7088607594936622E-2</c:v>
                </c:pt>
                <c:pt idx="10953">
                  <c:v>6.7088607594936622E-2</c:v>
                </c:pt>
                <c:pt idx="10954">
                  <c:v>6.6835443037974729E-2</c:v>
                </c:pt>
                <c:pt idx="10955">
                  <c:v>6.7341772151898738E-2</c:v>
                </c:pt>
                <c:pt idx="10956">
                  <c:v>6.7341772151898738E-2</c:v>
                </c:pt>
                <c:pt idx="10957">
                  <c:v>6.7088607594936622E-2</c:v>
                </c:pt>
                <c:pt idx="10958">
                  <c:v>6.7088607594936622E-2</c:v>
                </c:pt>
                <c:pt idx="10959">
                  <c:v>6.7088607594936622E-2</c:v>
                </c:pt>
                <c:pt idx="10960">
                  <c:v>6.7341772151898738E-2</c:v>
                </c:pt>
                <c:pt idx="10961">
                  <c:v>6.6835443037974729E-2</c:v>
                </c:pt>
                <c:pt idx="10962">
                  <c:v>6.6582278481012613E-2</c:v>
                </c:pt>
                <c:pt idx="10963">
                  <c:v>6.6582278481012613E-2</c:v>
                </c:pt>
                <c:pt idx="10964">
                  <c:v>6.6835443037974729E-2</c:v>
                </c:pt>
                <c:pt idx="10965">
                  <c:v>6.6835443037974729E-2</c:v>
                </c:pt>
                <c:pt idx="10966">
                  <c:v>6.6582278481012613E-2</c:v>
                </c:pt>
                <c:pt idx="10967">
                  <c:v>6.6582278481012613E-2</c:v>
                </c:pt>
                <c:pt idx="10968">
                  <c:v>6.7088607594936622E-2</c:v>
                </c:pt>
                <c:pt idx="10969">
                  <c:v>6.7088607594936622E-2</c:v>
                </c:pt>
                <c:pt idx="10970">
                  <c:v>6.7341772151898738E-2</c:v>
                </c:pt>
                <c:pt idx="10971">
                  <c:v>6.7594936708860631E-2</c:v>
                </c:pt>
                <c:pt idx="10972">
                  <c:v>6.7848101265822747E-2</c:v>
                </c:pt>
                <c:pt idx="10973">
                  <c:v>6.7848101265822747E-2</c:v>
                </c:pt>
                <c:pt idx="10974">
                  <c:v>6.7594936708860631E-2</c:v>
                </c:pt>
                <c:pt idx="10975">
                  <c:v>6.8101265822784862E-2</c:v>
                </c:pt>
                <c:pt idx="10976">
                  <c:v>6.8607594936708871E-2</c:v>
                </c:pt>
                <c:pt idx="10977">
                  <c:v>6.8860759493670765E-2</c:v>
                </c:pt>
                <c:pt idx="10978">
                  <c:v>6.911392405063288E-2</c:v>
                </c:pt>
                <c:pt idx="10979">
                  <c:v>6.9367088607594773E-2</c:v>
                </c:pt>
                <c:pt idx="10980">
                  <c:v>6.911392405063288E-2</c:v>
                </c:pt>
                <c:pt idx="10981">
                  <c:v>6.9620253164556889E-2</c:v>
                </c:pt>
                <c:pt idx="10982">
                  <c:v>6.9873417721519004E-2</c:v>
                </c:pt>
                <c:pt idx="10983">
                  <c:v>6.9620253164556889E-2</c:v>
                </c:pt>
                <c:pt idx="10984">
                  <c:v>6.9873417721519004E-2</c:v>
                </c:pt>
                <c:pt idx="10985">
                  <c:v>6.9620253164556889E-2</c:v>
                </c:pt>
                <c:pt idx="10986">
                  <c:v>6.9367088607594773E-2</c:v>
                </c:pt>
                <c:pt idx="10987">
                  <c:v>6.9367088607594773E-2</c:v>
                </c:pt>
                <c:pt idx="10988">
                  <c:v>6.9620253164556889E-2</c:v>
                </c:pt>
                <c:pt idx="10989">
                  <c:v>6.9367088607594773E-2</c:v>
                </c:pt>
                <c:pt idx="10990">
                  <c:v>6.8860759493670765E-2</c:v>
                </c:pt>
                <c:pt idx="10991">
                  <c:v>6.9367088607594773E-2</c:v>
                </c:pt>
                <c:pt idx="10992">
                  <c:v>6.9873417721519004E-2</c:v>
                </c:pt>
                <c:pt idx="10993">
                  <c:v>6.9873417721519004E-2</c:v>
                </c:pt>
                <c:pt idx="10994">
                  <c:v>6.9873417721519004E-2</c:v>
                </c:pt>
                <c:pt idx="10995">
                  <c:v>6.9620253164556889E-2</c:v>
                </c:pt>
                <c:pt idx="10996">
                  <c:v>6.9873417721519004E-2</c:v>
                </c:pt>
                <c:pt idx="10997">
                  <c:v>6.9873417721519004E-2</c:v>
                </c:pt>
                <c:pt idx="10998">
                  <c:v>6.9873417721519004E-2</c:v>
                </c:pt>
                <c:pt idx="10999">
                  <c:v>6.9873417721519004E-2</c:v>
                </c:pt>
                <c:pt idx="11000">
                  <c:v>6.9873417721519004E-2</c:v>
                </c:pt>
                <c:pt idx="11001">
                  <c:v>6.9873417721519004E-2</c:v>
                </c:pt>
                <c:pt idx="11002">
                  <c:v>6.9367088607594773E-2</c:v>
                </c:pt>
                <c:pt idx="11003">
                  <c:v>#N/A</c:v>
                </c:pt>
                <c:pt idx="11004">
                  <c:v>6.911392405063288E-2</c:v>
                </c:pt>
                <c:pt idx="11005">
                  <c:v>6.911392405063288E-2</c:v>
                </c:pt>
                <c:pt idx="11006">
                  <c:v>6.8860759493670765E-2</c:v>
                </c:pt>
                <c:pt idx="11007">
                  <c:v>6.9367088607594773E-2</c:v>
                </c:pt>
                <c:pt idx="11008">
                  <c:v>7.0126582278480898E-2</c:v>
                </c:pt>
                <c:pt idx="11009">
                  <c:v>6.9367088607594773E-2</c:v>
                </c:pt>
                <c:pt idx="11010">
                  <c:v>6.9367088607594773E-2</c:v>
                </c:pt>
                <c:pt idx="11011">
                  <c:v>6.9873417721519004E-2</c:v>
                </c:pt>
                <c:pt idx="11012">
                  <c:v>7.0126582278480898E-2</c:v>
                </c:pt>
                <c:pt idx="11013">
                  <c:v>7.0886075949367022E-2</c:v>
                </c:pt>
                <c:pt idx="11014">
                  <c:v>7.0886075949367022E-2</c:v>
                </c:pt>
                <c:pt idx="11015">
                  <c:v>7.1139240506329138E-2</c:v>
                </c:pt>
                <c:pt idx="11016">
                  <c:v>7.1645569620253147E-2</c:v>
                </c:pt>
                <c:pt idx="11017">
                  <c:v>7.189873417721504E-2</c:v>
                </c:pt>
                <c:pt idx="11018">
                  <c:v>7.189873417721504E-2</c:v>
                </c:pt>
                <c:pt idx="11019">
                  <c:v>7.2151898734177156E-2</c:v>
                </c:pt>
                <c:pt idx="11020">
                  <c:v>7.2151898734177156E-2</c:v>
                </c:pt>
                <c:pt idx="11021">
                  <c:v>7.2151898734177156E-2</c:v>
                </c:pt>
                <c:pt idx="11022">
                  <c:v>7.1139240506329138E-2</c:v>
                </c:pt>
                <c:pt idx="11023">
                  <c:v>7.1392405063291031E-2</c:v>
                </c:pt>
                <c:pt idx="11024">
                  <c:v>7.1392405063291031E-2</c:v>
                </c:pt>
                <c:pt idx="11025">
                  <c:v>7.2151898734177156E-2</c:v>
                </c:pt>
                <c:pt idx="11026">
                  <c:v>7.2151898734177156E-2</c:v>
                </c:pt>
                <c:pt idx="11027">
                  <c:v>7.2405063291139271E-2</c:v>
                </c:pt>
                <c:pt idx="11028">
                  <c:v>7.189873417721504E-2</c:v>
                </c:pt>
                <c:pt idx="11029">
                  <c:v>7.2405063291139271E-2</c:v>
                </c:pt>
                <c:pt idx="11030">
                  <c:v>7.189873417721504E-2</c:v>
                </c:pt>
                <c:pt idx="11031">
                  <c:v>7.189873417721504E-2</c:v>
                </c:pt>
                <c:pt idx="11032">
                  <c:v>7.189873417721504E-2</c:v>
                </c:pt>
                <c:pt idx="11033">
                  <c:v>#N/A</c:v>
                </c:pt>
                <c:pt idx="11034">
                  <c:v>7.1645569620253147E-2</c:v>
                </c:pt>
                <c:pt idx="11035">
                  <c:v>7.1392405063291031E-2</c:v>
                </c:pt>
                <c:pt idx="11036">
                  <c:v>7.2151898734177156E-2</c:v>
                </c:pt>
                <c:pt idx="11037">
                  <c:v>7.2405063291139271E-2</c:v>
                </c:pt>
                <c:pt idx="11038">
                  <c:v>7.2405063291139271E-2</c:v>
                </c:pt>
                <c:pt idx="11039">
                  <c:v>7.2405063291139271E-2</c:v>
                </c:pt>
                <c:pt idx="11040">
                  <c:v>7.189873417721504E-2</c:v>
                </c:pt>
                <c:pt idx="11041">
                  <c:v>7.2405063291139271E-2</c:v>
                </c:pt>
                <c:pt idx="11042">
                  <c:v>7.2405063291139271E-2</c:v>
                </c:pt>
                <c:pt idx="11043">
                  <c:v>7.2405063291139271E-2</c:v>
                </c:pt>
                <c:pt idx="11044">
                  <c:v>7.2405063291139271E-2</c:v>
                </c:pt>
                <c:pt idx="11045">
                  <c:v>7.2405063291139271E-2</c:v>
                </c:pt>
                <c:pt idx="11046">
                  <c:v>7.2405063291139271E-2</c:v>
                </c:pt>
                <c:pt idx="11047">
                  <c:v>7.189873417721504E-2</c:v>
                </c:pt>
                <c:pt idx="11048">
                  <c:v>7.2151898734177156E-2</c:v>
                </c:pt>
                <c:pt idx="11049">
                  <c:v>7.189873417721504E-2</c:v>
                </c:pt>
                <c:pt idx="11050">
                  <c:v>7.189873417721504E-2</c:v>
                </c:pt>
                <c:pt idx="11051">
                  <c:v>7.2405063291139271E-2</c:v>
                </c:pt>
                <c:pt idx="11052">
                  <c:v>7.2151898734177156E-2</c:v>
                </c:pt>
                <c:pt idx="11053">
                  <c:v>7.2151898734177156E-2</c:v>
                </c:pt>
                <c:pt idx="11054">
                  <c:v>7.2151898734177156E-2</c:v>
                </c:pt>
                <c:pt idx="11055">
                  <c:v>7.189873417721504E-2</c:v>
                </c:pt>
                <c:pt idx="11056">
                  <c:v>7.189873417721504E-2</c:v>
                </c:pt>
                <c:pt idx="11057">
                  <c:v>7.2151898734177156E-2</c:v>
                </c:pt>
                <c:pt idx="11058">
                  <c:v>7.2658227848101165E-2</c:v>
                </c:pt>
                <c:pt idx="11059">
                  <c:v>7.2658227848101165E-2</c:v>
                </c:pt>
                <c:pt idx="11060">
                  <c:v>7.2658227848101165E-2</c:v>
                </c:pt>
                <c:pt idx="11061">
                  <c:v>7.291139240506328E-2</c:v>
                </c:pt>
                <c:pt idx="11062">
                  <c:v>7.3164556962025173E-2</c:v>
                </c:pt>
                <c:pt idx="11063">
                  <c:v>7.3417721518987289E-2</c:v>
                </c:pt>
                <c:pt idx="11064">
                  <c:v>7.3164556962025173E-2</c:v>
                </c:pt>
                <c:pt idx="11065">
                  <c:v>7.2658227848101165E-2</c:v>
                </c:pt>
                <c:pt idx="11066">
                  <c:v>7.291139240506328E-2</c:v>
                </c:pt>
                <c:pt idx="11067">
                  <c:v>7.291139240506328E-2</c:v>
                </c:pt>
                <c:pt idx="11068">
                  <c:v>7.291139240506328E-2</c:v>
                </c:pt>
                <c:pt idx="11069">
                  <c:v>7.2658227848101165E-2</c:v>
                </c:pt>
                <c:pt idx="11070">
                  <c:v>7.291139240506328E-2</c:v>
                </c:pt>
                <c:pt idx="11071">
                  <c:v>7.291139240506328E-2</c:v>
                </c:pt>
                <c:pt idx="11072">
                  <c:v>7.3164556962025173E-2</c:v>
                </c:pt>
                <c:pt idx="11073">
                  <c:v>7.291139240506328E-2</c:v>
                </c:pt>
                <c:pt idx="11074">
                  <c:v>7.291139240506328E-2</c:v>
                </c:pt>
                <c:pt idx="11075">
                  <c:v>7.291139240506328E-2</c:v>
                </c:pt>
                <c:pt idx="11076">
                  <c:v>7.3417721518987289E-2</c:v>
                </c:pt>
                <c:pt idx="11077">
                  <c:v>7.3164556962025173E-2</c:v>
                </c:pt>
                <c:pt idx="11078">
                  <c:v>7.2658227848101165E-2</c:v>
                </c:pt>
                <c:pt idx="11079">
                  <c:v>7.2405063291139271E-2</c:v>
                </c:pt>
                <c:pt idx="11080">
                  <c:v>7.189873417721504E-2</c:v>
                </c:pt>
                <c:pt idx="11081">
                  <c:v>7.2151898734177156E-2</c:v>
                </c:pt>
                <c:pt idx="11082">
                  <c:v>7.2151898734177156E-2</c:v>
                </c:pt>
                <c:pt idx="11083">
                  <c:v>7.2151898734177156E-2</c:v>
                </c:pt>
                <c:pt idx="11084">
                  <c:v>7.1645569620253147E-2</c:v>
                </c:pt>
                <c:pt idx="11085">
                  <c:v>7.189873417721504E-2</c:v>
                </c:pt>
                <c:pt idx="11086">
                  <c:v>7.1645569620253147E-2</c:v>
                </c:pt>
                <c:pt idx="11087">
                  <c:v>7.1392405063291031E-2</c:v>
                </c:pt>
                <c:pt idx="11088">
                  <c:v>7.1645569620253147E-2</c:v>
                </c:pt>
                <c:pt idx="11089">
                  <c:v>7.1392405063291031E-2</c:v>
                </c:pt>
                <c:pt idx="11090">
                  <c:v>7.1392405063291031E-2</c:v>
                </c:pt>
                <c:pt idx="11091">
                  <c:v>7.1139240506329138E-2</c:v>
                </c:pt>
                <c:pt idx="11092">
                  <c:v>7.0886075949367022E-2</c:v>
                </c:pt>
                <c:pt idx="11093">
                  <c:v>7.0632911392404907E-2</c:v>
                </c:pt>
                <c:pt idx="11094">
                  <c:v>7.0379746835443013E-2</c:v>
                </c:pt>
                <c:pt idx="11095">
                  <c:v>7.0379746835443013E-2</c:v>
                </c:pt>
                <c:pt idx="11096">
                  <c:v>7.0632911392404907E-2</c:v>
                </c:pt>
                <c:pt idx="11097">
                  <c:v>7.0379746835443013E-2</c:v>
                </c:pt>
                <c:pt idx="11098">
                  <c:v>7.0379746835443013E-2</c:v>
                </c:pt>
                <c:pt idx="11099">
                  <c:v>7.0886075949367022E-2</c:v>
                </c:pt>
                <c:pt idx="11100">
                  <c:v>7.1139240506329138E-2</c:v>
                </c:pt>
                <c:pt idx="11101">
                  <c:v>7.0886075949367022E-2</c:v>
                </c:pt>
                <c:pt idx="11102">
                  <c:v>7.1139240506329138E-2</c:v>
                </c:pt>
                <c:pt idx="11103">
                  <c:v>7.0379746835443013E-2</c:v>
                </c:pt>
                <c:pt idx="11104">
                  <c:v>7.0126582278480898E-2</c:v>
                </c:pt>
                <c:pt idx="11105">
                  <c:v>7.0379746835443013E-2</c:v>
                </c:pt>
                <c:pt idx="11106">
                  <c:v>6.9620253164556889E-2</c:v>
                </c:pt>
                <c:pt idx="11107">
                  <c:v>6.9367088607594773E-2</c:v>
                </c:pt>
                <c:pt idx="11108">
                  <c:v>6.9367088607594773E-2</c:v>
                </c:pt>
                <c:pt idx="11109">
                  <c:v>6.9620253164556889E-2</c:v>
                </c:pt>
                <c:pt idx="11110">
                  <c:v>6.9367088607594773E-2</c:v>
                </c:pt>
                <c:pt idx="11111">
                  <c:v>6.8860759493670765E-2</c:v>
                </c:pt>
                <c:pt idx="11112">
                  <c:v>6.911392405063288E-2</c:v>
                </c:pt>
                <c:pt idx="11113">
                  <c:v>6.9367088607594773E-2</c:v>
                </c:pt>
                <c:pt idx="11114">
                  <c:v>6.9367088607594773E-2</c:v>
                </c:pt>
                <c:pt idx="11115">
                  <c:v>6.9873417721519004E-2</c:v>
                </c:pt>
                <c:pt idx="11116">
                  <c:v>6.9620253164556889E-2</c:v>
                </c:pt>
                <c:pt idx="11117">
                  <c:v>6.9367088607594773E-2</c:v>
                </c:pt>
                <c:pt idx="11118">
                  <c:v>6.9367088607594773E-2</c:v>
                </c:pt>
                <c:pt idx="11119">
                  <c:v>6.911392405063288E-2</c:v>
                </c:pt>
                <c:pt idx="11120">
                  <c:v>6.9367088607594773E-2</c:v>
                </c:pt>
                <c:pt idx="11121">
                  <c:v>6.911392405063288E-2</c:v>
                </c:pt>
                <c:pt idx="11122">
                  <c:v>6.911392405063288E-2</c:v>
                </c:pt>
                <c:pt idx="11123">
                  <c:v>6.911392405063288E-2</c:v>
                </c:pt>
                <c:pt idx="11124">
                  <c:v>6.911392405063288E-2</c:v>
                </c:pt>
                <c:pt idx="11125">
                  <c:v>6.8860759493670765E-2</c:v>
                </c:pt>
                <c:pt idx="11126">
                  <c:v>6.8101265822784862E-2</c:v>
                </c:pt>
                <c:pt idx="11127">
                  <c:v>6.8607594936708871E-2</c:v>
                </c:pt>
                <c:pt idx="11128">
                  <c:v>6.8607594936708871E-2</c:v>
                </c:pt>
                <c:pt idx="11129">
                  <c:v>6.9367088607594773E-2</c:v>
                </c:pt>
                <c:pt idx="11130">
                  <c:v>6.9620253164556889E-2</c:v>
                </c:pt>
                <c:pt idx="11131">
                  <c:v>6.9873417721519004E-2</c:v>
                </c:pt>
                <c:pt idx="11132">
                  <c:v>7.0379746835443013E-2</c:v>
                </c:pt>
                <c:pt idx="11133">
                  <c:v>7.0632911392404907E-2</c:v>
                </c:pt>
                <c:pt idx="11134">
                  <c:v>7.0126582278480898E-2</c:v>
                </c:pt>
                <c:pt idx="11135">
                  <c:v>7.0126582278480898E-2</c:v>
                </c:pt>
                <c:pt idx="11136">
                  <c:v>7.0379746835443013E-2</c:v>
                </c:pt>
                <c:pt idx="11137">
                  <c:v>7.0632911392404907E-2</c:v>
                </c:pt>
                <c:pt idx="11138">
                  <c:v>7.0886075949367022E-2</c:v>
                </c:pt>
                <c:pt idx="11139">
                  <c:v>7.0126582278480898E-2</c:v>
                </c:pt>
                <c:pt idx="11140">
                  <c:v>7.0126582278480898E-2</c:v>
                </c:pt>
                <c:pt idx="11141">
                  <c:v>6.9873417721519004E-2</c:v>
                </c:pt>
                <c:pt idx="11142">
                  <c:v>6.9620253164556889E-2</c:v>
                </c:pt>
                <c:pt idx="11143">
                  <c:v>7.0126582278480898E-2</c:v>
                </c:pt>
                <c:pt idx="11144">
                  <c:v>7.0379746835443013E-2</c:v>
                </c:pt>
                <c:pt idx="11145">
                  <c:v>6.9873417721519004E-2</c:v>
                </c:pt>
                <c:pt idx="11146">
                  <c:v>7.0126582278480898E-2</c:v>
                </c:pt>
                <c:pt idx="11147">
                  <c:v>6.9873417721519004E-2</c:v>
                </c:pt>
                <c:pt idx="11148">
                  <c:v>7.0379746835443013E-2</c:v>
                </c:pt>
                <c:pt idx="11149">
                  <c:v>7.0886075949367022E-2</c:v>
                </c:pt>
                <c:pt idx="11150">
                  <c:v>7.1139240506329138E-2</c:v>
                </c:pt>
                <c:pt idx="11151">
                  <c:v>7.1139240506329138E-2</c:v>
                </c:pt>
                <c:pt idx="11152">
                  <c:v>7.1392405063291031E-2</c:v>
                </c:pt>
                <c:pt idx="11153">
                  <c:v>7.1139240506329138E-2</c:v>
                </c:pt>
                <c:pt idx="11154">
                  <c:v>7.0379746835443013E-2</c:v>
                </c:pt>
                <c:pt idx="11155">
                  <c:v>7.0126582278480898E-2</c:v>
                </c:pt>
                <c:pt idx="11156">
                  <c:v>7.0379746835443013E-2</c:v>
                </c:pt>
                <c:pt idx="11157">
                  <c:v>7.1139240506329138E-2</c:v>
                </c:pt>
                <c:pt idx="11158">
                  <c:v>7.0886075949367022E-2</c:v>
                </c:pt>
                <c:pt idx="11159">
                  <c:v>7.0886075949367022E-2</c:v>
                </c:pt>
                <c:pt idx="11160">
                  <c:v>7.0886075949367022E-2</c:v>
                </c:pt>
                <c:pt idx="11161">
                  <c:v>7.1139240506329138E-2</c:v>
                </c:pt>
                <c:pt idx="11162">
                  <c:v>#N/A</c:v>
                </c:pt>
                <c:pt idx="11163">
                  <c:v>7.0632911392404907E-2</c:v>
                </c:pt>
                <c:pt idx="11164">
                  <c:v>7.0886075949367022E-2</c:v>
                </c:pt>
                <c:pt idx="11165">
                  <c:v>7.1139240506329138E-2</c:v>
                </c:pt>
                <c:pt idx="11166">
                  <c:v>7.1392405063291031E-2</c:v>
                </c:pt>
                <c:pt idx="11167">
                  <c:v>7.1645569620253147E-2</c:v>
                </c:pt>
                <c:pt idx="11168">
                  <c:v>7.1645569620253147E-2</c:v>
                </c:pt>
                <c:pt idx="11169">
                  <c:v>7.1645569620253147E-2</c:v>
                </c:pt>
                <c:pt idx="11170">
                  <c:v>7.189873417721504E-2</c:v>
                </c:pt>
                <c:pt idx="11171">
                  <c:v>7.2405063291139271E-2</c:v>
                </c:pt>
                <c:pt idx="11172">
                  <c:v>7.2658227848101165E-2</c:v>
                </c:pt>
                <c:pt idx="11173">
                  <c:v>7.2658227848101165E-2</c:v>
                </c:pt>
                <c:pt idx="11174">
                  <c:v>7.2658227848101165E-2</c:v>
                </c:pt>
                <c:pt idx="11175">
                  <c:v>7.2658227848101165E-2</c:v>
                </c:pt>
                <c:pt idx="11176">
                  <c:v>7.2405063291139271E-2</c:v>
                </c:pt>
                <c:pt idx="11177">
                  <c:v>7.291139240506328E-2</c:v>
                </c:pt>
                <c:pt idx="11178">
                  <c:v>7.3164556962025173E-2</c:v>
                </c:pt>
                <c:pt idx="11179">
                  <c:v>7.291139240506328E-2</c:v>
                </c:pt>
                <c:pt idx="11180">
                  <c:v>7.3164556962025173E-2</c:v>
                </c:pt>
                <c:pt idx="11181">
                  <c:v>7.3164556962025173E-2</c:v>
                </c:pt>
                <c:pt idx="11182">
                  <c:v>7.3417721518987289E-2</c:v>
                </c:pt>
                <c:pt idx="11183">
                  <c:v>7.3670886075949404E-2</c:v>
                </c:pt>
                <c:pt idx="11184">
                  <c:v>7.3670886075949404E-2</c:v>
                </c:pt>
                <c:pt idx="11185">
                  <c:v>7.3670886075949404E-2</c:v>
                </c:pt>
                <c:pt idx="11186">
                  <c:v>7.3924050632911298E-2</c:v>
                </c:pt>
                <c:pt idx="11187">
                  <c:v>7.4177215189873413E-2</c:v>
                </c:pt>
                <c:pt idx="11188">
                  <c:v>7.3670886075949404E-2</c:v>
                </c:pt>
                <c:pt idx="11189">
                  <c:v>7.4177215189873413E-2</c:v>
                </c:pt>
                <c:pt idx="11190">
                  <c:v>7.4430379746835307E-2</c:v>
                </c:pt>
                <c:pt idx="11191">
                  <c:v>7.4683544303797422E-2</c:v>
                </c:pt>
                <c:pt idx="11192">
                  <c:v>7.3670886075949404E-2</c:v>
                </c:pt>
                <c:pt idx="11193">
                  <c:v>7.3924050632911298E-2</c:v>
                </c:pt>
                <c:pt idx="11194">
                  <c:v>7.4177215189873413E-2</c:v>
                </c:pt>
                <c:pt idx="11195">
                  <c:v>7.3924050632911298E-2</c:v>
                </c:pt>
                <c:pt idx="11196">
                  <c:v>7.3924050632911298E-2</c:v>
                </c:pt>
                <c:pt idx="11197">
                  <c:v>7.3924050632911298E-2</c:v>
                </c:pt>
                <c:pt idx="11198">
                  <c:v>7.3164556962025173E-2</c:v>
                </c:pt>
                <c:pt idx="11199">
                  <c:v>7.3417721518987289E-2</c:v>
                </c:pt>
                <c:pt idx="11200">
                  <c:v>7.3164556962025173E-2</c:v>
                </c:pt>
                <c:pt idx="11201">
                  <c:v>7.291139240506328E-2</c:v>
                </c:pt>
                <c:pt idx="11202">
                  <c:v>7.2151898734177156E-2</c:v>
                </c:pt>
                <c:pt idx="11203">
                  <c:v>7.2658227848101165E-2</c:v>
                </c:pt>
                <c:pt idx="11204">
                  <c:v>7.2658227848101165E-2</c:v>
                </c:pt>
                <c:pt idx="11205">
                  <c:v>7.3417721518987289E-2</c:v>
                </c:pt>
                <c:pt idx="11206">
                  <c:v>7.3670886075949404E-2</c:v>
                </c:pt>
                <c:pt idx="11207">
                  <c:v>7.3924050632911298E-2</c:v>
                </c:pt>
                <c:pt idx="11208">
                  <c:v>7.3670886075949404E-2</c:v>
                </c:pt>
                <c:pt idx="11209">
                  <c:v>7.3924050632911298E-2</c:v>
                </c:pt>
                <c:pt idx="11210">
                  <c:v>7.4177215189873413E-2</c:v>
                </c:pt>
                <c:pt idx="11211">
                  <c:v>7.4430379746835307E-2</c:v>
                </c:pt>
                <c:pt idx="11212">
                  <c:v>7.4177215189873413E-2</c:v>
                </c:pt>
                <c:pt idx="11213">
                  <c:v>7.4430379746835307E-2</c:v>
                </c:pt>
                <c:pt idx="11214">
                  <c:v>7.4683544303797422E-2</c:v>
                </c:pt>
                <c:pt idx="11215">
                  <c:v>7.4683544303797422E-2</c:v>
                </c:pt>
                <c:pt idx="11216">
                  <c:v>7.4936708860759538E-2</c:v>
                </c:pt>
                <c:pt idx="11217">
                  <c:v>7.3924050632911298E-2</c:v>
                </c:pt>
                <c:pt idx="11218">
                  <c:v>7.3924050632911298E-2</c:v>
                </c:pt>
                <c:pt idx="11219">
                  <c:v>7.3924050632911298E-2</c:v>
                </c:pt>
                <c:pt idx="11220">
                  <c:v>7.4177215189873413E-2</c:v>
                </c:pt>
                <c:pt idx="11221">
                  <c:v>7.4177215189873413E-2</c:v>
                </c:pt>
                <c:pt idx="11222">
                  <c:v>7.3670886075949404E-2</c:v>
                </c:pt>
                <c:pt idx="11223">
                  <c:v>7.3670886075949404E-2</c:v>
                </c:pt>
                <c:pt idx="11224">
                  <c:v>7.3417721518987289E-2</c:v>
                </c:pt>
                <c:pt idx="11225">
                  <c:v>7.3417721518987289E-2</c:v>
                </c:pt>
                <c:pt idx="11226">
                  <c:v>7.3670886075949404E-2</c:v>
                </c:pt>
                <c:pt idx="11227">
                  <c:v>7.3924050632911298E-2</c:v>
                </c:pt>
                <c:pt idx="11228">
                  <c:v>7.3417721518987289E-2</c:v>
                </c:pt>
                <c:pt idx="11229">
                  <c:v>7.3164556962025173E-2</c:v>
                </c:pt>
                <c:pt idx="11230">
                  <c:v>7.3164556962025173E-2</c:v>
                </c:pt>
                <c:pt idx="11231">
                  <c:v>7.3164556962025173E-2</c:v>
                </c:pt>
                <c:pt idx="11232">
                  <c:v>7.2658227848101165E-2</c:v>
                </c:pt>
                <c:pt idx="11233">
                  <c:v>7.2405063291139271E-2</c:v>
                </c:pt>
                <c:pt idx="11234">
                  <c:v>7.2658227848101165E-2</c:v>
                </c:pt>
                <c:pt idx="11235">
                  <c:v>7.2658227848101165E-2</c:v>
                </c:pt>
                <c:pt idx="11236">
                  <c:v>7.3164556962025173E-2</c:v>
                </c:pt>
                <c:pt idx="11237">
                  <c:v>7.3164556962025173E-2</c:v>
                </c:pt>
                <c:pt idx="11238">
                  <c:v>7.3164556962025173E-2</c:v>
                </c:pt>
                <c:pt idx="11239">
                  <c:v>7.291139240506328E-2</c:v>
                </c:pt>
                <c:pt idx="11240">
                  <c:v>7.3164556962025173E-2</c:v>
                </c:pt>
                <c:pt idx="11241">
                  <c:v>7.3924050632911298E-2</c:v>
                </c:pt>
                <c:pt idx="11242">
                  <c:v>7.3670886075949404E-2</c:v>
                </c:pt>
                <c:pt idx="11243">
                  <c:v>7.3924050632911298E-2</c:v>
                </c:pt>
                <c:pt idx="11244">
                  <c:v>7.3417721518987289E-2</c:v>
                </c:pt>
                <c:pt idx="11245">
                  <c:v>7.3670886075949404E-2</c:v>
                </c:pt>
                <c:pt idx="11246">
                  <c:v>7.3670886075949404E-2</c:v>
                </c:pt>
                <c:pt idx="11247">
                  <c:v>7.3924050632911298E-2</c:v>
                </c:pt>
                <c:pt idx="11248">
                  <c:v>7.4177215189873413E-2</c:v>
                </c:pt>
                <c:pt idx="11249">
                  <c:v>7.4177215189873413E-2</c:v>
                </c:pt>
                <c:pt idx="11250">
                  <c:v>7.4430379746835307E-2</c:v>
                </c:pt>
                <c:pt idx="11251">
                  <c:v>7.4430379746835307E-2</c:v>
                </c:pt>
                <c:pt idx="11252">
                  <c:v>7.4430379746835307E-2</c:v>
                </c:pt>
                <c:pt idx="11253">
                  <c:v>7.4683544303797422E-2</c:v>
                </c:pt>
                <c:pt idx="11254">
                  <c:v>7.4683544303797422E-2</c:v>
                </c:pt>
                <c:pt idx="11255">
                  <c:v>7.4177215189873413E-2</c:v>
                </c:pt>
                <c:pt idx="11256">
                  <c:v>7.4430379746835307E-2</c:v>
                </c:pt>
                <c:pt idx="11257">
                  <c:v>7.4683544303797422E-2</c:v>
                </c:pt>
                <c:pt idx="11258">
                  <c:v>7.4936708860759538E-2</c:v>
                </c:pt>
                <c:pt idx="11259">
                  <c:v>7.4936708860759538E-2</c:v>
                </c:pt>
                <c:pt idx="11260">
                  <c:v>7.4683544303797422E-2</c:v>
                </c:pt>
                <c:pt idx="11261">
                  <c:v>7.5189873417721431E-2</c:v>
                </c:pt>
                <c:pt idx="11262">
                  <c:v>7.5443037974683547E-2</c:v>
                </c:pt>
                <c:pt idx="11263">
                  <c:v>7.5443037974683547E-2</c:v>
                </c:pt>
                <c:pt idx="11264">
                  <c:v>7.5443037974683547E-2</c:v>
                </c:pt>
                <c:pt idx="11265">
                  <c:v>7.4683544303797422E-2</c:v>
                </c:pt>
                <c:pt idx="11266">
                  <c:v>7.4683544303797422E-2</c:v>
                </c:pt>
                <c:pt idx="11267">
                  <c:v>7.4936708860759538E-2</c:v>
                </c:pt>
                <c:pt idx="11268">
                  <c:v>7.5189873417721431E-2</c:v>
                </c:pt>
                <c:pt idx="11269">
                  <c:v>7.569620253164544E-2</c:v>
                </c:pt>
                <c:pt idx="11270">
                  <c:v>7.5443037974683547E-2</c:v>
                </c:pt>
                <c:pt idx="11271">
                  <c:v>7.5949367088607556E-2</c:v>
                </c:pt>
                <c:pt idx="11272">
                  <c:v>7.5949367088607556E-2</c:v>
                </c:pt>
                <c:pt idx="11273">
                  <c:v>7.5949367088607556E-2</c:v>
                </c:pt>
                <c:pt idx="11274">
                  <c:v>7.6455696202531565E-2</c:v>
                </c:pt>
                <c:pt idx="11275">
                  <c:v>7.670886075949368E-2</c:v>
                </c:pt>
                <c:pt idx="11276">
                  <c:v>7.6962025316455573E-2</c:v>
                </c:pt>
                <c:pt idx="11277">
                  <c:v>7.670886075949368E-2</c:v>
                </c:pt>
                <c:pt idx="11278">
                  <c:v>7.6962025316455573E-2</c:v>
                </c:pt>
                <c:pt idx="11279">
                  <c:v>7.7215189873417689E-2</c:v>
                </c:pt>
                <c:pt idx="11280">
                  <c:v>7.7468354430379804E-2</c:v>
                </c:pt>
                <c:pt idx="11281">
                  <c:v>7.7721518987341698E-2</c:v>
                </c:pt>
                <c:pt idx="11282">
                  <c:v>7.7468354430379804E-2</c:v>
                </c:pt>
                <c:pt idx="11283">
                  <c:v>7.7468354430379804E-2</c:v>
                </c:pt>
                <c:pt idx="11284">
                  <c:v>7.7215189873417689E-2</c:v>
                </c:pt>
                <c:pt idx="11285">
                  <c:v>7.7468354430379804E-2</c:v>
                </c:pt>
                <c:pt idx="11286">
                  <c:v>7.7468354430379804E-2</c:v>
                </c:pt>
                <c:pt idx="11287">
                  <c:v>7.7468354430379804E-2</c:v>
                </c:pt>
                <c:pt idx="11288">
                  <c:v>7.7721518987341698E-2</c:v>
                </c:pt>
                <c:pt idx="11289">
                  <c:v>7.7721518987341698E-2</c:v>
                </c:pt>
                <c:pt idx="11290">
                  <c:v>7.7468354430379804E-2</c:v>
                </c:pt>
                <c:pt idx="11291">
                  <c:v>7.7974683544303813E-2</c:v>
                </c:pt>
                <c:pt idx="11292">
                  <c:v>7.7974683544303813E-2</c:v>
                </c:pt>
                <c:pt idx="11293">
                  <c:v>7.8227848101265707E-2</c:v>
                </c:pt>
                <c:pt idx="11294">
                  <c:v>7.7974683544303813E-2</c:v>
                </c:pt>
                <c:pt idx="11295">
                  <c:v>7.7468354430379804E-2</c:v>
                </c:pt>
                <c:pt idx="11296">
                  <c:v>7.7215189873417689E-2</c:v>
                </c:pt>
                <c:pt idx="11297">
                  <c:v>7.670886075949368E-2</c:v>
                </c:pt>
                <c:pt idx="11298">
                  <c:v>7.670886075949368E-2</c:v>
                </c:pt>
                <c:pt idx="11299">
                  <c:v>7.7215189873417689E-2</c:v>
                </c:pt>
                <c:pt idx="11300">
                  <c:v>7.7468354430379804E-2</c:v>
                </c:pt>
                <c:pt idx="11301">
                  <c:v>7.7974683544303813E-2</c:v>
                </c:pt>
                <c:pt idx="11302">
                  <c:v>7.8227848101265707E-2</c:v>
                </c:pt>
                <c:pt idx="11303">
                  <c:v>7.8481012658227822E-2</c:v>
                </c:pt>
                <c:pt idx="11304">
                  <c:v>7.7974683544303813E-2</c:v>
                </c:pt>
                <c:pt idx="11305">
                  <c:v>7.8227848101265707E-2</c:v>
                </c:pt>
                <c:pt idx="11306">
                  <c:v>7.7974683544303813E-2</c:v>
                </c:pt>
                <c:pt idx="11307">
                  <c:v>7.8481012658227822E-2</c:v>
                </c:pt>
                <c:pt idx="11308">
                  <c:v>7.8227848101265707E-2</c:v>
                </c:pt>
                <c:pt idx="11309">
                  <c:v>7.7974683544303813E-2</c:v>
                </c:pt>
                <c:pt idx="11310">
                  <c:v>7.7974683544303813E-2</c:v>
                </c:pt>
                <c:pt idx="11311">
                  <c:v>7.7468354430379804E-2</c:v>
                </c:pt>
                <c:pt idx="11312">
                  <c:v>7.6962025316455573E-2</c:v>
                </c:pt>
                <c:pt idx="11313">
                  <c:v>7.670886075949368E-2</c:v>
                </c:pt>
                <c:pt idx="11314">
                  <c:v>7.670886075949368E-2</c:v>
                </c:pt>
                <c:pt idx="11315">
                  <c:v>7.7215189873417689E-2</c:v>
                </c:pt>
                <c:pt idx="11316">
                  <c:v>7.7721518987341698E-2</c:v>
                </c:pt>
                <c:pt idx="11317">
                  <c:v>7.7721518987341698E-2</c:v>
                </c:pt>
                <c:pt idx="11318">
                  <c:v>7.7721518987341698E-2</c:v>
                </c:pt>
                <c:pt idx="11319">
                  <c:v>7.7721518987341698E-2</c:v>
                </c:pt>
                <c:pt idx="11320">
                  <c:v>7.8227848101265707E-2</c:v>
                </c:pt>
                <c:pt idx="11321">
                  <c:v>7.8481012658227822E-2</c:v>
                </c:pt>
                <c:pt idx="11322">
                  <c:v>7.8227848101265707E-2</c:v>
                </c:pt>
                <c:pt idx="11323">
                  <c:v>7.7974683544303813E-2</c:v>
                </c:pt>
                <c:pt idx="11324">
                  <c:v>7.8734177215189938E-2</c:v>
                </c:pt>
                <c:pt idx="11325">
                  <c:v>7.8734177215189938E-2</c:v>
                </c:pt>
                <c:pt idx="11326">
                  <c:v>7.8734177215189938E-2</c:v>
                </c:pt>
                <c:pt idx="11327">
                  <c:v>7.8987341772151831E-2</c:v>
                </c:pt>
                <c:pt idx="11328">
                  <c:v>7.8734177215189938E-2</c:v>
                </c:pt>
                <c:pt idx="11329">
                  <c:v>7.8987341772151831E-2</c:v>
                </c:pt>
                <c:pt idx="11330">
                  <c:v>7.8734177215189938E-2</c:v>
                </c:pt>
                <c:pt idx="11331">
                  <c:v>7.8734177215189938E-2</c:v>
                </c:pt>
                <c:pt idx="11332">
                  <c:v>7.8987341772151831E-2</c:v>
                </c:pt>
                <c:pt idx="11333">
                  <c:v>7.8734177215189938E-2</c:v>
                </c:pt>
                <c:pt idx="11334">
                  <c:v>7.8987341772151831E-2</c:v>
                </c:pt>
                <c:pt idx="11335">
                  <c:v>7.8734177215189938E-2</c:v>
                </c:pt>
                <c:pt idx="11336">
                  <c:v>7.8734177215189938E-2</c:v>
                </c:pt>
                <c:pt idx="11337">
                  <c:v>7.8734177215189938E-2</c:v>
                </c:pt>
                <c:pt idx="11338">
                  <c:v>7.8734177215189938E-2</c:v>
                </c:pt>
                <c:pt idx="11339">
                  <c:v>7.8734177215189938E-2</c:v>
                </c:pt>
                <c:pt idx="11340">
                  <c:v>7.8734177215189938E-2</c:v>
                </c:pt>
                <c:pt idx="11341">
                  <c:v>7.8227848101265707E-2</c:v>
                </c:pt>
                <c:pt idx="11342">
                  <c:v>7.8481012658227822E-2</c:v>
                </c:pt>
                <c:pt idx="11343">
                  <c:v>7.8734177215189938E-2</c:v>
                </c:pt>
                <c:pt idx="11344">
                  <c:v>7.8734177215189938E-2</c:v>
                </c:pt>
                <c:pt idx="11345">
                  <c:v>7.8987341772151831E-2</c:v>
                </c:pt>
                <c:pt idx="11346">
                  <c:v>7.8987341772151831E-2</c:v>
                </c:pt>
                <c:pt idx="11347">
                  <c:v>7.8987341772151831E-2</c:v>
                </c:pt>
                <c:pt idx="11348">
                  <c:v>7.8987341772151831E-2</c:v>
                </c:pt>
                <c:pt idx="11349">
                  <c:v>7.8734177215189938E-2</c:v>
                </c:pt>
                <c:pt idx="11350">
                  <c:v>7.8481012658227822E-2</c:v>
                </c:pt>
                <c:pt idx="11351">
                  <c:v>7.8734177215189938E-2</c:v>
                </c:pt>
                <c:pt idx="11352">
                  <c:v>7.8987341772151831E-2</c:v>
                </c:pt>
                <c:pt idx="11353">
                  <c:v>7.8987341772151831E-2</c:v>
                </c:pt>
                <c:pt idx="11354">
                  <c:v>7.8734177215189938E-2</c:v>
                </c:pt>
                <c:pt idx="11355">
                  <c:v>7.8481012658227822E-2</c:v>
                </c:pt>
                <c:pt idx="11356">
                  <c:v>7.8481012658227822E-2</c:v>
                </c:pt>
                <c:pt idx="11357">
                  <c:v>7.8734177215189938E-2</c:v>
                </c:pt>
                <c:pt idx="11358">
                  <c:v>7.8481012658227822E-2</c:v>
                </c:pt>
                <c:pt idx="11359">
                  <c:v>7.8734177215189938E-2</c:v>
                </c:pt>
                <c:pt idx="11360">
                  <c:v>7.8734177215189938E-2</c:v>
                </c:pt>
                <c:pt idx="11361">
                  <c:v>7.8481012658227822E-2</c:v>
                </c:pt>
                <c:pt idx="11362">
                  <c:v>7.8734177215189938E-2</c:v>
                </c:pt>
                <c:pt idx="11363">
                  <c:v>7.8734177215189938E-2</c:v>
                </c:pt>
                <c:pt idx="11364">
                  <c:v>7.8734177215189938E-2</c:v>
                </c:pt>
                <c:pt idx="11365">
                  <c:v>7.8481012658227822E-2</c:v>
                </c:pt>
                <c:pt idx="11366">
                  <c:v>7.8481012658227822E-2</c:v>
                </c:pt>
                <c:pt idx="11367">
                  <c:v>7.8481012658227822E-2</c:v>
                </c:pt>
                <c:pt idx="11368">
                  <c:v>7.8734177215189938E-2</c:v>
                </c:pt>
                <c:pt idx="11369">
                  <c:v>7.8734177215189938E-2</c:v>
                </c:pt>
                <c:pt idx="11370">
                  <c:v>7.949367088607584E-2</c:v>
                </c:pt>
                <c:pt idx="11371">
                  <c:v>7.949367088607584E-2</c:v>
                </c:pt>
                <c:pt idx="11372">
                  <c:v>7.949367088607584E-2</c:v>
                </c:pt>
                <c:pt idx="11373">
                  <c:v>7.949367088607584E-2</c:v>
                </c:pt>
                <c:pt idx="11374">
                  <c:v>7.949367088607584E-2</c:v>
                </c:pt>
                <c:pt idx="11375">
                  <c:v>7.9746835443037956E-2</c:v>
                </c:pt>
                <c:pt idx="11376">
                  <c:v>8.0000000000000071E-2</c:v>
                </c:pt>
                <c:pt idx="11377">
                  <c:v>8.0000000000000071E-2</c:v>
                </c:pt>
                <c:pt idx="11378">
                  <c:v>8.0000000000000071E-2</c:v>
                </c:pt>
                <c:pt idx="11379">
                  <c:v>8.0000000000000071E-2</c:v>
                </c:pt>
                <c:pt idx="11380">
                  <c:v>8.0000000000000071E-2</c:v>
                </c:pt>
                <c:pt idx="11381">
                  <c:v>8.0000000000000071E-2</c:v>
                </c:pt>
                <c:pt idx="11382">
                  <c:v>8.0000000000000071E-2</c:v>
                </c:pt>
                <c:pt idx="11383">
                  <c:v>8.0000000000000071E-2</c:v>
                </c:pt>
                <c:pt idx="11384">
                  <c:v>7.9746835443037956E-2</c:v>
                </c:pt>
                <c:pt idx="11385">
                  <c:v>7.8481012658227822E-2</c:v>
                </c:pt>
                <c:pt idx="11386">
                  <c:v>7.8481012658227822E-2</c:v>
                </c:pt>
                <c:pt idx="11387">
                  <c:v>7.8227848101265707E-2</c:v>
                </c:pt>
                <c:pt idx="11388">
                  <c:v>7.8734177215189938E-2</c:v>
                </c:pt>
                <c:pt idx="11389">
                  <c:v>7.8987341772151831E-2</c:v>
                </c:pt>
                <c:pt idx="11390">
                  <c:v>7.8987341772151831E-2</c:v>
                </c:pt>
                <c:pt idx="11391">
                  <c:v>7.8481012658227822E-2</c:v>
                </c:pt>
                <c:pt idx="11392">
                  <c:v>7.8481012658227822E-2</c:v>
                </c:pt>
                <c:pt idx="11393">
                  <c:v>7.8987341772151831E-2</c:v>
                </c:pt>
                <c:pt idx="11394">
                  <c:v>7.9240506329113947E-2</c:v>
                </c:pt>
                <c:pt idx="11395">
                  <c:v>7.8987341772151831E-2</c:v>
                </c:pt>
                <c:pt idx="11396">
                  <c:v>7.8987341772151831E-2</c:v>
                </c:pt>
                <c:pt idx="11397">
                  <c:v>7.8987341772151831E-2</c:v>
                </c:pt>
                <c:pt idx="11398">
                  <c:v>7.8734177215189938E-2</c:v>
                </c:pt>
                <c:pt idx="11399">
                  <c:v>7.8734177215189938E-2</c:v>
                </c:pt>
                <c:pt idx="11400">
                  <c:v>7.8734177215189938E-2</c:v>
                </c:pt>
                <c:pt idx="11401">
                  <c:v>7.8987341772151831E-2</c:v>
                </c:pt>
                <c:pt idx="11402">
                  <c:v>7.9746835443037956E-2</c:v>
                </c:pt>
                <c:pt idx="11403">
                  <c:v>7.9746835443037956E-2</c:v>
                </c:pt>
                <c:pt idx="11404">
                  <c:v>7.9746835443037956E-2</c:v>
                </c:pt>
                <c:pt idx="11405">
                  <c:v>8.0000000000000071E-2</c:v>
                </c:pt>
                <c:pt idx="11406">
                  <c:v>8.0000000000000071E-2</c:v>
                </c:pt>
                <c:pt idx="11407">
                  <c:v>8.0000000000000071E-2</c:v>
                </c:pt>
                <c:pt idx="11408">
                  <c:v>8.0000000000000071E-2</c:v>
                </c:pt>
                <c:pt idx="11409">
                  <c:v>8.0000000000000071E-2</c:v>
                </c:pt>
                <c:pt idx="11410">
                  <c:v>8.0000000000000071E-2</c:v>
                </c:pt>
                <c:pt idx="11411">
                  <c:v>8.0000000000000071E-2</c:v>
                </c:pt>
                <c:pt idx="11412">
                  <c:v>8.0000000000000071E-2</c:v>
                </c:pt>
                <c:pt idx="11413">
                  <c:v>8.0000000000000071E-2</c:v>
                </c:pt>
                <c:pt idx="11414">
                  <c:v>8.0000000000000071E-2</c:v>
                </c:pt>
                <c:pt idx="11415">
                  <c:v>8.0000000000000071E-2</c:v>
                </c:pt>
                <c:pt idx="11416">
                  <c:v>8.0000000000000071E-2</c:v>
                </c:pt>
                <c:pt idx="11417">
                  <c:v>8.0000000000000071E-2</c:v>
                </c:pt>
                <c:pt idx="11418">
                  <c:v>8.0000000000000071E-2</c:v>
                </c:pt>
                <c:pt idx="11419">
                  <c:v>8.0000000000000071E-2</c:v>
                </c:pt>
                <c:pt idx="11420">
                  <c:v>8.0000000000000071E-2</c:v>
                </c:pt>
                <c:pt idx="11421">
                  <c:v>8.0000000000000071E-2</c:v>
                </c:pt>
                <c:pt idx="11422">
                  <c:v>#N/A</c:v>
                </c:pt>
                <c:pt idx="11423">
                  <c:v>8.0000000000000071E-2</c:v>
                </c:pt>
                <c:pt idx="11424">
                  <c:v>8.0000000000000071E-2</c:v>
                </c:pt>
                <c:pt idx="11425">
                  <c:v>8.0000000000000071E-2</c:v>
                </c:pt>
                <c:pt idx="11426">
                  <c:v>8.0000000000000071E-2</c:v>
                </c:pt>
                <c:pt idx="11427">
                  <c:v>#N/A</c:v>
                </c:pt>
                <c:pt idx="11428">
                  <c:v>8.0000000000000071E-2</c:v>
                </c:pt>
                <c:pt idx="11429">
                  <c:v>8.0000000000000071E-2</c:v>
                </c:pt>
                <c:pt idx="11430">
                  <c:v>8.0000000000000071E-2</c:v>
                </c:pt>
                <c:pt idx="11431">
                  <c:v>8.0000000000000071E-2</c:v>
                </c:pt>
                <c:pt idx="11432">
                  <c:v>8.0000000000000071E-2</c:v>
                </c:pt>
                <c:pt idx="11433">
                  <c:v>8.0000000000000071E-2</c:v>
                </c:pt>
                <c:pt idx="11434">
                  <c:v>8.0000000000000071E-2</c:v>
                </c:pt>
                <c:pt idx="11435">
                  <c:v>8.0000000000000071E-2</c:v>
                </c:pt>
                <c:pt idx="11436">
                  <c:v>8.0000000000000071E-2</c:v>
                </c:pt>
                <c:pt idx="11437">
                  <c:v>#N/A</c:v>
                </c:pt>
                <c:pt idx="11438">
                  <c:v>8.0000000000000071E-2</c:v>
                </c:pt>
                <c:pt idx="11439">
                  <c:v>#N/A</c:v>
                </c:pt>
                <c:pt idx="11440">
                  <c:v>#N/A</c:v>
                </c:pt>
                <c:pt idx="11441">
                  <c:v>8.0000000000000071E-2</c:v>
                </c:pt>
                <c:pt idx="11442">
                  <c:v>8.0000000000000071E-2</c:v>
                </c:pt>
                <c:pt idx="11443">
                  <c:v>8.0000000000000071E-2</c:v>
                </c:pt>
                <c:pt idx="11444">
                  <c:v>8.0000000000000071E-2</c:v>
                </c:pt>
                <c:pt idx="11445">
                  <c:v>8.0000000000000071E-2</c:v>
                </c:pt>
                <c:pt idx="11446">
                  <c:v>8.0000000000000071E-2</c:v>
                </c:pt>
                <c:pt idx="11447">
                  <c:v>#N/A</c:v>
                </c:pt>
                <c:pt idx="11448">
                  <c:v>#N/A</c:v>
                </c:pt>
                <c:pt idx="11449">
                  <c:v>8.0000000000000071E-2</c:v>
                </c:pt>
                <c:pt idx="11450">
                  <c:v>8.0000000000000071E-2</c:v>
                </c:pt>
                <c:pt idx="11451">
                  <c:v>#N/A</c:v>
                </c:pt>
                <c:pt idx="11452">
                  <c:v>8.0000000000000071E-2</c:v>
                </c:pt>
                <c:pt idx="11453">
                  <c:v>8.0000000000000071E-2</c:v>
                </c:pt>
                <c:pt idx="11454">
                  <c:v>8.0000000000000071E-2</c:v>
                </c:pt>
                <c:pt idx="11455">
                  <c:v>8.0000000000000071E-2</c:v>
                </c:pt>
                <c:pt idx="11456">
                  <c:v>8.0000000000000071E-2</c:v>
                </c:pt>
                <c:pt idx="11457">
                  <c:v>8.0000000000000071E-2</c:v>
                </c:pt>
                <c:pt idx="11458">
                  <c:v>8.0000000000000071E-2</c:v>
                </c:pt>
                <c:pt idx="11459">
                  <c:v>#N/A</c:v>
                </c:pt>
                <c:pt idx="11460">
                  <c:v>8.0000000000000071E-2</c:v>
                </c:pt>
                <c:pt idx="11461">
                  <c:v>8.0000000000000071E-2</c:v>
                </c:pt>
                <c:pt idx="11462">
                  <c:v>8.0000000000000071E-2</c:v>
                </c:pt>
                <c:pt idx="11463">
                  <c:v>8.0000000000000071E-2</c:v>
                </c:pt>
                <c:pt idx="11464">
                  <c:v>8.0000000000000071E-2</c:v>
                </c:pt>
                <c:pt idx="11465">
                  <c:v>8.0000000000000071E-2</c:v>
                </c:pt>
                <c:pt idx="11466">
                  <c:v>#N/A</c:v>
                </c:pt>
                <c:pt idx="11467">
                  <c:v>#N/A</c:v>
                </c:pt>
                <c:pt idx="11468">
                  <c:v>8.0000000000000071E-2</c:v>
                </c:pt>
                <c:pt idx="11469">
                  <c:v>8.0000000000000071E-2</c:v>
                </c:pt>
                <c:pt idx="11470">
                  <c:v>7.9240506329113947E-2</c:v>
                </c:pt>
                <c:pt idx="11471">
                  <c:v>7.949367088607584E-2</c:v>
                </c:pt>
                <c:pt idx="11472">
                  <c:v>8.0000000000000071E-2</c:v>
                </c:pt>
                <c:pt idx="11473">
                  <c:v>8.0000000000000071E-2</c:v>
                </c:pt>
                <c:pt idx="11474">
                  <c:v>8.0000000000000071E-2</c:v>
                </c:pt>
                <c:pt idx="11475">
                  <c:v>8.0000000000000071E-2</c:v>
                </c:pt>
                <c:pt idx="11476">
                  <c:v>8.0000000000000071E-2</c:v>
                </c:pt>
                <c:pt idx="11477">
                  <c:v>8.0000000000000071E-2</c:v>
                </c:pt>
                <c:pt idx="11478">
                  <c:v>8.0000000000000071E-2</c:v>
                </c:pt>
                <c:pt idx="11479">
                  <c:v>8.0000000000000071E-2</c:v>
                </c:pt>
                <c:pt idx="11480">
                  <c:v>8.0000000000000071E-2</c:v>
                </c:pt>
                <c:pt idx="11481">
                  <c:v>#N/A</c:v>
                </c:pt>
                <c:pt idx="11482">
                  <c:v>#N/A</c:v>
                </c:pt>
                <c:pt idx="11483">
                  <c:v>8.0000000000000071E-2</c:v>
                </c:pt>
                <c:pt idx="11484">
                  <c:v>8.0000000000000071E-2</c:v>
                </c:pt>
                <c:pt idx="11485">
                  <c:v>8.0000000000000071E-2</c:v>
                </c:pt>
                <c:pt idx="11486">
                  <c:v>8.0000000000000071E-2</c:v>
                </c:pt>
                <c:pt idx="11487">
                  <c:v>8.0000000000000071E-2</c:v>
                </c:pt>
                <c:pt idx="11488">
                  <c:v>8.0000000000000071E-2</c:v>
                </c:pt>
                <c:pt idx="11489">
                  <c:v>#N/A</c:v>
                </c:pt>
                <c:pt idx="11490">
                  <c:v>8.0000000000000071E-2</c:v>
                </c:pt>
                <c:pt idx="11491">
                  <c:v>8.0000000000000071E-2</c:v>
                </c:pt>
                <c:pt idx="11492">
                  <c:v>8.0000000000000071E-2</c:v>
                </c:pt>
                <c:pt idx="11493">
                  <c:v>8.0000000000000071E-2</c:v>
                </c:pt>
                <c:pt idx="11494">
                  <c:v>8.0000000000000071E-2</c:v>
                </c:pt>
                <c:pt idx="11495">
                  <c:v>#N/A</c:v>
                </c:pt>
                <c:pt idx="11496">
                  <c:v>#N/A</c:v>
                </c:pt>
                <c:pt idx="11497">
                  <c:v>#N/A</c:v>
                </c:pt>
                <c:pt idx="11498">
                  <c:v>8.0000000000000071E-2</c:v>
                </c:pt>
                <c:pt idx="11499">
                  <c:v>8.0000000000000071E-2</c:v>
                </c:pt>
                <c:pt idx="11500">
                  <c:v>8.0000000000000071E-2</c:v>
                </c:pt>
                <c:pt idx="11501">
                  <c:v>#N/A</c:v>
                </c:pt>
                <c:pt idx="11502">
                  <c:v>8.0000000000000071E-2</c:v>
                </c:pt>
                <c:pt idx="11503">
                  <c:v>#N/A</c:v>
                </c:pt>
                <c:pt idx="11504">
                  <c:v>8.0000000000000071E-2</c:v>
                </c:pt>
                <c:pt idx="11505">
                  <c:v>8.0000000000000071E-2</c:v>
                </c:pt>
                <c:pt idx="11506">
                  <c:v>8.0000000000000071E-2</c:v>
                </c:pt>
                <c:pt idx="11507">
                  <c:v>8.0000000000000071E-2</c:v>
                </c:pt>
                <c:pt idx="11508">
                  <c:v>8.0000000000000071E-2</c:v>
                </c:pt>
                <c:pt idx="11509">
                  <c:v>8.0000000000000071E-2</c:v>
                </c:pt>
                <c:pt idx="11510">
                  <c:v>#N/A</c:v>
                </c:pt>
                <c:pt idx="11511">
                  <c:v>8.0000000000000071E-2</c:v>
                </c:pt>
                <c:pt idx="11512">
                  <c:v>#N/A</c:v>
                </c:pt>
                <c:pt idx="11513">
                  <c:v>8.0000000000000071E-2</c:v>
                </c:pt>
                <c:pt idx="11514">
                  <c:v>8.0000000000000071E-2</c:v>
                </c:pt>
                <c:pt idx="11515">
                  <c:v>8.0000000000000071E-2</c:v>
                </c:pt>
                <c:pt idx="11516">
                  <c:v>#N/A</c:v>
                </c:pt>
                <c:pt idx="11517">
                  <c:v>#N/A</c:v>
                </c:pt>
                <c:pt idx="11518">
                  <c:v>#N/A</c:v>
                </c:pt>
                <c:pt idx="11519">
                  <c:v>#N/A</c:v>
                </c:pt>
                <c:pt idx="11520">
                  <c:v>8.0000000000000071E-2</c:v>
                </c:pt>
                <c:pt idx="11521">
                  <c:v>#N/A</c:v>
                </c:pt>
                <c:pt idx="11522">
                  <c:v>#N/A</c:v>
                </c:pt>
                <c:pt idx="11523">
                  <c:v>#N/A</c:v>
                </c:pt>
                <c:pt idx="11524">
                  <c:v>8.0000000000000071E-2</c:v>
                </c:pt>
                <c:pt idx="11525">
                  <c:v>8.7848101265822764E-2</c:v>
                </c:pt>
                <c:pt idx="11526">
                  <c:v>8.2784810126582231E-2</c:v>
                </c:pt>
                <c:pt idx="11527">
                  <c:v>8.2531645569620338E-2</c:v>
                </c:pt>
                <c:pt idx="11528">
                  <c:v>8.6835443037974747E-2</c:v>
                </c:pt>
                <c:pt idx="11529">
                  <c:v>8.4556962025316373E-2</c:v>
                </c:pt>
                <c:pt idx="11530">
                  <c:v>8.2531645569620338E-2</c:v>
                </c:pt>
                <c:pt idx="11531">
                  <c:v>8.2784810126582231E-2</c:v>
                </c:pt>
                <c:pt idx="11532">
                  <c:v>8.2531645569620338E-2</c:v>
                </c:pt>
                <c:pt idx="11533">
                  <c:v>8.2025316455696107E-2</c:v>
                </c:pt>
                <c:pt idx="11534">
                  <c:v>8.2025316455696107E-2</c:v>
                </c:pt>
                <c:pt idx="11535">
                  <c:v>8.2278481012658222E-2</c:v>
                </c:pt>
                <c:pt idx="11536">
                  <c:v>8.4050632911392364E-2</c:v>
                </c:pt>
                <c:pt idx="11537">
                  <c:v>8.430379746835448E-2</c:v>
                </c:pt>
                <c:pt idx="11538">
                  <c:v>8.4556962025316373E-2</c:v>
                </c:pt>
                <c:pt idx="11539">
                  <c:v>8.5063291139240604E-2</c:v>
                </c:pt>
                <c:pt idx="11540">
                  <c:v>8.5316455696202498E-2</c:v>
                </c:pt>
                <c:pt idx="11541">
                  <c:v>8.5316455696202498E-2</c:v>
                </c:pt>
                <c:pt idx="11542">
                  <c:v>8.5063291139240604E-2</c:v>
                </c:pt>
                <c:pt idx="11543">
                  <c:v>8.4556962025316373E-2</c:v>
                </c:pt>
                <c:pt idx="11544">
                  <c:v>8.3544303797468356E-2</c:v>
                </c:pt>
                <c:pt idx="11545">
                  <c:v>8.3797468354430471E-2</c:v>
                </c:pt>
                <c:pt idx="11546">
                  <c:v>8.3544303797468356E-2</c:v>
                </c:pt>
                <c:pt idx="11547">
                  <c:v>8.329113924050624E-2</c:v>
                </c:pt>
                <c:pt idx="11548">
                  <c:v>8.3037974683544347E-2</c:v>
                </c:pt>
                <c:pt idx="11549">
                  <c:v>8.3797468354430471E-2</c:v>
                </c:pt>
                <c:pt idx="11550">
                  <c:v>8.4556962025316373E-2</c:v>
                </c:pt>
                <c:pt idx="11551">
                  <c:v>8.4810126582278489E-2</c:v>
                </c:pt>
                <c:pt idx="11552">
                  <c:v>8.5316455696202498E-2</c:v>
                </c:pt>
                <c:pt idx="11553">
                  <c:v>8.5316455696202498E-2</c:v>
                </c:pt>
                <c:pt idx="11554">
                  <c:v>8.6075949367088622E-2</c:v>
                </c:pt>
                <c:pt idx="11555">
                  <c:v>8.6075949367088622E-2</c:v>
                </c:pt>
                <c:pt idx="11556">
                  <c:v>8.5822784810126507E-2</c:v>
                </c:pt>
                <c:pt idx="11557">
                  <c:v>8.5822784810126507E-2</c:v>
                </c:pt>
                <c:pt idx="11558">
                  <c:v>8.5063291139240604E-2</c:v>
                </c:pt>
                <c:pt idx="11559">
                  <c:v>8.5063291139240604E-2</c:v>
                </c:pt>
                <c:pt idx="11560">
                  <c:v>8.5316455696202498E-2</c:v>
                </c:pt>
                <c:pt idx="11561">
                  <c:v>8.4556962025316373E-2</c:v>
                </c:pt>
                <c:pt idx="11562">
                  <c:v>8.3797468354430471E-2</c:v>
                </c:pt>
                <c:pt idx="11563">
                  <c:v>8.3037974683544347E-2</c:v>
                </c:pt>
                <c:pt idx="11564">
                  <c:v>8.2784810126582231E-2</c:v>
                </c:pt>
                <c:pt idx="11565">
                  <c:v>8.3037974683544347E-2</c:v>
                </c:pt>
                <c:pt idx="11566">
                  <c:v>8.2784810126582231E-2</c:v>
                </c:pt>
                <c:pt idx="11567">
                  <c:v>8.3037974683544347E-2</c:v>
                </c:pt>
                <c:pt idx="11568">
                  <c:v>8.2784810126582231E-2</c:v>
                </c:pt>
                <c:pt idx="11569">
                  <c:v>8.2531645569620338E-2</c:v>
                </c:pt>
                <c:pt idx="11570">
                  <c:v>8.2278481012658222E-2</c:v>
                </c:pt>
                <c:pt idx="11571">
                  <c:v>8.2784810126582231E-2</c:v>
                </c:pt>
                <c:pt idx="11572">
                  <c:v>8.2784810126582231E-2</c:v>
                </c:pt>
                <c:pt idx="11573">
                  <c:v>8.2784810126582231E-2</c:v>
                </c:pt>
                <c:pt idx="11574">
                  <c:v>8.2784810126582231E-2</c:v>
                </c:pt>
                <c:pt idx="11575">
                  <c:v>8.3544303797468356E-2</c:v>
                </c:pt>
                <c:pt idx="11576">
                  <c:v>8.3797468354430471E-2</c:v>
                </c:pt>
                <c:pt idx="11577">
                  <c:v>8.430379746835448E-2</c:v>
                </c:pt>
                <c:pt idx="11578">
                  <c:v>8.430379746835448E-2</c:v>
                </c:pt>
                <c:pt idx="11579">
                  <c:v>8.4050632911392364E-2</c:v>
                </c:pt>
                <c:pt idx="11580">
                  <c:v>8.4810126582278489E-2</c:v>
                </c:pt>
                <c:pt idx="11581">
                  <c:v>8.5569620253164613E-2</c:v>
                </c:pt>
                <c:pt idx="11582">
                  <c:v>8.5316455696202498E-2</c:v>
                </c:pt>
                <c:pt idx="11583">
                  <c:v>8.5569620253164613E-2</c:v>
                </c:pt>
                <c:pt idx="11584">
                  <c:v>8.5569620253164613E-2</c:v>
                </c:pt>
                <c:pt idx="11585">
                  <c:v>8.4810126582278489E-2</c:v>
                </c:pt>
                <c:pt idx="11586">
                  <c:v>8.4810126582278489E-2</c:v>
                </c:pt>
                <c:pt idx="11587">
                  <c:v>8.4810126582278489E-2</c:v>
                </c:pt>
                <c:pt idx="11588">
                  <c:v>8.5063291139240604E-2</c:v>
                </c:pt>
                <c:pt idx="11589">
                  <c:v>8.5063291139240604E-2</c:v>
                </c:pt>
                <c:pt idx="11590">
                  <c:v>8.4810126582278489E-2</c:v>
                </c:pt>
                <c:pt idx="11591">
                  <c:v>8.3797468354430471E-2</c:v>
                </c:pt>
                <c:pt idx="11592">
                  <c:v>8.329113924050624E-2</c:v>
                </c:pt>
                <c:pt idx="11593">
                  <c:v>8.430379746835448E-2</c:v>
                </c:pt>
                <c:pt idx="11594">
                  <c:v>8.5063291139240604E-2</c:v>
                </c:pt>
                <c:pt idx="11595">
                  <c:v>8.4810126582278489E-2</c:v>
                </c:pt>
                <c:pt idx="11596">
                  <c:v>8.4810126582278489E-2</c:v>
                </c:pt>
                <c:pt idx="11597">
                  <c:v>8.4556962025316373E-2</c:v>
                </c:pt>
                <c:pt idx="11598">
                  <c:v>8.4810126582278489E-2</c:v>
                </c:pt>
                <c:pt idx="11599">
                  <c:v>8.5316455696202498E-2</c:v>
                </c:pt>
                <c:pt idx="11600">
                  <c:v>8.5822784810126507E-2</c:v>
                </c:pt>
                <c:pt idx="11601">
                  <c:v>8.6835443037974747E-2</c:v>
                </c:pt>
                <c:pt idx="11602">
                  <c:v>8.6835443037974747E-2</c:v>
                </c:pt>
                <c:pt idx="11603">
                  <c:v>8.6835443037974747E-2</c:v>
                </c:pt>
                <c:pt idx="11604">
                  <c:v>8.6582278481012631E-2</c:v>
                </c:pt>
                <c:pt idx="11605">
                  <c:v>8.6329113924050738E-2</c:v>
                </c:pt>
                <c:pt idx="11606">
                  <c:v>8.5569620253164613E-2</c:v>
                </c:pt>
                <c:pt idx="11607">
                  <c:v>8.5569620253164613E-2</c:v>
                </c:pt>
                <c:pt idx="11608">
                  <c:v>8.5063291139240604E-2</c:v>
                </c:pt>
                <c:pt idx="11609">
                  <c:v>8.4810126582278489E-2</c:v>
                </c:pt>
                <c:pt idx="11610">
                  <c:v>8.5063291139240604E-2</c:v>
                </c:pt>
                <c:pt idx="11611">
                  <c:v>8.5569620253164613E-2</c:v>
                </c:pt>
                <c:pt idx="11612">
                  <c:v>8.5063291139240604E-2</c:v>
                </c:pt>
                <c:pt idx="11613">
                  <c:v>8.4556962025316373E-2</c:v>
                </c:pt>
                <c:pt idx="11614">
                  <c:v>8.4050632911392364E-2</c:v>
                </c:pt>
                <c:pt idx="11615">
                  <c:v>8.3544303797468356E-2</c:v>
                </c:pt>
                <c:pt idx="11616">
                  <c:v>8.3544303797468356E-2</c:v>
                </c:pt>
                <c:pt idx="11617">
                  <c:v>8.3544303797468356E-2</c:v>
                </c:pt>
                <c:pt idx="11618">
                  <c:v>8.3544303797468356E-2</c:v>
                </c:pt>
                <c:pt idx="11619">
                  <c:v>8.3797468354430471E-2</c:v>
                </c:pt>
                <c:pt idx="11620">
                  <c:v>8.4050632911392364E-2</c:v>
                </c:pt>
                <c:pt idx="11621">
                  <c:v>8.4050632911392364E-2</c:v>
                </c:pt>
                <c:pt idx="11622">
                  <c:v>8.5063291139240604E-2</c:v>
                </c:pt>
                <c:pt idx="11623">
                  <c:v>8.5316455696202498E-2</c:v>
                </c:pt>
                <c:pt idx="11624">
                  <c:v>8.5063291139240604E-2</c:v>
                </c:pt>
                <c:pt idx="11625">
                  <c:v>8.4556962025316373E-2</c:v>
                </c:pt>
                <c:pt idx="11626">
                  <c:v>8.5316455696202498E-2</c:v>
                </c:pt>
                <c:pt idx="11627">
                  <c:v>8.5063291139240604E-2</c:v>
                </c:pt>
                <c:pt idx="11628">
                  <c:v>8.5316455696202498E-2</c:v>
                </c:pt>
                <c:pt idx="11629">
                  <c:v>8.5316455696202498E-2</c:v>
                </c:pt>
                <c:pt idx="11630">
                  <c:v>8.5569620253164613E-2</c:v>
                </c:pt>
                <c:pt idx="11631">
                  <c:v>8.5569620253164613E-2</c:v>
                </c:pt>
                <c:pt idx="11632">
                  <c:v>8.5822784810126507E-2</c:v>
                </c:pt>
                <c:pt idx="11633">
                  <c:v>8.5822784810126507E-2</c:v>
                </c:pt>
                <c:pt idx="11634">
                  <c:v>8.5822784810126507E-2</c:v>
                </c:pt>
                <c:pt idx="11635">
                  <c:v>8.6329113924050738E-2</c:v>
                </c:pt>
                <c:pt idx="11636">
                  <c:v>8.6582278481012631E-2</c:v>
                </c:pt>
                <c:pt idx="11637">
                  <c:v>8.6835443037974747E-2</c:v>
                </c:pt>
                <c:pt idx="11638">
                  <c:v>8.6582278481012631E-2</c:v>
                </c:pt>
                <c:pt idx="11639">
                  <c:v>8.6835443037974747E-2</c:v>
                </c:pt>
                <c:pt idx="11640">
                  <c:v>8.708860759493664E-2</c:v>
                </c:pt>
                <c:pt idx="11641">
                  <c:v>8.708860759493664E-2</c:v>
                </c:pt>
                <c:pt idx="11642">
                  <c:v>8.7341772151898756E-2</c:v>
                </c:pt>
                <c:pt idx="11643">
                  <c:v>8.7594936708860871E-2</c:v>
                </c:pt>
                <c:pt idx="11644">
                  <c:v>8.7848101265822764E-2</c:v>
                </c:pt>
                <c:pt idx="11645">
                  <c:v>8.810126582278488E-2</c:v>
                </c:pt>
                <c:pt idx="11646">
                  <c:v>8.8354430379746773E-2</c:v>
                </c:pt>
                <c:pt idx="11647">
                  <c:v>8.810126582278488E-2</c:v>
                </c:pt>
                <c:pt idx="11648">
                  <c:v>8.8607594936708889E-2</c:v>
                </c:pt>
                <c:pt idx="11649">
                  <c:v>8.7594936708860871E-2</c:v>
                </c:pt>
                <c:pt idx="11650">
                  <c:v>8.6835443037974747E-2</c:v>
                </c:pt>
                <c:pt idx="11651">
                  <c:v>8.6835443037974747E-2</c:v>
                </c:pt>
                <c:pt idx="11652">
                  <c:v>8.6835443037974747E-2</c:v>
                </c:pt>
                <c:pt idx="11653">
                  <c:v>8.708860759493664E-2</c:v>
                </c:pt>
                <c:pt idx="11654">
                  <c:v>8.6329113924050738E-2</c:v>
                </c:pt>
                <c:pt idx="11655">
                  <c:v>8.6075949367088622E-2</c:v>
                </c:pt>
                <c:pt idx="11656">
                  <c:v>8.6075949367088622E-2</c:v>
                </c:pt>
                <c:pt idx="11657">
                  <c:v>8.6075949367088622E-2</c:v>
                </c:pt>
                <c:pt idx="11658">
                  <c:v>8.5316455696202498E-2</c:v>
                </c:pt>
                <c:pt idx="11659">
                  <c:v>8.5569620253164613E-2</c:v>
                </c:pt>
                <c:pt idx="11660">
                  <c:v>8.5316455696202498E-2</c:v>
                </c:pt>
                <c:pt idx="11661">
                  <c:v>8.5063291139240604E-2</c:v>
                </c:pt>
                <c:pt idx="11662">
                  <c:v>8.4810126582278489E-2</c:v>
                </c:pt>
                <c:pt idx="11663">
                  <c:v>8.4556962025316373E-2</c:v>
                </c:pt>
                <c:pt idx="11664">
                  <c:v>8.3797468354430471E-2</c:v>
                </c:pt>
                <c:pt idx="11665">
                  <c:v>8.3544303797468356E-2</c:v>
                </c:pt>
                <c:pt idx="11666">
                  <c:v>8.2784810126582231E-2</c:v>
                </c:pt>
                <c:pt idx="11667">
                  <c:v>8.2784810126582231E-2</c:v>
                </c:pt>
                <c:pt idx="11668">
                  <c:v>8.2278481012658222E-2</c:v>
                </c:pt>
                <c:pt idx="11669">
                  <c:v>8.1012658227848089E-2</c:v>
                </c:pt>
                <c:pt idx="11670">
                  <c:v>7.949367088607584E-2</c:v>
                </c:pt>
                <c:pt idx="11671">
                  <c:v>7.9746835443037956E-2</c:v>
                </c:pt>
                <c:pt idx="11672">
                  <c:v>7.9746835443037956E-2</c:v>
                </c:pt>
                <c:pt idx="11673">
                  <c:v>8.0000000000000071E-2</c:v>
                </c:pt>
                <c:pt idx="11674">
                  <c:v>8.0253164556961964E-2</c:v>
                </c:pt>
                <c:pt idx="11675">
                  <c:v>8.050632911392408E-2</c:v>
                </c:pt>
                <c:pt idx="11676">
                  <c:v>8.0253164556961964E-2</c:v>
                </c:pt>
                <c:pt idx="11677">
                  <c:v>7.9746835443037956E-2</c:v>
                </c:pt>
                <c:pt idx="11678">
                  <c:v>8.0000000000000071E-2</c:v>
                </c:pt>
                <c:pt idx="11679">
                  <c:v>7.9746835443037956E-2</c:v>
                </c:pt>
                <c:pt idx="11680">
                  <c:v>7.9240506329113947E-2</c:v>
                </c:pt>
                <c:pt idx="11681">
                  <c:v>8.0000000000000071E-2</c:v>
                </c:pt>
                <c:pt idx="11682">
                  <c:v>7.9746835443037956E-2</c:v>
                </c:pt>
                <c:pt idx="11683">
                  <c:v>7.9746835443037956E-2</c:v>
                </c:pt>
                <c:pt idx="11684">
                  <c:v>7.9746835443037956E-2</c:v>
                </c:pt>
                <c:pt idx="11685">
                  <c:v>8.050632911392408E-2</c:v>
                </c:pt>
                <c:pt idx="11686">
                  <c:v>8.0759493670885973E-2</c:v>
                </c:pt>
                <c:pt idx="11687">
                  <c:v>8.0759493670885973E-2</c:v>
                </c:pt>
                <c:pt idx="11688">
                  <c:v>8.0759493670885973E-2</c:v>
                </c:pt>
                <c:pt idx="11689">
                  <c:v>8.1012658227848089E-2</c:v>
                </c:pt>
                <c:pt idx="11690">
                  <c:v>8.0759493670885973E-2</c:v>
                </c:pt>
                <c:pt idx="11691">
                  <c:v>8.0759493670885973E-2</c:v>
                </c:pt>
                <c:pt idx="11692">
                  <c:v>8.1265822784810204E-2</c:v>
                </c:pt>
                <c:pt idx="11693">
                  <c:v>8.1518987341772098E-2</c:v>
                </c:pt>
                <c:pt idx="11694">
                  <c:v>8.1772151898734213E-2</c:v>
                </c:pt>
                <c:pt idx="11695">
                  <c:v>8.0000000000000071E-2</c:v>
                </c:pt>
                <c:pt idx="11696">
                  <c:v>8.0000000000000071E-2</c:v>
                </c:pt>
                <c:pt idx="11697">
                  <c:v>8.0000000000000071E-2</c:v>
                </c:pt>
                <c:pt idx="11698">
                  <c:v>8.0253164556961964E-2</c:v>
                </c:pt>
                <c:pt idx="11699">
                  <c:v>8.0000000000000071E-2</c:v>
                </c:pt>
                <c:pt idx="11700">
                  <c:v>7.949367088607584E-2</c:v>
                </c:pt>
                <c:pt idx="11701">
                  <c:v>7.8481012658227822E-2</c:v>
                </c:pt>
                <c:pt idx="11702">
                  <c:v>7.8734177215189938E-2</c:v>
                </c:pt>
                <c:pt idx="11703">
                  <c:v>7.7974683544303813E-2</c:v>
                </c:pt>
                <c:pt idx="11704">
                  <c:v>7.7721518987341698E-2</c:v>
                </c:pt>
                <c:pt idx="11705">
                  <c:v>7.7721518987341698E-2</c:v>
                </c:pt>
                <c:pt idx="11706">
                  <c:v>7.7721518987341698E-2</c:v>
                </c:pt>
                <c:pt idx="11707">
                  <c:v>7.8227848101265707E-2</c:v>
                </c:pt>
                <c:pt idx="11708">
                  <c:v>7.8734177215189938E-2</c:v>
                </c:pt>
                <c:pt idx="11709">
                  <c:v>7.9240506329113947E-2</c:v>
                </c:pt>
                <c:pt idx="11710">
                  <c:v>7.949367088607584E-2</c:v>
                </c:pt>
                <c:pt idx="11711">
                  <c:v>7.9240506329113947E-2</c:v>
                </c:pt>
                <c:pt idx="11712">
                  <c:v>7.9746835443037956E-2</c:v>
                </c:pt>
                <c:pt idx="11713">
                  <c:v>7.7974683544303813E-2</c:v>
                </c:pt>
                <c:pt idx="11714">
                  <c:v>7.8227848101265707E-2</c:v>
                </c:pt>
                <c:pt idx="11715">
                  <c:v>7.7721518987341698E-2</c:v>
                </c:pt>
                <c:pt idx="11716">
                  <c:v>7.7468354430379804E-2</c:v>
                </c:pt>
                <c:pt idx="11717">
                  <c:v>7.7721518987341698E-2</c:v>
                </c:pt>
                <c:pt idx="11718">
                  <c:v>7.7974683544303813E-2</c:v>
                </c:pt>
                <c:pt idx="11719">
                  <c:v>7.7721518987341698E-2</c:v>
                </c:pt>
                <c:pt idx="11720">
                  <c:v>7.7721518987341698E-2</c:v>
                </c:pt>
                <c:pt idx="11721">
                  <c:v>7.7468354430379804E-2</c:v>
                </c:pt>
                <c:pt idx="11722">
                  <c:v>7.6962025316455573E-2</c:v>
                </c:pt>
                <c:pt idx="11723">
                  <c:v>7.7721518987341698E-2</c:v>
                </c:pt>
                <c:pt idx="11724">
                  <c:v>7.7468354430379804E-2</c:v>
                </c:pt>
                <c:pt idx="11725">
                  <c:v>7.8227848101265707E-2</c:v>
                </c:pt>
                <c:pt idx="11726">
                  <c:v>7.8734177215189938E-2</c:v>
                </c:pt>
                <c:pt idx="11727">
                  <c:v>7.7974683544303813E-2</c:v>
                </c:pt>
                <c:pt idx="11728">
                  <c:v>7.8227848101265707E-2</c:v>
                </c:pt>
                <c:pt idx="11729">
                  <c:v>7.8227848101265707E-2</c:v>
                </c:pt>
                <c:pt idx="11730">
                  <c:v>7.7974683544303813E-2</c:v>
                </c:pt>
                <c:pt idx="11731">
                  <c:v>7.8227848101265707E-2</c:v>
                </c:pt>
                <c:pt idx="11732">
                  <c:v>7.8481012658227822E-2</c:v>
                </c:pt>
                <c:pt idx="11733">
                  <c:v>7.8481012658227822E-2</c:v>
                </c:pt>
                <c:pt idx="11734">
                  <c:v>7.8734177215189938E-2</c:v>
                </c:pt>
                <c:pt idx="11735">
                  <c:v>7.8734177215189938E-2</c:v>
                </c:pt>
                <c:pt idx="11736">
                  <c:v>7.8481012658227822E-2</c:v>
                </c:pt>
                <c:pt idx="11737">
                  <c:v>7.8481012658227822E-2</c:v>
                </c:pt>
                <c:pt idx="11738">
                  <c:v>7.8987341772151831E-2</c:v>
                </c:pt>
                <c:pt idx="11739">
                  <c:v>7.9240506329113947E-2</c:v>
                </c:pt>
                <c:pt idx="11740">
                  <c:v>7.949367088607584E-2</c:v>
                </c:pt>
                <c:pt idx="11741">
                  <c:v>7.9746835443037956E-2</c:v>
                </c:pt>
                <c:pt idx="11742">
                  <c:v>7.9746835443037956E-2</c:v>
                </c:pt>
                <c:pt idx="11743">
                  <c:v>8.0253164556961964E-2</c:v>
                </c:pt>
                <c:pt idx="11744">
                  <c:v>8.0253164556961964E-2</c:v>
                </c:pt>
                <c:pt idx="11745">
                  <c:v>8.0253164556961964E-2</c:v>
                </c:pt>
                <c:pt idx="11746">
                  <c:v>8.0759493670885973E-2</c:v>
                </c:pt>
                <c:pt idx="11747">
                  <c:v>8.0759493670885973E-2</c:v>
                </c:pt>
                <c:pt idx="11748">
                  <c:v>8.1265822784810204E-2</c:v>
                </c:pt>
                <c:pt idx="11749">
                  <c:v>8.1265822784810204E-2</c:v>
                </c:pt>
                <c:pt idx="11750">
                  <c:v>8.1265822784810204E-2</c:v>
                </c:pt>
                <c:pt idx="11751">
                  <c:v>8.1518987341772098E-2</c:v>
                </c:pt>
                <c:pt idx="11752">
                  <c:v>8.1518987341772098E-2</c:v>
                </c:pt>
                <c:pt idx="11753">
                  <c:v>8.2531645569620338E-2</c:v>
                </c:pt>
                <c:pt idx="11754">
                  <c:v>8.3037974683544347E-2</c:v>
                </c:pt>
                <c:pt idx="11755">
                  <c:v>8.3037974683544347E-2</c:v>
                </c:pt>
                <c:pt idx="11756">
                  <c:v>8.3037974683544347E-2</c:v>
                </c:pt>
                <c:pt idx="11757">
                  <c:v>8.3544303797468356E-2</c:v>
                </c:pt>
                <c:pt idx="11758">
                  <c:v>8.3544303797468356E-2</c:v>
                </c:pt>
                <c:pt idx="11759">
                  <c:v>8.3544303797468356E-2</c:v>
                </c:pt>
                <c:pt idx="11760">
                  <c:v>8.3544303797468356E-2</c:v>
                </c:pt>
                <c:pt idx="11761">
                  <c:v>9.1392405063291271E-2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FE1-4889-918C-55818B78EA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4450495"/>
        <c:axId val="1014447999"/>
      </c:lineChart>
      <c:lineChart>
        <c:grouping val="standard"/>
        <c:varyColors val="0"/>
        <c:ser>
          <c:idx val="2"/>
          <c:order val="2"/>
          <c:tx>
            <c:strRef>
              <c:f>Sheet1!$U$3</c:f>
              <c:strCache>
                <c:ptCount val="1"/>
                <c:pt idx="0">
                  <c:v>매매대금 (억) (좌)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Sheet1!$R$4:$R$11765</c:f>
              <c:strCache>
                <c:ptCount val="11762"/>
                <c:pt idx="0">
                  <c:v>09:00</c:v>
                </c:pt>
                <c:pt idx="1">
                  <c:v>09:01</c:v>
                </c:pt>
                <c:pt idx="2">
                  <c:v>09:01</c:v>
                </c:pt>
                <c:pt idx="3">
                  <c:v>09:01</c:v>
                </c:pt>
                <c:pt idx="4">
                  <c:v>09:01</c:v>
                </c:pt>
                <c:pt idx="5">
                  <c:v>09:01</c:v>
                </c:pt>
                <c:pt idx="6">
                  <c:v>09:01</c:v>
                </c:pt>
                <c:pt idx="7">
                  <c:v>09:01</c:v>
                </c:pt>
                <c:pt idx="8">
                  <c:v>09:01</c:v>
                </c:pt>
                <c:pt idx="9">
                  <c:v>09:01</c:v>
                </c:pt>
                <c:pt idx="10">
                  <c:v>09:01</c:v>
                </c:pt>
                <c:pt idx="11">
                  <c:v>09:01</c:v>
                </c:pt>
                <c:pt idx="12">
                  <c:v>09:01</c:v>
                </c:pt>
                <c:pt idx="13">
                  <c:v>09:01</c:v>
                </c:pt>
                <c:pt idx="14">
                  <c:v>09:01</c:v>
                </c:pt>
                <c:pt idx="15">
                  <c:v>09:01</c:v>
                </c:pt>
                <c:pt idx="16">
                  <c:v>09:01</c:v>
                </c:pt>
                <c:pt idx="17">
                  <c:v>09:01</c:v>
                </c:pt>
                <c:pt idx="18">
                  <c:v>09:01</c:v>
                </c:pt>
                <c:pt idx="19">
                  <c:v>09:01</c:v>
                </c:pt>
                <c:pt idx="20">
                  <c:v>09:01</c:v>
                </c:pt>
                <c:pt idx="21">
                  <c:v>09:01</c:v>
                </c:pt>
                <c:pt idx="22">
                  <c:v>09:01</c:v>
                </c:pt>
                <c:pt idx="23">
                  <c:v>09:01</c:v>
                </c:pt>
                <c:pt idx="24">
                  <c:v>09:01</c:v>
                </c:pt>
                <c:pt idx="25">
                  <c:v>09:01</c:v>
                </c:pt>
                <c:pt idx="26">
                  <c:v>09:01</c:v>
                </c:pt>
                <c:pt idx="27">
                  <c:v>09:01</c:v>
                </c:pt>
                <c:pt idx="28">
                  <c:v>09:01</c:v>
                </c:pt>
                <c:pt idx="29">
                  <c:v>09:01</c:v>
                </c:pt>
                <c:pt idx="30">
                  <c:v>09:02</c:v>
                </c:pt>
                <c:pt idx="31">
                  <c:v>09:02</c:v>
                </c:pt>
                <c:pt idx="32">
                  <c:v>09:02</c:v>
                </c:pt>
                <c:pt idx="33">
                  <c:v>09:02</c:v>
                </c:pt>
                <c:pt idx="34">
                  <c:v>09:02</c:v>
                </c:pt>
                <c:pt idx="35">
                  <c:v>09:02</c:v>
                </c:pt>
                <c:pt idx="36">
                  <c:v>09:02</c:v>
                </c:pt>
                <c:pt idx="37">
                  <c:v>09:02</c:v>
                </c:pt>
                <c:pt idx="38">
                  <c:v>09:02</c:v>
                </c:pt>
                <c:pt idx="39">
                  <c:v>09:02</c:v>
                </c:pt>
                <c:pt idx="40">
                  <c:v>09:02</c:v>
                </c:pt>
                <c:pt idx="41">
                  <c:v>09:02</c:v>
                </c:pt>
                <c:pt idx="42">
                  <c:v>09:02</c:v>
                </c:pt>
                <c:pt idx="43">
                  <c:v>09:02</c:v>
                </c:pt>
                <c:pt idx="44">
                  <c:v>09:02</c:v>
                </c:pt>
                <c:pt idx="45">
                  <c:v>09:02</c:v>
                </c:pt>
                <c:pt idx="46">
                  <c:v>09:02</c:v>
                </c:pt>
                <c:pt idx="47">
                  <c:v>09:02</c:v>
                </c:pt>
                <c:pt idx="48">
                  <c:v>09:02</c:v>
                </c:pt>
                <c:pt idx="49">
                  <c:v>09:02</c:v>
                </c:pt>
                <c:pt idx="50">
                  <c:v>09:02</c:v>
                </c:pt>
                <c:pt idx="51">
                  <c:v>09:02</c:v>
                </c:pt>
                <c:pt idx="52">
                  <c:v>09:02</c:v>
                </c:pt>
                <c:pt idx="53">
                  <c:v>09:02</c:v>
                </c:pt>
                <c:pt idx="54">
                  <c:v>09:02</c:v>
                </c:pt>
                <c:pt idx="55">
                  <c:v>09:02</c:v>
                </c:pt>
                <c:pt idx="56">
                  <c:v>09:02</c:v>
                </c:pt>
                <c:pt idx="57">
                  <c:v>09:02</c:v>
                </c:pt>
                <c:pt idx="58">
                  <c:v>09:02</c:v>
                </c:pt>
                <c:pt idx="59">
                  <c:v>09:02</c:v>
                </c:pt>
                <c:pt idx="60">
                  <c:v>09:03</c:v>
                </c:pt>
                <c:pt idx="61">
                  <c:v>09:03</c:v>
                </c:pt>
                <c:pt idx="62">
                  <c:v>09:03</c:v>
                </c:pt>
                <c:pt idx="63">
                  <c:v>09:03</c:v>
                </c:pt>
                <c:pt idx="64">
                  <c:v>09:03</c:v>
                </c:pt>
                <c:pt idx="65">
                  <c:v>09:03</c:v>
                </c:pt>
                <c:pt idx="66">
                  <c:v>09:03</c:v>
                </c:pt>
                <c:pt idx="67">
                  <c:v>09:03</c:v>
                </c:pt>
                <c:pt idx="68">
                  <c:v>09:03</c:v>
                </c:pt>
                <c:pt idx="69">
                  <c:v>09:03</c:v>
                </c:pt>
                <c:pt idx="70">
                  <c:v>09:03</c:v>
                </c:pt>
                <c:pt idx="71">
                  <c:v>09:03</c:v>
                </c:pt>
                <c:pt idx="72">
                  <c:v>09:03</c:v>
                </c:pt>
                <c:pt idx="73">
                  <c:v>09:03</c:v>
                </c:pt>
                <c:pt idx="74">
                  <c:v>09:03</c:v>
                </c:pt>
                <c:pt idx="75">
                  <c:v>09:03</c:v>
                </c:pt>
                <c:pt idx="76">
                  <c:v>09:03</c:v>
                </c:pt>
                <c:pt idx="77">
                  <c:v>09:03</c:v>
                </c:pt>
                <c:pt idx="78">
                  <c:v>09:03</c:v>
                </c:pt>
                <c:pt idx="79">
                  <c:v>09:03</c:v>
                </c:pt>
                <c:pt idx="80">
                  <c:v>09:03</c:v>
                </c:pt>
                <c:pt idx="81">
                  <c:v>09:03</c:v>
                </c:pt>
                <c:pt idx="82">
                  <c:v>09:03</c:v>
                </c:pt>
                <c:pt idx="83">
                  <c:v>09:03</c:v>
                </c:pt>
                <c:pt idx="84">
                  <c:v>09:03</c:v>
                </c:pt>
                <c:pt idx="85">
                  <c:v>09:03</c:v>
                </c:pt>
                <c:pt idx="86">
                  <c:v>09:03</c:v>
                </c:pt>
                <c:pt idx="87">
                  <c:v>09:03</c:v>
                </c:pt>
                <c:pt idx="88">
                  <c:v>09:03</c:v>
                </c:pt>
                <c:pt idx="89">
                  <c:v>09:03</c:v>
                </c:pt>
                <c:pt idx="90">
                  <c:v>09:04</c:v>
                </c:pt>
                <c:pt idx="91">
                  <c:v>09:04</c:v>
                </c:pt>
                <c:pt idx="92">
                  <c:v>09:04</c:v>
                </c:pt>
                <c:pt idx="93">
                  <c:v>09:04</c:v>
                </c:pt>
                <c:pt idx="94">
                  <c:v>09:04</c:v>
                </c:pt>
                <c:pt idx="95">
                  <c:v>09:04</c:v>
                </c:pt>
                <c:pt idx="96">
                  <c:v>09:04</c:v>
                </c:pt>
                <c:pt idx="97">
                  <c:v>09:04</c:v>
                </c:pt>
                <c:pt idx="98">
                  <c:v>09:04</c:v>
                </c:pt>
                <c:pt idx="99">
                  <c:v>09:04</c:v>
                </c:pt>
                <c:pt idx="100">
                  <c:v>09:04</c:v>
                </c:pt>
                <c:pt idx="101">
                  <c:v>09:04</c:v>
                </c:pt>
                <c:pt idx="102">
                  <c:v>09:04</c:v>
                </c:pt>
                <c:pt idx="103">
                  <c:v>09:04</c:v>
                </c:pt>
                <c:pt idx="104">
                  <c:v>09:04</c:v>
                </c:pt>
                <c:pt idx="105">
                  <c:v>09:04</c:v>
                </c:pt>
                <c:pt idx="106">
                  <c:v>09:04</c:v>
                </c:pt>
                <c:pt idx="107">
                  <c:v>09:04</c:v>
                </c:pt>
                <c:pt idx="108">
                  <c:v>09:04</c:v>
                </c:pt>
                <c:pt idx="109">
                  <c:v>09:04</c:v>
                </c:pt>
                <c:pt idx="110">
                  <c:v>09:04</c:v>
                </c:pt>
                <c:pt idx="111">
                  <c:v>09:04</c:v>
                </c:pt>
                <c:pt idx="112">
                  <c:v>09:04</c:v>
                </c:pt>
                <c:pt idx="113">
                  <c:v>09:04</c:v>
                </c:pt>
                <c:pt idx="114">
                  <c:v>09:04</c:v>
                </c:pt>
                <c:pt idx="115">
                  <c:v>09:04</c:v>
                </c:pt>
                <c:pt idx="116">
                  <c:v>09:04</c:v>
                </c:pt>
                <c:pt idx="117">
                  <c:v>09:04</c:v>
                </c:pt>
                <c:pt idx="118">
                  <c:v>09:04</c:v>
                </c:pt>
                <c:pt idx="119">
                  <c:v>09:04</c:v>
                </c:pt>
                <c:pt idx="120">
                  <c:v>09:05</c:v>
                </c:pt>
                <c:pt idx="121">
                  <c:v>09:05</c:v>
                </c:pt>
                <c:pt idx="122">
                  <c:v>09:05</c:v>
                </c:pt>
                <c:pt idx="123">
                  <c:v>09:05</c:v>
                </c:pt>
                <c:pt idx="124">
                  <c:v>09:05</c:v>
                </c:pt>
                <c:pt idx="125">
                  <c:v>09:05</c:v>
                </c:pt>
                <c:pt idx="126">
                  <c:v>09:05</c:v>
                </c:pt>
                <c:pt idx="127">
                  <c:v>09:05</c:v>
                </c:pt>
                <c:pt idx="128">
                  <c:v>09:05</c:v>
                </c:pt>
                <c:pt idx="129">
                  <c:v>09:05</c:v>
                </c:pt>
                <c:pt idx="130">
                  <c:v>09:05</c:v>
                </c:pt>
                <c:pt idx="131">
                  <c:v>09:05</c:v>
                </c:pt>
                <c:pt idx="132">
                  <c:v>09:05</c:v>
                </c:pt>
                <c:pt idx="133">
                  <c:v>09:05</c:v>
                </c:pt>
                <c:pt idx="134">
                  <c:v>09:05</c:v>
                </c:pt>
                <c:pt idx="135">
                  <c:v>09:05</c:v>
                </c:pt>
                <c:pt idx="136">
                  <c:v>09:05</c:v>
                </c:pt>
                <c:pt idx="137">
                  <c:v>09:05</c:v>
                </c:pt>
                <c:pt idx="138">
                  <c:v>09:05</c:v>
                </c:pt>
                <c:pt idx="139">
                  <c:v>09:05</c:v>
                </c:pt>
                <c:pt idx="140">
                  <c:v>09:05</c:v>
                </c:pt>
                <c:pt idx="141">
                  <c:v>09:05</c:v>
                </c:pt>
                <c:pt idx="142">
                  <c:v>09:05</c:v>
                </c:pt>
                <c:pt idx="143">
                  <c:v>09:05</c:v>
                </c:pt>
                <c:pt idx="144">
                  <c:v>09:05</c:v>
                </c:pt>
                <c:pt idx="145">
                  <c:v>09:05</c:v>
                </c:pt>
                <c:pt idx="146">
                  <c:v>09:05</c:v>
                </c:pt>
                <c:pt idx="147">
                  <c:v>09:05</c:v>
                </c:pt>
                <c:pt idx="148">
                  <c:v>09:05</c:v>
                </c:pt>
                <c:pt idx="149">
                  <c:v>09:05</c:v>
                </c:pt>
                <c:pt idx="150">
                  <c:v>09:06</c:v>
                </c:pt>
                <c:pt idx="151">
                  <c:v>09:06</c:v>
                </c:pt>
                <c:pt idx="152">
                  <c:v>09:06</c:v>
                </c:pt>
                <c:pt idx="153">
                  <c:v>09:06</c:v>
                </c:pt>
                <c:pt idx="154">
                  <c:v>09:06</c:v>
                </c:pt>
                <c:pt idx="155">
                  <c:v>09:06</c:v>
                </c:pt>
                <c:pt idx="156">
                  <c:v>09:06</c:v>
                </c:pt>
                <c:pt idx="157">
                  <c:v>09:06</c:v>
                </c:pt>
                <c:pt idx="158">
                  <c:v>09:06</c:v>
                </c:pt>
                <c:pt idx="159">
                  <c:v>09:06</c:v>
                </c:pt>
                <c:pt idx="160">
                  <c:v>09:06</c:v>
                </c:pt>
                <c:pt idx="161">
                  <c:v>09:06</c:v>
                </c:pt>
                <c:pt idx="162">
                  <c:v>09:06</c:v>
                </c:pt>
                <c:pt idx="163">
                  <c:v>09:06</c:v>
                </c:pt>
                <c:pt idx="164">
                  <c:v>09:06</c:v>
                </c:pt>
                <c:pt idx="165">
                  <c:v>09:06</c:v>
                </c:pt>
                <c:pt idx="166">
                  <c:v>09:06</c:v>
                </c:pt>
                <c:pt idx="167">
                  <c:v>09:06</c:v>
                </c:pt>
                <c:pt idx="168">
                  <c:v>09:06</c:v>
                </c:pt>
                <c:pt idx="169">
                  <c:v>09:06</c:v>
                </c:pt>
                <c:pt idx="170">
                  <c:v>09:06</c:v>
                </c:pt>
                <c:pt idx="171">
                  <c:v>09:06</c:v>
                </c:pt>
                <c:pt idx="172">
                  <c:v>09:06</c:v>
                </c:pt>
                <c:pt idx="173">
                  <c:v>09:06</c:v>
                </c:pt>
                <c:pt idx="174">
                  <c:v>09:06</c:v>
                </c:pt>
                <c:pt idx="175">
                  <c:v>09:06</c:v>
                </c:pt>
                <c:pt idx="176">
                  <c:v>09:06</c:v>
                </c:pt>
                <c:pt idx="177">
                  <c:v>09:06</c:v>
                </c:pt>
                <c:pt idx="178">
                  <c:v>09:06</c:v>
                </c:pt>
                <c:pt idx="179">
                  <c:v>09:06</c:v>
                </c:pt>
                <c:pt idx="180">
                  <c:v>09:07</c:v>
                </c:pt>
                <c:pt idx="181">
                  <c:v>09:07</c:v>
                </c:pt>
                <c:pt idx="182">
                  <c:v>09:07</c:v>
                </c:pt>
                <c:pt idx="183">
                  <c:v>09:07</c:v>
                </c:pt>
                <c:pt idx="184">
                  <c:v>09:07</c:v>
                </c:pt>
                <c:pt idx="185">
                  <c:v>09:07</c:v>
                </c:pt>
                <c:pt idx="186">
                  <c:v>09:07</c:v>
                </c:pt>
                <c:pt idx="187">
                  <c:v>09:07</c:v>
                </c:pt>
                <c:pt idx="188">
                  <c:v>09:07</c:v>
                </c:pt>
                <c:pt idx="189">
                  <c:v>09:07</c:v>
                </c:pt>
                <c:pt idx="190">
                  <c:v>09:07</c:v>
                </c:pt>
                <c:pt idx="191">
                  <c:v>09:07</c:v>
                </c:pt>
                <c:pt idx="192">
                  <c:v>09:07</c:v>
                </c:pt>
                <c:pt idx="193">
                  <c:v>09:07</c:v>
                </c:pt>
                <c:pt idx="194">
                  <c:v>09:07</c:v>
                </c:pt>
                <c:pt idx="195">
                  <c:v>09:07</c:v>
                </c:pt>
                <c:pt idx="196">
                  <c:v>09:07</c:v>
                </c:pt>
                <c:pt idx="197">
                  <c:v>09:07</c:v>
                </c:pt>
                <c:pt idx="198">
                  <c:v>09:07</c:v>
                </c:pt>
                <c:pt idx="199">
                  <c:v>09:07</c:v>
                </c:pt>
                <c:pt idx="200">
                  <c:v>09:07</c:v>
                </c:pt>
                <c:pt idx="201">
                  <c:v>09:07</c:v>
                </c:pt>
                <c:pt idx="202">
                  <c:v>09:07</c:v>
                </c:pt>
                <c:pt idx="203">
                  <c:v>09:07</c:v>
                </c:pt>
                <c:pt idx="204">
                  <c:v>09:07</c:v>
                </c:pt>
                <c:pt idx="205">
                  <c:v>09:07</c:v>
                </c:pt>
                <c:pt idx="206">
                  <c:v>09:07</c:v>
                </c:pt>
                <c:pt idx="207">
                  <c:v>09:07</c:v>
                </c:pt>
                <c:pt idx="208">
                  <c:v>09:07</c:v>
                </c:pt>
                <c:pt idx="209">
                  <c:v>09:07</c:v>
                </c:pt>
                <c:pt idx="210">
                  <c:v>09:08</c:v>
                </c:pt>
                <c:pt idx="211">
                  <c:v>09:08</c:v>
                </c:pt>
                <c:pt idx="212">
                  <c:v>09:08</c:v>
                </c:pt>
                <c:pt idx="213">
                  <c:v>09:08</c:v>
                </c:pt>
                <c:pt idx="214">
                  <c:v>09:08</c:v>
                </c:pt>
                <c:pt idx="215">
                  <c:v>09:08</c:v>
                </c:pt>
                <c:pt idx="216">
                  <c:v>09:08</c:v>
                </c:pt>
                <c:pt idx="217">
                  <c:v>09:08</c:v>
                </c:pt>
                <c:pt idx="218">
                  <c:v>09:08</c:v>
                </c:pt>
                <c:pt idx="219">
                  <c:v>09:08</c:v>
                </c:pt>
                <c:pt idx="220">
                  <c:v>09:08</c:v>
                </c:pt>
                <c:pt idx="221">
                  <c:v>09:08</c:v>
                </c:pt>
                <c:pt idx="222">
                  <c:v>09:08</c:v>
                </c:pt>
                <c:pt idx="223">
                  <c:v>09:08</c:v>
                </c:pt>
                <c:pt idx="224">
                  <c:v>09:08</c:v>
                </c:pt>
                <c:pt idx="225">
                  <c:v>09:08</c:v>
                </c:pt>
                <c:pt idx="226">
                  <c:v>09:08</c:v>
                </c:pt>
                <c:pt idx="227">
                  <c:v>09:08</c:v>
                </c:pt>
                <c:pt idx="228">
                  <c:v>09:08</c:v>
                </c:pt>
                <c:pt idx="229">
                  <c:v>09:08</c:v>
                </c:pt>
                <c:pt idx="230">
                  <c:v>09:08</c:v>
                </c:pt>
                <c:pt idx="231">
                  <c:v>09:08</c:v>
                </c:pt>
                <c:pt idx="232">
                  <c:v>09:08</c:v>
                </c:pt>
                <c:pt idx="233">
                  <c:v>09:08</c:v>
                </c:pt>
                <c:pt idx="234">
                  <c:v>09:08</c:v>
                </c:pt>
                <c:pt idx="235">
                  <c:v>09:08</c:v>
                </c:pt>
                <c:pt idx="236">
                  <c:v>09:08</c:v>
                </c:pt>
                <c:pt idx="237">
                  <c:v>09:08</c:v>
                </c:pt>
                <c:pt idx="238">
                  <c:v>09:08</c:v>
                </c:pt>
                <c:pt idx="239">
                  <c:v>09:08</c:v>
                </c:pt>
                <c:pt idx="240">
                  <c:v>09:09</c:v>
                </c:pt>
                <c:pt idx="241">
                  <c:v>09:09</c:v>
                </c:pt>
                <c:pt idx="242">
                  <c:v>09:09</c:v>
                </c:pt>
                <c:pt idx="243">
                  <c:v>09:09</c:v>
                </c:pt>
                <c:pt idx="244">
                  <c:v>09:09</c:v>
                </c:pt>
                <c:pt idx="245">
                  <c:v>09:09</c:v>
                </c:pt>
                <c:pt idx="246">
                  <c:v>09:09</c:v>
                </c:pt>
                <c:pt idx="247">
                  <c:v>09:09</c:v>
                </c:pt>
                <c:pt idx="248">
                  <c:v>09:09</c:v>
                </c:pt>
                <c:pt idx="249">
                  <c:v>09:09</c:v>
                </c:pt>
                <c:pt idx="250">
                  <c:v>09:09</c:v>
                </c:pt>
                <c:pt idx="251">
                  <c:v>09:09</c:v>
                </c:pt>
                <c:pt idx="252">
                  <c:v>09:09</c:v>
                </c:pt>
                <c:pt idx="253">
                  <c:v>09:09</c:v>
                </c:pt>
                <c:pt idx="254">
                  <c:v>09:09</c:v>
                </c:pt>
                <c:pt idx="255">
                  <c:v>09:09</c:v>
                </c:pt>
                <c:pt idx="256">
                  <c:v>09:09</c:v>
                </c:pt>
                <c:pt idx="257">
                  <c:v>09:09</c:v>
                </c:pt>
                <c:pt idx="258">
                  <c:v>09:09</c:v>
                </c:pt>
                <c:pt idx="259">
                  <c:v>09:09</c:v>
                </c:pt>
                <c:pt idx="260">
                  <c:v>09:09</c:v>
                </c:pt>
                <c:pt idx="261">
                  <c:v>09:09</c:v>
                </c:pt>
                <c:pt idx="262">
                  <c:v>09:09</c:v>
                </c:pt>
                <c:pt idx="263">
                  <c:v>09:09</c:v>
                </c:pt>
                <c:pt idx="264">
                  <c:v>09:09</c:v>
                </c:pt>
                <c:pt idx="265">
                  <c:v>09:09</c:v>
                </c:pt>
                <c:pt idx="266">
                  <c:v>09:09</c:v>
                </c:pt>
                <c:pt idx="267">
                  <c:v>09:09</c:v>
                </c:pt>
                <c:pt idx="268">
                  <c:v>09:09</c:v>
                </c:pt>
                <c:pt idx="269">
                  <c:v>09:09</c:v>
                </c:pt>
                <c:pt idx="270">
                  <c:v>09:10</c:v>
                </c:pt>
                <c:pt idx="271">
                  <c:v>09:10</c:v>
                </c:pt>
                <c:pt idx="272">
                  <c:v>09:10</c:v>
                </c:pt>
                <c:pt idx="273">
                  <c:v>09:10</c:v>
                </c:pt>
                <c:pt idx="274">
                  <c:v>09:10</c:v>
                </c:pt>
                <c:pt idx="275">
                  <c:v>09:10</c:v>
                </c:pt>
                <c:pt idx="276">
                  <c:v>09:10</c:v>
                </c:pt>
                <c:pt idx="277">
                  <c:v>09:10</c:v>
                </c:pt>
                <c:pt idx="278">
                  <c:v>09:10</c:v>
                </c:pt>
                <c:pt idx="279">
                  <c:v>09:10</c:v>
                </c:pt>
                <c:pt idx="280">
                  <c:v>09:10</c:v>
                </c:pt>
                <c:pt idx="281">
                  <c:v>09:10</c:v>
                </c:pt>
                <c:pt idx="282">
                  <c:v>09:10</c:v>
                </c:pt>
                <c:pt idx="283">
                  <c:v>09:10</c:v>
                </c:pt>
                <c:pt idx="284">
                  <c:v>09:10</c:v>
                </c:pt>
                <c:pt idx="285">
                  <c:v>09:10</c:v>
                </c:pt>
                <c:pt idx="286">
                  <c:v>09:10</c:v>
                </c:pt>
                <c:pt idx="287">
                  <c:v>09:10</c:v>
                </c:pt>
                <c:pt idx="288">
                  <c:v>09:10</c:v>
                </c:pt>
                <c:pt idx="289">
                  <c:v>09:10</c:v>
                </c:pt>
                <c:pt idx="290">
                  <c:v>09:10</c:v>
                </c:pt>
                <c:pt idx="291">
                  <c:v>09:10</c:v>
                </c:pt>
                <c:pt idx="292">
                  <c:v>09:10</c:v>
                </c:pt>
                <c:pt idx="293">
                  <c:v>09:10</c:v>
                </c:pt>
                <c:pt idx="294">
                  <c:v>09:10</c:v>
                </c:pt>
                <c:pt idx="295">
                  <c:v>09:10</c:v>
                </c:pt>
                <c:pt idx="296">
                  <c:v>09:10</c:v>
                </c:pt>
                <c:pt idx="297">
                  <c:v>09:10</c:v>
                </c:pt>
                <c:pt idx="298">
                  <c:v>09:10</c:v>
                </c:pt>
                <c:pt idx="299">
                  <c:v>09:10</c:v>
                </c:pt>
                <c:pt idx="300">
                  <c:v>09:11</c:v>
                </c:pt>
                <c:pt idx="301">
                  <c:v>09:11</c:v>
                </c:pt>
                <c:pt idx="302">
                  <c:v>09:11</c:v>
                </c:pt>
                <c:pt idx="303">
                  <c:v>09:11</c:v>
                </c:pt>
                <c:pt idx="304">
                  <c:v>09:11</c:v>
                </c:pt>
                <c:pt idx="305">
                  <c:v>09:11</c:v>
                </c:pt>
                <c:pt idx="306">
                  <c:v>09:11</c:v>
                </c:pt>
                <c:pt idx="307">
                  <c:v>09:11</c:v>
                </c:pt>
                <c:pt idx="308">
                  <c:v>09:11</c:v>
                </c:pt>
                <c:pt idx="309">
                  <c:v>09:11</c:v>
                </c:pt>
                <c:pt idx="310">
                  <c:v>09:11</c:v>
                </c:pt>
                <c:pt idx="311">
                  <c:v>09:11</c:v>
                </c:pt>
                <c:pt idx="312">
                  <c:v>09:11</c:v>
                </c:pt>
                <c:pt idx="313">
                  <c:v>09:11</c:v>
                </c:pt>
                <c:pt idx="314">
                  <c:v>09:11</c:v>
                </c:pt>
                <c:pt idx="315">
                  <c:v>09:11</c:v>
                </c:pt>
                <c:pt idx="316">
                  <c:v>09:11</c:v>
                </c:pt>
                <c:pt idx="317">
                  <c:v>09:11</c:v>
                </c:pt>
                <c:pt idx="318">
                  <c:v>09:11</c:v>
                </c:pt>
                <c:pt idx="319">
                  <c:v>09:11</c:v>
                </c:pt>
                <c:pt idx="320">
                  <c:v>09:11</c:v>
                </c:pt>
                <c:pt idx="321">
                  <c:v>09:11</c:v>
                </c:pt>
                <c:pt idx="322">
                  <c:v>09:11</c:v>
                </c:pt>
                <c:pt idx="323">
                  <c:v>09:11</c:v>
                </c:pt>
                <c:pt idx="324">
                  <c:v>09:11</c:v>
                </c:pt>
                <c:pt idx="325">
                  <c:v>09:11</c:v>
                </c:pt>
                <c:pt idx="326">
                  <c:v>09:11</c:v>
                </c:pt>
                <c:pt idx="327">
                  <c:v>09:11</c:v>
                </c:pt>
                <c:pt idx="328">
                  <c:v>09:11</c:v>
                </c:pt>
                <c:pt idx="329">
                  <c:v>09:11</c:v>
                </c:pt>
                <c:pt idx="330">
                  <c:v>09:12</c:v>
                </c:pt>
                <c:pt idx="331">
                  <c:v>09:12</c:v>
                </c:pt>
                <c:pt idx="332">
                  <c:v>09:12</c:v>
                </c:pt>
                <c:pt idx="333">
                  <c:v>09:12</c:v>
                </c:pt>
                <c:pt idx="334">
                  <c:v>09:12</c:v>
                </c:pt>
                <c:pt idx="335">
                  <c:v>09:12</c:v>
                </c:pt>
                <c:pt idx="336">
                  <c:v>09:12</c:v>
                </c:pt>
                <c:pt idx="337">
                  <c:v>09:12</c:v>
                </c:pt>
                <c:pt idx="338">
                  <c:v>09:12</c:v>
                </c:pt>
                <c:pt idx="339">
                  <c:v>09:12</c:v>
                </c:pt>
                <c:pt idx="340">
                  <c:v>09:12</c:v>
                </c:pt>
                <c:pt idx="341">
                  <c:v>09:12</c:v>
                </c:pt>
                <c:pt idx="342">
                  <c:v>09:12</c:v>
                </c:pt>
                <c:pt idx="343">
                  <c:v>09:12</c:v>
                </c:pt>
                <c:pt idx="344">
                  <c:v>09:12</c:v>
                </c:pt>
                <c:pt idx="345">
                  <c:v>09:12</c:v>
                </c:pt>
                <c:pt idx="346">
                  <c:v>09:12</c:v>
                </c:pt>
                <c:pt idx="347">
                  <c:v>09:12</c:v>
                </c:pt>
                <c:pt idx="348">
                  <c:v>09:12</c:v>
                </c:pt>
                <c:pt idx="349">
                  <c:v>09:12</c:v>
                </c:pt>
                <c:pt idx="350">
                  <c:v>09:12</c:v>
                </c:pt>
                <c:pt idx="351">
                  <c:v>09:12</c:v>
                </c:pt>
                <c:pt idx="352">
                  <c:v>09:12</c:v>
                </c:pt>
                <c:pt idx="353">
                  <c:v>09:12</c:v>
                </c:pt>
                <c:pt idx="354">
                  <c:v>09:12</c:v>
                </c:pt>
                <c:pt idx="355">
                  <c:v>09:12</c:v>
                </c:pt>
                <c:pt idx="356">
                  <c:v>09:12</c:v>
                </c:pt>
                <c:pt idx="357">
                  <c:v>09:12</c:v>
                </c:pt>
                <c:pt idx="358">
                  <c:v>09:12</c:v>
                </c:pt>
                <c:pt idx="359">
                  <c:v>09:12</c:v>
                </c:pt>
                <c:pt idx="360">
                  <c:v>09:13</c:v>
                </c:pt>
                <c:pt idx="361">
                  <c:v>09:13</c:v>
                </c:pt>
                <c:pt idx="362">
                  <c:v>09:13</c:v>
                </c:pt>
                <c:pt idx="363">
                  <c:v>09:13</c:v>
                </c:pt>
                <c:pt idx="364">
                  <c:v>09:13</c:v>
                </c:pt>
                <c:pt idx="365">
                  <c:v>09:13</c:v>
                </c:pt>
                <c:pt idx="366">
                  <c:v>09:13</c:v>
                </c:pt>
                <c:pt idx="367">
                  <c:v>09:13</c:v>
                </c:pt>
                <c:pt idx="368">
                  <c:v>09:13</c:v>
                </c:pt>
                <c:pt idx="369">
                  <c:v>09:13</c:v>
                </c:pt>
                <c:pt idx="370">
                  <c:v>09:13</c:v>
                </c:pt>
                <c:pt idx="371">
                  <c:v>09:13</c:v>
                </c:pt>
                <c:pt idx="372">
                  <c:v>09:13</c:v>
                </c:pt>
                <c:pt idx="373">
                  <c:v>09:13</c:v>
                </c:pt>
                <c:pt idx="374">
                  <c:v>09:13</c:v>
                </c:pt>
                <c:pt idx="375">
                  <c:v>09:13</c:v>
                </c:pt>
                <c:pt idx="376">
                  <c:v>09:13</c:v>
                </c:pt>
                <c:pt idx="377">
                  <c:v>09:13</c:v>
                </c:pt>
                <c:pt idx="378">
                  <c:v>09:13</c:v>
                </c:pt>
                <c:pt idx="379">
                  <c:v>09:13</c:v>
                </c:pt>
                <c:pt idx="380">
                  <c:v>09:13</c:v>
                </c:pt>
                <c:pt idx="381">
                  <c:v>09:13</c:v>
                </c:pt>
                <c:pt idx="382">
                  <c:v>09:13</c:v>
                </c:pt>
                <c:pt idx="383">
                  <c:v>09:13</c:v>
                </c:pt>
                <c:pt idx="384">
                  <c:v>09:13</c:v>
                </c:pt>
                <c:pt idx="385">
                  <c:v>09:13</c:v>
                </c:pt>
                <c:pt idx="386">
                  <c:v>09:13</c:v>
                </c:pt>
                <c:pt idx="387">
                  <c:v>09:13</c:v>
                </c:pt>
                <c:pt idx="388">
                  <c:v>09:13</c:v>
                </c:pt>
                <c:pt idx="389">
                  <c:v>09:13</c:v>
                </c:pt>
                <c:pt idx="390">
                  <c:v>09:14</c:v>
                </c:pt>
                <c:pt idx="391">
                  <c:v>09:14</c:v>
                </c:pt>
                <c:pt idx="392">
                  <c:v>09:14</c:v>
                </c:pt>
                <c:pt idx="393">
                  <c:v>09:14</c:v>
                </c:pt>
                <c:pt idx="394">
                  <c:v>09:14</c:v>
                </c:pt>
                <c:pt idx="395">
                  <c:v>09:14</c:v>
                </c:pt>
                <c:pt idx="396">
                  <c:v>09:14</c:v>
                </c:pt>
                <c:pt idx="397">
                  <c:v>09:14</c:v>
                </c:pt>
                <c:pt idx="398">
                  <c:v>09:14</c:v>
                </c:pt>
                <c:pt idx="399">
                  <c:v>09:14</c:v>
                </c:pt>
                <c:pt idx="400">
                  <c:v>09:14</c:v>
                </c:pt>
                <c:pt idx="401">
                  <c:v>09:14</c:v>
                </c:pt>
                <c:pt idx="402">
                  <c:v>09:14</c:v>
                </c:pt>
                <c:pt idx="403">
                  <c:v>09:14</c:v>
                </c:pt>
                <c:pt idx="404">
                  <c:v>09:14</c:v>
                </c:pt>
                <c:pt idx="405">
                  <c:v>09:14</c:v>
                </c:pt>
                <c:pt idx="406">
                  <c:v>09:14</c:v>
                </c:pt>
                <c:pt idx="407">
                  <c:v>09:14</c:v>
                </c:pt>
                <c:pt idx="408">
                  <c:v>09:14</c:v>
                </c:pt>
                <c:pt idx="409">
                  <c:v>09:14</c:v>
                </c:pt>
                <c:pt idx="410">
                  <c:v>09:14</c:v>
                </c:pt>
                <c:pt idx="411">
                  <c:v>09:14</c:v>
                </c:pt>
                <c:pt idx="412">
                  <c:v>09:14</c:v>
                </c:pt>
                <c:pt idx="413">
                  <c:v>09:14</c:v>
                </c:pt>
                <c:pt idx="414">
                  <c:v>09:14</c:v>
                </c:pt>
                <c:pt idx="415">
                  <c:v>09:14</c:v>
                </c:pt>
                <c:pt idx="416">
                  <c:v>09:14</c:v>
                </c:pt>
                <c:pt idx="417">
                  <c:v>09:14</c:v>
                </c:pt>
                <c:pt idx="418">
                  <c:v>09:14</c:v>
                </c:pt>
                <c:pt idx="419">
                  <c:v>09:14</c:v>
                </c:pt>
                <c:pt idx="420">
                  <c:v>09:15</c:v>
                </c:pt>
                <c:pt idx="421">
                  <c:v>09:15</c:v>
                </c:pt>
                <c:pt idx="422">
                  <c:v>09:15</c:v>
                </c:pt>
                <c:pt idx="423">
                  <c:v>09:15</c:v>
                </c:pt>
                <c:pt idx="424">
                  <c:v>09:15</c:v>
                </c:pt>
                <c:pt idx="425">
                  <c:v>09:15</c:v>
                </c:pt>
                <c:pt idx="426">
                  <c:v>09:15</c:v>
                </c:pt>
                <c:pt idx="427">
                  <c:v>09:15</c:v>
                </c:pt>
                <c:pt idx="428">
                  <c:v>09:15</c:v>
                </c:pt>
                <c:pt idx="429">
                  <c:v>09:15</c:v>
                </c:pt>
                <c:pt idx="430">
                  <c:v>09:15</c:v>
                </c:pt>
                <c:pt idx="431">
                  <c:v>09:15</c:v>
                </c:pt>
                <c:pt idx="432">
                  <c:v>09:15</c:v>
                </c:pt>
                <c:pt idx="433">
                  <c:v>09:15</c:v>
                </c:pt>
                <c:pt idx="434">
                  <c:v>09:15</c:v>
                </c:pt>
                <c:pt idx="435">
                  <c:v>09:15</c:v>
                </c:pt>
                <c:pt idx="436">
                  <c:v>09:15</c:v>
                </c:pt>
                <c:pt idx="437">
                  <c:v>09:15</c:v>
                </c:pt>
                <c:pt idx="438">
                  <c:v>09:15</c:v>
                </c:pt>
                <c:pt idx="439">
                  <c:v>09:15</c:v>
                </c:pt>
                <c:pt idx="440">
                  <c:v>09:15</c:v>
                </c:pt>
                <c:pt idx="441">
                  <c:v>09:15</c:v>
                </c:pt>
                <c:pt idx="442">
                  <c:v>09:15</c:v>
                </c:pt>
                <c:pt idx="443">
                  <c:v>09:15</c:v>
                </c:pt>
                <c:pt idx="444">
                  <c:v>09:15</c:v>
                </c:pt>
                <c:pt idx="445">
                  <c:v>09:15</c:v>
                </c:pt>
                <c:pt idx="446">
                  <c:v>09:15</c:v>
                </c:pt>
                <c:pt idx="447">
                  <c:v>09:15</c:v>
                </c:pt>
                <c:pt idx="448">
                  <c:v>09:15</c:v>
                </c:pt>
                <c:pt idx="449">
                  <c:v>09:15</c:v>
                </c:pt>
                <c:pt idx="450">
                  <c:v>09:16</c:v>
                </c:pt>
                <c:pt idx="451">
                  <c:v>09:16</c:v>
                </c:pt>
                <c:pt idx="452">
                  <c:v>09:16</c:v>
                </c:pt>
                <c:pt idx="453">
                  <c:v>09:16</c:v>
                </c:pt>
                <c:pt idx="454">
                  <c:v>09:16</c:v>
                </c:pt>
                <c:pt idx="455">
                  <c:v>09:16</c:v>
                </c:pt>
                <c:pt idx="456">
                  <c:v>09:16</c:v>
                </c:pt>
                <c:pt idx="457">
                  <c:v>09:16</c:v>
                </c:pt>
                <c:pt idx="458">
                  <c:v>09:16</c:v>
                </c:pt>
                <c:pt idx="459">
                  <c:v>09:16</c:v>
                </c:pt>
                <c:pt idx="460">
                  <c:v>09:16</c:v>
                </c:pt>
                <c:pt idx="461">
                  <c:v>09:16</c:v>
                </c:pt>
                <c:pt idx="462">
                  <c:v>09:16</c:v>
                </c:pt>
                <c:pt idx="463">
                  <c:v>09:16</c:v>
                </c:pt>
                <c:pt idx="464">
                  <c:v>09:16</c:v>
                </c:pt>
                <c:pt idx="465">
                  <c:v>09:16</c:v>
                </c:pt>
                <c:pt idx="466">
                  <c:v>09:16</c:v>
                </c:pt>
                <c:pt idx="467">
                  <c:v>09:16</c:v>
                </c:pt>
                <c:pt idx="468">
                  <c:v>09:16</c:v>
                </c:pt>
                <c:pt idx="469">
                  <c:v>09:16</c:v>
                </c:pt>
                <c:pt idx="470">
                  <c:v>09:16</c:v>
                </c:pt>
                <c:pt idx="471">
                  <c:v>09:16</c:v>
                </c:pt>
                <c:pt idx="472">
                  <c:v>09:16</c:v>
                </c:pt>
                <c:pt idx="473">
                  <c:v>09:16</c:v>
                </c:pt>
                <c:pt idx="474">
                  <c:v>09:16</c:v>
                </c:pt>
                <c:pt idx="475">
                  <c:v>09:16</c:v>
                </c:pt>
                <c:pt idx="476">
                  <c:v>09:16</c:v>
                </c:pt>
                <c:pt idx="477">
                  <c:v>09:16</c:v>
                </c:pt>
                <c:pt idx="478">
                  <c:v>09:16</c:v>
                </c:pt>
                <c:pt idx="479">
                  <c:v>09:16</c:v>
                </c:pt>
                <c:pt idx="480">
                  <c:v>09:17</c:v>
                </c:pt>
                <c:pt idx="481">
                  <c:v>09:17</c:v>
                </c:pt>
                <c:pt idx="482">
                  <c:v>09:17</c:v>
                </c:pt>
                <c:pt idx="483">
                  <c:v>09:17</c:v>
                </c:pt>
                <c:pt idx="484">
                  <c:v>09:17</c:v>
                </c:pt>
                <c:pt idx="485">
                  <c:v>09:17</c:v>
                </c:pt>
                <c:pt idx="486">
                  <c:v>09:17</c:v>
                </c:pt>
                <c:pt idx="487">
                  <c:v>09:17</c:v>
                </c:pt>
                <c:pt idx="488">
                  <c:v>09:17</c:v>
                </c:pt>
                <c:pt idx="489">
                  <c:v>09:17</c:v>
                </c:pt>
                <c:pt idx="490">
                  <c:v>09:17</c:v>
                </c:pt>
                <c:pt idx="491">
                  <c:v>09:17</c:v>
                </c:pt>
                <c:pt idx="492">
                  <c:v>09:17</c:v>
                </c:pt>
                <c:pt idx="493">
                  <c:v>09:17</c:v>
                </c:pt>
                <c:pt idx="494">
                  <c:v>09:17</c:v>
                </c:pt>
                <c:pt idx="495">
                  <c:v>09:17</c:v>
                </c:pt>
                <c:pt idx="496">
                  <c:v>09:17</c:v>
                </c:pt>
                <c:pt idx="497">
                  <c:v>09:17</c:v>
                </c:pt>
                <c:pt idx="498">
                  <c:v>09:17</c:v>
                </c:pt>
                <c:pt idx="499">
                  <c:v>09:17</c:v>
                </c:pt>
                <c:pt idx="500">
                  <c:v>09:17</c:v>
                </c:pt>
                <c:pt idx="501">
                  <c:v>09:17</c:v>
                </c:pt>
                <c:pt idx="502">
                  <c:v>09:17</c:v>
                </c:pt>
                <c:pt idx="503">
                  <c:v>09:17</c:v>
                </c:pt>
                <c:pt idx="504">
                  <c:v>09:17</c:v>
                </c:pt>
                <c:pt idx="505">
                  <c:v>09:17</c:v>
                </c:pt>
                <c:pt idx="506">
                  <c:v>09:17</c:v>
                </c:pt>
                <c:pt idx="507">
                  <c:v>09:17</c:v>
                </c:pt>
                <c:pt idx="508">
                  <c:v>09:17</c:v>
                </c:pt>
                <c:pt idx="509">
                  <c:v>09:17</c:v>
                </c:pt>
                <c:pt idx="510">
                  <c:v>09:18</c:v>
                </c:pt>
                <c:pt idx="511">
                  <c:v>09:18</c:v>
                </c:pt>
                <c:pt idx="512">
                  <c:v>09:18</c:v>
                </c:pt>
                <c:pt idx="513">
                  <c:v>09:18</c:v>
                </c:pt>
                <c:pt idx="514">
                  <c:v>09:18</c:v>
                </c:pt>
                <c:pt idx="515">
                  <c:v>09:18</c:v>
                </c:pt>
                <c:pt idx="516">
                  <c:v>09:18</c:v>
                </c:pt>
                <c:pt idx="517">
                  <c:v>09:18</c:v>
                </c:pt>
                <c:pt idx="518">
                  <c:v>09:18</c:v>
                </c:pt>
                <c:pt idx="519">
                  <c:v>09:18</c:v>
                </c:pt>
                <c:pt idx="520">
                  <c:v>09:18</c:v>
                </c:pt>
                <c:pt idx="521">
                  <c:v>09:18</c:v>
                </c:pt>
                <c:pt idx="522">
                  <c:v>09:18</c:v>
                </c:pt>
                <c:pt idx="523">
                  <c:v>09:18</c:v>
                </c:pt>
                <c:pt idx="524">
                  <c:v>09:18</c:v>
                </c:pt>
                <c:pt idx="525">
                  <c:v>09:18</c:v>
                </c:pt>
                <c:pt idx="526">
                  <c:v>09:18</c:v>
                </c:pt>
                <c:pt idx="527">
                  <c:v>09:18</c:v>
                </c:pt>
                <c:pt idx="528">
                  <c:v>09:18</c:v>
                </c:pt>
                <c:pt idx="529">
                  <c:v>09:18</c:v>
                </c:pt>
                <c:pt idx="530">
                  <c:v>09:18</c:v>
                </c:pt>
                <c:pt idx="531">
                  <c:v>09:18</c:v>
                </c:pt>
                <c:pt idx="532">
                  <c:v>09:18</c:v>
                </c:pt>
                <c:pt idx="533">
                  <c:v>09:18</c:v>
                </c:pt>
                <c:pt idx="534">
                  <c:v>09:18</c:v>
                </c:pt>
                <c:pt idx="535">
                  <c:v>09:18</c:v>
                </c:pt>
                <c:pt idx="536">
                  <c:v>09:18</c:v>
                </c:pt>
                <c:pt idx="537">
                  <c:v>09:18</c:v>
                </c:pt>
                <c:pt idx="538">
                  <c:v>09:18</c:v>
                </c:pt>
                <c:pt idx="539">
                  <c:v>09:18</c:v>
                </c:pt>
                <c:pt idx="540">
                  <c:v>09:19</c:v>
                </c:pt>
                <c:pt idx="541">
                  <c:v>09:19</c:v>
                </c:pt>
                <c:pt idx="542">
                  <c:v>09:19</c:v>
                </c:pt>
                <c:pt idx="543">
                  <c:v>09:19</c:v>
                </c:pt>
                <c:pt idx="544">
                  <c:v>09:19</c:v>
                </c:pt>
                <c:pt idx="545">
                  <c:v>09:19</c:v>
                </c:pt>
                <c:pt idx="546">
                  <c:v>09:19</c:v>
                </c:pt>
                <c:pt idx="547">
                  <c:v>09:19</c:v>
                </c:pt>
                <c:pt idx="548">
                  <c:v>09:19</c:v>
                </c:pt>
                <c:pt idx="549">
                  <c:v>09:19</c:v>
                </c:pt>
                <c:pt idx="550">
                  <c:v>09:19</c:v>
                </c:pt>
                <c:pt idx="551">
                  <c:v>09:19</c:v>
                </c:pt>
                <c:pt idx="552">
                  <c:v>09:19</c:v>
                </c:pt>
                <c:pt idx="553">
                  <c:v>09:19</c:v>
                </c:pt>
                <c:pt idx="554">
                  <c:v>09:19</c:v>
                </c:pt>
                <c:pt idx="555">
                  <c:v>09:19</c:v>
                </c:pt>
                <c:pt idx="556">
                  <c:v>09:19</c:v>
                </c:pt>
                <c:pt idx="557">
                  <c:v>09:19</c:v>
                </c:pt>
                <c:pt idx="558">
                  <c:v>09:19</c:v>
                </c:pt>
                <c:pt idx="559">
                  <c:v>09:19</c:v>
                </c:pt>
                <c:pt idx="560">
                  <c:v>09:19</c:v>
                </c:pt>
                <c:pt idx="561">
                  <c:v>09:19</c:v>
                </c:pt>
                <c:pt idx="562">
                  <c:v>09:19</c:v>
                </c:pt>
                <c:pt idx="563">
                  <c:v>09:19</c:v>
                </c:pt>
                <c:pt idx="564">
                  <c:v>09:19</c:v>
                </c:pt>
                <c:pt idx="565">
                  <c:v>09:19</c:v>
                </c:pt>
                <c:pt idx="566">
                  <c:v>09:19</c:v>
                </c:pt>
                <c:pt idx="567">
                  <c:v>09:19</c:v>
                </c:pt>
                <c:pt idx="568">
                  <c:v>09:19</c:v>
                </c:pt>
                <c:pt idx="569">
                  <c:v>09:19</c:v>
                </c:pt>
                <c:pt idx="570">
                  <c:v>09:20</c:v>
                </c:pt>
                <c:pt idx="571">
                  <c:v>09:20</c:v>
                </c:pt>
                <c:pt idx="572">
                  <c:v>09:20</c:v>
                </c:pt>
                <c:pt idx="573">
                  <c:v>09:20</c:v>
                </c:pt>
                <c:pt idx="574">
                  <c:v>09:20</c:v>
                </c:pt>
                <c:pt idx="575">
                  <c:v>09:20</c:v>
                </c:pt>
                <c:pt idx="576">
                  <c:v>09:20</c:v>
                </c:pt>
                <c:pt idx="577">
                  <c:v>09:20</c:v>
                </c:pt>
                <c:pt idx="578">
                  <c:v>09:20</c:v>
                </c:pt>
                <c:pt idx="579">
                  <c:v>09:20</c:v>
                </c:pt>
                <c:pt idx="580">
                  <c:v>09:20</c:v>
                </c:pt>
                <c:pt idx="581">
                  <c:v>09:20</c:v>
                </c:pt>
                <c:pt idx="582">
                  <c:v>09:20</c:v>
                </c:pt>
                <c:pt idx="583">
                  <c:v>09:20</c:v>
                </c:pt>
                <c:pt idx="584">
                  <c:v>09:20</c:v>
                </c:pt>
                <c:pt idx="585">
                  <c:v>09:20</c:v>
                </c:pt>
                <c:pt idx="586">
                  <c:v>09:20</c:v>
                </c:pt>
                <c:pt idx="587">
                  <c:v>09:20</c:v>
                </c:pt>
                <c:pt idx="588">
                  <c:v>09:20</c:v>
                </c:pt>
                <c:pt idx="589">
                  <c:v>09:20</c:v>
                </c:pt>
                <c:pt idx="590">
                  <c:v>09:20</c:v>
                </c:pt>
                <c:pt idx="591">
                  <c:v>09:20</c:v>
                </c:pt>
                <c:pt idx="592">
                  <c:v>09:20</c:v>
                </c:pt>
                <c:pt idx="593">
                  <c:v>09:20</c:v>
                </c:pt>
                <c:pt idx="594">
                  <c:v>09:20</c:v>
                </c:pt>
                <c:pt idx="595">
                  <c:v>09:20</c:v>
                </c:pt>
                <c:pt idx="596">
                  <c:v>09:20</c:v>
                </c:pt>
                <c:pt idx="597">
                  <c:v>09:20</c:v>
                </c:pt>
                <c:pt idx="598">
                  <c:v>09:20</c:v>
                </c:pt>
                <c:pt idx="599">
                  <c:v>09:20</c:v>
                </c:pt>
                <c:pt idx="600">
                  <c:v>09:21</c:v>
                </c:pt>
                <c:pt idx="601">
                  <c:v>09:21</c:v>
                </c:pt>
                <c:pt idx="602">
                  <c:v>09:21</c:v>
                </c:pt>
                <c:pt idx="603">
                  <c:v>09:21</c:v>
                </c:pt>
                <c:pt idx="604">
                  <c:v>09:21</c:v>
                </c:pt>
                <c:pt idx="605">
                  <c:v>09:21</c:v>
                </c:pt>
                <c:pt idx="606">
                  <c:v>09:21</c:v>
                </c:pt>
                <c:pt idx="607">
                  <c:v>09:21</c:v>
                </c:pt>
                <c:pt idx="608">
                  <c:v>09:21</c:v>
                </c:pt>
                <c:pt idx="609">
                  <c:v>09:21</c:v>
                </c:pt>
                <c:pt idx="610">
                  <c:v>09:21</c:v>
                </c:pt>
                <c:pt idx="611">
                  <c:v>09:21</c:v>
                </c:pt>
                <c:pt idx="612">
                  <c:v>09:21</c:v>
                </c:pt>
                <c:pt idx="613">
                  <c:v>09:21</c:v>
                </c:pt>
                <c:pt idx="614">
                  <c:v>09:21</c:v>
                </c:pt>
                <c:pt idx="615">
                  <c:v>09:21</c:v>
                </c:pt>
                <c:pt idx="616">
                  <c:v>09:21</c:v>
                </c:pt>
                <c:pt idx="617">
                  <c:v>09:21</c:v>
                </c:pt>
                <c:pt idx="618">
                  <c:v>09:21</c:v>
                </c:pt>
                <c:pt idx="619">
                  <c:v>09:21</c:v>
                </c:pt>
                <c:pt idx="620">
                  <c:v>09:21</c:v>
                </c:pt>
                <c:pt idx="621">
                  <c:v>09:21</c:v>
                </c:pt>
                <c:pt idx="622">
                  <c:v>09:21</c:v>
                </c:pt>
                <c:pt idx="623">
                  <c:v>09:21</c:v>
                </c:pt>
                <c:pt idx="624">
                  <c:v>09:21</c:v>
                </c:pt>
                <c:pt idx="625">
                  <c:v>09:21</c:v>
                </c:pt>
                <c:pt idx="626">
                  <c:v>09:21</c:v>
                </c:pt>
                <c:pt idx="627">
                  <c:v>09:21</c:v>
                </c:pt>
                <c:pt idx="628">
                  <c:v>09:21</c:v>
                </c:pt>
                <c:pt idx="629">
                  <c:v>09:21</c:v>
                </c:pt>
                <c:pt idx="630">
                  <c:v>09:22</c:v>
                </c:pt>
                <c:pt idx="631">
                  <c:v>09:22</c:v>
                </c:pt>
                <c:pt idx="632">
                  <c:v>09:22</c:v>
                </c:pt>
                <c:pt idx="633">
                  <c:v>09:22</c:v>
                </c:pt>
                <c:pt idx="634">
                  <c:v>09:22</c:v>
                </c:pt>
                <c:pt idx="635">
                  <c:v>09:22</c:v>
                </c:pt>
                <c:pt idx="636">
                  <c:v>09:22</c:v>
                </c:pt>
                <c:pt idx="637">
                  <c:v>09:22</c:v>
                </c:pt>
                <c:pt idx="638">
                  <c:v>09:22</c:v>
                </c:pt>
                <c:pt idx="639">
                  <c:v>09:22</c:v>
                </c:pt>
                <c:pt idx="640">
                  <c:v>09:22</c:v>
                </c:pt>
                <c:pt idx="641">
                  <c:v>09:22</c:v>
                </c:pt>
                <c:pt idx="642">
                  <c:v>09:22</c:v>
                </c:pt>
                <c:pt idx="643">
                  <c:v>09:22</c:v>
                </c:pt>
                <c:pt idx="644">
                  <c:v>09:22</c:v>
                </c:pt>
                <c:pt idx="645">
                  <c:v>09:22</c:v>
                </c:pt>
                <c:pt idx="646">
                  <c:v>09:22</c:v>
                </c:pt>
                <c:pt idx="647">
                  <c:v>09:22</c:v>
                </c:pt>
                <c:pt idx="648">
                  <c:v>09:22</c:v>
                </c:pt>
                <c:pt idx="649">
                  <c:v>09:22</c:v>
                </c:pt>
                <c:pt idx="650">
                  <c:v>09:22</c:v>
                </c:pt>
                <c:pt idx="651">
                  <c:v>09:22</c:v>
                </c:pt>
                <c:pt idx="652">
                  <c:v>09:22</c:v>
                </c:pt>
                <c:pt idx="653">
                  <c:v>09:22</c:v>
                </c:pt>
                <c:pt idx="654">
                  <c:v>09:22</c:v>
                </c:pt>
                <c:pt idx="655">
                  <c:v>09:22</c:v>
                </c:pt>
                <c:pt idx="656">
                  <c:v>09:22</c:v>
                </c:pt>
                <c:pt idx="657">
                  <c:v>09:22</c:v>
                </c:pt>
                <c:pt idx="658">
                  <c:v>09:22</c:v>
                </c:pt>
                <c:pt idx="659">
                  <c:v>09:22</c:v>
                </c:pt>
                <c:pt idx="660">
                  <c:v>09:23</c:v>
                </c:pt>
                <c:pt idx="661">
                  <c:v>09:23</c:v>
                </c:pt>
                <c:pt idx="662">
                  <c:v>09:23</c:v>
                </c:pt>
                <c:pt idx="663">
                  <c:v>09:23</c:v>
                </c:pt>
                <c:pt idx="664">
                  <c:v>09:23</c:v>
                </c:pt>
                <c:pt idx="665">
                  <c:v>09:23</c:v>
                </c:pt>
                <c:pt idx="666">
                  <c:v>09:23</c:v>
                </c:pt>
                <c:pt idx="667">
                  <c:v>09:23</c:v>
                </c:pt>
                <c:pt idx="668">
                  <c:v>09:23</c:v>
                </c:pt>
                <c:pt idx="669">
                  <c:v>09:23</c:v>
                </c:pt>
                <c:pt idx="670">
                  <c:v>09:23</c:v>
                </c:pt>
                <c:pt idx="671">
                  <c:v>09:23</c:v>
                </c:pt>
                <c:pt idx="672">
                  <c:v>09:23</c:v>
                </c:pt>
                <c:pt idx="673">
                  <c:v>09:23</c:v>
                </c:pt>
                <c:pt idx="674">
                  <c:v>09:23</c:v>
                </c:pt>
                <c:pt idx="675">
                  <c:v>09:23</c:v>
                </c:pt>
                <c:pt idx="676">
                  <c:v>09:23</c:v>
                </c:pt>
                <c:pt idx="677">
                  <c:v>09:23</c:v>
                </c:pt>
                <c:pt idx="678">
                  <c:v>09:23</c:v>
                </c:pt>
                <c:pt idx="679">
                  <c:v>09:23</c:v>
                </c:pt>
                <c:pt idx="680">
                  <c:v>09:23</c:v>
                </c:pt>
                <c:pt idx="681">
                  <c:v>09:23</c:v>
                </c:pt>
                <c:pt idx="682">
                  <c:v>09:23</c:v>
                </c:pt>
                <c:pt idx="683">
                  <c:v>09:23</c:v>
                </c:pt>
                <c:pt idx="684">
                  <c:v>09:23</c:v>
                </c:pt>
                <c:pt idx="685">
                  <c:v>09:23</c:v>
                </c:pt>
                <c:pt idx="686">
                  <c:v>09:23</c:v>
                </c:pt>
                <c:pt idx="687">
                  <c:v>09:23</c:v>
                </c:pt>
                <c:pt idx="688">
                  <c:v>09:23</c:v>
                </c:pt>
                <c:pt idx="689">
                  <c:v>09:23</c:v>
                </c:pt>
                <c:pt idx="690">
                  <c:v>09:24</c:v>
                </c:pt>
                <c:pt idx="691">
                  <c:v>09:24</c:v>
                </c:pt>
                <c:pt idx="692">
                  <c:v>09:24</c:v>
                </c:pt>
                <c:pt idx="693">
                  <c:v>09:24</c:v>
                </c:pt>
                <c:pt idx="694">
                  <c:v>09:24</c:v>
                </c:pt>
                <c:pt idx="695">
                  <c:v>09:24</c:v>
                </c:pt>
                <c:pt idx="696">
                  <c:v>09:24</c:v>
                </c:pt>
                <c:pt idx="697">
                  <c:v>09:24</c:v>
                </c:pt>
                <c:pt idx="698">
                  <c:v>09:24</c:v>
                </c:pt>
                <c:pt idx="699">
                  <c:v>09:24</c:v>
                </c:pt>
                <c:pt idx="700">
                  <c:v>09:24</c:v>
                </c:pt>
                <c:pt idx="701">
                  <c:v>09:24</c:v>
                </c:pt>
                <c:pt idx="702">
                  <c:v>09:24</c:v>
                </c:pt>
                <c:pt idx="703">
                  <c:v>09:24</c:v>
                </c:pt>
                <c:pt idx="704">
                  <c:v>09:24</c:v>
                </c:pt>
                <c:pt idx="705">
                  <c:v>09:24</c:v>
                </c:pt>
                <c:pt idx="706">
                  <c:v>09:24</c:v>
                </c:pt>
                <c:pt idx="707">
                  <c:v>09:24</c:v>
                </c:pt>
                <c:pt idx="708">
                  <c:v>09:24</c:v>
                </c:pt>
                <c:pt idx="709">
                  <c:v>09:24</c:v>
                </c:pt>
                <c:pt idx="710">
                  <c:v>09:24</c:v>
                </c:pt>
                <c:pt idx="711">
                  <c:v>09:24</c:v>
                </c:pt>
                <c:pt idx="712">
                  <c:v>09:24</c:v>
                </c:pt>
                <c:pt idx="713">
                  <c:v>09:24</c:v>
                </c:pt>
                <c:pt idx="714">
                  <c:v>09:24</c:v>
                </c:pt>
                <c:pt idx="715">
                  <c:v>09:24</c:v>
                </c:pt>
                <c:pt idx="716">
                  <c:v>09:24</c:v>
                </c:pt>
                <c:pt idx="717">
                  <c:v>09:24</c:v>
                </c:pt>
                <c:pt idx="718">
                  <c:v>09:24</c:v>
                </c:pt>
                <c:pt idx="719">
                  <c:v>09:24</c:v>
                </c:pt>
                <c:pt idx="720">
                  <c:v>09:25</c:v>
                </c:pt>
                <c:pt idx="721">
                  <c:v>09:25</c:v>
                </c:pt>
                <c:pt idx="722">
                  <c:v>09:25</c:v>
                </c:pt>
                <c:pt idx="723">
                  <c:v>09:25</c:v>
                </c:pt>
                <c:pt idx="724">
                  <c:v>09:25</c:v>
                </c:pt>
                <c:pt idx="725">
                  <c:v>09:25</c:v>
                </c:pt>
                <c:pt idx="726">
                  <c:v>09:25</c:v>
                </c:pt>
                <c:pt idx="727">
                  <c:v>09:25</c:v>
                </c:pt>
                <c:pt idx="728">
                  <c:v>09:25</c:v>
                </c:pt>
                <c:pt idx="729">
                  <c:v>09:25</c:v>
                </c:pt>
                <c:pt idx="730">
                  <c:v>09:25</c:v>
                </c:pt>
                <c:pt idx="731">
                  <c:v>09:25</c:v>
                </c:pt>
                <c:pt idx="732">
                  <c:v>09:25</c:v>
                </c:pt>
                <c:pt idx="733">
                  <c:v>09:25</c:v>
                </c:pt>
                <c:pt idx="734">
                  <c:v>09:25</c:v>
                </c:pt>
                <c:pt idx="735">
                  <c:v>09:25</c:v>
                </c:pt>
                <c:pt idx="736">
                  <c:v>09:25</c:v>
                </c:pt>
                <c:pt idx="737">
                  <c:v>09:25</c:v>
                </c:pt>
                <c:pt idx="738">
                  <c:v>09:25</c:v>
                </c:pt>
                <c:pt idx="739">
                  <c:v>09:25</c:v>
                </c:pt>
                <c:pt idx="740">
                  <c:v>09:25</c:v>
                </c:pt>
                <c:pt idx="741">
                  <c:v>09:25</c:v>
                </c:pt>
                <c:pt idx="742">
                  <c:v>09:25</c:v>
                </c:pt>
                <c:pt idx="743">
                  <c:v>09:25</c:v>
                </c:pt>
                <c:pt idx="744">
                  <c:v>09:25</c:v>
                </c:pt>
                <c:pt idx="745">
                  <c:v>09:25</c:v>
                </c:pt>
                <c:pt idx="746">
                  <c:v>09:25</c:v>
                </c:pt>
                <c:pt idx="747">
                  <c:v>09:25</c:v>
                </c:pt>
                <c:pt idx="748">
                  <c:v>09:25</c:v>
                </c:pt>
                <c:pt idx="749">
                  <c:v>09:25</c:v>
                </c:pt>
                <c:pt idx="750">
                  <c:v>09:26</c:v>
                </c:pt>
                <c:pt idx="751">
                  <c:v>09:26</c:v>
                </c:pt>
                <c:pt idx="752">
                  <c:v>09:26</c:v>
                </c:pt>
                <c:pt idx="753">
                  <c:v>09:26</c:v>
                </c:pt>
                <c:pt idx="754">
                  <c:v>09:26</c:v>
                </c:pt>
                <c:pt idx="755">
                  <c:v>09:26</c:v>
                </c:pt>
                <c:pt idx="756">
                  <c:v>09:26</c:v>
                </c:pt>
                <c:pt idx="757">
                  <c:v>09:26</c:v>
                </c:pt>
                <c:pt idx="758">
                  <c:v>09:26</c:v>
                </c:pt>
                <c:pt idx="759">
                  <c:v>09:26</c:v>
                </c:pt>
                <c:pt idx="760">
                  <c:v>09:26</c:v>
                </c:pt>
                <c:pt idx="761">
                  <c:v>09:26</c:v>
                </c:pt>
                <c:pt idx="762">
                  <c:v>09:26</c:v>
                </c:pt>
                <c:pt idx="763">
                  <c:v>09:26</c:v>
                </c:pt>
                <c:pt idx="764">
                  <c:v>09:26</c:v>
                </c:pt>
                <c:pt idx="765">
                  <c:v>09:26</c:v>
                </c:pt>
                <c:pt idx="766">
                  <c:v>09:26</c:v>
                </c:pt>
                <c:pt idx="767">
                  <c:v>09:26</c:v>
                </c:pt>
                <c:pt idx="768">
                  <c:v>09:26</c:v>
                </c:pt>
                <c:pt idx="769">
                  <c:v>09:26</c:v>
                </c:pt>
                <c:pt idx="770">
                  <c:v>09:26</c:v>
                </c:pt>
                <c:pt idx="771">
                  <c:v>09:26</c:v>
                </c:pt>
                <c:pt idx="772">
                  <c:v>09:26</c:v>
                </c:pt>
                <c:pt idx="773">
                  <c:v>09:26</c:v>
                </c:pt>
                <c:pt idx="774">
                  <c:v>09:26</c:v>
                </c:pt>
                <c:pt idx="775">
                  <c:v>09:26</c:v>
                </c:pt>
                <c:pt idx="776">
                  <c:v>09:26</c:v>
                </c:pt>
                <c:pt idx="777">
                  <c:v>09:26</c:v>
                </c:pt>
                <c:pt idx="778">
                  <c:v>09:26</c:v>
                </c:pt>
                <c:pt idx="779">
                  <c:v>09:26</c:v>
                </c:pt>
                <c:pt idx="780">
                  <c:v>09:27</c:v>
                </c:pt>
                <c:pt idx="781">
                  <c:v>09:27</c:v>
                </c:pt>
                <c:pt idx="782">
                  <c:v>09:27</c:v>
                </c:pt>
                <c:pt idx="783">
                  <c:v>09:27</c:v>
                </c:pt>
                <c:pt idx="784">
                  <c:v>09:27</c:v>
                </c:pt>
                <c:pt idx="785">
                  <c:v>09:27</c:v>
                </c:pt>
                <c:pt idx="786">
                  <c:v>09:27</c:v>
                </c:pt>
                <c:pt idx="787">
                  <c:v>09:27</c:v>
                </c:pt>
                <c:pt idx="788">
                  <c:v>09:27</c:v>
                </c:pt>
                <c:pt idx="789">
                  <c:v>09:27</c:v>
                </c:pt>
                <c:pt idx="790">
                  <c:v>09:27</c:v>
                </c:pt>
                <c:pt idx="791">
                  <c:v>09:27</c:v>
                </c:pt>
                <c:pt idx="792">
                  <c:v>09:27</c:v>
                </c:pt>
                <c:pt idx="793">
                  <c:v>09:27</c:v>
                </c:pt>
                <c:pt idx="794">
                  <c:v>09:27</c:v>
                </c:pt>
                <c:pt idx="795">
                  <c:v>09:27</c:v>
                </c:pt>
                <c:pt idx="796">
                  <c:v>09:27</c:v>
                </c:pt>
                <c:pt idx="797">
                  <c:v>09:27</c:v>
                </c:pt>
                <c:pt idx="798">
                  <c:v>09:27</c:v>
                </c:pt>
                <c:pt idx="799">
                  <c:v>09:27</c:v>
                </c:pt>
                <c:pt idx="800">
                  <c:v>09:27</c:v>
                </c:pt>
                <c:pt idx="801">
                  <c:v>09:27</c:v>
                </c:pt>
                <c:pt idx="802">
                  <c:v>09:27</c:v>
                </c:pt>
                <c:pt idx="803">
                  <c:v>09:27</c:v>
                </c:pt>
                <c:pt idx="804">
                  <c:v>09:27</c:v>
                </c:pt>
                <c:pt idx="805">
                  <c:v>09:27</c:v>
                </c:pt>
                <c:pt idx="806">
                  <c:v>09:27</c:v>
                </c:pt>
                <c:pt idx="807">
                  <c:v>09:27</c:v>
                </c:pt>
                <c:pt idx="808">
                  <c:v>09:27</c:v>
                </c:pt>
                <c:pt idx="809">
                  <c:v>09:27</c:v>
                </c:pt>
                <c:pt idx="810">
                  <c:v>09:28</c:v>
                </c:pt>
                <c:pt idx="811">
                  <c:v>09:28</c:v>
                </c:pt>
                <c:pt idx="812">
                  <c:v>09:28</c:v>
                </c:pt>
                <c:pt idx="813">
                  <c:v>09:28</c:v>
                </c:pt>
                <c:pt idx="814">
                  <c:v>09:28</c:v>
                </c:pt>
                <c:pt idx="815">
                  <c:v>09:28</c:v>
                </c:pt>
                <c:pt idx="816">
                  <c:v>09:28</c:v>
                </c:pt>
                <c:pt idx="817">
                  <c:v>09:28</c:v>
                </c:pt>
                <c:pt idx="818">
                  <c:v>09:28</c:v>
                </c:pt>
                <c:pt idx="819">
                  <c:v>09:28</c:v>
                </c:pt>
                <c:pt idx="820">
                  <c:v>09:28</c:v>
                </c:pt>
                <c:pt idx="821">
                  <c:v>09:28</c:v>
                </c:pt>
                <c:pt idx="822">
                  <c:v>09:28</c:v>
                </c:pt>
                <c:pt idx="823">
                  <c:v>09:28</c:v>
                </c:pt>
                <c:pt idx="824">
                  <c:v>09:28</c:v>
                </c:pt>
                <c:pt idx="825">
                  <c:v>09:28</c:v>
                </c:pt>
                <c:pt idx="826">
                  <c:v>09:28</c:v>
                </c:pt>
                <c:pt idx="827">
                  <c:v>09:28</c:v>
                </c:pt>
                <c:pt idx="828">
                  <c:v>09:28</c:v>
                </c:pt>
                <c:pt idx="829">
                  <c:v>09:28</c:v>
                </c:pt>
                <c:pt idx="830">
                  <c:v>09:28</c:v>
                </c:pt>
                <c:pt idx="831">
                  <c:v>09:28</c:v>
                </c:pt>
                <c:pt idx="832">
                  <c:v>09:28</c:v>
                </c:pt>
                <c:pt idx="833">
                  <c:v>09:28</c:v>
                </c:pt>
                <c:pt idx="834">
                  <c:v>09:28</c:v>
                </c:pt>
                <c:pt idx="835">
                  <c:v>09:28</c:v>
                </c:pt>
                <c:pt idx="836">
                  <c:v>09:28</c:v>
                </c:pt>
                <c:pt idx="837">
                  <c:v>09:28</c:v>
                </c:pt>
                <c:pt idx="838">
                  <c:v>09:28</c:v>
                </c:pt>
                <c:pt idx="839">
                  <c:v>09:28</c:v>
                </c:pt>
                <c:pt idx="840">
                  <c:v>09:29</c:v>
                </c:pt>
                <c:pt idx="841">
                  <c:v>09:29</c:v>
                </c:pt>
                <c:pt idx="842">
                  <c:v>09:29</c:v>
                </c:pt>
                <c:pt idx="843">
                  <c:v>09:29</c:v>
                </c:pt>
                <c:pt idx="844">
                  <c:v>09:29</c:v>
                </c:pt>
                <c:pt idx="845">
                  <c:v>09:29</c:v>
                </c:pt>
                <c:pt idx="846">
                  <c:v>09:29</c:v>
                </c:pt>
                <c:pt idx="847">
                  <c:v>09:29</c:v>
                </c:pt>
                <c:pt idx="848">
                  <c:v>09:29</c:v>
                </c:pt>
                <c:pt idx="849">
                  <c:v>09:29</c:v>
                </c:pt>
                <c:pt idx="850">
                  <c:v>09:29</c:v>
                </c:pt>
                <c:pt idx="851">
                  <c:v>09:29</c:v>
                </c:pt>
                <c:pt idx="852">
                  <c:v>09:29</c:v>
                </c:pt>
                <c:pt idx="853">
                  <c:v>09:29</c:v>
                </c:pt>
                <c:pt idx="854">
                  <c:v>09:29</c:v>
                </c:pt>
                <c:pt idx="855">
                  <c:v>09:29</c:v>
                </c:pt>
                <c:pt idx="856">
                  <c:v>09:29</c:v>
                </c:pt>
                <c:pt idx="857">
                  <c:v>09:29</c:v>
                </c:pt>
                <c:pt idx="858">
                  <c:v>09:29</c:v>
                </c:pt>
                <c:pt idx="859">
                  <c:v>09:29</c:v>
                </c:pt>
                <c:pt idx="860">
                  <c:v>09:29</c:v>
                </c:pt>
                <c:pt idx="861">
                  <c:v>09:29</c:v>
                </c:pt>
                <c:pt idx="862">
                  <c:v>09:29</c:v>
                </c:pt>
                <c:pt idx="863">
                  <c:v>09:29</c:v>
                </c:pt>
                <c:pt idx="864">
                  <c:v>09:29</c:v>
                </c:pt>
                <c:pt idx="865">
                  <c:v>09:29</c:v>
                </c:pt>
                <c:pt idx="866">
                  <c:v>09:29</c:v>
                </c:pt>
                <c:pt idx="867">
                  <c:v>09:29</c:v>
                </c:pt>
                <c:pt idx="868">
                  <c:v>09:29</c:v>
                </c:pt>
                <c:pt idx="869">
                  <c:v>09:29</c:v>
                </c:pt>
                <c:pt idx="870">
                  <c:v>09:30</c:v>
                </c:pt>
                <c:pt idx="871">
                  <c:v>09:30</c:v>
                </c:pt>
                <c:pt idx="872">
                  <c:v>09:30</c:v>
                </c:pt>
                <c:pt idx="873">
                  <c:v>09:30</c:v>
                </c:pt>
                <c:pt idx="874">
                  <c:v>09:30</c:v>
                </c:pt>
                <c:pt idx="875">
                  <c:v>09:30</c:v>
                </c:pt>
                <c:pt idx="876">
                  <c:v>09:30</c:v>
                </c:pt>
                <c:pt idx="877">
                  <c:v>09:30</c:v>
                </c:pt>
                <c:pt idx="878">
                  <c:v>09:30</c:v>
                </c:pt>
                <c:pt idx="879">
                  <c:v>09:30</c:v>
                </c:pt>
                <c:pt idx="880">
                  <c:v>09:30</c:v>
                </c:pt>
                <c:pt idx="881">
                  <c:v>09:30</c:v>
                </c:pt>
                <c:pt idx="882">
                  <c:v>09:30</c:v>
                </c:pt>
                <c:pt idx="883">
                  <c:v>09:30</c:v>
                </c:pt>
                <c:pt idx="884">
                  <c:v>09:30</c:v>
                </c:pt>
                <c:pt idx="885">
                  <c:v>09:30</c:v>
                </c:pt>
                <c:pt idx="886">
                  <c:v>09:30</c:v>
                </c:pt>
                <c:pt idx="887">
                  <c:v>09:30</c:v>
                </c:pt>
                <c:pt idx="888">
                  <c:v>09:30</c:v>
                </c:pt>
                <c:pt idx="889">
                  <c:v>09:30</c:v>
                </c:pt>
                <c:pt idx="890">
                  <c:v>09:30</c:v>
                </c:pt>
                <c:pt idx="891">
                  <c:v>09:30</c:v>
                </c:pt>
                <c:pt idx="892">
                  <c:v>09:30</c:v>
                </c:pt>
                <c:pt idx="893">
                  <c:v>09:30</c:v>
                </c:pt>
                <c:pt idx="894">
                  <c:v>09:30</c:v>
                </c:pt>
                <c:pt idx="895">
                  <c:v>09:30</c:v>
                </c:pt>
                <c:pt idx="896">
                  <c:v>09:30</c:v>
                </c:pt>
                <c:pt idx="897">
                  <c:v>09:30</c:v>
                </c:pt>
                <c:pt idx="898">
                  <c:v>09:30</c:v>
                </c:pt>
                <c:pt idx="899">
                  <c:v>09:30</c:v>
                </c:pt>
                <c:pt idx="900">
                  <c:v>09:31</c:v>
                </c:pt>
                <c:pt idx="901">
                  <c:v>09:31</c:v>
                </c:pt>
                <c:pt idx="902">
                  <c:v>09:31</c:v>
                </c:pt>
                <c:pt idx="903">
                  <c:v>09:31</c:v>
                </c:pt>
                <c:pt idx="904">
                  <c:v>09:31</c:v>
                </c:pt>
                <c:pt idx="905">
                  <c:v>09:31</c:v>
                </c:pt>
                <c:pt idx="906">
                  <c:v>09:31</c:v>
                </c:pt>
                <c:pt idx="907">
                  <c:v>09:31</c:v>
                </c:pt>
                <c:pt idx="908">
                  <c:v>09:31</c:v>
                </c:pt>
                <c:pt idx="909">
                  <c:v>09:31</c:v>
                </c:pt>
                <c:pt idx="910">
                  <c:v>09:31</c:v>
                </c:pt>
                <c:pt idx="911">
                  <c:v>09:31</c:v>
                </c:pt>
                <c:pt idx="912">
                  <c:v>09:31</c:v>
                </c:pt>
                <c:pt idx="913">
                  <c:v>09:31</c:v>
                </c:pt>
                <c:pt idx="914">
                  <c:v>09:31</c:v>
                </c:pt>
                <c:pt idx="915">
                  <c:v>09:31</c:v>
                </c:pt>
                <c:pt idx="916">
                  <c:v>09:31</c:v>
                </c:pt>
                <c:pt idx="917">
                  <c:v>09:31</c:v>
                </c:pt>
                <c:pt idx="918">
                  <c:v>09:31</c:v>
                </c:pt>
                <c:pt idx="919">
                  <c:v>09:31</c:v>
                </c:pt>
                <c:pt idx="920">
                  <c:v>09:31</c:v>
                </c:pt>
                <c:pt idx="921">
                  <c:v>09:31</c:v>
                </c:pt>
                <c:pt idx="922">
                  <c:v>09:31</c:v>
                </c:pt>
                <c:pt idx="923">
                  <c:v>09:31</c:v>
                </c:pt>
                <c:pt idx="924">
                  <c:v>09:31</c:v>
                </c:pt>
                <c:pt idx="925">
                  <c:v>09:31</c:v>
                </c:pt>
                <c:pt idx="926">
                  <c:v>09:31</c:v>
                </c:pt>
                <c:pt idx="927">
                  <c:v>09:31</c:v>
                </c:pt>
                <c:pt idx="928">
                  <c:v>09:31</c:v>
                </c:pt>
                <c:pt idx="929">
                  <c:v>09:31</c:v>
                </c:pt>
                <c:pt idx="930">
                  <c:v>09:32</c:v>
                </c:pt>
                <c:pt idx="931">
                  <c:v>09:32</c:v>
                </c:pt>
                <c:pt idx="932">
                  <c:v>09:32</c:v>
                </c:pt>
                <c:pt idx="933">
                  <c:v>09:32</c:v>
                </c:pt>
                <c:pt idx="934">
                  <c:v>09:32</c:v>
                </c:pt>
                <c:pt idx="935">
                  <c:v>09:32</c:v>
                </c:pt>
                <c:pt idx="936">
                  <c:v>09:32</c:v>
                </c:pt>
                <c:pt idx="937">
                  <c:v>09:32</c:v>
                </c:pt>
                <c:pt idx="938">
                  <c:v>09:32</c:v>
                </c:pt>
                <c:pt idx="939">
                  <c:v>09:32</c:v>
                </c:pt>
                <c:pt idx="940">
                  <c:v>09:32</c:v>
                </c:pt>
                <c:pt idx="941">
                  <c:v>09:32</c:v>
                </c:pt>
                <c:pt idx="942">
                  <c:v>09:32</c:v>
                </c:pt>
                <c:pt idx="943">
                  <c:v>09:32</c:v>
                </c:pt>
                <c:pt idx="944">
                  <c:v>09:32</c:v>
                </c:pt>
                <c:pt idx="945">
                  <c:v>09:32</c:v>
                </c:pt>
                <c:pt idx="946">
                  <c:v>09:32</c:v>
                </c:pt>
                <c:pt idx="947">
                  <c:v>09:32</c:v>
                </c:pt>
                <c:pt idx="948">
                  <c:v>09:32</c:v>
                </c:pt>
                <c:pt idx="949">
                  <c:v>09:32</c:v>
                </c:pt>
                <c:pt idx="950">
                  <c:v>09:32</c:v>
                </c:pt>
                <c:pt idx="951">
                  <c:v>09:32</c:v>
                </c:pt>
                <c:pt idx="952">
                  <c:v>09:32</c:v>
                </c:pt>
                <c:pt idx="953">
                  <c:v>09:32</c:v>
                </c:pt>
                <c:pt idx="954">
                  <c:v>09:32</c:v>
                </c:pt>
                <c:pt idx="955">
                  <c:v>09:32</c:v>
                </c:pt>
                <c:pt idx="956">
                  <c:v>09:32</c:v>
                </c:pt>
                <c:pt idx="957">
                  <c:v>09:32</c:v>
                </c:pt>
                <c:pt idx="958">
                  <c:v>09:32</c:v>
                </c:pt>
                <c:pt idx="959">
                  <c:v>09:32</c:v>
                </c:pt>
                <c:pt idx="960">
                  <c:v>09:33</c:v>
                </c:pt>
                <c:pt idx="961">
                  <c:v>09:33</c:v>
                </c:pt>
                <c:pt idx="962">
                  <c:v>09:33</c:v>
                </c:pt>
                <c:pt idx="963">
                  <c:v>09:33</c:v>
                </c:pt>
                <c:pt idx="964">
                  <c:v>09:33</c:v>
                </c:pt>
                <c:pt idx="965">
                  <c:v>09:33</c:v>
                </c:pt>
                <c:pt idx="966">
                  <c:v>09:33</c:v>
                </c:pt>
                <c:pt idx="967">
                  <c:v>09:33</c:v>
                </c:pt>
                <c:pt idx="968">
                  <c:v>09:33</c:v>
                </c:pt>
                <c:pt idx="969">
                  <c:v>09:33</c:v>
                </c:pt>
                <c:pt idx="970">
                  <c:v>09:33</c:v>
                </c:pt>
                <c:pt idx="971">
                  <c:v>09:33</c:v>
                </c:pt>
                <c:pt idx="972">
                  <c:v>09:33</c:v>
                </c:pt>
                <c:pt idx="973">
                  <c:v>09:33</c:v>
                </c:pt>
                <c:pt idx="974">
                  <c:v>09:33</c:v>
                </c:pt>
                <c:pt idx="975">
                  <c:v>09:33</c:v>
                </c:pt>
                <c:pt idx="976">
                  <c:v>09:33</c:v>
                </c:pt>
                <c:pt idx="977">
                  <c:v>09:33</c:v>
                </c:pt>
                <c:pt idx="978">
                  <c:v>09:33</c:v>
                </c:pt>
                <c:pt idx="979">
                  <c:v>09:33</c:v>
                </c:pt>
                <c:pt idx="980">
                  <c:v>09:33</c:v>
                </c:pt>
                <c:pt idx="981">
                  <c:v>09:33</c:v>
                </c:pt>
                <c:pt idx="982">
                  <c:v>09:33</c:v>
                </c:pt>
                <c:pt idx="983">
                  <c:v>09:33</c:v>
                </c:pt>
                <c:pt idx="984">
                  <c:v>09:33</c:v>
                </c:pt>
                <c:pt idx="985">
                  <c:v>09:33</c:v>
                </c:pt>
                <c:pt idx="986">
                  <c:v>09:33</c:v>
                </c:pt>
                <c:pt idx="987">
                  <c:v>09:33</c:v>
                </c:pt>
                <c:pt idx="988">
                  <c:v>09:33</c:v>
                </c:pt>
                <c:pt idx="989">
                  <c:v>09:33</c:v>
                </c:pt>
                <c:pt idx="990">
                  <c:v>09:34</c:v>
                </c:pt>
                <c:pt idx="991">
                  <c:v>09:34</c:v>
                </c:pt>
                <c:pt idx="992">
                  <c:v>09:34</c:v>
                </c:pt>
                <c:pt idx="993">
                  <c:v>09:34</c:v>
                </c:pt>
                <c:pt idx="994">
                  <c:v>09:34</c:v>
                </c:pt>
                <c:pt idx="995">
                  <c:v>09:34</c:v>
                </c:pt>
                <c:pt idx="996">
                  <c:v>09:34</c:v>
                </c:pt>
                <c:pt idx="997">
                  <c:v>09:34</c:v>
                </c:pt>
                <c:pt idx="998">
                  <c:v>09:34</c:v>
                </c:pt>
                <c:pt idx="999">
                  <c:v>09:34</c:v>
                </c:pt>
                <c:pt idx="1000">
                  <c:v>09:34</c:v>
                </c:pt>
                <c:pt idx="1001">
                  <c:v>09:34</c:v>
                </c:pt>
                <c:pt idx="1002">
                  <c:v>09:34</c:v>
                </c:pt>
                <c:pt idx="1003">
                  <c:v>09:34</c:v>
                </c:pt>
                <c:pt idx="1004">
                  <c:v>09:34</c:v>
                </c:pt>
                <c:pt idx="1005">
                  <c:v>09:34</c:v>
                </c:pt>
                <c:pt idx="1006">
                  <c:v>09:34</c:v>
                </c:pt>
                <c:pt idx="1007">
                  <c:v>09:34</c:v>
                </c:pt>
                <c:pt idx="1008">
                  <c:v>09:34</c:v>
                </c:pt>
                <c:pt idx="1009">
                  <c:v>09:34</c:v>
                </c:pt>
                <c:pt idx="1010">
                  <c:v>09:34</c:v>
                </c:pt>
                <c:pt idx="1011">
                  <c:v>09:34</c:v>
                </c:pt>
                <c:pt idx="1012">
                  <c:v>09:34</c:v>
                </c:pt>
                <c:pt idx="1013">
                  <c:v>09:34</c:v>
                </c:pt>
                <c:pt idx="1014">
                  <c:v>09:34</c:v>
                </c:pt>
                <c:pt idx="1015">
                  <c:v>09:34</c:v>
                </c:pt>
                <c:pt idx="1016">
                  <c:v>09:34</c:v>
                </c:pt>
                <c:pt idx="1017">
                  <c:v>09:34</c:v>
                </c:pt>
                <c:pt idx="1018">
                  <c:v>09:34</c:v>
                </c:pt>
                <c:pt idx="1019">
                  <c:v>09:34</c:v>
                </c:pt>
                <c:pt idx="1020">
                  <c:v>09:35</c:v>
                </c:pt>
                <c:pt idx="1021">
                  <c:v>09:35</c:v>
                </c:pt>
                <c:pt idx="1022">
                  <c:v>09:35</c:v>
                </c:pt>
                <c:pt idx="1023">
                  <c:v>09:35</c:v>
                </c:pt>
                <c:pt idx="1024">
                  <c:v>09:35</c:v>
                </c:pt>
                <c:pt idx="1025">
                  <c:v>09:35</c:v>
                </c:pt>
                <c:pt idx="1026">
                  <c:v>09:35</c:v>
                </c:pt>
                <c:pt idx="1027">
                  <c:v>09:35</c:v>
                </c:pt>
                <c:pt idx="1028">
                  <c:v>09:35</c:v>
                </c:pt>
                <c:pt idx="1029">
                  <c:v>09:35</c:v>
                </c:pt>
                <c:pt idx="1030">
                  <c:v>09:35</c:v>
                </c:pt>
                <c:pt idx="1031">
                  <c:v>09:35</c:v>
                </c:pt>
                <c:pt idx="1032">
                  <c:v>09:35</c:v>
                </c:pt>
                <c:pt idx="1033">
                  <c:v>09:35</c:v>
                </c:pt>
                <c:pt idx="1034">
                  <c:v>09:35</c:v>
                </c:pt>
                <c:pt idx="1035">
                  <c:v>09:35</c:v>
                </c:pt>
                <c:pt idx="1036">
                  <c:v>09:35</c:v>
                </c:pt>
                <c:pt idx="1037">
                  <c:v>09:35</c:v>
                </c:pt>
                <c:pt idx="1038">
                  <c:v>09:35</c:v>
                </c:pt>
                <c:pt idx="1039">
                  <c:v>09:35</c:v>
                </c:pt>
                <c:pt idx="1040">
                  <c:v>09:35</c:v>
                </c:pt>
                <c:pt idx="1041">
                  <c:v>09:35</c:v>
                </c:pt>
                <c:pt idx="1042">
                  <c:v>09:35</c:v>
                </c:pt>
                <c:pt idx="1043">
                  <c:v>09:35</c:v>
                </c:pt>
                <c:pt idx="1044">
                  <c:v>09:35</c:v>
                </c:pt>
                <c:pt idx="1045">
                  <c:v>09:35</c:v>
                </c:pt>
                <c:pt idx="1046">
                  <c:v>09:35</c:v>
                </c:pt>
                <c:pt idx="1047">
                  <c:v>09:35</c:v>
                </c:pt>
                <c:pt idx="1048">
                  <c:v>09:35</c:v>
                </c:pt>
                <c:pt idx="1049">
                  <c:v>09:35</c:v>
                </c:pt>
                <c:pt idx="1050">
                  <c:v>09:36</c:v>
                </c:pt>
                <c:pt idx="1051">
                  <c:v>09:36</c:v>
                </c:pt>
                <c:pt idx="1052">
                  <c:v>09:36</c:v>
                </c:pt>
                <c:pt idx="1053">
                  <c:v>09:36</c:v>
                </c:pt>
                <c:pt idx="1054">
                  <c:v>09:36</c:v>
                </c:pt>
                <c:pt idx="1055">
                  <c:v>09:36</c:v>
                </c:pt>
                <c:pt idx="1056">
                  <c:v>09:36</c:v>
                </c:pt>
                <c:pt idx="1057">
                  <c:v>09:36</c:v>
                </c:pt>
                <c:pt idx="1058">
                  <c:v>09:36</c:v>
                </c:pt>
                <c:pt idx="1059">
                  <c:v>09:36</c:v>
                </c:pt>
                <c:pt idx="1060">
                  <c:v>09:36</c:v>
                </c:pt>
                <c:pt idx="1061">
                  <c:v>09:36</c:v>
                </c:pt>
                <c:pt idx="1062">
                  <c:v>09:36</c:v>
                </c:pt>
                <c:pt idx="1063">
                  <c:v>09:36</c:v>
                </c:pt>
                <c:pt idx="1064">
                  <c:v>09:36</c:v>
                </c:pt>
                <c:pt idx="1065">
                  <c:v>09:36</c:v>
                </c:pt>
                <c:pt idx="1066">
                  <c:v>09:36</c:v>
                </c:pt>
                <c:pt idx="1067">
                  <c:v>09:36</c:v>
                </c:pt>
                <c:pt idx="1068">
                  <c:v>09:36</c:v>
                </c:pt>
                <c:pt idx="1069">
                  <c:v>09:36</c:v>
                </c:pt>
                <c:pt idx="1070">
                  <c:v>09:36</c:v>
                </c:pt>
                <c:pt idx="1071">
                  <c:v>09:36</c:v>
                </c:pt>
                <c:pt idx="1072">
                  <c:v>09:36</c:v>
                </c:pt>
                <c:pt idx="1073">
                  <c:v>09:36</c:v>
                </c:pt>
                <c:pt idx="1074">
                  <c:v>09:36</c:v>
                </c:pt>
                <c:pt idx="1075">
                  <c:v>09:36</c:v>
                </c:pt>
                <c:pt idx="1076">
                  <c:v>09:36</c:v>
                </c:pt>
                <c:pt idx="1077">
                  <c:v>09:36</c:v>
                </c:pt>
                <c:pt idx="1078">
                  <c:v>09:36</c:v>
                </c:pt>
                <c:pt idx="1079">
                  <c:v>09:36</c:v>
                </c:pt>
                <c:pt idx="1080">
                  <c:v>09:37</c:v>
                </c:pt>
                <c:pt idx="1081">
                  <c:v>09:37</c:v>
                </c:pt>
                <c:pt idx="1082">
                  <c:v>09:37</c:v>
                </c:pt>
                <c:pt idx="1083">
                  <c:v>09:37</c:v>
                </c:pt>
                <c:pt idx="1084">
                  <c:v>09:37</c:v>
                </c:pt>
                <c:pt idx="1085">
                  <c:v>09:37</c:v>
                </c:pt>
                <c:pt idx="1086">
                  <c:v>09:37</c:v>
                </c:pt>
                <c:pt idx="1087">
                  <c:v>09:37</c:v>
                </c:pt>
                <c:pt idx="1088">
                  <c:v>09:37</c:v>
                </c:pt>
                <c:pt idx="1089">
                  <c:v>09:37</c:v>
                </c:pt>
                <c:pt idx="1090">
                  <c:v>09:37</c:v>
                </c:pt>
                <c:pt idx="1091">
                  <c:v>09:37</c:v>
                </c:pt>
                <c:pt idx="1092">
                  <c:v>09:37</c:v>
                </c:pt>
                <c:pt idx="1093">
                  <c:v>09:37</c:v>
                </c:pt>
                <c:pt idx="1094">
                  <c:v>09:37</c:v>
                </c:pt>
                <c:pt idx="1095">
                  <c:v>09:37</c:v>
                </c:pt>
                <c:pt idx="1096">
                  <c:v>09:37</c:v>
                </c:pt>
                <c:pt idx="1097">
                  <c:v>09:37</c:v>
                </c:pt>
                <c:pt idx="1098">
                  <c:v>09:37</c:v>
                </c:pt>
                <c:pt idx="1099">
                  <c:v>09:37</c:v>
                </c:pt>
                <c:pt idx="1100">
                  <c:v>09:37</c:v>
                </c:pt>
                <c:pt idx="1101">
                  <c:v>09:37</c:v>
                </c:pt>
                <c:pt idx="1102">
                  <c:v>09:37</c:v>
                </c:pt>
                <c:pt idx="1103">
                  <c:v>09:37</c:v>
                </c:pt>
                <c:pt idx="1104">
                  <c:v>09:37</c:v>
                </c:pt>
                <c:pt idx="1105">
                  <c:v>09:37</c:v>
                </c:pt>
                <c:pt idx="1106">
                  <c:v>09:37</c:v>
                </c:pt>
                <c:pt idx="1107">
                  <c:v>09:37</c:v>
                </c:pt>
                <c:pt idx="1108">
                  <c:v>09:37</c:v>
                </c:pt>
                <c:pt idx="1109">
                  <c:v>09:37</c:v>
                </c:pt>
                <c:pt idx="1110">
                  <c:v>09:38</c:v>
                </c:pt>
                <c:pt idx="1111">
                  <c:v>09:38</c:v>
                </c:pt>
                <c:pt idx="1112">
                  <c:v>09:38</c:v>
                </c:pt>
                <c:pt idx="1113">
                  <c:v>09:38</c:v>
                </c:pt>
                <c:pt idx="1114">
                  <c:v>09:38</c:v>
                </c:pt>
                <c:pt idx="1115">
                  <c:v>09:38</c:v>
                </c:pt>
                <c:pt idx="1116">
                  <c:v>09:38</c:v>
                </c:pt>
                <c:pt idx="1117">
                  <c:v>09:38</c:v>
                </c:pt>
                <c:pt idx="1118">
                  <c:v>09:38</c:v>
                </c:pt>
                <c:pt idx="1119">
                  <c:v>09:38</c:v>
                </c:pt>
                <c:pt idx="1120">
                  <c:v>09:38</c:v>
                </c:pt>
                <c:pt idx="1121">
                  <c:v>09:38</c:v>
                </c:pt>
                <c:pt idx="1122">
                  <c:v>09:38</c:v>
                </c:pt>
                <c:pt idx="1123">
                  <c:v>09:38</c:v>
                </c:pt>
                <c:pt idx="1124">
                  <c:v>09:38</c:v>
                </c:pt>
                <c:pt idx="1125">
                  <c:v>09:38</c:v>
                </c:pt>
                <c:pt idx="1126">
                  <c:v>09:38</c:v>
                </c:pt>
                <c:pt idx="1127">
                  <c:v>09:38</c:v>
                </c:pt>
                <c:pt idx="1128">
                  <c:v>09:38</c:v>
                </c:pt>
                <c:pt idx="1129">
                  <c:v>09:38</c:v>
                </c:pt>
                <c:pt idx="1130">
                  <c:v>09:38</c:v>
                </c:pt>
                <c:pt idx="1131">
                  <c:v>09:38</c:v>
                </c:pt>
                <c:pt idx="1132">
                  <c:v>09:38</c:v>
                </c:pt>
                <c:pt idx="1133">
                  <c:v>09:38</c:v>
                </c:pt>
                <c:pt idx="1134">
                  <c:v>09:38</c:v>
                </c:pt>
                <c:pt idx="1135">
                  <c:v>09:38</c:v>
                </c:pt>
                <c:pt idx="1136">
                  <c:v>09:38</c:v>
                </c:pt>
                <c:pt idx="1137">
                  <c:v>09:38</c:v>
                </c:pt>
                <c:pt idx="1138">
                  <c:v>09:38</c:v>
                </c:pt>
                <c:pt idx="1139">
                  <c:v>09:38</c:v>
                </c:pt>
                <c:pt idx="1140">
                  <c:v>09:39</c:v>
                </c:pt>
                <c:pt idx="1141">
                  <c:v>09:39</c:v>
                </c:pt>
                <c:pt idx="1142">
                  <c:v>09:39</c:v>
                </c:pt>
                <c:pt idx="1143">
                  <c:v>09:39</c:v>
                </c:pt>
                <c:pt idx="1144">
                  <c:v>09:39</c:v>
                </c:pt>
                <c:pt idx="1145">
                  <c:v>09:39</c:v>
                </c:pt>
                <c:pt idx="1146">
                  <c:v>09:39</c:v>
                </c:pt>
                <c:pt idx="1147">
                  <c:v>09:39</c:v>
                </c:pt>
                <c:pt idx="1148">
                  <c:v>09:39</c:v>
                </c:pt>
                <c:pt idx="1149">
                  <c:v>09:39</c:v>
                </c:pt>
                <c:pt idx="1150">
                  <c:v>09:39</c:v>
                </c:pt>
                <c:pt idx="1151">
                  <c:v>09:39</c:v>
                </c:pt>
                <c:pt idx="1152">
                  <c:v>09:39</c:v>
                </c:pt>
                <c:pt idx="1153">
                  <c:v>09:39</c:v>
                </c:pt>
                <c:pt idx="1154">
                  <c:v>09:39</c:v>
                </c:pt>
                <c:pt idx="1155">
                  <c:v>09:39</c:v>
                </c:pt>
                <c:pt idx="1156">
                  <c:v>09:39</c:v>
                </c:pt>
                <c:pt idx="1157">
                  <c:v>09:39</c:v>
                </c:pt>
                <c:pt idx="1158">
                  <c:v>09:39</c:v>
                </c:pt>
                <c:pt idx="1159">
                  <c:v>09:39</c:v>
                </c:pt>
                <c:pt idx="1160">
                  <c:v>09:39</c:v>
                </c:pt>
                <c:pt idx="1161">
                  <c:v>09:39</c:v>
                </c:pt>
                <c:pt idx="1162">
                  <c:v>09:39</c:v>
                </c:pt>
                <c:pt idx="1163">
                  <c:v>09:39</c:v>
                </c:pt>
                <c:pt idx="1164">
                  <c:v>09:39</c:v>
                </c:pt>
                <c:pt idx="1165">
                  <c:v>09:39</c:v>
                </c:pt>
                <c:pt idx="1166">
                  <c:v>09:39</c:v>
                </c:pt>
                <c:pt idx="1167">
                  <c:v>09:39</c:v>
                </c:pt>
                <c:pt idx="1168">
                  <c:v>09:39</c:v>
                </c:pt>
                <c:pt idx="1169">
                  <c:v>09:39</c:v>
                </c:pt>
                <c:pt idx="1170">
                  <c:v>09:40</c:v>
                </c:pt>
                <c:pt idx="1171">
                  <c:v>09:40</c:v>
                </c:pt>
                <c:pt idx="1172">
                  <c:v>09:40</c:v>
                </c:pt>
                <c:pt idx="1173">
                  <c:v>09:40</c:v>
                </c:pt>
                <c:pt idx="1174">
                  <c:v>09:40</c:v>
                </c:pt>
                <c:pt idx="1175">
                  <c:v>09:40</c:v>
                </c:pt>
                <c:pt idx="1176">
                  <c:v>09:40</c:v>
                </c:pt>
                <c:pt idx="1177">
                  <c:v>09:40</c:v>
                </c:pt>
                <c:pt idx="1178">
                  <c:v>09:40</c:v>
                </c:pt>
                <c:pt idx="1179">
                  <c:v>09:40</c:v>
                </c:pt>
                <c:pt idx="1180">
                  <c:v>09:40</c:v>
                </c:pt>
                <c:pt idx="1181">
                  <c:v>09:40</c:v>
                </c:pt>
                <c:pt idx="1182">
                  <c:v>09:40</c:v>
                </c:pt>
                <c:pt idx="1183">
                  <c:v>09:40</c:v>
                </c:pt>
                <c:pt idx="1184">
                  <c:v>09:40</c:v>
                </c:pt>
                <c:pt idx="1185">
                  <c:v>09:40</c:v>
                </c:pt>
                <c:pt idx="1186">
                  <c:v>09:40</c:v>
                </c:pt>
                <c:pt idx="1187">
                  <c:v>09:40</c:v>
                </c:pt>
                <c:pt idx="1188">
                  <c:v>09:40</c:v>
                </c:pt>
                <c:pt idx="1189">
                  <c:v>09:40</c:v>
                </c:pt>
                <c:pt idx="1190">
                  <c:v>09:40</c:v>
                </c:pt>
                <c:pt idx="1191">
                  <c:v>09:40</c:v>
                </c:pt>
                <c:pt idx="1192">
                  <c:v>09:40</c:v>
                </c:pt>
                <c:pt idx="1193">
                  <c:v>09:40</c:v>
                </c:pt>
                <c:pt idx="1194">
                  <c:v>09:40</c:v>
                </c:pt>
                <c:pt idx="1195">
                  <c:v>09:40</c:v>
                </c:pt>
                <c:pt idx="1196">
                  <c:v>09:40</c:v>
                </c:pt>
                <c:pt idx="1197">
                  <c:v>09:40</c:v>
                </c:pt>
                <c:pt idx="1198">
                  <c:v>09:40</c:v>
                </c:pt>
                <c:pt idx="1199">
                  <c:v>09:40</c:v>
                </c:pt>
                <c:pt idx="1200">
                  <c:v>09:41</c:v>
                </c:pt>
                <c:pt idx="1201">
                  <c:v>09:41</c:v>
                </c:pt>
                <c:pt idx="1202">
                  <c:v>09:41</c:v>
                </c:pt>
                <c:pt idx="1203">
                  <c:v>09:41</c:v>
                </c:pt>
                <c:pt idx="1204">
                  <c:v>09:41</c:v>
                </c:pt>
                <c:pt idx="1205">
                  <c:v>09:41</c:v>
                </c:pt>
                <c:pt idx="1206">
                  <c:v>09:41</c:v>
                </c:pt>
                <c:pt idx="1207">
                  <c:v>09:41</c:v>
                </c:pt>
                <c:pt idx="1208">
                  <c:v>09:41</c:v>
                </c:pt>
                <c:pt idx="1209">
                  <c:v>09:41</c:v>
                </c:pt>
                <c:pt idx="1210">
                  <c:v>09:41</c:v>
                </c:pt>
                <c:pt idx="1211">
                  <c:v>09:41</c:v>
                </c:pt>
                <c:pt idx="1212">
                  <c:v>09:41</c:v>
                </c:pt>
                <c:pt idx="1213">
                  <c:v>09:41</c:v>
                </c:pt>
                <c:pt idx="1214">
                  <c:v>09:41</c:v>
                </c:pt>
                <c:pt idx="1215">
                  <c:v>09:41</c:v>
                </c:pt>
                <c:pt idx="1216">
                  <c:v>09:41</c:v>
                </c:pt>
                <c:pt idx="1217">
                  <c:v>09:41</c:v>
                </c:pt>
                <c:pt idx="1218">
                  <c:v>09:41</c:v>
                </c:pt>
                <c:pt idx="1219">
                  <c:v>09:41</c:v>
                </c:pt>
                <c:pt idx="1220">
                  <c:v>09:41</c:v>
                </c:pt>
                <c:pt idx="1221">
                  <c:v>09:41</c:v>
                </c:pt>
                <c:pt idx="1222">
                  <c:v>09:41</c:v>
                </c:pt>
                <c:pt idx="1223">
                  <c:v>09:41</c:v>
                </c:pt>
                <c:pt idx="1224">
                  <c:v>09:41</c:v>
                </c:pt>
                <c:pt idx="1225">
                  <c:v>09:41</c:v>
                </c:pt>
                <c:pt idx="1226">
                  <c:v>09:41</c:v>
                </c:pt>
                <c:pt idx="1227">
                  <c:v>09:41</c:v>
                </c:pt>
                <c:pt idx="1228">
                  <c:v>09:41</c:v>
                </c:pt>
                <c:pt idx="1229">
                  <c:v>09:41</c:v>
                </c:pt>
                <c:pt idx="1230">
                  <c:v>09:42</c:v>
                </c:pt>
                <c:pt idx="1231">
                  <c:v>09:42</c:v>
                </c:pt>
                <c:pt idx="1232">
                  <c:v>09:42</c:v>
                </c:pt>
                <c:pt idx="1233">
                  <c:v>09:42</c:v>
                </c:pt>
                <c:pt idx="1234">
                  <c:v>09:42</c:v>
                </c:pt>
                <c:pt idx="1235">
                  <c:v>09:42</c:v>
                </c:pt>
                <c:pt idx="1236">
                  <c:v>09:42</c:v>
                </c:pt>
                <c:pt idx="1237">
                  <c:v>09:42</c:v>
                </c:pt>
                <c:pt idx="1238">
                  <c:v>09:42</c:v>
                </c:pt>
                <c:pt idx="1239">
                  <c:v>09:42</c:v>
                </c:pt>
                <c:pt idx="1240">
                  <c:v>09:42</c:v>
                </c:pt>
                <c:pt idx="1241">
                  <c:v>09:42</c:v>
                </c:pt>
                <c:pt idx="1242">
                  <c:v>09:42</c:v>
                </c:pt>
                <c:pt idx="1243">
                  <c:v>09:42</c:v>
                </c:pt>
                <c:pt idx="1244">
                  <c:v>09:42</c:v>
                </c:pt>
                <c:pt idx="1245">
                  <c:v>09:42</c:v>
                </c:pt>
                <c:pt idx="1246">
                  <c:v>09:42</c:v>
                </c:pt>
                <c:pt idx="1247">
                  <c:v>09:42</c:v>
                </c:pt>
                <c:pt idx="1248">
                  <c:v>09:42</c:v>
                </c:pt>
                <c:pt idx="1249">
                  <c:v>09:42</c:v>
                </c:pt>
                <c:pt idx="1250">
                  <c:v>09:42</c:v>
                </c:pt>
                <c:pt idx="1251">
                  <c:v>09:42</c:v>
                </c:pt>
                <c:pt idx="1252">
                  <c:v>09:42</c:v>
                </c:pt>
                <c:pt idx="1253">
                  <c:v>09:42</c:v>
                </c:pt>
                <c:pt idx="1254">
                  <c:v>09:42</c:v>
                </c:pt>
                <c:pt idx="1255">
                  <c:v>09:42</c:v>
                </c:pt>
                <c:pt idx="1256">
                  <c:v>09:42</c:v>
                </c:pt>
                <c:pt idx="1257">
                  <c:v>09:42</c:v>
                </c:pt>
                <c:pt idx="1258">
                  <c:v>09:42</c:v>
                </c:pt>
                <c:pt idx="1259">
                  <c:v>09:42</c:v>
                </c:pt>
                <c:pt idx="1260">
                  <c:v>09:43</c:v>
                </c:pt>
                <c:pt idx="1261">
                  <c:v>09:43</c:v>
                </c:pt>
                <c:pt idx="1262">
                  <c:v>09:43</c:v>
                </c:pt>
                <c:pt idx="1263">
                  <c:v>09:43</c:v>
                </c:pt>
                <c:pt idx="1264">
                  <c:v>09:43</c:v>
                </c:pt>
                <c:pt idx="1265">
                  <c:v>09:43</c:v>
                </c:pt>
                <c:pt idx="1266">
                  <c:v>09:43</c:v>
                </c:pt>
                <c:pt idx="1267">
                  <c:v>09:43</c:v>
                </c:pt>
                <c:pt idx="1268">
                  <c:v>09:43</c:v>
                </c:pt>
                <c:pt idx="1269">
                  <c:v>09:43</c:v>
                </c:pt>
                <c:pt idx="1270">
                  <c:v>09:43</c:v>
                </c:pt>
                <c:pt idx="1271">
                  <c:v>09:43</c:v>
                </c:pt>
                <c:pt idx="1272">
                  <c:v>09:43</c:v>
                </c:pt>
                <c:pt idx="1273">
                  <c:v>09:43</c:v>
                </c:pt>
                <c:pt idx="1274">
                  <c:v>09:43</c:v>
                </c:pt>
                <c:pt idx="1275">
                  <c:v>09:43</c:v>
                </c:pt>
                <c:pt idx="1276">
                  <c:v>09:43</c:v>
                </c:pt>
                <c:pt idx="1277">
                  <c:v>09:43</c:v>
                </c:pt>
                <c:pt idx="1278">
                  <c:v>09:43</c:v>
                </c:pt>
                <c:pt idx="1279">
                  <c:v>09:43</c:v>
                </c:pt>
                <c:pt idx="1280">
                  <c:v>09:43</c:v>
                </c:pt>
                <c:pt idx="1281">
                  <c:v>09:43</c:v>
                </c:pt>
                <c:pt idx="1282">
                  <c:v>09:43</c:v>
                </c:pt>
                <c:pt idx="1283">
                  <c:v>09:43</c:v>
                </c:pt>
                <c:pt idx="1284">
                  <c:v>09:43</c:v>
                </c:pt>
                <c:pt idx="1285">
                  <c:v>09:43</c:v>
                </c:pt>
                <c:pt idx="1286">
                  <c:v>09:43</c:v>
                </c:pt>
                <c:pt idx="1287">
                  <c:v>09:43</c:v>
                </c:pt>
                <c:pt idx="1288">
                  <c:v>09:43</c:v>
                </c:pt>
                <c:pt idx="1289">
                  <c:v>09:43</c:v>
                </c:pt>
                <c:pt idx="1290">
                  <c:v>09:44</c:v>
                </c:pt>
                <c:pt idx="1291">
                  <c:v>09:44</c:v>
                </c:pt>
                <c:pt idx="1292">
                  <c:v>09:44</c:v>
                </c:pt>
                <c:pt idx="1293">
                  <c:v>09:44</c:v>
                </c:pt>
                <c:pt idx="1294">
                  <c:v>09:44</c:v>
                </c:pt>
                <c:pt idx="1295">
                  <c:v>09:44</c:v>
                </c:pt>
                <c:pt idx="1296">
                  <c:v>09:44</c:v>
                </c:pt>
                <c:pt idx="1297">
                  <c:v>09:44</c:v>
                </c:pt>
                <c:pt idx="1298">
                  <c:v>09:44</c:v>
                </c:pt>
                <c:pt idx="1299">
                  <c:v>09:44</c:v>
                </c:pt>
                <c:pt idx="1300">
                  <c:v>09:44</c:v>
                </c:pt>
                <c:pt idx="1301">
                  <c:v>09:44</c:v>
                </c:pt>
                <c:pt idx="1302">
                  <c:v>09:44</c:v>
                </c:pt>
                <c:pt idx="1303">
                  <c:v>09:44</c:v>
                </c:pt>
                <c:pt idx="1304">
                  <c:v>09:44</c:v>
                </c:pt>
                <c:pt idx="1305">
                  <c:v>09:44</c:v>
                </c:pt>
                <c:pt idx="1306">
                  <c:v>09:44</c:v>
                </c:pt>
                <c:pt idx="1307">
                  <c:v>09:44</c:v>
                </c:pt>
                <c:pt idx="1308">
                  <c:v>09:44</c:v>
                </c:pt>
                <c:pt idx="1309">
                  <c:v>09:44</c:v>
                </c:pt>
                <c:pt idx="1310">
                  <c:v>09:44</c:v>
                </c:pt>
                <c:pt idx="1311">
                  <c:v>09:44</c:v>
                </c:pt>
                <c:pt idx="1312">
                  <c:v>09:44</c:v>
                </c:pt>
                <c:pt idx="1313">
                  <c:v>09:44</c:v>
                </c:pt>
                <c:pt idx="1314">
                  <c:v>09:44</c:v>
                </c:pt>
                <c:pt idx="1315">
                  <c:v>09:44</c:v>
                </c:pt>
                <c:pt idx="1316">
                  <c:v>09:44</c:v>
                </c:pt>
                <c:pt idx="1317">
                  <c:v>09:44</c:v>
                </c:pt>
                <c:pt idx="1318">
                  <c:v>09:44</c:v>
                </c:pt>
                <c:pt idx="1319">
                  <c:v>09:44</c:v>
                </c:pt>
                <c:pt idx="1320">
                  <c:v>09:45</c:v>
                </c:pt>
                <c:pt idx="1321">
                  <c:v>09:45</c:v>
                </c:pt>
                <c:pt idx="1322">
                  <c:v>09:45</c:v>
                </c:pt>
                <c:pt idx="1323">
                  <c:v>09:45</c:v>
                </c:pt>
                <c:pt idx="1324">
                  <c:v>09:45</c:v>
                </c:pt>
                <c:pt idx="1325">
                  <c:v>09:45</c:v>
                </c:pt>
                <c:pt idx="1326">
                  <c:v>09:45</c:v>
                </c:pt>
                <c:pt idx="1327">
                  <c:v>09:45</c:v>
                </c:pt>
                <c:pt idx="1328">
                  <c:v>09:45</c:v>
                </c:pt>
                <c:pt idx="1329">
                  <c:v>09:45</c:v>
                </c:pt>
                <c:pt idx="1330">
                  <c:v>09:45</c:v>
                </c:pt>
                <c:pt idx="1331">
                  <c:v>09:45</c:v>
                </c:pt>
                <c:pt idx="1332">
                  <c:v>09:45</c:v>
                </c:pt>
                <c:pt idx="1333">
                  <c:v>09:45</c:v>
                </c:pt>
                <c:pt idx="1334">
                  <c:v>09:45</c:v>
                </c:pt>
                <c:pt idx="1335">
                  <c:v>09:45</c:v>
                </c:pt>
                <c:pt idx="1336">
                  <c:v>09:45</c:v>
                </c:pt>
                <c:pt idx="1337">
                  <c:v>09:45</c:v>
                </c:pt>
                <c:pt idx="1338">
                  <c:v>09:45</c:v>
                </c:pt>
                <c:pt idx="1339">
                  <c:v>09:45</c:v>
                </c:pt>
                <c:pt idx="1340">
                  <c:v>09:45</c:v>
                </c:pt>
                <c:pt idx="1341">
                  <c:v>09:45</c:v>
                </c:pt>
                <c:pt idx="1342">
                  <c:v>09:45</c:v>
                </c:pt>
                <c:pt idx="1343">
                  <c:v>09:45</c:v>
                </c:pt>
                <c:pt idx="1344">
                  <c:v>09:45</c:v>
                </c:pt>
                <c:pt idx="1345">
                  <c:v>09:45</c:v>
                </c:pt>
                <c:pt idx="1346">
                  <c:v>09:45</c:v>
                </c:pt>
                <c:pt idx="1347">
                  <c:v>09:45</c:v>
                </c:pt>
                <c:pt idx="1348">
                  <c:v>09:45</c:v>
                </c:pt>
                <c:pt idx="1349">
                  <c:v>09:45</c:v>
                </c:pt>
                <c:pt idx="1350">
                  <c:v>09:46</c:v>
                </c:pt>
                <c:pt idx="1351">
                  <c:v>09:46</c:v>
                </c:pt>
                <c:pt idx="1352">
                  <c:v>09:46</c:v>
                </c:pt>
                <c:pt idx="1353">
                  <c:v>09:46</c:v>
                </c:pt>
                <c:pt idx="1354">
                  <c:v>09:46</c:v>
                </c:pt>
                <c:pt idx="1355">
                  <c:v>09:46</c:v>
                </c:pt>
                <c:pt idx="1356">
                  <c:v>09:46</c:v>
                </c:pt>
                <c:pt idx="1357">
                  <c:v>09:46</c:v>
                </c:pt>
                <c:pt idx="1358">
                  <c:v>09:46</c:v>
                </c:pt>
                <c:pt idx="1359">
                  <c:v>09:46</c:v>
                </c:pt>
                <c:pt idx="1360">
                  <c:v>09:46</c:v>
                </c:pt>
                <c:pt idx="1361">
                  <c:v>09:46</c:v>
                </c:pt>
                <c:pt idx="1362">
                  <c:v>09:46</c:v>
                </c:pt>
                <c:pt idx="1363">
                  <c:v>09:46</c:v>
                </c:pt>
                <c:pt idx="1364">
                  <c:v>09:46</c:v>
                </c:pt>
                <c:pt idx="1365">
                  <c:v>09:46</c:v>
                </c:pt>
                <c:pt idx="1366">
                  <c:v>09:46</c:v>
                </c:pt>
                <c:pt idx="1367">
                  <c:v>09:46</c:v>
                </c:pt>
                <c:pt idx="1368">
                  <c:v>09:46</c:v>
                </c:pt>
                <c:pt idx="1369">
                  <c:v>09:46</c:v>
                </c:pt>
                <c:pt idx="1370">
                  <c:v>09:46</c:v>
                </c:pt>
                <c:pt idx="1371">
                  <c:v>09:46</c:v>
                </c:pt>
                <c:pt idx="1372">
                  <c:v>09:46</c:v>
                </c:pt>
                <c:pt idx="1373">
                  <c:v>09:46</c:v>
                </c:pt>
                <c:pt idx="1374">
                  <c:v>09:46</c:v>
                </c:pt>
                <c:pt idx="1375">
                  <c:v>09:46</c:v>
                </c:pt>
                <c:pt idx="1376">
                  <c:v>09:46</c:v>
                </c:pt>
                <c:pt idx="1377">
                  <c:v>09:46</c:v>
                </c:pt>
                <c:pt idx="1378">
                  <c:v>09:46</c:v>
                </c:pt>
                <c:pt idx="1379">
                  <c:v>09:46</c:v>
                </c:pt>
                <c:pt idx="1380">
                  <c:v>09:47</c:v>
                </c:pt>
                <c:pt idx="1381">
                  <c:v>09:47</c:v>
                </c:pt>
                <c:pt idx="1382">
                  <c:v>09:47</c:v>
                </c:pt>
                <c:pt idx="1383">
                  <c:v>09:47</c:v>
                </c:pt>
                <c:pt idx="1384">
                  <c:v>09:47</c:v>
                </c:pt>
                <c:pt idx="1385">
                  <c:v>09:47</c:v>
                </c:pt>
                <c:pt idx="1386">
                  <c:v>09:47</c:v>
                </c:pt>
                <c:pt idx="1387">
                  <c:v>09:47</c:v>
                </c:pt>
                <c:pt idx="1388">
                  <c:v>09:47</c:v>
                </c:pt>
                <c:pt idx="1389">
                  <c:v>09:47</c:v>
                </c:pt>
                <c:pt idx="1390">
                  <c:v>09:47</c:v>
                </c:pt>
                <c:pt idx="1391">
                  <c:v>09:47</c:v>
                </c:pt>
                <c:pt idx="1392">
                  <c:v>09:47</c:v>
                </c:pt>
                <c:pt idx="1393">
                  <c:v>09:47</c:v>
                </c:pt>
                <c:pt idx="1394">
                  <c:v>09:47</c:v>
                </c:pt>
                <c:pt idx="1395">
                  <c:v>09:47</c:v>
                </c:pt>
                <c:pt idx="1396">
                  <c:v>09:47</c:v>
                </c:pt>
                <c:pt idx="1397">
                  <c:v>09:47</c:v>
                </c:pt>
                <c:pt idx="1398">
                  <c:v>09:47</c:v>
                </c:pt>
                <c:pt idx="1399">
                  <c:v>09:47</c:v>
                </c:pt>
                <c:pt idx="1400">
                  <c:v>09:47</c:v>
                </c:pt>
                <c:pt idx="1401">
                  <c:v>09:47</c:v>
                </c:pt>
                <c:pt idx="1402">
                  <c:v>09:47</c:v>
                </c:pt>
                <c:pt idx="1403">
                  <c:v>09:47</c:v>
                </c:pt>
                <c:pt idx="1404">
                  <c:v>09:47</c:v>
                </c:pt>
                <c:pt idx="1405">
                  <c:v>09:47</c:v>
                </c:pt>
                <c:pt idx="1406">
                  <c:v>09:47</c:v>
                </c:pt>
                <c:pt idx="1407">
                  <c:v>09:47</c:v>
                </c:pt>
                <c:pt idx="1408">
                  <c:v>09:47</c:v>
                </c:pt>
                <c:pt idx="1409">
                  <c:v>09:47</c:v>
                </c:pt>
                <c:pt idx="1410">
                  <c:v>09:48</c:v>
                </c:pt>
                <c:pt idx="1411">
                  <c:v>09:48</c:v>
                </c:pt>
                <c:pt idx="1412">
                  <c:v>09:48</c:v>
                </c:pt>
                <c:pt idx="1413">
                  <c:v>09:48</c:v>
                </c:pt>
                <c:pt idx="1414">
                  <c:v>09:48</c:v>
                </c:pt>
                <c:pt idx="1415">
                  <c:v>09:48</c:v>
                </c:pt>
                <c:pt idx="1416">
                  <c:v>09:48</c:v>
                </c:pt>
                <c:pt idx="1417">
                  <c:v>09:48</c:v>
                </c:pt>
                <c:pt idx="1418">
                  <c:v>09:48</c:v>
                </c:pt>
                <c:pt idx="1419">
                  <c:v>09:48</c:v>
                </c:pt>
                <c:pt idx="1420">
                  <c:v>09:48</c:v>
                </c:pt>
                <c:pt idx="1421">
                  <c:v>09:48</c:v>
                </c:pt>
                <c:pt idx="1422">
                  <c:v>09:48</c:v>
                </c:pt>
                <c:pt idx="1423">
                  <c:v>09:48</c:v>
                </c:pt>
                <c:pt idx="1424">
                  <c:v>09:48</c:v>
                </c:pt>
                <c:pt idx="1425">
                  <c:v>09:48</c:v>
                </c:pt>
                <c:pt idx="1426">
                  <c:v>09:48</c:v>
                </c:pt>
                <c:pt idx="1427">
                  <c:v>09:48</c:v>
                </c:pt>
                <c:pt idx="1428">
                  <c:v>09:48</c:v>
                </c:pt>
                <c:pt idx="1429">
                  <c:v>09:48</c:v>
                </c:pt>
                <c:pt idx="1430">
                  <c:v>09:48</c:v>
                </c:pt>
                <c:pt idx="1431">
                  <c:v>09:48</c:v>
                </c:pt>
                <c:pt idx="1432">
                  <c:v>09:48</c:v>
                </c:pt>
                <c:pt idx="1433">
                  <c:v>09:48</c:v>
                </c:pt>
                <c:pt idx="1434">
                  <c:v>09:48</c:v>
                </c:pt>
                <c:pt idx="1435">
                  <c:v>09:48</c:v>
                </c:pt>
                <c:pt idx="1436">
                  <c:v>09:48</c:v>
                </c:pt>
                <c:pt idx="1437">
                  <c:v>09:48</c:v>
                </c:pt>
                <c:pt idx="1438">
                  <c:v>09:48</c:v>
                </c:pt>
                <c:pt idx="1439">
                  <c:v>09:48</c:v>
                </c:pt>
                <c:pt idx="1440">
                  <c:v>09:49</c:v>
                </c:pt>
                <c:pt idx="1441">
                  <c:v>09:49</c:v>
                </c:pt>
                <c:pt idx="1442">
                  <c:v>09:49</c:v>
                </c:pt>
                <c:pt idx="1443">
                  <c:v>09:49</c:v>
                </c:pt>
                <c:pt idx="1444">
                  <c:v>09:49</c:v>
                </c:pt>
                <c:pt idx="1445">
                  <c:v>09:49</c:v>
                </c:pt>
                <c:pt idx="1446">
                  <c:v>09:49</c:v>
                </c:pt>
                <c:pt idx="1447">
                  <c:v>09:49</c:v>
                </c:pt>
                <c:pt idx="1448">
                  <c:v>09:49</c:v>
                </c:pt>
                <c:pt idx="1449">
                  <c:v>09:49</c:v>
                </c:pt>
                <c:pt idx="1450">
                  <c:v>09:49</c:v>
                </c:pt>
                <c:pt idx="1451">
                  <c:v>09:49</c:v>
                </c:pt>
                <c:pt idx="1452">
                  <c:v>09:49</c:v>
                </c:pt>
                <c:pt idx="1453">
                  <c:v>09:49</c:v>
                </c:pt>
                <c:pt idx="1454">
                  <c:v>09:49</c:v>
                </c:pt>
                <c:pt idx="1455">
                  <c:v>09:49</c:v>
                </c:pt>
                <c:pt idx="1456">
                  <c:v>09:49</c:v>
                </c:pt>
                <c:pt idx="1457">
                  <c:v>09:49</c:v>
                </c:pt>
                <c:pt idx="1458">
                  <c:v>09:49</c:v>
                </c:pt>
                <c:pt idx="1459">
                  <c:v>09:49</c:v>
                </c:pt>
                <c:pt idx="1460">
                  <c:v>09:49</c:v>
                </c:pt>
                <c:pt idx="1461">
                  <c:v>09:49</c:v>
                </c:pt>
                <c:pt idx="1462">
                  <c:v>09:49</c:v>
                </c:pt>
                <c:pt idx="1463">
                  <c:v>09:49</c:v>
                </c:pt>
                <c:pt idx="1464">
                  <c:v>09:49</c:v>
                </c:pt>
                <c:pt idx="1465">
                  <c:v>09:49</c:v>
                </c:pt>
                <c:pt idx="1466">
                  <c:v>09:49</c:v>
                </c:pt>
                <c:pt idx="1467">
                  <c:v>09:49</c:v>
                </c:pt>
                <c:pt idx="1468">
                  <c:v>09:49</c:v>
                </c:pt>
                <c:pt idx="1469">
                  <c:v>09:49</c:v>
                </c:pt>
                <c:pt idx="1470">
                  <c:v>09:50</c:v>
                </c:pt>
                <c:pt idx="1471">
                  <c:v>09:50</c:v>
                </c:pt>
                <c:pt idx="1472">
                  <c:v>09:50</c:v>
                </c:pt>
                <c:pt idx="1473">
                  <c:v>09:50</c:v>
                </c:pt>
                <c:pt idx="1474">
                  <c:v>09:50</c:v>
                </c:pt>
                <c:pt idx="1475">
                  <c:v>09:50</c:v>
                </c:pt>
                <c:pt idx="1476">
                  <c:v>09:50</c:v>
                </c:pt>
                <c:pt idx="1477">
                  <c:v>09:50</c:v>
                </c:pt>
                <c:pt idx="1478">
                  <c:v>09:50</c:v>
                </c:pt>
                <c:pt idx="1479">
                  <c:v>09:50</c:v>
                </c:pt>
                <c:pt idx="1480">
                  <c:v>09:50</c:v>
                </c:pt>
                <c:pt idx="1481">
                  <c:v>09:50</c:v>
                </c:pt>
                <c:pt idx="1482">
                  <c:v>09:50</c:v>
                </c:pt>
                <c:pt idx="1483">
                  <c:v>09:50</c:v>
                </c:pt>
                <c:pt idx="1484">
                  <c:v>09:50</c:v>
                </c:pt>
                <c:pt idx="1485">
                  <c:v>09:50</c:v>
                </c:pt>
                <c:pt idx="1486">
                  <c:v>09:50</c:v>
                </c:pt>
                <c:pt idx="1487">
                  <c:v>09:50</c:v>
                </c:pt>
                <c:pt idx="1488">
                  <c:v>09:50</c:v>
                </c:pt>
                <c:pt idx="1489">
                  <c:v>09:50</c:v>
                </c:pt>
                <c:pt idx="1490">
                  <c:v>09:50</c:v>
                </c:pt>
                <c:pt idx="1491">
                  <c:v>09:50</c:v>
                </c:pt>
                <c:pt idx="1492">
                  <c:v>09:50</c:v>
                </c:pt>
                <c:pt idx="1493">
                  <c:v>09:50</c:v>
                </c:pt>
                <c:pt idx="1494">
                  <c:v>09:50</c:v>
                </c:pt>
                <c:pt idx="1495">
                  <c:v>09:50</c:v>
                </c:pt>
                <c:pt idx="1496">
                  <c:v>09:50</c:v>
                </c:pt>
                <c:pt idx="1497">
                  <c:v>09:50</c:v>
                </c:pt>
                <c:pt idx="1498">
                  <c:v>09:50</c:v>
                </c:pt>
                <c:pt idx="1499">
                  <c:v>09:50</c:v>
                </c:pt>
                <c:pt idx="1500">
                  <c:v>09:51</c:v>
                </c:pt>
                <c:pt idx="1501">
                  <c:v>09:51</c:v>
                </c:pt>
                <c:pt idx="1502">
                  <c:v>09:51</c:v>
                </c:pt>
                <c:pt idx="1503">
                  <c:v>09:51</c:v>
                </c:pt>
                <c:pt idx="1504">
                  <c:v>09:51</c:v>
                </c:pt>
                <c:pt idx="1505">
                  <c:v>09:51</c:v>
                </c:pt>
                <c:pt idx="1506">
                  <c:v>09:51</c:v>
                </c:pt>
                <c:pt idx="1507">
                  <c:v>09:51</c:v>
                </c:pt>
                <c:pt idx="1508">
                  <c:v>09:51</c:v>
                </c:pt>
                <c:pt idx="1509">
                  <c:v>09:51</c:v>
                </c:pt>
                <c:pt idx="1510">
                  <c:v>09:51</c:v>
                </c:pt>
                <c:pt idx="1511">
                  <c:v>09:51</c:v>
                </c:pt>
                <c:pt idx="1512">
                  <c:v>09:51</c:v>
                </c:pt>
                <c:pt idx="1513">
                  <c:v>09:51</c:v>
                </c:pt>
                <c:pt idx="1514">
                  <c:v>09:51</c:v>
                </c:pt>
                <c:pt idx="1515">
                  <c:v>09:51</c:v>
                </c:pt>
                <c:pt idx="1516">
                  <c:v>09:51</c:v>
                </c:pt>
                <c:pt idx="1517">
                  <c:v>09:51</c:v>
                </c:pt>
                <c:pt idx="1518">
                  <c:v>09:51</c:v>
                </c:pt>
                <c:pt idx="1519">
                  <c:v>09:51</c:v>
                </c:pt>
                <c:pt idx="1520">
                  <c:v>09:51</c:v>
                </c:pt>
                <c:pt idx="1521">
                  <c:v>09:51</c:v>
                </c:pt>
                <c:pt idx="1522">
                  <c:v>09:51</c:v>
                </c:pt>
                <c:pt idx="1523">
                  <c:v>09:51</c:v>
                </c:pt>
                <c:pt idx="1524">
                  <c:v>09:51</c:v>
                </c:pt>
                <c:pt idx="1525">
                  <c:v>09:51</c:v>
                </c:pt>
                <c:pt idx="1526">
                  <c:v>09:51</c:v>
                </c:pt>
                <c:pt idx="1527">
                  <c:v>09:51</c:v>
                </c:pt>
                <c:pt idx="1528">
                  <c:v>09:51</c:v>
                </c:pt>
                <c:pt idx="1529">
                  <c:v>09:51</c:v>
                </c:pt>
                <c:pt idx="1530">
                  <c:v>09:52</c:v>
                </c:pt>
                <c:pt idx="1531">
                  <c:v>09:52</c:v>
                </c:pt>
                <c:pt idx="1532">
                  <c:v>09:52</c:v>
                </c:pt>
                <c:pt idx="1533">
                  <c:v>09:52</c:v>
                </c:pt>
                <c:pt idx="1534">
                  <c:v>09:52</c:v>
                </c:pt>
                <c:pt idx="1535">
                  <c:v>09:52</c:v>
                </c:pt>
                <c:pt idx="1536">
                  <c:v>09:52</c:v>
                </c:pt>
                <c:pt idx="1537">
                  <c:v>09:52</c:v>
                </c:pt>
                <c:pt idx="1538">
                  <c:v>09:52</c:v>
                </c:pt>
                <c:pt idx="1539">
                  <c:v>09:52</c:v>
                </c:pt>
                <c:pt idx="1540">
                  <c:v>09:52</c:v>
                </c:pt>
                <c:pt idx="1541">
                  <c:v>09:52</c:v>
                </c:pt>
                <c:pt idx="1542">
                  <c:v>09:52</c:v>
                </c:pt>
                <c:pt idx="1543">
                  <c:v>09:52</c:v>
                </c:pt>
                <c:pt idx="1544">
                  <c:v>09:52</c:v>
                </c:pt>
                <c:pt idx="1545">
                  <c:v>09:52</c:v>
                </c:pt>
                <c:pt idx="1546">
                  <c:v>09:52</c:v>
                </c:pt>
                <c:pt idx="1547">
                  <c:v>09:52</c:v>
                </c:pt>
                <c:pt idx="1548">
                  <c:v>09:52</c:v>
                </c:pt>
                <c:pt idx="1549">
                  <c:v>09:52</c:v>
                </c:pt>
                <c:pt idx="1550">
                  <c:v>09:52</c:v>
                </c:pt>
                <c:pt idx="1551">
                  <c:v>09:52</c:v>
                </c:pt>
                <c:pt idx="1552">
                  <c:v>09:52</c:v>
                </c:pt>
                <c:pt idx="1553">
                  <c:v>09:52</c:v>
                </c:pt>
                <c:pt idx="1554">
                  <c:v>09:52</c:v>
                </c:pt>
                <c:pt idx="1555">
                  <c:v>09:52</c:v>
                </c:pt>
                <c:pt idx="1556">
                  <c:v>09:52</c:v>
                </c:pt>
                <c:pt idx="1557">
                  <c:v>09:52</c:v>
                </c:pt>
                <c:pt idx="1558">
                  <c:v>09:52</c:v>
                </c:pt>
                <c:pt idx="1559">
                  <c:v>09:52</c:v>
                </c:pt>
                <c:pt idx="1560">
                  <c:v>09:53</c:v>
                </c:pt>
                <c:pt idx="1561">
                  <c:v>09:53</c:v>
                </c:pt>
                <c:pt idx="1562">
                  <c:v>09:53</c:v>
                </c:pt>
                <c:pt idx="1563">
                  <c:v>09:53</c:v>
                </c:pt>
                <c:pt idx="1564">
                  <c:v>09:53</c:v>
                </c:pt>
                <c:pt idx="1565">
                  <c:v>09:53</c:v>
                </c:pt>
                <c:pt idx="1566">
                  <c:v>09:53</c:v>
                </c:pt>
                <c:pt idx="1567">
                  <c:v>09:53</c:v>
                </c:pt>
                <c:pt idx="1568">
                  <c:v>09:53</c:v>
                </c:pt>
                <c:pt idx="1569">
                  <c:v>09:53</c:v>
                </c:pt>
                <c:pt idx="1570">
                  <c:v>09:53</c:v>
                </c:pt>
                <c:pt idx="1571">
                  <c:v>09:53</c:v>
                </c:pt>
                <c:pt idx="1572">
                  <c:v>09:53</c:v>
                </c:pt>
                <c:pt idx="1573">
                  <c:v>09:53</c:v>
                </c:pt>
                <c:pt idx="1574">
                  <c:v>09:53</c:v>
                </c:pt>
                <c:pt idx="1575">
                  <c:v>09:53</c:v>
                </c:pt>
                <c:pt idx="1576">
                  <c:v>09:53</c:v>
                </c:pt>
                <c:pt idx="1577">
                  <c:v>09:53</c:v>
                </c:pt>
                <c:pt idx="1578">
                  <c:v>09:53</c:v>
                </c:pt>
                <c:pt idx="1579">
                  <c:v>09:53</c:v>
                </c:pt>
                <c:pt idx="1580">
                  <c:v>09:53</c:v>
                </c:pt>
                <c:pt idx="1581">
                  <c:v>09:53</c:v>
                </c:pt>
                <c:pt idx="1582">
                  <c:v>09:53</c:v>
                </c:pt>
                <c:pt idx="1583">
                  <c:v>09:53</c:v>
                </c:pt>
                <c:pt idx="1584">
                  <c:v>09:53</c:v>
                </c:pt>
                <c:pt idx="1585">
                  <c:v>09:53</c:v>
                </c:pt>
                <c:pt idx="1586">
                  <c:v>09:53</c:v>
                </c:pt>
                <c:pt idx="1587">
                  <c:v>09:53</c:v>
                </c:pt>
                <c:pt idx="1588">
                  <c:v>09:53</c:v>
                </c:pt>
                <c:pt idx="1589">
                  <c:v>09:53</c:v>
                </c:pt>
                <c:pt idx="1590">
                  <c:v>09:54</c:v>
                </c:pt>
                <c:pt idx="1591">
                  <c:v>09:54</c:v>
                </c:pt>
                <c:pt idx="1592">
                  <c:v>09:54</c:v>
                </c:pt>
                <c:pt idx="1593">
                  <c:v>09:54</c:v>
                </c:pt>
                <c:pt idx="1594">
                  <c:v>09:54</c:v>
                </c:pt>
                <c:pt idx="1595">
                  <c:v>09:54</c:v>
                </c:pt>
                <c:pt idx="1596">
                  <c:v>09:54</c:v>
                </c:pt>
                <c:pt idx="1597">
                  <c:v>09:54</c:v>
                </c:pt>
                <c:pt idx="1598">
                  <c:v>09:54</c:v>
                </c:pt>
                <c:pt idx="1599">
                  <c:v>09:54</c:v>
                </c:pt>
                <c:pt idx="1600">
                  <c:v>09:54</c:v>
                </c:pt>
                <c:pt idx="1601">
                  <c:v>09:54</c:v>
                </c:pt>
                <c:pt idx="1602">
                  <c:v>09:54</c:v>
                </c:pt>
                <c:pt idx="1603">
                  <c:v>09:54</c:v>
                </c:pt>
                <c:pt idx="1604">
                  <c:v>09:54</c:v>
                </c:pt>
                <c:pt idx="1605">
                  <c:v>09:54</c:v>
                </c:pt>
                <c:pt idx="1606">
                  <c:v>09:54</c:v>
                </c:pt>
                <c:pt idx="1607">
                  <c:v>09:54</c:v>
                </c:pt>
                <c:pt idx="1608">
                  <c:v>09:54</c:v>
                </c:pt>
                <c:pt idx="1609">
                  <c:v>09:54</c:v>
                </c:pt>
                <c:pt idx="1610">
                  <c:v>09:54</c:v>
                </c:pt>
                <c:pt idx="1611">
                  <c:v>09:54</c:v>
                </c:pt>
                <c:pt idx="1612">
                  <c:v>09:54</c:v>
                </c:pt>
                <c:pt idx="1613">
                  <c:v>09:54</c:v>
                </c:pt>
                <c:pt idx="1614">
                  <c:v>09:54</c:v>
                </c:pt>
                <c:pt idx="1615">
                  <c:v>09:54</c:v>
                </c:pt>
                <c:pt idx="1616">
                  <c:v>09:54</c:v>
                </c:pt>
                <c:pt idx="1617">
                  <c:v>09:54</c:v>
                </c:pt>
                <c:pt idx="1618">
                  <c:v>09:54</c:v>
                </c:pt>
                <c:pt idx="1619">
                  <c:v>09:54</c:v>
                </c:pt>
                <c:pt idx="1620">
                  <c:v>09:55</c:v>
                </c:pt>
                <c:pt idx="1621">
                  <c:v>09:55</c:v>
                </c:pt>
                <c:pt idx="1622">
                  <c:v>09:55</c:v>
                </c:pt>
                <c:pt idx="1623">
                  <c:v>09:55</c:v>
                </c:pt>
                <c:pt idx="1624">
                  <c:v>09:55</c:v>
                </c:pt>
                <c:pt idx="1625">
                  <c:v>09:55</c:v>
                </c:pt>
                <c:pt idx="1626">
                  <c:v>09:55</c:v>
                </c:pt>
                <c:pt idx="1627">
                  <c:v>09:55</c:v>
                </c:pt>
                <c:pt idx="1628">
                  <c:v>09:55</c:v>
                </c:pt>
                <c:pt idx="1629">
                  <c:v>09:55</c:v>
                </c:pt>
                <c:pt idx="1630">
                  <c:v>09:55</c:v>
                </c:pt>
                <c:pt idx="1631">
                  <c:v>09:55</c:v>
                </c:pt>
                <c:pt idx="1632">
                  <c:v>09:55</c:v>
                </c:pt>
                <c:pt idx="1633">
                  <c:v>09:55</c:v>
                </c:pt>
                <c:pt idx="1634">
                  <c:v>09:55</c:v>
                </c:pt>
                <c:pt idx="1635">
                  <c:v>09:55</c:v>
                </c:pt>
                <c:pt idx="1636">
                  <c:v>09:55</c:v>
                </c:pt>
                <c:pt idx="1637">
                  <c:v>09:55</c:v>
                </c:pt>
                <c:pt idx="1638">
                  <c:v>09:55</c:v>
                </c:pt>
                <c:pt idx="1639">
                  <c:v>09:55</c:v>
                </c:pt>
                <c:pt idx="1640">
                  <c:v>09:55</c:v>
                </c:pt>
                <c:pt idx="1641">
                  <c:v>09:55</c:v>
                </c:pt>
                <c:pt idx="1642">
                  <c:v>09:55</c:v>
                </c:pt>
                <c:pt idx="1643">
                  <c:v>09:55</c:v>
                </c:pt>
                <c:pt idx="1644">
                  <c:v>09:55</c:v>
                </c:pt>
                <c:pt idx="1645">
                  <c:v>09:55</c:v>
                </c:pt>
                <c:pt idx="1646">
                  <c:v>09:55</c:v>
                </c:pt>
                <c:pt idx="1647">
                  <c:v>09:55</c:v>
                </c:pt>
                <c:pt idx="1648">
                  <c:v>09:55</c:v>
                </c:pt>
                <c:pt idx="1649">
                  <c:v>09:55</c:v>
                </c:pt>
                <c:pt idx="1650">
                  <c:v>09:56</c:v>
                </c:pt>
                <c:pt idx="1651">
                  <c:v>09:56</c:v>
                </c:pt>
                <c:pt idx="1652">
                  <c:v>09:56</c:v>
                </c:pt>
                <c:pt idx="1653">
                  <c:v>09:56</c:v>
                </c:pt>
                <c:pt idx="1654">
                  <c:v>09:56</c:v>
                </c:pt>
                <c:pt idx="1655">
                  <c:v>09:56</c:v>
                </c:pt>
                <c:pt idx="1656">
                  <c:v>09:56</c:v>
                </c:pt>
                <c:pt idx="1657">
                  <c:v>09:56</c:v>
                </c:pt>
                <c:pt idx="1658">
                  <c:v>09:56</c:v>
                </c:pt>
                <c:pt idx="1659">
                  <c:v>09:56</c:v>
                </c:pt>
                <c:pt idx="1660">
                  <c:v>09:56</c:v>
                </c:pt>
                <c:pt idx="1661">
                  <c:v>09:56</c:v>
                </c:pt>
                <c:pt idx="1662">
                  <c:v>09:56</c:v>
                </c:pt>
                <c:pt idx="1663">
                  <c:v>09:56</c:v>
                </c:pt>
                <c:pt idx="1664">
                  <c:v>09:56</c:v>
                </c:pt>
                <c:pt idx="1665">
                  <c:v>09:56</c:v>
                </c:pt>
                <c:pt idx="1666">
                  <c:v>09:56</c:v>
                </c:pt>
                <c:pt idx="1667">
                  <c:v>09:56</c:v>
                </c:pt>
                <c:pt idx="1668">
                  <c:v>09:56</c:v>
                </c:pt>
                <c:pt idx="1669">
                  <c:v>09:56</c:v>
                </c:pt>
                <c:pt idx="1670">
                  <c:v>09:56</c:v>
                </c:pt>
                <c:pt idx="1671">
                  <c:v>09:56</c:v>
                </c:pt>
                <c:pt idx="1672">
                  <c:v>09:56</c:v>
                </c:pt>
                <c:pt idx="1673">
                  <c:v>09:56</c:v>
                </c:pt>
                <c:pt idx="1674">
                  <c:v>09:56</c:v>
                </c:pt>
                <c:pt idx="1675">
                  <c:v>09:56</c:v>
                </c:pt>
                <c:pt idx="1676">
                  <c:v>09:56</c:v>
                </c:pt>
                <c:pt idx="1677">
                  <c:v>09:56</c:v>
                </c:pt>
                <c:pt idx="1678">
                  <c:v>09:56</c:v>
                </c:pt>
                <c:pt idx="1679">
                  <c:v>09:56</c:v>
                </c:pt>
                <c:pt idx="1680">
                  <c:v>09:57</c:v>
                </c:pt>
                <c:pt idx="1681">
                  <c:v>09:57</c:v>
                </c:pt>
                <c:pt idx="1682">
                  <c:v>09:57</c:v>
                </c:pt>
                <c:pt idx="1683">
                  <c:v>09:57</c:v>
                </c:pt>
                <c:pt idx="1684">
                  <c:v>09:57</c:v>
                </c:pt>
                <c:pt idx="1685">
                  <c:v>09:57</c:v>
                </c:pt>
                <c:pt idx="1686">
                  <c:v>09:57</c:v>
                </c:pt>
                <c:pt idx="1687">
                  <c:v>09:57</c:v>
                </c:pt>
                <c:pt idx="1688">
                  <c:v>09:57</c:v>
                </c:pt>
                <c:pt idx="1689">
                  <c:v>09:57</c:v>
                </c:pt>
                <c:pt idx="1690">
                  <c:v>09:57</c:v>
                </c:pt>
                <c:pt idx="1691">
                  <c:v>09:57</c:v>
                </c:pt>
                <c:pt idx="1692">
                  <c:v>09:57</c:v>
                </c:pt>
                <c:pt idx="1693">
                  <c:v>09:57</c:v>
                </c:pt>
                <c:pt idx="1694">
                  <c:v>09:57</c:v>
                </c:pt>
                <c:pt idx="1695">
                  <c:v>09:57</c:v>
                </c:pt>
                <c:pt idx="1696">
                  <c:v>09:57</c:v>
                </c:pt>
                <c:pt idx="1697">
                  <c:v>09:57</c:v>
                </c:pt>
                <c:pt idx="1698">
                  <c:v>09:57</c:v>
                </c:pt>
                <c:pt idx="1699">
                  <c:v>09:57</c:v>
                </c:pt>
                <c:pt idx="1700">
                  <c:v>09:57</c:v>
                </c:pt>
                <c:pt idx="1701">
                  <c:v>09:57</c:v>
                </c:pt>
                <c:pt idx="1702">
                  <c:v>09:57</c:v>
                </c:pt>
                <c:pt idx="1703">
                  <c:v>09:57</c:v>
                </c:pt>
                <c:pt idx="1704">
                  <c:v>09:57</c:v>
                </c:pt>
                <c:pt idx="1705">
                  <c:v>09:57</c:v>
                </c:pt>
                <c:pt idx="1706">
                  <c:v>09:57</c:v>
                </c:pt>
                <c:pt idx="1707">
                  <c:v>09:57</c:v>
                </c:pt>
                <c:pt idx="1708">
                  <c:v>09:57</c:v>
                </c:pt>
                <c:pt idx="1709">
                  <c:v>09:57</c:v>
                </c:pt>
                <c:pt idx="1710">
                  <c:v>09:58</c:v>
                </c:pt>
                <c:pt idx="1711">
                  <c:v>09:58</c:v>
                </c:pt>
                <c:pt idx="1712">
                  <c:v>09:58</c:v>
                </c:pt>
                <c:pt idx="1713">
                  <c:v>09:58</c:v>
                </c:pt>
                <c:pt idx="1714">
                  <c:v>09:58</c:v>
                </c:pt>
                <c:pt idx="1715">
                  <c:v>09:58</c:v>
                </c:pt>
                <c:pt idx="1716">
                  <c:v>09:58</c:v>
                </c:pt>
                <c:pt idx="1717">
                  <c:v>09:58</c:v>
                </c:pt>
                <c:pt idx="1718">
                  <c:v>09:58</c:v>
                </c:pt>
                <c:pt idx="1719">
                  <c:v>09:58</c:v>
                </c:pt>
                <c:pt idx="1720">
                  <c:v>09:58</c:v>
                </c:pt>
                <c:pt idx="1721">
                  <c:v>09:58</c:v>
                </c:pt>
                <c:pt idx="1722">
                  <c:v>09:58</c:v>
                </c:pt>
                <c:pt idx="1723">
                  <c:v>09:58</c:v>
                </c:pt>
                <c:pt idx="1724">
                  <c:v>09:58</c:v>
                </c:pt>
                <c:pt idx="1725">
                  <c:v>09:58</c:v>
                </c:pt>
                <c:pt idx="1726">
                  <c:v>09:58</c:v>
                </c:pt>
                <c:pt idx="1727">
                  <c:v>09:58</c:v>
                </c:pt>
                <c:pt idx="1728">
                  <c:v>09:58</c:v>
                </c:pt>
                <c:pt idx="1729">
                  <c:v>09:58</c:v>
                </c:pt>
                <c:pt idx="1730">
                  <c:v>09:58</c:v>
                </c:pt>
                <c:pt idx="1731">
                  <c:v>09:58</c:v>
                </c:pt>
                <c:pt idx="1732">
                  <c:v>09:58</c:v>
                </c:pt>
                <c:pt idx="1733">
                  <c:v>09:58</c:v>
                </c:pt>
                <c:pt idx="1734">
                  <c:v>09:58</c:v>
                </c:pt>
                <c:pt idx="1735">
                  <c:v>09:58</c:v>
                </c:pt>
                <c:pt idx="1736">
                  <c:v>09:58</c:v>
                </c:pt>
                <c:pt idx="1737">
                  <c:v>09:58</c:v>
                </c:pt>
                <c:pt idx="1738">
                  <c:v>09:58</c:v>
                </c:pt>
                <c:pt idx="1739">
                  <c:v>09:58</c:v>
                </c:pt>
                <c:pt idx="1740">
                  <c:v>09:59</c:v>
                </c:pt>
                <c:pt idx="1741">
                  <c:v>09:59</c:v>
                </c:pt>
                <c:pt idx="1742">
                  <c:v>09:59</c:v>
                </c:pt>
                <c:pt idx="1743">
                  <c:v>09:59</c:v>
                </c:pt>
                <c:pt idx="1744">
                  <c:v>09:59</c:v>
                </c:pt>
                <c:pt idx="1745">
                  <c:v>09:59</c:v>
                </c:pt>
                <c:pt idx="1746">
                  <c:v>09:59</c:v>
                </c:pt>
                <c:pt idx="1747">
                  <c:v>09:59</c:v>
                </c:pt>
                <c:pt idx="1748">
                  <c:v>09:59</c:v>
                </c:pt>
                <c:pt idx="1749">
                  <c:v>09:59</c:v>
                </c:pt>
                <c:pt idx="1750">
                  <c:v>09:59</c:v>
                </c:pt>
                <c:pt idx="1751">
                  <c:v>09:59</c:v>
                </c:pt>
                <c:pt idx="1752">
                  <c:v>09:59</c:v>
                </c:pt>
                <c:pt idx="1753">
                  <c:v>09:59</c:v>
                </c:pt>
                <c:pt idx="1754">
                  <c:v>09:59</c:v>
                </c:pt>
                <c:pt idx="1755">
                  <c:v>09:59</c:v>
                </c:pt>
                <c:pt idx="1756">
                  <c:v>09:59</c:v>
                </c:pt>
                <c:pt idx="1757">
                  <c:v>09:59</c:v>
                </c:pt>
                <c:pt idx="1758">
                  <c:v>09:59</c:v>
                </c:pt>
                <c:pt idx="1759">
                  <c:v>09:59</c:v>
                </c:pt>
                <c:pt idx="1760">
                  <c:v>09:59</c:v>
                </c:pt>
                <c:pt idx="1761">
                  <c:v>09:59</c:v>
                </c:pt>
                <c:pt idx="1762">
                  <c:v>09:59</c:v>
                </c:pt>
                <c:pt idx="1763">
                  <c:v>09:59</c:v>
                </c:pt>
                <c:pt idx="1764">
                  <c:v>09:59</c:v>
                </c:pt>
                <c:pt idx="1765">
                  <c:v>09:59</c:v>
                </c:pt>
                <c:pt idx="1766">
                  <c:v>09:59</c:v>
                </c:pt>
                <c:pt idx="1767">
                  <c:v>09:59</c:v>
                </c:pt>
                <c:pt idx="1768">
                  <c:v>09:59</c:v>
                </c:pt>
                <c:pt idx="1769">
                  <c:v>09:59</c:v>
                </c:pt>
                <c:pt idx="1770">
                  <c:v>10:00</c:v>
                </c:pt>
                <c:pt idx="1771">
                  <c:v>10:00</c:v>
                </c:pt>
                <c:pt idx="1772">
                  <c:v>10:00</c:v>
                </c:pt>
                <c:pt idx="1773">
                  <c:v>10:00</c:v>
                </c:pt>
                <c:pt idx="1774">
                  <c:v>10:00</c:v>
                </c:pt>
                <c:pt idx="1775">
                  <c:v>10:00</c:v>
                </c:pt>
                <c:pt idx="1776">
                  <c:v>10:00</c:v>
                </c:pt>
                <c:pt idx="1777">
                  <c:v>10:00</c:v>
                </c:pt>
                <c:pt idx="1778">
                  <c:v>10:00</c:v>
                </c:pt>
                <c:pt idx="1779">
                  <c:v>10:00</c:v>
                </c:pt>
                <c:pt idx="1780">
                  <c:v>10:00</c:v>
                </c:pt>
                <c:pt idx="1781">
                  <c:v>10:00</c:v>
                </c:pt>
                <c:pt idx="1782">
                  <c:v>10:00</c:v>
                </c:pt>
                <c:pt idx="1783">
                  <c:v>10:00</c:v>
                </c:pt>
                <c:pt idx="1784">
                  <c:v>10:00</c:v>
                </c:pt>
                <c:pt idx="1785">
                  <c:v>10:00</c:v>
                </c:pt>
                <c:pt idx="1786">
                  <c:v>10:00</c:v>
                </c:pt>
                <c:pt idx="1787">
                  <c:v>10:00</c:v>
                </c:pt>
                <c:pt idx="1788">
                  <c:v>10:00</c:v>
                </c:pt>
                <c:pt idx="1789">
                  <c:v>10:00</c:v>
                </c:pt>
                <c:pt idx="1790">
                  <c:v>10:00</c:v>
                </c:pt>
                <c:pt idx="1791">
                  <c:v>10:00</c:v>
                </c:pt>
                <c:pt idx="1792">
                  <c:v>10:00</c:v>
                </c:pt>
                <c:pt idx="1793">
                  <c:v>10:00</c:v>
                </c:pt>
                <c:pt idx="1794">
                  <c:v>10:00</c:v>
                </c:pt>
                <c:pt idx="1795">
                  <c:v>10:00</c:v>
                </c:pt>
                <c:pt idx="1796">
                  <c:v>10:00</c:v>
                </c:pt>
                <c:pt idx="1797">
                  <c:v>10:00</c:v>
                </c:pt>
                <c:pt idx="1798">
                  <c:v>10:00</c:v>
                </c:pt>
                <c:pt idx="1799">
                  <c:v>10:00</c:v>
                </c:pt>
                <c:pt idx="1800">
                  <c:v>10:01</c:v>
                </c:pt>
                <c:pt idx="1801">
                  <c:v>10:01</c:v>
                </c:pt>
                <c:pt idx="1802">
                  <c:v>10:01</c:v>
                </c:pt>
                <c:pt idx="1803">
                  <c:v>10:01</c:v>
                </c:pt>
                <c:pt idx="1804">
                  <c:v>10:01</c:v>
                </c:pt>
                <c:pt idx="1805">
                  <c:v>10:01</c:v>
                </c:pt>
                <c:pt idx="1806">
                  <c:v>10:01</c:v>
                </c:pt>
                <c:pt idx="1807">
                  <c:v>10:01</c:v>
                </c:pt>
                <c:pt idx="1808">
                  <c:v>10:01</c:v>
                </c:pt>
                <c:pt idx="1809">
                  <c:v>10:01</c:v>
                </c:pt>
                <c:pt idx="1810">
                  <c:v>10:01</c:v>
                </c:pt>
                <c:pt idx="1811">
                  <c:v>10:01</c:v>
                </c:pt>
                <c:pt idx="1812">
                  <c:v>10:01</c:v>
                </c:pt>
                <c:pt idx="1813">
                  <c:v>10:01</c:v>
                </c:pt>
                <c:pt idx="1814">
                  <c:v>10:01</c:v>
                </c:pt>
                <c:pt idx="1815">
                  <c:v>10:01</c:v>
                </c:pt>
                <c:pt idx="1816">
                  <c:v>10:01</c:v>
                </c:pt>
                <c:pt idx="1817">
                  <c:v>10:01</c:v>
                </c:pt>
                <c:pt idx="1818">
                  <c:v>10:01</c:v>
                </c:pt>
                <c:pt idx="1819">
                  <c:v>10:01</c:v>
                </c:pt>
                <c:pt idx="1820">
                  <c:v>10:01</c:v>
                </c:pt>
                <c:pt idx="1821">
                  <c:v>10:01</c:v>
                </c:pt>
                <c:pt idx="1822">
                  <c:v>10:01</c:v>
                </c:pt>
                <c:pt idx="1823">
                  <c:v>10:01</c:v>
                </c:pt>
                <c:pt idx="1824">
                  <c:v>10:01</c:v>
                </c:pt>
                <c:pt idx="1825">
                  <c:v>10:01</c:v>
                </c:pt>
                <c:pt idx="1826">
                  <c:v>10:01</c:v>
                </c:pt>
                <c:pt idx="1827">
                  <c:v>10:01</c:v>
                </c:pt>
                <c:pt idx="1828">
                  <c:v>10:01</c:v>
                </c:pt>
                <c:pt idx="1829">
                  <c:v>10:01</c:v>
                </c:pt>
                <c:pt idx="1830">
                  <c:v>10:02</c:v>
                </c:pt>
                <c:pt idx="1831">
                  <c:v>10:02</c:v>
                </c:pt>
                <c:pt idx="1832">
                  <c:v>10:02</c:v>
                </c:pt>
                <c:pt idx="1833">
                  <c:v>10:02</c:v>
                </c:pt>
                <c:pt idx="1834">
                  <c:v>10:02</c:v>
                </c:pt>
                <c:pt idx="1835">
                  <c:v>10:02</c:v>
                </c:pt>
                <c:pt idx="1836">
                  <c:v>10:02</c:v>
                </c:pt>
                <c:pt idx="1837">
                  <c:v>10:02</c:v>
                </c:pt>
                <c:pt idx="1838">
                  <c:v>10:02</c:v>
                </c:pt>
                <c:pt idx="1839">
                  <c:v>10:02</c:v>
                </c:pt>
                <c:pt idx="1840">
                  <c:v>10:02</c:v>
                </c:pt>
                <c:pt idx="1841">
                  <c:v>10:02</c:v>
                </c:pt>
                <c:pt idx="1842">
                  <c:v>10:02</c:v>
                </c:pt>
                <c:pt idx="1843">
                  <c:v>10:02</c:v>
                </c:pt>
                <c:pt idx="1844">
                  <c:v>10:02</c:v>
                </c:pt>
                <c:pt idx="1845">
                  <c:v>10:02</c:v>
                </c:pt>
                <c:pt idx="1846">
                  <c:v>10:02</c:v>
                </c:pt>
                <c:pt idx="1847">
                  <c:v>10:02</c:v>
                </c:pt>
                <c:pt idx="1848">
                  <c:v>10:02</c:v>
                </c:pt>
                <c:pt idx="1849">
                  <c:v>10:02</c:v>
                </c:pt>
                <c:pt idx="1850">
                  <c:v>10:02</c:v>
                </c:pt>
                <c:pt idx="1851">
                  <c:v>10:02</c:v>
                </c:pt>
                <c:pt idx="1852">
                  <c:v>10:02</c:v>
                </c:pt>
                <c:pt idx="1853">
                  <c:v>10:02</c:v>
                </c:pt>
                <c:pt idx="1854">
                  <c:v>10:02</c:v>
                </c:pt>
                <c:pt idx="1855">
                  <c:v>10:02</c:v>
                </c:pt>
                <c:pt idx="1856">
                  <c:v>10:02</c:v>
                </c:pt>
                <c:pt idx="1857">
                  <c:v>10:02</c:v>
                </c:pt>
                <c:pt idx="1858">
                  <c:v>10:02</c:v>
                </c:pt>
                <c:pt idx="1859">
                  <c:v>10:02</c:v>
                </c:pt>
                <c:pt idx="1860">
                  <c:v>10:03</c:v>
                </c:pt>
                <c:pt idx="1861">
                  <c:v>10:03</c:v>
                </c:pt>
                <c:pt idx="1862">
                  <c:v>10:03</c:v>
                </c:pt>
                <c:pt idx="1863">
                  <c:v>10:03</c:v>
                </c:pt>
                <c:pt idx="1864">
                  <c:v>10:03</c:v>
                </c:pt>
                <c:pt idx="1865">
                  <c:v>10:03</c:v>
                </c:pt>
                <c:pt idx="1866">
                  <c:v>10:03</c:v>
                </c:pt>
                <c:pt idx="1867">
                  <c:v>10:03</c:v>
                </c:pt>
                <c:pt idx="1868">
                  <c:v>10:03</c:v>
                </c:pt>
                <c:pt idx="1869">
                  <c:v>10:03</c:v>
                </c:pt>
                <c:pt idx="1870">
                  <c:v>10:03</c:v>
                </c:pt>
                <c:pt idx="1871">
                  <c:v>10:03</c:v>
                </c:pt>
                <c:pt idx="1872">
                  <c:v>10:03</c:v>
                </c:pt>
                <c:pt idx="1873">
                  <c:v>10:03</c:v>
                </c:pt>
                <c:pt idx="1874">
                  <c:v>10:03</c:v>
                </c:pt>
                <c:pt idx="1875">
                  <c:v>10:03</c:v>
                </c:pt>
                <c:pt idx="1876">
                  <c:v>10:03</c:v>
                </c:pt>
                <c:pt idx="1877">
                  <c:v>10:03</c:v>
                </c:pt>
                <c:pt idx="1878">
                  <c:v>10:03</c:v>
                </c:pt>
                <c:pt idx="1879">
                  <c:v>10:03</c:v>
                </c:pt>
                <c:pt idx="1880">
                  <c:v>10:03</c:v>
                </c:pt>
                <c:pt idx="1881">
                  <c:v>10:03</c:v>
                </c:pt>
                <c:pt idx="1882">
                  <c:v>10:03</c:v>
                </c:pt>
                <c:pt idx="1883">
                  <c:v>10:03</c:v>
                </c:pt>
                <c:pt idx="1884">
                  <c:v>10:03</c:v>
                </c:pt>
                <c:pt idx="1885">
                  <c:v>10:03</c:v>
                </c:pt>
                <c:pt idx="1886">
                  <c:v>10:03</c:v>
                </c:pt>
                <c:pt idx="1887">
                  <c:v>10:03</c:v>
                </c:pt>
                <c:pt idx="1888">
                  <c:v>10:03</c:v>
                </c:pt>
                <c:pt idx="1889">
                  <c:v>10:03</c:v>
                </c:pt>
                <c:pt idx="1890">
                  <c:v>10:04</c:v>
                </c:pt>
                <c:pt idx="1891">
                  <c:v>10:04</c:v>
                </c:pt>
                <c:pt idx="1892">
                  <c:v>10:04</c:v>
                </c:pt>
                <c:pt idx="1893">
                  <c:v>10:04</c:v>
                </c:pt>
                <c:pt idx="1894">
                  <c:v>10:04</c:v>
                </c:pt>
                <c:pt idx="1895">
                  <c:v>10:04</c:v>
                </c:pt>
                <c:pt idx="1896">
                  <c:v>10:04</c:v>
                </c:pt>
                <c:pt idx="1897">
                  <c:v>10:04</c:v>
                </c:pt>
                <c:pt idx="1898">
                  <c:v>10:04</c:v>
                </c:pt>
                <c:pt idx="1899">
                  <c:v>10:04</c:v>
                </c:pt>
                <c:pt idx="1900">
                  <c:v>10:04</c:v>
                </c:pt>
                <c:pt idx="1901">
                  <c:v>10:04</c:v>
                </c:pt>
                <c:pt idx="1902">
                  <c:v>10:04</c:v>
                </c:pt>
                <c:pt idx="1903">
                  <c:v>10:04</c:v>
                </c:pt>
                <c:pt idx="1904">
                  <c:v>10:04</c:v>
                </c:pt>
                <c:pt idx="1905">
                  <c:v>10:04</c:v>
                </c:pt>
                <c:pt idx="1906">
                  <c:v>10:04</c:v>
                </c:pt>
                <c:pt idx="1907">
                  <c:v>10:04</c:v>
                </c:pt>
                <c:pt idx="1908">
                  <c:v>10:04</c:v>
                </c:pt>
                <c:pt idx="1909">
                  <c:v>10:04</c:v>
                </c:pt>
                <c:pt idx="1910">
                  <c:v>10:04</c:v>
                </c:pt>
                <c:pt idx="1911">
                  <c:v>10:04</c:v>
                </c:pt>
                <c:pt idx="1912">
                  <c:v>10:04</c:v>
                </c:pt>
                <c:pt idx="1913">
                  <c:v>10:04</c:v>
                </c:pt>
                <c:pt idx="1914">
                  <c:v>10:04</c:v>
                </c:pt>
                <c:pt idx="1915">
                  <c:v>10:04</c:v>
                </c:pt>
                <c:pt idx="1916">
                  <c:v>10:04</c:v>
                </c:pt>
                <c:pt idx="1917">
                  <c:v>10:04</c:v>
                </c:pt>
                <c:pt idx="1918">
                  <c:v>10:04</c:v>
                </c:pt>
                <c:pt idx="1919">
                  <c:v>10:04</c:v>
                </c:pt>
                <c:pt idx="1920">
                  <c:v>10:05</c:v>
                </c:pt>
                <c:pt idx="1921">
                  <c:v>10:05</c:v>
                </c:pt>
                <c:pt idx="1922">
                  <c:v>10:05</c:v>
                </c:pt>
                <c:pt idx="1923">
                  <c:v>10:05</c:v>
                </c:pt>
                <c:pt idx="1924">
                  <c:v>10:05</c:v>
                </c:pt>
                <c:pt idx="1925">
                  <c:v>10:05</c:v>
                </c:pt>
                <c:pt idx="1926">
                  <c:v>10:05</c:v>
                </c:pt>
                <c:pt idx="1927">
                  <c:v>10:05</c:v>
                </c:pt>
                <c:pt idx="1928">
                  <c:v>10:05</c:v>
                </c:pt>
                <c:pt idx="1929">
                  <c:v>10:05</c:v>
                </c:pt>
                <c:pt idx="1930">
                  <c:v>10:05</c:v>
                </c:pt>
                <c:pt idx="1931">
                  <c:v>10:05</c:v>
                </c:pt>
                <c:pt idx="1932">
                  <c:v>10:05</c:v>
                </c:pt>
                <c:pt idx="1933">
                  <c:v>10:05</c:v>
                </c:pt>
                <c:pt idx="1934">
                  <c:v>10:05</c:v>
                </c:pt>
                <c:pt idx="1935">
                  <c:v>10:05</c:v>
                </c:pt>
                <c:pt idx="1936">
                  <c:v>10:05</c:v>
                </c:pt>
                <c:pt idx="1937">
                  <c:v>10:05</c:v>
                </c:pt>
                <c:pt idx="1938">
                  <c:v>10:05</c:v>
                </c:pt>
                <c:pt idx="1939">
                  <c:v>10:05</c:v>
                </c:pt>
                <c:pt idx="1940">
                  <c:v>10:05</c:v>
                </c:pt>
                <c:pt idx="1941">
                  <c:v>10:05</c:v>
                </c:pt>
                <c:pt idx="1942">
                  <c:v>10:05</c:v>
                </c:pt>
                <c:pt idx="1943">
                  <c:v>10:05</c:v>
                </c:pt>
                <c:pt idx="1944">
                  <c:v>10:05</c:v>
                </c:pt>
                <c:pt idx="1945">
                  <c:v>10:05</c:v>
                </c:pt>
                <c:pt idx="1946">
                  <c:v>10:05</c:v>
                </c:pt>
                <c:pt idx="1947">
                  <c:v>10:05</c:v>
                </c:pt>
                <c:pt idx="1948">
                  <c:v>10:05</c:v>
                </c:pt>
                <c:pt idx="1949">
                  <c:v>10:05</c:v>
                </c:pt>
                <c:pt idx="1950">
                  <c:v>10:06</c:v>
                </c:pt>
                <c:pt idx="1951">
                  <c:v>10:06</c:v>
                </c:pt>
                <c:pt idx="1952">
                  <c:v>10:06</c:v>
                </c:pt>
                <c:pt idx="1953">
                  <c:v>10:06</c:v>
                </c:pt>
                <c:pt idx="1954">
                  <c:v>10:06</c:v>
                </c:pt>
                <c:pt idx="1955">
                  <c:v>10:06</c:v>
                </c:pt>
                <c:pt idx="1956">
                  <c:v>10:06</c:v>
                </c:pt>
                <c:pt idx="1957">
                  <c:v>10:06</c:v>
                </c:pt>
                <c:pt idx="1958">
                  <c:v>10:06</c:v>
                </c:pt>
                <c:pt idx="1959">
                  <c:v>10:06</c:v>
                </c:pt>
                <c:pt idx="1960">
                  <c:v>10:06</c:v>
                </c:pt>
                <c:pt idx="1961">
                  <c:v>10:06</c:v>
                </c:pt>
                <c:pt idx="1962">
                  <c:v>10:06</c:v>
                </c:pt>
                <c:pt idx="1963">
                  <c:v>10:06</c:v>
                </c:pt>
                <c:pt idx="1964">
                  <c:v>10:06</c:v>
                </c:pt>
                <c:pt idx="1965">
                  <c:v>10:06</c:v>
                </c:pt>
                <c:pt idx="1966">
                  <c:v>10:06</c:v>
                </c:pt>
                <c:pt idx="1967">
                  <c:v>10:06</c:v>
                </c:pt>
                <c:pt idx="1968">
                  <c:v>10:06</c:v>
                </c:pt>
                <c:pt idx="1969">
                  <c:v>10:06</c:v>
                </c:pt>
                <c:pt idx="1970">
                  <c:v>10:06</c:v>
                </c:pt>
                <c:pt idx="1971">
                  <c:v>10:06</c:v>
                </c:pt>
                <c:pt idx="1972">
                  <c:v>10:06</c:v>
                </c:pt>
                <c:pt idx="1973">
                  <c:v>10:06</c:v>
                </c:pt>
                <c:pt idx="1974">
                  <c:v>10:06</c:v>
                </c:pt>
                <c:pt idx="1975">
                  <c:v>10:06</c:v>
                </c:pt>
                <c:pt idx="1976">
                  <c:v>10:06</c:v>
                </c:pt>
                <c:pt idx="1977">
                  <c:v>10:06</c:v>
                </c:pt>
                <c:pt idx="1978">
                  <c:v>10:06</c:v>
                </c:pt>
                <c:pt idx="1979">
                  <c:v>10:06</c:v>
                </c:pt>
                <c:pt idx="1980">
                  <c:v>10:07</c:v>
                </c:pt>
                <c:pt idx="1981">
                  <c:v>10:07</c:v>
                </c:pt>
                <c:pt idx="1982">
                  <c:v>10:07</c:v>
                </c:pt>
                <c:pt idx="1983">
                  <c:v>10:07</c:v>
                </c:pt>
                <c:pt idx="1984">
                  <c:v>10:07</c:v>
                </c:pt>
                <c:pt idx="1985">
                  <c:v>10:07</c:v>
                </c:pt>
                <c:pt idx="1986">
                  <c:v>10:07</c:v>
                </c:pt>
                <c:pt idx="1987">
                  <c:v>10:07</c:v>
                </c:pt>
                <c:pt idx="1988">
                  <c:v>10:07</c:v>
                </c:pt>
                <c:pt idx="1989">
                  <c:v>10:07</c:v>
                </c:pt>
                <c:pt idx="1990">
                  <c:v>10:07</c:v>
                </c:pt>
                <c:pt idx="1991">
                  <c:v>10:07</c:v>
                </c:pt>
                <c:pt idx="1992">
                  <c:v>10:07</c:v>
                </c:pt>
                <c:pt idx="1993">
                  <c:v>10:07</c:v>
                </c:pt>
                <c:pt idx="1994">
                  <c:v>10:07</c:v>
                </c:pt>
                <c:pt idx="1995">
                  <c:v>10:07</c:v>
                </c:pt>
                <c:pt idx="1996">
                  <c:v>10:07</c:v>
                </c:pt>
                <c:pt idx="1997">
                  <c:v>10:07</c:v>
                </c:pt>
                <c:pt idx="1998">
                  <c:v>10:07</c:v>
                </c:pt>
                <c:pt idx="1999">
                  <c:v>10:07</c:v>
                </c:pt>
                <c:pt idx="2000">
                  <c:v>10:07</c:v>
                </c:pt>
                <c:pt idx="2001">
                  <c:v>10:07</c:v>
                </c:pt>
                <c:pt idx="2002">
                  <c:v>10:07</c:v>
                </c:pt>
                <c:pt idx="2003">
                  <c:v>10:07</c:v>
                </c:pt>
                <c:pt idx="2004">
                  <c:v>10:07</c:v>
                </c:pt>
                <c:pt idx="2005">
                  <c:v>10:07</c:v>
                </c:pt>
                <c:pt idx="2006">
                  <c:v>10:07</c:v>
                </c:pt>
                <c:pt idx="2007">
                  <c:v>10:07</c:v>
                </c:pt>
                <c:pt idx="2008">
                  <c:v>10:07</c:v>
                </c:pt>
                <c:pt idx="2009">
                  <c:v>10:07</c:v>
                </c:pt>
                <c:pt idx="2010">
                  <c:v>10:08</c:v>
                </c:pt>
                <c:pt idx="2011">
                  <c:v>10:08</c:v>
                </c:pt>
                <c:pt idx="2012">
                  <c:v>10:08</c:v>
                </c:pt>
                <c:pt idx="2013">
                  <c:v>10:08</c:v>
                </c:pt>
                <c:pt idx="2014">
                  <c:v>10:08</c:v>
                </c:pt>
                <c:pt idx="2015">
                  <c:v>10:08</c:v>
                </c:pt>
                <c:pt idx="2016">
                  <c:v>10:08</c:v>
                </c:pt>
                <c:pt idx="2017">
                  <c:v>10:08</c:v>
                </c:pt>
                <c:pt idx="2018">
                  <c:v>10:08</c:v>
                </c:pt>
                <c:pt idx="2019">
                  <c:v>10:08</c:v>
                </c:pt>
                <c:pt idx="2020">
                  <c:v>10:08</c:v>
                </c:pt>
                <c:pt idx="2021">
                  <c:v>10:08</c:v>
                </c:pt>
                <c:pt idx="2022">
                  <c:v>10:08</c:v>
                </c:pt>
                <c:pt idx="2023">
                  <c:v>10:08</c:v>
                </c:pt>
                <c:pt idx="2024">
                  <c:v>10:08</c:v>
                </c:pt>
                <c:pt idx="2025">
                  <c:v>10:08</c:v>
                </c:pt>
                <c:pt idx="2026">
                  <c:v>10:08</c:v>
                </c:pt>
                <c:pt idx="2027">
                  <c:v>10:08</c:v>
                </c:pt>
                <c:pt idx="2028">
                  <c:v>10:08</c:v>
                </c:pt>
                <c:pt idx="2029">
                  <c:v>10:08</c:v>
                </c:pt>
                <c:pt idx="2030">
                  <c:v>10:08</c:v>
                </c:pt>
                <c:pt idx="2031">
                  <c:v>10:08</c:v>
                </c:pt>
                <c:pt idx="2032">
                  <c:v>10:08</c:v>
                </c:pt>
                <c:pt idx="2033">
                  <c:v>10:08</c:v>
                </c:pt>
                <c:pt idx="2034">
                  <c:v>10:08</c:v>
                </c:pt>
                <c:pt idx="2035">
                  <c:v>10:08</c:v>
                </c:pt>
                <c:pt idx="2036">
                  <c:v>10:08</c:v>
                </c:pt>
                <c:pt idx="2037">
                  <c:v>10:08</c:v>
                </c:pt>
                <c:pt idx="2038">
                  <c:v>10:08</c:v>
                </c:pt>
                <c:pt idx="2039">
                  <c:v>10:08</c:v>
                </c:pt>
                <c:pt idx="2040">
                  <c:v>10:09</c:v>
                </c:pt>
                <c:pt idx="2041">
                  <c:v>10:09</c:v>
                </c:pt>
                <c:pt idx="2042">
                  <c:v>10:09</c:v>
                </c:pt>
                <c:pt idx="2043">
                  <c:v>10:09</c:v>
                </c:pt>
                <c:pt idx="2044">
                  <c:v>10:09</c:v>
                </c:pt>
                <c:pt idx="2045">
                  <c:v>10:09</c:v>
                </c:pt>
                <c:pt idx="2046">
                  <c:v>10:09</c:v>
                </c:pt>
                <c:pt idx="2047">
                  <c:v>10:09</c:v>
                </c:pt>
                <c:pt idx="2048">
                  <c:v>10:09</c:v>
                </c:pt>
                <c:pt idx="2049">
                  <c:v>10:09</c:v>
                </c:pt>
                <c:pt idx="2050">
                  <c:v>10:09</c:v>
                </c:pt>
                <c:pt idx="2051">
                  <c:v>10:09</c:v>
                </c:pt>
                <c:pt idx="2052">
                  <c:v>10:09</c:v>
                </c:pt>
                <c:pt idx="2053">
                  <c:v>10:09</c:v>
                </c:pt>
                <c:pt idx="2054">
                  <c:v>10:09</c:v>
                </c:pt>
                <c:pt idx="2055">
                  <c:v>10:09</c:v>
                </c:pt>
                <c:pt idx="2056">
                  <c:v>10:09</c:v>
                </c:pt>
                <c:pt idx="2057">
                  <c:v>10:09</c:v>
                </c:pt>
                <c:pt idx="2058">
                  <c:v>10:09</c:v>
                </c:pt>
                <c:pt idx="2059">
                  <c:v>10:09</c:v>
                </c:pt>
                <c:pt idx="2060">
                  <c:v>10:09</c:v>
                </c:pt>
                <c:pt idx="2061">
                  <c:v>10:09</c:v>
                </c:pt>
                <c:pt idx="2062">
                  <c:v>10:09</c:v>
                </c:pt>
                <c:pt idx="2063">
                  <c:v>10:09</c:v>
                </c:pt>
                <c:pt idx="2064">
                  <c:v>10:09</c:v>
                </c:pt>
                <c:pt idx="2065">
                  <c:v>10:09</c:v>
                </c:pt>
                <c:pt idx="2066">
                  <c:v>10:09</c:v>
                </c:pt>
                <c:pt idx="2067">
                  <c:v>10:09</c:v>
                </c:pt>
                <c:pt idx="2068">
                  <c:v>10:09</c:v>
                </c:pt>
                <c:pt idx="2069">
                  <c:v>10:09</c:v>
                </c:pt>
                <c:pt idx="2070">
                  <c:v>10:10</c:v>
                </c:pt>
                <c:pt idx="2071">
                  <c:v>10:10</c:v>
                </c:pt>
                <c:pt idx="2072">
                  <c:v>10:10</c:v>
                </c:pt>
                <c:pt idx="2073">
                  <c:v>10:10</c:v>
                </c:pt>
                <c:pt idx="2074">
                  <c:v>10:10</c:v>
                </c:pt>
                <c:pt idx="2075">
                  <c:v>10:10</c:v>
                </c:pt>
                <c:pt idx="2076">
                  <c:v>10:10</c:v>
                </c:pt>
                <c:pt idx="2077">
                  <c:v>10:10</c:v>
                </c:pt>
                <c:pt idx="2078">
                  <c:v>10:10</c:v>
                </c:pt>
                <c:pt idx="2079">
                  <c:v>10:10</c:v>
                </c:pt>
                <c:pt idx="2080">
                  <c:v>10:10</c:v>
                </c:pt>
                <c:pt idx="2081">
                  <c:v>10:10</c:v>
                </c:pt>
                <c:pt idx="2082">
                  <c:v>10:10</c:v>
                </c:pt>
                <c:pt idx="2083">
                  <c:v>10:10</c:v>
                </c:pt>
                <c:pt idx="2084">
                  <c:v>10:10</c:v>
                </c:pt>
                <c:pt idx="2085">
                  <c:v>10:10</c:v>
                </c:pt>
                <c:pt idx="2086">
                  <c:v>10:10</c:v>
                </c:pt>
                <c:pt idx="2087">
                  <c:v>10:10</c:v>
                </c:pt>
                <c:pt idx="2088">
                  <c:v>10:10</c:v>
                </c:pt>
                <c:pt idx="2089">
                  <c:v>10:10</c:v>
                </c:pt>
                <c:pt idx="2090">
                  <c:v>10:10</c:v>
                </c:pt>
                <c:pt idx="2091">
                  <c:v>10:10</c:v>
                </c:pt>
                <c:pt idx="2092">
                  <c:v>10:10</c:v>
                </c:pt>
                <c:pt idx="2093">
                  <c:v>10:10</c:v>
                </c:pt>
                <c:pt idx="2094">
                  <c:v>10:10</c:v>
                </c:pt>
                <c:pt idx="2095">
                  <c:v>10:10</c:v>
                </c:pt>
                <c:pt idx="2096">
                  <c:v>10:10</c:v>
                </c:pt>
                <c:pt idx="2097">
                  <c:v>10:10</c:v>
                </c:pt>
                <c:pt idx="2098">
                  <c:v>10:10</c:v>
                </c:pt>
                <c:pt idx="2099">
                  <c:v>10:10</c:v>
                </c:pt>
                <c:pt idx="2100">
                  <c:v>10:11</c:v>
                </c:pt>
                <c:pt idx="2101">
                  <c:v>10:11</c:v>
                </c:pt>
                <c:pt idx="2102">
                  <c:v>10:11</c:v>
                </c:pt>
                <c:pt idx="2103">
                  <c:v>10:11</c:v>
                </c:pt>
                <c:pt idx="2104">
                  <c:v>10:11</c:v>
                </c:pt>
                <c:pt idx="2105">
                  <c:v>10:11</c:v>
                </c:pt>
                <c:pt idx="2106">
                  <c:v>10:11</c:v>
                </c:pt>
                <c:pt idx="2107">
                  <c:v>10:11</c:v>
                </c:pt>
                <c:pt idx="2108">
                  <c:v>10:11</c:v>
                </c:pt>
                <c:pt idx="2109">
                  <c:v>10:11</c:v>
                </c:pt>
                <c:pt idx="2110">
                  <c:v>10:11</c:v>
                </c:pt>
                <c:pt idx="2111">
                  <c:v>10:11</c:v>
                </c:pt>
                <c:pt idx="2112">
                  <c:v>10:11</c:v>
                </c:pt>
                <c:pt idx="2113">
                  <c:v>10:11</c:v>
                </c:pt>
                <c:pt idx="2114">
                  <c:v>10:11</c:v>
                </c:pt>
                <c:pt idx="2115">
                  <c:v>10:11</c:v>
                </c:pt>
                <c:pt idx="2116">
                  <c:v>10:11</c:v>
                </c:pt>
                <c:pt idx="2117">
                  <c:v>10:11</c:v>
                </c:pt>
                <c:pt idx="2118">
                  <c:v>10:11</c:v>
                </c:pt>
                <c:pt idx="2119">
                  <c:v>10:11</c:v>
                </c:pt>
                <c:pt idx="2120">
                  <c:v>10:11</c:v>
                </c:pt>
                <c:pt idx="2121">
                  <c:v>10:11</c:v>
                </c:pt>
                <c:pt idx="2122">
                  <c:v>10:11</c:v>
                </c:pt>
                <c:pt idx="2123">
                  <c:v>10:11</c:v>
                </c:pt>
                <c:pt idx="2124">
                  <c:v>10:11</c:v>
                </c:pt>
                <c:pt idx="2125">
                  <c:v>10:11</c:v>
                </c:pt>
                <c:pt idx="2126">
                  <c:v>10:11</c:v>
                </c:pt>
                <c:pt idx="2127">
                  <c:v>10:11</c:v>
                </c:pt>
                <c:pt idx="2128">
                  <c:v>10:11</c:v>
                </c:pt>
                <c:pt idx="2129">
                  <c:v>10:11</c:v>
                </c:pt>
                <c:pt idx="2130">
                  <c:v>10:12</c:v>
                </c:pt>
                <c:pt idx="2131">
                  <c:v>10:12</c:v>
                </c:pt>
                <c:pt idx="2132">
                  <c:v>10:12</c:v>
                </c:pt>
                <c:pt idx="2133">
                  <c:v>10:12</c:v>
                </c:pt>
                <c:pt idx="2134">
                  <c:v>10:12</c:v>
                </c:pt>
                <c:pt idx="2135">
                  <c:v>10:12</c:v>
                </c:pt>
                <c:pt idx="2136">
                  <c:v>10:12</c:v>
                </c:pt>
                <c:pt idx="2137">
                  <c:v>10:12</c:v>
                </c:pt>
                <c:pt idx="2138">
                  <c:v>10:12</c:v>
                </c:pt>
                <c:pt idx="2139">
                  <c:v>10:12</c:v>
                </c:pt>
                <c:pt idx="2140">
                  <c:v>10:12</c:v>
                </c:pt>
                <c:pt idx="2141">
                  <c:v>10:12</c:v>
                </c:pt>
                <c:pt idx="2142">
                  <c:v>10:12</c:v>
                </c:pt>
                <c:pt idx="2143">
                  <c:v>10:12</c:v>
                </c:pt>
                <c:pt idx="2144">
                  <c:v>10:12</c:v>
                </c:pt>
                <c:pt idx="2145">
                  <c:v>10:12</c:v>
                </c:pt>
                <c:pt idx="2146">
                  <c:v>10:12</c:v>
                </c:pt>
                <c:pt idx="2147">
                  <c:v>10:12</c:v>
                </c:pt>
                <c:pt idx="2148">
                  <c:v>10:12</c:v>
                </c:pt>
                <c:pt idx="2149">
                  <c:v>10:12</c:v>
                </c:pt>
                <c:pt idx="2150">
                  <c:v>10:12</c:v>
                </c:pt>
                <c:pt idx="2151">
                  <c:v>10:12</c:v>
                </c:pt>
                <c:pt idx="2152">
                  <c:v>10:12</c:v>
                </c:pt>
                <c:pt idx="2153">
                  <c:v>10:12</c:v>
                </c:pt>
                <c:pt idx="2154">
                  <c:v>10:12</c:v>
                </c:pt>
                <c:pt idx="2155">
                  <c:v>10:12</c:v>
                </c:pt>
                <c:pt idx="2156">
                  <c:v>10:12</c:v>
                </c:pt>
                <c:pt idx="2157">
                  <c:v>10:12</c:v>
                </c:pt>
                <c:pt idx="2158">
                  <c:v>10:12</c:v>
                </c:pt>
                <c:pt idx="2159">
                  <c:v>10:12</c:v>
                </c:pt>
                <c:pt idx="2160">
                  <c:v>10:13</c:v>
                </c:pt>
                <c:pt idx="2161">
                  <c:v>10:13</c:v>
                </c:pt>
                <c:pt idx="2162">
                  <c:v>10:13</c:v>
                </c:pt>
                <c:pt idx="2163">
                  <c:v>10:13</c:v>
                </c:pt>
                <c:pt idx="2164">
                  <c:v>10:13</c:v>
                </c:pt>
                <c:pt idx="2165">
                  <c:v>10:13</c:v>
                </c:pt>
                <c:pt idx="2166">
                  <c:v>10:13</c:v>
                </c:pt>
                <c:pt idx="2167">
                  <c:v>10:13</c:v>
                </c:pt>
                <c:pt idx="2168">
                  <c:v>10:13</c:v>
                </c:pt>
                <c:pt idx="2169">
                  <c:v>10:13</c:v>
                </c:pt>
                <c:pt idx="2170">
                  <c:v>10:13</c:v>
                </c:pt>
                <c:pt idx="2171">
                  <c:v>10:13</c:v>
                </c:pt>
                <c:pt idx="2172">
                  <c:v>10:13</c:v>
                </c:pt>
                <c:pt idx="2173">
                  <c:v>10:13</c:v>
                </c:pt>
                <c:pt idx="2174">
                  <c:v>10:13</c:v>
                </c:pt>
                <c:pt idx="2175">
                  <c:v>10:13</c:v>
                </c:pt>
                <c:pt idx="2176">
                  <c:v>10:13</c:v>
                </c:pt>
                <c:pt idx="2177">
                  <c:v>10:13</c:v>
                </c:pt>
                <c:pt idx="2178">
                  <c:v>10:13</c:v>
                </c:pt>
                <c:pt idx="2179">
                  <c:v>10:13</c:v>
                </c:pt>
                <c:pt idx="2180">
                  <c:v>10:13</c:v>
                </c:pt>
                <c:pt idx="2181">
                  <c:v>10:13</c:v>
                </c:pt>
                <c:pt idx="2182">
                  <c:v>10:13</c:v>
                </c:pt>
                <c:pt idx="2183">
                  <c:v>10:13</c:v>
                </c:pt>
                <c:pt idx="2184">
                  <c:v>10:13</c:v>
                </c:pt>
                <c:pt idx="2185">
                  <c:v>10:13</c:v>
                </c:pt>
                <c:pt idx="2186">
                  <c:v>10:13</c:v>
                </c:pt>
                <c:pt idx="2187">
                  <c:v>10:13</c:v>
                </c:pt>
                <c:pt idx="2188">
                  <c:v>10:13</c:v>
                </c:pt>
                <c:pt idx="2189">
                  <c:v>10:13</c:v>
                </c:pt>
                <c:pt idx="2190">
                  <c:v>10:14</c:v>
                </c:pt>
                <c:pt idx="2191">
                  <c:v>10:14</c:v>
                </c:pt>
                <c:pt idx="2192">
                  <c:v>10:14</c:v>
                </c:pt>
                <c:pt idx="2193">
                  <c:v>10:14</c:v>
                </c:pt>
                <c:pt idx="2194">
                  <c:v>10:14</c:v>
                </c:pt>
                <c:pt idx="2195">
                  <c:v>10:14</c:v>
                </c:pt>
                <c:pt idx="2196">
                  <c:v>10:14</c:v>
                </c:pt>
                <c:pt idx="2197">
                  <c:v>10:14</c:v>
                </c:pt>
                <c:pt idx="2198">
                  <c:v>10:14</c:v>
                </c:pt>
                <c:pt idx="2199">
                  <c:v>10:14</c:v>
                </c:pt>
                <c:pt idx="2200">
                  <c:v>10:14</c:v>
                </c:pt>
                <c:pt idx="2201">
                  <c:v>10:14</c:v>
                </c:pt>
                <c:pt idx="2202">
                  <c:v>10:14</c:v>
                </c:pt>
                <c:pt idx="2203">
                  <c:v>10:14</c:v>
                </c:pt>
                <c:pt idx="2204">
                  <c:v>10:14</c:v>
                </c:pt>
                <c:pt idx="2205">
                  <c:v>10:14</c:v>
                </c:pt>
                <c:pt idx="2206">
                  <c:v>10:14</c:v>
                </c:pt>
                <c:pt idx="2207">
                  <c:v>10:14</c:v>
                </c:pt>
                <c:pt idx="2208">
                  <c:v>10:14</c:v>
                </c:pt>
                <c:pt idx="2209">
                  <c:v>10:14</c:v>
                </c:pt>
                <c:pt idx="2210">
                  <c:v>10:14</c:v>
                </c:pt>
                <c:pt idx="2211">
                  <c:v>10:14</c:v>
                </c:pt>
                <c:pt idx="2212">
                  <c:v>10:14</c:v>
                </c:pt>
                <c:pt idx="2213">
                  <c:v>10:14</c:v>
                </c:pt>
                <c:pt idx="2214">
                  <c:v>10:14</c:v>
                </c:pt>
                <c:pt idx="2215">
                  <c:v>10:14</c:v>
                </c:pt>
                <c:pt idx="2216">
                  <c:v>10:14</c:v>
                </c:pt>
                <c:pt idx="2217">
                  <c:v>10:14</c:v>
                </c:pt>
                <c:pt idx="2218">
                  <c:v>10:14</c:v>
                </c:pt>
                <c:pt idx="2219">
                  <c:v>10:14</c:v>
                </c:pt>
                <c:pt idx="2220">
                  <c:v>10:15</c:v>
                </c:pt>
                <c:pt idx="2221">
                  <c:v>10:15</c:v>
                </c:pt>
                <c:pt idx="2222">
                  <c:v>10:15</c:v>
                </c:pt>
                <c:pt idx="2223">
                  <c:v>10:15</c:v>
                </c:pt>
                <c:pt idx="2224">
                  <c:v>10:15</c:v>
                </c:pt>
                <c:pt idx="2225">
                  <c:v>10:15</c:v>
                </c:pt>
                <c:pt idx="2226">
                  <c:v>10:15</c:v>
                </c:pt>
                <c:pt idx="2227">
                  <c:v>10:15</c:v>
                </c:pt>
                <c:pt idx="2228">
                  <c:v>10:15</c:v>
                </c:pt>
                <c:pt idx="2229">
                  <c:v>10:15</c:v>
                </c:pt>
                <c:pt idx="2230">
                  <c:v>10:15</c:v>
                </c:pt>
                <c:pt idx="2231">
                  <c:v>10:15</c:v>
                </c:pt>
                <c:pt idx="2232">
                  <c:v>10:15</c:v>
                </c:pt>
                <c:pt idx="2233">
                  <c:v>10:15</c:v>
                </c:pt>
                <c:pt idx="2234">
                  <c:v>10:15</c:v>
                </c:pt>
                <c:pt idx="2235">
                  <c:v>10:15</c:v>
                </c:pt>
                <c:pt idx="2236">
                  <c:v>10:15</c:v>
                </c:pt>
                <c:pt idx="2237">
                  <c:v>10:15</c:v>
                </c:pt>
                <c:pt idx="2238">
                  <c:v>10:15</c:v>
                </c:pt>
                <c:pt idx="2239">
                  <c:v>10:15</c:v>
                </c:pt>
                <c:pt idx="2240">
                  <c:v>10:15</c:v>
                </c:pt>
                <c:pt idx="2241">
                  <c:v>10:15</c:v>
                </c:pt>
                <c:pt idx="2242">
                  <c:v>10:15</c:v>
                </c:pt>
                <c:pt idx="2243">
                  <c:v>10:15</c:v>
                </c:pt>
                <c:pt idx="2244">
                  <c:v>10:15</c:v>
                </c:pt>
                <c:pt idx="2245">
                  <c:v>10:15</c:v>
                </c:pt>
                <c:pt idx="2246">
                  <c:v>10:15</c:v>
                </c:pt>
                <c:pt idx="2247">
                  <c:v>10:15</c:v>
                </c:pt>
                <c:pt idx="2248">
                  <c:v>10:15</c:v>
                </c:pt>
                <c:pt idx="2249">
                  <c:v>10:15</c:v>
                </c:pt>
                <c:pt idx="2250">
                  <c:v>10:16</c:v>
                </c:pt>
                <c:pt idx="2251">
                  <c:v>10:16</c:v>
                </c:pt>
                <c:pt idx="2252">
                  <c:v>10:16</c:v>
                </c:pt>
                <c:pt idx="2253">
                  <c:v>10:16</c:v>
                </c:pt>
                <c:pt idx="2254">
                  <c:v>10:16</c:v>
                </c:pt>
                <c:pt idx="2255">
                  <c:v>10:16</c:v>
                </c:pt>
                <c:pt idx="2256">
                  <c:v>10:16</c:v>
                </c:pt>
                <c:pt idx="2257">
                  <c:v>10:16</c:v>
                </c:pt>
                <c:pt idx="2258">
                  <c:v>10:16</c:v>
                </c:pt>
                <c:pt idx="2259">
                  <c:v>10:16</c:v>
                </c:pt>
                <c:pt idx="2260">
                  <c:v>10:16</c:v>
                </c:pt>
                <c:pt idx="2261">
                  <c:v>10:16</c:v>
                </c:pt>
                <c:pt idx="2262">
                  <c:v>10:16</c:v>
                </c:pt>
                <c:pt idx="2263">
                  <c:v>10:16</c:v>
                </c:pt>
                <c:pt idx="2264">
                  <c:v>10:16</c:v>
                </c:pt>
                <c:pt idx="2265">
                  <c:v>10:16</c:v>
                </c:pt>
                <c:pt idx="2266">
                  <c:v>10:16</c:v>
                </c:pt>
                <c:pt idx="2267">
                  <c:v>10:16</c:v>
                </c:pt>
                <c:pt idx="2268">
                  <c:v>10:16</c:v>
                </c:pt>
                <c:pt idx="2269">
                  <c:v>10:16</c:v>
                </c:pt>
                <c:pt idx="2270">
                  <c:v>10:16</c:v>
                </c:pt>
                <c:pt idx="2271">
                  <c:v>10:16</c:v>
                </c:pt>
                <c:pt idx="2272">
                  <c:v>10:16</c:v>
                </c:pt>
                <c:pt idx="2273">
                  <c:v>10:16</c:v>
                </c:pt>
                <c:pt idx="2274">
                  <c:v>10:16</c:v>
                </c:pt>
                <c:pt idx="2275">
                  <c:v>10:16</c:v>
                </c:pt>
                <c:pt idx="2276">
                  <c:v>10:16</c:v>
                </c:pt>
                <c:pt idx="2277">
                  <c:v>10:16</c:v>
                </c:pt>
                <c:pt idx="2278">
                  <c:v>10:16</c:v>
                </c:pt>
                <c:pt idx="2279">
                  <c:v>10:16</c:v>
                </c:pt>
                <c:pt idx="2280">
                  <c:v>10:17</c:v>
                </c:pt>
                <c:pt idx="2281">
                  <c:v>10:17</c:v>
                </c:pt>
                <c:pt idx="2282">
                  <c:v>10:17</c:v>
                </c:pt>
                <c:pt idx="2283">
                  <c:v>10:17</c:v>
                </c:pt>
                <c:pt idx="2284">
                  <c:v>10:17</c:v>
                </c:pt>
                <c:pt idx="2285">
                  <c:v>10:17</c:v>
                </c:pt>
                <c:pt idx="2286">
                  <c:v>10:17</c:v>
                </c:pt>
                <c:pt idx="2287">
                  <c:v>10:17</c:v>
                </c:pt>
                <c:pt idx="2288">
                  <c:v>10:17</c:v>
                </c:pt>
                <c:pt idx="2289">
                  <c:v>10:17</c:v>
                </c:pt>
                <c:pt idx="2290">
                  <c:v>10:17</c:v>
                </c:pt>
                <c:pt idx="2291">
                  <c:v>10:17</c:v>
                </c:pt>
                <c:pt idx="2292">
                  <c:v>10:17</c:v>
                </c:pt>
                <c:pt idx="2293">
                  <c:v>10:17</c:v>
                </c:pt>
                <c:pt idx="2294">
                  <c:v>10:17</c:v>
                </c:pt>
                <c:pt idx="2295">
                  <c:v>10:17</c:v>
                </c:pt>
                <c:pt idx="2296">
                  <c:v>10:17</c:v>
                </c:pt>
                <c:pt idx="2297">
                  <c:v>10:17</c:v>
                </c:pt>
                <c:pt idx="2298">
                  <c:v>10:17</c:v>
                </c:pt>
                <c:pt idx="2299">
                  <c:v>10:17</c:v>
                </c:pt>
                <c:pt idx="2300">
                  <c:v>10:17</c:v>
                </c:pt>
                <c:pt idx="2301">
                  <c:v>10:17</c:v>
                </c:pt>
                <c:pt idx="2302">
                  <c:v>10:17</c:v>
                </c:pt>
                <c:pt idx="2303">
                  <c:v>10:17</c:v>
                </c:pt>
                <c:pt idx="2304">
                  <c:v>10:17</c:v>
                </c:pt>
                <c:pt idx="2305">
                  <c:v>10:17</c:v>
                </c:pt>
                <c:pt idx="2306">
                  <c:v>10:17</c:v>
                </c:pt>
                <c:pt idx="2307">
                  <c:v>10:17</c:v>
                </c:pt>
                <c:pt idx="2308">
                  <c:v>10:17</c:v>
                </c:pt>
                <c:pt idx="2309">
                  <c:v>10:17</c:v>
                </c:pt>
                <c:pt idx="2310">
                  <c:v>10:18</c:v>
                </c:pt>
                <c:pt idx="2311">
                  <c:v>10:18</c:v>
                </c:pt>
                <c:pt idx="2312">
                  <c:v>10:18</c:v>
                </c:pt>
                <c:pt idx="2313">
                  <c:v>10:18</c:v>
                </c:pt>
                <c:pt idx="2314">
                  <c:v>10:18</c:v>
                </c:pt>
                <c:pt idx="2315">
                  <c:v>10:18</c:v>
                </c:pt>
                <c:pt idx="2316">
                  <c:v>10:18</c:v>
                </c:pt>
                <c:pt idx="2317">
                  <c:v>10:18</c:v>
                </c:pt>
                <c:pt idx="2318">
                  <c:v>10:18</c:v>
                </c:pt>
                <c:pt idx="2319">
                  <c:v>10:18</c:v>
                </c:pt>
                <c:pt idx="2320">
                  <c:v>10:18</c:v>
                </c:pt>
                <c:pt idx="2321">
                  <c:v>10:18</c:v>
                </c:pt>
                <c:pt idx="2322">
                  <c:v>10:18</c:v>
                </c:pt>
                <c:pt idx="2323">
                  <c:v>10:18</c:v>
                </c:pt>
                <c:pt idx="2324">
                  <c:v>10:18</c:v>
                </c:pt>
                <c:pt idx="2325">
                  <c:v>10:18</c:v>
                </c:pt>
                <c:pt idx="2326">
                  <c:v>10:18</c:v>
                </c:pt>
                <c:pt idx="2327">
                  <c:v>10:18</c:v>
                </c:pt>
                <c:pt idx="2328">
                  <c:v>10:18</c:v>
                </c:pt>
                <c:pt idx="2329">
                  <c:v>10:18</c:v>
                </c:pt>
                <c:pt idx="2330">
                  <c:v>10:18</c:v>
                </c:pt>
                <c:pt idx="2331">
                  <c:v>10:18</c:v>
                </c:pt>
                <c:pt idx="2332">
                  <c:v>10:18</c:v>
                </c:pt>
                <c:pt idx="2333">
                  <c:v>10:18</c:v>
                </c:pt>
                <c:pt idx="2334">
                  <c:v>10:18</c:v>
                </c:pt>
                <c:pt idx="2335">
                  <c:v>10:18</c:v>
                </c:pt>
                <c:pt idx="2336">
                  <c:v>10:18</c:v>
                </c:pt>
                <c:pt idx="2337">
                  <c:v>10:18</c:v>
                </c:pt>
                <c:pt idx="2338">
                  <c:v>10:18</c:v>
                </c:pt>
                <c:pt idx="2339">
                  <c:v>10:18</c:v>
                </c:pt>
                <c:pt idx="2340">
                  <c:v>10:19</c:v>
                </c:pt>
                <c:pt idx="2341">
                  <c:v>10:19</c:v>
                </c:pt>
                <c:pt idx="2342">
                  <c:v>10:19</c:v>
                </c:pt>
                <c:pt idx="2343">
                  <c:v>10:19</c:v>
                </c:pt>
                <c:pt idx="2344">
                  <c:v>10:19</c:v>
                </c:pt>
                <c:pt idx="2345">
                  <c:v>10:19</c:v>
                </c:pt>
                <c:pt idx="2346">
                  <c:v>10:19</c:v>
                </c:pt>
                <c:pt idx="2347">
                  <c:v>10:19</c:v>
                </c:pt>
                <c:pt idx="2348">
                  <c:v>10:19</c:v>
                </c:pt>
                <c:pt idx="2349">
                  <c:v>10:19</c:v>
                </c:pt>
                <c:pt idx="2350">
                  <c:v>10:19</c:v>
                </c:pt>
                <c:pt idx="2351">
                  <c:v>10:19</c:v>
                </c:pt>
                <c:pt idx="2352">
                  <c:v>10:19</c:v>
                </c:pt>
                <c:pt idx="2353">
                  <c:v>10:19</c:v>
                </c:pt>
                <c:pt idx="2354">
                  <c:v>10:19</c:v>
                </c:pt>
                <c:pt idx="2355">
                  <c:v>10:19</c:v>
                </c:pt>
                <c:pt idx="2356">
                  <c:v>10:19</c:v>
                </c:pt>
                <c:pt idx="2357">
                  <c:v>10:19</c:v>
                </c:pt>
                <c:pt idx="2358">
                  <c:v>10:19</c:v>
                </c:pt>
                <c:pt idx="2359">
                  <c:v>10:19</c:v>
                </c:pt>
                <c:pt idx="2360">
                  <c:v>10:19</c:v>
                </c:pt>
                <c:pt idx="2361">
                  <c:v>10:19</c:v>
                </c:pt>
                <c:pt idx="2362">
                  <c:v>10:19</c:v>
                </c:pt>
                <c:pt idx="2363">
                  <c:v>10:19</c:v>
                </c:pt>
                <c:pt idx="2364">
                  <c:v>10:19</c:v>
                </c:pt>
                <c:pt idx="2365">
                  <c:v>10:19</c:v>
                </c:pt>
                <c:pt idx="2366">
                  <c:v>10:19</c:v>
                </c:pt>
                <c:pt idx="2367">
                  <c:v>10:19</c:v>
                </c:pt>
                <c:pt idx="2368">
                  <c:v>10:19</c:v>
                </c:pt>
                <c:pt idx="2369">
                  <c:v>10:19</c:v>
                </c:pt>
                <c:pt idx="2370">
                  <c:v>10:20</c:v>
                </c:pt>
                <c:pt idx="2371">
                  <c:v>10:20</c:v>
                </c:pt>
                <c:pt idx="2372">
                  <c:v>10:20</c:v>
                </c:pt>
                <c:pt idx="2373">
                  <c:v>10:20</c:v>
                </c:pt>
                <c:pt idx="2374">
                  <c:v>10:20</c:v>
                </c:pt>
                <c:pt idx="2375">
                  <c:v>10:20</c:v>
                </c:pt>
                <c:pt idx="2376">
                  <c:v>10:20</c:v>
                </c:pt>
                <c:pt idx="2377">
                  <c:v>10:20</c:v>
                </c:pt>
                <c:pt idx="2378">
                  <c:v>10:20</c:v>
                </c:pt>
                <c:pt idx="2379">
                  <c:v>10:20</c:v>
                </c:pt>
                <c:pt idx="2380">
                  <c:v>10:20</c:v>
                </c:pt>
                <c:pt idx="2381">
                  <c:v>10:20</c:v>
                </c:pt>
                <c:pt idx="2382">
                  <c:v>10:20</c:v>
                </c:pt>
                <c:pt idx="2383">
                  <c:v>10:20</c:v>
                </c:pt>
                <c:pt idx="2384">
                  <c:v>10:20</c:v>
                </c:pt>
                <c:pt idx="2385">
                  <c:v>10:20</c:v>
                </c:pt>
                <c:pt idx="2386">
                  <c:v>10:20</c:v>
                </c:pt>
                <c:pt idx="2387">
                  <c:v>10:20</c:v>
                </c:pt>
                <c:pt idx="2388">
                  <c:v>10:20</c:v>
                </c:pt>
                <c:pt idx="2389">
                  <c:v>10:20</c:v>
                </c:pt>
                <c:pt idx="2390">
                  <c:v>10:20</c:v>
                </c:pt>
                <c:pt idx="2391">
                  <c:v>10:20</c:v>
                </c:pt>
                <c:pt idx="2392">
                  <c:v>10:20</c:v>
                </c:pt>
                <c:pt idx="2393">
                  <c:v>10:20</c:v>
                </c:pt>
                <c:pt idx="2394">
                  <c:v>10:20</c:v>
                </c:pt>
                <c:pt idx="2395">
                  <c:v>10:20</c:v>
                </c:pt>
                <c:pt idx="2396">
                  <c:v>10:20</c:v>
                </c:pt>
                <c:pt idx="2397">
                  <c:v>10:20</c:v>
                </c:pt>
                <c:pt idx="2398">
                  <c:v>10:20</c:v>
                </c:pt>
                <c:pt idx="2399">
                  <c:v>10:20</c:v>
                </c:pt>
                <c:pt idx="2400">
                  <c:v>10:21</c:v>
                </c:pt>
                <c:pt idx="2401">
                  <c:v>10:21</c:v>
                </c:pt>
                <c:pt idx="2402">
                  <c:v>10:21</c:v>
                </c:pt>
                <c:pt idx="2403">
                  <c:v>10:21</c:v>
                </c:pt>
                <c:pt idx="2404">
                  <c:v>10:21</c:v>
                </c:pt>
                <c:pt idx="2405">
                  <c:v>10:21</c:v>
                </c:pt>
                <c:pt idx="2406">
                  <c:v>10:21</c:v>
                </c:pt>
                <c:pt idx="2407">
                  <c:v>10:21</c:v>
                </c:pt>
                <c:pt idx="2408">
                  <c:v>10:21</c:v>
                </c:pt>
                <c:pt idx="2409">
                  <c:v>10:21</c:v>
                </c:pt>
                <c:pt idx="2410">
                  <c:v>10:21</c:v>
                </c:pt>
                <c:pt idx="2411">
                  <c:v>10:21</c:v>
                </c:pt>
                <c:pt idx="2412">
                  <c:v>10:21</c:v>
                </c:pt>
                <c:pt idx="2413">
                  <c:v>10:21</c:v>
                </c:pt>
                <c:pt idx="2414">
                  <c:v>10:21</c:v>
                </c:pt>
                <c:pt idx="2415">
                  <c:v>10:21</c:v>
                </c:pt>
                <c:pt idx="2416">
                  <c:v>10:21</c:v>
                </c:pt>
                <c:pt idx="2417">
                  <c:v>10:21</c:v>
                </c:pt>
                <c:pt idx="2418">
                  <c:v>10:21</c:v>
                </c:pt>
                <c:pt idx="2419">
                  <c:v>10:21</c:v>
                </c:pt>
                <c:pt idx="2420">
                  <c:v>10:21</c:v>
                </c:pt>
                <c:pt idx="2421">
                  <c:v>10:21</c:v>
                </c:pt>
                <c:pt idx="2422">
                  <c:v>10:21</c:v>
                </c:pt>
                <c:pt idx="2423">
                  <c:v>10:21</c:v>
                </c:pt>
                <c:pt idx="2424">
                  <c:v>10:21</c:v>
                </c:pt>
                <c:pt idx="2425">
                  <c:v>10:21</c:v>
                </c:pt>
                <c:pt idx="2426">
                  <c:v>10:21</c:v>
                </c:pt>
                <c:pt idx="2427">
                  <c:v>10:21</c:v>
                </c:pt>
                <c:pt idx="2428">
                  <c:v>10:21</c:v>
                </c:pt>
                <c:pt idx="2429">
                  <c:v>10:21</c:v>
                </c:pt>
                <c:pt idx="2430">
                  <c:v>10:22</c:v>
                </c:pt>
                <c:pt idx="2431">
                  <c:v>10:22</c:v>
                </c:pt>
                <c:pt idx="2432">
                  <c:v>10:22</c:v>
                </c:pt>
                <c:pt idx="2433">
                  <c:v>10:22</c:v>
                </c:pt>
                <c:pt idx="2434">
                  <c:v>10:22</c:v>
                </c:pt>
                <c:pt idx="2435">
                  <c:v>10:22</c:v>
                </c:pt>
                <c:pt idx="2436">
                  <c:v>10:22</c:v>
                </c:pt>
                <c:pt idx="2437">
                  <c:v>10:22</c:v>
                </c:pt>
                <c:pt idx="2438">
                  <c:v>10:22</c:v>
                </c:pt>
                <c:pt idx="2439">
                  <c:v>10:22</c:v>
                </c:pt>
                <c:pt idx="2440">
                  <c:v>10:22</c:v>
                </c:pt>
                <c:pt idx="2441">
                  <c:v>10:22</c:v>
                </c:pt>
                <c:pt idx="2442">
                  <c:v>10:22</c:v>
                </c:pt>
                <c:pt idx="2443">
                  <c:v>10:22</c:v>
                </c:pt>
                <c:pt idx="2444">
                  <c:v>10:22</c:v>
                </c:pt>
                <c:pt idx="2445">
                  <c:v>10:22</c:v>
                </c:pt>
                <c:pt idx="2446">
                  <c:v>10:22</c:v>
                </c:pt>
                <c:pt idx="2447">
                  <c:v>10:22</c:v>
                </c:pt>
                <c:pt idx="2448">
                  <c:v>10:22</c:v>
                </c:pt>
                <c:pt idx="2449">
                  <c:v>10:22</c:v>
                </c:pt>
                <c:pt idx="2450">
                  <c:v>10:22</c:v>
                </c:pt>
                <c:pt idx="2451">
                  <c:v>10:22</c:v>
                </c:pt>
                <c:pt idx="2452">
                  <c:v>10:22</c:v>
                </c:pt>
                <c:pt idx="2453">
                  <c:v>10:22</c:v>
                </c:pt>
                <c:pt idx="2454">
                  <c:v>10:22</c:v>
                </c:pt>
                <c:pt idx="2455">
                  <c:v>10:22</c:v>
                </c:pt>
                <c:pt idx="2456">
                  <c:v>10:22</c:v>
                </c:pt>
                <c:pt idx="2457">
                  <c:v>10:22</c:v>
                </c:pt>
                <c:pt idx="2458">
                  <c:v>10:22</c:v>
                </c:pt>
                <c:pt idx="2459">
                  <c:v>10:22</c:v>
                </c:pt>
                <c:pt idx="2460">
                  <c:v>10:23</c:v>
                </c:pt>
                <c:pt idx="2461">
                  <c:v>10:23</c:v>
                </c:pt>
                <c:pt idx="2462">
                  <c:v>10:23</c:v>
                </c:pt>
                <c:pt idx="2463">
                  <c:v>10:23</c:v>
                </c:pt>
                <c:pt idx="2464">
                  <c:v>10:23</c:v>
                </c:pt>
                <c:pt idx="2465">
                  <c:v>10:23</c:v>
                </c:pt>
                <c:pt idx="2466">
                  <c:v>10:23</c:v>
                </c:pt>
                <c:pt idx="2467">
                  <c:v>10:23</c:v>
                </c:pt>
                <c:pt idx="2468">
                  <c:v>10:23</c:v>
                </c:pt>
                <c:pt idx="2469">
                  <c:v>10:23</c:v>
                </c:pt>
                <c:pt idx="2470">
                  <c:v>10:23</c:v>
                </c:pt>
                <c:pt idx="2471">
                  <c:v>10:23</c:v>
                </c:pt>
                <c:pt idx="2472">
                  <c:v>10:23</c:v>
                </c:pt>
                <c:pt idx="2473">
                  <c:v>10:23</c:v>
                </c:pt>
                <c:pt idx="2474">
                  <c:v>10:23</c:v>
                </c:pt>
                <c:pt idx="2475">
                  <c:v>10:23</c:v>
                </c:pt>
                <c:pt idx="2476">
                  <c:v>10:23</c:v>
                </c:pt>
                <c:pt idx="2477">
                  <c:v>10:23</c:v>
                </c:pt>
                <c:pt idx="2478">
                  <c:v>10:23</c:v>
                </c:pt>
                <c:pt idx="2479">
                  <c:v>10:23</c:v>
                </c:pt>
                <c:pt idx="2480">
                  <c:v>10:23</c:v>
                </c:pt>
                <c:pt idx="2481">
                  <c:v>10:23</c:v>
                </c:pt>
                <c:pt idx="2482">
                  <c:v>10:23</c:v>
                </c:pt>
                <c:pt idx="2483">
                  <c:v>10:23</c:v>
                </c:pt>
                <c:pt idx="2484">
                  <c:v>10:23</c:v>
                </c:pt>
                <c:pt idx="2485">
                  <c:v>10:23</c:v>
                </c:pt>
                <c:pt idx="2486">
                  <c:v>10:23</c:v>
                </c:pt>
                <c:pt idx="2487">
                  <c:v>10:23</c:v>
                </c:pt>
                <c:pt idx="2488">
                  <c:v>10:23</c:v>
                </c:pt>
                <c:pt idx="2489">
                  <c:v>10:23</c:v>
                </c:pt>
                <c:pt idx="2490">
                  <c:v>10:24</c:v>
                </c:pt>
                <c:pt idx="2491">
                  <c:v>10:24</c:v>
                </c:pt>
                <c:pt idx="2492">
                  <c:v>10:24</c:v>
                </c:pt>
                <c:pt idx="2493">
                  <c:v>10:24</c:v>
                </c:pt>
                <c:pt idx="2494">
                  <c:v>10:24</c:v>
                </c:pt>
                <c:pt idx="2495">
                  <c:v>10:24</c:v>
                </c:pt>
                <c:pt idx="2496">
                  <c:v>10:24</c:v>
                </c:pt>
                <c:pt idx="2497">
                  <c:v>10:24</c:v>
                </c:pt>
                <c:pt idx="2498">
                  <c:v>10:24</c:v>
                </c:pt>
                <c:pt idx="2499">
                  <c:v>10:24</c:v>
                </c:pt>
                <c:pt idx="2500">
                  <c:v>10:24</c:v>
                </c:pt>
                <c:pt idx="2501">
                  <c:v>10:24</c:v>
                </c:pt>
                <c:pt idx="2502">
                  <c:v>10:24</c:v>
                </c:pt>
                <c:pt idx="2503">
                  <c:v>10:24</c:v>
                </c:pt>
                <c:pt idx="2504">
                  <c:v>10:24</c:v>
                </c:pt>
                <c:pt idx="2505">
                  <c:v>10:24</c:v>
                </c:pt>
                <c:pt idx="2506">
                  <c:v>10:24</c:v>
                </c:pt>
                <c:pt idx="2507">
                  <c:v>10:24</c:v>
                </c:pt>
                <c:pt idx="2508">
                  <c:v>10:24</c:v>
                </c:pt>
                <c:pt idx="2509">
                  <c:v>10:24</c:v>
                </c:pt>
                <c:pt idx="2510">
                  <c:v>10:24</c:v>
                </c:pt>
                <c:pt idx="2511">
                  <c:v>10:24</c:v>
                </c:pt>
                <c:pt idx="2512">
                  <c:v>10:24</c:v>
                </c:pt>
                <c:pt idx="2513">
                  <c:v>10:24</c:v>
                </c:pt>
                <c:pt idx="2514">
                  <c:v>10:24</c:v>
                </c:pt>
                <c:pt idx="2515">
                  <c:v>10:24</c:v>
                </c:pt>
                <c:pt idx="2516">
                  <c:v>10:24</c:v>
                </c:pt>
                <c:pt idx="2517">
                  <c:v>10:24</c:v>
                </c:pt>
                <c:pt idx="2518">
                  <c:v>10:24</c:v>
                </c:pt>
                <c:pt idx="2519">
                  <c:v>10:24</c:v>
                </c:pt>
                <c:pt idx="2520">
                  <c:v>10:25</c:v>
                </c:pt>
                <c:pt idx="2521">
                  <c:v>10:25</c:v>
                </c:pt>
                <c:pt idx="2522">
                  <c:v>10:25</c:v>
                </c:pt>
                <c:pt idx="2523">
                  <c:v>10:25</c:v>
                </c:pt>
                <c:pt idx="2524">
                  <c:v>10:25</c:v>
                </c:pt>
                <c:pt idx="2525">
                  <c:v>10:25</c:v>
                </c:pt>
                <c:pt idx="2526">
                  <c:v>10:25</c:v>
                </c:pt>
                <c:pt idx="2527">
                  <c:v>10:25</c:v>
                </c:pt>
                <c:pt idx="2528">
                  <c:v>10:25</c:v>
                </c:pt>
                <c:pt idx="2529">
                  <c:v>10:25</c:v>
                </c:pt>
                <c:pt idx="2530">
                  <c:v>10:25</c:v>
                </c:pt>
                <c:pt idx="2531">
                  <c:v>10:25</c:v>
                </c:pt>
                <c:pt idx="2532">
                  <c:v>10:25</c:v>
                </c:pt>
                <c:pt idx="2533">
                  <c:v>10:25</c:v>
                </c:pt>
                <c:pt idx="2534">
                  <c:v>10:25</c:v>
                </c:pt>
                <c:pt idx="2535">
                  <c:v>10:25</c:v>
                </c:pt>
                <c:pt idx="2536">
                  <c:v>10:25</c:v>
                </c:pt>
                <c:pt idx="2537">
                  <c:v>10:25</c:v>
                </c:pt>
                <c:pt idx="2538">
                  <c:v>10:25</c:v>
                </c:pt>
                <c:pt idx="2539">
                  <c:v>10:25</c:v>
                </c:pt>
                <c:pt idx="2540">
                  <c:v>10:25</c:v>
                </c:pt>
                <c:pt idx="2541">
                  <c:v>10:25</c:v>
                </c:pt>
                <c:pt idx="2542">
                  <c:v>10:25</c:v>
                </c:pt>
                <c:pt idx="2543">
                  <c:v>10:25</c:v>
                </c:pt>
                <c:pt idx="2544">
                  <c:v>10:25</c:v>
                </c:pt>
                <c:pt idx="2545">
                  <c:v>10:25</c:v>
                </c:pt>
                <c:pt idx="2546">
                  <c:v>10:25</c:v>
                </c:pt>
                <c:pt idx="2547">
                  <c:v>10:25</c:v>
                </c:pt>
                <c:pt idx="2548">
                  <c:v>10:25</c:v>
                </c:pt>
                <c:pt idx="2549">
                  <c:v>10:25</c:v>
                </c:pt>
                <c:pt idx="2550">
                  <c:v>10:26</c:v>
                </c:pt>
                <c:pt idx="2551">
                  <c:v>10:26</c:v>
                </c:pt>
                <c:pt idx="2552">
                  <c:v>10:26</c:v>
                </c:pt>
                <c:pt idx="2553">
                  <c:v>10:26</c:v>
                </c:pt>
                <c:pt idx="2554">
                  <c:v>10:26</c:v>
                </c:pt>
                <c:pt idx="2555">
                  <c:v>10:26</c:v>
                </c:pt>
                <c:pt idx="2556">
                  <c:v>10:26</c:v>
                </c:pt>
                <c:pt idx="2557">
                  <c:v>10:26</c:v>
                </c:pt>
                <c:pt idx="2558">
                  <c:v>10:26</c:v>
                </c:pt>
                <c:pt idx="2559">
                  <c:v>10:26</c:v>
                </c:pt>
                <c:pt idx="2560">
                  <c:v>10:26</c:v>
                </c:pt>
                <c:pt idx="2561">
                  <c:v>10:26</c:v>
                </c:pt>
                <c:pt idx="2562">
                  <c:v>10:26</c:v>
                </c:pt>
                <c:pt idx="2563">
                  <c:v>10:26</c:v>
                </c:pt>
                <c:pt idx="2564">
                  <c:v>10:26</c:v>
                </c:pt>
                <c:pt idx="2565">
                  <c:v>10:26</c:v>
                </c:pt>
                <c:pt idx="2566">
                  <c:v>10:26</c:v>
                </c:pt>
                <c:pt idx="2567">
                  <c:v>10:26</c:v>
                </c:pt>
                <c:pt idx="2568">
                  <c:v>10:26</c:v>
                </c:pt>
                <c:pt idx="2569">
                  <c:v>10:26</c:v>
                </c:pt>
                <c:pt idx="2570">
                  <c:v>10:26</c:v>
                </c:pt>
                <c:pt idx="2571">
                  <c:v>10:26</c:v>
                </c:pt>
                <c:pt idx="2572">
                  <c:v>10:26</c:v>
                </c:pt>
                <c:pt idx="2573">
                  <c:v>10:26</c:v>
                </c:pt>
                <c:pt idx="2574">
                  <c:v>10:26</c:v>
                </c:pt>
                <c:pt idx="2575">
                  <c:v>10:26</c:v>
                </c:pt>
                <c:pt idx="2576">
                  <c:v>10:26</c:v>
                </c:pt>
                <c:pt idx="2577">
                  <c:v>10:26</c:v>
                </c:pt>
                <c:pt idx="2578">
                  <c:v>10:26</c:v>
                </c:pt>
                <c:pt idx="2579">
                  <c:v>10:26</c:v>
                </c:pt>
                <c:pt idx="2580">
                  <c:v>10:27</c:v>
                </c:pt>
                <c:pt idx="2581">
                  <c:v>10:27</c:v>
                </c:pt>
                <c:pt idx="2582">
                  <c:v>10:27</c:v>
                </c:pt>
                <c:pt idx="2583">
                  <c:v>10:27</c:v>
                </c:pt>
                <c:pt idx="2584">
                  <c:v>10:27</c:v>
                </c:pt>
                <c:pt idx="2585">
                  <c:v>10:27</c:v>
                </c:pt>
                <c:pt idx="2586">
                  <c:v>10:27</c:v>
                </c:pt>
                <c:pt idx="2587">
                  <c:v>10:27</c:v>
                </c:pt>
                <c:pt idx="2588">
                  <c:v>10:27</c:v>
                </c:pt>
                <c:pt idx="2589">
                  <c:v>10:27</c:v>
                </c:pt>
                <c:pt idx="2590">
                  <c:v>10:27</c:v>
                </c:pt>
                <c:pt idx="2591">
                  <c:v>10:27</c:v>
                </c:pt>
                <c:pt idx="2592">
                  <c:v>10:27</c:v>
                </c:pt>
                <c:pt idx="2593">
                  <c:v>10:27</c:v>
                </c:pt>
                <c:pt idx="2594">
                  <c:v>10:27</c:v>
                </c:pt>
                <c:pt idx="2595">
                  <c:v>10:27</c:v>
                </c:pt>
                <c:pt idx="2596">
                  <c:v>10:27</c:v>
                </c:pt>
                <c:pt idx="2597">
                  <c:v>10:27</c:v>
                </c:pt>
                <c:pt idx="2598">
                  <c:v>10:27</c:v>
                </c:pt>
                <c:pt idx="2599">
                  <c:v>10:27</c:v>
                </c:pt>
                <c:pt idx="2600">
                  <c:v>10:27</c:v>
                </c:pt>
                <c:pt idx="2601">
                  <c:v>10:27</c:v>
                </c:pt>
                <c:pt idx="2602">
                  <c:v>10:27</c:v>
                </c:pt>
                <c:pt idx="2603">
                  <c:v>10:27</c:v>
                </c:pt>
                <c:pt idx="2604">
                  <c:v>10:27</c:v>
                </c:pt>
                <c:pt idx="2605">
                  <c:v>10:27</c:v>
                </c:pt>
                <c:pt idx="2606">
                  <c:v>10:27</c:v>
                </c:pt>
                <c:pt idx="2607">
                  <c:v>10:27</c:v>
                </c:pt>
                <c:pt idx="2608">
                  <c:v>10:27</c:v>
                </c:pt>
                <c:pt idx="2609">
                  <c:v>10:27</c:v>
                </c:pt>
                <c:pt idx="2610">
                  <c:v>10:28</c:v>
                </c:pt>
                <c:pt idx="2611">
                  <c:v>10:28</c:v>
                </c:pt>
                <c:pt idx="2612">
                  <c:v>10:28</c:v>
                </c:pt>
                <c:pt idx="2613">
                  <c:v>10:28</c:v>
                </c:pt>
                <c:pt idx="2614">
                  <c:v>10:28</c:v>
                </c:pt>
                <c:pt idx="2615">
                  <c:v>10:28</c:v>
                </c:pt>
                <c:pt idx="2616">
                  <c:v>10:28</c:v>
                </c:pt>
                <c:pt idx="2617">
                  <c:v>10:28</c:v>
                </c:pt>
                <c:pt idx="2618">
                  <c:v>10:28</c:v>
                </c:pt>
                <c:pt idx="2619">
                  <c:v>10:28</c:v>
                </c:pt>
                <c:pt idx="2620">
                  <c:v>10:28</c:v>
                </c:pt>
                <c:pt idx="2621">
                  <c:v>10:28</c:v>
                </c:pt>
                <c:pt idx="2622">
                  <c:v>10:28</c:v>
                </c:pt>
                <c:pt idx="2623">
                  <c:v>10:28</c:v>
                </c:pt>
                <c:pt idx="2624">
                  <c:v>10:28</c:v>
                </c:pt>
                <c:pt idx="2625">
                  <c:v>10:28</c:v>
                </c:pt>
                <c:pt idx="2626">
                  <c:v>10:28</c:v>
                </c:pt>
                <c:pt idx="2627">
                  <c:v>10:28</c:v>
                </c:pt>
                <c:pt idx="2628">
                  <c:v>10:28</c:v>
                </c:pt>
                <c:pt idx="2629">
                  <c:v>10:28</c:v>
                </c:pt>
                <c:pt idx="2630">
                  <c:v>10:28</c:v>
                </c:pt>
                <c:pt idx="2631">
                  <c:v>10:28</c:v>
                </c:pt>
                <c:pt idx="2632">
                  <c:v>10:28</c:v>
                </c:pt>
                <c:pt idx="2633">
                  <c:v>10:28</c:v>
                </c:pt>
                <c:pt idx="2634">
                  <c:v>10:28</c:v>
                </c:pt>
                <c:pt idx="2635">
                  <c:v>10:28</c:v>
                </c:pt>
                <c:pt idx="2636">
                  <c:v>10:28</c:v>
                </c:pt>
                <c:pt idx="2637">
                  <c:v>10:28</c:v>
                </c:pt>
                <c:pt idx="2638">
                  <c:v>10:28</c:v>
                </c:pt>
                <c:pt idx="2639">
                  <c:v>10:28</c:v>
                </c:pt>
                <c:pt idx="2640">
                  <c:v>10:29</c:v>
                </c:pt>
                <c:pt idx="2641">
                  <c:v>10:29</c:v>
                </c:pt>
                <c:pt idx="2642">
                  <c:v>10:29</c:v>
                </c:pt>
                <c:pt idx="2643">
                  <c:v>10:29</c:v>
                </c:pt>
                <c:pt idx="2644">
                  <c:v>10:29</c:v>
                </c:pt>
                <c:pt idx="2645">
                  <c:v>10:29</c:v>
                </c:pt>
                <c:pt idx="2646">
                  <c:v>10:29</c:v>
                </c:pt>
                <c:pt idx="2647">
                  <c:v>10:29</c:v>
                </c:pt>
                <c:pt idx="2648">
                  <c:v>10:29</c:v>
                </c:pt>
                <c:pt idx="2649">
                  <c:v>10:29</c:v>
                </c:pt>
                <c:pt idx="2650">
                  <c:v>10:29</c:v>
                </c:pt>
                <c:pt idx="2651">
                  <c:v>10:29</c:v>
                </c:pt>
                <c:pt idx="2652">
                  <c:v>10:29</c:v>
                </c:pt>
                <c:pt idx="2653">
                  <c:v>10:29</c:v>
                </c:pt>
                <c:pt idx="2654">
                  <c:v>10:29</c:v>
                </c:pt>
                <c:pt idx="2655">
                  <c:v>10:29</c:v>
                </c:pt>
                <c:pt idx="2656">
                  <c:v>10:29</c:v>
                </c:pt>
                <c:pt idx="2657">
                  <c:v>10:29</c:v>
                </c:pt>
                <c:pt idx="2658">
                  <c:v>10:29</c:v>
                </c:pt>
                <c:pt idx="2659">
                  <c:v>10:29</c:v>
                </c:pt>
                <c:pt idx="2660">
                  <c:v>10:29</c:v>
                </c:pt>
                <c:pt idx="2661">
                  <c:v>10:29</c:v>
                </c:pt>
                <c:pt idx="2662">
                  <c:v>10:29</c:v>
                </c:pt>
                <c:pt idx="2663">
                  <c:v>10:29</c:v>
                </c:pt>
                <c:pt idx="2664">
                  <c:v>10:29</c:v>
                </c:pt>
                <c:pt idx="2665">
                  <c:v>10:29</c:v>
                </c:pt>
                <c:pt idx="2666">
                  <c:v>10:29</c:v>
                </c:pt>
                <c:pt idx="2667">
                  <c:v>10:29</c:v>
                </c:pt>
                <c:pt idx="2668">
                  <c:v>10:29</c:v>
                </c:pt>
                <c:pt idx="2669">
                  <c:v>10:29</c:v>
                </c:pt>
                <c:pt idx="2670">
                  <c:v>10:30</c:v>
                </c:pt>
                <c:pt idx="2671">
                  <c:v>10:30</c:v>
                </c:pt>
                <c:pt idx="2672">
                  <c:v>10:30</c:v>
                </c:pt>
                <c:pt idx="2673">
                  <c:v>10:30</c:v>
                </c:pt>
                <c:pt idx="2674">
                  <c:v>10:30</c:v>
                </c:pt>
                <c:pt idx="2675">
                  <c:v>10:30</c:v>
                </c:pt>
                <c:pt idx="2676">
                  <c:v>10:30</c:v>
                </c:pt>
                <c:pt idx="2677">
                  <c:v>10:30</c:v>
                </c:pt>
                <c:pt idx="2678">
                  <c:v>10:30</c:v>
                </c:pt>
                <c:pt idx="2679">
                  <c:v>10:30</c:v>
                </c:pt>
                <c:pt idx="2680">
                  <c:v>10:30</c:v>
                </c:pt>
                <c:pt idx="2681">
                  <c:v>10:30</c:v>
                </c:pt>
                <c:pt idx="2682">
                  <c:v>10:30</c:v>
                </c:pt>
                <c:pt idx="2683">
                  <c:v>10:30</c:v>
                </c:pt>
                <c:pt idx="2684">
                  <c:v>10:30</c:v>
                </c:pt>
                <c:pt idx="2685">
                  <c:v>10:30</c:v>
                </c:pt>
                <c:pt idx="2686">
                  <c:v>10:30</c:v>
                </c:pt>
                <c:pt idx="2687">
                  <c:v>10:30</c:v>
                </c:pt>
                <c:pt idx="2688">
                  <c:v>10:30</c:v>
                </c:pt>
                <c:pt idx="2689">
                  <c:v>10:30</c:v>
                </c:pt>
                <c:pt idx="2690">
                  <c:v>10:30</c:v>
                </c:pt>
                <c:pt idx="2691">
                  <c:v>10:30</c:v>
                </c:pt>
                <c:pt idx="2692">
                  <c:v>10:30</c:v>
                </c:pt>
                <c:pt idx="2693">
                  <c:v>10:30</c:v>
                </c:pt>
                <c:pt idx="2694">
                  <c:v>10:30</c:v>
                </c:pt>
                <c:pt idx="2695">
                  <c:v>10:30</c:v>
                </c:pt>
                <c:pt idx="2696">
                  <c:v>10:30</c:v>
                </c:pt>
                <c:pt idx="2697">
                  <c:v>10:30</c:v>
                </c:pt>
                <c:pt idx="2698">
                  <c:v>10:30</c:v>
                </c:pt>
                <c:pt idx="2699">
                  <c:v>10:30</c:v>
                </c:pt>
                <c:pt idx="2700">
                  <c:v>10:31</c:v>
                </c:pt>
                <c:pt idx="2701">
                  <c:v>10:31</c:v>
                </c:pt>
                <c:pt idx="2702">
                  <c:v>10:31</c:v>
                </c:pt>
                <c:pt idx="2703">
                  <c:v>10:31</c:v>
                </c:pt>
                <c:pt idx="2704">
                  <c:v>10:31</c:v>
                </c:pt>
                <c:pt idx="2705">
                  <c:v>10:31</c:v>
                </c:pt>
                <c:pt idx="2706">
                  <c:v>10:31</c:v>
                </c:pt>
                <c:pt idx="2707">
                  <c:v>10:31</c:v>
                </c:pt>
                <c:pt idx="2708">
                  <c:v>10:31</c:v>
                </c:pt>
                <c:pt idx="2709">
                  <c:v>10:31</c:v>
                </c:pt>
                <c:pt idx="2710">
                  <c:v>10:31</c:v>
                </c:pt>
                <c:pt idx="2711">
                  <c:v>10:31</c:v>
                </c:pt>
                <c:pt idx="2712">
                  <c:v>10:31</c:v>
                </c:pt>
                <c:pt idx="2713">
                  <c:v>10:31</c:v>
                </c:pt>
                <c:pt idx="2714">
                  <c:v>10:31</c:v>
                </c:pt>
                <c:pt idx="2715">
                  <c:v>10:31</c:v>
                </c:pt>
                <c:pt idx="2716">
                  <c:v>10:31</c:v>
                </c:pt>
                <c:pt idx="2717">
                  <c:v>10:31</c:v>
                </c:pt>
                <c:pt idx="2718">
                  <c:v>10:31</c:v>
                </c:pt>
                <c:pt idx="2719">
                  <c:v>10:31</c:v>
                </c:pt>
                <c:pt idx="2720">
                  <c:v>10:31</c:v>
                </c:pt>
                <c:pt idx="2721">
                  <c:v>10:31</c:v>
                </c:pt>
                <c:pt idx="2722">
                  <c:v>10:31</c:v>
                </c:pt>
                <c:pt idx="2723">
                  <c:v>10:31</c:v>
                </c:pt>
                <c:pt idx="2724">
                  <c:v>10:31</c:v>
                </c:pt>
                <c:pt idx="2725">
                  <c:v>10:31</c:v>
                </c:pt>
                <c:pt idx="2726">
                  <c:v>10:31</c:v>
                </c:pt>
                <c:pt idx="2727">
                  <c:v>10:31</c:v>
                </c:pt>
                <c:pt idx="2728">
                  <c:v>10:31</c:v>
                </c:pt>
                <c:pt idx="2729">
                  <c:v>10:31</c:v>
                </c:pt>
                <c:pt idx="2730">
                  <c:v>10:32</c:v>
                </c:pt>
                <c:pt idx="2731">
                  <c:v>10:32</c:v>
                </c:pt>
                <c:pt idx="2732">
                  <c:v>10:32</c:v>
                </c:pt>
                <c:pt idx="2733">
                  <c:v>10:32</c:v>
                </c:pt>
                <c:pt idx="2734">
                  <c:v>10:32</c:v>
                </c:pt>
                <c:pt idx="2735">
                  <c:v>10:32</c:v>
                </c:pt>
                <c:pt idx="2736">
                  <c:v>10:32</c:v>
                </c:pt>
                <c:pt idx="2737">
                  <c:v>10:32</c:v>
                </c:pt>
                <c:pt idx="2738">
                  <c:v>10:32</c:v>
                </c:pt>
                <c:pt idx="2739">
                  <c:v>10:32</c:v>
                </c:pt>
                <c:pt idx="2740">
                  <c:v>10:32</c:v>
                </c:pt>
                <c:pt idx="2741">
                  <c:v>10:32</c:v>
                </c:pt>
                <c:pt idx="2742">
                  <c:v>10:32</c:v>
                </c:pt>
                <c:pt idx="2743">
                  <c:v>10:32</c:v>
                </c:pt>
                <c:pt idx="2744">
                  <c:v>10:32</c:v>
                </c:pt>
                <c:pt idx="2745">
                  <c:v>10:32</c:v>
                </c:pt>
                <c:pt idx="2746">
                  <c:v>10:32</c:v>
                </c:pt>
                <c:pt idx="2747">
                  <c:v>10:32</c:v>
                </c:pt>
                <c:pt idx="2748">
                  <c:v>10:32</c:v>
                </c:pt>
                <c:pt idx="2749">
                  <c:v>10:32</c:v>
                </c:pt>
                <c:pt idx="2750">
                  <c:v>10:32</c:v>
                </c:pt>
                <c:pt idx="2751">
                  <c:v>10:32</c:v>
                </c:pt>
                <c:pt idx="2752">
                  <c:v>10:32</c:v>
                </c:pt>
                <c:pt idx="2753">
                  <c:v>10:32</c:v>
                </c:pt>
                <c:pt idx="2754">
                  <c:v>10:32</c:v>
                </c:pt>
                <c:pt idx="2755">
                  <c:v>10:32</c:v>
                </c:pt>
                <c:pt idx="2756">
                  <c:v>10:32</c:v>
                </c:pt>
                <c:pt idx="2757">
                  <c:v>10:32</c:v>
                </c:pt>
                <c:pt idx="2758">
                  <c:v>10:32</c:v>
                </c:pt>
                <c:pt idx="2759">
                  <c:v>10:32</c:v>
                </c:pt>
                <c:pt idx="2760">
                  <c:v>10:33</c:v>
                </c:pt>
                <c:pt idx="2761">
                  <c:v>10:33</c:v>
                </c:pt>
                <c:pt idx="2762">
                  <c:v>10:33</c:v>
                </c:pt>
                <c:pt idx="2763">
                  <c:v>10:33</c:v>
                </c:pt>
                <c:pt idx="2764">
                  <c:v>10:33</c:v>
                </c:pt>
                <c:pt idx="2765">
                  <c:v>10:33</c:v>
                </c:pt>
                <c:pt idx="2766">
                  <c:v>10:33</c:v>
                </c:pt>
                <c:pt idx="2767">
                  <c:v>10:33</c:v>
                </c:pt>
                <c:pt idx="2768">
                  <c:v>10:33</c:v>
                </c:pt>
                <c:pt idx="2769">
                  <c:v>10:33</c:v>
                </c:pt>
                <c:pt idx="2770">
                  <c:v>10:33</c:v>
                </c:pt>
                <c:pt idx="2771">
                  <c:v>10:33</c:v>
                </c:pt>
                <c:pt idx="2772">
                  <c:v>10:33</c:v>
                </c:pt>
                <c:pt idx="2773">
                  <c:v>10:33</c:v>
                </c:pt>
                <c:pt idx="2774">
                  <c:v>10:33</c:v>
                </c:pt>
                <c:pt idx="2775">
                  <c:v>10:33</c:v>
                </c:pt>
                <c:pt idx="2776">
                  <c:v>10:33</c:v>
                </c:pt>
                <c:pt idx="2777">
                  <c:v>10:33</c:v>
                </c:pt>
                <c:pt idx="2778">
                  <c:v>10:33</c:v>
                </c:pt>
                <c:pt idx="2779">
                  <c:v>10:33</c:v>
                </c:pt>
                <c:pt idx="2780">
                  <c:v>10:33</c:v>
                </c:pt>
                <c:pt idx="2781">
                  <c:v>10:33</c:v>
                </c:pt>
                <c:pt idx="2782">
                  <c:v>10:33</c:v>
                </c:pt>
                <c:pt idx="2783">
                  <c:v>10:33</c:v>
                </c:pt>
                <c:pt idx="2784">
                  <c:v>10:33</c:v>
                </c:pt>
                <c:pt idx="2785">
                  <c:v>10:33</c:v>
                </c:pt>
                <c:pt idx="2786">
                  <c:v>10:33</c:v>
                </c:pt>
                <c:pt idx="2787">
                  <c:v>10:33</c:v>
                </c:pt>
                <c:pt idx="2788">
                  <c:v>10:33</c:v>
                </c:pt>
                <c:pt idx="2789">
                  <c:v>10:33</c:v>
                </c:pt>
                <c:pt idx="2790">
                  <c:v>10:34</c:v>
                </c:pt>
                <c:pt idx="2791">
                  <c:v>10:34</c:v>
                </c:pt>
                <c:pt idx="2792">
                  <c:v>10:34</c:v>
                </c:pt>
                <c:pt idx="2793">
                  <c:v>10:34</c:v>
                </c:pt>
                <c:pt idx="2794">
                  <c:v>10:34</c:v>
                </c:pt>
                <c:pt idx="2795">
                  <c:v>10:34</c:v>
                </c:pt>
                <c:pt idx="2796">
                  <c:v>10:34</c:v>
                </c:pt>
                <c:pt idx="2797">
                  <c:v>10:34</c:v>
                </c:pt>
                <c:pt idx="2798">
                  <c:v>10:34</c:v>
                </c:pt>
                <c:pt idx="2799">
                  <c:v>10:34</c:v>
                </c:pt>
                <c:pt idx="2800">
                  <c:v>10:34</c:v>
                </c:pt>
                <c:pt idx="2801">
                  <c:v>10:34</c:v>
                </c:pt>
                <c:pt idx="2802">
                  <c:v>10:34</c:v>
                </c:pt>
                <c:pt idx="2803">
                  <c:v>10:34</c:v>
                </c:pt>
                <c:pt idx="2804">
                  <c:v>10:34</c:v>
                </c:pt>
                <c:pt idx="2805">
                  <c:v>10:34</c:v>
                </c:pt>
                <c:pt idx="2806">
                  <c:v>10:34</c:v>
                </c:pt>
                <c:pt idx="2807">
                  <c:v>10:34</c:v>
                </c:pt>
                <c:pt idx="2808">
                  <c:v>10:34</c:v>
                </c:pt>
                <c:pt idx="2809">
                  <c:v>10:34</c:v>
                </c:pt>
                <c:pt idx="2810">
                  <c:v>10:34</c:v>
                </c:pt>
                <c:pt idx="2811">
                  <c:v>10:34</c:v>
                </c:pt>
                <c:pt idx="2812">
                  <c:v>10:34</c:v>
                </c:pt>
                <c:pt idx="2813">
                  <c:v>10:34</c:v>
                </c:pt>
                <c:pt idx="2814">
                  <c:v>10:34</c:v>
                </c:pt>
                <c:pt idx="2815">
                  <c:v>10:34</c:v>
                </c:pt>
                <c:pt idx="2816">
                  <c:v>10:34</c:v>
                </c:pt>
                <c:pt idx="2817">
                  <c:v>10:34</c:v>
                </c:pt>
                <c:pt idx="2818">
                  <c:v>10:34</c:v>
                </c:pt>
                <c:pt idx="2819">
                  <c:v>10:34</c:v>
                </c:pt>
                <c:pt idx="2820">
                  <c:v>10:35</c:v>
                </c:pt>
                <c:pt idx="2821">
                  <c:v>10:35</c:v>
                </c:pt>
                <c:pt idx="2822">
                  <c:v>10:35</c:v>
                </c:pt>
                <c:pt idx="2823">
                  <c:v>10:35</c:v>
                </c:pt>
                <c:pt idx="2824">
                  <c:v>10:35</c:v>
                </c:pt>
                <c:pt idx="2825">
                  <c:v>10:35</c:v>
                </c:pt>
                <c:pt idx="2826">
                  <c:v>10:35</c:v>
                </c:pt>
                <c:pt idx="2827">
                  <c:v>10:35</c:v>
                </c:pt>
                <c:pt idx="2828">
                  <c:v>10:35</c:v>
                </c:pt>
                <c:pt idx="2829">
                  <c:v>10:35</c:v>
                </c:pt>
                <c:pt idx="2830">
                  <c:v>10:35</c:v>
                </c:pt>
                <c:pt idx="2831">
                  <c:v>10:35</c:v>
                </c:pt>
                <c:pt idx="2832">
                  <c:v>10:35</c:v>
                </c:pt>
                <c:pt idx="2833">
                  <c:v>10:35</c:v>
                </c:pt>
                <c:pt idx="2834">
                  <c:v>10:35</c:v>
                </c:pt>
                <c:pt idx="2835">
                  <c:v>10:35</c:v>
                </c:pt>
                <c:pt idx="2836">
                  <c:v>10:35</c:v>
                </c:pt>
                <c:pt idx="2837">
                  <c:v>10:35</c:v>
                </c:pt>
                <c:pt idx="2838">
                  <c:v>10:35</c:v>
                </c:pt>
                <c:pt idx="2839">
                  <c:v>10:35</c:v>
                </c:pt>
                <c:pt idx="2840">
                  <c:v>10:35</c:v>
                </c:pt>
                <c:pt idx="2841">
                  <c:v>10:35</c:v>
                </c:pt>
                <c:pt idx="2842">
                  <c:v>10:35</c:v>
                </c:pt>
                <c:pt idx="2843">
                  <c:v>10:35</c:v>
                </c:pt>
                <c:pt idx="2844">
                  <c:v>10:35</c:v>
                </c:pt>
                <c:pt idx="2845">
                  <c:v>10:35</c:v>
                </c:pt>
                <c:pt idx="2846">
                  <c:v>10:35</c:v>
                </c:pt>
                <c:pt idx="2847">
                  <c:v>10:35</c:v>
                </c:pt>
                <c:pt idx="2848">
                  <c:v>10:35</c:v>
                </c:pt>
                <c:pt idx="2849">
                  <c:v>10:35</c:v>
                </c:pt>
                <c:pt idx="2850">
                  <c:v>10:36</c:v>
                </c:pt>
                <c:pt idx="2851">
                  <c:v>10:36</c:v>
                </c:pt>
                <c:pt idx="2852">
                  <c:v>10:36</c:v>
                </c:pt>
                <c:pt idx="2853">
                  <c:v>10:36</c:v>
                </c:pt>
                <c:pt idx="2854">
                  <c:v>10:36</c:v>
                </c:pt>
                <c:pt idx="2855">
                  <c:v>10:36</c:v>
                </c:pt>
                <c:pt idx="2856">
                  <c:v>10:36</c:v>
                </c:pt>
                <c:pt idx="2857">
                  <c:v>10:36</c:v>
                </c:pt>
                <c:pt idx="2858">
                  <c:v>10:36</c:v>
                </c:pt>
                <c:pt idx="2859">
                  <c:v>10:36</c:v>
                </c:pt>
                <c:pt idx="2860">
                  <c:v>10:36</c:v>
                </c:pt>
                <c:pt idx="2861">
                  <c:v>10:36</c:v>
                </c:pt>
                <c:pt idx="2862">
                  <c:v>10:36</c:v>
                </c:pt>
                <c:pt idx="2863">
                  <c:v>10:36</c:v>
                </c:pt>
                <c:pt idx="2864">
                  <c:v>10:36</c:v>
                </c:pt>
                <c:pt idx="2865">
                  <c:v>10:36</c:v>
                </c:pt>
                <c:pt idx="2866">
                  <c:v>10:36</c:v>
                </c:pt>
                <c:pt idx="2867">
                  <c:v>10:36</c:v>
                </c:pt>
                <c:pt idx="2868">
                  <c:v>10:36</c:v>
                </c:pt>
                <c:pt idx="2869">
                  <c:v>10:36</c:v>
                </c:pt>
                <c:pt idx="2870">
                  <c:v>10:36</c:v>
                </c:pt>
                <c:pt idx="2871">
                  <c:v>10:36</c:v>
                </c:pt>
                <c:pt idx="2872">
                  <c:v>10:36</c:v>
                </c:pt>
                <c:pt idx="2873">
                  <c:v>10:36</c:v>
                </c:pt>
                <c:pt idx="2874">
                  <c:v>10:36</c:v>
                </c:pt>
                <c:pt idx="2875">
                  <c:v>10:36</c:v>
                </c:pt>
                <c:pt idx="2876">
                  <c:v>10:36</c:v>
                </c:pt>
                <c:pt idx="2877">
                  <c:v>10:36</c:v>
                </c:pt>
                <c:pt idx="2878">
                  <c:v>10:36</c:v>
                </c:pt>
                <c:pt idx="2879">
                  <c:v>10:36</c:v>
                </c:pt>
                <c:pt idx="2880">
                  <c:v>10:37</c:v>
                </c:pt>
                <c:pt idx="2881">
                  <c:v>10:37</c:v>
                </c:pt>
                <c:pt idx="2882">
                  <c:v>10:37</c:v>
                </c:pt>
                <c:pt idx="2883">
                  <c:v>10:37</c:v>
                </c:pt>
                <c:pt idx="2884">
                  <c:v>10:37</c:v>
                </c:pt>
                <c:pt idx="2885">
                  <c:v>10:37</c:v>
                </c:pt>
                <c:pt idx="2886">
                  <c:v>10:37</c:v>
                </c:pt>
                <c:pt idx="2887">
                  <c:v>10:37</c:v>
                </c:pt>
                <c:pt idx="2888">
                  <c:v>10:37</c:v>
                </c:pt>
                <c:pt idx="2889">
                  <c:v>10:37</c:v>
                </c:pt>
                <c:pt idx="2890">
                  <c:v>10:37</c:v>
                </c:pt>
                <c:pt idx="2891">
                  <c:v>10:37</c:v>
                </c:pt>
                <c:pt idx="2892">
                  <c:v>10:37</c:v>
                </c:pt>
                <c:pt idx="2893">
                  <c:v>10:37</c:v>
                </c:pt>
                <c:pt idx="2894">
                  <c:v>10:37</c:v>
                </c:pt>
                <c:pt idx="2895">
                  <c:v>10:37</c:v>
                </c:pt>
                <c:pt idx="2896">
                  <c:v>10:37</c:v>
                </c:pt>
                <c:pt idx="2897">
                  <c:v>10:37</c:v>
                </c:pt>
                <c:pt idx="2898">
                  <c:v>10:37</c:v>
                </c:pt>
                <c:pt idx="2899">
                  <c:v>10:37</c:v>
                </c:pt>
                <c:pt idx="2900">
                  <c:v>10:37</c:v>
                </c:pt>
                <c:pt idx="2901">
                  <c:v>10:37</c:v>
                </c:pt>
                <c:pt idx="2902">
                  <c:v>10:37</c:v>
                </c:pt>
                <c:pt idx="2903">
                  <c:v>10:37</c:v>
                </c:pt>
                <c:pt idx="2904">
                  <c:v>10:37</c:v>
                </c:pt>
                <c:pt idx="2905">
                  <c:v>10:37</c:v>
                </c:pt>
                <c:pt idx="2906">
                  <c:v>10:37</c:v>
                </c:pt>
                <c:pt idx="2907">
                  <c:v>10:37</c:v>
                </c:pt>
                <c:pt idx="2908">
                  <c:v>10:37</c:v>
                </c:pt>
                <c:pt idx="2909">
                  <c:v>10:37</c:v>
                </c:pt>
                <c:pt idx="2910">
                  <c:v>10:38</c:v>
                </c:pt>
                <c:pt idx="2911">
                  <c:v>10:38</c:v>
                </c:pt>
                <c:pt idx="2912">
                  <c:v>10:38</c:v>
                </c:pt>
                <c:pt idx="2913">
                  <c:v>10:38</c:v>
                </c:pt>
                <c:pt idx="2914">
                  <c:v>10:38</c:v>
                </c:pt>
                <c:pt idx="2915">
                  <c:v>10:38</c:v>
                </c:pt>
                <c:pt idx="2916">
                  <c:v>10:38</c:v>
                </c:pt>
                <c:pt idx="2917">
                  <c:v>10:38</c:v>
                </c:pt>
                <c:pt idx="2918">
                  <c:v>10:38</c:v>
                </c:pt>
                <c:pt idx="2919">
                  <c:v>10:38</c:v>
                </c:pt>
                <c:pt idx="2920">
                  <c:v>10:38</c:v>
                </c:pt>
                <c:pt idx="2921">
                  <c:v>10:38</c:v>
                </c:pt>
                <c:pt idx="2922">
                  <c:v>10:38</c:v>
                </c:pt>
                <c:pt idx="2923">
                  <c:v>10:38</c:v>
                </c:pt>
                <c:pt idx="2924">
                  <c:v>10:38</c:v>
                </c:pt>
                <c:pt idx="2925">
                  <c:v>10:38</c:v>
                </c:pt>
                <c:pt idx="2926">
                  <c:v>10:38</c:v>
                </c:pt>
                <c:pt idx="2927">
                  <c:v>10:38</c:v>
                </c:pt>
                <c:pt idx="2928">
                  <c:v>10:38</c:v>
                </c:pt>
                <c:pt idx="2929">
                  <c:v>10:38</c:v>
                </c:pt>
                <c:pt idx="2930">
                  <c:v>10:38</c:v>
                </c:pt>
                <c:pt idx="2931">
                  <c:v>10:38</c:v>
                </c:pt>
                <c:pt idx="2932">
                  <c:v>10:38</c:v>
                </c:pt>
                <c:pt idx="2933">
                  <c:v>10:38</c:v>
                </c:pt>
                <c:pt idx="2934">
                  <c:v>10:38</c:v>
                </c:pt>
                <c:pt idx="2935">
                  <c:v>10:38</c:v>
                </c:pt>
                <c:pt idx="2936">
                  <c:v>10:38</c:v>
                </c:pt>
                <c:pt idx="2937">
                  <c:v>10:38</c:v>
                </c:pt>
                <c:pt idx="2938">
                  <c:v>10:38</c:v>
                </c:pt>
                <c:pt idx="2939">
                  <c:v>10:38</c:v>
                </c:pt>
                <c:pt idx="2940">
                  <c:v>10:39</c:v>
                </c:pt>
                <c:pt idx="2941">
                  <c:v>10:39</c:v>
                </c:pt>
                <c:pt idx="2942">
                  <c:v>10:39</c:v>
                </c:pt>
                <c:pt idx="2943">
                  <c:v>10:39</c:v>
                </c:pt>
                <c:pt idx="2944">
                  <c:v>10:39</c:v>
                </c:pt>
                <c:pt idx="2945">
                  <c:v>10:39</c:v>
                </c:pt>
                <c:pt idx="2946">
                  <c:v>10:39</c:v>
                </c:pt>
                <c:pt idx="2947">
                  <c:v>10:39</c:v>
                </c:pt>
                <c:pt idx="2948">
                  <c:v>10:39</c:v>
                </c:pt>
                <c:pt idx="2949">
                  <c:v>10:39</c:v>
                </c:pt>
                <c:pt idx="2950">
                  <c:v>10:39</c:v>
                </c:pt>
                <c:pt idx="2951">
                  <c:v>10:39</c:v>
                </c:pt>
                <c:pt idx="2952">
                  <c:v>10:39</c:v>
                </c:pt>
                <c:pt idx="2953">
                  <c:v>10:39</c:v>
                </c:pt>
                <c:pt idx="2954">
                  <c:v>10:39</c:v>
                </c:pt>
                <c:pt idx="2955">
                  <c:v>10:39</c:v>
                </c:pt>
                <c:pt idx="2956">
                  <c:v>10:39</c:v>
                </c:pt>
                <c:pt idx="2957">
                  <c:v>10:39</c:v>
                </c:pt>
                <c:pt idx="2958">
                  <c:v>10:39</c:v>
                </c:pt>
                <c:pt idx="2959">
                  <c:v>10:39</c:v>
                </c:pt>
                <c:pt idx="2960">
                  <c:v>10:39</c:v>
                </c:pt>
                <c:pt idx="2961">
                  <c:v>10:39</c:v>
                </c:pt>
                <c:pt idx="2962">
                  <c:v>10:39</c:v>
                </c:pt>
                <c:pt idx="2963">
                  <c:v>10:39</c:v>
                </c:pt>
                <c:pt idx="2964">
                  <c:v>10:39</c:v>
                </c:pt>
                <c:pt idx="2965">
                  <c:v>10:39</c:v>
                </c:pt>
                <c:pt idx="2966">
                  <c:v>10:39</c:v>
                </c:pt>
                <c:pt idx="2967">
                  <c:v>10:39</c:v>
                </c:pt>
                <c:pt idx="2968">
                  <c:v>10:39</c:v>
                </c:pt>
                <c:pt idx="2969">
                  <c:v>10:39</c:v>
                </c:pt>
                <c:pt idx="2970">
                  <c:v>10:40</c:v>
                </c:pt>
                <c:pt idx="2971">
                  <c:v>10:40</c:v>
                </c:pt>
                <c:pt idx="2972">
                  <c:v>10:40</c:v>
                </c:pt>
                <c:pt idx="2973">
                  <c:v>10:40</c:v>
                </c:pt>
                <c:pt idx="2974">
                  <c:v>10:40</c:v>
                </c:pt>
                <c:pt idx="2975">
                  <c:v>10:40</c:v>
                </c:pt>
                <c:pt idx="2976">
                  <c:v>10:40</c:v>
                </c:pt>
                <c:pt idx="2977">
                  <c:v>10:40</c:v>
                </c:pt>
                <c:pt idx="2978">
                  <c:v>10:40</c:v>
                </c:pt>
                <c:pt idx="2979">
                  <c:v>10:40</c:v>
                </c:pt>
                <c:pt idx="2980">
                  <c:v>10:40</c:v>
                </c:pt>
                <c:pt idx="2981">
                  <c:v>10:40</c:v>
                </c:pt>
                <c:pt idx="2982">
                  <c:v>10:40</c:v>
                </c:pt>
                <c:pt idx="2983">
                  <c:v>10:40</c:v>
                </c:pt>
                <c:pt idx="2984">
                  <c:v>10:40</c:v>
                </c:pt>
                <c:pt idx="2985">
                  <c:v>10:40</c:v>
                </c:pt>
                <c:pt idx="2986">
                  <c:v>10:40</c:v>
                </c:pt>
                <c:pt idx="2987">
                  <c:v>10:40</c:v>
                </c:pt>
                <c:pt idx="2988">
                  <c:v>10:40</c:v>
                </c:pt>
                <c:pt idx="2989">
                  <c:v>10:40</c:v>
                </c:pt>
                <c:pt idx="2990">
                  <c:v>10:40</c:v>
                </c:pt>
                <c:pt idx="2991">
                  <c:v>10:40</c:v>
                </c:pt>
                <c:pt idx="2992">
                  <c:v>10:40</c:v>
                </c:pt>
                <c:pt idx="2993">
                  <c:v>10:40</c:v>
                </c:pt>
                <c:pt idx="2994">
                  <c:v>10:40</c:v>
                </c:pt>
                <c:pt idx="2995">
                  <c:v>10:40</c:v>
                </c:pt>
                <c:pt idx="2996">
                  <c:v>10:40</c:v>
                </c:pt>
                <c:pt idx="2997">
                  <c:v>10:40</c:v>
                </c:pt>
                <c:pt idx="2998">
                  <c:v>10:40</c:v>
                </c:pt>
                <c:pt idx="2999">
                  <c:v>10:40</c:v>
                </c:pt>
                <c:pt idx="3000">
                  <c:v>10:41</c:v>
                </c:pt>
                <c:pt idx="3001">
                  <c:v>10:41</c:v>
                </c:pt>
                <c:pt idx="3002">
                  <c:v>10:41</c:v>
                </c:pt>
                <c:pt idx="3003">
                  <c:v>10:41</c:v>
                </c:pt>
                <c:pt idx="3004">
                  <c:v>10:41</c:v>
                </c:pt>
                <c:pt idx="3005">
                  <c:v>10:41</c:v>
                </c:pt>
                <c:pt idx="3006">
                  <c:v>10:41</c:v>
                </c:pt>
                <c:pt idx="3007">
                  <c:v>10:41</c:v>
                </c:pt>
                <c:pt idx="3008">
                  <c:v>10:41</c:v>
                </c:pt>
                <c:pt idx="3009">
                  <c:v>10:41</c:v>
                </c:pt>
                <c:pt idx="3010">
                  <c:v>10:41</c:v>
                </c:pt>
                <c:pt idx="3011">
                  <c:v>10:41</c:v>
                </c:pt>
                <c:pt idx="3012">
                  <c:v>10:41</c:v>
                </c:pt>
                <c:pt idx="3013">
                  <c:v>10:41</c:v>
                </c:pt>
                <c:pt idx="3014">
                  <c:v>10:41</c:v>
                </c:pt>
                <c:pt idx="3015">
                  <c:v>10:41</c:v>
                </c:pt>
                <c:pt idx="3016">
                  <c:v>10:41</c:v>
                </c:pt>
                <c:pt idx="3017">
                  <c:v>10:41</c:v>
                </c:pt>
                <c:pt idx="3018">
                  <c:v>10:41</c:v>
                </c:pt>
                <c:pt idx="3019">
                  <c:v>10:41</c:v>
                </c:pt>
                <c:pt idx="3020">
                  <c:v>10:41</c:v>
                </c:pt>
                <c:pt idx="3021">
                  <c:v>10:41</c:v>
                </c:pt>
                <c:pt idx="3022">
                  <c:v>10:41</c:v>
                </c:pt>
                <c:pt idx="3023">
                  <c:v>10:41</c:v>
                </c:pt>
                <c:pt idx="3024">
                  <c:v>10:41</c:v>
                </c:pt>
                <c:pt idx="3025">
                  <c:v>10:41</c:v>
                </c:pt>
                <c:pt idx="3026">
                  <c:v>10:41</c:v>
                </c:pt>
                <c:pt idx="3027">
                  <c:v>10:41</c:v>
                </c:pt>
                <c:pt idx="3028">
                  <c:v>10:41</c:v>
                </c:pt>
                <c:pt idx="3029">
                  <c:v>10:41</c:v>
                </c:pt>
                <c:pt idx="3030">
                  <c:v>10:42</c:v>
                </c:pt>
                <c:pt idx="3031">
                  <c:v>10:42</c:v>
                </c:pt>
                <c:pt idx="3032">
                  <c:v>10:42</c:v>
                </c:pt>
                <c:pt idx="3033">
                  <c:v>10:42</c:v>
                </c:pt>
                <c:pt idx="3034">
                  <c:v>10:42</c:v>
                </c:pt>
                <c:pt idx="3035">
                  <c:v>10:42</c:v>
                </c:pt>
                <c:pt idx="3036">
                  <c:v>10:42</c:v>
                </c:pt>
                <c:pt idx="3037">
                  <c:v>10:42</c:v>
                </c:pt>
                <c:pt idx="3038">
                  <c:v>10:42</c:v>
                </c:pt>
                <c:pt idx="3039">
                  <c:v>10:42</c:v>
                </c:pt>
                <c:pt idx="3040">
                  <c:v>10:42</c:v>
                </c:pt>
                <c:pt idx="3041">
                  <c:v>10:42</c:v>
                </c:pt>
                <c:pt idx="3042">
                  <c:v>10:42</c:v>
                </c:pt>
                <c:pt idx="3043">
                  <c:v>10:42</c:v>
                </c:pt>
                <c:pt idx="3044">
                  <c:v>10:42</c:v>
                </c:pt>
                <c:pt idx="3045">
                  <c:v>10:42</c:v>
                </c:pt>
                <c:pt idx="3046">
                  <c:v>10:42</c:v>
                </c:pt>
                <c:pt idx="3047">
                  <c:v>10:42</c:v>
                </c:pt>
                <c:pt idx="3048">
                  <c:v>10:42</c:v>
                </c:pt>
                <c:pt idx="3049">
                  <c:v>10:42</c:v>
                </c:pt>
                <c:pt idx="3050">
                  <c:v>10:42</c:v>
                </c:pt>
                <c:pt idx="3051">
                  <c:v>10:42</c:v>
                </c:pt>
                <c:pt idx="3052">
                  <c:v>10:42</c:v>
                </c:pt>
                <c:pt idx="3053">
                  <c:v>10:42</c:v>
                </c:pt>
                <c:pt idx="3054">
                  <c:v>10:42</c:v>
                </c:pt>
                <c:pt idx="3055">
                  <c:v>10:42</c:v>
                </c:pt>
                <c:pt idx="3056">
                  <c:v>10:42</c:v>
                </c:pt>
                <c:pt idx="3057">
                  <c:v>10:42</c:v>
                </c:pt>
                <c:pt idx="3058">
                  <c:v>10:42</c:v>
                </c:pt>
                <c:pt idx="3059">
                  <c:v>10:42</c:v>
                </c:pt>
                <c:pt idx="3060">
                  <c:v>10:43</c:v>
                </c:pt>
                <c:pt idx="3061">
                  <c:v>10:43</c:v>
                </c:pt>
                <c:pt idx="3062">
                  <c:v>10:43</c:v>
                </c:pt>
                <c:pt idx="3063">
                  <c:v>10:43</c:v>
                </c:pt>
                <c:pt idx="3064">
                  <c:v>10:43</c:v>
                </c:pt>
                <c:pt idx="3065">
                  <c:v>10:43</c:v>
                </c:pt>
                <c:pt idx="3066">
                  <c:v>10:43</c:v>
                </c:pt>
                <c:pt idx="3067">
                  <c:v>10:43</c:v>
                </c:pt>
                <c:pt idx="3068">
                  <c:v>10:43</c:v>
                </c:pt>
                <c:pt idx="3069">
                  <c:v>10:43</c:v>
                </c:pt>
                <c:pt idx="3070">
                  <c:v>10:43</c:v>
                </c:pt>
                <c:pt idx="3071">
                  <c:v>10:43</c:v>
                </c:pt>
                <c:pt idx="3072">
                  <c:v>10:43</c:v>
                </c:pt>
                <c:pt idx="3073">
                  <c:v>10:43</c:v>
                </c:pt>
                <c:pt idx="3074">
                  <c:v>10:43</c:v>
                </c:pt>
                <c:pt idx="3075">
                  <c:v>10:43</c:v>
                </c:pt>
                <c:pt idx="3076">
                  <c:v>10:43</c:v>
                </c:pt>
                <c:pt idx="3077">
                  <c:v>10:43</c:v>
                </c:pt>
                <c:pt idx="3078">
                  <c:v>10:43</c:v>
                </c:pt>
                <c:pt idx="3079">
                  <c:v>10:43</c:v>
                </c:pt>
                <c:pt idx="3080">
                  <c:v>10:43</c:v>
                </c:pt>
                <c:pt idx="3081">
                  <c:v>10:43</c:v>
                </c:pt>
                <c:pt idx="3082">
                  <c:v>10:43</c:v>
                </c:pt>
                <c:pt idx="3083">
                  <c:v>10:43</c:v>
                </c:pt>
                <c:pt idx="3084">
                  <c:v>10:43</c:v>
                </c:pt>
                <c:pt idx="3085">
                  <c:v>10:43</c:v>
                </c:pt>
                <c:pt idx="3086">
                  <c:v>10:43</c:v>
                </c:pt>
                <c:pt idx="3087">
                  <c:v>10:43</c:v>
                </c:pt>
                <c:pt idx="3088">
                  <c:v>10:43</c:v>
                </c:pt>
                <c:pt idx="3089">
                  <c:v>10:43</c:v>
                </c:pt>
                <c:pt idx="3090">
                  <c:v>10:44</c:v>
                </c:pt>
                <c:pt idx="3091">
                  <c:v>10:44</c:v>
                </c:pt>
                <c:pt idx="3092">
                  <c:v>10:44</c:v>
                </c:pt>
                <c:pt idx="3093">
                  <c:v>10:44</c:v>
                </c:pt>
                <c:pt idx="3094">
                  <c:v>10:44</c:v>
                </c:pt>
                <c:pt idx="3095">
                  <c:v>10:44</c:v>
                </c:pt>
                <c:pt idx="3096">
                  <c:v>10:44</c:v>
                </c:pt>
                <c:pt idx="3097">
                  <c:v>10:44</c:v>
                </c:pt>
                <c:pt idx="3098">
                  <c:v>10:44</c:v>
                </c:pt>
                <c:pt idx="3099">
                  <c:v>10:44</c:v>
                </c:pt>
                <c:pt idx="3100">
                  <c:v>10:44</c:v>
                </c:pt>
                <c:pt idx="3101">
                  <c:v>10:44</c:v>
                </c:pt>
                <c:pt idx="3102">
                  <c:v>10:44</c:v>
                </c:pt>
                <c:pt idx="3103">
                  <c:v>10:44</c:v>
                </c:pt>
                <c:pt idx="3104">
                  <c:v>10:44</c:v>
                </c:pt>
                <c:pt idx="3105">
                  <c:v>10:44</c:v>
                </c:pt>
                <c:pt idx="3106">
                  <c:v>10:44</c:v>
                </c:pt>
                <c:pt idx="3107">
                  <c:v>10:44</c:v>
                </c:pt>
                <c:pt idx="3108">
                  <c:v>10:44</c:v>
                </c:pt>
                <c:pt idx="3109">
                  <c:v>10:44</c:v>
                </c:pt>
                <c:pt idx="3110">
                  <c:v>10:44</c:v>
                </c:pt>
                <c:pt idx="3111">
                  <c:v>10:44</c:v>
                </c:pt>
                <c:pt idx="3112">
                  <c:v>10:44</c:v>
                </c:pt>
                <c:pt idx="3113">
                  <c:v>10:44</c:v>
                </c:pt>
                <c:pt idx="3114">
                  <c:v>10:44</c:v>
                </c:pt>
                <c:pt idx="3115">
                  <c:v>10:44</c:v>
                </c:pt>
                <c:pt idx="3116">
                  <c:v>10:44</c:v>
                </c:pt>
                <c:pt idx="3117">
                  <c:v>10:44</c:v>
                </c:pt>
                <c:pt idx="3118">
                  <c:v>10:44</c:v>
                </c:pt>
                <c:pt idx="3119">
                  <c:v>10:44</c:v>
                </c:pt>
                <c:pt idx="3120">
                  <c:v>10:45</c:v>
                </c:pt>
                <c:pt idx="3121">
                  <c:v>10:45</c:v>
                </c:pt>
                <c:pt idx="3122">
                  <c:v>10:45</c:v>
                </c:pt>
                <c:pt idx="3123">
                  <c:v>10:45</c:v>
                </c:pt>
                <c:pt idx="3124">
                  <c:v>10:45</c:v>
                </c:pt>
                <c:pt idx="3125">
                  <c:v>10:45</c:v>
                </c:pt>
                <c:pt idx="3126">
                  <c:v>10:45</c:v>
                </c:pt>
                <c:pt idx="3127">
                  <c:v>10:45</c:v>
                </c:pt>
                <c:pt idx="3128">
                  <c:v>10:45</c:v>
                </c:pt>
                <c:pt idx="3129">
                  <c:v>10:45</c:v>
                </c:pt>
                <c:pt idx="3130">
                  <c:v>10:45</c:v>
                </c:pt>
                <c:pt idx="3131">
                  <c:v>10:45</c:v>
                </c:pt>
                <c:pt idx="3132">
                  <c:v>10:45</c:v>
                </c:pt>
                <c:pt idx="3133">
                  <c:v>10:45</c:v>
                </c:pt>
                <c:pt idx="3134">
                  <c:v>10:45</c:v>
                </c:pt>
                <c:pt idx="3135">
                  <c:v>10:45</c:v>
                </c:pt>
                <c:pt idx="3136">
                  <c:v>10:45</c:v>
                </c:pt>
                <c:pt idx="3137">
                  <c:v>10:45</c:v>
                </c:pt>
                <c:pt idx="3138">
                  <c:v>10:45</c:v>
                </c:pt>
                <c:pt idx="3139">
                  <c:v>10:45</c:v>
                </c:pt>
                <c:pt idx="3140">
                  <c:v>10:45</c:v>
                </c:pt>
                <c:pt idx="3141">
                  <c:v>10:45</c:v>
                </c:pt>
                <c:pt idx="3142">
                  <c:v>10:45</c:v>
                </c:pt>
                <c:pt idx="3143">
                  <c:v>10:45</c:v>
                </c:pt>
                <c:pt idx="3144">
                  <c:v>10:45</c:v>
                </c:pt>
                <c:pt idx="3145">
                  <c:v>10:45</c:v>
                </c:pt>
                <c:pt idx="3146">
                  <c:v>10:45</c:v>
                </c:pt>
                <c:pt idx="3147">
                  <c:v>10:45</c:v>
                </c:pt>
                <c:pt idx="3148">
                  <c:v>10:45</c:v>
                </c:pt>
                <c:pt idx="3149">
                  <c:v>10:45</c:v>
                </c:pt>
                <c:pt idx="3150">
                  <c:v>10:46</c:v>
                </c:pt>
                <c:pt idx="3151">
                  <c:v>10:46</c:v>
                </c:pt>
                <c:pt idx="3152">
                  <c:v>10:46</c:v>
                </c:pt>
                <c:pt idx="3153">
                  <c:v>10:46</c:v>
                </c:pt>
                <c:pt idx="3154">
                  <c:v>10:46</c:v>
                </c:pt>
                <c:pt idx="3155">
                  <c:v>10:46</c:v>
                </c:pt>
                <c:pt idx="3156">
                  <c:v>10:46</c:v>
                </c:pt>
                <c:pt idx="3157">
                  <c:v>10:46</c:v>
                </c:pt>
                <c:pt idx="3158">
                  <c:v>10:46</c:v>
                </c:pt>
                <c:pt idx="3159">
                  <c:v>10:46</c:v>
                </c:pt>
                <c:pt idx="3160">
                  <c:v>10:46</c:v>
                </c:pt>
                <c:pt idx="3161">
                  <c:v>10:46</c:v>
                </c:pt>
                <c:pt idx="3162">
                  <c:v>10:46</c:v>
                </c:pt>
                <c:pt idx="3163">
                  <c:v>10:46</c:v>
                </c:pt>
                <c:pt idx="3164">
                  <c:v>10:46</c:v>
                </c:pt>
                <c:pt idx="3165">
                  <c:v>10:46</c:v>
                </c:pt>
                <c:pt idx="3166">
                  <c:v>10:46</c:v>
                </c:pt>
                <c:pt idx="3167">
                  <c:v>10:46</c:v>
                </c:pt>
                <c:pt idx="3168">
                  <c:v>10:46</c:v>
                </c:pt>
                <c:pt idx="3169">
                  <c:v>10:46</c:v>
                </c:pt>
                <c:pt idx="3170">
                  <c:v>10:46</c:v>
                </c:pt>
                <c:pt idx="3171">
                  <c:v>10:46</c:v>
                </c:pt>
                <c:pt idx="3172">
                  <c:v>10:46</c:v>
                </c:pt>
                <c:pt idx="3173">
                  <c:v>10:46</c:v>
                </c:pt>
                <c:pt idx="3174">
                  <c:v>10:46</c:v>
                </c:pt>
                <c:pt idx="3175">
                  <c:v>10:46</c:v>
                </c:pt>
                <c:pt idx="3176">
                  <c:v>10:46</c:v>
                </c:pt>
                <c:pt idx="3177">
                  <c:v>10:46</c:v>
                </c:pt>
                <c:pt idx="3178">
                  <c:v>10:46</c:v>
                </c:pt>
                <c:pt idx="3179">
                  <c:v>10:46</c:v>
                </c:pt>
                <c:pt idx="3180">
                  <c:v>10:47</c:v>
                </c:pt>
                <c:pt idx="3181">
                  <c:v>10:47</c:v>
                </c:pt>
                <c:pt idx="3182">
                  <c:v>10:47</c:v>
                </c:pt>
                <c:pt idx="3183">
                  <c:v>10:47</c:v>
                </c:pt>
                <c:pt idx="3184">
                  <c:v>10:47</c:v>
                </c:pt>
                <c:pt idx="3185">
                  <c:v>10:47</c:v>
                </c:pt>
                <c:pt idx="3186">
                  <c:v>10:47</c:v>
                </c:pt>
                <c:pt idx="3187">
                  <c:v>10:47</c:v>
                </c:pt>
                <c:pt idx="3188">
                  <c:v>10:47</c:v>
                </c:pt>
                <c:pt idx="3189">
                  <c:v>10:47</c:v>
                </c:pt>
                <c:pt idx="3190">
                  <c:v>10:47</c:v>
                </c:pt>
                <c:pt idx="3191">
                  <c:v>10:47</c:v>
                </c:pt>
                <c:pt idx="3192">
                  <c:v>10:47</c:v>
                </c:pt>
                <c:pt idx="3193">
                  <c:v>10:47</c:v>
                </c:pt>
                <c:pt idx="3194">
                  <c:v>10:47</c:v>
                </c:pt>
                <c:pt idx="3195">
                  <c:v>10:47</c:v>
                </c:pt>
                <c:pt idx="3196">
                  <c:v>10:47</c:v>
                </c:pt>
                <c:pt idx="3197">
                  <c:v>10:47</c:v>
                </c:pt>
                <c:pt idx="3198">
                  <c:v>10:47</c:v>
                </c:pt>
                <c:pt idx="3199">
                  <c:v>10:47</c:v>
                </c:pt>
                <c:pt idx="3200">
                  <c:v>10:47</c:v>
                </c:pt>
                <c:pt idx="3201">
                  <c:v>10:47</c:v>
                </c:pt>
                <c:pt idx="3202">
                  <c:v>10:47</c:v>
                </c:pt>
                <c:pt idx="3203">
                  <c:v>10:47</c:v>
                </c:pt>
                <c:pt idx="3204">
                  <c:v>10:47</c:v>
                </c:pt>
                <c:pt idx="3205">
                  <c:v>10:47</c:v>
                </c:pt>
                <c:pt idx="3206">
                  <c:v>10:47</c:v>
                </c:pt>
                <c:pt idx="3207">
                  <c:v>10:47</c:v>
                </c:pt>
                <c:pt idx="3208">
                  <c:v>10:47</c:v>
                </c:pt>
                <c:pt idx="3209">
                  <c:v>10:47</c:v>
                </c:pt>
                <c:pt idx="3210">
                  <c:v>10:48</c:v>
                </c:pt>
                <c:pt idx="3211">
                  <c:v>10:48</c:v>
                </c:pt>
                <c:pt idx="3212">
                  <c:v>10:48</c:v>
                </c:pt>
                <c:pt idx="3213">
                  <c:v>10:48</c:v>
                </c:pt>
                <c:pt idx="3214">
                  <c:v>10:48</c:v>
                </c:pt>
                <c:pt idx="3215">
                  <c:v>10:48</c:v>
                </c:pt>
                <c:pt idx="3216">
                  <c:v>10:48</c:v>
                </c:pt>
                <c:pt idx="3217">
                  <c:v>10:48</c:v>
                </c:pt>
                <c:pt idx="3218">
                  <c:v>10:48</c:v>
                </c:pt>
                <c:pt idx="3219">
                  <c:v>10:48</c:v>
                </c:pt>
                <c:pt idx="3220">
                  <c:v>10:48</c:v>
                </c:pt>
                <c:pt idx="3221">
                  <c:v>10:48</c:v>
                </c:pt>
                <c:pt idx="3222">
                  <c:v>10:48</c:v>
                </c:pt>
                <c:pt idx="3223">
                  <c:v>10:48</c:v>
                </c:pt>
                <c:pt idx="3224">
                  <c:v>10:48</c:v>
                </c:pt>
                <c:pt idx="3225">
                  <c:v>10:48</c:v>
                </c:pt>
                <c:pt idx="3226">
                  <c:v>10:48</c:v>
                </c:pt>
                <c:pt idx="3227">
                  <c:v>10:48</c:v>
                </c:pt>
                <c:pt idx="3228">
                  <c:v>10:48</c:v>
                </c:pt>
                <c:pt idx="3229">
                  <c:v>10:48</c:v>
                </c:pt>
                <c:pt idx="3230">
                  <c:v>10:48</c:v>
                </c:pt>
                <c:pt idx="3231">
                  <c:v>10:48</c:v>
                </c:pt>
                <c:pt idx="3232">
                  <c:v>10:48</c:v>
                </c:pt>
                <c:pt idx="3233">
                  <c:v>10:48</c:v>
                </c:pt>
                <c:pt idx="3234">
                  <c:v>10:48</c:v>
                </c:pt>
                <c:pt idx="3235">
                  <c:v>10:48</c:v>
                </c:pt>
                <c:pt idx="3236">
                  <c:v>10:48</c:v>
                </c:pt>
                <c:pt idx="3237">
                  <c:v>10:48</c:v>
                </c:pt>
                <c:pt idx="3238">
                  <c:v>10:48</c:v>
                </c:pt>
                <c:pt idx="3239">
                  <c:v>10:48</c:v>
                </c:pt>
                <c:pt idx="3240">
                  <c:v>10:49</c:v>
                </c:pt>
                <c:pt idx="3241">
                  <c:v>10:49</c:v>
                </c:pt>
                <c:pt idx="3242">
                  <c:v>10:49</c:v>
                </c:pt>
                <c:pt idx="3243">
                  <c:v>10:49</c:v>
                </c:pt>
                <c:pt idx="3244">
                  <c:v>10:49</c:v>
                </c:pt>
                <c:pt idx="3245">
                  <c:v>10:49</c:v>
                </c:pt>
                <c:pt idx="3246">
                  <c:v>10:49</c:v>
                </c:pt>
                <c:pt idx="3247">
                  <c:v>10:49</c:v>
                </c:pt>
                <c:pt idx="3248">
                  <c:v>10:49</c:v>
                </c:pt>
                <c:pt idx="3249">
                  <c:v>10:49</c:v>
                </c:pt>
                <c:pt idx="3250">
                  <c:v>10:49</c:v>
                </c:pt>
                <c:pt idx="3251">
                  <c:v>10:49</c:v>
                </c:pt>
                <c:pt idx="3252">
                  <c:v>10:49</c:v>
                </c:pt>
                <c:pt idx="3253">
                  <c:v>10:49</c:v>
                </c:pt>
                <c:pt idx="3254">
                  <c:v>10:49</c:v>
                </c:pt>
                <c:pt idx="3255">
                  <c:v>10:49</c:v>
                </c:pt>
                <c:pt idx="3256">
                  <c:v>10:49</c:v>
                </c:pt>
                <c:pt idx="3257">
                  <c:v>10:49</c:v>
                </c:pt>
                <c:pt idx="3258">
                  <c:v>10:49</c:v>
                </c:pt>
                <c:pt idx="3259">
                  <c:v>10:49</c:v>
                </c:pt>
                <c:pt idx="3260">
                  <c:v>10:49</c:v>
                </c:pt>
                <c:pt idx="3261">
                  <c:v>10:49</c:v>
                </c:pt>
                <c:pt idx="3262">
                  <c:v>10:49</c:v>
                </c:pt>
                <c:pt idx="3263">
                  <c:v>10:49</c:v>
                </c:pt>
                <c:pt idx="3264">
                  <c:v>10:49</c:v>
                </c:pt>
                <c:pt idx="3265">
                  <c:v>10:49</c:v>
                </c:pt>
                <c:pt idx="3266">
                  <c:v>10:49</c:v>
                </c:pt>
                <c:pt idx="3267">
                  <c:v>10:49</c:v>
                </c:pt>
                <c:pt idx="3268">
                  <c:v>10:49</c:v>
                </c:pt>
                <c:pt idx="3269">
                  <c:v>10:49</c:v>
                </c:pt>
                <c:pt idx="3270">
                  <c:v>10:50</c:v>
                </c:pt>
                <c:pt idx="3271">
                  <c:v>10:50</c:v>
                </c:pt>
                <c:pt idx="3272">
                  <c:v>10:50</c:v>
                </c:pt>
                <c:pt idx="3273">
                  <c:v>10:50</c:v>
                </c:pt>
                <c:pt idx="3274">
                  <c:v>10:50</c:v>
                </c:pt>
                <c:pt idx="3275">
                  <c:v>10:50</c:v>
                </c:pt>
                <c:pt idx="3276">
                  <c:v>10:50</c:v>
                </c:pt>
                <c:pt idx="3277">
                  <c:v>10:50</c:v>
                </c:pt>
                <c:pt idx="3278">
                  <c:v>10:50</c:v>
                </c:pt>
                <c:pt idx="3279">
                  <c:v>10:50</c:v>
                </c:pt>
                <c:pt idx="3280">
                  <c:v>10:50</c:v>
                </c:pt>
                <c:pt idx="3281">
                  <c:v>10:50</c:v>
                </c:pt>
                <c:pt idx="3282">
                  <c:v>10:50</c:v>
                </c:pt>
                <c:pt idx="3283">
                  <c:v>10:50</c:v>
                </c:pt>
                <c:pt idx="3284">
                  <c:v>10:50</c:v>
                </c:pt>
                <c:pt idx="3285">
                  <c:v>10:50</c:v>
                </c:pt>
                <c:pt idx="3286">
                  <c:v>10:50</c:v>
                </c:pt>
                <c:pt idx="3287">
                  <c:v>10:50</c:v>
                </c:pt>
                <c:pt idx="3288">
                  <c:v>10:50</c:v>
                </c:pt>
                <c:pt idx="3289">
                  <c:v>10:50</c:v>
                </c:pt>
                <c:pt idx="3290">
                  <c:v>10:50</c:v>
                </c:pt>
                <c:pt idx="3291">
                  <c:v>10:50</c:v>
                </c:pt>
                <c:pt idx="3292">
                  <c:v>10:50</c:v>
                </c:pt>
                <c:pt idx="3293">
                  <c:v>10:50</c:v>
                </c:pt>
                <c:pt idx="3294">
                  <c:v>10:50</c:v>
                </c:pt>
                <c:pt idx="3295">
                  <c:v>10:50</c:v>
                </c:pt>
                <c:pt idx="3296">
                  <c:v>10:50</c:v>
                </c:pt>
                <c:pt idx="3297">
                  <c:v>10:50</c:v>
                </c:pt>
                <c:pt idx="3298">
                  <c:v>10:50</c:v>
                </c:pt>
                <c:pt idx="3299">
                  <c:v>10:50</c:v>
                </c:pt>
                <c:pt idx="3300">
                  <c:v>10:51</c:v>
                </c:pt>
                <c:pt idx="3301">
                  <c:v>10:51</c:v>
                </c:pt>
                <c:pt idx="3302">
                  <c:v>10:51</c:v>
                </c:pt>
                <c:pt idx="3303">
                  <c:v>10:51</c:v>
                </c:pt>
                <c:pt idx="3304">
                  <c:v>10:51</c:v>
                </c:pt>
                <c:pt idx="3305">
                  <c:v>10:51</c:v>
                </c:pt>
                <c:pt idx="3306">
                  <c:v>10:51</c:v>
                </c:pt>
                <c:pt idx="3307">
                  <c:v>10:51</c:v>
                </c:pt>
                <c:pt idx="3308">
                  <c:v>10:51</c:v>
                </c:pt>
                <c:pt idx="3309">
                  <c:v>10:51</c:v>
                </c:pt>
                <c:pt idx="3310">
                  <c:v>10:51</c:v>
                </c:pt>
                <c:pt idx="3311">
                  <c:v>10:51</c:v>
                </c:pt>
                <c:pt idx="3312">
                  <c:v>10:51</c:v>
                </c:pt>
                <c:pt idx="3313">
                  <c:v>10:51</c:v>
                </c:pt>
                <c:pt idx="3314">
                  <c:v>10:51</c:v>
                </c:pt>
                <c:pt idx="3315">
                  <c:v>10:51</c:v>
                </c:pt>
                <c:pt idx="3316">
                  <c:v>10:51</c:v>
                </c:pt>
                <c:pt idx="3317">
                  <c:v>10:51</c:v>
                </c:pt>
                <c:pt idx="3318">
                  <c:v>10:51</c:v>
                </c:pt>
                <c:pt idx="3319">
                  <c:v>10:51</c:v>
                </c:pt>
                <c:pt idx="3320">
                  <c:v>10:51</c:v>
                </c:pt>
                <c:pt idx="3321">
                  <c:v>10:51</c:v>
                </c:pt>
                <c:pt idx="3322">
                  <c:v>10:51</c:v>
                </c:pt>
                <c:pt idx="3323">
                  <c:v>10:51</c:v>
                </c:pt>
                <c:pt idx="3324">
                  <c:v>10:51</c:v>
                </c:pt>
                <c:pt idx="3325">
                  <c:v>10:51</c:v>
                </c:pt>
                <c:pt idx="3326">
                  <c:v>10:51</c:v>
                </c:pt>
                <c:pt idx="3327">
                  <c:v>10:51</c:v>
                </c:pt>
                <c:pt idx="3328">
                  <c:v>10:51</c:v>
                </c:pt>
                <c:pt idx="3329">
                  <c:v>10:51</c:v>
                </c:pt>
                <c:pt idx="3330">
                  <c:v>10:52</c:v>
                </c:pt>
                <c:pt idx="3331">
                  <c:v>10:52</c:v>
                </c:pt>
                <c:pt idx="3332">
                  <c:v>10:52</c:v>
                </c:pt>
                <c:pt idx="3333">
                  <c:v>10:52</c:v>
                </c:pt>
                <c:pt idx="3334">
                  <c:v>10:52</c:v>
                </c:pt>
                <c:pt idx="3335">
                  <c:v>10:52</c:v>
                </c:pt>
                <c:pt idx="3336">
                  <c:v>10:52</c:v>
                </c:pt>
                <c:pt idx="3337">
                  <c:v>10:52</c:v>
                </c:pt>
                <c:pt idx="3338">
                  <c:v>10:52</c:v>
                </c:pt>
                <c:pt idx="3339">
                  <c:v>10:52</c:v>
                </c:pt>
                <c:pt idx="3340">
                  <c:v>10:52</c:v>
                </c:pt>
                <c:pt idx="3341">
                  <c:v>10:52</c:v>
                </c:pt>
                <c:pt idx="3342">
                  <c:v>10:52</c:v>
                </c:pt>
                <c:pt idx="3343">
                  <c:v>10:52</c:v>
                </c:pt>
                <c:pt idx="3344">
                  <c:v>10:52</c:v>
                </c:pt>
                <c:pt idx="3345">
                  <c:v>10:52</c:v>
                </c:pt>
                <c:pt idx="3346">
                  <c:v>10:52</c:v>
                </c:pt>
                <c:pt idx="3347">
                  <c:v>10:52</c:v>
                </c:pt>
                <c:pt idx="3348">
                  <c:v>10:52</c:v>
                </c:pt>
                <c:pt idx="3349">
                  <c:v>10:52</c:v>
                </c:pt>
                <c:pt idx="3350">
                  <c:v>10:52</c:v>
                </c:pt>
                <c:pt idx="3351">
                  <c:v>10:52</c:v>
                </c:pt>
                <c:pt idx="3352">
                  <c:v>10:52</c:v>
                </c:pt>
                <c:pt idx="3353">
                  <c:v>10:52</c:v>
                </c:pt>
                <c:pt idx="3354">
                  <c:v>10:52</c:v>
                </c:pt>
                <c:pt idx="3355">
                  <c:v>10:52</c:v>
                </c:pt>
                <c:pt idx="3356">
                  <c:v>10:52</c:v>
                </c:pt>
                <c:pt idx="3357">
                  <c:v>10:52</c:v>
                </c:pt>
                <c:pt idx="3358">
                  <c:v>10:52</c:v>
                </c:pt>
                <c:pt idx="3359">
                  <c:v>10:52</c:v>
                </c:pt>
                <c:pt idx="3360">
                  <c:v>10:53</c:v>
                </c:pt>
                <c:pt idx="3361">
                  <c:v>10:53</c:v>
                </c:pt>
                <c:pt idx="3362">
                  <c:v>10:53</c:v>
                </c:pt>
                <c:pt idx="3363">
                  <c:v>10:53</c:v>
                </c:pt>
                <c:pt idx="3364">
                  <c:v>10:53</c:v>
                </c:pt>
                <c:pt idx="3365">
                  <c:v>10:53</c:v>
                </c:pt>
                <c:pt idx="3366">
                  <c:v>10:53</c:v>
                </c:pt>
                <c:pt idx="3367">
                  <c:v>10:53</c:v>
                </c:pt>
                <c:pt idx="3368">
                  <c:v>10:53</c:v>
                </c:pt>
                <c:pt idx="3369">
                  <c:v>10:53</c:v>
                </c:pt>
                <c:pt idx="3370">
                  <c:v>10:53</c:v>
                </c:pt>
                <c:pt idx="3371">
                  <c:v>10:53</c:v>
                </c:pt>
                <c:pt idx="3372">
                  <c:v>10:53</c:v>
                </c:pt>
                <c:pt idx="3373">
                  <c:v>10:53</c:v>
                </c:pt>
                <c:pt idx="3374">
                  <c:v>10:53</c:v>
                </c:pt>
                <c:pt idx="3375">
                  <c:v>10:53</c:v>
                </c:pt>
                <c:pt idx="3376">
                  <c:v>10:53</c:v>
                </c:pt>
                <c:pt idx="3377">
                  <c:v>10:53</c:v>
                </c:pt>
                <c:pt idx="3378">
                  <c:v>10:53</c:v>
                </c:pt>
                <c:pt idx="3379">
                  <c:v>10:53</c:v>
                </c:pt>
                <c:pt idx="3380">
                  <c:v>10:53</c:v>
                </c:pt>
                <c:pt idx="3381">
                  <c:v>10:53</c:v>
                </c:pt>
                <c:pt idx="3382">
                  <c:v>10:53</c:v>
                </c:pt>
                <c:pt idx="3383">
                  <c:v>10:53</c:v>
                </c:pt>
                <c:pt idx="3384">
                  <c:v>10:53</c:v>
                </c:pt>
                <c:pt idx="3385">
                  <c:v>10:53</c:v>
                </c:pt>
                <c:pt idx="3386">
                  <c:v>10:53</c:v>
                </c:pt>
                <c:pt idx="3387">
                  <c:v>10:53</c:v>
                </c:pt>
                <c:pt idx="3388">
                  <c:v>10:53</c:v>
                </c:pt>
                <c:pt idx="3389">
                  <c:v>10:53</c:v>
                </c:pt>
                <c:pt idx="3390">
                  <c:v>10:54</c:v>
                </c:pt>
                <c:pt idx="3391">
                  <c:v>10:54</c:v>
                </c:pt>
                <c:pt idx="3392">
                  <c:v>10:54</c:v>
                </c:pt>
                <c:pt idx="3393">
                  <c:v>10:54</c:v>
                </c:pt>
                <c:pt idx="3394">
                  <c:v>10:54</c:v>
                </c:pt>
                <c:pt idx="3395">
                  <c:v>10:54</c:v>
                </c:pt>
                <c:pt idx="3396">
                  <c:v>10:54</c:v>
                </c:pt>
                <c:pt idx="3397">
                  <c:v>10:54</c:v>
                </c:pt>
                <c:pt idx="3398">
                  <c:v>10:54</c:v>
                </c:pt>
                <c:pt idx="3399">
                  <c:v>10:54</c:v>
                </c:pt>
                <c:pt idx="3400">
                  <c:v>10:54</c:v>
                </c:pt>
                <c:pt idx="3401">
                  <c:v>10:54</c:v>
                </c:pt>
                <c:pt idx="3402">
                  <c:v>10:54</c:v>
                </c:pt>
                <c:pt idx="3403">
                  <c:v>10:54</c:v>
                </c:pt>
                <c:pt idx="3404">
                  <c:v>10:54</c:v>
                </c:pt>
                <c:pt idx="3405">
                  <c:v>10:54</c:v>
                </c:pt>
                <c:pt idx="3406">
                  <c:v>10:54</c:v>
                </c:pt>
                <c:pt idx="3407">
                  <c:v>10:54</c:v>
                </c:pt>
                <c:pt idx="3408">
                  <c:v>10:54</c:v>
                </c:pt>
                <c:pt idx="3409">
                  <c:v>10:54</c:v>
                </c:pt>
                <c:pt idx="3410">
                  <c:v>10:54</c:v>
                </c:pt>
                <c:pt idx="3411">
                  <c:v>10:54</c:v>
                </c:pt>
                <c:pt idx="3412">
                  <c:v>10:54</c:v>
                </c:pt>
                <c:pt idx="3413">
                  <c:v>10:54</c:v>
                </c:pt>
                <c:pt idx="3414">
                  <c:v>10:54</c:v>
                </c:pt>
                <c:pt idx="3415">
                  <c:v>10:54</c:v>
                </c:pt>
                <c:pt idx="3416">
                  <c:v>10:54</c:v>
                </c:pt>
                <c:pt idx="3417">
                  <c:v>10:54</c:v>
                </c:pt>
                <c:pt idx="3418">
                  <c:v>10:54</c:v>
                </c:pt>
                <c:pt idx="3419">
                  <c:v>10:54</c:v>
                </c:pt>
                <c:pt idx="3420">
                  <c:v>10:55</c:v>
                </c:pt>
                <c:pt idx="3421">
                  <c:v>10:55</c:v>
                </c:pt>
                <c:pt idx="3422">
                  <c:v>10:55</c:v>
                </c:pt>
                <c:pt idx="3423">
                  <c:v>10:55</c:v>
                </c:pt>
                <c:pt idx="3424">
                  <c:v>10:55</c:v>
                </c:pt>
                <c:pt idx="3425">
                  <c:v>10:55</c:v>
                </c:pt>
                <c:pt idx="3426">
                  <c:v>10:55</c:v>
                </c:pt>
                <c:pt idx="3427">
                  <c:v>10:55</c:v>
                </c:pt>
                <c:pt idx="3428">
                  <c:v>10:55</c:v>
                </c:pt>
                <c:pt idx="3429">
                  <c:v>10:55</c:v>
                </c:pt>
                <c:pt idx="3430">
                  <c:v>10:55</c:v>
                </c:pt>
                <c:pt idx="3431">
                  <c:v>10:55</c:v>
                </c:pt>
                <c:pt idx="3432">
                  <c:v>10:55</c:v>
                </c:pt>
                <c:pt idx="3433">
                  <c:v>10:55</c:v>
                </c:pt>
                <c:pt idx="3434">
                  <c:v>10:55</c:v>
                </c:pt>
                <c:pt idx="3435">
                  <c:v>10:55</c:v>
                </c:pt>
                <c:pt idx="3436">
                  <c:v>10:55</c:v>
                </c:pt>
                <c:pt idx="3437">
                  <c:v>10:55</c:v>
                </c:pt>
                <c:pt idx="3438">
                  <c:v>10:55</c:v>
                </c:pt>
                <c:pt idx="3439">
                  <c:v>10:55</c:v>
                </c:pt>
                <c:pt idx="3440">
                  <c:v>10:55</c:v>
                </c:pt>
                <c:pt idx="3441">
                  <c:v>10:55</c:v>
                </c:pt>
                <c:pt idx="3442">
                  <c:v>10:55</c:v>
                </c:pt>
                <c:pt idx="3443">
                  <c:v>10:55</c:v>
                </c:pt>
                <c:pt idx="3444">
                  <c:v>10:55</c:v>
                </c:pt>
                <c:pt idx="3445">
                  <c:v>10:55</c:v>
                </c:pt>
                <c:pt idx="3446">
                  <c:v>10:55</c:v>
                </c:pt>
                <c:pt idx="3447">
                  <c:v>10:55</c:v>
                </c:pt>
                <c:pt idx="3448">
                  <c:v>10:55</c:v>
                </c:pt>
                <c:pt idx="3449">
                  <c:v>10:55</c:v>
                </c:pt>
                <c:pt idx="3450">
                  <c:v>10:56</c:v>
                </c:pt>
                <c:pt idx="3451">
                  <c:v>10:56</c:v>
                </c:pt>
                <c:pt idx="3452">
                  <c:v>10:56</c:v>
                </c:pt>
                <c:pt idx="3453">
                  <c:v>10:56</c:v>
                </c:pt>
                <c:pt idx="3454">
                  <c:v>10:56</c:v>
                </c:pt>
                <c:pt idx="3455">
                  <c:v>10:56</c:v>
                </c:pt>
                <c:pt idx="3456">
                  <c:v>10:56</c:v>
                </c:pt>
                <c:pt idx="3457">
                  <c:v>10:56</c:v>
                </c:pt>
                <c:pt idx="3458">
                  <c:v>10:56</c:v>
                </c:pt>
                <c:pt idx="3459">
                  <c:v>10:56</c:v>
                </c:pt>
                <c:pt idx="3460">
                  <c:v>10:56</c:v>
                </c:pt>
                <c:pt idx="3461">
                  <c:v>10:56</c:v>
                </c:pt>
                <c:pt idx="3462">
                  <c:v>10:56</c:v>
                </c:pt>
                <c:pt idx="3463">
                  <c:v>10:56</c:v>
                </c:pt>
                <c:pt idx="3464">
                  <c:v>10:56</c:v>
                </c:pt>
                <c:pt idx="3465">
                  <c:v>10:56</c:v>
                </c:pt>
                <c:pt idx="3466">
                  <c:v>10:56</c:v>
                </c:pt>
                <c:pt idx="3467">
                  <c:v>10:56</c:v>
                </c:pt>
                <c:pt idx="3468">
                  <c:v>10:56</c:v>
                </c:pt>
                <c:pt idx="3469">
                  <c:v>10:56</c:v>
                </c:pt>
                <c:pt idx="3470">
                  <c:v>10:56</c:v>
                </c:pt>
                <c:pt idx="3471">
                  <c:v>10:56</c:v>
                </c:pt>
                <c:pt idx="3472">
                  <c:v>10:56</c:v>
                </c:pt>
                <c:pt idx="3473">
                  <c:v>10:56</c:v>
                </c:pt>
                <c:pt idx="3474">
                  <c:v>10:56</c:v>
                </c:pt>
                <c:pt idx="3475">
                  <c:v>10:56</c:v>
                </c:pt>
                <c:pt idx="3476">
                  <c:v>10:56</c:v>
                </c:pt>
                <c:pt idx="3477">
                  <c:v>10:56</c:v>
                </c:pt>
                <c:pt idx="3478">
                  <c:v>10:56</c:v>
                </c:pt>
                <c:pt idx="3479">
                  <c:v>10:56</c:v>
                </c:pt>
                <c:pt idx="3480">
                  <c:v>10:57</c:v>
                </c:pt>
                <c:pt idx="3481">
                  <c:v>10:57</c:v>
                </c:pt>
                <c:pt idx="3482">
                  <c:v>10:57</c:v>
                </c:pt>
                <c:pt idx="3483">
                  <c:v>10:57</c:v>
                </c:pt>
                <c:pt idx="3484">
                  <c:v>10:57</c:v>
                </c:pt>
                <c:pt idx="3485">
                  <c:v>10:57</c:v>
                </c:pt>
                <c:pt idx="3486">
                  <c:v>10:57</c:v>
                </c:pt>
                <c:pt idx="3487">
                  <c:v>10:57</c:v>
                </c:pt>
                <c:pt idx="3488">
                  <c:v>10:57</c:v>
                </c:pt>
                <c:pt idx="3489">
                  <c:v>10:57</c:v>
                </c:pt>
                <c:pt idx="3490">
                  <c:v>10:57</c:v>
                </c:pt>
                <c:pt idx="3491">
                  <c:v>10:57</c:v>
                </c:pt>
                <c:pt idx="3492">
                  <c:v>10:57</c:v>
                </c:pt>
                <c:pt idx="3493">
                  <c:v>10:57</c:v>
                </c:pt>
                <c:pt idx="3494">
                  <c:v>10:57</c:v>
                </c:pt>
                <c:pt idx="3495">
                  <c:v>10:57</c:v>
                </c:pt>
                <c:pt idx="3496">
                  <c:v>10:57</c:v>
                </c:pt>
                <c:pt idx="3497">
                  <c:v>10:57</c:v>
                </c:pt>
                <c:pt idx="3498">
                  <c:v>10:57</c:v>
                </c:pt>
                <c:pt idx="3499">
                  <c:v>10:57</c:v>
                </c:pt>
                <c:pt idx="3500">
                  <c:v>10:57</c:v>
                </c:pt>
                <c:pt idx="3501">
                  <c:v>10:57</c:v>
                </c:pt>
                <c:pt idx="3502">
                  <c:v>10:57</c:v>
                </c:pt>
                <c:pt idx="3503">
                  <c:v>10:57</c:v>
                </c:pt>
                <c:pt idx="3504">
                  <c:v>10:57</c:v>
                </c:pt>
                <c:pt idx="3505">
                  <c:v>10:57</c:v>
                </c:pt>
                <c:pt idx="3506">
                  <c:v>10:57</c:v>
                </c:pt>
                <c:pt idx="3507">
                  <c:v>10:57</c:v>
                </c:pt>
                <c:pt idx="3508">
                  <c:v>10:57</c:v>
                </c:pt>
                <c:pt idx="3509">
                  <c:v>10:57</c:v>
                </c:pt>
                <c:pt idx="3510">
                  <c:v>10:58</c:v>
                </c:pt>
                <c:pt idx="3511">
                  <c:v>10:58</c:v>
                </c:pt>
                <c:pt idx="3512">
                  <c:v>10:58</c:v>
                </c:pt>
                <c:pt idx="3513">
                  <c:v>10:58</c:v>
                </c:pt>
                <c:pt idx="3514">
                  <c:v>10:58</c:v>
                </c:pt>
                <c:pt idx="3515">
                  <c:v>10:58</c:v>
                </c:pt>
                <c:pt idx="3516">
                  <c:v>10:58</c:v>
                </c:pt>
                <c:pt idx="3517">
                  <c:v>10:58</c:v>
                </c:pt>
                <c:pt idx="3518">
                  <c:v>10:58</c:v>
                </c:pt>
                <c:pt idx="3519">
                  <c:v>10:58</c:v>
                </c:pt>
                <c:pt idx="3520">
                  <c:v>10:58</c:v>
                </c:pt>
                <c:pt idx="3521">
                  <c:v>10:58</c:v>
                </c:pt>
                <c:pt idx="3522">
                  <c:v>10:58</c:v>
                </c:pt>
                <c:pt idx="3523">
                  <c:v>10:58</c:v>
                </c:pt>
                <c:pt idx="3524">
                  <c:v>10:58</c:v>
                </c:pt>
                <c:pt idx="3525">
                  <c:v>10:58</c:v>
                </c:pt>
                <c:pt idx="3526">
                  <c:v>10:58</c:v>
                </c:pt>
                <c:pt idx="3527">
                  <c:v>10:58</c:v>
                </c:pt>
                <c:pt idx="3528">
                  <c:v>10:58</c:v>
                </c:pt>
                <c:pt idx="3529">
                  <c:v>10:58</c:v>
                </c:pt>
                <c:pt idx="3530">
                  <c:v>10:58</c:v>
                </c:pt>
                <c:pt idx="3531">
                  <c:v>10:58</c:v>
                </c:pt>
                <c:pt idx="3532">
                  <c:v>10:58</c:v>
                </c:pt>
                <c:pt idx="3533">
                  <c:v>10:58</c:v>
                </c:pt>
                <c:pt idx="3534">
                  <c:v>10:58</c:v>
                </c:pt>
                <c:pt idx="3535">
                  <c:v>10:58</c:v>
                </c:pt>
                <c:pt idx="3536">
                  <c:v>10:58</c:v>
                </c:pt>
                <c:pt idx="3537">
                  <c:v>10:58</c:v>
                </c:pt>
                <c:pt idx="3538">
                  <c:v>10:58</c:v>
                </c:pt>
                <c:pt idx="3539">
                  <c:v>10:58</c:v>
                </c:pt>
                <c:pt idx="3540">
                  <c:v>10:59</c:v>
                </c:pt>
                <c:pt idx="3541">
                  <c:v>10:59</c:v>
                </c:pt>
                <c:pt idx="3542">
                  <c:v>10:59</c:v>
                </c:pt>
                <c:pt idx="3543">
                  <c:v>10:59</c:v>
                </c:pt>
                <c:pt idx="3544">
                  <c:v>10:59</c:v>
                </c:pt>
                <c:pt idx="3545">
                  <c:v>10:59</c:v>
                </c:pt>
                <c:pt idx="3546">
                  <c:v>10:59</c:v>
                </c:pt>
                <c:pt idx="3547">
                  <c:v>10:59</c:v>
                </c:pt>
                <c:pt idx="3548">
                  <c:v>10:59</c:v>
                </c:pt>
                <c:pt idx="3549">
                  <c:v>10:59</c:v>
                </c:pt>
                <c:pt idx="3550">
                  <c:v>10:59</c:v>
                </c:pt>
                <c:pt idx="3551">
                  <c:v>10:59</c:v>
                </c:pt>
                <c:pt idx="3552">
                  <c:v>10:59</c:v>
                </c:pt>
                <c:pt idx="3553">
                  <c:v>10:59</c:v>
                </c:pt>
                <c:pt idx="3554">
                  <c:v>10:59</c:v>
                </c:pt>
                <c:pt idx="3555">
                  <c:v>10:59</c:v>
                </c:pt>
                <c:pt idx="3556">
                  <c:v>10:59</c:v>
                </c:pt>
                <c:pt idx="3557">
                  <c:v>10:59</c:v>
                </c:pt>
                <c:pt idx="3558">
                  <c:v>10:59</c:v>
                </c:pt>
                <c:pt idx="3559">
                  <c:v>10:59</c:v>
                </c:pt>
                <c:pt idx="3560">
                  <c:v>10:59</c:v>
                </c:pt>
                <c:pt idx="3561">
                  <c:v>10:59</c:v>
                </c:pt>
                <c:pt idx="3562">
                  <c:v>10:59</c:v>
                </c:pt>
                <c:pt idx="3563">
                  <c:v>10:59</c:v>
                </c:pt>
                <c:pt idx="3564">
                  <c:v>10:59</c:v>
                </c:pt>
                <c:pt idx="3565">
                  <c:v>10:59</c:v>
                </c:pt>
                <c:pt idx="3566">
                  <c:v>10:59</c:v>
                </c:pt>
                <c:pt idx="3567">
                  <c:v>10:59</c:v>
                </c:pt>
                <c:pt idx="3568">
                  <c:v>10:59</c:v>
                </c:pt>
                <c:pt idx="3569">
                  <c:v>10:59</c:v>
                </c:pt>
                <c:pt idx="3570">
                  <c:v>11:00</c:v>
                </c:pt>
                <c:pt idx="3571">
                  <c:v>11:00</c:v>
                </c:pt>
                <c:pt idx="3572">
                  <c:v>11:00</c:v>
                </c:pt>
                <c:pt idx="3573">
                  <c:v>11:00</c:v>
                </c:pt>
                <c:pt idx="3574">
                  <c:v>11:00</c:v>
                </c:pt>
                <c:pt idx="3575">
                  <c:v>11:00</c:v>
                </c:pt>
                <c:pt idx="3576">
                  <c:v>11:00</c:v>
                </c:pt>
                <c:pt idx="3577">
                  <c:v>11:00</c:v>
                </c:pt>
                <c:pt idx="3578">
                  <c:v>11:00</c:v>
                </c:pt>
                <c:pt idx="3579">
                  <c:v>11:00</c:v>
                </c:pt>
                <c:pt idx="3580">
                  <c:v>11:00</c:v>
                </c:pt>
                <c:pt idx="3581">
                  <c:v>11:00</c:v>
                </c:pt>
                <c:pt idx="3582">
                  <c:v>11:00</c:v>
                </c:pt>
                <c:pt idx="3583">
                  <c:v>11:00</c:v>
                </c:pt>
                <c:pt idx="3584">
                  <c:v>11:00</c:v>
                </c:pt>
                <c:pt idx="3585">
                  <c:v>11:00</c:v>
                </c:pt>
                <c:pt idx="3586">
                  <c:v>11:00</c:v>
                </c:pt>
                <c:pt idx="3587">
                  <c:v>11:00</c:v>
                </c:pt>
                <c:pt idx="3588">
                  <c:v>11:00</c:v>
                </c:pt>
                <c:pt idx="3589">
                  <c:v>11:00</c:v>
                </c:pt>
                <c:pt idx="3590">
                  <c:v>11:00</c:v>
                </c:pt>
                <c:pt idx="3591">
                  <c:v>11:00</c:v>
                </c:pt>
                <c:pt idx="3592">
                  <c:v>11:00</c:v>
                </c:pt>
                <c:pt idx="3593">
                  <c:v>11:00</c:v>
                </c:pt>
                <c:pt idx="3594">
                  <c:v>11:00</c:v>
                </c:pt>
                <c:pt idx="3595">
                  <c:v>11:00</c:v>
                </c:pt>
                <c:pt idx="3596">
                  <c:v>11:00</c:v>
                </c:pt>
                <c:pt idx="3597">
                  <c:v>11:00</c:v>
                </c:pt>
                <c:pt idx="3598">
                  <c:v>11:00</c:v>
                </c:pt>
                <c:pt idx="3599">
                  <c:v>11:00</c:v>
                </c:pt>
                <c:pt idx="3600">
                  <c:v>11:01</c:v>
                </c:pt>
                <c:pt idx="3601">
                  <c:v>11:01</c:v>
                </c:pt>
                <c:pt idx="3602">
                  <c:v>11:01</c:v>
                </c:pt>
                <c:pt idx="3603">
                  <c:v>11:01</c:v>
                </c:pt>
                <c:pt idx="3604">
                  <c:v>11:01</c:v>
                </c:pt>
                <c:pt idx="3605">
                  <c:v>11:01</c:v>
                </c:pt>
                <c:pt idx="3606">
                  <c:v>11:01</c:v>
                </c:pt>
                <c:pt idx="3607">
                  <c:v>11:01</c:v>
                </c:pt>
                <c:pt idx="3608">
                  <c:v>11:01</c:v>
                </c:pt>
                <c:pt idx="3609">
                  <c:v>11:01</c:v>
                </c:pt>
                <c:pt idx="3610">
                  <c:v>11:01</c:v>
                </c:pt>
                <c:pt idx="3611">
                  <c:v>11:01</c:v>
                </c:pt>
                <c:pt idx="3612">
                  <c:v>11:01</c:v>
                </c:pt>
                <c:pt idx="3613">
                  <c:v>11:01</c:v>
                </c:pt>
                <c:pt idx="3614">
                  <c:v>11:01</c:v>
                </c:pt>
                <c:pt idx="3615">
                  <c:v>11:01</c:v>
                </c:pt>
                <c:pt idx="3616">
                  <c:v>11:01</c:v>
                </c:pt>
                <c:pt idx="3617">
                  <c:v>11:01</c:v>
                </c:pt>
                <c:pt idx="3618">
                  <c:v>11:01</c:v>
                </c:pt>
                <c:pt idx="3619">
                  <c:v>11:01</c:v>
                </c:pt>
                <c:pt idx="3620">
                  <c:v>11:01</c:v>
                </c:pt>
                <c:pt idx="3621">
                  <c:v>11:01</c:v>
                </c:pt>
                <c:pt idx="3622">
                  <c:v>11:01</c:v>
                </c:pt>
                <c:pt idx="3623">
                  <c:v>11:01</c:v>
                </c:pt>
                <c:pt idx="3624">
                  <c:v>11:01</c:v>
                </c:pt>
                <c:pt idx="3625">
                  <c:v>11:01</c:v>
                </c:pt>
                <c:pt idx="3626">
                  <c:v>11:01</c:v>
                </c:pt>
                <c:pt idx="3627">
                  <c:v>11:01</c:v>
                </c:pt>
                <c:pt idx="3628">
                  <c:v>11:01</c:v>
                </c:pt>
                <c:pt idx="3629">
                  <c:v>11:01</c:v>
                </c:pt>
                <c:pt idx="3630">
                  <c:v>11:02</c:v>
                </c:pt>
                <c:pt idx="3631">
                  <c:v>11:02</c:v>
                </c:pt>
                <c:pt idx="3632">
                  <c:v>11:02</c:v>
                </c:pt>
                <c:pt idx="3633">
                  <c:v>11:02</c:v>
                </c:pt>
                <c:pt idx="3634">
                  <c:v>11:02</c:v>
                </c:pt>
                <c:pt idx="3635">
                  <c:v>11:02</c:v>
                </c:pt>
                <c:pt idx="3636">
                  <c:v>11:02</c:v>
                </c:pt>
                <c:pt idx="3637">
                  <c:v>11:02</c:v>
                </c:pt>
                <c:pt idx="3638">
                  <c:v>11:02</c:v>
                </c:pt>
                <c:pt idx="3639">
                  <c:v>11:02</c:v>
                </c:pt>
                <c:pt idx="3640">
                  <c:v>11:02</c:v>
                </c:pt>
                <c:pt idx="3641">
                  <c:v>11:02</c:v>
                </c:pt>
                <c:pt idx="3642">
                  <c:v>11:02</c:v>
                </c:pt>
                <c:pt idx="3643">
                  <c:v>11:02</c:v>
                </c:pt>
                <c:pt idx="3644">
                  <c:v>11:02</c:v>
                </c:pt>
                <c:pt idx="3645">
                  <c:v>11:02</c:v>
                </c:pt>
                <c:pt idx="3646">
                  <c:v>11:02</c:v>
                </c:pt>
                <c:pt idx="3647">
                  <c:v>11:02</c:v>
                </c:pt>
                <c:pt idx="3648">
                  <c:v>11:02</c:v>
                </c:pt>
                <c:pt idx="3649">
                  <c:v>11:02</c:v>
                </c:pt>
                <c:pt idx="3650">
                  <c:v>11:02</c:v>
                </c:pt>
                <c:pt idx="3651">
                  <c:v>11:02</c:v>
                </c:pt>
                <c:pt idx="3652">
                  <c:v>11:02</c:v>
                </c:pt>
                <c:pt idx="3653">
                  <c:v>11:02</c:v>
                </c:pt>
                <c:pt idx="3654">
                  <c:v>11:02</c:v>
                </c:pt>
                <c:pt idx="3655">
                  <c:v>11:02</c:v>
                </c:pt>
                <c:pt idx="3656">
                  <c:v>11:02</c:v>
                </c:pt>
                <c:pt idx="3657">
                  <c:v>11:02</c:v>
                </c:pt>
                <c:pt idx="3658">
                  <c:v>11:02</c:v>
                </c:pt>
                <c:pt idx="3659">
                  <c:v>11:02</c:v>
                </c:pt>
                <c:pt idx="3660">
                  <c:v>11:03</c:v>
                </c:pt>
                <c:pt idx="3661">
                  <c:v>11:03</c:v>
                </c:pt>
                <c:pt idx="3662">
                  <c:v>11:03</c:v>
                </c:pt>
                <c:pt idx="3663">
                  <c:v>11:03</c:v>
                </c:pt>
                <c:pt idx="3664">
                  <c:v>11:03</c:v>
                </c:pt>
                <c:pt idx="3665">
                  <c:v>11:03</c:v>
                </c:pt>
                <c:pt idx="3666">
                  <c:v>11:03</c:v>
                </c:pt>
                <c:pt idx="3667">
                  <c:v>11:03</c:v>
                </c:pt>
                <c:pt idx="3668">
                  <c:v>11:03</c:v>
                </c:pt>
                <c:pt idx="3669">
                  <c:v>11:03</c:v>
                </c:pt>
                <c:pt idx="3670">
                  <c:v>11:03</c:v>
                </c:pt>
                <c:pt idx="3671">
                  <c:v>11:03</c:v>
                </c:pt>
                <c:pt idx="3672">
                  <c:v>11:03</c:v>
                </c:pt>
                <c:pt idx="3673">
                  <c:v>11:03</c:v>
                </c:pt>
                <c:pt idx="3674">
                  <c:v>11:03</c:v>
                </c:pt>
                <c:pt idx="3675">
                  <c:v>11:03</c:v>
                </c:pt>
                <c:pt idx="3676">
                  <c:v>11:03</c:v>
                </c:pt>
                <c:pt idx="3677">
                  <c:v>11:03</c:v>
                </c:pt>
                <c:pt idx="3678">
                  <c:v>11:03</c:v>
                </c:pt>
                <c:pt idx="3679">
                  <c:v>11:03</c:v>
                </c:pt>
                <c:pt idx="3680">
                  <c:v>11:03</c:v>
                </c:pt>
                <c:pt idx="3681">
                  <c:v>11:03</c:v>
                </c:pt>
                <c:pt idx="3682">
                  <c:v>11:03</c:v>
                </c:pt>
                <c:pt idx="3683">
                  <c:v>11:03</c:v>
                </c:pt>
                <c:pt idx="3684">
                  <c:v>11:03</c:v>
                </c:pt>
                <c:pt idx="3685">
                  <c:v>11:03</c:v>
                </c:pt>
                <c:pt idx="3686">
                  <c:v>11:03</c:v>
                </c:pt>
                <c:pt idx="3687">
                  <c:v>11:03</c:v>
                </c:pt>
                <c:pt idx="3688">
                  <c:v>11:03</c:v>
                </c:pt>
                <c:pt idx="3689">
                  <c:v>11:03</c:v>
                </c:pt>
                <c:pt idx="3690">
                  <c:v>11:04</c:v>
                </c:pt>
                <c:pt idx="3691">
                  <c:v>11:04</c:v>
                </c:pt>
                <c:pt idx="3692">
                  <c:v>11:04</c:v>
                </c:pt>
                <c:pt idx="3693">
                  <c:v>11:04</c:v>
                </c:pt>
                <c:pt idx="3694">
                  <c:v>11:04</c:v>
                </c:pt>
                <c:pt idx="3695">
                  <c:v>11:04</c:v>
                </c:pt>
                <c:pt idx="3696">
                  <c:v>11:04</c:v>
                </c:pt>
                <c:pt idx="3697">
                  <c:v>11:04</c:v>
                </c:pt>
                <c:pt idx="3698">
                  <c:v>11:04</c:v>
                </c:pt>
                <c:pt idx="3699">
                  <c:v>11:04</c:v>
                </c:pt>
                <c:pt idx="3700">
                  <c:v>11:04</c:v>
                </c:pt>
                <c:pt idx="3701">
                  <c:v>11:04</c:v>
                </c:pt>
                <c:pt idx="3702">
                  <c:v>11:04</c:v>
                </c:pt>
                <c:pt idx="3703">
                  <c:v>11:04</c:v>
                </c:pt>
                <c:pt idx="3704">
                  <c:v>11:04</c:v>
                </c:pt>
                <c:pt idx="3705">
                  <c:v>11:04</c:v>
                </c:pt>
                <c:pt idx="3706">
                  <c:v>11:04</c:v>
                </c:pt>
                <c:pt idx="3707">
                  <c:v>11:04</c:v>
                </c:pt>
                <c:pt idx="3708">
                  <c:v>11:04</c:v>
                </c:pt>
                <c:pt idx="3709">
                  <c:v>11:04</c:v>
                </c:pt>
                <c:pt idx="3710">
                  <c:v>11:04</c:v>
                </c:pt>
                <c:pt idx="3711">
                  <c:v>11:04</c:v>
                </c:pt>
                <c:pt idx="3712">
                  <c:v>11:04</c:v>
                </c:pt>
                <c:pt idx="3713">
                  <c:v>11:04</c:v>
                </c:pt>
                <c:pt idx="3714">
                  <c:v>11:04</c:v>
                </c:pt>
                <c:pt idx="3715">
                  <c:v>11:04</c:v>
                </c:pt>
                <c:pt idx="3716">
                  <c:v>11:04</c:v>
                </c:pt>
                <c:pt idx="3717">
                  <c:v>11:04</c:v>
                </c:pt>
                <c:pt idx="3718">
                  <c:v>11:04</c:v>
                </c:pt>
                <c:pt idx="3719">
                  <c:v>11:04</c:v>
                </c:pt>
                <c:pt idx="3720">
                  <c:v>11:05</c:v>
                </c:pt>
                <c:pt idx="3721">
                  <c:v>11:05</c:v>
                </c:pt>
                <c:pt idx="3722">
                  <c:v>11:05</c:v>
                </c:pt>
                <c:pt idx="3723">
                  <c:v>11:05</c:v>
                </c:pt>
                <c:pt idx="3724">
                  <c:v>11:05</c:v>
                </c:pt>
                <c:pt idx="3725">
                  <c:v>11:05</c:v>
                </c:pt>
                <c:pt idx="3726">
                  <c:v>11:05</c:v>
                </c:pt>
                <c:pt idx="3727">
                  <c:v>11:05</c:v>
                </c:pt>
                <c:pt idx="3728">
                  <c:v>11:05</c:v>
                </c:pt>
                <c:pt idx="3729">
                  <c:v>11:05</c:v>
                </c:pt>
                <c:pt idx="3730">
                  <c:v>11:05</c:v>
                </c:pt>
                <c:pt idx="3731">
                  <c:v>11:05</c:v>
                </c:pt>
                <c:pt idx="3732">
                  <c:v>11:05</c:v>
                </c:pt>
                <c:pt idx="3733">
                  <c:v>11:05</c:v>
                </c:pt>
                <c:pt idx="3734">
                  <c:v>11:05</c:v>
                </c:pt>
                <c:pt idx="3735">
                  <c:v>11:05</c:v>
                </c:pt>
                <c:pt idx="3736">
                  <c:v>11:05</c:v>
                </c:pt>
                <c:pt idx="3737">
                  <c:v>11:05</c:v>
                </c:pt>
                <c:pt idx="3738">
                  <c:v>11:05</c:v>
                </c:pt>
                <c:pt idx="3739">
                  <c:v>11:05</c:v>
                </c:pt>
                <c:pt idx="3740">
                  <c:v>11:05</c:v>
                </c:pt>
                <c:pt idx="3741">
                  <c:v>11:05</c:v>
                </c:pt>
                <c:pt idx="3742">
                  <c:v>11:05</c:v>
                </c:pt>
                <c:pt idx="3743">
                  <c:v>11:05</c:v>
                </c:pt>
                <c:pt idx="3744">
                  <c:v>11:05</c:v>
                </c:pt>
                <c:pt idx="3745">
                  <c:v>11:05</c:v>
                </c:pt>
                <c:pt idx="3746">
                  <c:v>11:05</c:v>
                </c:pt>
                <c:pt idx="3747">
                  <c:v>11:05</c:v>
                </c:pt>
                <c:pt idx="3748">
                  <c:v>11:05</c:v>
                </c:pt>
                <c:pt idx="3749">
                  <c:v>11:05</c:v>
                </c:pt>
                <c:pt idx="3750">
                  <c:v>11:06</c:v>
                </c:pt>
                <c:pt idx="3751">
                  <c:v>11:06</c:v>
                </c:pt>
                <c:pt idx="3752">
                  <c:v>11:06</c:v>
                </c:pt>
                <c:pt idx="3753">
                  <c:v>11:06</c:v>
                </c:pt>
                <c:pt idx="3754">
                  <c:v>11:06</c:v>
                </c:pt>
                <c:pt idx="3755">
                  <c:v>11:06</c:v>
                </c:pt>
                <c:pt idx="3756">
                  <c:v>11:06</c:v>
                </c:pt>
                <c:pt idx="3757">
                  <c:v>11:06</c:v>
                </c:pt>
                <c:pt idx="3758">
                  <c:v>11:06</c:v>
                </c:pt>
                <c:pt idx="3759">
                  <c:v>11:06</c:v>
                </c:pt>
                <c:pt idx="3760">
                  <c:v>11:06</c:v>
                </c:pt>
                <c:pt idx="3761">
                  <c:v>11:06</c:v>
                </c:pt>
                <c:pt idx="3762">
                  <c:v>11:06</c:v>
                </c:pt>
                <c:pt idx="3763">
                  <c:v>11:06</c:v>
                </c:pt>
                <c:pt idx="3764">
                  <c:v>11:06</c:v>
                </c:pt>
                <c:pt idx="3765">
                  <c:v>11:06</c:v>
                </c:pt>
                <c:pt idx="3766">
                  <c:v>11:06</c:v>
                </c:pt>
                <c:pt idx="3767">
                  <c:v>11:06</c:v>
                </c:pt>
                <c:pt idx="3768">
                  <c:v>11:06</c:v>
                </c:pt>
                <c:pt idx="3769">
                  <c:v>11:06</c:v>
                </c:pt>
                <c:pt idx="3770">
                  <c:v>11:06</c:v>
                </c:pt>
                <c:pt idx="3771">
                  <c:v>11:06</c:v>
                </c:pt>
                <c:pt idx="3772">
                  <c:v>11:06</c:v>
                </c:pt>
                <c:pt idx="3773">
                  <c:v>11:06</c:v>
                </c:pt>
                <c:pt idx="3774">
                  <c:v>11:06</c:v>
                </c:pt>
                <c:pt idx="3775">
                  <c:v>11:06</c:v>
                </c:pt>
                <c:pt idx="3776">
                  <c:v>11:06</c:v>
                </c:pt>
                <c:pt idx="3777">
                  <c:v>11:06</c:v>
                </c:pt>
                <c:pt idx="3778">
                  <c:v>11:06</c:v>
                </c:pt>
                <c:pt idx="3779">
                  <c:v>11:06</c:v>
                </c:pt>
                <c:pt idx="3780">
                  <c:v>11:07</c:v>
                </c:pt>
                <c:pt idx="3781">
                  <c:v>11:07</c:v>
                </c:pt>
                <c:pt idx="3782">
                  <c:v>11:07</c:v>
                </c:pt>
                <c:pt idx="3783">
                  <c:v>11:07</c:v>
                </c:pt>
                <c:pt idx="3784">
                  <c:v>11:07</c:v>
                </c:pt>
                <c:pt idx="3785">
                  <c:v>11:07</c:v>
                </c:pt>
                <c:pt idx="3786">
                  <c:v>11:07</c:v>
                </c:pt>
                <c:pt idx="3787">
                  <c:v>11:07</c:v>
                </c:pt>
                <c:pt idx="3788">
                  <c:v>11:07</c:v>
                </c:pt>
                <c:pt idx="3789">
                  <c:v>11:07</c:v>
                </c:pt>
                <c:pt idx="3790">
                  <c:v>11:07</c:v>
                </c:pt>
                <c:pt idx="3791">
                  <c:v>11:07</c:v>
                </c:pt>
                <c:pt idx="3792">
                  <c:v>11:07</c:v>
                </c:pt>
                <c:pt idx="3793">
                  <c:v>11:07</c:v>
                </c:pt>
                <c:pt idx="3794">
                  <c:v>11:07</c:v>
                </c:pt>
                <c:pt idx="3795">
                  <c:v>11:07</c:v>
                </c:pt>
                <c:pt idx="3796">
                  <c:v>11:07</c:v>
                </c:pt>
                <c:pt idx="3797">
                  <c:v>11:07</c:v>
                </c:pt>
                <c:pt idx="3798">
                  <c:v>11:07</c:v>
                </c:pt>
                <c:pt idx="3799">
                  <c:v>11:07</c:v>
                </c:pt>
                <c:pt idx="3800">
                  <c:v>11:07</c:v>
                </c:pt>
                <c:pt idx="3801">
                  <c:v>11:07</c:v>
                </c:pt>
                <c:pt idx="3802">
                  <c:v>11:07</c:v>
                </c:pt>
                <c:pt idx="3803">
                  <c:v>11:07</c:v>
                </c:pt>
                <c:pt idx="3804">
                  <c:v>11:07</c:v>
                </c:pt>
                <c:pt idx="3805">
                  <c:v>11:07</c:v>
                </c:pt>
                <c:pt idx="3806">
                  <c:v>11:07</c:v>
                </c:pt>
                <c:pt idx="3807">
                  <c:v>11:07</c:v>
                </c:pt>
                <c:pt idx="3808">
                  <c:v>11:07</c:v>
                </c:pt>
                <c:pt idx="3809">
                  <c:v>11:07</c:v>
                </c:pt>
                <c:pt idx="3810">
                  <c:v>11:08</c:v>
                </c:pt>
                <c:pt idx="3811">
                  <c:v>11:08</c:v>
                </c:pt>
                <c:pt idx="3812">
                  <c:v>11:08</c:v>
                </c:pt>
                <c:pt idx="3813">
                  <c:v>11:08</c:v>
                </c:pt>
                <c:pt idx="3814">
                  <c:v>11:08</c:v>
                </c:pt>
                <c:pt idx="3815">
                  <c:v>11:08</c:v>
                </c:pt>
                <c:pt idx="3816">
                  <c:v>11:08</c:v>
                </c:pt>
                <c:pt idx="3817">
                  <c:v>11:08</c:v>
                </c:pt>
                <c:pt idx="3818">
                  <c:v>11:08</c:v>
                </c:pt>
                <c:pt idx="3819">
                  <c:v>11:08</c:v>
                </c:pt>
                <c:pt idx="3820">
                  <c:v>11:08</c:v>
                </c:pt>
                <c:pt idx="3821">
                  <c:v>11:08</c:v>
                </c:pt>
                <c:pt idx="3822">
                  <c:v>11:08</c:v>
                </c:pt>
                <c:pt idx="3823">
                  <c:v>11:08</c:v>
                </c:pt>
                <c:pt idx="3824">
                  <c:v>11:08</c:v>
                </c:pt>
                <c:pt idx="3825">
                  <c:v>11:08</c:v>
                </c:pt>
                <c:pt idx="3826">
                  <c:v>11:08</c:v>
                </c:pt>
                <c:pt idx="3827">
                  <c:v>11:08</c:v>
                </c:pt>
                <c:pt idx="3828">
                  <c:v>11:08</c:v>
                </c:pt>
                <c:pt idx="3829">
                  <c:v>11:08</c:v>
                </c:pt>
                <c:pt idx="3830">
                  <c:v>11:08</c:v>
                </c:pt>
                <c:pt idx="3831">
                  <c:v>11:08</c:v>
                </c:pt>
                <c:pt idx="3832">
                  <c:v>11:08</c:v>
                </c:pt>
                <c:pt idx="3833">
                  <c:v>11:08</c:v>
                </c:pt>
                <c:pt idx="3834">
                  <c:v>11:08</c:v>
                </c:pt>
                <c:pt idx="3835">
                  <c:v>11:08</c:v>
                </c:pt>
                <c:pt idx="3836">
                  <c:v>11:08</c:v>
                </c:pt>
                <c:pt idx="3837">
                  <c:v>11:08</c:v>
                </c:pt>
                <c:pt idx="3838">
                  <c:v>11:08</c:v>
                </c:pt>
                <c:pt idx="3839">
                  <c:v>11:08</c:v>
                </c:pt>
                <c:pt idx="3840">
                  <c:v>11:09</c:v>
                </c:pt>
                <c:pt idx="3841">
                  <c:v>11:09</c:v>
                </c:pt>
                <c:pt idx="3842">
                  <c:v>11:09</c:v>
                </c:pt>
                <c:pt idx="3843">
                  <c:v>11:09</c:v>
                </c:pt>
                <c:pt idx="3844">
                  <c:v>11:09</c:v>
                </c:pt>
                <c:pt idx="3845">
                  <c:v>11:09</c:v>
                </c:pt>
                <c:pt idx="3846">
                  <c:v>11:09</c:v>
                </c:pt>
                <c:pt idx="3847">
                  <c:v>11:09</c:v>
                </c:pt>
                <c:pt idx="3848">
                  <c:v>11:09</c:v>
                </c:pt>
                <c:pt idx="3849">
                  <c:v>11:09</c:v>
                </c:pt>
                <c:pt idx="3850">
                  <c:v>11:09</c:v>
                </c:pt>
                <c:pt idx="3851">
                  <c:v>11:09</c:v>
                </c:pt>
                <c:pt idx="3852">
                  <c:v>11:09</c:v>
                </c:pt>
                <c:pt idx="3853">
                  <c:v>11:09</c:v>
                </c:pt>
                <c:pt idx="3854">
                  <c:v>11:09</c:v>
                </c:pt>
                <c:pt idx="3855">
                  <c:v>11:09</c:v>
                </c:pt>
                <c:pt idx="3856">
                  <c:v>11:09</c:v>
                </c:pt>
                <c:pt idx="3857">
                  <c:v>11:09</c:v>
                </c:pt>
                <c:pt idx="3858">
                  <c:v>11:09</c:v>
                </c:pt>
                <c:pt idx="3859">
                  <c:v>11:09</c:v>
                </c:pt>
                <c:pt idx="3860">
                  <c:v>11:09</c:v>
                </c:pt>
                <c:pt idx="3861">
                  <c:v>11:09</c:v>
                </c:pt>
                <c:pt idx="3862">
                  <c:v>11:09</c:v>
                </c:pt>
                <c:pt idx="3863">
                  <c:v>11:09</c:v>
                </c:pt>
                <c:pt idx="3864">
                  <c:v>11:09</c:v>
                </c:pt>
                <c:pt idx="3865">
                  <c:v>11:09</c:v>
                </c:pt>
                <c:pt idx="3866">
                  <c:v>11:09</c:v>
                </c:pt>
                <c:pt idx="3867">
                  <c:v>11:09</c:v>
                </c:pt>
                <c:pt idx="3868">
                  <c:v>11:09</c:v>
                </c:pt>
                <c:pt idx="3869">
                  <c:v>11:09</c:v>
                </c:pt>
                <c:pt idx="3870">
                  <c:v>11:10</c:v>
                </c:pt>
                <c:pt idx="3871">
                  <c:v>11:10</c:v>
                </c:pt>
                <c:pt idx="3872">
                  <c:v>11:10</c:v>
                </c:pt>
                <c:pt idx="3873">
                  <c:v>11:10</c:v>
                </c:pt>
                <c:pt idx="3874">
                  <c:v>11:10</c:v>
                </c:pt>
                <c:pt idx="3875">
                  <c:v>11:10</c:v>
                </c:pt>
                <c:pt idx="3876">
                  <c:v>11:10</c:v>
                </c:pt>
                <c:pt idx="3877">
                  <c:v>11:10</c:v>
                </c:pt>
                <c:pt idx="3878">
                  <c:v>11:10</c:v>
                </c:pt>
                <c:pt idx="3879">
                  <c:v>11:10</c:v>
                </c:pt>
                <c:pt idx="3880">
                  <c:v>11:10</c:v>
                </c:pt>
                <c:pt idx="3881">
                  <c:v>11:10</c:v>
                </c:pt>
                <c:pt idx="3882">
                  <c:v>11:10</c:v>
                </c:pt>
                <c:pt idx="3883">
                  <c:v>11:10</c:v>
                </c:pt>
                <c:pt idx="3884">
                  <c:v>11:10</c:v>
                </c:pt>
                <c:pt idx="3885">
                  <c:v>11:10</c:v>
                </c:pt>
                <c:pt idx="3886">
                  <c:v>11:10</c:v>
                </c:pt>
                <c:pt idx="3887">
                  <c:v>11:10</c:v>
                </c:pt>
                <c:pt idx="3888">
                  <c:v>11:10</c:v>
                </c:pt>
                <c:pt idx="3889">
                  <c:v>11:10</c:v>
                </c:pt>
                <c:pt idx="3890">
                  <c:v>11:10</c:v>
                </c:pt>
                <c:pt idx="3891">
                  <c:v>11:10</c:v>
                </c:pt>
                <c:pt idx="3892">
                  <c:v>11:10</c:v>
                </c:pt>
                <c:pt idx="3893">
                  <c:v>11:10</c:v>
                </c:pt>
                <c:pt idx="3894">
                  <c:v>11:10</c:v>
                </c:pt>
                <c:pt idx="3895">
                  <c:v>11:10</c:v>
                </c:pt>
                <c:pt idx="3896">
                  <c:v>11:10</c:v>
                </c:pt>
                <c:pt idx="3897">
                  <c:v>11:10</c:v>
                </c:pt>
                <c:pt idx="3898">
                  <c:v>11:10</c:v>
                </c:pt>
                <c:pt idx="3899">
                  <c:v>11:10</c:v>
                </c:pt>
                <c:pt idx="3900">
                  <c:v>11:11</c:v>
                </c:pt>
                <c:pt idx="3901">
                  <c:v>11:11</c:v>
                </c:pt>
                <c:pt idx="3902">
                  <c:v>11:11</c:v>
                </c:pt>
                <c:pt idx="3903">
                  <c:v>11:11</c:v>
                </c:pt>
                <c:pt idx="3904">
                  <c:v>11:11</c:v>
                </c:pt>
                <c:pt idx="3905">
                  <c:v>11:11</c:v>
                </c:pt>
                <c:pt idx="3906">
                  <c:v>11:11</c:v>
                </c:pt>
                <c:pt idx="3907">
                  <c:v>11:11</c:v>
                </c:pt>
                <c:pt idx="3908">
                  <c:v>11:11</c:v>
                </c:pt>
                <c:pt idx="3909">
                  <c:v>11:11</c:v>
                </c:pt>
                <c:pt idx="3910">
                  <c:v>11:11</c:v>
                </c:pt>
                <c:pt idx="3911">
                  <c:v>11:11</c:v>
                </c:pt>
                <c:pt idx="3912">
                  <c:v>11:11</c:v>
                </c:pt>
                <c:pt idx="3913">
                  <c:v>11:11</c:v>
                </c:pt>
                <c:pt idx="3914">
                  <c:v>11:11</c:v>
                </c:pt>
                <c:pt idx="3915">
                  <c:v>11:11</c:v>
                </c:pt>
                <c:pt idx="3916">
                  <c:v>11:11</c:v>
                </c:pt>
                <c:pt idx="3917">
                  <c:v>11:11</c:v>
                </c:pt>
                <c:pt idx="3918">
                  <c:v>11:11</c:v>
                </c:pt>
                <c:pt idx="3919">
                  <c:v>11:11</c:v>
                </c:pt>
                <c:pt idx="3920">
                  <c:v>11:11</c:v>
                </c:pt>
                <c:pt idx="3921">
                  <c:v>11:11</c:v>
                </c:pt>
                <c:pt idx="3922">
                  <c:v>11:11</c:v>
                </c:pt>
                <c:pt idx="3923">
                  <c:v>11:11</c:v>
                </c:pt>
                <c:pt idx="3924">
                  <c:v>11:11</c:v>
                </c:pt>
                <c:pt idx="3925">
                  <c:v>11:11</c:v>
                </c:pt>
                <c:pt idx="3926">
                  <c:v>11:11</c:v>
                </c:pt>
                <c:pt idx="3927">
                  <c:v>11:11</c:v>
                </c:pt>
                <c:pt idx="3928">
                  <c:v>11:11</c:v>
                </c:pt>
                <c:pt idx="3929">
                  <c:v>11:11</c:v>
                </c:pt>
                <c:pt idx="3930">
                  <c:v>11:12</c:v>
                </c:pt>
                <c:pt idx="3931">
                  <c:v>11:12</c:v>
                </c:pt>
                <c:pt idx="3932">
                  <c:v>11:12</c:v>
                </c:pt>
                <c:pt idx="3933">
                  <c:v>11:12</c:v>
                </c:pt>
                <c:pt idx="3934">
                  <c:v>11:12</c:v>
                </c:pt>
                <c:pt idx="3935">
                  <c:v>11:12</c:v>
                </c:pt>
                <c:pt idx="3936">
                  <c:v>11:12</c:v>
                </c:pt>
                <c:pt idx="3937">
                  <c:v>11:12</c:v>
                </c:pt>
                <c:pt idx="3938">
                  <c:v>11:12</c:v>
                </c:pt>
                <c:pt idx="3939">
                  <c:v>11:12</c:v>
                </c:pt>
                <c:pt idx="3940">
                  <c:v>11:12</c:v>
                </c:pt>
                <c:pt idx="3941">
                  <c:v>11:12</c:v>
                </c:pt>
                <c:pt idx="3942">
                  <c:v>11:12</c:v>
                </c:pt>
                <c:pt idx="3943">
                  <c:v>11:12</c:v>
                </c:pt>
                <c:pt idx="3944">
                  <c:v>11:12</c:v>
                </c:pt>
                <c:pt idx="3945">
                  <c:v>11:12</c:v>
                </c:pt>
                <c:pt idx="3946">
                  <c:v>11:12</c:v>
                </c:pt>
                <c:pt idx="3947">
                  <c:v>11:12</c:v>
                </c:pt>
                <c:pt idx="3948">
                  <c:v>11:12</c:v>
                </c:pt>
                <c:pt idx="3949">
                  <c:v>11:12</c:v>
                </c:pt>
                <c:pt idx="3950">
                  <c:v>11:12</c:v>
                </c:pt>
                <c:pt idx="3951">
                  <c:v>11:12</c:v>
                </c:pt>
                <c:pt idx="3952">
                  <c:v>11:12</c:v>
                </c:pt>
                <c:pt idx="3953">
                  <c:v>11:12</c:v>
                </c:pt>
                <c:pt idx="3954">
                  <c:v>11:12</c:v>
                </c:pt>
                <c:pt idx="3955">
                  <c:v>11:12</c:v>
                </c:pt>
                <c:pt idx="3956">
                  <c:v>11:12</c:v>
                </c:pt>
                <c:pt idx="3957">
                  <c:v>11:12</c:v>
                </c:pt>
                <c:pt idx="3958">
                  <c:v>11:12</c:v>
                </c:pt>
                <c:pt idx="3959">
                  <c:v>11:12</c:v>
                </c:pt>
                <c:pt idx="3960">
                  <c:v>11:13</c:v>
                </c:pt>
                <c:pt idx="3961">
                  <c:v>11:13</c:v>
                </c:pt>
                <c:pt idx="3962">
                  <c:v>11:13</c:v>
                </c:pt>
                <c:pt idx="3963">
                  <c:v>11:13</c:v>
                </c:pt>
                <c:pt idx="3964">
                  <c:v>11:13</c:v>
                </c:pt>
                <c:pt idx="3965">
                  <c:v>11:13</c:v>
                </c:pt>
                <c:pt idx="3966">
                  <c:v>11:13</c:v>
                </c:pt>
                <c:pt idx="3967">
                  <c:v>11:13</c:v>
                </c:pt>
                <c:pt idx="3968">
                  <c:v>11:13</c:v>
                </c:pt>
                <c:pt idx="3969">
                  <c:v>11:13</c:v>
                </c:pt>
                <c:pt idx="3970">
                  <c:v>11:13</c:v>
                </c:pt>
                <c:pt idx="3971">
                  <c:v>11:13</c:v>
                </c:pt>
                <c:pt idx="3972">
                  <c:v>11:13</c:v>
                </c:pt>
                <c:pt idx="3973">
                  <c:v>11:13</c:v>
                </c:pt>
                <c:pt idx="3974">
                  <c:v>11:13</c:v>
                </c:pt>
                <c:pt idx="3975">
                  <c:v>11:13</c:v>
                </c:pt>
                <c:pt idx="3976">
                  <c:v>11:13</c:v>
                </c:pt>
                <c:pt idx="3977">
                  <c:v>11:13</c:v>
                </c:pt>
                <c:pt idx="3978">
                  <c:v>11:13</c:v>
                </c:pt>
                <c:pt idx="3979">
                  <c:v>11:13</c:v>
                </c:pt>
                <c:pt idx="3980">
                  <c:v>11:13</c:v>
                </c:pt>
                <c:pt idx="3981">
                  <c:v>11:13</c:v>
                </c:pt>
                <c:pt idx="3982">
                  <c:v>11:13</c:v>
                </c:pt>
                <c:pt idx="3983">
                  <c:v>11:13</c:v>
                </c:pt>
                <c:pt idx="3984">
                  <c:v>11:13</c:v>
                </c:pt>
                <c:pt idx="3985">
                  <c:v>11:13</c:v>
                </c:pt>
                <c:pt idx="3986">
                  <c:v>11:13</c:v>
                </c:pt>
                <c:pt idx="3987">
                  <c:v>11:13</c:v>
                </c:pt>
                <c:pt idx="3988">
                  <c:v>11:13</c:v>
                </c:pt>
                <c:pt idx="3989">
                  <c:v>11:13</c:v>
                </c:pt>
                <c:pt idx="3990">
                  <c:v>11:14</c:v>
                </c:pt>
                <c:pt idx="3991">
                  <c:v>11:14</c:v>
                </c:pt>
                <c:pt idx="3992">
                  <c:v>11:14</c:v>
                </c:pt>
                <c:pt idx="3993">
                  <c:v>11:14</c:v>
                </c:pt>
                <c:pt idx="3994">
                  <c:v>11:14</c:v>
                </c:pt>
                <c:pt idx="3995">
                  <c:v>11:14</c:v>
                </c:pt>
                <c:pt idx="3996">
                  <c:v>11:14</c:v>
                </c:pt>
                <c:pt idx="3997">
                  <c:v>11:14</c:v>
                </c:pt>
                <c:pt idx="3998">
                  <c:v>11:14</c:v>
                </c:pt>
                <c:pt idx="3999">
                  <c:v>11:14</c:v>
                </c:pt>
                <c:pt idx="4000">
                  <c:v>11:14</c:v>
                </c:pt>
                <c:pt idx="4001">
                  <c:v>11:14</c:v>
                </c:pt>
                <c:pt idx="4002">
                  <c:v>11:14</c:v>
                </c:pt>
                <c:pt idx="4003">
                  <c:v>11:14</c:v>
                </c:pt>
                <c:pt idx="4004">
                  <c:v>11:14</c:v>
                </c:pt>
                <c:pt idx="4005">
                  <c:v>11:14</c:v>
                </c:pt>
                <c:pt idx="4006">
                  <c:v>11:14</c:v>
                </c:pt>
                <c:pt idx="4007">
                  <c:v>11:14</c:v>
                </c:pt>
                <c:pt idx="4008">
                  <c:v>11:14</c:v>
                </c:pt>
                <c:pt idx="4009">
                  <c:v>11:14</c:v>
                </c:pt>
                <c:pt idx="4010">
                  <c:v>11:14</c:v>
                </c:pt>
                <c:pt idx="4011">
                  <c:v>11:14</c:v>
                </c:pt>
                <c:pt idx="4012">
                  <c:v>11:14</c:v>
                </c:pt>
                <c:pt idx="4013">
                  <c:v>11:14</c:v>
                </c:pt>
                <c:pt idx="4014">
                  <c:v>11:14</c:v>
                </c:pt>
                <c:pt idx="4015">
                  <c:v>11:14</c:v>
                </c:pt>
                <c:pt idx="4016">
                  <c:v>11:14</c:v>
                </c:pt>
                <c:pt idx="4017">
                  <c:v>11:14</c:v>
                </c:pt>
                <c:pt idx="4018">
                  <c:v>11:14</c:v>
                </c:pt>
                <c:pt idx="4019">
                  <c:v>11:14</c:v>
                </c:pt>
                <c:pt idx="4020">
                  <c:v>11:15</c:v>
                </c:pt>
                <c:pt idx="4021">
                  <c:v>11:15</c:v>
                </c:pt>
                <c:pt idx="4022">
                  <c:v>11:15</c:v>
                </c:pt>
                <c:pt idx="4023">
                  <c:v>11:15</c:v>
                </c:pt>
                <c:pt idx="4024">
                  <c:v>11:15</c:v>
                </c:pt>
                <c:pt idx="4025">
                  <c:v>11:15</c:v>
                </c:pt>
                <c:pt idx="4026">
                  <c:v>11:15</c:v>
                </c:pt>
                <c:pt idx="4027">
                  <c:v>11:15</c:v>
                </c:pt>
                <c:pt idx="4028">
                  <c:v>11:15</c:v>
                </c:pt>
                <c:pt idx="4029">
                  <c:v>11:15</c:v>
                </c:pt>
                <c:pt idx="4030">
                  <c:v>11:15</c:v>
                </c:pt>
                <c:pt idx="4031">
                  <c:v>11:15</c:v>
                </c:pt>
                <c:pt idx="4032">
                  <c:v>11:15</c:v>
                </c:pt>
                <c:pt idx="4033">
                  <c:v>11:15</c:v>
                </c:pt>
                <c:pt idx="4034">
                  <c:v>11:15</c:v>
                </c:pt>
                <c:pt idx="4035">
                  <c:v>11:15</c:v>
                </c:pt>
                <c:pt idx="4036">
                  <c:v>11:15</c:v>
                </c:pt>
                <c:pt idx="4037">
                  <c:v>11:15</c:v>
                </c:pt>
                <c:pt idx="4038">
                  <c:v>11:15</c:v>
                </c:pt>
                <c:pt idx="4039">
                  <c:v>11:15</c:v>
                </c:pt>
                <c:pt idx="4040">
                  <c:v>11:15</c:v>
                </c:pt>
                <c:pt idx="4041">
                  <c:v>11:15</c:v>
                </c:pt>
                <c:pt idx="4042">
                  <c:v>11:15</c:v>
                </c:pt>
                <c:pt idx="4043">
                  <c:v>11:15</c:v>
                </c:pt>
                <c:pt idx="4044">
                  <c:v>11:15</c:v>
                </c:pt>
                <c:pt idx="4045">
                  <c:v>11:15</c:v>
                </c:pt>
                <c:pt idx="4046">
                  <c:v>11:15</c:v>
                </c:pt>
                <c:pt idx="4047">
                  <c:v>11:15</c:v>
                </c:pt>
                <c:pt idx="4048">
                  <c:v>11:15</c:v>
                </c:pt>
                <c:pt idx="4049">
                  <c:v>11:15</c:v>
                </c:pt>
                <c:pt idx="4050">
                  <c:v>11:16</c:v>
                </c:pt>
                <c:pt idx="4051">
                  <c:v>11:16</c:v>
                </c:pt>
                <c:pt idx="4052">
                  <c:v>11:16</c:v>
                </c:pt>
                <c:pt idx="4053">
                  <c:v>11:16</c:v>
                </c:pt>
                <c:pt idx="4054">
                  <c:v>11:16</c:v>
                </c:pt>
                <c:pt idx="4055">
                  <c:v>11:16</c:v>
                </c:pt>
                <c:pt idx="4056">
                  <c:v>11:16</c:v>
                </c:pt>
                <c:pt idx="4057">
                  <c:v>11:16</c:v>
                </c:pt>
                <c:pt idx="4058">
                  <c:v>11:16</c:v>
                </c:pt>
                <c:pt idx="4059">
                  <c:v>11:16</c:v>
                </c:pt>
                <c:pt idx="4060">
                  <c:v>11:16</c:v>
                </c:pt>
                <c:pt idx="4061">
                  <c:v>11:16</c:v>
                </c:pt>
                <c:pt idx="4062">
                  <c:v>11:16</c:v>
                </c:pt>
                <c:pt idx="4063">
                  <c:v>11:16</c:v>
                </c:pt>
                <c:pt idx="4064">
                  <c:v>11:16</c:v>
                </c:pt>
                <c:pt idx="4065">
                  <c:v>11:16</c:v>
                </c:pt>
                <c:pt idx="4066">
                  <c:v>11:16</c:v>
                </c:pt>
                <c:pt idx="4067">
                  <c:v>11:16</c:v>
                </c:pt>
                <c:pt idx="4068">
                  <c:v>11:16</c:v>
                </c:pt>
                <c:pt idx="4069">
                  <c:v>11:16</c:v>
                </c:pt>
                <c:pt idx="4070">
                  <c:v>11:16</c:v>
                </c:pt>
                <c:pt idx="4071">
                  <c:v>11:16</c:v>
                </c:pt>
                <c:pt idx="4072">
                  <c:v>11:16</c:v>
                </c:pt>
                <c:pt idx="4073">
                  <c:v>11:16</c:v>
                </c:pt>
                <c:pt idx="4074">
                  <c:v>11:16</c:v>
                </c:pt>
                <c:pt idx="4075">
                  <c:v>11:16</c:v>
                </c:pt>
                <c:pt idx="4076">
                  <c:v>11:16</c:v>
                </c:pt>
                <c:pt idx="4077">
                  <c:v>11:16</c:v>
                </c:pt>
                <c:pt idx="4078">
                  <c:v>11:16</c:v>
                </c:pt>
                <c:pt idx="4079">
                  <c:v>11:16</c:v>
                </c:pt>
                <c:pt idx="4080">
                  <c:v>11:17</c:v>
                </c:pt>
                <c:pt idx="4081">
                  <c:v>11:17</c:v>
                </c:pt>
                <c:pt idx="4082">
                  <c:v>11:17</c:v>
                </c:pt>
                <c:pt idx="4083">
                  <c:v>11:17</c:v>
                </c:pt>
                <c:pt idx="4084">
                  <c:v>11:17</c:v>
                </c:pt>
                <c:pt idx="4085">
                  <c:v>11:17</c:v>
                </c:pt>
                <c:pt idx="4086">
                  <c:v>11:17</c:v>
                </c:pt>
                <c:pt idx="4087">
                  <c:v>11:17</c:v>
                </c:pt>
                <c:pt idx="4088">
                  <c:v>11:17</c:v>
                </c:pt>
                <c:pt idx="4089">
                  <c:v>11:17</c:v>
                </c:pt>
                <c:pt idx="4090">
                  <c:v>11:17</c:v>
                </c:pt>
                <c:pt idx="4091">
                  <c:v>11:17</c:v>
                </c:pt>
                <c:pt idx="4092">
                  <c:v>11:17</c:v>
                </c:pt>
                <c:pt idx="4093">
                  <c:v>11:17</c:v>
                </c:pt>
                <c:pt idx="4094">
                  <c:v>11:17</c:v>
                </c:pt>
                <c:pt idx="4095">
                  <c:v>11:17</c:v>
                </c:pt>
                <c:pt idx="4096">
                  <c:v>11:17</c:v>
                </c:pt>
                <c:pt idx="4097">
                  <c:v>11:17</c:v>
                </c:pt>
                <c:pt idx="4098">
                  <c:v>11:17</c:v>
                </c:pt>
                <c:pt idx="4099">
                  <c:v>11:17</c:v>
                </c:pt>
                <c:pt idx="4100">
                  <c:v>11:17</c:v>
                </c:pt>
                <c:pt idx="4101">
                  <c:v>11:17</c:v>
                </c:pt>
                <c:pt idx="4102">
                  <c:v>11:17</c:v>
                </c:pt>
                <c:pt idx="4103">
                  <c:v>11:17</c:v>
                </c:pt>
                <c:pt idx="4104">
                  <c:v>11:17</c:v>
                </c:pt>
                <c:pt idx="4105">
                  <c:v>11:17</c:v>
                </c:pt>
                <c:pt idx="4106">
                  <c:v>11:17</c:v>
                </c:pt>
                <c:pt idx="4107">
                  <c:v>11:17</c:v>
                </c:pt>
                <c:pt idx="4108">
                  <c:v>11:17</c:v>
                </c:pt>
                <c:pt idx="4109">
                  <c:v>11:17</c:v>
                </c:pt>
                <c:pt idx="4110">
                  <c:v>11:18</c:v>
                </c:pt>
                <c:pt idx="4111">
                  <c:v>11:18</c:v>
                </c:pt>
                <c:pt idx="4112">
                  <c:v>11:18</c:v>
                </c:pt>
                <c:pt idx="4113">
                  <c:v>11:18</c:v>
                </c:pt>
                <c:pt idx="4114">
                  <c:v>11:18</c:v>
                </c:pt>
                <c:pt idx="4115">
                  <c:v>11:18</c:v>
                </c:pt>
                <c:pt idx="4116">
                  <c:v>11:18</c:v>
                </c:pt>
                <c:pt idx="4117">
                  <c:v>11:18</c:v>
                </c:pt>
                <c:pt idx="4118">
                  <c:v>11:18</c:v>
                </c:pt>
                <c:pt idx="4119">
                  <c:v>11:18</c:v>
                </c:pt>
                <c:pt idx="4120">
                  <c:v>11:18</c:v>
                </c:pt>
                <c:pt idx="4121">
                  <c:v>11:18</c:v>
                </c:pt>
                <c:pt idx="4122">
                  <c:v>11:18</c:v>
                </c:pt>
                <c:pt idx="4123">
                  <c:v>11:18</c:v>
                </c:pt>
                <c:pt idx="4124">
                  <c:v>11:18</c:v>
                </c:pt>
                <c:pt idx="4125">
                  <c:v>11:18</c:v>
                </c:pt>
                <c:pt idx="4126">
                  <c:v>11:18</c:v>
                </c:pt>
                <c:pt idx="4127">
                  <c:v>11:18</c:v>
                </c:pt>
                <c:pt idx="4128">
                  <c:v>11:18</c:v>
                </c:pt>
                <c:pt idx="4129">
                  <c:v>11:18</c:v>
                </c:pt>
                <c:pt idx="4130">
                  <c:v>11:18</c:v>
                </c:pt>
                <c:pt idx="4131">
                  <c:v>11:18</c:v>
                </c:pt>
                <c:pt idx="4132">
                  <c:v>11:18</c:v>
                </c:pt>
                <c:pt idx="4133">
                  <c:v>11:18</c:v>
                </c:pt>
                <c:pt idx="4134">
                  <c:v>11:18</c:v>
                </c:pt>
                <c:pt idx="4135">
                  <c:v>11:18</c:v>
                </c:pt>
                <c:pt idx="4136">
                  <c:v>11:18</c:v>
                </c:pt>
                <c:pt idx="4137">
                  <c:v>11:18</c:v>
                </c:pt>
                <c:pt idx="4138">
                  <c:v>11:18</c:v>
                </c:pt>
                <c:pt idx="4139">
                  <c:v>11:18</c:v>
                </c:pt>
                <c:pt idx="4140">
                  <c:v>11:19</c:v>
                </c:pt>
                <c:pt idx="4141">
                  <c:v>11:19</c:v>
                </c:pt>
                <c:pt idx="4142">
                  <c:v>11:19</c:v>
                </c:pt>
                <c:pt idx="4143">
                  <c:v>11:19</c:v>
                </c:pt>
                <c:pt idx="4144">
                  <c:v>11:19</c:v>
                </c:pt>
                <c:pt idx="4145">
                  <c:v>11:19</c:v>
                </c:pt>
                <c:pt idx="4146">
                  <c:v>11:19</c:v>
                </c:pt>
                <c:pt idx="4147">
                  <c:v>11:19</c:v>
                </c:pt>
                <c:pt idx="4148">
                  <c:v>11:19</c:v>
                </c:pt>
                <c:pt idx="4149">
                  <c:v>11:19</c:v>
                </c:pt>
                <c:pt idx="4150">
                  <c:v>11:19</c:v>
                </c:pt>
                <c:pt idx="4151">
                  <c:v>11:19</c:v>
                </c:pt>
                <c:pt idx="4152">
                  <c:v>11:19</c:v>
                </c:pt>
                <c:pt idx="4153">
                  <c:v>11:19</c:v>
                </c:pt>
                <c:pt idx="4154">
                  <c:v>11:19</c:v>
                </c:pt>
                <c:pt idx="4155">
                  <c:v>11:19</c:v>
                </c:pt>
                <c:pt idx="4156">
                  <c:v>11:19</c:v>
                </c:pt>
                <c:pt idx="4157">
                  <c:v>11:19</c:v>
                </c:pt>
                <c:pt idx="4158">
                  <c:v>11:19</c:v>
                </c:pt>
                <c:pt idx="4159">
                  <c:v>11:19</c:v>
                </c:pt>
                <c:pt idx="4160">
                  <c:v>11:19</c:v>
                </c:pt>
                <c:pt idx="4161">
                  <c:v>11:19</c:v>
                </c:pt>
                <c:pt idx="4162">
                  <c:v>11:19</c:v>
                </c:pt>
                <c:pt idx="4163">
                  <c:v>11:19</c:v>
                </c:pt>
                <c:pt idx="4164">
                  <c:v>11:19</c:v>
                </c:pt>
                <c:pt idx="4165">
                  <c:v>11:19</c:v>
                </c:pt>
                <c:pt idx="4166">
                  <c:v>11:19</c:v>
                </c:pt>
                <c:pt idx="4167">
                  <c:v>11:19</c:v>
                </c:pt>
                <c:pt idx="4168">
                  <c:v>11:19</c:v>
                </c:pt>
                <c:pt idx="4169">
                  <c:v>11:19</c:v>
                </c:pt>
                <c:pt idx="4170">
                  <c:v>11:20</c:v>
                </c:pt>
                <c:pt idx="4171">
                  <c:v>11:20</c:v>
                </c:pt>
                <c:pt idx="4172">
                  <c:v>11:20</c:v>
                </c:pt>
                <c:pt idx="4173">
                  <c:v>11:20</c:v>
                </c:pt>
                <c:pt idx="4174">
                  <c:v>11:20</c:v>
                </c:pt>
                <c:pt idx="4175">
                  <c:v>11:20</c:v>
                </c:pt>
                <c:pt idx="4176">
                  <c:v>11:20</c:v>
                </c:pt>
                <c:pt idx="4177">
                  <c:v>11:20</c:v>
                </c:pt>
                <c:pt idx="4178">
                  <c:v>11:20</c:v>
                </c:pt>
                <c:pt idx="4179">
                  <c:v>11:20</c:v>
                </c:pt>
                <c:pt idx="4180">
                  <c:v>11:20</c:v>
                </c:pt>
                <c:pt idx="4181">
                  <c:v>11:20</c:v>
                </c:pt>
                <c:pt idx="4182">
                  <c:v>11:20</c:v>
                </c:pt>
                <c:pt idx="4183">
                  <c:v>11:20</c:v>
                </c:pt>
                <c:pt idx="4184">
                  <c:v>11:20</c:v>
                </c:pt>
                <c:pt idx="4185">
                  <c:v>11:20</c:v>
                </c:pt>
                <c:pt idx="4186">
                  <c:v>11:20</c:v>
                </c:pt>
                <c:pt idx="4187">
                  <c:v>11:20</c:v>
                </c:pt>
                <c:pt idx="4188">
                  <c:v>11:20</c:v>
                </c:pt>
                <c:pt idx="4189">
                  <c:v>11:20</c:v>
                </c:pt>
                <c:pt idx="4190">
                  <c:v>11:20</c:v>
                </c:pt>
                <c:pt idx="4191">
                  <c:v>11:20</c:v>
                </c:pt>
                <c:pt idx="4192">
                  <c:v>11:20</c:v>
                </c:pt>
                <c:pt idx="4193">
                  <c:v>11:20</c:v>
                </c:pt>
                <c:pt idx="4194">
                  <c:v>11:20</c:v>
                </c:pt>
                <c:pt idx="4195">
                  <c:v>11:20</c:v>
                </c:pt>
                <c:pt idx="4196">
                  <c:v>11:20</c:v>
                </c:pt>
                <c:pt idx="4197">
                  <c:v>11:20</c:v>
                </c:pt>
                <c:pt idx="4198">
                  <c:v>11:20</c:v>
                </c:pt>
                <c:pt idx="4199">
                  <c:v>11:20</c:v>
                </c:pt>
                <c:pt idx="4200">
                  <c:v>11:21</c:v>
                </c:pt>
                <c:pt idx="4201">
                  <c:v>11:21</c:v>
                </c:pt>
                <c:pt idx="4202">
                  <c:v>11:21</c:v>
                </c:pt>
                <c:pt idx="4203">
                  <c:v>11:21</c:v>
                </c:pt>
                <c:pt idx="4204">
                  <c:v>11:21</c:v>
                </c:pt>
                <c:pt idx="4205">
                  <c:v>11:21</c:v>
                </c:pt>
                <c:pt idx="4206">
                  <c:v>11:21</c:v>
                </c:pt>
                <c:pt idx="4207">
                  <c:v>11:21</c:v>
                </c:pt>
                <c:pt idx="4208">
                  <c:v>11:21</c:v>
                </c:pt>
                <c:pt idx="4209">
                  <c:v>11:21</c:v>
                </c:pt>
                <c:pt idx="4210">
                  <c:v>11:21</c:v>
                </c:pt>
                <c:pt idx="4211">
                  <c:v>11:21</c:v>
                </c:pt>
                <c:pt idx="4212">
                  <c:v>11:21</c:v>
                </c:pt>
                <c:pt idx="4213">
                  <c:v>11:21</c:v>
                </c:pt>
                <c:pt idx="4214">
                  <c:v>11:21</c:v>
                </c:pt>
                <c:pt idx="4215">
                  <c:v>11:21</c:v>
                </c:pt>
                <c:pt idx="4216">
                  <c:v>11:21</c:v>
                </c:pt>
                <c:pt idx="4217">
                  <c:v>11:21</c:v>
                </c:pt>
                <c:pt idx="4218">
                  <c:v>11:21</c:v>
                </c:pt>
                <c:pt idx="4219">
                  <c:v>11:21</c:v>
                </c:pt>
                <c:pt idx="4220">
                  <c:v>11:21</c:v>
                </c:pt>
                <c:pt idx="4221">
                  <c:v>11:21</c:v>
                </c:pt>
                <c:pt idx="4222">
                  <c:v>11:21</c:v>
                </c:pt>
                <c:pt idx="4223">
                  <c:v>11:21</c:v>
                </c:pt>
                <c:pt idx="4224">
                  <c:v>11:21</c:v>
                </c:pt>
                <c:pt idx="4225">
                  <c:v>11:21</c:v>
                </c:pt>
                <c:pt idx="4226">
                  <c:v>11:21</c:v>
                </c:pt>
                <c:pt idx="4227">
                  <c:v>11:21</c:v>
                </c:pt>
                <c:pt idx="4228">
                  <c:v>11:21</c:v>
                </c:pt>
                <c:pt idx="4229">
                  <c:v>11:21</c:v>
                </c:pt>
                <c:pt idx="4230">
                  <c:v>11:22</c:v>
                </c:pt>
                <c:pt idx="4231">
                  <c:v>11:22</c:v>
                </c:pt>
                <c:pt idx="4232">
                  <c:v>11:22</c:v>
                </c:pt>
                <c:pt idx="4233">
                  <c:v>11:22</c:v>
                </c:pt>
                <c:pt idx="4234">
                  <c:v>11:22</c:v>
                </c:pt>
                <c:pt idx="4235">
                  <c:v>11:22</c:v>
                </c:pt>
                <c:pt idx="4236">
                  <c:v>11:22</c:v>
                </c:pt>
                <c:pt idx="4237">
                  <c:v>11:22</c:v>
                </c:pt>
                <c:pt idx="4238">
                  <c:v>11:22</c:v>
                </c:pt>
                <c:pt idx="4239">
                  <c:v>11:22</c:v>
                </c:pt>
                <c:pt idx="4240">
                  <c:v>11:22</c:v>
                </c:pt>
                <c:pt idx="4241">
                  <c:v>11:22</c:v>
                </c:pt>
                <c:pt idx="4242">
                  <c:v>11:22</c:v>
                </c:pt>
                <c:pt idx="4243">
                  <c:v>11:22</c:v>
                </c:pt>
                <c:pt idx="4244">
                  <c:v>11:22</c:v>
                </c:pt>
                <c:pt idx="4245">
                  <c:v>11:22</c:v>
                </c:pt>
                <c:pt idx="4246">
                  <c:v>11:22</c:v>
                </c:pt>
                <c:pt idx="4247">
                  <c:v>11:22</c:v>
                </c:pt>
                <c:pt idx="4248">
                  <c:v>11:22</c:v>
                </c:pt>
                <c:pt idx="4249">
                  <c:v>11:22</c:v>
                </c:pt>
                <c:pt idx="4250">
                  <c:v>11:22</c:v>
                </c:pt>
                <c:pt idx="4251">
                  <c:v>11:22</c:v>
                </c:pt>
                <c:pt idx="4252">
                  <c:v>11:22</c:v>
                </c:pt>
                <c:pt idx="4253">
                  <c:v>11:22</c:v>
                </c:pt>
                <c:pt idx="4254">
                  <c:v>11:22</c:v>
                </c:pt>
                <c:pt idx="4255">
                  <c:v>11:22</c:v>
                </c:pt>
                <c:pt idx="4256">
                  <c:v>11:22</c:v>
                </c:pt>
                <c:pt idx="4257">
                  <c:v>11:22</c:v>
                </c:pt>
                <c:pt idx="4258">
                  <c:v>11:22</c:v>
                </c:pt>
                <c:pt idx="4259">
                  <c:v>11:22</c:v>
                </c:pt>
                <c:pt idx="4260">
                  <c:v>11:23</c:v>
                </c:pt>
                <c:pt idx="4261">
                  <c:v>11:23</c:v>
                </c:pt>
                <c:pt idx="4262">
                  <c:v>11:23</c:v>
                </c:pt>
                <c:pt idx="4263">
                  <c:v>11:23</c:v>
                </c:pt>
                <c:pt idx="4264">
                  <c:v>11:23</c:v>
                </c:pt>
                <c:pt idx="4265">
                  <c:v>11:23</c:v>
                </c:pt>
                <c:pt idx="4266">
                  <c:v>11:23</c:v>
                </c:pt>
                <c:pt idx="4267">
                  <c:v>11:23</c:v>
                </c:pt>
                <c:pt idx="4268">
                  <c:v>11:23</c:v>
                </c:pt>
                <c:pt idx="4269">
                  <c:v>11:23</c:v>
                </c:pt>
                <c:pt idx="4270">
                  <c:v>11:23</c:v>
                </c:pt>
                <c:pt idx="4271">
                  <c:v>11:23</c:v>
                </c:pt>
                <c:pt idx="4272">
                  <c:v>11:23</c:v>
                </c:pt>
                <c:pt idx="4273">
                  <c:v>11:23</c:v>
                </c:pt>
                <c:pt idx="4274">
                  <c:v>11:23</c:v>
                </c:pt>
                <c:pt idx="4275">
                  <c:v>11:23</c:v>
                </c:pt>
                <c:pt idx="4276">
                  <c:v>11:23</c:v>
                </c:pt>
                <c:pt idx="4277">
                  <c:v>11:23</c:v>
                </c:pt>
                <c:pt idx="4278">
                  <c:v>11:23</c:v>
                </c:pt>
                <c:pt idx="4279">
                  <c:v>11:23</c:v>
                </c:pt>
                <c:pt idx="4280">
                  <c:v>11:23</c:v>
                </c:pt>
                <c:pt idx="4281">
                  <c:v>11:23</c:v>
                </c:pt>
                <c:pt idx="4282">
                  <c:v>11:23</c:v>
                </c:pt>
                <c:pt idx="4283">
                  <c:v>11:23</c:v>
                </c:pt>
                <c:pt idx="4284">
                  <c:v>11:23</c:v>
                </c:pt>
                <c:pt idx="4285">
                  <c:v>11:23</c:v>
                </c:pt>
                <c:pt idx="4286">
                  <c:v>11:23</c:v>
                </c:pt>
                <c:pt idx="4287">
                  <c:v>11:23</c:v>
                </c:pt>
                <c:pt idx="4288">
                  <c:v>11:23</c:v>
                </c:pt>
                <c:pt idx="4289">
                  <c:v>11:23</c:v>
                </c:pt>
                <c:pt idx="4290">
                  <c:v>11:24</c:v>
                </c:pt>
                <c:pt idx="4291">
                  <c:v>11:24</c:v>
                </c:pt>
                <c:pt idx="4292">
                  <c:v>11:24</c:v>
                </c:pt>
                <c:pt idx="4293">
                  <c:v>11:24</c:v>
                </c:pt>
                <c:pt idx="4294">
                  <c:v>11:24</c:v>
                </c:pt>
                <c:pt idx="4295">
                  <c:v>11:24</c:v>
                </c:pt>
                <c:pt idx="4296">
                  <c:v>11:24</c:v>
                </c:pt>
                <c:pt idx="4297">
                  <c:v>11:24</c:v>
                </c:pt>
                <c:pt idx="4298">
                  <c:v>11:24</c:v>
                </c:pt>
                <c:pt idx="4299">
                  <c:v>11:24</c:v>
                </c:pt>
                <c:pt idx="4300">
                  <c:v>11:24</c:v>
                </c:pt>
                <c:pt idx="4301">
                  <c:v>11:24</c:v>
                </c:pt>
                <c:pt idx="4302">
                  <c:v>11:24</c:v>
                </c:pt>
                <c:pt idx="4303">
                  <c:v>11:24</c:v>
                </c:pt>
                <c:pt idx="4304">
                  <c:v>11:24</c:v>
                </c:pt>
                <c:pt idx="4305">
                  <c:v>11:24</c:v>
                </c:pt>
                <c:pt idx="4306">
                  <c:v>11:24</c:v>
                </c:pt>
                <c:pt idx="4307">
                  <c:v>11:24</c:v>
                </c:pt>
                <c:pt idx="4308">
                  <c:v>11:24</c:v>
                </c:pt>
                <c:pt idx="4309">
                  <c:v>11:24</c:v>
                </c:pt>
                <c:pt idx="4310">
                  <c:v>11:24</c:v>
                </c:pt>
                <c:pt idx="4311">
                  <c:v>11:24</c:v>
                </c:pt>
                <c:pt idx="4312">
                  <c:v>11:24</c:v>
                </c:pt>
                <c:pt idx="4313">
                  <c:v>11:24</c:v>
                </c:pt>
                <c:pt idx="4314">
                  <c:v>11:24</c:v>
                </c:pt>
                <c:pt idx="4315">
                  <c:v>11:24</c:v>
                </c:pt>
                <c:pt idx="4316">
                  <c:v>11:24</c:v>
                </c:pt>
                <c:pt idx="4317">
                  <c:v>11:24</c:v>
                </c:pt>
                <c:pt idx="4318">
                  <c:v>11:24</c:v>
                </c:pt>
                <c:pt idx="4319">
                  <c:v>11:24</c:v>
                </c:pt>
                <c:pt idx="4320">
                  <c:v>11:25</c:v>
                </c:pt>
                <c:pt idx="4321">
                  <c:v>11:25</c:v>
                </c:pt>
                <c:pt idx="4322">
                  <c:v>11:25</c:v>
                </c:pt>
                <c:pt idx="4323">
                  <c:v>11:25</c:v>
                </c:pt>
                <c:pt idx="4324">
                  <c:v>11:25</c:v>
                </c:pt>
                <c:pt idx="4325">
                  <c:v>11:25</c:v>
                </c:pt>
                <c:pt idx="4326">
                  <c:v>11:25</c:v>
                </c:pt>
                <c:pt idx="4327">
                  <c:v>11:25</c:v>
                </c:pt>
                <c:pt idx="4328">
                  <c:v>11:25</c:v>
                </c:pt>
                <c:pt idx="4329">
                  <c:v>11:25</c:v>
                </c:pt>
                <c:pt idx="4330">
                  <c:v>11:25</c:v>
                </c:pt>
                <c:pt idx="4331">
                  <c:v>11:25</c:v>
                </c:pt>
                <c:pt idx="4332">
                  <c:v>11:25</c:v>
                </c:pt>
                <c:pt idx="4333">
                  <c:v>11:25</c:v>
                </c:pt>
                <c:pt idx="4334">
                  <c:v>11:25</c:v>
                </c:pt>
                <c:pt idx="4335">
                  <c:v>11:25</c:v>
                </c:pt>
                <c:pt idx="4336">
                  <c:v>11:25</c:v>
                </c:pt>
                <c:pt idx="4337">
                  <c:v>11:25</c:v>
                </c:pt>
                <c:pt idx="4338">
                  <c:v>11:25</c:v>
                </c:pt>
                <c:pt idx="4339">
                  <c:v>11:25</c:v>
                </c:pt>
                <c:pt idx="4340">
                  <c:v>11:25</c:v>
                </c:pt>
                <c:pt idx="4341">
                  <c:v>11:25</c:v>
                </c:pt>
                <c:pt idx="4342">
                  <c:v>11:25</c:v>
                </c:pt>
                <c:pt idx="4343">
                  <c:v>11:25</c:v>
                </c:pt>
                <c:pt idx="4344">
                  <c:v>11:25</c:v>
                </c:pt>
                <c:pt idx="4345">
                  <c:v>11:25</c:v>
                </c:pt>
                <c:pt idx="4346">
                  <c:v>11:25</c:v>
                </c:pt>
                <c:pt idx="4347">
                  <c:v>11:25</c:v>
                </c:pt>
                <c:pt idx="4348">
                  <c:v>11:25</c:v>
                </c:pt>
                <c:pt idx="4349">
                  <c:v>11:25</c:v>
                </c:pt>
                <c:pt idx="4350">
                  <c:v>11:26</c:v>
                </c:pt>
                <c:pt idx="4351">
                  <c:v>11:26</c:v>
                </c:pt>
                <c:pt idx="4352">
                  <c:v>11:26</c:v>
                </c:pt>
                <c:pt idx="4353">
                  <c:v>11:26</c:v>
                </c:pt>
                <c:pt idx="4354">
                  <c:v>11:26</c:v>
                </c:pt>
                <c:pt idx="4355">
                  <c:v>11:26</c:v>
                </c:pt>
                <c:pt idx="4356">
                  <c:v>11:26</c:v>
                </c:pt>
                <c:pt idx="4357">
                  <c:v>11:26</c:v>
                </c:pt>
                <c:pt idx="4358">
                  <c:v>11:26</c:v>
                </c:pt>
                <c:pt idx="4359">
                  <c:v>11:26</c:v>
                </c:pt>
                <c:pt idx="4360">
                  <c:v>11:26</c:v>
                </c:pt>
                <c:pt idx="4361">
                  <c:v>11:26</c:v>
                </c:pt>
                <c:pt idx="4362">
                  <c:v>11:26</c:v>
                </c:pt>
                <c:pt idx="4363">
                  <c:v>11:26</c:v>
                </c:pt>
                <c:pt idx="4364">
                  <c:v>11:26</c:v>
                </c:pt>
                <c:pt idx="4365">
                  <c:v>11:26</c:v>
                </c:pt>
                <c:pt idx="4366">
                  <c:v>11:26</c:v>
                </c:pt>
                <c:pt idx="4367">
                  <c:v>11:26</c:v>
                </c:pt>
                <c:pt idx="4368">
                  <c:v>11:26</c:v>
                </c:pt>
                <c:pt idx="4369">
                  <c:v>11:26</c:v>
                </c:pt>
                <c:pt idx="4370">
                  <c:v>11:26</c:v>
                </c:pt>
                <c:pt idx="4371">
                  <c:v>11:26</c:v>
                </c:pt>
                <c:pt idx="4372">
                  <c:v>11:26</c:v>
                </c:pt>
                <c:pt idx="4373">
                  <c:v>11:26</c:v>
                </c:pt>
                <c:pt idx="4374">
                  <c:v>11:26</c:v>
                </c:pt>
                <c:pt idx="4375">
                  <c:v>11:26</c:v>
                </c:pt>
                <c:pt idx="4376">
                  <c:v>11:26</c:v>
                </c:pt>
                <c:pt idx="4377">
                  <c:v>11:26</c:v>
                </c:pt>
                <c:pt idx="4378">
                  <c:v>11:26</c:v>
                </c:pt>
                <c:pt idx="4379">
                  <c:v>11:26</c:v>
                </c:pt>
                <c:pt idx="4380">
                  <c:v>11:27</c:v>
                </c:pt>
                <c:pt idx="4381">
                  <c:v>11:27</c:v>
                </c:pt>
                <c:pt idx="4382">
                  <c:v>11:27</c:v>
                </c:pt>
                <c:pt idx="4383">
                  <c:v>11:27</c:v>
                </c:pt>
                <c:pt idx="4384">
                  <c:v>11:27</c:v>
                </c:pt>
                <c:pt idx="4385">
                  <c:v>11:27</c:v>
                </c:pt>
                <c:pt idx="4386">
                  <c:v>11:27</c:v>
                </c:pt>
                <c:pt idx="4387">
                  <c:v>11:27</c:v>
                </c:pt>
                <c:pt idx="4388">
                  <c:v>11:27</c:v>
                </c:pt>
                <c:pt idx="4389">
                  <c:v>11:27</c:v>
                </c:pt>
                <c:pt idx="4390">
                  <c:v>11:27</c:v>
                </c:pt>
                <c:pt idx="4391">
                  <c:v>11:27</c:v>
                </c:pt>
                <c:pt idx="4392">
                  <c:v>11:27</c:v>
                </c:pt>
                <c:pt idx="4393">
                  <c:v>11:27</c:v>
                </c:pt>
                <c:pt idx="4394">
                  <c:v>11:27</c:v>
                </c:pt>
                <c:pt idx="4395">
                  <c:v>11:27</c:v>
                </c:pt>
                <c:pt idx="4396">
                  <c:v>11:27</c:v>
                </c:pt>
                <c:pt idx="4397">
                  <c:v>11:27</c:v>
                </c:pt>
                <c:pt idx="4398">
                  <c:v>11:27</c:v>
                </c:pt>
                <c:pt idx="4399">
                  <c:v>11:27</c:v>
                </c:pt>
                <c:pt idx="4400">
                  <c:v>11:27</c:v>
                </c:pt>
                <c:pt idx="4401">
                  <c:v>11:27</c:v>
                </c:pt>
                <c:pt idx="4402">
                  <c:v>11:27</c:v>
                </c:pt>
                <c:pt idx="4403">
                  <c:v>11:27</c:v>
                </c:pt>
                <c:pt idx="4404">
                  <c:v>11:27</c:v>
                </c:pt>
                <c:pt idx="4405">
                  <c:v>11:27</c:v>
                </c:pt>
                <c:pt idx="4406">
                  <c:v>11:27</c:v>
                </c:pt>
                <c:pt idx="4407">
                  <c:v>11:27</c:v>
                </c:pt>
                <c:pt idx="4408">
                  <c:v>11:27</c:v>
                </c:pt>
                <c:pt idx="4409">
                  <c:v>11:27</c:v>
                </c:pt>
                <c:pt idx="4410">
                  <c:v>11:28</c:v>
                </c:pt>
                <c:pt idx="4411">
                  <c:v>11:28</c:v>
                </c:pt>
                <c:pt idx="4412">
                  <c:v>11:28</c:v>
                </c:pt>
                <c:pt idx="4413">
                  <c:v>11:28</c:v>
                </c:pt>
                <c:pt idx="4414">
                  <c:v>11:28</c:v>
                </c:pt>
                <c:pt idx="4415">
                  <c:v>11:28</c:v>
                </c:pt>
                <c:pt idx="4416">
                  <c:v>11:28</c:v>
                </c:pt>
                <c:pt idx="4417">
                  <c:v>11:28</c:v>
                </c:pt>
                <c:pt idx="4418">
                  <c:v>11:28</c:v>
                </c:pt>
                <c:pt idx="4419">
                  <c:v>11:28</c:v>
                </c:pt>
                <c:pt idx="4420">
                  <c:v>11:28</c:v>
                </c:pt>
                <c:pt idx="4421">
                  <c:v>11:28</c:v>
                </c:pt>
                <c:pt idx="4422">
                  <c:v>11:28</c:v>
                </c:pt>
                <c:pt idx="4423">
                  <c:v>11:28</c:v>
                </c:pt>
                <c:pt idx="4424">
                  <c:v>11:28</c:v>
                </c:pt>
                <c:pt idx="4425">
                  <c:v>11:28</c:v>
                </c:pt>
                <c:pt idx="4426">
                  <c:v>11:28</c:v>
                </c:pt>
                <c:pt idx="4427">
                  <c:v>11:28</c:v>
                </c:pt>
                <c:pt idx="4428">
                  <c:v>11:28</c:v>
                </c:pt>
                <c:pt idx="4429">
                  <c:v>11:28</c:v>
                </c:pt>
                <c:pt idx="4430">
                  <c:v>11:28</c:v>
                </c:pt>
                <c:pt idx="4431">
                  <c:v>11:28</c:v>
                </c:pt>
                <c:pt idx="4432">
                  <c:v>11:28</c:v>
                </c:pt>
                <c:pt idx="4433">
                  <c:v>11:28</c:v>
                </c:pt>
                <c:pt idx="4434">
                  <c:v>11:28</c:v>
                </c:pt>
                <c:pt idx="4435">
                  <c:v>11:28</c:v>
                </c:pt>
                <c:pt idx="4436">
                  <c:v>11:28</c:v>
                </c:pt>
                <c:pt idx="4437">
                  <c:v>11:28</c:v>
                </c:pt>
                <c:pt idx="4438">
                  <c:v>11:28</c:v>
                </c:pt>
                <c:pt idx="4439">
                  <c:v>11:28</c:v>
                </c:pt>
                <c:pt idx="4440">
                  <c:v>11:29</c:v>
                </c:pt>
                <c:pt idx="4441">
                  <c:v>11:29</c:v>
                </c:pt>
                <c:pt idx="4442">
                  <c:v>11:29</c:v>
                </c:pt>
                <c:pt idx="4443">
                  <c:v>11:29</c:v>
                </c:pt>
                <c:pt idx="4444">
                  <c:v>11:29</c:v>
                </c:pt>
                <c:pt idx="4445">
                  <c:v>11:29</c:v>
                </c:pt>
                <c:pt idx="4446">
                  <c:v>11:29</c:v>
                </c:pt>
                <c:pt idx="4447">
                  <c:v>11:29</c:v>
                </c:pt>
                <c:pt idx="4448">
                  <c:v>11:29</c:v>
                </c:pt>
                <c:pt idx="4449">
                  <c:v>11:29</c:v>
                </c:pt>
                <c:pt idx="4450">
                  <c:v>11:29</c:v>
                </c:pt>
                <c:pt idx="4451">
                  <c:v>11:29</c:v>
                </c:pt>
                <c:pt idx="4452">
                  <c:v>11:29</c:v>
                </c:pt>
                <c:pt idx="4453">
                  <c:v>11:29</c:v>
                </c:pt>
                <c:pt idx="4454">
                  <c:v>11:29</c:v>
                </c:pt>
                <c:pt idx="4455">
                  <c:v>11:29</c:v>
                </c:pt>
                <c:pt idx="4456">
                  <c:v>11:29</c:v>
                </c:pt>
                <c:pt idx="4457">
                  <c:v>11:29</c:v>
                </c:pt>
                <c:pt idx="4458">
                  <c:v>11:29</c:v>
                </c:pt>
                <c:pt idx="4459">
                  <c:v>11:29</c:v>
                </c:pt>
                <c:pt idx="4460">
                  <c:v>11:29</c:v>
                </c:pt>
                <c:pt idx="4461">
                  <c:v>11:29</c:v>
                </c:pt>
                <c:pt idx="4462">
                  <c:v>11:29</c:v>
                </c:pt>
                <c:pt idx="4463">
                  <c:v>11:29</c:v>
                </c:pt>
                <c:pt idx="4464">
                  <c:v>11:29</c:v>
                </c:pt>
                <c:pt idx="4465">
                  <c:v>11:29</c:v>
                </c:pt>
                <c:pt idx="4466">
                  <c:v>11:29</c:v>
                </c:pt>
                <c:pt idx="4467">
                  <c:v>11:29</c:v>
                </c:pt>
                <c:pt idx="4468">
                  <c:v>11:29</c:v>
                </c:pt>
                <c:pt idx="4469">
                  <c:v>11:29</c:v>
                </c:pt>
                <c:pt idx="4470">
                  <c:v>11:30</c:v>
                </c:pt>
                <c:pt idx="4471">
                  <c:v>11:30</c:v>
                </c:pt>
                <c:pt idx="4472">
                  <c:v>11:30</c:v>
                </c:pt>
                <c:pt idx="4473">
                  <c:v>11:30</c:v>
                </c:pt>
                <c:pt idx="4474">
                  <c:v>11:30</c:v>
                </c:pt>
                <c:pt idx="4475">
                  <c:v>11:30</c:v>
                </c:pt>
                <c:pt idx="4476">
                  <c:v>11:30</c:v>
                </c:pt>
                <c:pt idx="4477">
                  <c:v>11:30</c:v>
                </c:pt>
                <c:pt idx="4478">
                  <c:v>11:30</c:v>
                </c:pt>
                <c:pt idx="4479">
                  <c:v>11:30</c:v>
                </c:pt>
                <c:pt idx="4480">
                  <c:v>11:30</c:v>
                </c:pt>
                <c:pt idx="4481">
                  <c:v>11:30</c:v>
                </c:pt>
                <c:pt idx="4482">
                  <c:v>11:30</c:v>
                </c:pt>
                <c:pt idx="4483">
                  <c:v>11:30</c:v>
                </c:pt>
                <c:pt idx="4484">
                  <c:v>11:30</c:v>
                </c:pt>
                <c:pt idx="4485">
                  <c:v>11:30</c:v>
                </c:pt>
                <c:pt idx="4486">
                  <c:v>11:30</c:v>
                </c:pt>
                <c:pt idx="4487">
                  <c:v>11:30</c:v>
                </c:pt>
                <c:pt idx="4488">
                  <c:v>11:30</c:v>
                </c:pt>
                <c:pt idx="4489">
                  <c:v>11:30</c:v>
                </c:pt>
                <c:pt idx="4490">
                  <c:v>11:30</c:v>
                </c:pt>
                <c:pt idx="4491">
                  <c:v>11:30</c:v>
                </c:pt>
                <c:pt idx="4492">
                  <c:v>11:30</c:v>
                </c:pt>
                <c:pt idx="4493">
                  <c:v>11:30</c:v>
                </c:pt>
                <c:pt idx="4494">
                  <c:v>11:30</c:v>
                </c:pt>
                <c:pt idx="4495">
                  <c:v>11:30</c:v>
                </c:pt>
                <c:pt idx="4496">
                  <c:v>11:30</c:v>
                </c:pt>
                <c:pt idx="4497">
                  <c:v>11:30</c:v>
                </c:pt>
                <c:pt idx="4498">
                  <c:v>11:30</c:v>
                </c:pt>
                <c:pt idx="4499">
                  <c:v>11:30</c:v>
                </c:pt>
                <c:pt idx="4500">
                  <c:v>11:31</c:v>
                </c:pt>
                <c:pt idx="4501">
                  <c:v>11:31</c:v>
                </c:pt>
                <c:pt idx="4502">
                  <c:v>11:31</c:v>
                </c:pt>
                <c:pt idx="4503">
                  <c:v>11:31</c:v>
                </c:pt>
                <c:pt idx="4504">
                  <c:v>11:31</c:v>
                </c:pt>
                <c:pt idx="4505">
                  <c:v>11:31</c:v>
                </c:pt>
                <c:pt idx="4506">
                  <c:v>11:31</c:v>
                </c:pt>
                <c:pt idx="4507">
                  <c:v>11:31</c:v>
                </c:pt>
                <c:pt idx="4508">
                  <c:v>11:31</c:v>
                </c:pt>
                <c:pt idx="4509">
                  <c:v>11:31</c:v>
                </c:pt>
                <c:pt idx="4510">
                  <c:v>11:31</c:v>
                </c:pt>
                <c:pt idx="4511">
                  <c:v>11:31</c:v>
                </c:pt>
                <c:pt idx="4512">
                  <c:v>11:31</c:v>
                </c:pt>
                <c:pt idx="4513">
                  <c:v>11:31</c:v>
                </c:pt>
                <c:pt idx="4514">
                  <c:v>11:31</c:v>
                </c:pt>
                <c:pt idx="4515">
                  <c:v>11:31</c:v>
                </c:pt>
                <c:pt idx="4516">
                  <c:v>11:31</c:v>
                </c:pt>
                <c:pt idx="4517">
                  <c:v>11:31</c:v>
                </c:pt>
                <c:pt idx="4518">
                  <c:v>11:31</c:v>
                </c:pt>
                <c:pt idx="4519">
                  <c:v>11:31</c:v>
                </c:pt>
                <c:pt idx="4520">
                  <c:v>11:31</c:v>
                </c:pt>
                <c:pt idx="4521">
                  <c:v>11:31</c:v>
                </c:pt>
                <c:pt idx="4522">
                  <c:v>11:31</c:v>
                </c:pt>
                <c:pt idx="4523">
                  <c:v>11:31</c:v>
                </c:pt>
                <c:pt idx="4524">
                  <c:v>11:31</c:v>
                </c:pt>
                <c:pt idx="4525">
                  <c:v>11:31</c:v>
                </c:pt>
                <c:pt idx="4526">
                  <c:v>11:31</c:v>
                </c:pt>
                <c:pt idx="4527">
                  <c:v>11:31</c:v>
                </c:pt>
                <c:pt idx="4528">
                  <c:v>11:31</c:v>
                </c:pt>
                <c:pt idx="4529">
                  <c:v>11:31</c:v>
                </c:pt>
                <c:pt idx="4530">
                  <c:v>11:32</c:v>
                </c:pt>
                <c:pt idx="4531">
                  <c:v>11:32</c:v>
                </c:pt>
                <c:pt idx="4532">
                  <c:v>11:32</c:v>
                </c:pt>
                <c:pt idx="4533">
                  <c:v>11:32</c:v>
                </c:pt>
                <c:pt idx="4534">
                  <c:v>11:32</c:v>
                </c:pt>
                <c:pt idx="4535">
                  <c:v>11:32</c:v>
                </c:pt>
                <c:pt idx="4536">
                  <c:v>11:32</c:v>
                </c:pt>
                <c:pt idx="4537">
                  <c:v>11:32</c:v>
                </c:pt>
                <c:pt idx="4538">
                  <c:v>11:32</c:v>
                </c:pt>
                <c:pt idx="4539">
                  <c:v>11:32</c:v>
                </c:pt>
                <c:pt idx="4540">
                  <c:v>11:32</c:v>
                </c:pt>
                <c:pt idx="4541">
                  <c:v>11:32</c:v>
                </c:pt>
                <c:pt idx="4542">
                  <c:v>11:32</c:v>
                </c:pt>
                <c:pt idx="4543">
                  <c:v>11:32</c:v>
                </c:pt>
                <c:pt idx="4544">
                  <c:v>11:32</c:v>
                </c:pt>
                <c:pt idx="4545">
                  <c:v>11:32</c:v>
                </c:pt>
                <c:pt idx="4546">
                  <c:v>11:32</c:v>
                </c:pt>
                <c:pt idx="4547">
                  <c:v>11:32</c:v>
                </c:pt>
                <c:pt idx="4548">
                  <c:v>11:32</c:v>
                </c:pt>
                <c:pt idx="4549">
                  <c:v>11:32</c:v>
                </c:pt>
                <c:pt idx="4550">
                  <c:v>11:32</c:v>
                </c:pt>
                <c:pt idx="4551">
                  <c:v>11:32</c:v>
                </c:pt>
                <c:pt idx="4552">
                  <c:v>11:32</c:v>
                </c:pt>
                <c:pt idx="4553">
                  <c:v>11:32</c:v>
                </c:pt>
                <c:pt idx="4554">
                  <c:v>11:32</c:v>
                </c:pt>
                <c:pt idx="4555">
                  <c:v>11:32</c:v>
                </c:pt>
                <c:pt idx="4556">
                  <c:v>11:32</c:v>
                </c:pt>
                <c:pt idx="4557">
                  <c:v>11:32</c:v>
                </c:pt>
                <c:pt idx="4558">
                  <c:v>11:32</c:v>
                </c:pt>
                <c:pt idx="4559">
                  <c:v>11:32</c:v>
                </c:pt>
                <c:pt idx="4560">
                  <c:v>11:33</c:v>
                </c:pt>
                <c:pt idx="4561">
                  <c:v>11:33</c:v>
                </c:pt>
                <c:pt idx="4562">
                  <c:v>11:33</c:v>
                </c:pt>
                <c:pt idx="4563">
                  <c:v>11:33</c:v>
                </c:pt>
                <c:pt idx="4564">
                  <c:v>11:33</c:v>
                </c:pt>
                <c:pt idx="4565">
                  <c:v>11:33</c:v>
                </c:pt>
                <c:pt idx="4566">
                  <c:v>11:33</c:v>
                </c:pt>
                <c:pt idx="4567">
                  <c:v>11:33</c:v>
                </c:pt>
                <c:pt idx="4568">
                  <c:v>11:33</c:v>
                </c:pt>
                <c:pt idx="4569">
                  <c:v>11:33</c:v>
                </c:pt>
                <c:pt idx="4570">
                  <c:v>11:33</c:v>
                </c:pt>
                <c:pt idx="4571">
                  <c:v>11:33</c:v>
                </c:pt>
                <c:pt idx="4572">
                  <c:v>11:33</c:v>
                </c:pt>
                <c:pt idx="4573">
                  <c:v>11:33</c:v>
                </c:pt>
                <c:pt idx="4574">
                  <c:v>11:33</c:v>
                </c:pt>
                <c:pt idx="4575">
                  <c:v>11:33</c:v>
                </c:pt>
                <c:pt idx="4576">
                  <c:v>11:33</c:v>
                </c:pt>
                <c:pt idx="4577">
                  <c:v>11:33</c:v>
                </c:pt>
                <c:pt idx="4578">
                  <c:v>11:33</c:v>
                </c:pt>
                <c:pt idx="4579">
                  <c:v>11:33</c:v>
                </c:pt>
                <c:pt idx="4580">
                  <c:v>11:33</c:v>
                </c:pt>
                <c:pt idx="4581">
                  <c:v>11:33</c:v>
                </c:pt>
                <c:pt idx="4582">
                  <c:v>11:33</c:v>
                </c:pt>
                <c:pt idx="4583">
                  <c:v>11:33</c:v>
                </c:pt>
                <c:pt idx="4584">
                  <c:v>11:33</c:v>
                </c:pt>
                <c:pt idx="4585">
                  <c:v>11:33</c:v>
                </c:pt>
                <c:pt idx="4586">
                  <c:v>11:33</c:v>
                </c:pt>
                <c:pt idx="4587">
                  <c:v>11:33</c:v>
                </c:pt>
                <c:pt idx="4588">
                  <c:v>11:33</c:v>
                </c:pt>
                <c:pt idx="4589">
                  <c:v>11:33</c:v>
                </c:pt>
                <c:pt idx="4590">
                  <c:v>11:34</c:v>
                </c:pt>
                <c:pt idx="4591">
                  <c:v>11:34</c:v>
                </c:pt>
                <c:pt idx="4592">
                  <c:v>11:34</c:v>
                </c:pt>
                <c:pt idx="4593">
                  <c:v>11:34</c:v>
                </c:pt>
                <c:pt idx="4594">
                  <c:v>11:34</c:v>
                </c:pt>
                <c:pt idx="4595">
                  <c:v>11:34</c:v>
                </c:pt>
                <c:pt idx="4596">
                  <c:v>11:34</c:v>
                </c:pt>
                <c:pt idx="4597">
                  <c:v>11:34</c:v>
                </c:pt>
                <c:pt idx="4598">
                  <c:v>11:34</c:v>
                </c:pt>
                <c:pt idx="4599">
                  <c:v>11:34</c:v>
                </c:pt>
                <c:pt idx="4600">
                  <c:v>11:34</c:v>
                </c:pt>
                <c:pt idx="4601">
                  <c:v>11:34</c:v>
                </c:pt>
                <c:pt idx="4602">
                  <c:v>11:34</c:v>
                </c:pt>
                <c:pt idx="4603">
                  <c:v>11:34</c:v>
                </c:pt>
                <c:pt idx="4604">
                  <c:v>11:34</c:v>
                </c:pt>
                <c:pt idx="4605">
                  <c:v>11:34</c:v>
                </c:pt>
                <c:pt idx="4606">
                  <c:v>11:34</c:v>
                </c:pt>
                <c:pt idx="4607">
                  <c:v>11:34</c:v>
                </c:pt>
                <c:pt idx="4608">
                  <c:v>11:34</c:v>
                </c:pt>
                <c:pt idx="4609">
                  <c:v>11:34</c:v>
                </c:pt>
                <c:pt idx="4610">
                  <c:v>11:34</c:v>
                </c:pt>
                <c:pt idx="4611">
                  <c:v>11:34</c:v>
                </c:pt>
                <c:pt idx="4612">
                  <c:v>11:34</c:v>
                </c:pt>
                <c:pt idx="4613">
                  <c:v>11:34</c:v>
                </c:pt>
                <c:pt idx="4614">
                  <c:v>11:34</c:v>
                </c:pt>
                <c:pt idx="4615">
                  <c:v>11:34</c:v>
                </c:pt>
                <c:pt idx="4616">
                  <c:v>11:34</c:v>
                </c:pt>
                <c:pt idx="4617">
                  <c:v>11:34</c:v>
                </c:pt>
                <c:pt idx="4618">
                  <c:v>11:34</c:v>
                </c:pt>
                <c:pt idx="4619">
                  <c:v>11:34</c:v>
                </c:pt>
                <c:pt idx="4620">
                  <c:v>11:35</c:v>
                </c:pt>
                <c:pt idx="4621">
                  <c:v>11:35</c:v>
                </c:pt>
                <c:pt idx="4622">
                  <c:v>11:35</c:v>
                </c:pt>
                <c:pt idx="4623">
                  <c:v>11:35</c:v>
                </c:pt>
                <c:pt idx="4624">
                  <c:v>11:35</c:v>
                </c:pt>
                <c:pt idx="4625">
                  <c:v>11:35</c:v>
                </c:pt>
                <c:pt idx="4626">
                  <c:v>11:35</c:v>
                </c:pt>
                <c:pt idx="4627">
                  <c:v>11:35</c:v>
                </c:pt>
                <c:pt idx="4628">
                  <c:v>11:35</c:v>
                </c:pt>
                <c:pt idx="4629">
                  <c:v>11:35</c:v>
                </c:pt>
                <c:pt idx="4630">
                  <c:v>11:35</c:v>
                </c:pt>
                <c:pt idx="4631">
                  <c:v>11:35</c:v>
                </c:pt>
                <c:pt idx="4632">
                  <c:v>11:35</c:v>
                </c:pt>
                <c:pt idx="4633">
                  <c:v>11:35</c:v>
                </c:pt>
                <c:pt idx="4634">
                  <c:v>11:35</c:v>
                </c:pt>
                <c:pt idx="4635">
                  <c:v>11:35</c:v>
                </c:pt>
                <c:pt idx="4636">
                  <c:v>11:35</c:v>
                </c:pt>
                <c:pt idx="4637">
                  <c:v>11:35</c:v>
                </c:pt>
                <c:pt idx="4638">
                  <c:v>11:35</c:v>
                </c:pt>
                <c:pt idx="4639">
                  <c:v>11:35</c:v>
                </c:pt>
                <c:pt idx="4640">
                  <c:v>11:35</c:v>
                </c:pt>
                <c:pt idx="4641">
                  <c:v>11:35</c:v>
                </c:pt>
                <c:pt idx="4642">
                  <c:v>11:35</c:v>
                </c:pt>
                <c:pt idx="4643">
                  <c:v>11:35</c:v>
                </c:pt>
                <c:pt idx="4644">
                  <c:v>11:35</c:v>
                </c:pt>
                <c:pt idx="4645">
                  <c:v>11:35</c:v>
                </c:pt>
                <c:pt idx="4646">
                  <c:v>11:35</c:v>
                </c:pt>
                <c:pt idx="4647">
                  <c:v>11:35</c:v>
                </c:pt>
                <c:pt idx="4648">
                  <c:v>11:35</c:v>
                </c:pt>
                <c:pt idx="4649">
                  <c:v>11:35</c:v>
                </c:pt>
                <c:pt idx="4650">
                  <c:v>11:36</c:v>
                </c:pt>
                <c:pt idx="4651">
                  <c:v>11:36</c:v>
                </c:pt>
                <c:pt idx="4652">
                  <c:v>11:36</c:v>
                </c:pt>
                <c:pt idx="4653">
                  <c:v>11:36</c:v>
                </c:pt>
                <c:pt idx="4654">
                  <c:v>11:36</c:v>
                </c:pt>
                <c:pt idx="4655">
                  <c:v>11:36</c:v>
                </c:pt>
                <c:pt idx="4656">
                  <c:v>11:36</c:v>
                </c:pt>
                <c:pt idx="4657">
                  <c:v>11:36</c:v>
                </c:pt>
                <c:pt idx="4658">
                  <c:v>11:36</c:v>
                </c:pt>
                <c:pt idx="4659">
                  <c:v>11:36</c:v>
                </c:pt>
                <c:pt idx="4660">
                  <c:v>11:36</c:v>
                </c:pt>
                <c:pt idx="4661">
                  <c:v>11:36</c:v>
                </c:pt>
                <c:pt idx="4662">
                  <c:v>11:36</c:v>
                </c:pt>
                <c:pt idx="4663">
                  <c:v>11:36</c:v>
                </c:pt>
                <c:pt idx="4664">
                  <c:v>11:36</c:v>
                </c:pt>
                <c:pt idx="4665">
                  <c:v>11:36</c:v>
                </c:pt>
                <c:pt idx="4666">
                  <c:v>11:36</c:v>
                </c:pt>
                <c:pt idx="4667">
                  <c:v>11:36</c:v>
                </c:pt>
                <c:pt idx="4668">
                  <c:v>11:36</c:v>
                </c:pt>
                <c:pt idx="4669">
                  <c:v>11:36</c:v>
                </c:pt>
                <c:pt idx="4670">
                  <c:v>11:36</c:v>
                </c:pt>
                <c:pt idx="4671">
                  <c:v>11:36</c:v>
                </c:pt>
                <c:pt idx="4672">
                  <c:v>11:36</c:v>
                </c:pt>
                <c:pt idx="4673">
                  <c:v>11:36</c:v>
                </c:pt>
                <c:pt idx="4674">
                  <c:v>11:36</c:v>
                </c:pt>
                <c:pt idx="4675">
                  <c:v>11:36</c:v>
                </c:pt>
                <c:pt idx="4676">
                  <c:v>11:36</c:v>
                </c:pt>
                <c:pt idx="4677">
                  <c:v>11:36</c:v>
                </c:pt>
                <c:pt idx="4678">
                  <c:v>11:36</c:v>
                </c:pt>
                <c:pt idx="4679">
                  <c:v>11:36</c:v>
                </c:pt>
                <c:pt idx="4680">
                  <c:v>11:37</c:v>
                </c:pt>
                <c:pt idx="4681">
                  <c:v>11:37</c:v>
                </c:pt>
                <c:pt idx="4682">
                  <c:v>11:37</c:v>
                </c:pt>
                <c:pt idx="4683">
                  <c:v>11:37</c:v>
                </c:pt>
                <c:pt idx="4684">
                  <c:v>11:37</c:v>
                </c:pt>
                <c:pt idx="4685">
                  <c:v>11:37</c:v>
                </c:pt>
                <c:pt idx="4686">
                  <c:v>11:37</c:v>
                </c:pt>
                <c:pt idx="4687">
                  <c:v>11:37</c:v>
                </c:pt>
                <c:pt idx="4688">
                  <c:v>11:37</c:v>
                </c:pt>
                <c:pt idx="4689">
                  <c:v>11:37</c:v>
                </c:pt>
                <c:pt idx="4690">
                  <c:v>11:37</c:v>
                </c:pt>
                <c:pt idx="4691">
                  <c:v>11:37</c:v>
                </c:pt>
                <c:pt idx="4692">
                  <c:v>11:37</c:v>
                </c:pt>
                <c:pt idx="4693">
                  <c:v>11:37</c:v>
                </c:pt>
                <c:pt idx="4694">
                  <c:v>11:37</c:v>
                </c:pt>
                <c:pt idx="4695">
                  <c:v>11:37</c:v>
                </c:pt>
                <c:pt idx="4696">
                  <c:v>11:37</c:v>
                </c:pt>
                <c:pt idx="4697">
                  <c:v>11:37</c:v>
                </c:pt>
                <c:pt idx="4698">
                  <c:v>11:37</c:v>
                </c:pt>
                <c:pt idx="4699">
                  <c:v>11:37</c:v>
                </c:pt>
                <c:pt idx="4700">
                  <c:v>11:37</c:v>
                </c:pt>
                <c:pt idx="4701">
                  <c:v>11:37</c:v>
                </c:pt>
                <c:pt idx="4702">
                  <c:v>11:37</c:v>
                </c:pt>
                <c:pt idx="4703">
                  <c:v>11:37</c:v>
                </c:pt>
                <c:pt idx="4704">
                  <c:v>11:37</c:v>
                </c:pt>
                <c:pt idx="4705">
                  <c:v>11:37</c:v>
                </c:pt>
                <c:pt idx="4706">
                  <c:v>11:37</c:v>
                </c:pt>
                <c:pt idx="4707">
                  <c:v>11:37</c:v>
                </c:pt>
                <c:pt idx="4708">
                  <c:v>11:37</c:v>
                </c:pt>
                <c:pt idx="4709">
                  <c:v>11:37</c:v>
                </c:pt>
                <c:pt idx="4710">
                  <c:v>11:38</c:v>
                </c:pt>
                <c:pt idx="4711">
                  <c:v>11:38</c:v>
                </c:pt>
                <c:pt idx="4712">
                  <c:v>11:38</c:v>
                </c:pt>
                <c:pt idx="4713">
                  <c:v>11:38</c:v>
                </c:pt>
                <c:pt idx="4714">
                  <c:v>11:38</c:v>
                </c:pt>
                <c:pt idx="4715">
                  <c:v>11:38</c:v>
                </c:pt>
                <c:pt idx="4716">
                  <c:v>11:38</c:v>
                </c:pt>
                <c:pt idx="4717">
                  <c:v>11:38</c:v>
                </c:pt>
                <c:pt idx="4718">
                  <c:v>11:38</c:v>
                </c:pt>
                <c:pt idx="4719">
                  <c:v>11:38</c:v>
                </c:pt>
                <c:pt idx="4720">
                  <c:v>11:38</c:v>
                </c:pt>
                <c:pt idx="4721">
                  <c:v>11:38</c:v>
                </c:pt>
                <c:pt idx="4722">
                  <c:v>11:38</c:v>
                </c:pt>
                <c:pt idx="4723">
                  <c:v>11:38</c:v>
                </c:pt>
                <c:pt idx="4724">
                  <c:v>11:38</c:v>
                </c:pt>
                <c:pt idx="4725">
                  <c:v>11:38</c:v>
                </c:pt>
                <c:pt idx="4726">
                  <c:v>11:38</c:v>
                </c:pt>
                <c:pt idx="4727">
                  <c:v>11:38</c:v>
                </c:pt>
                <c:pt idx="4728">
                  <c:v>11:38</c:v>
                </c:pt>
                <c:pt idx="4729">
                  <c:v>11:38</c:v>
                </c:pt>
                <c:pt idx="4730">
                  <c:v>11:38</c:v>
                </c:pt>
                <c:pt idx="4731">
                  <c:v>11:38</c:v>
                </c:pt>
                <c:pt idx="4732">
                  <c:v>11:38</c:v>
                </c:pt>
                <c:pt idx="4733">
                  <c:v>11:38</c:v>
                </c:pt>
                <c:pt idx="4734">
                  <c:v>11:38</c:v>
                </c:pt>
                <c:pt idx="4735">
                  <c:v>11:38</c:v>
                </c:pt>
                <c:pt idx="4736">
                  <c:v>11:38</c:v>
                </c:pt>
                <c:pt idx="4737">
                  <c:v>11:38</c:v>
                </c:pt>
                <c:pt idx="4738">
                  <c:v>11:38</c:v>
                </c:pt>
                <c:pt idx="4739">
                  <c:v>11:38</c:v>
                </c:pt>
                <c:pt idx="4740">
                  <c:v>11:39</c:v>
                </c:pt>
                <c:pt idx="4741">
                  <c:v>11:39</c:v>
                </c:pt>
                <c:pt idx="4742">
                  <c:v>11:39</c:v>
                </c:pt>
                <c:pt idx="4743">
                  <c:v>11:39</c:v>
                </c:pt>
                <c:pt idx="4744">
                  <c:v>11:39</c:v>
                </c:pt>
                <c:pt idx="4745">
                  <c:v>11:39</c:v>
                </c:pt>
                <c:pt idx="4746">
                  <c:v>11:39</c:v>
                </c:pt>
                <c:pt idx="4747">
                  <c:v>11:39</c:v>
                </c:pt>
                <c:pt idx="4748">
                  <c:v>11:39</c:v>
                </c:pt>
                <c:pt idx="4749">
                  <c:v>11:39</c:v>
                </c:pt>
                <c:pt idx="4750">
                  <c:v>11:39</c:v>
                </c:pt>
                <c:pt idx="4751">
                  <c:v>11:39</c:v>
                </c:pt>
                <c:pt idx="4752">
                  <c:v>11:39</c:v>
                </c:pt>
                <c:pt idx="4753">
                  <c:v>11:39</c:v>
                </c:pt>
                <c:pt idx="4754">
                  <c:v>11:39</c:v>
                </c:pt>
                <c:pt idx="4755">
                  <c:v>11:39</c:v>
                </c:pt>
                <c:pt idx="4756">
                  <c:v>11:39</c:v>
                </c:pt>
                <c:pt idx="4757">
                  <c:v>11:39</c:v>
                </c:pt>
                <c:pt idx="4758">
                  <c:v>11:39</c:v>
                </c:pt>
                <c:pt idx="4759">
                  <c:v>11:39</c:v>
                </c:pt>
                <c:pt idx="4760">
                  <c:v>11:39</c:v>
                </c:pt>
                <c:pt idx="4761">
                  <c:v>11:39</c:v>
                </c:pt>
                <c:pt idx="4762">
                  <c:v>11:39</c:v>
                </c:pt>
                <c:pt idx="4763">
                  <c:v>11:39</c:v>
                </c:pt>
                <c:pt idx="4764">
                  <c:v>11:39</c:v>
                </c:pt>
                <c:pt idx="4765">
                  <c:v>11:39</c:v>
                </c:pt>
                <c:pt idx="4766">
                  <c:v>11:39</c:v>
                </c:pt>
                <c:pt idx="4767">
                  <c:v>11:39</c:v>
                </c:pt>
                <c:pt idx="4768">
                  <c:v>11:39</c:v>
                </c:pt>
                <c:pt idx="4769">
                  <c:v>11:39</c:v>
                </c:pt>
                <c:pt idx="4770">
                  <c:v>11:40</c:v>
                </c:pt>
                <c:pt idx="4771">
                  <c:v>11:40</c:v>
                </c:pt>
                <c:pt idx="4772">
                  <c:v>11:40</c:v>
                </c:pt>
                <c:pt idx="4773">
                  <c:v>11:40</c:v>
                </c:pt>
                <c:pt idx="4774">
                  <c:v>11:40</c:v>
                </c:pt>
                <c:pt idx="4775">
                  <c:v>11:40</c:v>
                </c:pt>
                <c:pt idx="4776">
                  <c:v>11:40</c:v>
                </c:pt>
                <c:pt idx="4777">
                  <c:v>11:40</c:v>
                </c:pt>
                <c:pt idx="4778">
                  <c:v>11:40</c:v>
                </c:pt>
                <c:pt idx="4779">
                  <c:v>11:40</c:v>
                </c:pt>
                <c:pt idx="4780">
                  <c:v>11:40</c:v>
                </c:pt>
                <c:pt idx="4781">
                  <c:v>11:40</c:v>
                </c:pt>
                <c:pt idx="4782">
                  <c:v>11:40</c:v>
                </c:pt>
                <c:pt idx="4783">
                  <c:v>11:40</c:v>
                </c:pt>
                <c:pt idx="4784">
                  <c:v>11:40</c:v>
                </c:pt>
                <c:pt idx="4785">
                  <c:v>11:40</c:v>
                </c:pt>
                <c:pt idx="4786">
                  <c:v>11:40</c:v>
                </c:pt>
                <c:pt idx="4787">
                  <c:v>11:40</c:v>
                </c:pt>
                <c:pt idx="4788">
                  <c:v>11:40</c:v>
                </c:pt>
                <c:pt idx="4789">
                  <c:v>11:40</c:v>
                </c:pt>
                <c:pt idx="4790">
                  <c:v>11:40</c:v>
                </c:pt>
                <c:pt idx="4791">
                  <c:v>11:40</c:v>
                </c:pt>
                <c:pt idx="4792">
                  <c:v>11:40</c:v>
                </c:pt>
                <c:pt idx="4793">
                  <c:v>11:40</c:v>
                </c:pt>
                <c:pt idx="4794">
                  <c:v>11:40</c:v>
                </c:pt>
                <c:pt idx="4795">
                  <c:v>11:40</c:v>
                </c:pt>
                <c:pt idx="4796">
                  <c:v>11:40</c:v>
                </c:pt>
                <c:pt idx="4797">
                  <c:v>11:40</c:v>
                </c:pt>
                <c:pt idx="4798">
                  <c:v>11:40</c:v>
                </c:pt>
                <c:pt idx="4799">
                  <c:v>11:40</c:v>
                </c:pt>
                <c:pt idx="4800">
                  <c:v>11:41</c:v>
                </c:pt>
                <c:pt idx="4801">
                  <c:v>11:41</c:v>
                </c:pt>
                <c:pt idx="4802">
                  <c:v>11:41</c:v>
                </c:pt>
                <c:pt idx="4803">
                  <c:v>11:41</c:v>
                </c:pt>
                <c:pt idx="4804">
                  <c:v>11:41</c:v>
                </c:pt>
                <c:pt idx="4805">
                  <c:v>11:41</c:v>
                </c:pt>
                <c:pt idx="4806">
                  <c:v>11:41</c:v>
                </c:pt>
                <c:pt idx="4807">
                  <c:v>11:41</c:v>
                </c:pt>
                <c:pt idx="4808">
                  <c:v>11:41</c:v>
                </c:pt>
                <c:pt idx="4809">
                  <c:v>11:41</c:v>
                </c:pt>
                <c:pt idx="4810">
                  <c:v>11:41</c:v>
                </c:pt>
                <c:pt idx="4811">
                  <c:v>11:41</c:v>
                </c:pt>
                <c:pt idx="4812">
                  <c:v>11:41</c:v>
                </c:pt>
                <c:pt idx="4813">
                  <c:v>11:41</c:v>
                </c:pt>
                <c:pt idx="4814">
                  <c:v>11:41</c:v>
                </c:pt>
                <c:pt idx="4815">
                  <c:v>11:41</c:v>
                </c:pt>
                <c:pt idx="4816">
                  <c:v>11:41</c:v>
                </c:pt>
                <c:pt idx="4817">
                  <c:v>11:41</c:v>
                </c:pt>
                <c:pt idx="4818">
                  <c:v>11:41</c:v>
                </c:pt>
                <c:pt idx="4819">
                  <c:v>11:41</c:v>
                </c:pt>
                <c:pt idx="4820">
                  <c:v>11:41</c:v>
                </c:pt>
                <c:pt idx="4821">
                  <c:v>11:41</c:v>
                </c:pt>
                <c:pt idx="4822">
                  <c:v>11:41</c:v>
                </c:pt>
                <c:pt idx="4823">
                  <c:v>11:41</c:v>
                </c:pt>
                <c:pt idx="4824">
                  <c:v>11:41</c:v>
                </c:pt>
                <c:pt idx="4825">
                  <c:v>11:41</c:v>
                </c:pt>
                <c:pt idx="4826">
                  <c:v>11:41</c:v>
                </c:pt>
                <c:pt idx="4827">
                  <c:v>11:41</c:v>
                </c:pt>
                <c:pt idx="4828">
                  <c:v>11:41</c:v>
                </c:pt>
                <c:pt idx="4829">
                  <c:v>11:41</c:v>
                </c:pt>
                <c:pt idx="4830">
                  <c:v>11:42</c:v>
                </c:pt>
                <c:pt idx="4831">
                  <c:v>11:42</c:v>
                </c:pt>
                <c:pt idx="4832">
                  <c:v>11:42</c:v>
                </c:pt>
                <c:pt idx="4833">
                  <c:v>11:42</c:v>
                </c:pt>
                <c:pt idx="4834">
                  <c:v>11:42</c:v>
                </c:pt>
                <c:pt idx="4835">
                  <c:v>11:42</c:v>
                </c:pt>
                <c:pt idx="4836">
                  <c:v>11:42</c:v>
                </c:pt>
                <c:pt idx="4837">
                  <c:v>11:42</c:v>
                </c:pt>
                <c:pt idx="4838">
                  <c:v>11:42</c:v>
                </c:pt>
                <c:pt idx="4839">
                  <c:v>11:42</c:v>
                </c:pt>
                <c:pt idx="4840">
                  <c:v>11:42</c:v>
                </c:pt>
                <c:pt idx="4841">
                  <c:v>11:42</c:v>
                </c:pt>
                <c:pt idx="4842">
                  <c:v>11:42</c:v>
                </c:pt>
                <c:pt idx="4843">
                  <c:v>11:42</c:v>
                </c:pt>
                <c:pt idx="4844">
                  <c:v>11:42</c:v>
                </c:pt>
                <c:pt idx="4845">
                  <c:v>11:42</c:v>
                </c:pt>
                <c:pt idx="4846">
                  <c:v>11:42</c:v>
                </c:pt>
                <c:pt idx="4847">
                  <c:v>11:42</c:v>
                </c:pt>
                <c:pt idx="4848">
                  <c:v>11:42</c:v>
                </c:pt>
                <c:pt idx="4849">
                  <c:v>11:42</c:v>
                </c:pt>
                <c:pt idx="4850">
                  <c:v>11:42</c:v>
                </c:pt>
                <c:pt idx="4851">
                  <c:v>11:42</c:v>
                </c:pt>
                <c:pt idx="4852">
                  <c:v>11:42</c:v>
                </c:pt>
                <c:pt idx="4853">
                  <c:v>11:42</c:v>
                </c:pt>
                <c:pt idx="4854">
                  <c:v>11:42</c:v>
                </c:pt>
                <c:pt idx="4855">
                  <c:v>11:42</c:v>
                </c:pt>
                <c:pt idx="4856">
                  <c:v>11:42</c:v>
                </c:pt>
                <c:pt idx="4857">
                  <c:v>11:42</c:v>
                </c:pt>
                <c:pt idx="4858">
                  <c:v>11:42</c:v>
                </c:pt>
                <c:pt idx="4859">
                  <c:v>11:42</c:v>
                </c:pt>
                <c:pt idx="4860">
                  <c:v>11:43</c:v>
                </c:pt>
                <c:pt idx="4861">
                  <c:v>11:43</c:v>
                </c:pt>
                <c:pt idx="4862">
                  <c:v>11:43</c:v>
                </c:pt>
                <c:pt idx="4863">
                  <c:v>11:43</c:v>
                </c:pt>
                <c:pt idx="4864">
                  <c:v>11:43</c:v>
                </c:pt>
                <c:pt idx="4865">
                  <c:v>11:43</c:v>
                </c:pt>
                <c:pt idx="4866">
                  <c:v>11:43</c:v>
                </c:pt>
                <c:pt idx="4867">
                  <c:v>11:43</c:v>
                </c:pt>
                <c:pt idx="4868">
                  <c:v>11:43</c:v>
                </c:pt>
                <c:pt idx="4869">
                  <c:v>11:43</c:v>
                </c:pt>
                <c:pt idx="4870">
                  <c:v>11:43</c:v>
                </c:pt>
                <c:pt idx="4871">
                  <c:v>11:43</c:v>
                </c:pt>
                <c:pt idx="4872">
                  <c:v>11:43</c:v>
                </c:pt>
                <c:pt idx="4873">
                  <c:v>11:43</c:v>
                </c:pt>
                <c:pt idx="4874">
                  <c:v>11:43</c:v>
                </c:pt>
                <c:pt idx="4875">
                  <c:v>11:43</c:v>
                </c:pt>
                <c:pt idx="4876">
                  <c:v>11:43</c:v>
                </c:pt>
                <c:pt idx="4877">
                  <c:v>11:43</c:v>
                </c:pt>
                <c:pt idx="4878">
                  <c:v>11:43</c:v>
                </c:pt>
                <c:pt idx="4879">
                  <c:v>11:43</c:v>
                </c:pt>
                <c:pt idx="4880">
                  <c:v>11:43</c:v>
                </c:pt>
                <c:pt idx="4881">
                  <c:v>11:43</c:v>
                </c:pt>
                <c:pt idx="4882">
                  <c:v>11:43</c:v>
                </c:pt>
                <c:pt idx="4883">
                  <c:v>11:43</c:v>
                </c:pt>
                <c:pt idx="4884">
                  <c:v>11:43</c:v>
                </c:pt>
                <c:pt idx="4885">
                  <c:v>11:43</c:v>
                </c:pt>
                <c:pt idx="4886">
                  <c:v>11:43</c:v>
                </c:pt>
                <c:pt idx="4887">
                  <c:v>11:43</c:v>
                </c:pt>
                <c:pt idx="4888">
                  <c:v>11:43</c:v>
                </c:pt>
                <c:pt idx="4889">
                  <c:v>11:43</c:v>
                </c:pt>
                <c:pt idx="4890">
                  <c:v>11:44</c:v>
                </c:pt>
                <c:pt idx="4891">
                  <c:v>11:44</c:v>
                </c:pt>
                <c:pt idx="4892">
                  <c:v>11:44</c:v>
                </c:pt>
                <c:pt idx="4893">
                  <c:v>11:44</c:v>
                </c:pt>
                <c:pt idx="4894">
                  <c:v>11:44</c:v>
                </c:pt>
                <c:pt idx="4895">
                  <c:v>11:44</c:v>
                </c:pt>
                <c:pt idx="4896">
                  <c:v>11:44</c:v>
                </c:pt>
                <c:pt idx="4897">
                  <c:v>11:44</c:v>
                </c:pt>
                <c:pt idx="4898">
                  <c:v>11:44</c:v>
                </c:pt>
                <c:pt idx="4899">
                  <c:v>11:44</c:v>
                </c:pt>
                <c:pt idx="4900">
                  <c:v>11:44</c:v>
                </c:pt>
                <c:pt idx="4901">
                  <c:v>11:44</c:v>
                </c:pt>
                <c:pt idx="4902">
                  <c:v>11:44</c:v>
                </c:pt>
                <c:pt idx="4903">
                  <c:v>11:44</c:v>
                </c:pt>
                <c:pt idx="4904">
                  <c:v>11:44</c:v>
                </c:pt>
                <c:pt idx="4905">
                  <c:v>11:44</c:v>
                </c:pt>
                <c:pt idx="4906">
                  <c:v>11:44</c:v>
                </c:pt>
                <c:pt idx="4907">
                  <c:v>11:44</c:v>
                </c:pt>
                <c:pt idx="4908">
                  <c:v>11:44</c:v>
                </c:pt>
                <c:pt idx="4909">
                  <c:v>11:44</c:v>
                </c:pt>
                <c:pt idx="4910">
                  <c:v>11:44</c:v>
                </c:pt>
                <c:pt idx="4911">
                  <c:v>11:44</c:v>
                </c:pt>
                <c:pt idx="4912">
                  <c:v>11:44</c:v>
                </c:pt>
                <c:pt idx="4913">
                  <c:v>11:44</c:v>
                </c:pt>
                <c:pt idx="4914">
                  <c:v>11:44</c:v>
                </c:pt>
                <c:pt idx="4915">
                  <c:v>11:44</c:v>
                </c:pt>
                <c:pt idx="4916">
                  <c:v>11:44</c:v>
                </c:pt>
                <c:pt idx="4917">
                  <c:v>11:44</c:v>
                </c:pt>
                <c:pt idx="4918">
                  <c:v>11:44</c:v>
                </c:pt>
                <c:pt idx="4919">
                  <c:v>11:44</c:v>
                </c:pt>
                <c:pt idx="4920">
                  <c:v>11:45</c:v>
                </c:pt>
                <c:pt idx="4921">
                  <c:v>11:45</c:v>
                </c:pt>
                <c:pt idx="4922">
                  <c:v>11:45</c:v>
                </c:pt>
                <c:pt idx="4923">
                  <c:v>11:45</c:v>
                </c:pt>
                <c:pt idx="4924">
                  <c:v>11:45</c:v>
                </c:pt>
                <c:pt idx="4925">
                  <c:v>11:45</c:v>
                </c:pt>
                <c:pt idx="4926">
                  <c:v>11:45</c:v>
                </c:pt>
                <c:pt idx="4927">
                  <c:v>11:45</c:v>
                </c:pt>
                <c:pt idx="4928">
                  <c:v>11:45</c:v>
                </c:pt>
                <c:pt idx="4929">
                  <c:v>11:45</c:v>
                </c:pt>
                <c:pt idx="4930">
                  <c:v>11:45</c:v>
                </c:pt>
                <c:pt idx="4931">
                  <c:v>11:45</c:v>
                </c:pt>
                <c:pt idx="4932">
                  <c:v>11:45</c:v>
                </c:pt>
                <c:pt idx="4933">
                  <c:v>11:45</c:v>
                </c:pt>
                <c:pt idx="4934">
                  <c:v>11:45</c:v>
                </c:pt>
                <c:pt idx="4935">
                  <c:v>11:45</c:v>
                </c:pt>
                <c:pt idx="4936">
                  <c:v>11:45</c:v>
                </c:pt>
                <c:pt idx="4937">
                  <c:v>11:45</c:v>
                </c:pt>
                <c:pt idx="4938">
                  <c:v>11:45</c:v>
                </c:pt>
                <c:pt idx="4939">
                  <c:v>11:45</c:v>
                </c:pt>
                <c:pt idx="4940">
                  <c:v>11:45</c:v>
                </c:pt>
                <c:pt idx="4941">
                  <c:v>11:45</c:v>
                </c:pt>
                <c:pt idx="4942">
                  <c:v>11:45</c:v>
                </c:pt>
                <c:pt idx="4943">
                  <c:v>11:45</c:v>
                </c:pt>
                <c:pt idx="4944">
                  <c:v>11:45</c:v>
                </c:pt>
                <c:pt idx="4945">
                  <c:v>11:45</c:v>
                </c:pt>
                <c:pt idx="4946">
                  <c:v>11:45</c:v>
                </c:pt>
                <c:pt idx="4947">
                  <c:v>11:45</c:v>
                </c:pt>
                <c:pt idx="4948">
                  <c:v>11:45</c:v>
                </c:pt>
                <c:pt idx="4949">
                  <c:v>11:45</c:v>
                </c:pt>
                <c:pt idx="4950">
                  <c:v>11:46</c:v>
                </c:pt>
                <c:pt idx="4951">
                  <c:v>11:46</c:v>
                </c:pt>
                <c:pt idx="4952">
                  <c:v>11:46</c:v>
                </c:pt>
                <c:pt idx="4953">
                  <c:v>11:46</c:v>
                </c:pt>
                <c:pt idx="4954">
                  <c:v>11:46</c:v>
                </c:pt>
                <c:pt idx="4955">
                  <c:v>11:46</c:v>
                </c:pt>
                <c:pt idx="4956">
                  <c:v>11:46</c:v>
                </c:pt>
                <c:pt idx="4957">
                  <c:v>11:46</c:v>
                </c:pt>
                <c:pt idx="4958">
                  <c:v>11:46</c:v>
                </c:pt>
                <c:pt idx="4959">
                  <c:v>11:46</c:v>
                </c:pt>
                <c:pt idx="4960">
                  <c:v>11:46</c:v>
                </c:pt>
                <c:pt idx="4961">
                  <c:v>11:46</c:v>
                </c:pt>
                <c:pt idx="4962">
                  <c:v>11:46</c:v>
                </c:pt>
                <c:pt idx="4963">
                  <c:v>11:46</c:v>
                </c:pt>
                <c:pt idx="4964">
                  <c:v>11:46</c:v>
                </c:pt>
                <c:pt idx="4965">
                  <c:v>11:46</c:v>
                </c:pt>
                <c:pt idx="4966">
                  <c:v>11:46</c:v>
                </c:pt>
                <c:pt idx="4967">
                  <c:v>11:46</c:v>
                </c:pt>
                <c:pt idx="4968">
                  <c:v>11:46</c:v>
                </c:pt>
                <c:pt idx="4969">
                  <c:v>11:46</c:v>
                </c:pt>
                <c:pt idx="4970">
                  <c:v>11:46</c:v>
                </c:pt>
                <c:pt idx="4971">
                  <c:v>11:46</c:v>
                </c:pt>
                <c:pt idx="4972">
                  <c:v>11:46</c:v>
                </c:pt>
                <c:pt idx="4973">
                  <c:v>11:46</c:v>
                </c:pt>
                <c:pt idx="4974">
                  <c:v>11:46</c:v>
                </c:pt>
                <c:pt idx="4975">
                  <c:v>11:46</c:v>
                </c:pt>
                <c:pt idx="4976">
                  <c:v>11:46</c:v>
                </c:pt>
                <c:pt idx="4977">
                  <c:v>11:46</c:v>
                </c:pt>
                <c:pt idx="4978">
                  <c:v>11:46</c:v>
                </c:pt>
                <c:pt idx="4979">
                  <c:v>11:46</c:v>
                </c:pt>
                <c:pt idx="4980">
                  <c:v>11:47</c:v>
                </c:pt>
                <c:pt idx="4981">
                  <c:v>11:47</c:v>
                </c:pt>
                <c:pt idx="4982">
                  <c:v>11:47</c:v>
                </c:pt>
                <c:pt idx="4983">
                  <c:v>11:47</c:v>
                </c:pt>
                <c:pt idx="4984">
                  <c:v>11:47</c:v>
                </c:pt>
                <c:pt idx="4985">
                  <c:v>11:47</c:v>
                </c:pt>
                <c:pt idx="4986">
                  <c:v>11:47</c:v>
                </c:pt>
                <c:pt idx="4987">
                  <c:v>11:47</c:v>
                </c:pt>
                <c:pt idx="4988">
                  <c:v>11:47</c:v>
                </c:pt>
                <c:pt idx="4989">
                  <c:v>11:47</c:v>
                </c:pt>
                <c:pt idx="4990">
                  <c:v>11:47</c:v>
                </c:pt>
                <c:pt idx="4991">
                  <c:v>11:47</c:v>
                </c:pt>
                <c:pt idx="4992">
                  <c:v>11:47</c:v>
                </c:pt>
                <c:pt idx="4993">
                  <c:v>11:47</c:v>
                </c:pt>
                <c:pt idx="4994">
                  <c:v>11:47</c:v>
                </c:pt>
                <c:pt idx="4995">
                  <c:v>11:47</c:v>
                </c:pt>
                <c:pt idx="4996">
                  <c:v>11:47</c:v>
                </c:pt>
                <c:pt idx="4997">
                  <c:v>11:47</c:v>
                </c:pt>
                <c:pt idx="4998">
                  <c:v>11:47</c:v>
                </c:pt>
                <c:pt idx="4999">
                  <c:v>11:47</c:v>
                </c:pt>
                <c:pt idx="5000">
                  <c:v>11:47</c:v>
                </c:pt>
                <c:pt idx="5001">
                  <c:v>11:47</c:v>
                </c:pt>
                <c:pt idx="5002">
                  <c:v>11:47</c:v>
                </c:pt>
                <c:pt idx="5003">
                  <c:v>11:47</c:v>
                </c:pt>
                <c:pt idx="5004">
                  <c:v>11:47</c:v>
                </c:pt>
                <c:pt idx="5005">
                  <c:v>11:47</c:v>
                </c:pt>
                <c:pt idx="5006">
                  <c:v>11:47</c:v>
                </c:pt>
                <c:pt idx="5007">
                  <c:v>11:47</c:v>
                </c:pt>
                <c:pt idx="5008">
                  <c:v>11:47</c:v>
                </c:pt>
                <c:pt idx="5009">
                  <c:v>11:47</c:v>
                </c:pt>
                <c:pt idx="5010">
                  <c:v>11:48</c:v>
                </c:pt>
                <c:pt idx="5011">
                  <c:v>11:48</c:v>
                </c:pt>
                <c:pt idx="5012">
                  <c:v>11:48</c:v>
                </c:pt>
                <c:pt idx="5013">
                  <c:v>11:48</c:v>
                </c:pt>
                <c:pt idx="5014">
                  <c:v>11:48</c:v>
                </c:pt>
                <c:pt idx="5015">
                  <c:v>11:48</c:v>
                </c:pt>
                <c:pt idx="5016">
                  <c:v>11:48</c:v>
                </c:pt>
                <c:pt idx="5017">
                  <c:v>11:48</c:v>
                </c:pt>
                <c:pt idx="5018">
                  <c:v>11:48</c:v>
                </c:pt>
                <c:pt idx="5019">
                  <c:v>11:48</c:v>
                </c:pt>
                <c:pt idx="5020">
                  <c:v>11:48</c:v>
                </c:pt>
                <c:pt idx="5021">
                  <c:v>11:48</c:v>
                </c:pt>
                <c:pt idx="5022">
                  <c:v>11:48</c:v>
                </c:pt>
                <c:pt idx="5023">
                  <c:v>11:48</c:v>
                </c:pt>
                <c:pt idx="5024">
                  <c:v>11:48</c:v>
                </c:pt>
                <c:pt idx="5025">
                  <c:v>11:48</c:v>
                </c:pt>
                <c:pt idx="5026">
                  <c:v>11:48</c:v>
                </c:pt>
                <c:pt idx="5027">
                  <c:v>11:48</c:v>
                </c:pt>
                <c:pt idx="5028">
                  <c:v>11:48</c:v>
                </c:pt>
                <c:pt idx="5029">
                  <c:v>11:48</c:v>
                </c:pt>
                <c:pt idx="5030">
                  <c:v>11:48</c:v>
                </c:pt>
                <c:pt idx="5031">
                  <c:v>11:48</c:v>
                </c:pt>
                <c:pt idx="5032">
                  <c:v>11:48</c:v>
                </c:pt>
                <c:pt idx="5033">
                  <c:v>11:48</c:v>
                </c:pt>
                <c:pt idx="5034">
                  <c:v>11:48</c:v>
                </c:pt>
                <c:pt idx="5035">
                  <c:v>11:48</c:v>
                </c:pt>
                <c:pt idx="5036">
                  <c:v>11:48</c:v>
                </c:pt>
                <c:pt idx="5037">
                  <c:v>11:48</c:v>
                </c:pt>
                <c:pt idx="5038">
                  <c:v>11:48</c:v>
                </c:pt>
                <c:pt idx="5039">
                  <c:v>11:48</c:v>
                </c:pt>
                <c:pt idx="5040">
                  <c:v>11:49</c:v>
                </c:pt>
                <c:pt idx="5041">
                  <c:v>11:49</c:v>
                </c:pt>
                <c:pt idx="5042">
                  <c:v>11:49</c:v>
                </c:pt>
                <c:pt idx="5043">
                  <c:v>11:49</c:v>
                </c:pt>
                <c:pt idx="5044">
                  <c:v>11:49</c:v>
                </c:pt>
                <c:pt idx="5045">
                  <c:v>11:49</c:v>
                </c:pt>
                <c:pt idx="5046">
                  <c:v>11:49</c:v>
                </c:pt>
                <c:pt idx="5047">
                  <c:v>11:49</c:v>
                </c:pt>
                <c:pt idx="5048">
                  <c:v>11:49</c:v>
                </c:pt>
                <c:pt idx="5049">
                  <c:v>11:49</c:v>
                </c:pt>
                <c:pt idx="5050">
                  <c:v>11:49</c:v>
                </c:pt>
                <c:pt idx="5051">
                  <c:v>11:49</c:v>
                </c:pt>
                <c:pt idx="5052">
                  <c:v>11:49</c:v>
                </c:pt>
                <c:pt idx="5053">
                  <c:v>11:49</c:v>
                </c:pt>
                <c:pt idx="5054">
                  <c:v>11:49</c:v>
                </c:pt>
                <c:pt idx="5055">
                  <c:v>11:49</c:v>
                </c:pt>
                <c:pt idx="5056">
                  <c:v>11:49</c:v>
                </c:pt>
                <c:pt idx="5057">
                  <c:v>11:49</c:v>
                </c:pt>
                <c:pt idx="5058">
                  <c:v>11:49</c:v>
                </c:pt>
                <c:pt idx="5059">
                  <c:v>11:49</c:v>
                </c:pt>
                <c:pt idx="5060">
                  <c:v>11:49</c:v>
                </c:pt>
                <c:pt idx="5061">
                  <c:v>11:49</c:v>
                </c:pt>
                <c:pt idx="5062">
                  <c:v>11:49</c:v>
                </c:pt>
                <c:pt idx="5063">
                  <c:v>11:49</c:v>
                </c:pt>
                <c:pt idx="5064">
                  <c:v>11:49</c:v>
                </c:pt>
                <c:pt idx="5065">
                  <c:v>11:49</c:v>
                </c:pt>
                <c:pt idx="5066">
                  <c:v>11:49</c:v>
                </c:pt>
                <c:pt idx="5067">
                  <c:v>11:49</c:v>
                </c:pt>
                <c:pt idx="5068">
                  <c:v>11:49</c:v>
                </c:pt>
                <c:pt idx="5069">
                  <c:v>11:49</c:v>
                </c:pt>
                <c:pt idx="5070">
                  <c:v>11:50</c:v>
                </c:pt>
                <c:pt idx="5071">
                  <c:v>11:50</c:v>
                </c:pt>
                <c:pt idx="5072">
                  <c:v>11:50</c:v>
                </c:pt>
                <c:pt idx="5073">
                  <c:v>11:50</c:v>
                </c:pt>
                <c:pt idx="5074">
                  <c:v>11:50</c:v>
                </c:pt>
                <c:pt idx="5075">
                  <c:v>11:50</c:v>
                </c:pt>
                <c:pt idx="5076">
                  <c:v>11:50</c:v>
                </c:pt>
                <c:pt idx="5077">
                  <c:v>11:50</c:v>
                </c:pt>
                <c:pt idx="5078">
                  <c:v>11:50</c:v>
                </c:pt>
                <c:pt idx="5079">
                  <c:v>11:50</c:v>
                </c:pt>
                <c:pt idx="5080">
                  <c:v>11:50</c:v>
                </c:pt>
                <c:pt idx="5081">
                  <c:v>11:50</c:v>
                </c:pt>
                <c:pt idx="5082">
                  <c:v>11:50</c:v>
                </c:pt>
                <c:pt idx="5083">
                  <c:v>11:50</c:v>
                </c:pt>
                <c:pt idx="5084">
                  <c:v>11:50</c:v>
                </c:pt>
                <c:pt idx="5085">
                  <c:v>11:50</c:v>
                </c:pt>
                <c:pt idx="5086">
                  <c:v>11:50</c:v>
                </c:pt>
                <c:pt idx="5087">
                  <c:v>11:50</c:v>
                </c:pt>
                <c:pt idx="5088">
                  <c:v>11:50</c:v>
                </c:pt>
                <c:pt idx="5089">
                  <c:v>11:50</c:v>
                </c:pt>
                <c:pt idx="5090">
                  <c:v>11:50</c:v>
                </c:pt>
                <c:pt idx="5091">
                  <c:v>11:50</c:v>
                </c:pt>
                <c:pt idx="5092">
                  <c:v>11:50</c:v>
                </c:pt>
                <c:pt idx="5093">
                  <c:v>11:50</c:v>
                </c:pt>
                <c:pt idx="5094">
                  <c:v>11:50</c:v>
                </c:pt>
                <c:pt idx="5095">
                  <c:v>11:50</c:v>
                </c:pt>
                <c:pt idx="5096">
                  <c:v>11:50</c:v>
                </c:pt>
                <c:pt idx="5097">
                  <c:v>11:50</c:v>
                </c:pt>
                <c:pt idx="5098">
                  <c:v>11:50</c:v>
                </c:pt>
                <c:pt idx="5099">
                  <c:v>11:50</c:v>
                </c:pt>
                <c:pt idx="5100">
                  <c:v>11:51</c:v>
                </c:pt>
                <c:pt idx="5101">
                  <c:v>11:51</c:v>
                </c:pt>
                <c:pt idx="5102">
                  <c:v>11:51</c:v>
                </c:pt>
                <c:pt idx="5103">
                  <c:v>11:51</c:v>
                </c:pt>
                <c:pt idx="5104">
                  <c:v>11:51</c:v>
                </c:pt>
                <c:pt idx="5105">
                  <c:v>11:51</c:v>
                </c:pt>
                <c:pt idx="5106">
                  <c:v>11:51</c:v>
                </c:pt>
                <c:pt idx="5107">
                  <c:v>11:51</c:v>
                </c:pt>
                <c:pt idx="5108">
                  <c:v>11:51</c:v>
                </c:pt>
                <c:pt idx="5109">
                  <c:v>11:51</c:v>
                </c:pt>
                <c:pt idx="5110">
                  <c:v>11:51</c:v>
                </c:pt>
                <c:pt idx="5111">
                  <c:v>11:51</c:v>
                </c:pt>
                <c:pt idx="5112">
                  <c:v>11:51</c:v>
                </c:pt>
                <c:pt idx="5113">
                  <c:v>11:51</c:v>
                </c:pt>
                <c:pt idx="5114">
                  <c:v>11:51</c:v>
                </c:pt>
                <c:pt idx="5115">
                  <c:v>11:51</c:v>
                </c:pt>
                <c:pt idx="5116">
                  <c:v>11:51</c:v>
                </c:pt>
                <c:pt idx="5117">
                  <c:v>11:51</c:v>
                </c:pt>
                <c:pt idx="5118">
                  <c:v>11:51</c:v>
                </c:pt>
                <c:pt idx="5119">
                  <c:v>11:51</c:v>
                </c:pt>
                <c:pt idx="5120">
                  <c:v>11:51</c:v>
                </c:pt>
                <c:pt idx="5121">
                  <c:v>11:51</c:v>
                </c:pt>
                <c:pt idx="5122">
                  <c:v>11:51</c:v>
                </c:pt>
                <c:pt idx="5123">
                  <c:v>11:51</c:v>
                </c:pt>
                <c:pt idx="5124">
                  <c:v>11:51</c:v>
                </c:pt>
                <c:pt idx="5125">
                  <c:v>11:51</c:v>
                </c:pt>
                <c:pt idx="5126">
                  <c:v>11:51</c:v>
                </c:pt>
                <c:pt idx="5127">
                  <c:v>11:51</c:v>
                </c:pt>
                <c:pt idx="5128">
                  <c:v>11:51</c:v>
                </c:pt>
                <c:pt idx="5129">
                  <c:v>11:51</c:v>
                </c:pt>
                <c:pt idx="5130">
                  <c:v>11:52</c:v>
                </c:pt>
                <c:pt idx="5131">
                  <c:v>11:52</c:v>
                </c:pt>
                <c:pt idx="5132">
                  <c:v>11:52</c:v>
                </c:pt>
                <c:pt idx="5133">
                  <c:v>11:52</c:v>
                </c:pt>
                <c:pt idx="5134">
                  <c:v>11:52</c:v>
                </c:pt>
                <c:pt idx="5135">
                  <c:v>11:52</c:v>
                </c:pt>
                <c:pt idx="5136">
                  <c:v>11:52</c:v>
                </c:pt>
                <c:pt idx="5137">
                  <c:v>11:52</c:v>
                </c:pt>
                <c:pt idx="5138">
                  <c:v>11:52</c:v>
                </c:pt>
                <c:pt idx="5139">
                  <c:v>11:52</c:v>
                </c:pt>
                <c:pt idx="5140">
                  <c:v>11:52</c:v>
                </c:pt>
                <c:pt idx="5141">
                  <c:v>11:52</c:v>
                </c:pt>
                <c:pt idx="5142">
                  <c:v>11:52</c:v>
                </c:pt>
                <c:pt idx="5143">
                  <c:v>11:52</c:v>
                </c:pt>
                <c:pt idx="5144">
                  <c:v>11:52</c:v>
                </c:pt>
                <c:pt idx="5145">
                  <c:v>11:52</c:v>
                </c:pt>
                <c:pt idx="5146">
                  <c:v>11:52</c:v>
                </c:pt>
                <c:pt idx="5147">
                  <c:v>11:52</c:v>
                </c:pt>
                <c:pt idx="5148">
                  <c:v>11:52</c:v>
                </c:pt>
                <c:pt idx="5149">
                  <c:v>11:52</c:v>
                </c:pt>
                <c:pt idx="5150">
                  <c:v>11:52</c:v>
                </c:pt>
                <c:pt idx="5151">
                  <c:v>11:52</c:v>
                </c:pt>
                <c:pt idx="5152">
                  <c:v>11:52</c:v>
                </c:pt>
                <c:pt idx="5153">
                  <c:v>11:52</c:v>
                </c:pt>
                <c:pt idx="5154">
                  <c:v>11:52</c:v>
                </c:pt>
                <c:pt idx="5155">
                  <c:v>11:52</c:v>
                </c:pt>
                <c:pt idx="5156">
                  <c:v>11:52</c:v>
                </c:pt>
                <c:pt idx="5157">
                  <c:v>11:52</c:v>
                </c:pt>
                <c:pt idx="5158">
                  <c:v>11:52</c:v>
                </c:pt>
                <c:pt idx="5159">
                  <c:v>11:52</c:v>
                </c:pt>
                <c:pt idx="5160">
                  <c:v>11:53</c:v>
                </c:pt>
                <c:pt idx="5161">
                  <c:v>11:53</c:v>
                </c:pt>
                <c:pt idx="5162">
                  <c:v>11:53</c:v>
                </c:pt>
                <c:pt idx="5163">
                  <c:v>11:53</c:v>
                </c:pt>
                <c:pt idx="5164">
                  <c:v>11:53</c:v>
                </c:pt>
                <c:pt idx="5165">
                  <c:v>11:53</c:v>
                </c:pt>
                <c:pt idx="5166">
                  <c:v>11:53</c:v>
                </c:pt>
                <c:pt idx="5167">
                  <c:v>11:53</c:v>
                </c:pt>
                <c:pt idx="5168">
                  <c:v>11:53</c:v>
                </c:pt>
                <c:pt idx="5169">
                  <c:v>11:53</c:v>
                </c:pt>
                <c:pt idx="5170">
                  <c:v>11:53</c:v>
                </c:pt>
                <c:pt idx="5171">
                  <c:v>11:53</c:v>
                </c:pt>
                <c:pt idx="5172">
                  <c:v>11:53</c:v>
                </c:pt>
                <c:pt idx="5173">
                  <c:v>11:53</c:v>
                </c:pt>
                <c:pt idx="5174">
                  <c:v>11:53</c:v>
                </c:pt>
                <c:pt idx="5175">
                  <c:v>11:53</c:v>
                </c:pt>
                <c:pt idx="5176">
                  <c:v>11:53</c:v>
                </c:pt>
                <c:pt idx="5177">
                  <c:v>11:53</c:v>
                </c:pt>
                <c:pt idx="5178">
                  <c:v>11:53</c:v>
                </c:pt>
                <c:pt idx="5179">
                  <c:v>11:53</c:v>
                </c:pt>
                <c:pt idx="5180">
                  <c:v>11:53</c:v>
                </c:pt>
                <c:pt idx="5181">
                  <c:v>11:53</c:v>
                </c:pt>
                <c:pt idx="5182">
                  <c:v>11:53</c:v>
                </c:pt>
                <c:pt idx="5183">
                  <c:v>11:53</c:v>
                </c:pt>
                <c:pt idx="5184">
                  <c:v>11:53</c:v>
                </c:pt>
                <c:pt idx="5185">
                  <c:v>11:53</c:v>
                </c:pt>
                <c:pt idx="5186">
                  <c:v>11:53</c:v>
                </c:pt>
                <c:pt idx="5187">
                  <c:v>11:53</c:v>
                </c:pt>
                <c:pt idx="5188">
                  <c:v>11:53</c:v>
                </c:pt>
                <c:pt idx="5189">
                  <c:v>11:53</c:v>
                </c:pt>
                <c:pt idx="5190">
                  <c:v>11:54</c:v>
                </c:pt>
                <c:pt idx="5191">
                  <c:v>11:54</c:v>
                </c:pt>
                <c:pt idx="5192">
                  <c:v>11:54</c:v>
                </c:pt>
                <c:pt idx="5193">
                  <c:v>11:54</c:v>
                </c:pt>
                <c:pt idx="5194">
                  <c:v>11:54</c:v>
                </c:pt>
                <c:pt idx="5195">
                  <c:v>11:54</c:v>
                </c:pt>
                <c:pt idx="5196">
                  <c:v>11:54</c:v>
                </c:pt>
                <c:pt idx="5197">
                  <c:v>11:54</c:v>
                </c:pt>
                <c:pt idx="5198">
                  <c:v>11:54</c:v>
                </c:pt>
                <c:pt idx="5199">
                  <c:v>11:54</c:v>
                </c:pt>
                <c:pt idx="5200">
                  <c:v>11:54</c:v>
                </c:pt>
                <c:pt idx="5201">
                  <c:v>11:54</c:v>
                </c:pt>
                <c:pt idx="5202">
                  <c:v>11:54</c:v>
                </c:pt>
                <c:pt idx="5203">
                  <c:v>11:54</c:v>
                </c:pt>
                <c:pt idx="5204">
                  <c:v>11:54</c:v>
                </c:pt>
                <c:pt idx="5205">
                  <c:v>11:54</c:v>
                </c:pt>
                <c:pt idx="5206">
                  <c:v>11:54</c:v>
                </c:pt>
                <c:pt idx="5207">
                  <c:v>11:54</c:v>
                </c:pt>
                <c:pt idx="5208">
                  <c:v>11:54</c:v>
                </c:pt>
                <c:pt idx="5209">
                  <c:v>11:54</c:v>
                </c:pt>
                <c:pt idx="5210">
                  <c:v>11:54</c:v>
                </c:pt>
                <c:pt idx="5211">
                  <c:v>11:54</c:v>
                </c:pt>
                <c:pt idx="5212">
                  <c:v>11:54</c:v>
                </c:pt>
                <c:pt idx="5213">
                  <c:v>11:54</c:v>
                </c:pt>
                <c:pt idx="5214">
                  <c:v>11:54</c:v>
                </c:pt>
                <c:pt idx="5215">
                  <c:v>11:54</c:v>
                </c:pt>
                <c:pt idx="5216">
                  <c:v>11:54</c:v>
                </c:pt>
                <c:pt idx="5217">
                  <c:v>11:54</c:v>
                </c:pt>
                <c:pt idx="5218">
                  <c:v>11:54</c:v>
                </c:pt>
                <c:pt idx="5219">
                  <c:v>11:54</c:v>
                </c:pt>
                <c:pt idx="5220">
                  <c:v>11:55</c:v>
                </c:pt>
                <c:pt idx="5221">
                  <c:v>11:55</c:v>
                </c:pt>
                <c:pt idx="5222">
                  <c:v>11:55</c:v>
                </c:pt>
                <c:pt idx="5223">
                  <c:v>11:55</c:v>
                </c:pt>
                <c:pt idx="5224">
                  <c:v>11:55</c:v>
                </c:pt>
                <c:pt idx="5225">
                  <c:v>11:55</c:v>
                </c:pt>
                <c:pt idx="5226">
                  <c:v>11:55</c:v>
                </c:pt>
                <c:pt idx="5227">
                  <c:v>11:55</c:v>
                </c:pt>
                <c:pt idx="5228">
                  <c:v>11:55</c:v>
                </c:pt>
                <c:pt idx="5229">
                  <c:v>11:55</c:v>
                </c:pt>
                <c:pt idx="5230">
                  <c:v>11:55</c:v>
                </c:pt>
                <c:pt idx="5231">
                  <c:v>11:55</c:v>
                </c:pt>
                <c:pt idx="5232">
                  <c:v>11:55</c:v>
                </c:pt>
                <c:pt idx="5233">
                  <c:v>11:55</c:v>
                </c:pt>
                <c:pt idx="5234">
                  <c:v>11:55</c:v>
                </c:pt>
                <c:pt idx="5235">
                  <c:v>11:55</c:v>
                </c:pt>
                <c:pt idx="5236">
                  <c:v>11:55</c:v>
                </c:pt>
                <c:pt idx="5237">
                  <c:v>11:55</c:v>
                </c:pt>
                <c:pt idx="5238">
                  <c:v>11:55</c:v>
                </c:pt>
                <c:pt idx="5239">
                  <c:v>11:55</c:v>
                </c:pt>
                <c:pt idx="5240">
                  <c:v>11:55</c:v>
                </c:pt>
                <c:pt idx="5241">
                  <c:v>11:55</c:v>
                </c:pt>
                <c:pt idx="5242">
                  <c:v>11:55</c:v>
                </c:pt>
                <c:pt idx="5243">
                  <c:v>11:55</c:v>
                </c:pt>
                <c:pt idx="5244">
                  <c:v>11:55</c:v>
                </c:pt>
                <c:pt idx="5245">
                  <c:v>11:55</c:v>
                </c:pt>
                <c:pt idx="5246">
                  <c:v>11:55</c:v>
                </c:pt>
                <c:pt idx="5247">
                  <c:v>11:55</c:v>
                </c:pt>
                <c:pt idx="5248">
                  <c:v>11:55</c:v>
                </c:pt>
                <c:pt idx="5249">
                  <c:v>11:55</c:v>
                </c:pt>
                <c:pt idx="5250">
                  <c:v>11:56</c:v>
                </c:pt>
                <c:pt idx="5251">
                  <c:v>11:56</c:v>
                </c:pt>
                <c:pt idx="5252">
                  <c:v>11:56</c:v>
                </c:pt>
                <c:pt idx="5253">
                  <c:v>11:56</c:v>
                </c:pt>
                <c:pt idx="5254">
                  <c:v>11:56</c:v>
                </c:pt>
                <c:pt idx="5255">
                  <c:v>11:56</c:v>
                </c:pt>
                <c:pt idx="5256">
                  <c:v>11:56</c:v>
                </c:pt>
                <c:pt idx="5257">
                  <c:v>11:56</c:v>
                </c:pt>
                <c:pt idx="5258">
                  <c:v>11:56</c:v>
                </c:pt>
                <c:pt idx="5259">
                  <c:v>11:56</c:v>
                </c:pt>
                <c:pt idx="5260">
                  <c:v>11:56</c:v>
                </c:pt>
                <c:pt idx="5261">
                  <c:v>11:56</c:v>
                </c:pt>
                <c:pt idx="5262">
                  <c:v>11:56</c:v>
                </c:pt>
                <c:pt idx="5263">
                  <c:v>11:56</c:v>
                </c:pt>
                <c:pt idx="5264">
                  <c:v>11:56</c:v>
                </c:pt>
                <c:pt idx="5265">
                  <c:v>11:56</c:v>
                </c:pt>
                <c:pt idx="5266">
                  <c:v>11:56</c:v>
                </c:pt>
                <c:pt idx="5267">
                  <c:v>11:56</c:v>
                </c:pt>
                <c:pt idx="5268">
                  <c:v>11:56</c:v>
                </c:pt>
                <c:pt idx="5269">
                  <c:v>11:56</c:v>
                </c:pt>
                <c:pt idx="5270">
                  <c:v>11:56</c:v>
                </c:pt>
                <c:pt idx="5271">
                  <c:v>11:56</c:v>
                </c:pt>
                <c:pt idx="5272">
                  <c:v>11:56</c:v>
                </c:pt>
                <c:pt idx="5273">
                  <c:v>11:56</c:v>
                </c:pt>
                <c:pt idx="5274">
                  <c:v>11:56</c:v>
                </c:pt>
                <c:pt idx="5275">
                  <c:v>11:56</c:v>
                </c:pt>
                <c:pt idx="5276">
                  <c:v>11:56</c:v>
                </c:pt>
                <c:pt idx="5277">
                  <c:v>11:56</c:v>
                </c:pt>
                <c:pt idx="5278">
                  <c:v>11:56</c:v>
                </c:pt>
                <c:pt idx="5279">
                  <c:v>11:56</c:v>
                </c:pt>
                <c:pt idx="5280">
                  <c:v>11:57</c:v>
                </c:pt>
                <c:pt idx="5281">
                  <c:v>11:57</c:v>
                </c:pt>
                <c:pt idx="5282">
                  <c:v>11:57</c:v>
                </c:pt>
                <c:pt idx="5283">
                  <c:v>11:57</c:v>
                </c:pt>
                <c:pt idx="5284">
                  <c:v>11:57</c:v>
                </c:pt>
                <c:pt idx="5285">
                  <c:v>11:57</c:v>
                </c:pt>
                <c:pt idx="5286">
                  <c:v>11:57</c:v>
                </c:pt>
                <c:pt idx="5287">
                  <c:v>11:57</c:v>
                </c:pt>
                <c:pt idx="5288">
                  <c:v>11:57</c:v>
                </c:pt>
                <c:pt idx="5289">
                  <c:v>11:57</c:v>
                </c:pt>
                <c:pt idx="5290">
                  <c:v>11:57</c:v>
                </c:pt>
                <c:pt idx="5291">
                  <c:v>11:57</c:v>
                </c:pt>
                <c:pt idx="5292">
                  <c:v>11:57</c:v>
                </c:pt>
                <c:pt idx="5293">
                  <c:v>11:57</c:v>
                </c:pt>
                <c:pt idx="5294">
                  <c:v>11:57</c:v>
                </c:pt>
                <c:pt idx="5295">
                  <c:v>11:57</c:v>
                </c:pt>
                <c:pt idx="5296">
                  <c:v>11:57</c:v>
                </c:pt>
                <c:pt idx="5297">
                  <c:v>11:57</c:v>
                </c:pt>
                <c:pt idx="5298">
                  <c:v>11:57</c:v>
                </c:pt>
                <c:pt idx="5299">
                  <c:v>11:57</c:v>
                </c:pt>
                <c:pt idx="5300">
                  <c:v>11:57</c:v>
                </c:pt>
                <c:pt idx="5301">
                  <c:v>11:57</c:v>
                </c:pt>
                <c:pt idx="5302">
                  <c:v>11:57</c:v>
                </c:pt>
                <c:pt idx="5303">
                  <c:v>11:57</c:v>
                </c:pt>
                <c:pt idx="5304">
                  <c:v>11:57</c:v>
                </c:pt>
                <c:pt idx="5305">
                  <c:v>11:57</c:v>
                </c:pt>
                <c:pt idx="5306">
                  <c:v>11:57</c:v>
                </c:pt>
                <c:pt idx="5307">
                  <c:v>11:57</c:v>
                </c:pt>
                <c:pt idx="5308">
                  <c:v>11:57</c:v>
                </c:pt>
                <c:pt idx="5309">
                  <c:v>11:57</c:v>
                </c:pt>
                <c:pt idx="5310">
                  <c:v>11:58</c:v>
                </c:pt>
                <c:pt idx="5311">
                  <c:v>11:58</c:v>
                </c:pt>
                <c:pt idx="5312">
                  <c:v>11:58</c:v>
                </c:pt>
                <c:pt idx="5313">
                  <c:v>11:58</c:v>
                </c:pt>
                <c:pt idx="5314">
                  <c:v>11:58</c:v>
                </c:pt>
                <c:pt idx="5315">
                  <c:v>11:58</c:v>
                </c:pt>
                <c:pt idx="5316">
                  <c:v>11:58</c:v>
                </c:pt>
                <c:pt idx="5317">
                  <c:v>11:58</c:v>
                </c:pt>
                <c:pt idx="5318">
                  <c:v>11:58</c:v>
                </c:pt>
                <c:pt idx="5319">
                  <c:v>11:58</c:v>
                </c:pt>
                <c:pt idx="5320">
                  <c:v>11:58</c:v>
                </c:pt>
                <c:pt idx="5321">
                  <c:v>11:58</c:v>
                </c:pt>
                <c:pt idx="5322">
                  <c:v>11:58</c:v>
                </c:pt>
                <c:pt idx="5323">
                  <c:v>11:58</c:v>
                </c:pt>
                <c:pt idx="5324">
                  <c:v>11:58</c:v>
                </c:pt>
                <c:pt idx="5325">
                  <c:v>11:58</c:v>
                </c:pt>
                <c:pt idx="5326">
                  <c:v>11:58</c:v>
                </c:pt>
                <c:pt idx="5327">
                  <c:v>11:58</c:v>
                </c:pt>
                <c:pt idx="5328">
                  <c:v>11:58</c:v>
                </c:pt>
                <c:pt idx="5329">
                  <c:v>11:58</c:v>
                </c:pt>
                <c:pt idx="5330">
                  <c:v>11:58</c:v>
                </c:pt>
                <c:pt idx="5331">
                  <c:v>11:58</c:v>
                </c:pt>
                <c:pt idx="5332">
                  <c:v>11:58</c:v>
                </c:pt>
                <c:pt idx="5333">
                  <c:v>11:58</c:v>
                </c:pt>
                <c:pt idx="5334">
                  <c:v>11:58</c:v>
                </c:pt>
                <c:pt idx="5335">
                  <c:v>11:58</c:v>
                </c:pt>
                <c:pt idx="5336">
                  <c:v>11:58</c:v>
                </c:pt>
                <c:pt idx="5337">
                  <c:v>11:58</c:v>
                </c:pt>
                <c:pt idx="5338">
                  <c:v>11:58</c:v>
                </c:pt>
                <c:pt idx="5339">
                  <c:v>11:58</c:v>
                </c:pt>
                <c:pt idx="5340">
                  <c:v>11:59</c:v>
                </c:pt>
                <c:pt idx="5341">
                  <c:v>11:59</c:v>
                </c:pt>
                <c:pt idx="5342">
                  <c:v>11:59</c:v>
                </c:pt>
                <c:pt idx="5343">
                  <c:v>11:59</c:v>
                </c:pt>
                <c:pt idx="5344">
                  <c:v>11:59</c:v>
                </c:pt>
                <c:pt idx="5345">
                  <c:v>11:59</c:v>
                </c:pt>
                <c:pt idx="5346">
                  <c:v>11:59</c:v>
                </c:pt>
                <c:pt idx="5347">
                  <c:v>11:59</c:v>
                </c:pt>
                <c:pt idx="5348">
                  <c:v>11:59</c:v>
                </c:pt>
                <c:pt idx="5349">
                  <c:v>11:59</c:v>
                </c:pt>
                <c:pt idx="5350">
                  <c:v>11:59</c:v>
                </c:pt>
                <c:pt idx="5351">
                  <c:v>11:59</c:v>
                </c:pt>
                <c:pt idx="5352">
                  <c:v>11:59</c:v>
                </c:pt>
                <c:pt idx="5353">
                  <c:v>11:59</c:v>
                </c:pt>
                <c:pt idx="5354">
                  <c:v>11:59</c:v>
                </c:pt>
                <c:pt idx="5355">
                  <c:v>11:59</c:v>
                </c:pt>
                <c:pt idx="5356">
                  <c:v>11:59</c:v>
                </c:pt>
                <c:pt idx="5357">
                  <c:v>11:59</c:v>
                </c:pt>
                <c:pt idx="5358">
                  <c:v>11:59</c:v>
                </c:pt>
                <c:pt idx="5359">
                  <c:v>11:59</c:v>
                </c:pt>
                <c:pt idx="5360">
                  <c:v>11:59</c:v>
                </c:pt>
                <c:pt idx="5361">
                  <c:v>11:59</c:v>
                </c:pt>
                <c:pt idx="5362">
                  <c:v>11:59</c:v>
                </c:pt>
                <c:pt idx="5363">
                  <c:v>11:59</c:v>
                </c:pt>
                <c:pt idx="5364">
                  <c:v>11:59</c:v>
                </c:pt>
                <c:pt idx="5365">
                  <c:v>11:59</c:v>
                </c:pt>
                <c:pt idx="5366">
                  <c:v>11:59</c:v>
                </c:pt>
                <c:pt idx="5367">
                  <c:v>11:59</c:v>
                </c:pt>
                <c:pt idx="5368">
                  <c:v>11:59</c:v>
                </c:pt>
                <c:pt idx="5369">
                  <c:v>11:59</c:v>
                </c:pt>
                <c:pt idx="5370">
                  <c:v>12:00</c:v>
                </c:pt>
                <c:pt idx="5371">
                  <c:v>12:00</c:v>
                </c:pt>
                <c:pt idx="5372">
                  <c:v>12:00</c:v>
                </c:pt>
                <c:pt idx="5373">
                  <c:v>12:00</c:v>
                </c:pt>
                <c:pt idx="5374">
                  <c:v>12:00</c:v>
                </c:pt>
                <c:pt idx="5375">
                  <c:v>12:00</c:v>
                </c:pt>
                <c:pt idx="5376">
                  <c:v>12:00</c:v>
                </c:pt>
                <c:pt idx="5377">
                  <c:v>12:00</c:v>
                </c:pt>
                <c:pt idx="5378">
                  <c:v>12:00</c:v>
                </c:pt>
                <c:pt idx="5379">
                  <c:v>12:00</c:v>
                </c:pt>
                <c:pt idx="5380">
                  <c:v>12:00</c:v>
                </c:pt>
                <c:pt idx="5381">
                  <c:v>12:00</c:v>
                </c:pt>
                <c:pt idx="5382">
                  <c:v>12:00</c:v>
                </c:pt>
                <c:pt idx="5383">
                  <c:v>12:00</c:v>
                </c:pt>
                <c:pt idx="5384">
                  <c:v>12:00</c:v>
                </c:pt>
                <c:pt idx="5385">
                  <c:v>12:00</c:v>
                </c:pt>
                <c:pt idx="5386">
                  <c:v>12:00</c:v>
                </c:pt>
                <c:pt idx="5387">
                  <c:v>12:00</c:v>
                </c:pt>
                <c:pt idx="5388">
                  <c:v>12:00</c:v>
                </c:pt>
                <c:pt idx="5389">
                  <c:v>12:00</c:v>
                </c:pt>
                <c:pt idx="5390">
                  <c:v>12:00</c:v>
                </c:pt>
                <c:pt idx="5391">
                  <c:v>12:00</c:v>
                </c:pt>
                <c:pt idx="5392">
                  <c:v>12:00</c:v>
                </c:pt>
                <c:pt idx="5393">
                  <c:v>12:00</c:v>
                </c:pt>
                <c:pt idx="5394">
                  <c:v>12:00</c:v>
                </c:pt>
                <c:pt idx="5395">
                  <c:v>12:00</c:v>
                </c:pt>
                <c:pt idx="5396">
                  <c:v>12:00</c:v>
                </c:pt>
                <c:pt idx="5397">
                  <c:v>12:00</c:v>
                </c:pt>
                <c:pt idx="5398">
                  <c:v>12:00</c:v>
                </c:pt>
                <c:pt idx="5399">
                  <c:v>12:00</c:v>
                </c:pt>
                <c:pt idx="5400">
                  <c:v>12:01</c:v>
                </c:pt>
                <c:pt idx="5401">
                  <c:v>12:01</c:v>
                </c:pt>
                <c:pt idx="5402">
                  <c:v>12:01</c:v>
                </c:pt>
                <c:pt idx="5403">
                  <c:v>12:01</c:v>
                </c:pt>
                <c:pt idx="5404">
                  <c:v>12:01</c:v>
                </c:pt>
                <c:pt idx="5405">
                  <c:v>12:01</c:v>
                </c:pt>
                <c:pt idx="5406">
                  <c:v>12:01</c:v>
                </c:pt>
                <c:pt idx="5407">
                  <c:v>12:01</c:v>
                </c:pt>
                <c:pt idx="5408">
                  <c:v>12:01</c:v>
                </c:pt>
                <c:pt idx="5409">
                  <c:v>12:01</c:v>
                </c:pt>
                <c:pt idx="5410">
                  <c:v>12:01</c:v>
                </c:pt>
                <c:pt idx="5411">
                  <c:v>12:01</c:v>
                </c:pt>
                <c:pt idx="5412">
                  <c:v>12:01</c:v>
                </c:pt>
                <c:pt idx="5413">
                  <c:v>12:01</c:v>
                </c:pt>
                <c:pt idx="5414">
                  <c:v>12:01</c:v>
                </c:pt>
                <c:pt idx="5415">
                  <c:v>12:01</c:v>
                </c:pt>
                <c:pt idx="5416">
                  <c:v>12:01</c:v>
                </c:pt>
                <c:pt idx="5417">
                  <c:v>12:01</c:v>
                </c:pt>
                <c:pt idx="5418">
                  <c:v>12:01</c:v>
                </c:pt>
                <c:pt idx="5419">
                  <c:v>12:01</c:v>
                </c:pt>
                <c:pt idx="5420">
                  <c:v>12:01</c:v>
                </c:pt>
                <c:pt idx="5421">
                  <c:v>12:01</c:v>
                </c:pt>
                <c:pt idx="5422">
                  <c:v>12:01</c:v>
                </c:pt>
                <c:pt idx="5423">
                  <c:v>12:01</c:v>
                </c:pt>
                <c:pt idx="5424">
                  <c:v>12:01</c:v>
                </c:pt>
                <c:pt idx="5425">
                  <c:v>12:01</c:v>
                </c:pt>
                <c:pt idx="5426">
                  <c:v>12:01</c:v>
                </c:pt>
                <c:pt idx="5427">
                  <c:v>12:01</c:v>
                </c:pt>
                <c:pt idx="5428">
                  <c:v>12:01</c:v>
                </c:pt>
                <c:pt idx="5429">
                  <c:v>12:01</c:v>
                </c:pt>
                <c:pt idx="5430">
                  <c:v>12:02</c:v>
                </c:pt>
                <c:pt idx="5431">
                  <c:v>12:02</c:v>
                </c:pt>
                <c:pt idx="5432">
                  <c:v>12:02</c:v>
                </c:pt>
                <c:pt idx="5433">
                  <c:v>12:02</c:v>
                </c:pt>
                <c:pt idx="5434">
                  <c:v>12:02</c:v>
                </c:pt>
                <c:pt idx="5435">
                  <c:v>12:02</c:v>
                </c:pt>
                <c:pt idx="5436">
                  <c:v>12:02</c:v>
                </c:pt>
                <c:pt idx="5437">
                  <c:v>12:02</c:v>
                </c:pt>
                <c:pt idx="5438">
                  <c:v>12:02</c:v>
                </c:pt>
                <c:pt idx="5439">
                  <c:v>12:02</c:v>
                </c:pt>
                <c:pt idx="5440">
                  <c:v>12:02</c:v>
                </c:pt>
                <c:pt idx="5441">
                  <c:v>12:02</c:v>
                </c:pt>
                <c:pt idx="5442">
                  <c:v>12:02</c:v>
                </c:pt>
                <c:pt idx="5443">
                  <c:v>12:02</c:v>
                </c:pt>
                <c:pt idx="5444">
                  <c:v>12:02</c:v>
                </c:pt>
                <c:pt idx="5445">
                  <c:v>12:02</c:v>
                </c:pt>
                <c:pt idx="5446">
                  <c:v>12:02</c:v>
                </c:pt>
                <c:pt idx="5447">
                  <c:v>12:02</c:v>
                </c:pt>
                <c:pt idx="5448">
                  <c:v>12:02</c:v>
                </c:pt>
                <c:pt idx="5449">
                  <c:v>12:02</c:v>
                </c:pt>
                <c:pt idx="5450">
                  <c:v>12:02</c:v>
                </c:pt>
                <c:pt idx="5451">
                  <c:v>12:02</c:v>
                </c:pt>
                <c:pt idx="5452">
                  <c:v>12:02</c:v>
                </c:pt>
                <c:pt idx="5453">
                  <c:v>12:02</c:v>
                </c:pt>
                <c:pt idx="5454">
                  <c:v>12:02</c:v>
                </c:pt>
                <c:pt idx="5455">
                  <c:v>12:02</c:v>
                </c:pt>
                <c:pt idx="5456">
                  <c:v>12:02</c:v>
                </c:pt>
                <c:pt idx="5457">
                  <c:v>12:02</c:v>
                </c:pt>
                <c:pt idx="5458">
                  <c:v>12:02</c:v>
                </c:pt>
                <c:pt idx="5459">
                  <c:v>12:02</c:v>
                </c:pt>
                <c:pt idx="5460">
                  <c:v>12:03</c:v>
                </c:pt>
                <c:pt idx="5461">
                  <c:v>12:03</c:v>
                </c:pt>
                <c:pt idx="5462">
                  <c:v>12:03</c:v>
                </c:pt>
                <c:pt idx="5463">
                  <c:v>12:03</c:v>
                </c:pt>
                <c:pt idx="5464">
                  <c:v>12:03</c:v>
                </c:pt>
                <c:pt idx="5465">
                  <c:v>12:03</c:v>
                </c:pt>
                <c:pt idx="5466">
                  <c:v>12:03</c:v>
                </c:pt>
                <c:pt idx="5467">
                  <c:v>12:03</c:v>
                </c:pt>
                <c:pt idx="5468">
                  <c:v>12:03</c:v>
                </c:pt>
                <c:pt idx="5469">
                  <c:v>12:03</c:v>
                </c:pt>
                <c:pt idx="5470">
                  <c:v>12:03</c:v>
                </c:pt>
                <c:pt idx="5471">
                  <c:v>12:03</c:v>
                </c:pt>
                <c:pt idx="5472">
                  <c:v>12:03</c:v>
                </c:pt>
                <c:pt idx="5473">
                  <c:v>12:03</c:v>
                </c:pt>
                <c:pt idx="5474">
                  <c:v>12:03</c:v>
                </c:pt>
                <c:pt idx="5475">
                  <c:v>12:03</c:v>
                </c:pt>
                <c:pt idx="5476">
                  <c:v>12:03</c:v>
                </c:pt>
                <c:pt idx="5477">
                  <c:v>12:03</c:v>
                </c:pt>
                <c:pt idx="5478">
                  <c:v>12:03</c:v>
                </c:pt>
                <c:pt idx="5479">
                  <c:v>12:03</c:v>
                </c:pt>
                <c:pt idx="5480">
                  <c:v>12:03</c:v>
                </c:pt>
                <c:pt idx="5481">
                  <c:v>12:03</c:v>
                </c:pt>
                <c:pt idx="5482">
                  <c:v>12:03</c:v>
                </c:pt>
                <c:pt idx="5483">
                  <c:v>12:03</c:v>
                </c:pt>
                <c:pt idx="5484">
                  <c:v>12:03</c:v>
                </c:pt>
                <c:pt idx="5485">
                  <c:v>12:03</c:v>
                </c:pt>
                <c:pt idx="5486">
                  <c:v>12:03</c:v>
                </c:pt>
                <c:pt idx="5487">
                  <c:v>12:03</c:v>
                </c:pt>
                <c:pt idx="5488">
                  <c:v>12:03</c:v>
                </c:pt>
                <c:pt idx="5489">
                  <c:v>12:03</c:v>
                </c:pt>
                <c:pt idx="5490">
                  <c:v>12:04</c:v>
                </c:pt>
                <c:pt idx="5491">
                  <c:v>12:04</c:v>
                </c:pt>
                <c:pt idx="5492">
                  <c:v>12:04</c:v>
                </c:pt>
                <c:pt idx="5493">
                  <c:v>12:04</c:v>
                </c:pt>
                <c:pt idx="5494">
                  <c:v>12:04</c:v>
                </c:pt>
                <c:pt idx="5495">
                  <c:v>12:04</c:v>
                </c:pt>
                <c:pt idx="5496">
                  <c:v>12:04</c:v>
                </c:pt>
                <c:pt idx="5497">
                  <c:v>12:04</c:v>
                </c:pt>
                <c:pt idx="5498">
                  <c:v>12:04</c:v>
                </c:pt>
                <c:pt idx="5499">
                  <c:v>12:04</c:v>
                </c:pt>
                <c:pt idx="5500">
                  <c:v>12:04</c:v>
                </c:pt>
                <c:pt idx="5501">
                  <c:v>12:04</c:v>
                </c:pt>
                <c:pt idx="5502">
                  <c:v>12:04</c:v>
                </c:pt>
                <c:pt idx="5503">
                  <c:v>12:04</c:v>
                </c:pt>
                <c:pt idx="5504">
                  <c:v>12:04</c:v>
                </c:pt>
                <c:pt idx="5505">
                  <c:v>12:04</c:v>
                </c:pt>
                <c:pt idx="5506">
                  <c:v>12:04</c:v>
                </c:pt>
                <c:pt idx="5507">
                  <c:v>12:04</c:v>
                </c:pt>
                <c:pt idx="5508">
                  <c:v>12:04</c:v>
                </c:pt>
                <c:pt idx="5509">
                  <c:v>12:04</c:v>
                </c:pt>
                <c:pt idx="5510">
                  <c:v>12:04</c:v>
                </c:pt>
                <c:pt idx="5511">
                  <c:v>12:04</c:v>
                </c:pt>
                <c:pt idx="5512">
                  <c:v>12:04</c:v>
                </c:pt>
                <c:pt idx="5513">
                  <c:v>12:04</c:v>
                </c:pt>
                <c:pt idx="5514">
                  <c:v>12:04</c:v>
                </c:pt>
                <c:pt idx="5515">
                  <c:v>12:04</c:v>
                </c:pt>
                <c:pt idx="5516">
                  <c:v>12:04</c:v>
                </c:pt>
                <c:pt idx="5517">
                  <c:v>12:04</c:v>
                </c:pt>
                <c:pt idx="5518">
                  <c:v>12:04</c:v>
                </c:pt>
                <c:pt idx="5519">
                  <c:v>12:04</c:v>
                </c:pt>
                <c:pt idx="5520">
                  <c:v>12:05</c:v>
                </c:pt>
                <c:pt idx="5521">
                  <c:v>12:05</c:v>
                </c:pt>
                <c:pt idx="5522">
                  <c:v>12:05</c:v>
                </c:pt>
                <c:pt idx="5523">
                  <c:v>12:05</c:v>
                </c:pt>
                <c:pt idx="5524">
                  <c:v>12:05</c:v>
                </c:pt>
                <c:pt idx="5525">
                  <c:v>12:05</c:v>
                </c:pt>
                <c:pt idx="5526">
                  <c:v>12:05</c:v>
                </c:pt>
                <c:pt idx="5527">
                  <c:v>12:05</c:v>
                </c:pt>
                <c:pt idx="5528">
                  <c:v>12:05</c:v>
                </c:pt>
                <c:pt idx="5529">
                  <c:v>12:05</c:v>
                </c:pt>
                <c:pt idx="5530">
                  <c:v>12:05</c:v>
                </c:pt>
                <c:pt idx="5531">
                  <c:v>12:05</c:v>
                </c:pt>
                <c:pt idx="5532">
                  <c:v>12:05</c:v>
                </c:pt>
                <c:pt idx="5533">
                  <c:v>12:05</c:v>
                </c:pt>
                <c:pt idx="5534">
                  <c:v>12:05</c:v>
                </c:pt>
                <c:pt idx="5535">
                  <c:v>12:05</c:v>
                </c:pt>
                <c:pt idx="5536">
                  <c:v>12:05</c:v>
                </c:pt>
                <c:pt idx="5537">
                  <c:v>12:05</c:v>
                </c:pt>
                <c:pt idx="5538">
                  <c:v>12:05</c:v>
                </c:pt>
                <c:pt idx="5539">
                  <c:v>12:05</c:v>
                </c:pt>
                <c:pt idx="5540">
                  <c:v>12:05</c:v>
                </c:pt>
                <c:pt idx="5541">
                  <c:v>12:05</c:v>
                </c:pt>
                <c:pt idx="5542">
                  <c:v>12:05</c:v>
                </c:pt>
                <c:pt idx="5543">
                  <c:v>12:05</c:v>
                </c:pt>
                <c:pt idx="5544">
                  <c:v>12:05</c:v>
                </c:pt>
                <c:pt idx="5545">
                  <c:v>12:05</c:v>
                </c:pt>
                <c:pt idx="5546">
                  <c:v>12:05</c:v>
                </c:pt>
                <c:pt idx="5547">
                  <c:v>12:05</c:v>
                </c:pt>
                <c:pt idx="5548">
                  <c:v>12:05</c:v>
                </c:pt>
                <c:pt idx="5549">
                  <c:v>12:05</c:v>
                </c:pt>
                <c:pt idx="5550">
                  <c:v>12:06</c:v>
                </c:pt>
                <c:pt idx="5551">
                  <c:v>12:06</c:v>
                </c:pt>
                <c:pt idx="5552">
                  <c:v>12:06</c:v>
                </c:pt>
                <c:pt idx="5553">
                  <c:v>12:06</c:v>
                </c:pt>
                <c:pt idx="5554">
                  <c:v>12:06</c:v>
                </c:pt>
                <c:pt idx="5555">
                  <c:v>12:06</c:v>
                </c:pt>
                <c:pt idx="5556">
                  <c:v>12:06</c:v>
                </c:pt>
                <c:pt idx="5557">
                  <c:v>12:06</c:v>
                </c:pt>
                <c:pt idx="5558">
                  <c:v>12:06</c:v>
                </c:pt>
                <c:pt idx="5559">
                  <c:v>12:06</c:v>
                </c:pt>
                <c:pt idx="5560">
                  <c:v>12:06</c:v>
                </c:pt>
                <c:pt idx="5561">
                  <c:v>12:06</c:v>
                </c:pt>
                <c:pt idx="5562">
                  <c:v>12:06</c:v>
                </c:pt>
                <c:pt idx="5563">
                  <c:v>12:06</c:v>
                </c:pt>
                <c:pt idx="5564">
                  <c:v>12:06</c:v>
                </c:pt>
                <c:pt idx="5565">
                  <c:v>12:06</c:v>
                </c:pt>
                <c:pt idx="5566">
                  <c:v>12:06</c:v>
                </c:pt>
                <c:pt idx="5567">
                  <c:v>12:06</c:v>
                </c:pt>
                <c:pt idx="5568">
                  <c:v>12:06</c:v>
                </c:pt>
                <c:pt idx="5569">
                  <c:v>12:06</c:v>
                </c:pt>
                <c:pt idx="5570">
                  <c:v>12:06</c:v>
                </c:pt>
                <c:pt idx="5571">
                  <c:v>12:06</c:v>
                </c:pt>
                <c:pt idx="5572">
                  <c:v>12:06</c:v>
                </c:pt>
                <c:pt idx="5573">
                  <c:v>12:06</c:v>
                </c:pt>
                <c:pt idx="5574">
                  <c:v>12:06</c:v>
                </c:pt>
                <c:pt idx="5575">
                  <c:v>12:06</c:v>
                </c:pt>
                <c:pt idx="5576">
                  <c:v>12:06</c:v>
                </c:pt>
                <c:pt idx="5577">
                  <c:v>12:06</c:v>
                </c:pt>
                <c:pt idx="5578">
                  <c:v>12:06</c:v>
                </c:pt>
                <c:pt idx="5579">
                  <c:v>12:06</c:v>
                </c:pt>
                <c:pt idx="5580">
                  <c:v>12:07</c:v>
                </c:pt>
                <c:pt idx="5581">
                  <c:v>12:07</c:v>
                </c:pt>
                <c:pt idx="5582">
                  <c:v>12:07</c:v>
                </c:pt>
                <c:pt idx="5583">
                  <c:v>12:07</c:v>
                </c:pt>
                <c:pt idx="5584">
                  <c:v>12:07</c:v>
                </c:pt>
                <c:pt idx="5585">
                  <c:v>12:07</c:v>
                </c:pt>
                <c:pt idx="5586">
                  <c:v>12:07</c:v>
                </c:pt>
                <c:pt idx="5587">
                  <c:v>12:07</c:v>
                </c:pt>
                <c:pt idx="5588">
                  <c:v>12:07</c:v>
                </c:pt>
                <c:pt idx="5589">
                  <c:v>12:07</c:v>
                </c:pt>
                <c:pt idx="5590">
                  <c:v>12:07</c:v>
                </c:pt>
                <c:pt idx="5591">
                  <c:v>12:07</c:v>
                </c:pt>
                <c:pt idx="5592">
                  <c:v>12:07</c:v>
                </c:pt>
                <c:pt idx="5593">
                  <c:v>12:07</c:v>
                </c:pt>
                <c:pt idx="5594">
                  <c:v>12:07</c:v>
                </c:pt>
                <c:pt idx="5595">
                  <c:v>12:07</c:v>
                </c:pt>
                <c:pt idx="5596">
                  <c:v>12:07</c:v>
                </c:pt>
                <c:pt idx="5597">
                  <c:v>12:07</c:v>
                </c:pt>
                <c:pt idx="5598">
                  <c:v>12:07</c:v>
                </c:pt>
                <c:pt idx="5599">
                  <c:v>12:07</c:v>
                </c:pt>
                <c:pt idx="5600">
                  <c:v>12:07</c:v>
                </c:pt>
                <c:pt idx="5601">
                  <c:v>12:07</c:v>
                </c:pt>
                <c:pt idx="5602">
                  <c:v>12:07</c:v>
                </c:pt>
                <c:pt idx="5603">
                  <c:v>12:07</c:v>
                </c:pt>
                <c:pt idx="5604">
                  <c:v>12:07</c:v>
                </c:pt>
                <c:pt idx="5605">
                  <c:v>12:07</c:v>
                </c:pt>
                <c:pt idx="5606">
                  <c:v>12:07</c:v>
                </c:pt>
                <c:pt idx="5607">
                  <c:v>12:07</c:v>
                </c:pt>
                <c:pt idx="5608">
                  <c:v>12:07</c:v>
                </c:pt>
                <c:pt idx="5609">
                  <c:v>12:07</c:v>
                </c:pt>
                <c:pt idx="5610">
                  <c:v>12:08</c:v>
                </c:pt>
                <c:pt idx="5611">
                  <c:v>12:08</c:v>
                </c:pt>
                <c:pt idx="5612">
                  <c:v>12:08</c:v>
                </c:pt>
                <c:pt idx="5613">
                  <c:v>12:08</c:v>
                </c:pt>
                <c:pt idx="5614">
                  <c:v>12:08</c:v>
                </c:pt>
                <c:pt idx="5615">
                  <c:v>12:08</c:v>
                </c:pt>
                <c:pt idx="5616">
                  <c:v>12:08</c:v>
                </c:pt>
                <c:pt idx="5617">
                  <c:v>12:08</c:v>
                </c:pt>
                <c:pt idx="5618">
                  <c:v>12:08</c:v>
                </c:pt>
                <c:pt idx="5619">
                  <c:v>12:08</c:v>
                </c:pt>
                <c:pt idx="5620">
                  <c:v>12:08</c:v>
                </c:pt>
                <c:pt idx="5621">
                  <c:v>12:08</c:v>
                </c:pt>
                <c:pt idx="5622">
                  <c:v>12:08</c:v>
                </c:pt>
                <c:pt idx="5623">
                  <c:v>12:08</c:v>
                </c:pt>
                <c:pt idx="5624">
                  <c:v>12:08</c:v>
                </c:pt>
                <c:pt idx="5625">
                  <c:v>12:08</c:v>
                </c:pt>
                <c:pt idx="5626">
                  <c:v>12:08</c:v>
                </c:pt>
                <c:pt idx="5627">
                  <c:v>12:08</c:v>
                </c:pt>
                <c:pt idx="5628">
                  <c:v>12:08</c:v>
                </c:pt>
                <c:pt idx="5629">
                  <c:v>12:08</c:v>
                </c:pt>
                <c:pt idx="5630">
                  <c:v>12:08</c:v>
                </c:pt>
                <c:pt idx="5631">
                  <c:v>12:08</c:v>
                </c:pt>
                <c:pt idx="5632">
                  <c:v>12:08</c:v>
                </c:pt>
                <c:pt idx="5633">
                  <c:v>12:08</c:v>
                </c:pt>
                <c:pt idx="5634">
                  <c:v>12:08</c:v>
                </c:pt>
                <c:pt idx="5635">
                  <c:v>12:08</c:v>
                </c:pt>
                <c:pt idx="5636">
                  <c:v>12:08</c:v>
                </c:pt>
                <c:pt idx="5637">
                  <c:v>12:08</c:v>
                </c:pt>
                <c:pt idx="5638">
                  <c:v>12:08</c:v>
                </c:pt>
                <c:pt idx="5639">
                  <c:v>12:08</c:v>
                </c:pt>
                <c:pt idx="5640">
                  <c:v>12:09</c:v>
                </c:pt>
                <c:pt idx="5641">
                  <c:v>12:09</c:v>
                </c:pt>
                <c:pt idx="5642">
                  <c:v>12:09</c:v>
                </c:pt>
                <c:pt idx="5643">
                  <c:v>12:09</c:v>
                </c:pt>
                <c:pt idx="5644">
                  <c:v>12:09</c:v>
                </c:pt>
                <c:pt idx="5645">
                  <c:v>12:09</c:v>
                </c:pt>
                <c:pt idx="5646">
                  <c:v>12:09</c:v>
                </c:pt>
                <c:pt idx="5647">
                  <c:v>12:09</c:v>
                </c:pt>
                <c:pt idx="5648">
                  <c:v>12:09</c:v>
                </c:pt>
                <c:pt idx="5649">
                  <c:v>12:09</c:v>
                </c:pt>
                <c:pt idx="5650">
                  <c:v>12:09</c:v>
                </c:pt>
                <c:pt idx="5651">
                  <c:v>12:09</c:v>
                </c:pt>
                <c:pt idx="5652">
                  <c:v>12:09</c:v>
                </c:pt>
                <c:pt idx="5653">
                  <c:v>12:09</c:v>
                </c:pt>
                <c:pt idx="5654">
                  <c:v>12:09</c:v>
                </c:pt>
                <c:pt idx="5655">
                  <c:v>12:09</c:v>
                </c:pt>
                <c:pt idx="5656">
                  <c:v>12:09</c:v>
                </c:pt>
                <c:pt idx="5657">
                  <c:v>12:09</c:v>
                </c:pt>
                <c:pt idx="5658">
                  <c:v>12:09</c:v>
                </c:pt>
                <c:pt idx="5659">
                  <c:v>12:09</c:v>
                </c:pt>
                <c:pt idx="5660">
                  <c:v>12:09</c:v>
                </c:pt>
                <c:pt idx="5661">
                  <c:v>12:09</c:v>
                </c:pt>
                <c:pt idx="5662">
                  <c:v>12:09</c:v>
                </c:pt>
                <c:pt idx="5663">
                  <c:v>12:09</c:v>
                </c:pt>
                <c:pt idx="5664">
                  <c:v>12:09</c:v>
                </c:pt>
                <c:pt idx="5665">
                  <c:v>12:09</c:v>
                </c:pt>
                <c:pt idx="5666">
                  <c:v>12:09</c:v>
                </c:pt>
                <c:pt idx="5667">
                  <c:v>12:09</c:v>
                </c:pt>
                <c:pt idx="5668">
                  <c:v>12:09</c:v>
                </c:pt>
                <c:pt idx="5669">
                  <c:v>12:09</c:v>
                </c:pt>
                <c:pt idx="5670">
                  <c:v>12:10</c:v>
                </c:pt>
                <c:pt idx="5671">
                  <c:v>12:10</c:v>
                </c:pt>
                <c:pt idx="5672">
                  <c:v>12:10</c:v>
                </c:pt>
                <c:pt idx="5673">
                  <c:v>12:10</c:v>
                </c:pt>
                <c:pt idx="5674">
                  <c:v>12:10</c:v>
                </c:pt>
                <c:pt idx="5675">
                  <c:v>12:10</c:v>
                </c:pt>
                <c:pt idx="5676">
                  <c:v>12:10</c:v>
                </c:pt>
                <c:pt idx="5677">
                  <c:v>12:10</c:v>
                </c:pt>
                <c:pt idx="5678">
                  <c:v>12:10</c:v>
                </c:pt>
                <c:pt idx="5679">
                  <c:v>12:10</c:v>
                </c:pt>
                <c:pt idx="5680">
                  <c:v>12:10</c:v>
                </c:pt>
                <c:pt idx="5681">
                  <c:v>12:10</c:v>
                </c:pt>
                <c:pt idx="5682">
                  <c:v>12:10</c:v>
                </c:pt>
                <c:pt idx="5683">
                  <c:v>12:10</c:v>
                </c:pt>
                <c:pt idx="5684">
                  <c:v>12:10</c:v>
                </c:pt>
                <c:pt idx="5685">
                  <c:v>12:10</c:v>
                </c:pt>
                <c:pt idx="5686">
                  <c:v>12:10</c:v>
                </c:pt>
                <c:pt idx="5687">
                  <c:v>12:10</c:v>
                </c:pt>
                <c:pt idx="5688">
                  <c:v>12:10</c:v>
                </c:pt>
                <c:pt idx="5689">
                  <c:v>12:10</c:v>
                </c:pt>
                <c:pt idx="5690">
                  <c:v>12:10</c:v>
                </c:pt>
                <c:pt idx="5691">
                  <c:v>12:10</c:v>
                </c:pt>
                <c:pt idx="5692">
                  <c:v>12:10</c:v>
                </c:pt>
                <c:pt idx="5693">
                  <c:v>12:10</c:v>
                </c:pt>
                <c:pt idx="5694">
                  <c:v>12:10</c:v>
                </c:pt>
                <c:pt idx="5695">
                  <c:v>12:10</c:v>
                </c:pt>
                <c:pt idx="5696">
                  <c:v>12:10</c:v>
                </c:pt>
                <c:pt idx="5697">
                  <c:v>12:10</c:v>
                </c:pt>
                <c:pt idx="5698">
                  <c:v>12:10</c:v>
                </c:pt>
                <c:pt idx="5699">
                  <c:v>12:10</c:v>
                </c:pt>
                <c:pt idx="5700">
                  <c:v>12:11</c:v>
                </c:pt>
                <c:pt idx="5701">
                  <c:v>12:11</c:v>
                </c:pt>
                <c:pt idx="5702">
                  <c:v>12:11</c:v>
                </c:pt>
                <c:pt idx="5703">
                  <c:v>12:11</c:v>
                </c:pt>
                <c:pt idx="5704">
                  <c:v>12:11</c:v>
                </c:pt>
                <c:pt idx="5705">
                  <c:v>12:11</c:v>
                </c:pt>
                <c:pt idx="5706">
                  <c:v>12:11</c:v>
                </c:pt>
                <c:pt idx="5707">
                  <c:v>12:11</c:v>
                </c:pt>
                <c:pt idx="5708">
                  <c:v>12:11</c:v>
                </c:pt>
                <c:pt idx="5709">
                  <c:v>12:11</c:v>
                </c:pt>
                <c:pt idx="5710">
                  <c:v>12:11</c:v>
                </c:pt>
                <c:pt idx="5711">
                  <c:v>12:11</c:v>
                </c:pt>
                <c:pt idx="5712">
                  <c:v>12:11</c:v>
                </c:pt>
                <c:pt idx="5713">
                  <c:v>12:11</c:v>
                </c:pt>
                <c:pt idx="5714">
                  <c:v>12:11</c:v>
                </c:pt>
                <c:pt idx="5715">
                  <c:v>12:11</c:v>
                </c:pt>
                <c:pt idx="5716">
                  <c:v>12:11</c:v>
                </c:pt>
                <c:pt idx="5717">
                  <c:v>12:11</c:v>
                </c:pt>
                <c:pt idx="5718">
                  <c:v>12:11</c:v>
                </c:pt>
                <c:pt idx="5719">
                  <c:v>12:11</c:v>
                </c:pt>
                <c:pt idx="5720">
                  <c:v>12:11</c:v>
                </c:pt>
                <c:pt idx="5721">
                  <c:v>12:11</c:v>
                </c:pt>
                <c:pt idx="5722">
                  <c:v>12:11</c:v>
                </c:pt>
                <c:pt idx="5723">
                  <c:v>12:11</c:v>
                </c:pt>
                <c:pt idx="5724">
                  <c:v>12:11</c:v>
                </c:pt>
                <c:pt idx="5725">
                  <c:v>12:11</c:v>
                </c:pt>
                <c:pt idx="5726">
                  <c:v>12:11</c:v>
                </c:pt>
                <c:pt idx="5727">
                  <c:v>12:11</c:v>
                </c:pt>
                <c:pt idx="5728">
                  <c:v>12:11</c:v>
                </c:pt>
                <c:pt idx="5729">
                  <c:v>12:11</c:v>
                </c:pt>
                <c:pt idx="5730">
                  <c:v>12:12</c:v>
                </c:pt>
                <c:pt idx="5731">
                  <c:v>12:12</c:v>
                </c:pt>
                <c:pt idx="5732">
                  <c:v>12:12</c:v>
                </c:pt>
                <c:pt idx="5733">
                  <c:v>12:12</c:v>
                </c:pt>
                <c:pt idx="5734">
                  <c:v>12:12</c:v>
                </c:pt>
                <c:pt idx="5735">
                  <c:v>12:12</c:v>
                </c:pt>
                <c:pt idx="5736">
                  <c:v>12:12</c:v>
                </c:pt>
                <c:pt idx="5737">
                  <c:v>12:12</c:v>
                </c:pt>
                <c:pt idx="5738">
                  <c:v>12:12</c:v>
                </c:pt>
                <c:pt idx="5739">
                  <c:v>12:12</c:v>
                </c:pt>
                <c:pt idx="5740">
                  <c:v>12:12</c:v>
                </c:pt>
                <c:pt idx="5741">
                  <c:v>12:12</c:v>
                </c:pt>
                <c:pt idx="5742">
                  <c:v>12:12</c:v>
                </c:pt>
                <c:pt idx="5743">
                  <c:v>12:12</c:v>
                </c:pt>
                <c:pt idx="5744">
                  <c:v>12:12</c:v>
                </c:pt>
                <c:pt idx="5745">
                  <c:v>12:12</c:v>
                </c:pt>
                <c:pt idx="5746">
                  <c:v>12:12</c:v>
                </c:pt>
                <c:pt idx="5747">
                  <c:v>12:12</c:v>
                </c:pt>
                <c:pt idx="5748">
                  <c:v>12:12</c:v>
                </c:pt>
                <c:pt idx="5749">
                  <c:v>12:12</c:v>
                </c:pt>
                <c:pt idx="5750">
                  <c:v>12:12</c:v>
                </c:pt>
                <c:pt idx="5751">
                  <c:v>12:12</c:v>
                </c:pt>
                <c:pt idx="5752">
                  <c:v>12:12</c:v>
                </c:pt>
                <c:pt idx="5753">
                  <c:v>12:12</c:v>
                </c:pt>
                <c:pt idx="5754">
                  <c:v>12:12</c:v>
                </c:pt>
                <c:pt idx="5755">
                  <c:v>12:12</c:v>
                </c:pt>
                <c:pt idx="5756">
                  <c:v>12:12</c:v>
                </c:pt>
                <c:pt idx="5757">
                  <c:v>12:12</c:v>
                </c:pt>
                <c:pt idx="5758">
                  <c:v>12:12</c:v>
                </c:pt>
                <c:pt idx="5759">
                  <c:v>12:12</c:v>
                </c:pt>
                <c:pt idx="5760">
                  <c:v>12:13</c:v>
                </c:pt>
                <c:pt idx="5761">
                  <c:v>12:13</c:v>
                </c:pt>
                <c:pt idx="5762">
                  <c:v>12:13</c:v>
                </c:pt>
                <c:pt idx="5763">
                  <c:v>12:13</c:v>
                </c:pt>
                <c:pt idx="5764">
                  <c:v>12:13</c:v>
                </c:pt>
                <c:pt idx="5765">
                  <c:v>12:13</c:v>
                </c:pt>
                <c:pt idx="5766">
                  <c:v>12:13</c:v>
                </c:pt>
                <c:pt idx="5767">
                  <c:v>12:13</c:v>
                </c:pt>
                <c:pt idx="5768">
                  <c:v>12:13</c:v>
                </c:pt>
                <c:pt idx="5769">
                  <c:v>12:13</c:v>
                </c:pt>
                <c:pt idx="5770">
                  <c:v>12:13</c:v>
                </c:pt>
                <c:pt idx="5771">
                  <c:v>12:13</c:v>
                </c:pt>
                <c:pt idx="5772">
                  <c:v>12:13</c:v>
                </c:pt>
                <c:pt idx="5773">
                  <c:v>12:13</c:v>
                </c:pt>
                <c:pt idx="5774">
                  <c:v>12:13</c:v>
                </c:pt>
                <c:pt idx="5775">
                  <c:v>12:13</c:v>
                </c:pt>
                <c:pt idx="5776">
                  <c:v>12:13</c:v>
                </c:pt>
                <c:pt idx="5777">
                  <c:v>12:13</c:v>
                </c:pt>
                <c:pt idx="5778">
                  <c:v>12:13</c:v>
                </c:pt>
                <c:pt idx="5779">
                  <c:v>12:13</c:v>
                </c:pt>
                <c:pt idx="5780">
                  <c:v>12:13</c:v>
                </c:pt>
                <c:pt idx="5781">
                  <c:v>12:13</c:v>
                </c:pt>
                <c:pt idx="5782">
                  <c:v>12:13</c:v>
                </c:pt>
                <c:pt idx="5783">
                  <c:v>12:13</c:v>
                </c:pt>
                <c:pt idx="5784">
                  <c:v>12:13</c:v>
                </c:pt>
                <c:pt idx="5785">
                  <c:v>12:13</c:v>
                </c:pt>
                <c:pt idx="5786">
                  <c:v>12:13</c:v>
                </c:pt>
                <c:pt idx="5787">
                  <c:v>12:13</c:v>
                </c:pt>
                <c:pt idx="5788">
                  <c:v>12:13</c:v>
                </c:pt>
                <c:pt idx="5789">
                  <c:v>12:13</c:v>
                </c:pt>
                <c:pt idx="5790">
                  <c:v>12:14</c:v>
                </c:pt>
                <c:pt idx="5791">
                  <c:v>12:14</c:v>
                </c:pt>
                <c:pt idx="5792">
                  <c:v>12:14</c:v>
                </c:pt>
                <c:pt idx="5793">
                  <c:v>12:14</c:v>
                </c:pt>
                <c:pt idx="5794">
                  <c:v>12:14</c:v>
                </c:pt>
                <c:pt idx="5795">
                  <c:v>12:14</c:v>
                </c:pt>
                <c:pt idx="5796">
                  <c:v>12:14</c:v>
                </c:pt>
                <c:pt idx="5797">
                  <c:v>12:14</c:v>
                </c:pt>
                <c:pt idx="5798">
                  <c:v>12:14</c:v>
                </c:pt>
                <c:pt idx="5799">
                  <c:v>12:14</c:v>
                </c:pt>
                <c:pt idx="5800">
                  <c:v>12:14</c:v>
                </c:pt>
                <c:pt idx="5801">
                  <c:v>12:14</c:v>
                </c:pt>
                <c:pt idx="5802">
                  <c:v>12:14</c:v>
                </c:pt>
                <c:pt idx="5803">
                  <c:v>12:14</c:v>
                </c:pt>
                <c:pt idx="5804">
                  <c:v>12:14</c:v>
                </c:pt>
                <c:pt idx="5805">
                  <c:v>12:14</c:v>
                </c:pt>
                <c:pt idx="5806">
                  <c:v>12:14</c:v>
                </c:pt>
                <c:pt idx="5807">
                  <c:v>12:14</c:v>
                </c:pt>
                <c:pt idx="5808">
                  <c:v>12:14</c:v>
                </c:pt>
                <c:pt idx="5809">
                  <c:v>12:14</c:v>
                </c:pt>
                <c:pt idx="5810">
                  <c:v>12:14</c:v>
                </c:pt>
                <c:pt idx="5811">
                  <c:v>12:14</c:v>
                </c:pt>
                <c:pt idx="5812">
                  <c:v>12:14</c:v>
                </c:pt>
                <c:pt idx="5813">
                  <c:v>12:14</c:v>
                </c:pt>
                <c:pt idx="5814">
                  <c:v>12:14</c:v>
                </c:pt>
                <c:pt idx="5815">
                  <c:v>12:14</c:v>
                </c:pt>
                <c:pt idx="5816">
                  <c:v>12:14</c:v>
                </c:pt>
                <c:pt idx="5817">
                  <c:v>12:14</c:v>
                </c:pt>
                <c:pt idx="5818">
                  <c:v>12:14</c:v>
                </c:pt>
                <c:pt idx="5819">
                  <c:v>12:14</c:v>
                </c:pt>
                <c:pt idx="5820">
                  <c:v>12:15</c:v>
                </c:pt>
                <c:pt idx="5821">
                  <c:v>12:15</c:v>
                </c:pt>
                <c:pt idx="5822">
                  <c:v>12:15</c:v>
                </c:pt>
                <c:pt idx="5823">
                  <c:v>12:15</c:v>
                </c:pt>
                <c:pt idx="5824">
                  <c:v>12:15</c:v>
                </c:pt>
                <c:pt idx="5825">
                  <c:v>12:15</c:v>
                </c:pt>
                <c:pt idx="5826">
                  <c:v>12:15</c:v>
                </c:pt>
                <c:pt idx="5827">
                  <c:v>12:15</c:v>
                </c:pt>
                <c:pt idx="5828">
                  <c:v>12:15</c:v>
                </c:pt>
                <c:pt idx="5829">
                  <c:v>12:15</c:v>
                </c:pt>
                <c:pt idx="5830">
                  <c:v>12:15</c:v>
                </c:pt>
                <c:pt idx="5831">
                  <c:v>12:15</c:v>
                </c:pt>
                <c:pt idx="5832">
                  <c:v>12:15</c:v>
                </c:pt>
                <c:pt idx="5833">
                  <c:v>12:15</c:v>
                </c:pt>
                <c:pt idx="5834">
                  <c:v>12:15</c:v>
                </c:pt>
                <c:pt idx="5835">
                  <c:v>12:15</c:v>
                </c:pt>
                <c:pt idx="5836">
                  <c:v>12:15</c:v>
                </c:pt>
                <c:pt idx="5837">
                  <c:v>12:15</c:v>
                </c:pt>
                <c:pt idx="5838">
                  <c:v>12:15</c:v>
                </c:pt>
                <c:pt idx="5839">
                  <c:v>12:15</c:v>
                </c:pt>
                <c:pt idx="5840">
                  <c:v>12:15</c:v>
                </c:pt>
                <c:pt idx="5841">
                  <c:v>12:15</c:v>
                </c:pt>
                <c:pt idx="5842">
                  <c:v>12:15</c:v>
                </c:pt>
                <c:pt idx="5843">
                  <c:v>12:15</c:v>
                </c:pt>
                <c:pt idx="5844">
                  <c:v>12:15</c:v>
                </c:pt>
                <c:pt idx="5845">
                  <c:v>12:15</c:v>
                </c:pt>
                <c:pt idx="5846">
                  <c:v>12:15</c:v>
                </c:pt>
                <c:pt idx="5847">
                  <c:v>12:15</c:v>
                </c:pt>
                <c:pt idx="5848">
                  <c:v>12:15</c:v>
                </c:pt>
                <c:pt idx="5849">
                  <c:v>12:15</c:v>
                </c:pt>
                <c:pt idx="5850">
                  <c:v>12:16</c:v>
                </c:pt>
                <c:pt idx="5851">
                  <c:v>12:16</c:v>
                </c:pt>
                <c:pt idx="5852">
                  <c:v>12:16</c:v>
                </c:pt>
                <c:pt idx="5853">
                  <c:v>12:16</c:v>
                </c:pt>
                <c:pt idx="5854">
                  <c:v>12:16</c:v>
                </c:pt>
                <c:pt idx="5855">
                  <c:v>12:16</c:v>
                </c:pt>
                <c:pt idx="5856">
                  <c:v>12:16</c:v>
                </c:pt>
                <c:pt idx="5857">
                  <c:v>12:16</c:v>
                </c:pt>
                <c:pt idx="5858">
                  <c:v>12:16</c:v>
                </c:pt>
                <c:pt idx="5859">
                  <c:v>12:16</c:v>
                </c:pt>
                <c:pt idx="5860">
                  <c:v>12:16</c:v>
                </c:pt>
                <c:pt idx="5861">
                  <c:v>12:16</c:v>
                </c:pt>
                <c:pt idx="5862">
                  <c:v>12:16</c:v>
                </c:pt>
                <c:pt idx="5863">
                  <c:v>12:16</c:v>
                </c:pt>
                <c:pt idx="5864">
                  <c:v>12:16</c:v>
                </c:pt>
                <c:pt idx="5865">
                  <c:v>12:16</c:v>
                </c:pt>
                <c:pt idx="5866">
                  <c:v>12:16</c:v>
                </c:pt>
                <c:pt idx="5867">
                  <c:v>12:16</c:v>
                </c:pt>
                <c:pt idx="5868">
                  <c:v>12:16</c:v>
                </c:pt>
                <c:pt idx="5869">
                  <c:v>12:16</c:v>
                </c:pt>
                <c:pt idx="5870">
                  <c:v>12:16</c:v>
                </c:pt>
                <c:pt idx="5871">
                  <c:v>12:16</c:v>
                </c:pt>
                <c:pt idx="5872">
                  <c:v>12:16</c:v>
                </c:pt>
                <c:pt idx="5873">
                  <c:v>12:16</c:v>
                </c:pt>
                <c:pt idx="5874">
                  <c:v>12:16</c:v>
                </c:pt>
                <c:pt idx="5875">
                  <c:v>12:16</c:v>
                </c:pt>
                <c:pt idx="5876">
                  <c:v>12:16</c:v>
                </c:pt>
                <c:pt idx="5877">
                  <c:v>12:16</c:v>
                </c:pt>
                <c:pt idx="5878">
                  <c:v>12:16</c:v>
                </c:pt>
                <c:pt idx="5879">
                  <c:v>12:16</c:v>
                </c:pt>
                <c:pt idx="5880">
                  <c:v>12:17</c:v>
                </c:pt>
                <c:pt idx="5881">
                  <c:v>12:17</c:v>
                </c:pt>
                <c:pt idx="5882">
                  <c:v>12:17</c:v>
                </c:pt>
                <c:pt idx="5883">
                  <c:v>12:17</c:v>
                </c:pt>
                <c:pt idx="5884">
                  <c:v>12:17</c:v>
                </c:pt>
                <c:pt idx="5885">
                  <c:v>12:17</c:v>
                </c:pt>
                <c:pt idx="5886">
                  <c:v>12:17</c:v>
                </c:pt>
                <c:pt idx="5887">
                  <c:v>12:17</c:v>
                </c:pt>
                <c:pt idx="5888">
                  <c:v>12:17</c:v>
                </c:pt>
                <c:pt idx="5889">
                  <c:v>12:17</c:v>
                </c:pt>
                <c:pt idx="5890">
                  <c:v>12:17</c:v>
                </c:pt>
                <c:pt idx="5891">
                  <c:v>12:17</c:v>
                </c:pt>
                <c:pt idx="5892">
                  <c:v>12:17</c:v>
                </c:pt>
                <c:pt idx="5893">
                  <c:v>12:17</c:v>
                </c:pt>
                <c:pt idx="5894">
                  <c:v>12:17</c:v>
                </c:pt>
                <c:pt idx="5895">
                  <c:v>12:17</c:v>
                </c:pt>
                <c:pt idx="5896">
                  <c:v>12:17</c:v>
                </c:pt>
                <c:pt idx="5897">
                  <c:v>12:17</c:v>
                </c:pt>
                <c:pt idx="5898">
                  <c:v>12:17</c:v>
                </c:pt>
                <c:pt idx="5899">
                  <c:v>12:17</c:v>
                </c:pt>
                <c:pt idx="5900">
                  <c:v>12:17</c:v>
                </c:pt>
                <c:pt idx="5901">
                  <c:v>12:17</c:v>
                </c:pt>
                <c:pt idx="5902">
                  <c:v>12:17</c:v>
                </c:pt>
                <c:pt idx="5903">
                  <c:v>12:17</c:v>
                </c:pt>
                <c:pt idx="5904">
                  <c:v>12:17</c:v>
                </c:pt>
                <c:pt idx="5905">
                  <c:v>12:17</c:v>
                </c:pt>
                <c:pt idx="5906">
                  <c:v>12:17</c:v>
                </c:pt>
                <c:pt idx="5907">
                  <c:v>12:17</c:v>
                </c:pt>
                <c:pt idx="5908">
                  <c:v>12:17</c:v>
                </c:pt>
                <c:pt idx="5909">
                  <c:v>12:17</c:v>
                </c:pt>
                <c:pt idx="5910">
                  <c:v>12:18</c:v>
                </c:pt>
                <c:pt idx="5911">
                  <c:v>12:18</c:v>
                </c:pt>
                <c:pt idx="5912">
                  <c:v>12:18</c:v>
                </c:pt>
                <c:pt idx="5913">
                  <c:v>12:18</c:v>
                </c:pt>
                <c:pt idx="5914">
                  <c:v>12:18</c:v>
                </c:pt>
                <c:pt idx="5915">
                  <c:v>12:18</c:v>
                </c:pt>
                <c:pt idx="5916">
                  <c:v>12:18</c:v>
                </c:pt>
                <c:pt idx="5917">
                  <c:v>12:18</c:v>
                </c:pt>
                <c:pt idx="5918">
                  <c:v>12:18</c:v>
                </c:pt>
                <c:pt idx="5919">
                  <c:v>12:18</c:v>
                </c:pt>
                <c:pt idx="5920">
                  <c:v>12:18</c:v>
                </c:pt>
                <c:pt idx="5921">
                  <c:v>12:18</c:v>
                </c:pt>
                <c:pt idx="5922">
                  <c:v>12:18</c:v>
                </c:pt>
                <c:pt idx="5923">
                  <c:v>12:18</c:v>
                </c:pt>
                <c:pt idx="5924">
                  <c:v>12:18</c:v>
                </c:pt>
                <c:pt idx="5925">
                  <c:v>12:18</c:v>
                </c:pt>
                <c:pt idx="5926">
                  <c:v>12:18</c:v>
                </c:pt>
                <c:pt idx="5927">
                  <c:v>12:18</c:v>
                </c:pt>
                <c:pt idx="5928">
                  <c:v>12:18</c:v>
                </c:pt>
                <c:pt idx="5929">
                  <c:v>12:18</c:v>
                </c:pt>
                <c:pt idx="5930">
                  <c:v>12:18</c:v>
                </c:pt>
                <c:pt idx="5931">
                  <c:v>12:18</c:v>
                </c:pt>
                <c:pt idx="5932">
                  <c:v>12:18</c:v>
                </c:pt>
                <c:pt idx="5933">
                  <c:v>12:18</c:v>
                </c:pt>
                <c:pt idx="5934">
                  <c:v>12:18</c:v>
                </c:pt>
                <c:pt idx="5935">
                  <c:v>12:18</c:v>
                </c:pt>
                <c:pt idx="5936">
                  <c:v>12:18</c:v>
                </c:pt>
                <c:pt idx="5937">
                  <c:v>12:18</c:v>
                </c:pt>
                <c:pt idx="5938">
                  <c:v>12:18</c:v>
                </c:pt>
                <c:pt idx="5939">
                  <c:v>12:18</c:v>
                </c:pt>
                <c:pt idx="5940">
                  <c:v>12:19</c:v>
                </c:pt>
                <c:pt idx="5941">
                  <c:v>12:19</c:v>
                </c:pt>
                <c:pt idx="5942">
                  <c:v>12:19</c:v>
                </c:pt>
                <c:pt idx="5943">
                  <c:v>12:19</c:v>
                </c:pt>
                <c:pt idx="5944">
                  <c:v>12:19</c:v>
                </c:pt>
                <c:pt idx="5945">
                  <c:v>12:19</c:v>
                </c:pt>
                <c:pt idx="5946">
                  <c:v>12:19</c:v>
                </c:pt>
                <c:pt idx="5947">
                  <c:v>12:19</c:v>
                </c:pt>
                <c:pt idx="5948">
                  <c:v>12:19</c:v>
                </c:pt>
                <c:pt idx="5949">
                  <c:v>12:19</c:v>
                </c:pt>
                <c:pt idx="5950">
                  <c:v>12:19</c:v>
                </c:pt>
                <c:pt idx="5951">
                  <c:v>12:19</c:v>
                </c:pt>
                <c:pt idx="5952">
                  <c:v>12:19</c:v>
                </c:pt>
                <c:pt idx="5953">
                  <c:v>12:19</c:v>
                </c:pt>
                <c:pt idx="5954">
                  <c:v>12:19</c:v>
                </c:pt>
                <c:pt idx="5955">
                  <c:v>12:19</c:v>
                </c:pt>
                <c:pt idx="5956">
                  <c:v>12:19</c:v>
                </c:pt>
                <c:pt idx="5957">
                  <c:v>12:19</c:v>
                </c:pt>
                <c:pt idx="5958">
                  <c:v>12:19</c:v>
                </c:pt>
                <c:pt idx="5959">
                  <c:v>12:19</c:v>
                </c:pt>
                <c:pt idx="5960">
                  <c:v>12:19</c:v>
                </c:pt>
                <c:pt idx="5961">
                  <c:v>12:19</c:v>
                </c:pt>
                <c:pt idx="5962">
                  <c:v>12:19</c:v>
                </c:pt>
                <c:pt idx="5963">
                  <c:v>12:19</c:v>
                </c:pt>
                <c:pt idx="5964">
                  <c:v>12:19</c:v>
                </c:pt>
                <c:pt idx="5965">
                  <c:v>12:19</c:v>
                </c:pt>
                <c:pt idx="5966">
                  <c:v>12:19</c:v>
                </c:pt>
                <c:pt idx="5967">
                  <c:v>12:19</c:v>
                </c:pt>
                <c:pt idx="5968">
                  <c:v>12:19</c:v>
                </c:pt>
                <c:pt idx="5969">
                  <c:v>12:19</c:v>
                </c:pt>
                <c:pt idx="5970">
                  <c:v>12:20</c:v>
                </c:pt>
                <c:pt idx="5971">
                  <c:v>12:20</c:v>
                </c:pt>
                <c:pt idx="5972">
                  <c:v>12:20</c:v>
                </c:pt>
                <c:pt idx="5973">
                  <c:v>12:20</c:v>
                </c:pt>
                <c:pt idx="5974">
                  <c:v>12:20</c:v>
                </c:pt>
                <c:pt idx="5975">
                  <c:v>12:20</c:v>
                </c:pt>
                <c:pt idx="5976">
                  <c:v>12:20</c:v>
                </c:pt>
                <c:pt idx="5977">
                  <c:v>12:20</c:v>
                </c:pt>
                <c:pt idx="5978">
                  <c:v>12:20</c:v>
                </c:pt>
                <c:pt idx="5979">
                  <c:v>12:20</c:v>
                </c:pt>
                <c:pt idx="5980">
                  <c:v>12:20</c:v>
                </c:pt>
                <c:pt idx="5981">
                  <c:v>12:20</c:v>
                </c:pt>
                <c:pt idx="5982">
                  <c:v>12:20</c:v>
                </c:pt>
                <c:pt idx="5983">
                  <c:v>12:20</c:v>
                </c:pt>
                <c:pt idx="5984">
                  <c:v>12:20</c:v>
                </c:pt>
                <c:pt idx="5985">
                  <c:v>12:20</c:v>
                </c:pt>
                <c:pt idx="5986">
                  <c:v>12:20</c:v>
                </c:pt>
                <c:pt idx="5987">
                  <c:v>12:20</c:v>
                </c:pt>
                <c:pt idx="5988">
                  <c:v>12:20</c:v>
                </c:pt>
                <c:pt idx="5989">
                  <c:v>12:20</c:v>
                </c:pt>
                <c:pt idx="5990">
                  <c:v>12:20</c:v>
                </c:pt>
                <c:pt idx="5991">
                  <c:v>12:20</c:v>
                </c:pt>
                <c:pt idx="5992">
                  <c:v>12:20</c:v>
                </c:pt>
                <c:pt idx="5993">
                  <c:v>12:20</c:v>
                </c:pt>
                <c:pt idx="5994">
                  <c:v>12:20</c:v>
                </c:pt>
                <c:pt idx="5995">
                  <c:v>12:20</c:v>
                </c:pt>
                <c:pt idx="5996">
                  <c:v>12:20</c:v>
                </c:pt>
                <c:pt idx="5997">
                  <c:v>12:20</c:v>
                </c:pt>
                <c:pt idx="5998">
                  <c:v>12:20</c:v>
                </c:pt>
                <c:pt idx="5999">
                  <c:v>12:20</c:v>
                </c:pt>
                <c:pt idx="6000">
                  <c:v>12:21</c:v>
                </c:pt>
                <c:pt idx="6001">
                  <c:v>12:21</c:v>
                </c:pt>
                <c:pt idx="6002">
                  <c:v>12:21</c:v>
                </c:pt>
                <c:pt idx="6003">
                  <c:v>12:21</c:v>
                </c:pt>
                <c:pt idx="6004">
                  <c:v>12:21</c:v>
                </c:pt>
                <c:pt idx="6005">
                  <c:v>12:21</c:v>
                </c:pt>
                <c:pt idx="6006">
                  <c:v>12:21</c:v>
                </c:pt>
                <c:pt idx="6007">
                  <c:v>12:21</c:v>
                </c:pt>
                <c:pt idx="6008">
                  <c:v>12:21</c:v>
                </c:pt>
                <c:pt idx="6009">
                  <c:v>12:21</c:v>
                </c:pt>
                <c:pt idx="6010">
                  <c:v>12:21</c:v>
                </c:pt>
                <c:pt idx="6011">
                  <c:v>12:21</c:v>
                </c:pt>
                <c:pt idx="6012">
                  <c:v>12:21</c:v>
                </c:pt>
                <c:pt idx="6013">
                  <c:v>12:21</c:v>
                </c:pt>
                <c:pt idx="6014">
                  <c:v>12:21</c:v>
                </c:pt>
                <c:pt idx="6015">
                  <c:v>12:21</c:v>
                </c:pt>
                <c:pt idx="6016">
                  <c:v>12:21</c:v>
                </c:pt>
                <c:pt idx="6017">
                  <c:v>12:21</c:v>
                </c:pt>
                <c:pt idx="6018">
                  <c:v>12:21</c:v>
                </c:pt>
                <c:pt idx="6019">
                  <c:v>12:21</c:v>
                </c:pt>
                <c:pt idx="6020">
                  <c:v>12:21</c:v>
                </c:pt>
                <c:pt idx="6021">
                  <c:v>12:21</c:v>
                </c:pt>
                <c:pt idx="6022">
                  <c:v>12:21</c:v>
                </c:pt>
                <c:pt idx="6023">
                  <c:v>12:21</c:v>
                </c:pt>
                <c:pt idx="6024">
                  <c:v>12:21</c:v>
                </c:pt>
                <c:pt idx="6025">
                  <c:v>12:21</c:v>
                </c:pt>
                <c:pt idx="6026">
                  <c:v>12:21</c:v>
                </c:pt>
                <c:pt idx="6027">
                  <c:v>12:21</c:v>
                </c:pt>
                <c:pt idx="6028">
                  <c:v>12:21</c:v>
                </c:pt>
                <c:pt idx="6029">
                  <c:v>12:21</c:v>
                </c:pt>
                <c:pt idx="6030">
                  <c:v>12:22</c:v>
                </c:pt>
                <c:pt idx="6031">
                  <c:v>12:22</c:v>
                </c:pt>
                <c:pt idx="6032">
                  <c:v>12:22</c:v>
                </c:pt>
                <c:pt idx="6033">
                  <c:v>12:22</c:v>
                </c:pt>
                <c:pt idx="6034">
                  <c:v>12:22</c:v>
                </c:pt>
                <c:pt idx="6035">
                  <c:v>12:22</c:v>
                </c:pt>
                <c:pt idx="6036">
                  <c:v>12:22</c:v>
                </c:pt>
                <c:pt idx="6037">
                  <c:v>12:22</c:v>
                </c:pt>
                <c:pt idx="6038">
                  <c:v>12:22</c:v>
                </c:pt>
                <c:pt idx="6039">
                  <c:v>12:22</c:v>
                </c:pt>
                <c:pt idx="6040">
                  <c:v>12:22</c:v>
                </c:pt>
                <c:pt idx="6041">
                  <c:v>12:22</c:v>
                </c:pt>
                <c:pt idx="6042">
                  <c:v>12:22</c:v>
                </c:pt>
                <c:pt idx="6043">
                  <c:v>12:22</c:v>
                </c:pt>
                <c:pt idx="6044">
                  <c:v>12:22</c:v>
                </c:pt>
                <c:pt idx="6045">
                  <c:v>12:22</c:v>
                </c:pt>
                <c:pt idx="6046">
                  <c:v>12:22</c:v>
                </c:pt>
                <c:pt idx="6047">
                  <c:v>12:22</c:v>
                </c:pt>
                <c:pt idx="6048">
                  <c:v>12:22</c:v>
                </c:pt>
                <c:pt idx="6049">
                  <c:v>12:22</c:v>
                </c:pt>
                <c:pt idx="6050">
                  <c:v>12:22</c:v>
                </c:pt>
                <c:pt idx="6051">
                  <c:v>12:22</c:v>
                </c:pt>
                <c:pt idx="6052">
                  <c:v>12:22</c:v>
                </c:pt>
                <c:pt idx="6053">
                  <c:v>12:22</c:v>
                </c:pt>
                <c:pt idx="6054">
                  <c:v>12:22</c:v>
                </c:pt>
                <c:pt idx="6055">
                  <c:v>12:22</c:v>
                </c:pt>
                <c:pt idx="6056">
                  <c:v>12:22</c:v>
                </c:pt>
                <c:pt idx="6057">
                  <c:v>12:22</c:v>
                </c:pt>
                <c:pt idx="6058">
                  <c:v>12:22</c:v>
                </c:pt>
                <c:pt idx="6059">
                  <c:v>12:22</c:v>
                </c:pt>
                <c:pt idx="6060">
                  <c:v>12:23</c:v>
                </c:pt>
                <c:pt idx="6061">
                  <c:v>12:23</c:v>
                </c:pt>
                <c:pt idx="6062">
                  <c:v>12:23</c:v>
                </c:pt>
                <c:pt idx="6063">
                  <c:v>12:23</c:v>
                </c:pt>
                <c:pt idx="6064">
                  <c:v>12:23</c:v>
                </c:pt>
                <c:pt idx="6065">
                  <c:v>12:23</c:v>
                </c:pt>
                <c:pt idx="6066">
                  <c:v>12:23</c:v>
                </c:pt>
                <c:pt idx="6067">
                  <c:v>12:23</c:v>
                </c:pt>
                <c:pt idx="6068">
                  <c:v>12:23</c:v>
                </c:pt>
                <c:pt idx="6069">
                  <c:v>12:23</c:v>
                </c:pt>
                <c:pt idx="6070">
                  <c:v>12:23</c:v>
                </c:pt>
                <c:pt idx="6071">
                  <c:v>12:23</c:v>
                </c:pt>
                <c:pt idx="6072">
                  <c:v>12:23</c:v>
                </c:pt>
                <c:pt idx="6073">
                  <c:v>12:23</c:v>
                </c:pt>
                <c:pt idx="6074">
                  <c:v>12:23</c:v>
                </c:pt>
                <c:pt idx="6075">
                  <c:v>12:23</c:v>
                </c:pt>
                <c:pt idx="6076">
                  <c:v>12:23</c:v>
                </c:pt>
                <c:pt idx="6077">
                  <c:v>12:23</c:v>
                </c:pt>
                <c:pt idx="6078">
                  <c:v>12:23</c:v>
                </c:pt>
                <c:pt idx="6079">
                  <c:v>12:23</c:v>
                </c:pt>
                <c:pt idx="6080">
                  <c:v>12:23</c:v>
                </c:pt>
                <c:pt idx="6081">
                  <c:v>12:23</c:v>
                </c:pt>
                <c:pt idx="6082">
                  <c:v>12:23</c:v>
                </c:pt>
                <c:pt idx="6083">
                  <c:v>12:23</c:v>
                </c:pt>
                <c:pt idx="6084">
                  <c:v>12:23</c:v>
                </c:pt>
                <c:pt idx="6085">
                  <c:v>12:23</c:v>
                </c:pt>
                <c:pt idx="6086">
                  <c:v>12:23</c:v>
                </c:pt>
                <c:pt idx="6087">
                  <c:v>12:23</c:v>
                </c:pt>
                <c:pt idx="6088">
                  <c:v>12:23</c:v>
                </c:pt>
                <c:pt idx="6089">
                  <c:v>12:23</c:v>
                </c:pt>
                <c:pt idx="6090">
                  <c:v>12:24</c:v>
                </c:pt>
                <c:pt idx="6091">
                  <c:v>12:24</c:v>
                </c:pt>
                <c:pt idx="6092">
                  <c:v>12:24</c:v>
                </c:pt>
                <c:pt idx="6093">
                  <c:v>12:24</c:v>
                </c:pt>
                <c:pt idx="6094">
                  <c:v>12:24</c:v>
                </c:pt>
                <c:pt idx="6095">
                  <c:v>12:24</c:v>
                </c:pt>
                <c:pt idx="6096">
                  <c:v>12:24</c:v>
                </c:pt>
                <c:pt idx="6097">
                  <c:v>12:24</c:v>
                </c:pt>
                <c:pt idx="6098">
                  <c:v>12:24</c:v>
                </c:pt>
                <c:pt idx="6099">
                  <c:v>12:24</c:v>
                </c:pt>
                <c:pt idx="6100">
                  <c:v>12:24</c:v>
                </c:pt>
                <c:pt idx="6101">
                  <c:v>12:24</c:v>
                </c:pt>
                <c:pt idx="6102">
                  <c:v>12:24</c:v>
                </c:pt>
                <c:pt idx="6103">
                  <c:v>12:24</c:v>
                </c:pt>
                <c:pt idx="6104">
                  <c:v>12:24</c:v>
                </c:pt>
                <c:pt idx="6105">
                  <c:v>12:24</c:v>
                </c:pt>
                <c:pt idx="6106">
                  <c:v>12:24</c:v>
                </c:pt>
                <c:pt idx="6107">
                  <c:v>12:24</c:v>
                </c:pt>
                <c:pt idx="6108">
                  <c:v>12:24</c:v>
                </c:pt>
                <c:pt idx="6109">
                  <c:v>12:24</c:v>
                </c:pt>
                <c:pt idx="6110">
                  <c:v>12:24</c:v>
                </c:pt>
                <c:pt idx="6111">
                  <c:v>12:24</c:v>
                </c:pt>
                <c:pt idx="6112">
                  <c:v>12:24</c:v>
                </c:pt>
                <c:pt idx="6113">
                  <c:v>12:24</c:v>
                </c:pt>
                <c:pt idx="6114">
                  <c:v>12:24</c:v>
                </c:pt>
                <c:pt idx="6115">
                  <c:v>12:24</c:v>
                </c:pt>
                <c:pt idx="6116">
                  <c:v>12:24</c:v>
                </c:pt>
                <c:pt idx="6117">
                  <c:v>12:24</c:v>
                </c:pt>
                <c:pt idx="6118">
                  <c:v>12:24</c:v>
                </c:pt>
                <c:pt idx="6119">
                  <c:v>12:24</c:v>
                </c:pt>
                <c:pt idx="6120">
                  <c:v>12:25</c:v>
                </c:pt>
                <c:pt idx="6121">
                  <c:v>12:25</c:v>
                </c:pt>
                <c:pt idx="6122">
                  <c:v>12:25</c:v>
                </c:pt>
                <c:pt idx="6123">
                  <c:v>12:25</c:v>
                </c:pt>
                <c:pt idx="6124">
                  <c:v>12:25</c:v>
                </c:pt>
                <c:pt idx="6125">
                  <c:v>12:25</c:v>
                </c:pt>
                <c:pt idx="6126">
                  <c:v>12:25</c:v>
                </c:pt>
                <c:pt idx="6127">
                  <c:v>12:25</c:v>
                </c:pt>
                <c:pt idx="6128">
                  <c:v>12:25</c:v>
                </c:pt>
                <c:pt idx="6129">
                  <c:v>12:25</c:v>
                </c:pt>
                <c:pt idx="6130">
                  <c:v>12:25</c:v>
                </c:pt>
                <c:pt idx="6131">
                  <c:v>12:25</c:v>
                </c:pt>
                <c:pt idx="6132">
                  <c:v>12:25</c:v>
                </c:pt>
                <c:pt idx="6133">
                  <c:v>12:25</c:v>
                </c:pt>
                <c:pt idx="6134">
                  <c:v>12:25</c:v>
                </c:pt>
                <c:pt idx="6135">
                  <c:v>12:25</c:v>
                </c:pt>
                <c:pt idx="6136">
                  <c:v>12:25</c:v>
                </c:pt>
                <c:pt idx="6137">
                  <c:v>12:25</c:v>
                </c:pt>
                <c:pt idx="6138">
                  <c:v>12:25</c:v>
                </c:pt>
                <c:pt idx="6139">
                  <c:v>12:25</c:v>
                </c:pt>
                <c:pt idx="6140">
                  <c:v>12:25</c:v>
                </c:pt>
                <c:pt idx="6141">
                  <c:v>12:25</c:v>
                </c:pt>
                <c:pt idx="6142">
                  <c:v>12:25</c:v>
                </c:pt>
                <c:pt idx="6143">
                  <c:v>12:25</c:v>
                </c:pt>
                <c:pt idx="6144">
                  <c:v>12:25</c:v>
                </c:pt>
                <c:pt idx="6145">
                  <c:v>12:25</c:v>
                </c:pt>
                <c:pt idx="6146">
                  <c:v>12:25</c:v>
                </c:pt>
                <c:pt idx="6147">
                  <c:v>12:25</c:v>
                </c:pt>
                <c:pt idx="6148">
                  <c:v>12:25</c:v>
                </c:pt>
                <c:pt idx="6149">
                  <c:v>12:25</c:v>
                </c:pt>
                <c:pt idx="6150">
                  <c:v>12:26</c:v>
                </c:pt>
                <c:pt idx="6151">
                  <c:v>12:26</c:v>
                </c:pt>
                <c:pt idx="6152">
                  <c:v>12:26</c:v>
                </c:pt>
                <c:pt idx="6153">
                  <c:v>12:26</c:v>
                </c:pt>
                <c:pt idx="6154">
                  <c:v>12:26</c:v>
                </c:pt>
                <c:pt idx="6155">
                  <c:v>12:26</c:v>
                </c:pt>
                <c:pt idx="6156">
                  <c:v>12:26</c:v>
                </c:pt>
                <c:pt idx="6157">
                  <c:v>12:26</c:v>
                </c:pt>
                <c:pt idx="6158">
                  <c:v>12:26</c:v>
                </c:pt>
                <c:pt idx="6159">
                  <c:v>12:26</c:v>
                </c:pt>
                <c:pt idx="6160">
                  <c:v>12:26</c:v>
                </c:pt>
                <c:pt idx="6161">
                  <c:v>12:26</c:v>
                </c:pt>
                <c:pt idx="6162">
                  <c:v>12:26</c:v>
                </c:pt>
                <c:pt idx="6163">
                  <c:v>12:26</c:v>
                </c:pt>
                <c:pt idx="6164">
                  <c:v>12:26</c:v>
                </c:pt>
                <c:pt idx="6165">
                  <c:v>12:26</c:v>
                </c:pt>
                <c:pt idx="6166">
                  <c:v>12:26</c:v>
                </c:pt>
                <c:pt idx="6167">
                  <c:v>12:26</c:v>
                </c:pt>
                <c:pt idx="6168">
                  <c:v>12:26</c:v>
                </c:pt>
                <c:pt idx="6169">
                  <c:v>12:26</c:v>
                </c:pt>
                <c:pt idx="6170">
                  <c:v>12:26</c:v>
                </c:pt>
                <c:pt idx="6171">
                  <c:v>12:26</c:v>
                </c:pt>
                <c:pt idx="6172">
                  <c:v>12:26</c:v>
                </c:pt>
                <c:pt idx="6173">
                  <c:v>12:26</c:v>
                </c:pt>
                <c:pt idx="6174">
                  <c:v>12:26</c:v>
                </c:pt>
                <c:pt idx="6175">
                  <c:v>12:26</c:v>
                </c:pt>
                <c:pt idx="6176">
                  <c:v>12:26</c:v>
                </c:pt>
                <c:pt idx="6177">
                  <c:v>12:26</c:v>
                </c:pt>
                <c:pt idx="6178">
                  <c:v>12:26</c:v>
                </c:pt>
                <c:pt idx="6179">
                  <c:v>12:26</c:v>
                </c:pt>
                <c:pt idx="6180">
                  <c:v>12:27</c:v>
                </c:pt>
                <c:pt idx="6181">
                  <c:v>12:27</c:v>
                </c:pt>
                <c:pt idx="6182">
                  <c:v>12:27</c:v>
                </c:pt>
                <c:pt idx="6183">
                  <c:v>12:27</c:v>
                </c:pt>
                <c:pt idx="6184">
                  <c:v>12:27</c:v>
                </c:pt>
                <c:pt idx="6185">
                  <c:v>12:27</c:v>
                </c:pt>
                <c:pt idx="6186">
                  <c:v>12:27</c:v>
                </c:pt>
                <c:pt idx="6187">
                  <c:v>12:27</c:v>
                </c:pt>
                <c:pt idx="6188">
                  <c:v>12:27</c:v>
                </c:pt>
                <c:pt idx="6189">
                  <c:v>12:27</c:v>
                </c:pt>
                <c:pt idx="6190">
                  <c:v>12:27</c:v>
                </c:pt>
                <c:pt idx="6191">
                  <c:v>12:27</c:v>
                </c:pt>
                <c:pt idx="6192">
                  <c:v>12:27</c:v>
                </c:pt>
                <c:pt idx="6193">
                  <c:v>12:27</c:v>
                </c:pt>
                <c:pt idx="6194">
                  <c:v>12:27</c:v>
                </c:pt>
                <c:pt idx="6195">
                  <c:v>12:27</c:v>
                </c:pt>
                <c:pt idx="6196">
                  <c:v>12:27</c:v>
                </c:pt>
                <c:pt idx="6197">
                  <c:v>12:27</c:v>
                </c:pt>
                <c:pt idx="6198">
                  <c:v>12:27</c:v>
                </c:pt>
                <c:pt idx="6199">
                  <c:v>12:27</c:v>
                </c:pt>
                <c:pt idx="6200">
                  <c:v>12:27</c:v>
                </c:pt>
                <c:pt idx="6201">
                  <c:v>12:27</c:v>
                </c:pt>
                <c:pt idx="6202">
                  <c:v>12:27</c:v>
                </c:pt>
                <c:pt idx="6203">
                  <c:v>12:27</c:v>
                </c:pt>
                <c:pt idx="6204">
                  <c:v>12:27</c:v>
                </c:pt>
                <c:pt idx="6205">
                  <c:v>12:27</c:v>
                </c:pt>
                <c:pt idx="6206">
                  <c:v>12:27</c:v>
                </c:pt>
                <c:pt idx="6207">
                  <c:v>12:27</c:v>
                </c:pt>
                <c:pt idx="6208">
                  <c:v>12:27</c:v>
                </c:pt>
                <c:pt idx="6209">
                  <c:v>12:27</c:v>
                </c:pt>
                <c:pt idx="6210">
                  <c:v>12:28</c:v>
                </c:pt>
                <c:pt idx="6211">
                  <c:v>12:28</c:v>
                </c:pt>
                <c:pt idx="6212">
                  <c:v>12:28</c:v>
                </c:pt>
                <c:pt idx="6213">
                  <c:v>12:28</c:v>
                </c:pt>
                <c:pt idx="6214">
                  <c:v>12:28</c:v>
                </c:pt>
                <c:pt idx="6215">
                  <c:v>12:28</c:v>
                </c:pt>
                <c:pt idx="6216">
                  <c:v>12:28</c:v>
                </c:pt>
                <c:pt idx="6217">
                  <c:v>12:28</c:v>
                </c:pt>
                <c:pt idx="6218">
                  <c:v>12:28</c:v>
                </c:pt>
                <c:pt idx="6219">
                  <c:v>12:28</c:v>
                </c:pt>
                <c:pt idx="6220">
                  <c:v>12:28</c:v>
                </c:pt>
                <c:pt idx="6221">
                  <c:v>12:28</c:v>
                </c:pt>
                <c:pt idx="6222">
                  <c:v>12:28</c:v>
                </c:pt>
                <c:pt idx="6223">
                  <c:v>12:28</c:v>
                </c:pt>
                <c:pt idx="6224">
                  <c:v>12:28</c:v>
                </c:pt>
                <c:pt idx="6225">
                  <c:v>12:28</c:v>
                </c:pt>
                <c:pt idx="6226">
                  <c:v>12:28</c:v>
                </c:pt>
                <c:pt idx="6227">
                  <c:v>12:28</c:v>
                </c:pt>
                <c:pt idx="6228">
                  <c:v>12:28</c:v>
                </c:pt>
                <c:pt idx="6229">
                  <c:v>12:28</c:v>
                </c:pt>
                <c:pt idx="6230">
                  <c:v>12:28</c:v>
                </c:pt>
                <c:pt idx="6231">
                  <c:v>12:28</c:v>
                </c:pt>
                <c:pt idx="6232">
                  <c:v>12:28</c:v>
                </c:pt>
                <c:pt idx="6233">
                  <c:v>12:28</c:v>
                </c:pt>
                <c:pt idx="6234">
                  <c:v>12:28</c:v>
                </c:pt>
                <c:pt idx="6235">
                  <c:v>12:28</c:v>
                </c:pt>
                <c:pt idx="6236">
                  <c:v>12:28</c:v>
                </c:pt>
                <c:pt idx="6237">
                  <c:v>12:28</c:v>
                </c:pt>
                <c:pt idx="6238">
                  <c:v>12:28</c:v>
                </c:pt>
                <c:pt idx="6239">
                  <c:v>12:28</c:v>
                </c:pt>
                <c:pt idx="6240">
                  <c:v>12:29</c:v>
                </c:pt>
                <c:pt idx="6241">
                  <c:v>12:29</c:v>
                </c:pt>
                <c:pt idx="6242">
                  <c:v>12:29</c:v>
                </c:pt>
                <c:pt idx="6243">
                  <c:v>12:29</c:v>
                </c:pt>
                <c:pt idx="6244">
                  <c:v>12:29</c:v>
                </c:pt>
                <c:pt idx="6245">
                  <c:v>12:29</c:v>
                </c:pt>
                <c:pt idx="6246">
                  <c:v>12:29</c:v>
                </c:pt>
                <c:pt idx="6247">
                  <c:v>12:29</c:v>
                </c:pt>
                <c:pt idx="6248">
                  <c:v>12:29</c:v>
                </c:pt>
                <c:pt idx="6249">
                  <c:v>12:29</c:v>
                </c:pt>
                <c:pt idx="6250">
                  <c:v>12:29</c:v>
                </c:pt>
                <c:pt idx="6251">
                  <c:v>12:29</c:v>
                </c:pt>
                <c:pt idx="6252">
                  <c:v>12:29</c:v>
                </c:pt>
                <c:pt idx="6253">
                  <c:v>12:29</c:v>
                </c:pt>
                <c:pt idx="6254">
                  <c:v>12:29</c:v>
                </c:pt>
                <c:pt idx="6255">
                  <c:v>12:29</c:v>
                </c:pt>
                <c:pt idx="6256">
                  <c:v>12:29</c:v>
                </c:pt>
                <c:pt idx="6257">
                  <c:v>12:29</c:v>
                </c:pt>
                <c:pt idx="6258">
                  <c:v>12:29</c:v>
                </c:pt>
                <c:pt idx="6259">
                  <c:v>12:29</c:v>
                </c:pt>
                <c:pt idx="6260">
                  <c:v>12:29</c:v>
                </c:pt>
                <c:pt idx="6261">
                  <c:v>12:29</c:v>
                </c:pt>
                <c:pt idx="6262">
                  <c:v>12:29</c:v>
                </c:pt>
                <c:pt idx="6263">
                  <c:v>12:29</c:v>
                </c:pt>
                <c:pt idx="6264">
                  <c:v>12:29</c:v>
                </c:pt>
                <c:pt idx="6265">
                  <c:v>12:29</c:v>
                </c:pt>
                <c:pt idx="6266">
                  <c:v>12:29</c:v>
                </c:pt>
                <c:pt idx="6267">
                  <c:v>12:29</c:v>
                </c:pt>
                <c:pt idx="6268">
                  <c:v>12:29</c:v>
                </c:pt>
                <c:pt idx="6269">
                  <c:v>12:29</c:v>
                </c:pt>
                <c:pt idx="6270">
                  <c:v>12:30</c:v>
                </c:pt>
                <c:pt idx="6271">
                  <c:v>12:30</c:v>
                </c:pt>
                <c:pt idx="6272">
                  <c:v>12:30</c:v>
                </c:pt>
                <c:pt idx="6273">
                  <c:v>12:30</c:v>
                </c:pt>
                <c:pt idx="6274">
                  <c:v>12:30</c:v>
                </c:pt>
                <c:pt idx="6275">
                  <c:v>12:30</c:v>
                </c:pt>
                <c:pt idx="6276">
                  <c:v>12:30</c:v>
                </c:pt>
                <c:pt idx="6277">
                  <c:v>12:30</c:v>
                </c:pt>
                <c:pt idx="6278">
                  <c:v>12:30</c:v>
                </c:pt>
                <c:pt idx="6279">
                  <c:v>12:30</c:v>
                </c:pt>
                <c:pt idx="6280">
                  <c:v>12:30</c:v>
                </c:pt>
                <c:pt idx="6281">
                  <c:v>12:30</c:v>
                </c:pt>
                <c:pt idx="6282">
                  <c:v>12:30</c:v>
                </c:pt>
                <c:pt idx="6283">
                  <c:v>12:30</c:v>
                </c:pt>
                <c:pt idx="6284">
                  <c:v>12:30</c:v>
                </c:pt>
                <c:pt idx="6285">
                  <c:v>12:30</c:v>
                </c:pt>
                <c:pt idx="6286">
                  <c:v>12:30</c:v>
                </c:pt>
                <c:pt idx="6287">
                  <c:v>12:30</c:v>
                </c:pt>
                <c:pt idx="6288">
                  <c:v>12:30</c:v>
                </c:pt>
                <c:pt idx="6289">
                  <c:v>12:30</c:v>
                </c:pt>
                <c:pt idx="6290">
                  <c:v>12:30</c:v>
                </c:pt>
                <c:pt idx="6291">
                  <c:v>12:30</c:v>
                </c:pt>
                <c:pt idx="6292">
                  <c:v>12:30</c:v>
                </c:pt>
                <c:pt idx="6293">
                  <c:v>12:30</c:v>
                </c:pt>
                <c:pt idx="6294">
                  <c:v>12:30</c:v>
                </c:pt>
                <c:pt idx="6295">
                  <c:v>12:30</c:v>
                </c:pt>
                <c:pt idx="6296">
                  <c:v>12:30</c:v>
                </c:pt>
                <c:pt idx="6297">
                  <c:v>12:30</c:v>
                </c:pt>
                <c:pt idx="6298">
                  <c:v>12:30</c:v>
                </c:pt>
                <c:pt idx="6299">
                  <c:v>12:30</c:v>
                </c:pt>
                <c:pt idx="6300">
                  <c:v>12:31</c:v>
                </c:pt>
                <c:pt idx="6301">
                  <c:v>12:31</c:v>
                </c:pt>
                <c:pt idx="6302">
                  <c:v>12:31</c:v>
                </c:pt>
                <c:pt idx="6303">
                  <c:v>12:31</c:v>
                </c:pt>
                <c:pt idx="6304">
                  <c:v>12:31</c:v>
                </c:pt>
                <c:pt idx="6305">
                  <c:v>12:31</c:v>
                </c:pt>
                <c:pt idx="6306">
                  <c:v>12:31</c:v>
                </c:pt>
                <c:pt idx="6307">
                  <c:v>12:31</c:v>
                </c:pt>
                <c:pt idx="6308">
                  <c:v>12:31</c:v>
                </c:pt>
                <c:pt idx="6309">
                  <c:v>12:31</c:v>
                </c:pt>
                <c:pt idx="6310">
                  <c:v>12:31</c:v>
                </c:pt>
                <c:pt idx="6311">
                  <c:v>12:31</c:v>
                </c:pt>
                <c:pt idx="6312">
                  <c:v>12:31</c:v>
                </c:pt>
                <c:pt idx="6313">
                  <c:v>12:31</c:v>
                </c:pt>
                <c:pt idx="6314">
                  <c:v>12:31</c:v>
                </c:pt>
                <c:pt idx="6315">
                  <c:v>12:31</c:v>
                </c:pt>
                <c:pt idx="6316">
                  <c:v>12:31</c:v>
                </c:pt>
                <c:pt idx="6317">
                  <c:v>12:31</c:v>
                </c:pt>
                <c:pt idx="6318">
                  <c:v>12:31</c:v>
                </c:pt>
                <c:pt idx="6319">
                  <c:v>12:31</c:v>
                </c:pt>
                <c:pt idx="6320">
                  <c:v>12:31</c:v>
                </c:pt>
                <c:pt idx="6321">
                  <c:v>12:31</c:v>
                </c:pt>
                <c:pt idx="6322">
                  <c:v>12:31</c:v>
                </c:pt>
                <c:pt idx="6323">
                  <c:v>12:31</c:v>
                </c:pt>
                <c:pt idx="6324">
                  <c:v>12:31</c:v>
                </c:pt>
                <c:pt idx="6325">
                  <c:v>12:31</c:v>
                </c:pt>
                <c:pt idx="6326">
                  <c:v>12:31</c:v>
                </c:pt>
                <c:pt idx="6327">
                  <c:v>12:31</c:v>
                </c:pt>
                <c:pt idx="6328">
                  <c:v>12:31</c:v>
                </c:pt>
                <c:pt idx="6329">
                  <c:v>12:31</c:v>
                </c:pt>
                <c:pt idx="6330">
                  <c:v>12:32</c:v>
                </c:pt>
                <c:pt idx="6331">
                  <c:v>12:32</c:v>
                </c:pt>
                <c:pt idx="6332">
                  <c:v>12:32</c:v>
                </c:pt>
                <c:pt idx="6333">
                  <c:v>12:32</c:v>
                </c:pt>
                <c:pt idx="6334">
                  <c:v>12:32</c:v>
                </c:pt>
                <c:pt idx="6335">
                  <c:v>12:32</c:v>
                </c:pt>
                <c:pt idx="6336">
                  <c:v>12:32</c:v>
                </c:pt>
                <c:pt idx="6337">
                  <c:v>12:32</c:v>
                </c:pt>
                <c:pt idx="6338">
                  <c:v>12:32</c:v>
                </c:pt>
                <c:pt idx="6339">
                  <c:v>12:32</c:v>
                </c:pt>
                <c:pt idx="6340">
                  <c:v>12:32</c:v>
                </c:pt>
                <c:pt idx="6341">
                  <c:v>12:32</c:v>
                </c:pt>
                <c:pt idx="6342">
                  <c:v>12:32</c:v>
                </c:pt>
                <c:pt idx="6343">
                  <c:v>12:32</c:v>
                </c:pt>
                <c:pt idx="6344">
                  <c:v>12:32</c:v>
                </c:pt>
                <c:pt idx="6345">
                  <c:v>12:32</c:v>
                </c:pt>
                <c:pt idx="6346">
                  <c:v>12:32</c:v>
                </c:pt>
                <c:pt idx="6347">
                  <c:v>12:32</c:v>
                </c:pt>
                <c:pt idx="6348">
                  <c:v>12:32</c:v>
                </c:pt>
                <c:pt idx="6349">
                  <c:v>12:32</c:v>
                </c:pt>
                <c:pt idx="6350">
                  <c:v>12:32</c:v>
                </c:pt>
                <c:pt idx="6351">
                  <c:v>12:32</c:v>
                </c:pt>
                <c:pt idx="6352">
                  <c:v>12:32</c:v>
                </c:pt>
                <c:pt idx="6353">
                  <c:v>12:32</c:v>
                </c:pt>
                <c:pt idx="6354">
                  <c:v>12:32</c:v>
                </c:pt>
                <c:pt idx="6355">
                  <c:v>12:32</c:v>
                </c:pt>
                <c:pt idx="6356">
                  <c:v>12:32</c:v>
                </c:pt>
                <c:pt idx="6357">
                  <c:v>12:32</c:v>
                </c:pt>
                <c:pt idx="6358">
                  <c:v>12:32</c:v>
                </c:pt>
                <c:pt idx="6359">
                  <c:v>12:32</c:v>
                </c:pt>
                <c:pt idx="6360">
                  <c:v>12:33</c:v>
                </c:pt>
                <c:pt idx="6361">
                  <c:v>12:33</c:v>
                </c:pt>
                <c:pt idx="6362">
                  <c:v>12:33</c:v>
                </c:pt>
                <c:pt idx="6363">
                  <c:v>12:33</c:v>
                </c:pt>
                <c:pt idx="6364">
                  <c:v>12:33</c:v>
                </c:pt>
                <c:pt idx="6365">
                  <c:v>12:33</c:v>
                </c:pt>
                <c:pt idx="6366">
                  <c:v>12:33</c:v>
                </c:pt>
                <c:pt idx="6367">
                  <c:v>12:33</c:v>
                </c:pt>
                <c:pt idx="6368">
                  <c:v>12:33</c:v>
                </c:pt>
                <c:pt idx="6369">
                  <c:v>12:33</c:v>
                </c:pt>
                <c:pt idx="6370">
                  <c:v>12:33</c:v>
                </c:pt>
                <c:pt idx="6371">
                  <c:v>12:33</c:v>
                </c:pt>
                <c:pt idx="6372">
                  <c:v>12:33</c:v>
                </c:pt>
                <c:pt idx="6373">
                  <c:v>12:33</c:v>
                </c:pt>
                <c:pt idx="6374">
                  <c:v>12:33</c:v>
                </c:pt>
                <c:pt idx="6375">
                  <c:v>12:33</c:v>
                </c:pt>
                <c:pt idx="6376">
                  <c:v>12:33</c:v>
                </c:pt>
                <c:pt idx="6377">
                  <c:v>12:33</c:v>
                </c:pt>
                <c:pt idx="6378">
                  <c:v>12:33</c:v>
                </c:pt>
                <c:pt idx="6379">
                  <c:v>12:33</c:v>
                </c:pt>
                <c:pt idx="6380">
                  <c:v>12:33</c:v>
                </c:pt>
                <c:pt idx="6381">
                  <c:v>12:33</c:v>
                </c:pt>
                <c:pt idx="6382">
                  <c:v>12:33</c:v>
                </c:pt>
                <c:pt idx="6383">
                  <c:v>12:33</c:v>
                </c:pt>
                <c:pt idx="6384">
                  <c:v>12:33</c:v>
                </c:pt>
                <c:pt idx="6385">
                  <c:v>12:33</c:v>
                </c:pt>
                <c:pt idx="6386">
                  <c:v>12:33</c:v>
                </c:pt>
                <c:pt idx="6387">
                  <c:v>12:33</c:v>
                </c:pt>
                <c:pt idx="6388">
                  <c:v>12:33</c:v>
                </c:pt>
                <c:pt idx="6389">
                  <c:v>12:33</c:v>
                </c:pt>
                <c:pt idx="6390">
                  <c:v>12:34</c:v>
                </c:pt>
                <c:pt idx="6391">
                  <c:v>12:34</c:v>
                </c:pt>
                <c:pt idx="6392">
                  <c:v>12:34</c:v>
                </c:pt>
                <c:pt idx="6393">
                  <c:v>12:34</c:v>
                </c:pt>
                <c:pt idx="6394">
                  <c:v>12:34</c:v>
                </c:pt>
                <c:pt idx="6395">
                  <c:v>12:34</c:v>
                </c:pt>
                <c:pt idx="6396">
                  <c:v>12:34</c:v>
                </c:pt>
                <c:pt idx="6397">
                  <c:v>12:34</c:v>
                </c:pt>
                <c:pt idx="6398">
                  <c:v>12:34</c:v>
                </c:pt>
                <c:pt idx="6399">
                  <c:v>12:34</c:v>
                </c:pt>
                <c:pt idx="6400">
                  <c:v>12:34</c:v>
                </c:pt>
                <c:pt idx="6401">
                  <c:v>12:34</c:v>
                </c:pt>
                <c:pt idx="6402">
                  <c:v>12:34</c:v>
                </c:pt>
                <c:pt idx="6403">
                  <c:v>12:34</c:v>
                </c:pt>
                <c:pt idx="6404">
                  <c:v>12:34</c:v>
                </c:pt>
                <c:pt idx="6405">
                  <c:v>12:34</c:v>
                </c:pt>
                <c:pt idx="6406">
                  <c:v>12:34</c:v>
                </c:pt>
                <c:pt idx="6407">
                  <c:v>12:34</c:v>
                </c:pt>
                <c:pt idx="6408">
                  <c:v>12:34</c:v>
                </c:pt>
                <c:pt idx="6409">
                  <c:v>12:34</c:v>
                </c:pt>
                <c:pt idx="6410">
                  <c:v>12:34</c:v>
                </c:pt>
                <c:pt idx="6411">
                  <c:v>12:34</c:v>
                </c:pt>
                <c:pt idx="6412">
                  <c:v>12:34</c:v>
                </c:pt>
                <c:pt idx="6413">
                  <c:v>12:34</c:v>
                </c:pt>
                <c:pt idx="6414">
                  <c:v>12:34</c:v>
                </c:pt>
                <c:pt idx="6415">
                  <c:v>12:34</c:v>
                </c:pt>
                <c:pt idx="6416">
                  <c:v>12:34</c:v>
                </c:pt>
                <c:pt idx="6417">
                  <c:v>12:34</c:v>
                </c:pt>
                <c:pt idx="6418">
                  <c:v>12:34</c:v>
                </c:pt>
                <c:pt idx="6419">
                  <c:v>12:34</c:v>
                </c:pt>
                <c:pt idx="6420">
                  <c:v>12:35</c:v>
                </c:pt>
                <c:pt idx="6421">
                  <c:v>12:35</c:v>
                </c:pt>
                <c:pt idx="6422">
                  <c:v>12:35</c:v>
                </c:pt>
                <c:pt idx="6423">
                  <c:v>12:35</c:v>
                </c:pt>
                <c:pt idx="6424">
                  <c:v>12:35</c:v>
                </c:pt>
                <c:pt idx="6425">
                  <c:v>12:35</c:v>
                </c:pt>
                <c:pt idx="6426">
                  <c:v>12:35</c:v>
                </c:pt>
                <c:pt idx="6427">
                  <c:v>12:35</c:v>
                </c:pt>
                <c:pt idx="6428">
                  <c:v>12:35</c:v>
                </c:pt>
                <c:pt idx="6429">
                  <c:v>12:35</c:v>
                </c:pt>
                <c:pt idx="6430">
                  <c:v>12:35</c:v>
                </c:pt>
                <c:pt idx="6431">
                  <c:v>12:35</c:v>
                </c:pt>
                <c:pt idx="6432">
                  <c:v>12:35</c:v>
                </c:pt>
                <c:pt idx="6433">
                  <c:v>12:35</c:v>
                </c:pt>
                <c:pt idx="6434">
                  <c:v>12:35</c:v>
                </c:pt>
                <c:pt idx="6435">
                  <c:v>12:35</c:v>
                </c:pt>
                <c:pt idx="6436">
                  <c:v>12:35</c:v>
                </c:pt>
                <c:pt idx="6437">
                  <c:v>12:35</c:v>
                </c:pt>
                <c:pt idx="6438">
                  <c:v>12:35</c:v>
                </c:pt>
                <c:pt idx="6439">
                  <c:v>12:35</c:v>
                </c:pt>
                <c:pt idx="6440">
                  <c:v>12:35</c:v>
                </c:pt>
                <c:pt idx="6441">
                  <c:v>12:35</c:v>
                </c:pt>
                <c:pt idx="6442">
                  <c:v>12:35</c:v>
                </c:pt>
                <c:pt idx="6443">
                  <c:v>12:35</c:v>
                </c:pt>
                <c:pt idx="6444">
                  <c:v>12:35</c:v>
                </c:pt>
                <c:pt idx="6445">
                  <c:v>12:35</c:v>
                </c:pt>
                <c:pt idx="6446">
                  <c:v>12:35</c:v>
                </c:pt>
                <c:pt idx="6447">
                  <c:v>12:35</c:v>
                </c:pt>
                <c:pt idx="6448">
                  <c:v>12:35</c:v>
                </c:pt>
                <c:pt idx="6449">
                  <c:v>12:35</c:v>
                </c:pt>
                <c:pt idx="6450">
                  <c:v>12:36</c:v>
                </c:pt>
                <c:pt idx="6451">
                  <c:v>12:36</c:v>
                </c:pt>
                <c:pt idx="6452">
                  <c:v>12:36</c:v>
                </c:pt>
                <c:pt idx="6453">
                  <c:v>12:36</c:v>
                </c:pt>
                <c:pt idx="6454">
                  <c:v>12:36</c:v>
                </c:pt>
                <c:pt idx="6455">
                  <c:v>12:36</c:v>
                </c:pt>
                <c:pt idx="6456">
                  <c:v>12:36</c:v>
                </c:pt>
                <c:pt idx="6457">
                  <c:v>12:36</c:v>
                </c:pt>
                <c:pt idx="6458">
                  <c:v>12:36</c:v>
                </c:pt>
                <c:pt idx="6459">
                  <c:v>12:36</c:v>
                </c:pt>
                <c:pt idx="6460">
                  <c:v>12:36</c:v>
                </c:pt>
                <c:pt idx="6461">
                  <c:v>12:36</c:v>
                </c:pt>
                <c:pt idx="6462">
                  <c:v>12:36</c:v>
                </c:pt>
                <c:pt idx="6463">
                  <c:v>12:36</c:v>
                </c:pt>
                <c:pt idx="6464">
                  <c:v>12:36</c:v>
                </c:pt>
                <c:pt idx="6465">
                  <c:v>12:36</c:v>
                </c:pt>
                <c:pt idx="6466">
                  <c:v>12:36</c:v>
                </c:pt>
                <c:pt idx="6467">
                  <c:v>12:36</c:v>
                </c:pt>
                <c:pt idx="6468">
                  <c:v>12:36</c:v>
                </c:pt>
                <c:pt idx="6469">
                  <c:v>12:36</c:v>
                </c:pt>
                <c:pt idx="6470">
                  <c:v>12:36</c:v>
                </c:pt>
                <c:pt idx="6471">
                  <c:v>12:36</c:v>
                </c:pt>
                <c:pt idx="6472">
                  <c:v>12:36</c:v>
                </c:pt>
                <c:pt idx="6473">
                  <c:v>12:36</c:v>
                </c:pt>
                <c:pt idx="6474">
                  <c:v>12:36</c:v>
                </c:pt>
                <c:pt idx="6475">
                  <c:v>12:36</c:v>
                </c:pt>
                <c:pt idx="6476">
                  <c:v>12:36</c:v>
                </c:pt>
                <c:pt idx="6477">
                  <c:v>12:36</c:v>
                </c:pt>
                <c:pt idx="6478">
                  <c:v>12:36</c:v>
                </c:pt>
                <c:pt idx="6479">
                  <c:v>12:36</c:v>
                </c:pt>
                <c:pt idx="6480">
                  <c:v>12:37</c:v>
                </c:pt>
                <c:pt idx="6481">
                  <c:v>12:37</c:v>
                </c:pt>
                <c:pt idx="6482">
                  <c:v>12:37</c:v>
                </c:pt>
                <c:pt idx="6483">
                  <c:v>12:37</c:v>
                </c:pt>
                <c:pt idx="6484">
                  <c:v>12:37</c:v>
                </c:pt>
                <c:pt idx="6485">
                  <c:v>12:37</c:v>
                </c:pt>
                <c:pt idx="6486">
                  <c:v>12:37</c:v>
                </c:pt>
                <c:pt idx="6487">
                  <c:v>12:37</c:v>
                </c:pt>
                <c:pt idx="6488">
                  <c:v>12:37</c:v>
                </c:pt>
                <c:pt idx="6489">
                  <c:v>12:37</c:v>
                </c:pt>
                <c:pt idx="6490">
                  <c:v>12:37</c:v>
                </c:pt>
                <c:pt idx="6491">
                  <c:v>12:37</c:v>
                </c:pt>
                <c:pt idx="6492">
                  <c:v>12:37</c:v>
                </c:pt>
                <c:pt idx="6493">
                  <c:v>12:37</c:v>
                </c:pt>
                <c:pt idx="6494">
                  <c:v>12:37</c:v>
                </c:pt>
                <c:pt idx="6495">
                  <c:v>12:37</c:v>
                </c:pt>
                <c:pt idx="6496">
                  <c:v>12:37</c:v>
                </c:pt>
                <c:pt idx="6497">
                  <c:v>12:37</c:v>
                </c:pt>
                <c:pt idx="6498">
                  <c:v>12:37</c:v>
                </c:pt>
                <c:pt idx="6499">
                  <c:v>12:37</c:v>
                </c:pt>
                <c:pt idx="6500">
                  <c:v>12:37</c:v>
                </c:pt>
                <c:pt idx="6501">
                  <c:v>12:37</c:v>
                </c:pt>
                <c:pt idx="6502">
                  <c:v>12:37</c:v>
                </c:pt>
                <c:pt idx="6503">
                  <c:v>12:37</c:v>
                </c:pt>
                <c:pt idx="6504">
                  <c:v>12:37</c:v>
                </c:pt>
                <c:pt idx="6505">
                  <c:v>12:37</c:v>
                </c:pt>
                <c:pt idx="6506">
                  <c:v>12:37</c:v>
                </c:pt>
                <c:pt idx="6507">
                  <c:v>12:37</c:v>
                </c:pt>
                <c:pt idx="6508">
                  <c:v>12:37</c:v>
                </c:pt>
                <c:pt idx="6509">
                  <c:v>12:37</c:v>
                </c:pt>
                <c:pt idx="6510">
                  <c:v>12:38</c:v>
                </c:pt>
                <c:pt idx="6511">
                  <c:v>12:38</c:v>
                </c:pt>
                <c:pt idx="6512">
                  <c:v>12:38</c:v>
                </c:pt>
                <c:pt idx="6513">
                  <c:v>12:38</c:v>
                </c:pt>
                <c:pt idx="6514">
                  <c:v>12:38</c:v>
                </c:pt>
                <c:pt idx="6515">
                  <c:v>12:38</c:v>
                </c:pt>
                <c:pt idx="6516">
                  <c:v>12:38</c:v>
                </c:pt>
                <c:pt idx="6517">
                  <c:v>12:38</c:v>
                </c:pt>
                <c:pt idx="6518">
                  <c:v>12:38</c:v>
                </c:pt>
                <c:pt idx="6519">
                  <c:v>12:38</c:v>
                </c:pt>
                <c:pt idx="6520">
                  <c:v>12:38</c:v>
                </c:pt>
                <c:pt idx="6521">
                  <c:v>12:38</c:v>
                </c:pt>
                <c:pt idx="6522">
                  <c:v>12:38</c:v>
                </c:pt>
                <c:pt idx="6523">
                  <c:v>12:38</c:v>
                </c:pt>
                <c:pt idx="6524">
                  <c:v>12:38</c:v>
                </c:pt>
                <c:pt idx="6525">
                  <c:v>12:38</c:v>
                </c:pt>
                <c:pt idx="6526">
                  <c:v>12:38</c:v>
                </c:pt>
                <c:pt idx="6527">
                  <c:v>12:38</c:v>
                </c:pt>
                <c:pt idx="6528">
                  <c:v>12:38</c:v>
                </c:pt>
                <c:pt idx="6529">
                  <c:v>12:38</c:v>
                </c:pt>
                <c:pt idx="6530">
                  <c:v>12:38</c:v>
                </c:pt>
                <c:pt idx="6531">
                  <c:v>12:38</c:v>
                </c:pt>
                <c:pt idx="6532">
                  <c:v>12:38</c:v>
                </c:pt>
                <c:pt idx="6533">
                  <c:v>12:38</c:v>
                </c:pt>
                <c:pt idx="6534">
                  <c:v>12:38</c:v>
                </c:pt>
                <c:pt idx="6535">
                  <c:v>12:38</c:v>
                </c:pt>
                <c:pt idx="6536">
                  <c:v>12:38</c:v>
                </c:pt>
                <c:pt idx="6537">
                  <c:v>12:38</c:v>
                </c:pt>
                <c:pt idx="6538">
                  <c:v>12:38</c:v>
                </c:pt>
                <c:pt idx="6539">
                  <c:v>12:38</c:v>
                </c:pt>
                <c:pt idx="6540">
                  <c:v>12:39</c:v>
                </c:pt>
                <c:pt idx="6541">
                  <c:v>12:39</c:v>
                </c:pt>
                <c:pt idx="6542">
                  <c:v>12:39</c:v>
                </c:pt>
                <c:pt idx="6543">
                  <c:v>12:39</c:v>
                </c:pt>
                <c:pt idx="6544">
                  <c:v>12:39</c:v>
                </c:pt>
                <c:pt idx="6545">
                  <c:v>12:39</c:v>
                </c:pt>
                <c:pt idx="6546">
                  <c:v>12:39</c:v>
                </c:pt>
                <c:pt idx="6547">
                  <c:v>12:39</c:v>
                </c:pt>
                <c:pt idx="6548">
                  <c:v>12:39</c:v>
                </c:pt>
                <c:pt idx="6549">
                  <c:v>12:39</c:v>
                </c:pt>
                <c:pt idx="6550">
                  <c:v>12:39</c:v>
                </c:pt>
                <c:pt idx="6551">
                  <c:v>12:39</c:v>
                </c:pt>
                <c:pt idx="6552">
                  <c:v>12:39</c:v>
                </c:pt>
                <c:pt idx="6553">
                  <c:v>12:39</c:v>
                </c:pt>
                <c:pt idx="6554">
                  <c:v>12:39</c:v>
                </c:pt>
                <c:pt idx="6555">
                  <c:v>12:39</c:v>
                </c:pt>
                <c:pt idx="6556">
                  <c:v>12:39</c:v>
                </c:pt>
                <c:pt idx="6557">
                  <c:v>12:39</c:v>
                </c:pt>
                <c:pt idx="6558">
                  <c:v>12:39</c:v>
                </c:pt>
                <c:pt idx="6559">
                  <c:v>12:39</c:v>
                </c:pt>
                <c:pt idx="6560">
                  <c:v>12:39</c:v>
                </c:pt>
                <c:pt idx="6561">
                  <c:v>12:39</c:v>
                </c:pt>
                <c:pt idx="6562">
                  <c:v>12:39</c:v>
                </c:pt>
                <c:pt idx="6563">
                  <c:v>12:39</c:v>
                </c:pt>
                <c:pt idx="6564">
                  <c:v>12:39</c:v>
                </c:pt>
                <c:pt idx="6565">
                  <c:v>12:39</c:v>
                </c:pt>
                <c:pt idx="6566">
                  <c:v>12:39</c:v>
                </c:pt>
                <c:pt idx="6567">
                  <c:v>12:39</c:v>
                </c:pt>
                <c:pt idx="6568">
                  <c:v>12:39</c:v>
                </c:pt>
                <c:pt idx="6569">
                  <c:v>12:39</c:v>
                </c:pt>
                <c:pt idx="6570">
                  <c:v>12:40</c:v>
                </c:pt>
                <c:pt idx="6571">
                  <c:v>12:40</c:v>
                </c:pt>
                <c:pt idx="6572">
                  <c:v>12:40</c:v>
                </c:pt>
                <c:pt idx="6573">
                  <c:v>12:40</c:v>
                </c:pt>
                <c:pt idx="6574">
                  <c:v>12:40</c:v>
                </c:pt>
                <c:pt idx="6575">
                  <c:v>12:40</c:v>
                </c:pt>
                <c:pt idx="6576">
                  <c:v>12:40</c:v>
                </c:pt>
                <c:pt idx="6577">
                  <c:v>12:40</c:v>
                </c:pt>
                <c:pt idx="6578">
                  <c:v>12:40</c:v>
                </c:pt>
                <c:pt idx="6579">
                  <c:v>12:40</c:v>
                </c:pt>
                <c:pt idx="6580">
                  <c:v>12:40</c:v>
                </c:pt>
                <c:pt idx="6581">
                  <c:v>12:40</c:v>
                </c:pt>
                <c:pt idx="6582">
                  <c:v>12:40</c:v>
                </c:pt>
                <c:pt idx="6583">
                  <c:v>12:40</c:v>
                </c:pt>
                <c:pt idx="6584">
                  <c:v>12:40</c:v>
                </c:pt>
                <c:pt idx="6585">
                  <c:v>12:40</c:v>
                </c:pt>
                <c:pt idx="6586">
                  <c:v>12:40</c:v>
                </c:pt>
                <c:pt idx="6587">
                  <c:v>12:40</c:v>
                </c:pt>
                <c:pt idx="6588">
                  <c:v>12:40</c:v>
                </c:pt>
                <c:pt idx="6589">
                  <c:v>12:40</c:v>
                </c:pt>
                <c:pt idx="6590">
                  <c:v>12:40</c:v>
                </c:pt>
                <c:pt idx="6591">
                  <c:v>12:40</c:v>
                </c:pt>
                <c:pt idx="6592">
                  <c:v>12:40</c:v>
                </c:pt>
                <c:pt idx="6593">
                  <c:v>12:40</c:v>
                </c:pt>
                <c:pt idx="6594">
                  <c:v>12:40</c:v>
                </c:pt>
                <c:pt idx="6595">
                  <c:v>12:40</c:v>
                </c:pt>
                <c:pt idx="6596">
                  <c:v>12:40</c:v>
                </c:pt>
                <c:pt idx="6597">
                  <c:v>12:40</c:v>
                </c:pt>
                <c:pt idx="6598">
                  <c:v>12:40</c:v>
                </c:pt>
                <c:pt idx="6599">
                  <c:v>12:40</c:v>
                </c:pt>
                <c:pt idx="6600">
                  <c:v>12:41</c:v>
                </c:pt>
                <c:pt idx="6601">
                  <c:v>12:41</c:v>
                </c:pt>
                <c:pt idx="6602">
                  <c:v>12:41</c:v>
                </c:pt>
                <c:pt idx="6603">
                  <c:v>12:41</c:v>
                </c:pt>
                <c:pt idx="6604">
                  <c:v>12:41</c:v>
                </c:pt>
                <c:pt idx="6605">
                  <c:v>12:41</c:v>
                </c:pt>
                <c:pt idx="6606">
                  <c:v>12:41</c:v>
                </c:pt>
                <c:pt idx="6607">
                  <c:v>12:41</c:v>
                </c:pt>
                <c:pt idx="6608">
                  <c:v>12:41</c:v>
                </c:pt>
                <c:pt idx="6609">
                  <c:v>12:41</c:v>
                </c:pt>
                <c:pt idx="6610">
                  <c:v>12:41</c:v>
                </c:pt>
                <c:pt idx="6611">
                  <c:v>12:41</c:v>
                </c:pt>
                <c:pt idx="6612">
                  <c:v>12:41</c:v>
                </c:pt>
                <c:pt idx="6613">
                  <c:v>12:41</c:v>
                </c:pt>
                <c:pt idx="6614">
                  <c:v>12:41</c:v>
                </c:pt>
                <c:pt idx="6615">
                  <c:v>12:41</c:v>
                </c:pt>
                <c:pt idx="6616">
                  <c:v>12:41</c:v>
                </c:pt>
                <c:pt idx="6617">
                  <c:v>12:41</c:v>
                </c:pt>
                <c:pt idx="6618">
                  <c:v>12:41</c:v>
                </c:pt>
                <c:pt idx="6619">
                  <c:v>12:41</c:v>
                </c:pt>
                <c:pt idx="6620">
                  <c:v>12:41</c:v>
                </c:pt>
                <c:pt idx="6621">
                  <c:v>12:41</c:v>
                </c:pt>
                <c:pt idx="6622">
                  <c:v>12:41</c:v>
                </c:pt>
                <c:pt idx="6623">
                  <c:v>12:41</c:v>
                </c:pt>
                <c:pt idx="6624">
                  <c:v>12:41</c:v>
                </c:pt>
                <c:pt idx="6625">
                  <c:v>12:41</c:v>
                </c:pt>
                <c:pt idx="6626">
                  <c:v>12:41</c:v>
                </c:pt>
                <c:pt idx="6627">
                  <c:v>12:41</c:v>
                </c:pt>
                <c:pt idx="6628">
                  <c:v>12:41</c:v>
                </c:pt>
                <c:pt idx="6629">
                  <c:v>12:41</c:v>
                </c:pt>
                <c:pt idx="6630">
                  <c:v>12:42</c:v>
                </c:pt>
                <c:pt idx="6631">
                  <c:v>12:42</c:v>
                </c:pt>
                <c:pt idx="6632">
                  <c:v>12:42</c:v>
                </c:pt>
                <c:pt idx="6633">
                  <c:v>12:42</c:v>
                </c:pt>
                <c:pt idx="6634">
                  <c:v>12:42</c:v>
                </c:pt>
                <c:pt idx="6635">
                  <c:v>12:42</c:v>
                </c:pt>
                <c:pt idx="6636">
                  <c:v>12:42</c:v>
                </c:pt>
                <c:pt idx="6637">
                  <c:v>12:42</c:v>
                </c:pt>
                <c:pt idx="6638">
                  <c:v>12:42</c:v>
                </c:pt>
                <c:pt idx="6639">
                  <c:v>12:42</c:v>
                </c:pt>
                <c:pt idx="6640">
                  <c:v>12:42</c:v>
                </c:pt>
                <c:pt idx="6641">
                  <c:v>12:42</c:v>
                </c:pt>
                <c:pt idx="6642">
                  <c:v>12:42</c:v>
                </c:pt>
                <c:pt idx="6643">
                  <c:v>12:42</c:v>
                </c:pt>
                <c:pt idx="6644">
                  <c:v>12:42</c:v>
                </c:pt>
                <c:pt idx="6645">
                  <c:v>12:42</c:v>
                </c:pt>
                <c:pt idx="6646">
                  <c:v>12:42</c:v>
                </c:pt>
                <c:pt idx="6647">
                  <c:v>12:42</c:v>
                </c:pt>
                <c:pt idx="6648">
                  <c:v>12:42</c:v>
                </c:pt>
                <c:pt idx="6649">
                  <c:v>12:42</c:v>
                </c:pt>
                <c:pt idx="6650">
                  <c:v>12:42</c:v>
                </c:pt>
                <c:pt idx="6651">
                  <c:v>12:42</c:v>
                </c:pt>
                <c:pt idx="6652">
                  <c:v>12:42</c:v>
                </c:pt>
                <c:pt idx="6653">
                  <c:v>12:42</c:v>
                </c:pt>
                <c:pt idx="6654">
                  <c:v>12:42</c:v>
                </c:pt>
                <c:pt idx="6655">
                  <c:v>12:42</c:v>
                </c:pt>
                <c:pt idx="6656">
                  <c:v>12:42</c:v>
                </c:pt>
                <c:pt idx="6657">
                  <c:v>12:42</c:v>
                </c:pt>
                <c:pt idx="6658">
                  <c:v>12:42</c:v>
                </c:pt>
                <c:pt idx="6659">
                  <c:v>12:42</c:v>
                </c:pt>
                <c:pt idx="6660">
                  <c:v>12:43</c:v>
                </c:pt>
                <c:pt idx="6661">
                  <c:v>12:43</c:v>
                </c:pt>
                <c:pt idx="6662">
                  <c:v>12:43</c:v>
                </c:pt>
                <c:pt idx="6663">
                  <c:v>12:43</c:v>
                </c:pt>
                <c:pt idx="6664">
                  <c:v>12:43</c:v>
                </c:pt>
                <c:pt idx="6665">
                  <c:v>12:43</c:v>
                </c:pt>
                <c:pt idx="6666">
                  <c:v>12:43</c:v>
                </c:pt>
                <c:pt idx="6667">
                  <c:v>12:43</c:v>
                </c:pt>
                <c:pt idx="6668">
                  <c:v>12:43</c:v>
                </c:pt>
                <c:pt idx="6669">
                  <c:v>12:43</c:v>
                </c:pt>
                <c:pt idx="6670">
                  <c:v>12:43</c:v>
                </c:pt>
                <c:pt idx="6671">
                  <c:v>12:43</c:v>
                </c:pt>
                <c:pt idx="6672">
                  <c:v>12:43</c:v>
                </c:pt>
                <c:pt idx="6673">
                  <c:v>12:43</c:v>
                </c:pt>
                <c:pt idx="6674">
                  <c:v>12:43</c:v>
                </c:pt>
                <c:pt idx="6675">
                  <c:v>12:43</c:v>
                </c:pt>
                <c:pt idx="6676">
                  <c:v>12:43</c:v>
                </c:pt>
                <c:pt idx="6677">
                  <c:v>12:43</c:v>
                </c:pt>
                <c:pt idx="6678">
                  <c:v>12:43</c:v>
                </c:pt>
                <c:pt idx="6679">
                  <c:v>12:43</c:v>
                </c:pt>
                <c:pt idx="6680">
                  <c:v>12:43</c:v>
                </c:pt>
                <c:pt idx="6681">
                  <c:v>12:43</c:v>
                </c:pt>
                <c:pt idx="6682">
                  <c:v>12:43</c:v>
                </c:pt>
                <c:pt idx="6683">
                  <c:v>12:43</c:v>
                </c:pt>
                <c:pt idx="6684">
                  <c:v>12:43</c:v>
                </c:pt>
                <c:pt idx="6685">
                  <c:v>12:43</c:v>
                </c:pt>
                <c:pt idx="6686">
                  <c:v>12:43</c:v>
                </c:pt>
                <c:pt idx="6687">
                  <c:v>12:43</c:v>
                </c:pt>
                <c:pt idx="6688">
                  <c:v>12:43</c:v>
                </c:pt>
                <c:pt idx="6689">
                  <c:v>12:43</c:v>
                </c:pt>
                <c:pt idx="6690">
                  <c:v>12:44</c:v>
                </c:pt>
                <c:pt idx="6691">
                  <c:v>12:44</c:v>
                </c:pt>
                <c:pt idx="6692">
                  <c:v>12:44</c:v>
                </c:pt>
                <c:pt idx="6693">
                  <c:v>12:44</c:v>
                </c:pt>
                <c:pt idx="6694">
                  <c:v>12:44</c:v>
                </c:pt>
                <c:pt idx="6695">
                  <c:v>12:44</c:v>
                </c:pt>
                <c:pt idx="6696">
                  <c:v>12:44</c:v>
                </c:pt>
                <c:pt idx="6697">
                  <c:v>12:44</c:v>
                </c:pt>
                <c:pt idx="6698">
                  <c:v>12:44</c:v>
                </c:pt>
                <c:pt idx="6699">
                  <c:v>12:44</c:v>
                </c:pt>
                <c:pt idx="6700">
                  <c:v>12:44</c:v>
                </c:pt>
                <c:pt idx="6701">
                  <c:v>12:44</c:v>
                </c:pt>
                <c:pt idx="6702">
                  <c:v>12:44</c:v>
                </c:pt>
                <c:pt idx="6703">
                  <c:v>12:44</c:v>
                </c:pt>
                <c:pt idx="6704">
                  <c:v>12:44</c:v>
                </c:pt>
                <c:pt idx="6705">
                  <c:v>12:44</c:v>
                </c:pt>
                <c:pt idx="6706">
                  <c:v>12:44</c:v>
                </c:pt>
                <c:pt idx="6707">
                  <c:v>12:44</c:v>
                </c:pt>
                <c:pt idx="6708">
                  <c:v>12:44</c:v>
                </c:pt>
                <c:pt idx="6709">
                  <c:v>12:44</c:v>
                </c:pt>
                <c:pt idx="6710">
                  <c:v>12:44</c:v>
                </c:pt>
                <c:pt idx="6711">
                  <c:v>12:44</c:v>
                </c:pt>
                <c:pt idx="6712">
                  <c:v>12:44</c:v>
                </c:pt>
                <c:pt idx="6713">
                  <c:v>12:44</c:v>
                </c:pt>
                <c:pt idx="6714">
                  <c:v>12:44</c:v>
                </c:pt>
                <c:pt idx="6715">
                  <c:v>12:44</c:v>
                </c:pt>
                <c:pt idx="6716">
                  <c:v>12:44</c:v>
                </c:pt>
                <c:pt idx="6717">
                  <c:v>12:44</c:v>
                </c:pt>
                <c:pt idx="6718">
                  <c:v>12:44</c:v>
                </c:pt>
                <c:pt idx="6719">
                  <c:v>12:44</c:v>
                </c:pt>
                <c:pt idx="6720">
                  <c:v>12:45</c:v>
                </c:pt>
                <c:pt idx="6721">
                  <c:v>12:45</c:v>
                </c:pt>
                <c:pt idx="6722">
                  <c:v>12:45</c:v>
                </c:pt>
                <c:pt idx="6723">
                  <c:v>12:45</c:v>
                </c:pt>
                <c:pt idx="6724">
                  <c:v>12:45</c:v>
                </c:pt>
                <c:pt idx="6725">
                  <c:v>12:45</c:v>
                </c:pt>
                <c:pt idx="6726">
                  <c:v>12:45</c:v>
                </c:pt>
                <c:pt idx="6727">
                  <c:v>12:45</c:v>
                </c:pt>
                <c:pt idx="6728">
                  <c:v>12:45</c:v>
                </c:pt>
                <c:pt idx="6729">
                  <c:v>12:45</c:v>
                </c:pt>
                <c:pt idx="6730">
                  <c:v>12:45</c:v>
                </c:pt>
                <c:pt idx="6731">
                  <c:v>12:45</c:v>
                </c:pt>
                <c:pt idx="6732">
                  <c:v>12:45</c:v>
                </c:pt>
                <c:pt idx="6733">
                  <c:v>12:45</c:v>
                </c:pt>
                <c:pt idx="6734">
                  <c:v>12:45</c:v>
                </c:pt>
                <c:pt idx="6735">
                  <c:v>12:45</c:v>
                </c:pt>
                <c:pt idx="6736">
                  <c:v>12:45</c:v>
                </c:pt>
                <c:pt idx="6737">
                  <c:v>12:45</c:v>
                </c:pt>
                <c:pt idx="6738">
                  <c:v>12:45</c:v>
                </c:pt>
                <c:pt idx="6739">
                  <c:v>12:45</c:v>
                </c:pt>
                <c:pt idx="6740">
                  <c:v>12:45</c:v>
                </c:pt>
                <c:pt idx="6741">
                  <c:v>12:45</c:v>
                </c:pt>
                <c:pt idx="6742">
                  <c:v>12:45</c:v>
                </c:pt>
                <c:pt idx="6743">
                  <c:v>12:45</c:v>
                </c:pt>
                <c:pt idx="6744">
                  <c:v>12:45</c:v>
                </c:pt>
                <c:pt idx="6745">
                  <c:v>12:45</c:v>
                </c:pt>
                <c:pt idx="6746">
                  <c:v>12:45</c:v>
                </c:pt>
                <c:pt idx="6747">
                  <c:v>12:45</c:v>
                </c:pt>
                <c:pt idx="6748">
                  <c:v>12:45</c:v>
                </c:pt>
                <c:pt idx="6749">
                  <c:v>12:45</c:v>
                </c:pt>
                <c:pt idx="6750">
                  <c:v>12:46</c:v>
                </c:pt>
                <c:pt idx="6751">
                  <c:v>12:46</c:v>
                </c:pt>
                <c:pt idx="6752">
                  <c:v>12:46</c:v>
                </c:pt>
                <c:pt idx="6753">
                  <c:v>12:46</c:v>
                </c:pt>
                <c:pt idx="6754">
                  <c:v>12:46</c:v>
                </c:pt>
                <c:pt idx="6755">
                  <c:v>12:46</c:v>
                </c:pt>
                <c:pt idx="6756">
                  <c:v>12:46</c:v>
                </c:pt>
                <c:pt idx="6757">
                  <c:v>12:46</c:v>
                </c:pt>
                <c:pt idx="6758">
                  <c:v>12:46</c:v>
                </c:pt>
                <c:pt idx="6759">
                  <c:v>12:46</c:v>
                </c:pt>
                <c:pt idx="6760">
                  <c:v>12:46</c:v>
                </c:pt>
                <c:pt idx="6761">
                  <c:v>12:46</c:v>
                </c:pt>
                <c:pt idx="6762">
                  <c:v>12:46</c:v>
                </c:pt>
                <c:pt idx="6763">
                  <c:v>12:46</c:v>
                </c:pt>
                <c:pt idx="6764">
                  <c:v>12:46</c:v>
                </c:pt>
                <c:pt idx="6765">
                  <c:v>12:46</c:v>
                </c:pt>
                <c:pt idx="6766">
                  <c:v>12:46</c:v>
                </c:pt>
                <c:pt idx="6767">
                  <c:v>12:46</c:v>
                </c:pt>
                <c:pt idx="6768">
                  <c:v>12:46</c:v>
                </c:pt>
                <c:pt idx="6769">
                  <c:v>12:46</c:v>
                </c:pt>
                <c:pt idx="6770">
                  <c:v>12:46</c:v>
                </c:pt>
                <c:pt idx="6771">
                  <c:v>12:46</c:v>
                </c:pt>
                <c:pt idx="6772">
                  <c:v>12:46</c:v>
                </c:pt>
                <c:pt idx="6773">
                  <c:v>12:46</c:v>
                </c:pt>
                <c:pt idx="6774">
                  <c:v>12:46</c:v>
                </c:pt>
                <c:pt idx="6775">
                  <c:v>12:46</c:v>
                </c:pt>
                <c:pt idx="6776">
                  <c:v>12:46</c:v>
                </c:pt>
                <c:pt idx="6777">
                  <c:v>12:46</c:v>
                </c:pt>
                <c:pt idx="6778">
                  <c:v>12:46</c:v>
                </c:pt>
                <c:pt idx="6779">
                  <c:v>12:46</c:v>
                </c:pt>
                <c:pt idx="6780">
                  <c:v>12:47</c:v>
                </c:pt>
                <c:pt idx="6781">
                  <c:v>12:47</c:v>
                </c:pt>
                <c:pt idx="6782">
                  <c:v>12:47</c:v>
                </c:pt>
                <c:pt idx="6783">
                  <c:v>12:47</c:v>
                </c:pt>
                <c:pt idx="6784">
                  <c:v>12:47</c:v>
                </c:pt>
                <c:pt idx="6785">
                  <c:v>12:47</c:v>
                </c:pt>
                <c:pt idx="6786">
                  <c:v>12:47</c:v>
                </c:pt>
                <c:pt idx="6787">
                  <c:v>12:47</c:v>
                </c:pt>
                <c:pt idx="6788">
                  <c:v>12:47</c:v>
                </c:pt>
                <c:pt idx="6789">
                  <c:v>12:47</c:v>
                </c:pt>
                <c:pt idx="6790">
                  <c:v>12:47</c:v>
                </c:pt>
                <c:pt idx="6791">
                  <c:v>12:47</c:v>
                </c:pt>
                <c:pt idx="6792">
                  <c:v>12:47</c:v>
                </c:pt>
                <c:pt idx="6793">
                  <c:v>12:47</c:v>
                </c:pt>
                <c:pt idx="6794">
                  <c:v>12:47</c:v>
                </c:pt>
                <c:pt idx="6795">
                  <c:v>12:47</c:v>
                </c:pt>
                <c:pt idx="6796">
                  <c:v>12:47</c:v>
                </c:pt>
                <c:pt idx="6797">
                  <c:v>12:47</c:v>
                </c:pt>
                <c:pt idx="6798">
                  <c:v>12:47</c:v>
                </c:pt>
                <c:pt idx="6799">
                  <c:v>12:47</c:v>
                </c:pt>
                <c:pt idx="6800">
                  <c:v>12:47</c:v>
                </c:pt>
                <c:pt idx="6801">
                  <c:v>12:47</c:v>
                </c:pt>
                <c:pt idx="6802">
                  <c:v>12:47</c:v>
                </c:pt>
                <c:pt idx="6803">
                  <c:v>12:47</c:v>
                </c:pt>
                <c:pt idx="6804">
                  <c:v>12:47</c:v>
                </c:pt>
                <c:pt idx="6805">
                  <c:v>12:47</c:v>
                </c:pt>
                <c:pt idx="6806">
                  <c:v>12:47</c:v>
                </c:pt>
                <c:pt idx="6807">
                  <c:v>12:47</c:v>
                </c:pt>
                <c:pt idx="6808">
                  <c:v>12:47</c:v>
                </c:pt>
                <c:pt idx="6809">
                  <c:v>12:47</c:v>
                </c:pt>
                <c:pt idx="6810">
                  <c:v>12:48</c:v>
                </c:pt>
                <c:pt idx="6811">
                  <c:v>12:48</c:v>
                </c:pt>
                <c:pt idx="6812">
                  <c:v>12:48</c:v>
                </c:pt>
                <c:pt idx="6813">
                  <c:v>12:48</c:v>
                </c:pt>
                <c:pt idx="6814">
                  <c:v>12:48</c:v>
                </c:pt>
                <c:pt idx="6815">
                  <c:v>12:48</c:v>
                </c:pt>
                <c:pt idx="6816">
                  <c:v>12:48</c:v>
                </c:pt>
                <c:pt idx="6817">
                  <c:v>12:48</c:v>
                </c:pt>
                <c:pt idx="6818">
                  <c:v>12:48</c:v>
                </c:pt>
                <c:pt idx="6819">
                  <c:v>12:48</c:v>
                </c:pt>
                <c:pt idx="6820">
                  <c:v>12:48</c:v>
                </c:pt>
                <c:pt idx="6821">
                  <c:v>12:48</c:v>
                </c:pt>
                <c:pt idx="6822">
                  <c:v>12:48</c:v>
                </c:pt>
                <c:pt idx="6823">
                  <c:v>12:48</c:v>
                </c:pt>
                <c:pt idx="6824">
                  <c:v>12:48</c:v>
                </c:pt>
                <c:pt idx="6825">
                  <c:v>12:48</c:v>
                </c:pt>
                <c:pt idx="6826">
                  <c:v>12:48</c:v>
                </c:pt>
                <c:pt idx="6827">
                  <c:v>12:48</c:v>
                </c:pt>
                <c:pt idx="6828">
                  <c:v>12:48</c:v>
                </c:pt>
                <c:pt idx="6829">
                  <c:v>12:48</c:v>
                </c:pt>
                <c:pt idx="6830">
                  <c:v>12:48</c:v>
                </c:pt>
                <c:pt idx="6831">
                  <c:v>12:48</c:v>
                </c:pt>
                <c:pt idx="6832">
                  <c:v>12:48</c:v>
                </c:pt>
                <c:pt idx="6833">
                  <c:v>12:48</c:v>
                </c:pt>
                <c:pt idx="6834">
                  <c:v>12:48</c:v>
                </c:pt>
                <c:pt idx="6835">
                  <c:v>12:48</c:v>
                </c:pt>
                <c:pt idx="6836">
                  <c:v>12:48</c:v>
                </c:pt>
                <c:pt idx="6837">
                  <c:v>12:48</c:v>
                </c:pt>
                <c:pt idx="6838">
                  <c:v>12:48</c:v>
                </c:pt>
                <c:pt idx="6839">
                  <c:v>12:48</c:v>
                </c:pt>
                <c:pt idx="6840">
                  <c:v>12:49</c:v>
                </c:pt>
                <c:pt idx="6841">
                  <c:v>12:49</c:v>
                </c:pt>
                <c:pt idx="6842">
                  <c:v>12:49</c:v>
                </c:pt>
                <c:pt idx="6843">
                  <c:v>12:49</c:v>
                </c:pt>
                <c:pt idx="6844">
                  <c:v>12:49</c:v>
                </c:pt>
                <c:pt idx="6845">
                  <c:v>12:49</c:v>
                </c:pt>
                <c:pt idx="6846">
                  <c:v>12:49</c:v>
                </c:pt>
                <c:pt idx="6847">
                  <c:v>12:49</c:v>
                </c:pt>
                <c:pt idx="6848">
                  <c:v>12:49</c:v>
                </c:pt>
                <c:pt idx="6849">
                  <c:v>12:49</c:v>
                </c:pt>
                <c:pt idx="6850">
                  <c:v>12:49</c:v>
                </c:pt>
                <c:pt idx="6851">
                  <c:v>12:49</c:v>
                </c:pt>
                <c:pt idx="6852">
                  <c:v>12:49</c:v>
                </c:pt>
                <c:pt idx="6853">
                  <c:v>12:49</c:v>
                </c:pt>
                <c:pt idx="6854">
                  <c:v>12:49</c:v>
                </c:pt>
                <c:pt idx="6855">
                  <c:v>12:49</c:v>
                </c:pt>
                <c:pt idx="6856">
                  <c:v>12:49</c:v>
                </c:pt>
                <c:pt idx="6857">
                  <c:v>12:49</c:v>
                </c:pt>
                <c:pt idx="6858">
                  <c:v>12:49</c:v>
                </c:pt>
                <c:pt idx="6859">
                  <c:v>12:49</c:v>
                </c:pt>
                <c:pt idx="6860">
                  <c:v>12:49</c:v>
                </c:pt>
                <c:pt idx="6861">
                  <c:v>12:49</c:v>
                </c:pt>
                <c:pt idx="6862">
                  <c:v>12:49</c:v>
                </c:pt>
                <c:pt idx="6863">
                  <c:v>12:49</c:v>
                </c:pt>
                <c:pt idx="6864">
                  <c:v>12:49</c:v>
                </c:pt>
                <c:pt idx="6865">
                  <c:v>12:49</c:v>
                </c:pt>
                <c:pt idx="6866">
                  <c:v>12:49</c:v>
                </c:pt>
                <c:pt idx="6867">
                  <c:v>12:49</c:v>
                </c:pt>
                <c:pt idx="6868">
                  <c:v>12:49</c:v>
                </c:pt>
                <c:pt idx="6869">
                  <c:v>12:49</c:v>
                </c:pt>
                <c:pt idx="6870">
                  <c:v>12:50</c:v>
                </c:pt>
                <c:pt idx="6871">
                  <c:v>12:50</c:v>
                </c:pt>
                <c:pt idx="6872">
                  <c:v>12:50</c:v>
                </c:pt>
                <c:pt idx="6873">
                  <c:v>12:50</c:v>
                </c:pt>
                <c:pt idx="6874">
                  <c:v>12:50</c:v>
                </c:pt>
                <c:pt idx="6875">
                  <c:v>12:50</c:v>
                </c:pt>
                <c:pt idx="6876">
                  <c:v>12:50</c:v>
                </c:pt>
                <c:pt idx="6877">
                  <c:v>12:50</c:v>
                </c:pt>
                <c:pt idx="6878">
                  <c:v>12:50</c:v>
                </c:pt>
                <c:pt idx="6879">
                  <c:v>12:50</c:v>
                </c:pt>
                <c:pt idx="6880">
                  <c:v>12:50</c:v>
                </c:pt>
                <c:pt idx="6881">
                  <c:v>12:50</c:v>
                </c:pt>
                <c:pt idx="6882">
                  <c:v>12:50</c:v>
                </c:pt>
                <c:pt idx="6883">
                  <c:v>12:50</c:v>
                </c:pt>
                <c:pt idx="6884">
                  <c:v>12:50</c:v>
                </c:pt>
                <c:pt idx="6885">
                  <c:v>12:50</c:v>
                </c:pt>
                <c:pt idx="6886">
                  <c:v>12:50</c:v>
                </c:pt>
                <c:pt idx="6887">
                  <c:v>12:50</c:v>
                </c:pt>
                <c:pt idx="6888">
                  <c:v>12:50</c:v>
                </c:pt>
                <c:pt idx="6889">
                  <c:v>12:50</c:v>
                </c:pt>
                <c:pt idx="6890">
                  <c:v>12:50</c:v>
                </c:pt>
                <c:pt idx="6891">
                  <c:v>12:50</c:v>
                </c:pt>
                <c:pt idx="6892">
                  <c:v>12:50</c:v>
                </c:pt>
                <c:pt idx="6893">
                  <c:v>12:50</c:v>
                </c:pt>
                <c:pt idx="6894">
                  <c:v>12:50</c:v>
                </c:pt>
                <c:pt idx="6895">
                  <c:v>12:50</c:v>
                </c:pt>
                <c:pt idx="6896">
                  <c:v>12:50</c:v>
                </c:pt>
                <c:pt idx="6897">
                  <c:v>12:50</c:v>
                </c:pt>
                <c:pt idx="6898">
                  <c:v>12:50</c:v>
                </c:pt>
                <c:pt idx="6899">
                  <c:v>12:50</c:v>
                </c:pt>
                <c:pt idx="6900">
                  <c:v>12:51</c:v>
                </c:pt>
                <c:pt idx="6901">
                  <c:v>12:51</c:v>
                </c:pt>
                <c:pt idx="6902">
                  <c:v>12:51</c:v>
                </c:pt>
                <c:pt idx="6903">
                  <c:v>12:51</c:v>
                </c:pt>
                <c:pt idx="6904">
                  <c:v>12:51</c:v>
                </c:pt>
                <c:pt idx="6905">
                  <c:v>12:51</c:v>
                </c:pt>
                <c:pt idx="6906">
                  <c:v>12:51</c:v>
                </c:pt>
                <c:pt idx="6907">
                  <c:v>12:51</c:v>
                </c:pt>
                <c:pt idx="6908">
                  <c:v>12:51</c:v>
                </c:pt>
                <c:pt idx="6909">
                  <c:v>12:51</c:v>
                </c:pt>
                <c:pt idx="6910">
                  <c:v>12:51</c:v>
                </c:pt>
                <c:pt idx="6911">
                  <c:v>12:51</c:v>
                </c:pt>
                <c:pt idx="6912">
                  <c:v>12:51</c:v>
                </c:pt>
                <c:pt idx="6913">
                  <c:v>12:51</c:v>
                </c:pt>
                <c:pt idx="6914">
                  <c:v>12:51</c:v>
                </c:pt>
                <c:pt idx="6915">
                  <c:v>12:51</c:v>
                </c:pt>
                <c:pt idx="6916">
                  <c:v>12:51</c:v>
                </c:pt>
                <c:pt idx="6917">
                  <c:v>12:51</c:v>
                </c:pt>
                <c:pt idx="6918">
                  <c:v>12:51</c:v>
                </c:pt>
                <c:pt idx="6919">
                  <c:v>12:51</c:v>
                </c:pt>
                <c:pt idx="6920">
                  <c:v>12:51</c:v>
                </c:pt>
                <c:pt idx="6921">
                  <c:v>12:51</c:v>
                </c:pt>
                <c:pt idx="6922">
                  <c:v>12:51</c:v>
                </c:pt>
                <c:pt idx="6923">
                  <c:v>12:51</c:v>
                </c:pt>
                <c:pt idx="6924">
                  <c:v>12:51</c:v>
                </c:pt>
                <c:pt idx="6925">
                  <c:v>12:51</c:v>
                </c:pt>
                <c:pt idx="6926">
                  <c:v>12:51</c:v>
                </c:pt>
                <c:pt idx="6927">
                  <c:v>12:51</c:v>
                </c:pt>
                <c:pt idx="6928">
                  <c:v>12:51</c:v>
                </c:pt>
                <c:pt idx="6929">
                  <c:v>12:51</c:v>
                </c:pt>
                <c:pt idx="6930">
                  <c:v>12:52</c:v>
                </c:pt>
                <c:pt idx="6931">
                  <c:v>12:52</c:v>
                </c:pt>
                <c:pt idx="6932">
                  <c:v>12:52</c:v>
                </c:pt>
                <c:pt idx="6933">
                  <c:v>12:52</c:v>
                </c:pt>
                <c:pt idx="6934">
                  <c:v>12:52</c:v>
                </c:pt>
                <c:pt idx="6935">
                  <c:v>12:52</c:v>
                </c:pt>
                <c:pt idx="6936">
                  <c:v>12:52</c:v>
                </c:pt>
                <c:pt idx="6937">
                  <c:v>12:52</c:v>
                </c:pt>
                <c:pt idx="6938">
                  <c:v>12:52</c:v>
                </c:pt>
                <c:pt idx="6939">
                  <c:v>12:52</c:v>
                </c:pt>
                <c:pt idx="6940">
                  <c:v>12:52</c:v>
                </c:pt>
                <c:pt idx="6941">
                  <c:v>12:52</c:v>
                </c:pt>
                <c:pt idx="6942">
                  <c:v>12:52</c:v>
                </c:pt>
                <c:pt idx="6943">
                  <c:v>12:52</c:v>
                </c:pt>
                <c:pt idx="6944">
                  <c:v>12:52</c:v>
                </c:pt>
                <c:pt idx="6945">
                  <c:v>12:52</c:v>
                </c:pt>
                <c:pt idx="6946">
                  <c:v>12:52</c:v>
                </c:pt>
                <c:pt idx="6947">
                  <c:v>12:52</c:v>
                </c:pt>
                <c:pt idx="6948">
                  <c:v>12:52</c:v>
                </c:pt>
                <c:pt idx="6949">
                  <c:v>12:52</c:v>
                </c:pt>
                <c:pt idx="6950">
                  <c:v>12:52</c:v>
                </c:pt>
                <c:pt idx="6951">
                  <c:v>12:52</c:v>
                </c:pt>
                <c:pt idx="6952">
                  <c:v>12:52</c:v>
                </c:pt>
                <c:pt idx="6953">
                  <c:v>12:52</c:v>
                </c:pt>
                <c:pt idx="6954">
                  <c:v>12:52</c:v>
                </c:pt>
                <c:pt idx="6955">
                  <c:v>12:52</c:v>
                </c:pt>
                <c:pt idx="6956">
                  <c:v>12:52</c:v>
                </c:pt>
                <c:pt idx="6957">
                  <c:v>12:52</c:v>
                </c:pt>
                <c:pt idx="6958">
                  <c:v>12:52</c:v>
                </c:pt>
                <c:pt idx="6959">
                  <c:v>12:52</c:v>
                </c:pt>
                <c:pt idx="6960">
                  <c:v>12:53</c:v>
                </c:pt>
                <c:pt idx="6961">
                  <c:v>12:53</c:v>
                </c:pt>
                <c:pt idx="6962">
                  <c:v>12:53</c:v>
                </c:pt>
                <c:pt idx="6963">
                  <c:v>12:53</c:v>
                </c:pt>
                <c:pt idx="6964">
                  <c:v>12:53</c:v>
                </c:pt>
                <c:pt idx="6965">
                  <c:v>12:53</c:v>
                </c:pt>
                <c:pt idx="6966">
                  <c:v>12:53</c:v>
                </c:pt>
                <c:pt idx="6967">
                  <c:v>12:53</c:v>
                </c:pt>
                <c:pt idx="6968">
                  <c:v>12:53</c:v>
                </c:pt>
                <c:pt idx="6969">
                  <c:v>12:53</c:v>
                </c:pt>
                <c:pt idx="6970">
                  <c:v>12:53</c:v>
                </c:pt>
                <c:pt idx="6971">
                  <c:v>12:53</c:v>
                </c:pt>
                <c:pt idx="6972">
                  <c:v>12:53</c:v>
                </c:pt>
                <c:pt idx="6973">
                  <c:v>12:53</c:v>
                </c:pt>
                <c:pt idx="6974">
                  <c:v>12:53</c:v>
                </c:pt>
                <c:pt idx="6975">
                  <c:v>12:53</c:v>
                </c:pt>
                <c:pt idx="6976">
                  <c:v>12:53</c:v>
                </c:pt>
                <c:pt idx="6977">
                  <c:v>12:53</c:v>
                </c:pt>
                <c:pt idx="6978">
                  <c:v>12:53</c:v>
                </c:pt>
                <c:pt idx="6979">
                  <c:v>12:53</c:v>
                </c:pt>
                <c:pt idx="6980">
                  <c:v>12:53</c:v>
                </c:pt>
                <c:pt idx="6981">
                  <c:v>12:53</c:v>
                </c:pt>
                <c:pt idx="6982">
                  <c:v>12:53</c:v>
                </c:pt>
                <c:pt idx="6983">
                  <c:v>12:53</c:v>
                </c:pt>
                <c:pt idx="6984">
                  <c:v>12:53</c:v>
                </c:pt>
                <c:pt idx="6985">
                  <c:v>12:53</c:v>
                </c:pt>
                <c:pt idx="6986">
                  <c:v>12:53</c:v>
                </c:pt>
                <c:pt idx="6987">
                  <c:v>12:53</c:v>
                </c:pt>
                <c:pt idx="6988">
                  <c:v>12:53</c:v>
                </c:pt>
                <c:pt idx="6989">
                  <c:v>12:53</c:v>
                </c:pt>
                <c:pt idx="6990">
                  <c:v>12:54</c:v>
                </c:pt>
                <c:pt idx="6991">
                  <c:v>12:54</c:v>
                </c:pt>
                <c:pt idx="6992">
                  <c:v>12:54</c:v>
                </c:pt>
                <c:pt idx="6993">
                  <c:v>12:54</c:v>
                </c:pt>
                <c:pt idx="6994">
                  <c:v>12:54</c:v>
                </c:pt>
                <c:pt idx="6995">
                  <c:v>12:54</c:v>
                </c:pt>
                <c:pt idx="6996">
                  <c:v>12:54</c:v>
                </c:pt>
                <c:pt idx="6997">
                  <c:v>12:54</c:v>
                </c:pt>
                <c:pt idx="6998">
                  <c:v>12:54</c:v>
                </c:pt>
                <c:pt idx="6999">
                  <c:v>12:54</c:v>
                </c:pt>
                <c:pt idx="7000">
                  <c:v>12:54</c:v>
                </c:pt>
                <c:pt idx="7001">
                  <c:v>12:54</c:v>
                </c:pt>
                <c:pt idx="7002">
                  <c:v>12:54</c:v>
                </c:pt>
                <c:pt idx="7003">
                  <c:v>12:54</c:v>
                </c:pt>
                <c:pt idx="7004">
                  <c:v>12:54</c:v>
                </c:pt>
                <c:pt idx="7005">
                  <c:v>12:54</c:v>
                </c:pt>
                <c:pt idx="7006">
                  <c:v>12:54</c:v>
                </c:pt>
                <c:pt idx="7007">
                  <c:v>12:54</c:v>
                </c:pt>
                <c:pt idx="7008">
                  <c:v>12:54</c:v>
                </c:pt>
                <c:pt idx="7009">
                  <c:v>12:54</c:v>
                </c:pt>
                <c:pt idx="7010">
                  <c:v>12:54</c:v>
                </c:pt>
                <c:pt idx="7011">
                  <c:v>12:54</c:v>
                </c:pt>
                <c:pt idx="7012">
                  <c:v>12:54</c:v>
                </c:pt>
                <c:pt idx="7013">
                  <c:v>12:54</c:v>
                </c:pt>
                <c:pt idx="7014">
                  <c:v>12:54</c:v>
                </c:pt>
                <c:pt idx="7015">
                  <c:v>12:54</c:v>
                </c:pt>
                <c:pt idx="7016">
                  <c:v>12:54</c:v>
                </c:pt>
                <c:pt idx="7017">
                  <c:v>12:54</c:v>
                </c:pt>
                <c:pt idx="7018">
                  <c:v>12:54</c:v>
                </c:pt>
                <c:pt idx="7019">
                  <c:v>12:54</c:v>
                </c:pt>
                <c:pt idx="7020">
                  <c:v>12:55</c:v>
                </c:pt>
                <c:pt idx="7021">
                  <c:v>12:55</c:v>
                </c:pt>
                <c:pt idx="7022">
                  <c:v>12:55</c:v>
                </c:pt>
                <c:pt idx="7023">
                  <c:v>12:55</c:v>
                </c:pt>
                <c:pt idx="7024">
                  <c:v>12:55</c:v>
                </c:pt>
                <c:pt idx="7025">
                  <c:v>12:55</c:v>
                </c:pt>
                <c:pt idx="7026">
                  <c:v>12:55</c:v>
                </c:pt>
                <c:pt idx="7027">
                  <c:v>12:55</c:v>
                </c:pt>
                <c:pt idx="7028">
                  <c:v>12:55</c:v>
                </c:pt>
                <c:pt idx="7029">
                  <c:v>12:55</c:v>
                </c:pt>
                <c:pt idx="7030">
                  <c:v>12:55</c:v>
                </c:pt>
                <c:pt idx="7031">
                  <c:v>12:55</c:v>
                </c:pt>
                <c:pt idx="7032">
                  <c:v>12:55</c:v>
                </c:pt>
                <c:pt idx="7033">
                  <c:v>12:55</c:v>
                </c:pt>
                <c:pt idx="7034">
                  <c:v>12:55</c:v>
                </c:pt>
                <c:pt idx="7035">
                  <c:v>12:55</c:v>
                </c:pt>
                <c:pt idx="7036">
                  <c:v>12:55</c:v>
                </c:pt>
                <c:pt idx="7037">
                  <c:v>12:55</c:v>
                </c:pt>
                <c:pt idx="7038">
                  <c:v>12:55</c:v>
                </c:pt>
                <c:pt idx="7039">
                  <c:v>12:55</c:v>
                </c:pt>
                <c:pt idx="7040">
                  <c:v>12:55</c:v>
                </c:pt>
                <c:pt idx="7041">
                  <c:v>12:55</c:v>
                </c:pt>
                <c:pt idx="7042">
                  <c:v>12:55</c:v>
                </c:pt>
                <c:pt idx="7043">
                  <c:v>12:55</c:v>
                </c:pt>
                <c:pt idx="7044">
                  <c:v>12:55</c:v>
                </c:pt>
                <c:pt idx="7045">
                  <c:v>12:55</c:v>
                </c:pt>
                <c:pt idx="7046">
                  <c:v>12:55</c:v>
                </c:pt>
                <c:pt idx="7047">
                  <c:v>12:55</c:v>
                </c:pt>
                <c:pt idx="7048">
                  <c:v>12:55</c:v>
                </c:pt>
                <c:pt idx="7049">
                  <c:v>12:55</c:v>
                </c:pt>
                <c:pt idx="7050">
                  <c:v>12:56</c:v>
                </c:pt>
                <c:pt idx="7051">
                  <c:v>12:56</c:v>
                </c:pt>
                <c:pt idx="7052">
                  <c:v>12:56</c:v>
                </c:pt>
                <c:pt idx="7053">
                  <c:v>12:56</c:v>
                </c:pt>
                <c:pt idx="7054">
                  <c:v>12:56</c:v>
                </c:pt>
                <c:pt idx="7055">
                  <c:v>12:56</c:v>
                </c:pt>
                <c:pt idx="7056">
                  <c:v>12:56</c:v>
                </c:pt>
                <c:pt idx="7057">
                  <c:v>12:56</c:v>
                </c:pt>
                <c:pt idx="7058">
                  <c:v>12:56</c:v>
                </c:pt>
                <c:pt idx="7059">
                  <c:v>12:56</c:v>
                </c:pt>
                <c:pt idx="7060">
                  <c:v>12:56</c:v>
                </c:pt>
                <c:pt idx="7061">
                  <c:v>12:56</c:v>
                </c:pt>
                <c:pt idx="7062">
                  <c:v>12:56</c:v>
                </c:pt>
                <c:pt idx="7063">
                  <c:v>12:56</c:v>
                </c:pt>
                <c:pt idx="7064">
                  <c:v>12:56</c:v>
                </c:pt>
                <c:pt idx="7065">
                  <c:v>12:56</c:v>
                </c:pt>
                <c:pt idx="7066">
                  <c:v>12:56</c:v>
                </c:pt>
                <c:pt idx="7067">
                  <c:v>12:56</c:v>
                </c:pt>
                <c:pt idx="7068">
                  <c:v>12:56</c:v>
                </c:pt>
                <c:pt idx="7069">
                  <c:v>12:56</c:v>
                </c:pt>
                <c:pt idx="7070">
                  <c:v>12:56</c:v>
                </c:pt>
                <c:pt idx="7071">
                  <c:v>12:56</c:v>
                </c:pt>
                <c:pt idx="7072">
                  <c:v>12:56</c:v>
                </c:pt>
                <c:pt idx="7073">
                  <c:v>12:56</c:v>
                </c:pt>
                <c:pt idx="7074">
                  <c:v>12:56</c:v>
                </c:pt>
                <c:pt idx="7075">
                  <c:v>12:56</c:v>
                </c:pt>
                <c:pt idx="7076">
                  <c:v>12:56</c:v>
                </c:pt>
                <c:pt idx="7077">
                  <c:v>12:56</c:v>
                </c:pt>
                <c:pt idx="7078">
                  <c:v>12:56</c:v>
                </c:pt>
                <c:pt idx="7079">
                  <c:v>12:56</c:v>
                </c:pt>
                <c:pt idx="7080">
                  <c:v>12:57</c:v>
                </c:pt>
                <c:pt idx="7081">
                  <c:v>12:57</c:v>
                </c:pt>
                <c:pt idx="7082">
                  <c:v>12:57</c:v>
                </c:pt>
                <c:pt idx="7083">
                  <c:v>12:57</c:v>
                </c:pt>
                <c:pt idx="7084">
                  <c:v>12:57</c:v>
                </c:pt>
                <c:pt idx="7085">
                  <c:v>12:57</c:v>
                </c:pt>
                <c:pt idx="7086">
                  <c:v>12:57</c:v>
                </c:pt>
                <c:pt idx="7087">
                  <c:v>12:57</c:v>
                </c:pt>
                <c:pt idx="7088">
                  <c:v>12:57</c:v>
                </c:pt>
                <c:pt idx="7089">
                  <c:v>12:57</c:v>
                </c:pt>
                <c:pt idx="7090">
                  <c:v>12:57</c:v>
                </c:pt>
                <c:pt idx="7091">
                  <c:v>12:57</c:v>
                </c:pt>
                <c:pt idx="7092">
                  <c:v>12:57</c:v>
                </c:pt>
                <c:pt idx="7093">
                  <c:v>12:57</c:v>
                </c:pt>
                <c:pt idx="7094">
                  <c:v>12:57</c:v>
                </c:pt>
                <c:pt idx="7095">
                  <c:v>12:57</c:v>
                </c:pt>
                <c:pt idx="7096">
                  <c:v>12:57</c:v>
                </c:pt>
                <c:pt idx="7097">
                  <c:v>12:57</c:v>
                </c:pt>
                <c:pt idx="7098">
                  <c:v>12:57</c:v>
                </c:pt>
                <c:pt idx="7099">
                  <c:v>12:57</c:v>
                </c:pt>
                <c:pt idx="7100">
                  <c:v>12:57</c:v>
                </c:pt>
                <c:pt idx="7101">
                  <c:v>12:57</c:v>
                </c:pt>
                <c:pt idx="7102">
                  <c:v>12:57</c:v>
                </c:pt>
                <c:pt idx="7103">
                  <c:v>12:57</c:v>
                </c:pt>
                <c:pt idx="7104">
                  <c:v>12:57</c:v>
                </c:pt>
                <c:pt idx="7105">
                  <c:v>12:57</c:v>
                </c:pt>
                <c:pt idx="7106">
                  <c:v>12:57</c:v>
                </c:pt>
                <c:pt idx="7107">
                  <c:v>12:57</c:v>
                </c:pt>
                <c:pt idx="7108">
                  <c:v>12:57</c:v>
                </c:pt>
                <c:pt idx="7109">
                  <c:v>12:57</c:v>
                </c:pt>
                <c:pt idx="7110">
                  <c:v>12:58</c:v>
                </c:pt>
                <c:pt idx="7111">
                  <c:v>12:58</c:v>
                </c:pt>
                <c:pt idx="7112">
                  <c:v>12:58</c:v>
                </c:pt>
                <c:pt idx="7113">
                  <c:v>12:58</c:v>
                </c:pt>
                <c:pt idx="7114">
                  <c:v>12:58</c:v>
                </c:pt>
                <c:pt idx="7115">
                  <c:v>12:58</c:v>
                </c:pt>
                <c:pt idx="7116">
                  <c:v>12:58</c:v>
                </c:pt>
                <c:pt idx="7117">
                  <c:v>12:58</c:v>
                </c:pt>
                <c:pt idx="7118">
                  <c:v>12:58</c:v>
                </c:pt>
                <c:pt idx="7119">
                  <c:v>12:58</c:v>
                </c:pt>
                <c:pt idx="7120">
                  <c:v>12:58</c:v>
                </c:pt>
                <c:pt idx="7121">
                  <c:v>12:58</c:v>
                </c:pt>
                <c:pt idx="7122">
                  <c:v>12:58</c:v>
                </c:pt>
                <c:pt idx="7123">
                  <c:v>12:58</c:v>
                </c:pt>
                <c:pt idx="7124">
                  <c:v>12:58</c:v>
                </c:pt>
                <c:pt idx="7125">
                  <c:v>12:58</c:v>
                </c:pt>
                <c:pt idx="7126">
                  <c:v>12:58</c:v>
                </c:pt>
                <c:pt idx="7127">
                  <c:v>12:58</c:v>
                </c:pt>
                <c:pt idx="7128">
                  <c:v>12:58</c:v>
                </c:pt>
                <c:pt idx="7129">
                  <c:v>12:58</c:v>
                </c:pt>
                <c:pt idx="7130">
                  <c:v>12:58</c:v>
                </c:pt>
                <c:pt idx="7131">
                  <c:v>12:58</c:v>
                </c:pt>
                <c:pt idx="7132">
                  <c:v>12:58</c:v>
                </c:pt>
                <c:pt idx="7133">
                  <c:v>12:58</c:v>
                </c:pt>
                <c:pt idx="7134">
                  <c:v>12:58</c:v>
                </c:pt>
                <c:pt idx="7135">
                  <c:v>12:58</c:v>
                </c:pt>
                <c:pt idx="7136">
                  <c:v>12:58</c:v>
                </c:pt>
                <c:pt idx="7137">
                  <c:v>12:58</c:v>
                </c:pt>
                <c:pt idx="7138">
                  <c:v>12:58</c:v>
                </c:pt>
                <c:pt idx="7139">
                  <c:v>12:58</c:v>
                </c:pt>
                <c:pt idx="7140">
                  <c:v>12:59</c:v>
                </c:pt>
                <c:pt idx="7141">
                  <c:v>12:59</c:v>
                </c:pt>
                <c:pt idx="7142">
                  <c:v>12:59</c:v>
                </c:pt>
                <c:pt idx="7143">
                  <c:v>12:59</c:v>
                </c:pt>
                <c:pt idx="7144">
                  <c:v>12:59</c:v>
                </c:pt>
                <c:pt idx="7145">
                  <c:v>12:59</c:v>
                </c:pt>
                <c:pt idx="7146">
                  <c:v>12:59</c:v>
                </c:pt>
                <c:pt idx="7147">
                  <c:v>12:59</c:v>
                </c:pt>
                <c:pt idx="7148">
                  <c:v>12:59</c:v>
                </c:pt>
                <c:pt idx="7149">
                  <c:v>12:59</c:v>
                </c:pt>
                <c:pt idx="7150">
                  <c:v>12:59</c:v>
                </c:pt>
                <c:pt idx="7151">
                  <c:v>12:59</c:v>
                </c:pt>
                <c:pt idx="7152">
                  <c:v>12:59</c:v>
                </c:pt>
                <c:pt idx="7153">
                  <c:v>12:59</c:v>
                </c:pt>
                <c:pt idx="7154">
                  <c:v>12:59</c:v>
                </c:pt>
                <c:pt idx="7155">
                  <c:v>12:59</c:v>
                </c:pt>
                <c:pt idx="7156">
                  <c:v>12:59</c:v>
                </c:pt>
                <c:pt idx="7157">
                  <c:v>12:59</c:v>
                </c:pt>
                <c:pt idx="7158">
                  <c:v>12:59</c:v>
                </c:pt>
                <c:pt idx="7159">
                  <c:v>12:59</c:v>
                </c:pt>
                <c:pt idx="7160">
                  <c:v>12:59</c:v>
                </c:pt>
                <c:pt idx="7161">
                  <c:v>12:59</c:v>
                </c:pt>
                <c:pt idx="7162">
                  <c:v>12:59</c:v>
                </c:pt>
                <c:pt idx="7163">
                  <c:v>12:59</c:v>
                </c:pt>
                <c:pt idx="7164">
                  <c:v>12:59</c:v>
                </c:pt>
                <c:pt idx="7165">
                  <c:v>12:59</c:v>
                </c:pt>
                <c:pt idx="7166">
                  <c:v>12:59</c:v>
                </c:pt>
                <c:pt idx="7167">
                  <c:v>12:59</c:v>
                </c:pt>
                <c:pt idx="7168">
                  <c:v>12:59</c:v>
                </c:pt>
                <c:pt idx="7169">
                  <c:v>12:59</c:v>
                </c:pt>
                <c:pt idx="7170">
                  <c:v>13:00</c:v>
                </c:pt>
                <c:pt idx="7171">
                  <c:v>13:00</c:v>
                </c:pt>
                <c:pt idx="7172">
                  <c:v>13:00</c:v>
                </c:pt>
                <c:pt idx="7173">
                  <c:v>13:00</c:v>
                </c:pt>
                <c:pt idx="7174">
                  <c:v>13:00</c:v>
                </c:pt>
                <c:pt idx="7175">
                  <c:v>13:00</c:v>
                </c:pt>
                <c:pt idx="7176">
                  <c:v>13:00</c:v>
                </c:pt>
                <c:pt idx="7177">
                  <c:v>13:00</c:v>
                </c:pt>
                <c:pt idx="7178">
                  <c:v>13:00</c:v>
                </c:pt>
                <c:pt idx="7179">
                  <c:v>13:00</c:v>
                </c:pt>
                <c:pt idx="7180">
                  <c:v>13:00</c:v>
                </c:pt>
                <c:pt idx="7181">
                  <c:v>13:00</c:v>
                </c:pt>
                <c:pt idx="7182">
                  <c:v>13:00</c:v>
                </c:pt>
                <c:pt idx="7183">
                  <c:v>13:00</c:v>
                </c:pt>
                <c:pt idx="7184">
                  <c:v>13:00</c:v>
                </c:pt>
                <c:pt idx="7185">
                  <c:v>13:00</c:v>
                </c:pt>
                <c:pt idx="7186">
                  <c:v>13:00</c:v>
                </c:pt>
                <c:pt idx="7187">
                  <c:v>13:00</c:v>
                </c:pt>
                <c:pt idx="7188">
                  <c:v>13:00</c:v>
                </c:pt>
                <c:pt idx="7189">
                  <c:v>13:00</c:v>
                </c:pt>
                <c:pt idx="7190">
                  <c:v>13:00</c:v>
                </c:pt>
                <c:pt idx="7191">
                  <c:v>13:00</c:v>
                </c:pt>
                <c:pt idx="7192">
                  <c:v>13:00</c:v>
                </c:pt>
                <c:pt idx="7193">
                  <c:v>13:00</c:v>
                </c:pt>
                <c:pt idx="7194">
                  <c:v>13:00</c:v>
                </c:pt>
                <c:pt idx="7195">
                  <c:v>13:00</c:v>
                </c:pt>
                <c:pt idx="7196">
                  <c:v>13:00</c:v>
                </c:pt>
                <c:pt idx="7197">
                  <c:v>13:00</c:v>
                </c:pt>
                <c:pt idx="7198">
                  <c:v>13:00</c:v>
                </c:pt>
                <c:pt idx="7199">
                  <c:v>13:00</c:v>
                </c:pt>
                <c:pt idx="7200">
                  <c:v>13:01</c:v>
                </c:pt>
                <c:pt idx="7201">
                  <c:v>13:01</c:v>
                </c:pt>
                <c:pt idx="7202">
                  <c:v>13:01</c:v>
                </c:pt>
                <c:pt idx="7203">
                  <c:v>13:01</c:v>
                </c:pt>
                <c:pt idx="7204">
                  <c:v>13:01</c:v>
                </c:pt>
                <c:pt idx="7205">
                  <c:v>13:01</c:v>
                </c:pt>
                <c:pt idx="7206">
                  <c:v>13:01</c:v>
                </c:pt>
                <c:pt idx="7207">
                  <c:v>13:01</c:v>
                </c:pt>
                <c:pt idx="7208">
                  <c:v>13:01</c:v>
                </c:pt>
                <c:pt idx="7209">
                  <c:v>13:01</c:v>
                </c:pt>
                <c:pt idx="7210">
                  <c:v>13:01</c:v>
                </c:pt>
                <c:pt idx="7211">
                  <c:v>13:01</c:v>
                </c:pt>
                <c:pt idx="7212">
                  <c:v>13:01</c:v>
                </c:pt>
                <c:pt idx="7213">
                  <c:v>13:01</c:v>
                </c:pt>
                <c:pt idx="7214">
                  <c:v>13:01</c:v>
                </c:pt>
                <c:pt idx="7215">
                  <c:v>13:01</c:v>
                </c:pt>
                <c:pt idx="7216">
                  <c:v>13:01</c:v>
                </c:pt>
                <c:pt idx="7217">
                  <c:v>13:01</c:v>
                </c:pt>
                <c:pt idx="7218">
                  <c:v>13:01</c:v>
                </c:pt>
                <c:pt idx="7219">
                  <c:v>13:01</c:v>
                </c:pt>
                <c:pt idx="7220">
                  <c:v>13:01</c:v>
                </c:pt>
                <c:pt idx="7221">
                  <c:v>13:01</c:v>
                </c:pt>
                <c:pt idx="7222">
                  <c:v>13:01</c:v>
                </c:pt>
                <c:pt idx="7223">
                  <c:v>13:01</c:v>
                </c:pt>
                <c:pt idx="7224">
                  <c:v>13:01</c:v>
                </c:pt>
                <c:pt idx="7225">
                  <c:v>13:01</c:v>
                </c:pt>
                <c:pt idx="7226">
                  <c:v>13:01</c:v>
                </c:pt>
                <c:pt idx="7227">
                  <c:v>13:01</c:v>
                </c:pt>
                <c:pt idx="7228">
                  <c:v>13:01</c:v>
                </c:pt>
                <c:pt idx="7229">
                  <c:v>13:01</c:v>
                </c:pt>
                <c:pt idx="7230">
                  <c:v>13:02</c:v>
                </c:pt>
                <c:pt idx="7231">
                  <c:v>13:02</c:v>
                </c:pt>
                <c:pt idx="7232">
                  <c:v>13:02</c:v>
                </c:pt>
                <c:pt idx="7233">
                  <c:v>13:02</c:v>
                </c:pt>
                <c:pt idx="7234">
                  <c:v>13:02</c:v>
                </c:pt>
                <c:pt idx="7235">
                  <c:v>13:02</c:v>
                </c:pt>
                <c:pt idx="7236">
                  <c:v>13:02</c:v>
                </c:pt>
                <c:pt idx="7237">
                  <c:v>13:02</c:v>
                </c:pt>
                <c:pt idx="7238">
                  <c:v>13:02</c:v>
                </c:pt>
                <c:pt idx="7239">
                  <c:v>13:02</c:v>
                </c:pt>
                <c:pt idx="7240">
                  <c:v>13:02</c:v>
                </c:pt>
                <c:pt idx="7241">
                  <c:v>13:02</c:v>
                </c:pt>
                <c:pt idx="7242">
                  <c:v>13:02</c:v>
                </c:pt>
                <c:pt idx="7243">
                  <c:v>13:02</c:v>
                </c:pt>
                <c:pt idx="7244">
                  <c:v>13:02</c:v>
                </c:pt>
                <c:pt idx="7245">
                  <c:v>13:02</c:v>
                </c:pt>
                <c:pt idx="7246">
                  <c:v>13:02</c:v>
                </c:pt>
                <c:pt idx="7247">
                  <c:v>13:02</c:v>
                </c:pt>
                <c:pt idx="7248">
                  <c:v>13:02</c:v>
                </c:pt>
                <c:pt idx="7249">
                  <c:v>13:02</c:v>
                </c:pt>
                <c:pt idx="7250">
                  <c:v>13:02</c:v>
                </c:pt>
                <c:pt idx="7251">
                  <c:v>13:02</c:v>
                </c:pt>
                <c:pt idx="7252">
                  <c:v>13:02</c:v>
                </c:pt>
                <c:pt idx="7253">
                  <c:v>13:02</c:v>
                </c:pt>
                <c:pt idx="7254">
                  <c:v>13:02</c:v>
                </c:pt>
                <c:pt idx="7255">
                  <c:v>13:02</c:v>
                </c:pt>
                <c:pt idx="7256">
                  <c:v>13:02</c:v>
                </c:pt>
                <c:pt idx="7257">
                  <c:v>13:02</c:v>
                </c:pt>
                <c:pt idx="7258">
                  <c:v>13:02</c:v>
                </c:pt>
                <c:pt idx="7259">
                  <c:v>13:02</c:v>
                </c:pt>
                <c:pt idx="7260">
                  <c:v>13:03</c:v>
                </c:pt>
                <c:pt idx="7261">
                  <c:v>13:03</c:v>
                </c:pt>
                <c:pt idx="7262">
                  <c:v>13:03</c:v>
                </c:pt>
                <c:pt idx="7263">
                  <c:v>13:03</c:v>
                </c:pt>
                <c:pt idx="7264">
                  <c:v>13:03</c:v>
                </c:pt>
                <c:pt idx="7265">
                  <c:v>13:03</c:v>
                </c:pt>
                <c:pt idx="7266">
                  <c:v>13:03</c:v>
                </c:pt>
                <c:pt idx="7267">
                  <c:v>13:03</c:v>
                </c:pt>
                <c:pt idx="7268">
                  <c:v>13:03</c:v>
                </c:pt>
                <c:pt idx="7269">
                  <c:v>13:03</c:v>
                </c:pt>
                <c:pt idx="7270">
                  <c:v>13:03</c:v>
                </c:pt>
                <c:pt idx="7271">
                  <c:v>13:03</c:v>
                </c:pt>
                <c:pt idx="7272">
                  <c:v>13:03</c:v>
                </c:pt>
                <c:pt idx="7273">
                  <c:v>13:03</c:v>
                </c:pt>
                <c:pt idx="7274">
                  <c:v>13:03</c:v>
                </c:pt>
                <c:pt idx="7275">
                  <c:v>13:03</c:v>
                </c:pt>
                <c:pt idx="7276">
                  <c:v>13:03</c:v>
                </c:pt>
                <c:pt idx="7277">
                  <c:v>13:03</c:v>
                </c:pt>
                <c:pt idx="7278">
                  <c:v>13:03</c:v>
                </c:pt>
                <c:pt idx="7279">
                  <c:v>13:03</c:v>
                </c:pt>
                <c:pt idx="7280">
                  <c:v>13:03</c:v>
                </c:pt>
                <c:pt idx="7281">
                  <c:v>13:03</c:v>
                </c:pt>
                <c:pt idx="7282">
                  <c:v>13:03</c:v>
                </c:pt>
                <c:pt idx="7283">
                  <c:v>13:03</c:v>
                </c:pt>
                <c:pt idx="7284">
                  <c:v>13:03</c:v>
                </c:pt>
                <c:pt idx="7285">
                  <c:v>13:03</c:v>
                </c:pt>
                <c:pt idx="7286">
                  <c:v>13:03</c:v>
                </c:pt>
                <c:pt idx="7287">
                  <c:v>13:03</c:v>
                </c:pt>
                <c:pt idx="7288">
                  <c:v>13:03</c:v>
                </c:pt>
                <c:pt idx="7289">
                  <c:v>13:03</c:v>
                </c:pt>
                <c:pt idx="7290">
                  <c:v>13:04</c:v>
                </c:pt>
                <c:pt idx="7291">
                  <c:v>13:04</c:v>
                </c:pt>
                <c:pt idx="7292">
                  <c:v>13:04</c:v>
                </c:pt>
                <c:pt idx="7293">
                  <c:v>13:04</c:v>
                </c:pt>
                <c:pt idx="7294">
                  <c:v>13:04</c:v>
                </c:pt>
                <c:pt idx="7295">
                  <c:v>13:04</c:v>
                </c:pt>
                <c:pt idx="7296">
                  <c:v>13:04</c:v>
                </c:pt>
                <c:pt idx="7297">
                  <c:v>13:04</c:v>
                </c:pt>
                <c:pt idx="7298">
                  <c:v>13:04</c:v>
                </c:pt>
                <c:pt idx="7299">
                  <c:v>13:04</c:v>
                </c:pt>
                <c:pt idx="7300">
                  <c:v>13:04</c:v>
                </c:pt>
                <c:pt idx="7301">
                  <c:v>13:04</c:v>
                </c:pt>
                <c:pt idx="7302">
                  <c:v>13:04</c:v>
                </c:pt>
                <c:pt idx="7303">
                  <c:v>13:04</c:v>
                </c:pt>
                <c:pt idx="7304">
                  <c:v>13:04</c:v>
                </c:pt>
                <c:pt idx="7305">
                  <c:v>13:04</c:v>
                </c:pt>
                <c:pt idx="7306">
                  <c:v>13:04</c:v>
                </c:pt>
                <c:pt idx="7307">
                  <c:v>13:04</c:v>
                </c:pt>
                <c:pt idx="7308">
                  <c:v>13:04</c:v>
                </c:pt>
                <c:pt idx="7309">
                  <c:v>13:04</c:v>
                </c:pt>
                <c:pt idx="7310">
                  <c:v>13:04</c:v>
                </c:pt>
                <c:pt idx="7311">
                  <c:v>13:04</c:v>
                </c:pt>
                <c:pt idx="7312">
                  <c:v>13:04</c:v>
                </c:pt>
                <c:pt idx="7313">
                  <c:v>13:04</c:v>
                </c:pt>
                <c:pt idx="7314">
                  <c:v>13:04</c:v>
                </c:pt>
                <c:pt idx="7315">
                  <c:v>13:04</c:v>
                </c:pt>
                <c:pt idx="7316">
                  <c:v>13:04</c:v>
                </c:pt>
                <c:pt idx="7317">
                  <c:v>13:04</c:v>
                </c:pt>
                <c:pt idx="7318">
                  <c:v>13:04</c:v>
                </c:pt>
                <c:pt idx="7319">
                  <c:v>13:04</c:v>
                </c:pt>
                <c:pt idx="7320">
                  <c:v>13:05</c:v>
                </c:pt>
                <c:pt idx="7321">
                  <c:v>13:05</c:v>
                </c:pt>
                <c:pt idx="7322">
                  <c:v>13:05</c:v>
                </c:pt>
                <c:pt idx="7323">
                  <c:v>13:05</c:v>
                </c:pt>
                <c:pt idx="7324">
                  <c:v>13:05</c:v>
                </c:pt>
                <c:pt idx="7325">
                  <c:v>13:05</c:v>
                </c:pt>
                <c:pt idx="7326">
                  <c:v>13:05</c:v>
                </c:pt>
                <c:pt idx="7327">
                  <c:v>13:05</c:v>
                </c:pt>
                <c:pt idx="7328">
                  <c:v>13:05</c:v>
                </c:pt>
                <c:pt idx="7329">
                  <c:v>13:05</c:v>
                </c:pt>
                <c:pt idx="7330">
                  <c:v>13:05</c:v>
                </c:pt>
                <c:pt idx="7331">
                  <c:v>13:05</c:v>
                </c:pt>
                <c:pt idx="7332">
                  <c:v>13:05</c:v>
                </c:pt>
                <c:pt idx="7333">
                  <c:v>13:05</c:v>
                </c:pt>
                <c:pt idx="7334">
                  <c:v>13:05</c:v>
                </c:pt>
                <c:pt idx="7335">
                  <c:v>13:05</c:v>
                </c:pt>
                <c:pt idx="7336">
                  <c:v>13:05</c:v>
                </c:pt>
                <c:pt idx="7337">
                  <c:v>13:05</c:v>
                </c:pt>
                <c:pt idx="7338">
                  <c:v>13:05</c:v>
                </c:pt>
                <c:pt idx="7339">
                  <c:v>13:05</c:v>
                </c:pt>
                <c:pt idx="7340">
                  <c:v>13:05</c:v>
                </c:pt>
                <c:pt idx="7341">
                  <c:v>13:05</c:v>
                </c:pt>
                <c:pt idx="7342">
                  <c:v>13:05</c:v>
                </c:pt>
                <c:pt idx="7343">
                  <c:v>13:05</c:v>
                </c:pt>
                <c:pt idx="7344">
                  <c:v>13:05</c:v>
                </c:pt>
                <c:pt idx="7345">
                  <c:v>13:05</c:v>
                </c:pt>
                <c:pt idx="7346">
                  <c:v>13:05</c:v>
                </c:pt>
                <c:pt idx="7347">
                  <c:v>13:05</c:v>
                </c:pt>
                <c:pt idx="7348">
                  <c:v>13:05</c:v>
                </c:pt>
                <c:pt idx="7349">
                  <c:v>13:05</c:v>
                </c:pt>
                <c:pt idx="7350">
                  <c:v>13:06</c:v>
                </c:pt>
                <c:pt idx="7351">
                  <c:v>13:06</c:v>
                </c:pt>
                <c:pt idx="7352">
                  <c:v>13:06</c:v>
                </c:pt>
                <c:pt idx="7353">
                  <c:v>13:06</c:v>
                </c:pt>
                <c:pt idx="7354">
                  <c:v>13:06</c:v>
                </c:pt>
                <c:pt idx="7355">
                  <c:v>13:06</c:v>
                </c:pt>
                <c:pt idx="7356">
                  <c:v>13:06</c:v>
                </c:pt>
                <c:pt idx="7357">
                  <c:v>13:06</c:v>
                </c:pt>
                <c:pt idx="7358">
                  <c:v>13:06</c:v>
                </c:pt>
                <c:pt idx="7359">
                  <c:v>13:06</c:v>
                </c:pt>
                <c:pt idx="7360">
                  <c:v>13:06</c:v>
                </c:pt>
                <c:pt idx="7361">
                  <c:v>13:06</c:v>
                </c:pt>
                <c:pt idx="7362">
                  <c:v>13:06</c:v>
                </c:pt>
                <c:pt idx="7363">
                  <c:v>13:06</c:v>
                </c:pt>
                <c:pt idx="7364">
                  <c:v>13:06</c:v>
                </c:pt>
                <c:pt idx="7365">
                  <c:v>13:06</c:v>
                </c:pt>
                <c:pt idx="7366">
                  <c:v>13:06</c:v>
                </c:pt>
                <c:pt idx="7367">
                  <c:v>13:06</c:v>
                </c:pt>
                <c:pt idx="7368">
                  <c:v>13:06</c:v>
                </c:pt>
                <c:pt idx="7369">
                  <c:v>13:06</c:v>
                </c:pt>
                <c:pt idx="7370">
                  <c:v>13:06</c:v>
                </c:pt>
                <c:pt idx="7371">
                  <c:v>13:06</c:v>
                </c:pt>
                <c:pt idx="7372">
                  <c:v>13:06</c:v>
                </c:pt>
                <c:pt idx="7373">
                  <c:v>13:06</c:v>
                </c:pt>
                <c:pt idx="7374">
                  <c:v>13:06</c:v>
                </c:pt>
                <c:pt idx="7375">
                  <c:v>13:06</c:v>
                </c:pt>
                <c:pt idx="7376">
                  <c:v>13:06</c:v>
                </c:pt>
                <c:pt idx="7377">
                  <c:v>13:06</c:v>
                </c:pt>
                <c:pt idx="7378">
                  <c:v>13:06</c:v>
                </c:pt>
                <c:pt idx="7379">
                  <c:v>13:06</c:v>
                </c:pt>
                <c:pt idx="7380">
                  <c:v>13:07</c:v>
                </c:pt>
                <c:pt idx="7381">
                  <c:v>13:07</c:v>
                </c:pt>
                <c:pt idx="7382">
                  <c:v>13:07</c:v>
                </c:pt>
                <c:pt idx="7383">
                  <c:v>13:07</c:v>
                </c:pt>
                <c:pt idx="7384">
                  <c:v>13:07</c:v>
                </c:pt>
                <c:pt idx="7385">
                  <c:v>13:07</c:v>
                </c:pt>
                <c:pt idx="7386">
                  <c:v>13:07</c:v>
                </c:pt>
                <c:pt idx="7387">
                  <c:v>13:07</c:v>
                </c:pt>
                <c:pt idx="7388">
                  <c:v>13:07</c:v>
                </c:pt>
                <c:pt idx="7389">
                  <c:v>13:07</c:v>
                </c:pt>
                <c:pt idx="7390">
                  <c:v>13:07</c:v>
                </c:pt>
                <c:pt idx="7391">
                  <c:v>13:07</c:v>
                </c:pt>
                <c:pt idx="7392">
                  <c:v>13:07</c:v>
                </c:pt>
                <c:pt idx="7393">
                  <c:v>13:07</c:v>
                </c:pt>
                <c:pt idx="7394">
                  <c:v>13:07</c:v>
                </c:pt>
                <c:pt idx="7395">
                  <c:v>13:07</c:v>
                </c:pt>
                <c:pt idx="7396">
                  <c:v>13:07</c:v>
                </c:pt>
                <c:pt idx="7397">
                  <c:v>13:07</c:v>
                </c:pt>
                <c:pt idx="7398">
                  <c:v>13:07</c:v>
                </c:pt>
                <c:pt idx="7399">
                  <c:v>13:07</c:v>
                </c:pt>
                <c:pt idx="7400">
                  <c:v>13:07</c:v>
                </c:pt>
                <c:pt idx="7401">
                  <c:v>13:07</c:v>
                </c:pt>
                <c:pt idx="7402">
                  <c:v>13:07</c:v>
                </c:pt>
                <c:pt idx="7403">
                  <c:v>13:07</c:v>
                </c:pt>
                <c:pt idx="7404">
                  <c:v>13:07</c:v>
                </c:pt>
                <c:pt idx="7405">
                  <c:v>13:07</c:v>
                </c:pt>
                <c:pt idx="7406">
                  <c:v>13:07</c:v>
                </c:pt>
                <c:pt idx="7407">
                  <c:v>13:07</c:v>
                </c:pt>
                <c:pt idx="7408">
                  <c:v>13:07</c:v>
                </c:pt>
                <c:pt idx="7409">
                  <c:v>13:07</c:v>
                </c:pt>
                <c:pt idx="7410">
                  <c:v>13:08</c:v>
                </c:pt>
                <c:pt idx="7411">
                  <c:v>13:08</c:v>
                </c:pt>
                <c:pt idx="7412">
                  <c:v>13:08</c:v>
                </c:pt>
                <c:pt idx="7413">
                  <c:v>13:08</c:v>
                </c:pt>
                <c:pt idx="7414">
                  <c:v>13:08</c:v>
                </c:pt>
                <c:pt idx="7415">
                  <c:v>13:08</c:v>
                </c:pt>
                <c:pt idx="7416">
                  <c:v>13:08</c:v>
                </c:pt>
                <c:pt idx="7417">
                  <c:v>13:08</c:v>
                </c:pt>
                <c:pt idx="7418">
                  <c:v>13:08</c:v>
                </c:pt>
                <c:pt idx="7419">
                  <c:v>13:08</c:v>
                </c:pt>
                <c:pt idx="7420">
                  <c:v>13:08</c:v>
                </c:pt>
                <c:pt idx="7421">
                  <c:v>13:08</c:v>
                </c:pt>
                <c:pt idx="7422">
                  <c:v>13:08</c:v>
                </c:pt>
                <c:pt idx="7423">
                  <c:v>13:08</c:v>
                </c:pt>
                <c:pt idx="7424">
                  <c:v>13:08</c:v>
                </c:pt>
                <c:pt idx="7425">
                  <c:v>13:08</c:v>
                </c:pt>
                <c:pt idx="7426">
                  <c:v>13:08</c:v>
                </c:pt>
                <c:pt idx="7427">
                  <c:v>13:08</c:v>
                </c:pt>
                <c:pt idx="7428">
                  <c:v>13:08</c:v>
                </c:pt>
                <c:pt idx="7429">
                  <c:v>13:08</c:v>
                </c:pt>
                <c:pt idx="7430">
                  <c:v>13:08</c:v>
                </c:pt>
                <c:pt idx="7431">
                  <c:v>13:08</c:v>
                </c:pt>
                <c:pt idx="7432">
                  <c:v>13:08</c:v>
                </c:pt>
                <c:pt idx="7433">
                  <c:v>13:08</c:v>
                </c:pt>
                <c:pt idx="7434">
                  <c:v>13:08</c:v>
                </c:pt>
                <c:pt idx="7435">
                  <c:v>13:08</c:v>
                </c:pt>
                <c:pt idx="7436">
                  <c:v>13:08</c:v>
                </c:pt>
                <c:pt idx="7437">
                  <c:v>13:08</c:v>
                </c:pt>
                <c:pt idx="7438">
                  <c:v>13:08</c:v>
                </c:pt>
                <c:pt idx="7439">
                  <c:v>13:08</c:v>
                </c:pt>
                <c:pt idx="7440">
                  <c:v>13:09</c:v>
                </c:pt>
                <c:pt idx="7441">
                  <c:v>13:09</c:v>
                </c:pt>
                <c:pt idx="7442">
                  <c:v>13:09</c:v>
                </c:pt>
                <c:pt idx="7443">
                  <c:v>13:09</c:v>
                </c:pt>
                <c:pt idx="7444">
                  <c:v>13:09</c:v>
                </c:pt>
                <c:pt idx="7445">
                  <c:v>13:09</c:v>
                </c:pt>
                <c:pt idx="7446">
                  <c:v>13:09</c:v>
                </c:pt>
                <c:pt idx="7447">
                  <c:v>13:09</c:v>
                </c:pt>
                <c:pt idx="7448">
                  <c:v>13:09</c:v>
                </c:pt>
                <c:pt idx="7449">
                  <c:v>13:09</c:v>
                </c:pt>
                <c:pt idx="7450">
                  <c:v>13:09</c:v>
                </c:pt>
                <c:pt idx="7451">
                  <c:v>13:09</c:v>
                </c:pt>
                <c:pt idx="7452">
                  <c:v>13:09</c:v>
                </c:pt>
                <c:pt idx="7453">
                  <c:v>13:09</c:v>
                </c:pt>
                <c:pt idx="7454">
                  <c:v>13:09</c:v>
                </c:pt>
                <c:pt idx="7455">
                  <c:v>13:09</c:v>
                </c:pt>
                <c:pt idx="7456">
                  <c:v>13:09</c:v>
                </c:pt>
                <c:pt idx="7457">
                  <c:v>13:09</c:v>
                </c:pt>
                <c:pt idx="7458">
                  <c:v>13:09</c:v>
                </c:pt>
                <c:pt idx="7459">
                  <c:v>13:09</c:v>
                </c:pt>
                <c:pt idx="7460">
                  <c:v>13:09</c:v>
                </c:pt>
                <c:pt idx="7461">
                  <c:v>13:09</c:v>
                </c:pt>
                <c:pt idx="7462">
                  <c:v>13:09</c:v>
                </c:pt>
                <c:pt idx="7463">
                  <c:v>13:09</c:v>
                </c:pt>
                <c:pt idx="7464">
                  <c:v>13:09</c:v>
                </c:pt>
                <c:pt idx="7465">
                  <c:v>13:09</c:v>
                </c:pt>
                <c:pt idx="7466">
                  <c:v>13:09</c:v>
                </c:pt>
                <c:pt idx="7467">
                  <c:v>13:09</c:v>
                </c:pt>
                <c:pt idx="7468">
                  <c:v>13:09</c:v>
                </c:pt>
                <c:pt idx="7469">
                  <c:v>13:09</c:v>
                </c:pt>
                <c:pt idx="7470">
                  <c:v>13:10</c:v>
                </c:pt>
                <c:pt idx="7471">
                  <c:v>13:10</c:v>
                </c:pt>
                <c:pt idx="7472">
                  <c:v>13:10</c:v>
                </c:pt>
                <c:pt idx="7473">
                  <c:v>13:10</c:v>
                </c:pt>
                <c:pt idx="7474">
                  <c:v>13:10</c:v>
                </c:pt>
                <c:pt idx="7475">
                  <c:v>13:10</c:v>
                </c:pt>
                <c:pt idx="7476">
                  <c:v>13:10</c:v>
                </c:pt>
                <c:pt idx="7477">
                  <c:v>13:10</c:v>
                </c:pt>
                <c:pt idx="7478">
                  <c:v>13:10</c:v>
                </c:pt>
                <c:pt idx="7479">
                  <c:v>13:10</c:v>
                </c:pt>
                <c:pt idx="7480">
                  <c:v>13:10</c:v>
                </c:pt>
                <c:pt idx="7481">
                  <c:v>13:10</c:v>
                </c:pt>
                <c:pt idx="7482">
                  <c:v>13:10</c:v>
                </c:pt>
                <c:pt idx="7483">
                  <c:v>13:10</c:v>
                </c:pt>
                <c:pt idx="7484">
                  <c:v>13:10</c:v>
                </c:pt>
                <c:pt idx="7485">
                  <c:v>13:10</c:v>
                </c:pt>
                <c:pt idx="7486">
                  <c:v>13:10</c:v>
                </c:pt>
                <c:pt idx="7487">
                  <c:v>13:10</c:v>
                </c:pt>
                <c:pt idx="7488">
                  <c:v>13:10</c:v>
                </c:pt>
                <c:pt idx="7489">
                  <c:v>13:10</c:v>
                </c:pt>
                <c:pt idx="7490">
                  <c:v>13:10</c:v>
                </c:pt>
                <c:pt idx="7491">
                  <c:v>13:10</c:v>
                </c:pt>
                <c:pt idx="7492">
                  <c:v>13:10</c:v>
                </c:pt>
                <c:pt idx="7493">
                  <c:v>13:10</c:v>
                </c:pt>
                <c:pt idx="7494">
                  <c:v>13:10</c:v>
                </c:pt>
                <c:pt idx="7495">
                  <c:v>13:10</c:v>
                </c:pt>
                <c:pt idx="7496">
                  <c:v>13:10</c:v>
                </c:pt>
                <c:pt idx="7497">
                  <c:v>13:10</c:v>
                </c:pt>
                <c:pt idx="7498">
                  <c:v>13:10</c:v>
                </c:pt>
                <c:pt idx="7499">
                  <c:v>13:10</c:v>
                </c:pt>
                <c:pt idx="7500">
                  <c:v>13:11</c:v>
                </c:pt>
                <c:pt idx="7501">
                  <c:v>13:11</c:v>
                </c:pt>
                <c:pt idx="7502">
                  <c:v>13:11</c:v>
                </c:pt>
                <c:pt idx="7503">
                  <c:v>13:11</c:v>
                </c:pt>
                <c:pt idx="7504">
                  <c:v>13:11</c:v>
                </c:pt>
                <c:pt idx="7505">
                  <c:v>13:11</c:v>
                </c:pt>
                <c:pt idx="7506">
                  <c:v>13:11</c:v>
                </c:pt>
                <c:pt idx="7507">
                  <c:v>13:11</c:v>
                </c:pt>
                <c:pt idx="7508">
                  <c:v>13:11</c:v>
                </c:pt>
                <c:pt idx="7509">
                  <c:v>13:11</c:v>
                </c:pt>
                <c:pt idx="7510">
                  <c:v>13:11</c:v>
                </c:pt>
                <c:pt idx="7511">
                  <c:v>13:11</c:v>
                </c:pt>
                <c:pt idx="7512">
                  <c:v>13:11</c:v>
                </c:pt>
                <c:pt idx="7513">
                  <c:v>13:11</c:v>
                </c:pt>
                <c:pt idx="7514">
                  <c:v>13:11</c:v>
                </c:pt>
                <c:pt idx="7515">
                  <c:v>13:11</c:v>
                </c:pt>
                <c:pt idx="7516">
                  <c:v>13:11</c:v>
                </c:pt>
                <c:pt idx="7517">
                  <c:v>13:11</c:v>
                </c:pt>
                <c:pt idx="7518">
                  <c:v>13:11</c:v>
                </c:pt>
                <c:pt idx="7519">
                  <c:v>13:11</c:v>
                </c:pt>
                <c:pt idx="7520">
                  <c:v>13:11</c:v>
                </c:pt>
                <c:pt idx="7521">
                  <c:v>13:11</c:v>
                </c:pt>
                <c:pt idx="7522">
                  <c:v>13:11</c:v>
                </c:pt>
                <c:pt idx="7523">
                  <c:v>13:11</c:v>
                </c:pt>
                <c:pt idx="7524">
                  <c:v>13:11</c:v>
                </c:pt>
                <c:pt idx="7525">
                  <c:v>13:11</c:v>
                </c:pt>
                <c:pt idx="7526">
                  <c:v>13:11</c:v>
                </c:pt>
                <c:pt idx="7527">
                  <c:v>13:11</c:v>
                </c:pt>
                <c:pt idx="7528">
                  <c:v>13:11</c:v>
                </c:pt>
                <c:pt idx="7529">
                  <c:v>13:11</c:v>
                </c:pt>
                <c:pt idx="7530">
                  <c:v>13:12</c:v>
                </c:pt>
                <c:pt idx="7531">
                  <c:v>13:12</c:v>
                </c:pt>
                <c:pt idx="7532">
                  <c:v>13:12</c:v>
                </c:pt>
                <c:pt idx="7533">
                  <c:v>13:12</c:v>
                </c:pt>
                <c:pt idx="7534">
                  <c:v>13:12</c:v>
                </c:pt>
                <c:pt idx="7535">
                  <c:v>13:12</c:v>
                </c:pt>
                <c:pt idx="7536">
                  <c:v>13:12</c:v>
                </c:pt>
                <c:pt idx="7537">
                  <c:v>13:12</c:v>
                </c:pt>
                <c:pt idx="7538">
                  <c:v>13:12</c:v>
                </c:pt>
                <c:pt idx="7539">
                  <c:v>13:12</c:v>
                </c:pt>
                <c:pt idx="7540">
                  <c:v>13:12</c:v>
                </c:pt>
                <c:pt idx="7541">
                  <c:v>13:12</c:v>
                </c:pt>
                <c:pt idx="7542">
                  <c:v>13:12</c:v>
                </c:pt>
                <c:pt idx="7543">
                  <c:v>13:12</c:v>
                </c:pt>
                <c:pt idx="7544">
                  <c:v>13:12</c:v>
                </c:pt>
                <c:pt idx="7545">
                  <c:v>13:12</c:v>
                </c:pt>
                <c:pt idx="7546">
                  <c:v>13:12</c:v>
                </c:pt>
                <c:pt idx="7547">
                  <c:v>13:12</c:v>
                </c:pt>
                <c:pt idx="7548">
                  <c:v>13:12</c:v>
                </c:pt>
                <c:pt idx="7549">
                  <c:v>13:12</c:v>
                </c:pt>
                <c:pt idx="7550">
                  <c:v>13:12</c:v>
                </c:pt>
                <c:pt idx="7551">
                  <c:v>13:12</c:v>
                </c:pt>
                <c:pt idx="7552">
                  <c:v>13:12</c:v>
                </c:pt>
                <c:pt idx="7553">
                  <c:v>13:12</c:v>
                </c:pt>
                <c:pt idx="7554">
                  <c:v>13:12</c:v>
                </c:pt>
                <c:pt idx="7555">
                  <c:v>13:12</c:v>
                </c:pt>
                <c:pt idx="7556">
                  <c:v>13:12</c:v>
                </c:pt>
                <c:pt idx="7557">
                  <c:v>13:12</c:v>
                </c:pt>
                <c:pt idx="7558">
                  <c:v>13:12</c:v>
                </c:pt>
                <c:pt idx="7559">
                  <c:v>13:12</c:v>
                </c:pt>
                <c:pt idx="7560">
                  <c:v>13:13</c:v>
                </c:pt>
                <c:pt idx="7561">
                  <c:v>13:13</c:v>
                </c:pt>
                <c:pt idx="7562">
                  <c:v>13:13</c:v>
                </c:pt>
                <c:pt idx="7563">
                  <c:v>13:13</c:v>
                </c:pt>
                <c:pt idx="7564">
                  <c:v>13:13</c:v>
                </c:pt>
                <c:pt idx="7565">
                  <c:v>13:13</c:v>
                </c:pt>
                <c:pt idx="7566">
                  <c:v>13:13</c:v>
                </c:pt>
                <c:pt idx="7567">
                  <c:v>13:13</c:v>
                </c:pt>
                <c:pt idx="7568">
                  <c:v>13:13</c:v>
                </c:pt>
                <c:pt idx="7569">
                  <c:v>13:13</c:v>
                </c:pt>
                <c:pt idx="7570">
                  <c:v>13:13</c:v>
                </c:pt>
                <c:pt idx="7571">
                  <c:v>13:13</c:v>
                </c:pt>
                <c:pt idx="7572">
                  <c:v>13:13</c:v>
                </c:pt>
                <c:pt idx="7573">
                  <c:v>13:13</c:v>
                </c:pt>
                <c:pt idx="7574">
                  <c:v>13:13</c:v>
                </c:pt>
                <c:pt idx="7575">
                  <c:v>13:13</c:v>
                </c:pt>
                <c:pt idx="7576">
                  <c:v>13:13</c:v>
                </c:pt>
                <c:pt idx="7577">
                  <c:v>13:13</c:v>
                </c:pt>
                <c:pt idx="7578">
                  <c:v>13:13</c:v>
                </c:pt>
                <c:pt idx="7579">
                  <c:v>13:13</c:v>
                </c:pt>
                <c:pt idx="7580">
                  <c:v>13:13</c:v>
                </c:pt>
                <c:pt idx="7581">
                  <c:v>13:13</c:v>
                </c:pt>
                <c:pt idx="7582">
                  <c:v>13:13</c:v>
                </c:pt>
                <c:pt idx="7583">
                  <c:v>13:13</c:v>
                </c:pt>
                <c:pt idx="7584">
                  <c:v>13:13</c:v>
                </c:pt>
                <c:pt idx="7585">
                  <c:v>13:13</c:v>
                </c:pt>
                <c:pt idx="7586">
                  <c:v>13:13</c:v>
                </c:pt>
                <c:pt idx="7587">
                  <c:v>13:13</c:v>
                </c:pt>
                <c:pt idx="7588">
                  <c:v>13:13</c:v>
                </c:pt>
                <c:pt idx="7589">
                  <c:v>13:13</c:v>
                </c:pt>
                <c:pt idx="7590">
                  <c:v>13:14</c:v>
                </c:pt>
                <c:pt idx="7591">
                  <c:v>13:14</c:v>
                </c:pt>
                <c:pt idx="7592">
                  <c:v>13:14</c:v>
                </c:pt>
                <c:pt idx="7593">
                  <c:v>13:14</c:v>
                </c:pt>
                <c:pt idx="7594">
                  <c:v>13:14</c:v>
                </c:pt>
                <c:pt idx="7595">
                  <c:v>13:14</c:v>
                </c:pt>
                <c:pt idx="7596">
                  <c:v>13:14</c:v>
                </c:pt>
                <c:pt idx="7597">
                  <c:v>13:14</c:v>
                </c:pt>
                <c:pt idx="7598">
                  <c:v>13:14</c:v>
                </c:pt>
                <c:pt idx="7599">
                  <c:v>13:14</c:v>
                </c:pt>
                <c:pt idx="7600">
                  <c:v>13:14</c:v>
                </c:pt>
                <c:pt idx="7601">
                  <c:v>13:14</c:v>
                </c:pt>
                <c:pt idx="7602">
                  <c:v>13:14</c:v>
                </c:pt>
                <c:pt idx="7603">
                  <c:v>13:14</c:v>
                </c:pt>
                <c:pt idx="7604">
                  <c:v>13:14</c:v>
                </c:pt>
                <c:pt idx="7605">
                  <c:v>13:14</c:v>
                </c:pt>
                <c:pt idx="7606">
                  <c:v>13:14</c:v>
                </c:pt>
                <c:pt idx="7607">
                  <c:v>13:14</c:v>
                </c:pt>
                <c:pt idx="7608">
                  <c:v>13:14</c:v>
                </c:pt>
                <c:pt idx="7609">
                  <c:v>13:14</c:v>
                </c:pt>
                <c:pt idx="7610">
                  <c:v>13:14</c:v>
                </c:pt>
                <c:pt idx="7611">
                  <c:v>13:14</c:v>
                </c:pt>
                <c:pt idx="7612">
                  <c:v>13:14</c:v>
                </c:pt>
                <c:pt idx="7613">
                  <c:v>13:14</c:v>
                </c:pt>
                <c:pt idx="7614">
                  <c:v>13:14</c:v>
                </c:pt>
                <c:pt idx="7615">
                  <c:v>13:14</c:v>
                </c:pt>
                <c:pt idx="7616">
                  <c:v>13:14</c:v>
                </c:pt>
                <c:pt idx="7617">
                  <c:v>13:14</c:v>
                </c:pt>
                <c:pt idx="7618">
                  <c:v>13:14</c:v>
                </c:pt>
                <c:pt idx="7619">
                  <c:v>13:14</c:v>
                </c:pt>
                <c:pt idx="7620">
                  <c:v>13:15</c:v>
                </c:pt>
                <c:pt idx="7621">
                  <c:v>13:15</c:v>
                </c:pt>
                <c:pt idx="7622">
                  <c:v>13:15</c:v>
                </c:pt>
                <c:pt idx="7623">
                  <c:v>13:15</c:v>
                </c:pt>
                <c:pt idx="7624">
                  <c:v>13:15</c:v>
                </c:pt>
                <c:pt idx="7625">
                  <c:v>13:15</c:v>
                </c:pt>
                <c:pt idx="7626">
                  <c:v>13:15</c:v>
                </c:pt>
                <c:pt idx="7627">
                  <c:v>13:15</c:v>
                </c:pt>
                <c:pt idx="7628">
                  <c:v>13:15</c:v>
                </c:pt>
                <c:pt idx="7629">
                  <c:v>13:15</c:v>
                </c:pt>
                <c:pt idx="7630">
                  <c:v>13:15</c:v>
                </c:pt>
                <c:pt idx="7631">
                  <c:v>13:15</c:v>
                </c:pt>
                <c:pt idx="7632">
                  <c:v>13:15</c:v>
                </c:pt>
                <c:pt idx="7633">
                  <c:v>13:15</c:v>
                </c:pt>
                <c:pt idx="7634">
                  <c:v>13:15</c:v>
                </c:pt>
                <c:pt idx="7635">
                  <c:v>13:15</c:v>
                </c:pt>
                <c:pt idx="7636">
                  <c:v>13:15</c:v>
                </c:pt>
                <c:pt idx="7637">
                  <c:v>13:15</c:v>
                </c:pt>
                <c:pt idx="7638">
                  <c:v>13:15</c:v>
                </c:pt>
                <c:pt idx="7639">
                  <c:v>13:15</c:v>
                </c:pt>
                <c:pt idx="7640">
                  <c:v>13:15</c:v>
                </c:pt>
                <c:pt idx="7641">
                  <c:v>13:15</c:v>
                </c:pt>
                <c:pt idx="7642">
                  <c:v>13:15</c:v>
                </c:pt>
                <c:pt idx="7643">
                  <c:v>13:15</c:v>
                </c:pt>
                <c:pt idx="7644">
                  <c:v>13:15</c:v>
                </c:pt>
                <c:pt idx="7645">
                  <c:v>13:15</c:v>
                </c:pt>
                <c:pt idx="7646">
                  <c:v>13:15</c:v>
                </c:pt>
                <c:pt idx="7647">
                  <c:v>13:15</c:v>
                </c:pt>
                <c:pt idx="7648">
                  <c:v>13:15</c:v>
                </c:pt>
                <c:pt idx="7649">
                  <c:v>13:15</c:v>
                </c:pt>
                <c:pt idx="7650">
                  <c:v>13:16</c:v>
                </c:pt>
                <c:pt idx="7651">
                  <c:v>13:16</c:v>
                </c:pt>
                <c:pt idx="7652">
                  <c:v>13:16</c:v>
                </c:pt>
                <c:pt idx="7653">
                  <c:v>13:16</c:v>
                </c:pt>
                <c:pt idx="7654">
                  <c:v>13:16</c:v>
                </c:pt>
                <c:pt idx="7655">
                  <c:v>13:16</c:v>
                </c:pt>
                <c:pt idx="7656">
                  <c:v>13:16</c:v>
                </c:pt>
                <c:pt idx="7657">
                  <c:v>13:16</c:v>
                </c:pt>
                <c:pt idx="7658">
                  <c:v>13:16</c:v>
                </c:pt>
                <c:pt idx="7659">
                  <c:v>13:16</c:v>
                </c:pt>
                <c:pt idx="7660">
                  <c:v>13:16</c:v>
                </c:pt>
                <c:pt idx="7661">
                  <c:v>13:16</c:v>
                </c:pt>
                <c:pt idx="7662">
                  <c:v>13:16</c:v>
                </c:pt>
                <c:pt idx="7663">
                  <c:v>13:16</c:v>
                </c:pt>
                <c:pt idx="7664">
                  <c:v>13:16</c:v>
                </c:pt>
                <c:pt idx="7665">
                  <c:v>13:16</c:v>
                </c:pt>
                <c:pt idx="7666">
                  <c:v>13:16</c:v>
                </c:pt>
                <c:pt idx="7667">
                  <c:v>13:16</c:v>
                </c:pt>
                <c:pt idx="7668">
                  <c:v>13:16</c:v>
                </c:pt>
                <c:pt idx="7669">
                  <c:v>13:16</c:v>
                </c:pt>
                <c:pt idx="7670">
                  <c:v>13:16</c:v>
                </c:pt>
                <c:pt idx="7671">
                  <c:v>13:16</c:v>
                </c:pt>
                <c:pt idx="7672">
                  <c:v>13:16</c:v>
                </c:pt>
                <c:pt idx="7673">
                  <c:v>13:16</c:v>
                </c:pt>
                <c:pt idx="7674">
                  <c:v>13:16</c:v>
                </c:pt>
                <c:pt idx="7675">
                  <c:v>13:16</c:v>
                </c:pt>
                <c:pt idx="7676">
                  <c:v>13:16</c:v>
                </c:pt>
                <c:pt idx="7677">
                  <c:v>13:16</c:v>
                </c:pt>
                <c:pt idx="7678">
                  <c:v>13:16</c:v>
                </c:pt>
                <c:pt idx="7679">
                  <c:v>13:16</c:v>
                </c:pt>
                <c:pt idx="7680">
                  <c:v>13:17</c:v>
                </c:pt>
                <c:pt idx="7681">
                  <c:v>13:17</c:v>
                </c:pt>
                <c:pt idx="7682">
                  <c:v>13:17</c:v>
                </c:pt>
                <c:pt idx="7683">
                  <c:v>13:17</c:v>
                </c:pt>
                <c:pt idx="7684">
                  <c:v>13:17</c:v>
                </c:pt>
                <c:pt idx="7685">
                  <c:v>13:17</c:v>
                </c:pt>
                <c:pt idx="7686">
                  <c:v>13:17</c:v>
                </c:pt>
                <c:pt idx="7687">
                  <c:v>13:17</c:v>
                </c:pt>
                <c:pt idx="7688">
                  <c:v>13:17</c:v>
                </c:pt>
                <c:pt idx="7689">
                  <c:v>13:17</c:v>
                </c:pt>
                <c:pt idx="7690">
                  <c:v>13:17</c:v>
                </c:pt>
                <c:pt idx="7691">
                  <c:v>13:17</c:v>
                </c:pt>
                <c:pt idx="7692">
                  <c:v>13:17</c:v>
                </c:pt>
                <c:pt idx="7693">
                  <c:v>13:17</c:v>
                </c:pt>
                <c:pt idx="7694">
                  <c:v>13:17</c:v>
                </c:pt>
                <c:pt idx="7695">
                  <c:v>13:17</c:v>
                </c:pt>
                <c:pt idx="7696">
                  <c:v>13:17</c:v>
                </c:pt>
                <c:pt idx="7697">
                  <c:v>13:17</c:v>
                </c:pt>
                <c:pt idx="7698">
                  <c:v>13:17</c:v>
                </c:pt>
                <c:pt idx="7699">
                  <c:v>13:17</c:v>
                </c:pt>
                <c:pt idx="7700">
                  <c:v>13:17</c:v>
                </c:pt>
                <c:pt idx="7701">
                  <c:v>13:17</c:v>
                </c:pt>
                <c:pt idx="7702">
                  <c:v>13:17</c:v>
                </c:pt>
                <c:pt idx="7703">
                  <c:v>13:17</c:v>
                </c:pt>
                <c:pt idx="7704">
                  <c:v>13:17</c:v>
                </c:pt>
                <c:pt idx="7705">
                  <c:v>13:17</c:v>
                </c:pt>
                <c:pt idx="7706">
                  <c:v>13:17</c:v>
                </c:pt>
                <c:pt idx="7707">
                  <c:v>13:17</c:v>
                </c:pt>
                <c:pt idx="7708">
                  <c:v>13:17</c:v>
                </c:pt>
                <c:pt idx="7709">
                  <c:v>13:17</c:v>
                </c:pt>
                <c:pt idx="7710">
                  <c:v>13:18</c:v>
                </c:pt>
                <c:pt idx="7711">
                  <c:v>13:18</c:v>
                </c:pt>
                <c:pt idx="7712">
                  <c:v>13:18</c:v>
                </c:pt>
                <c:pt idx="7713">
                  <c:v>13:18</c:v>
                </c:pt>
                <c:pt idx="7714">
                  <c:v>13:18</c:v>
                </c:pt>
                <c:pt idx="7715">
                  <c:v>13:18</c:v>
                </c:pt>
                <c:pt idx="7716">
                  <c:v>13:18</c:v>
                </c:pt>
                <c:pt idx="7717">
                  <c:v>13:18</c:v>
                </c:pt>
                <c:pt idx="7718">
                  <c:v>13:18</c:v>
                </c:pt>
                <c:pt idx="7719">
                  <c:v>13:18</c:v>
                </c:pt>
                <c:pt idx="7720">
                  <c:v>13:18</c:v>
                </c:pt>
                <c:pt idx="7721">
                  <c:v>13:18</c:v>
                </c:pt>
                <c:pt idx="7722">
                  <c:v>13:18</c:v>
                </c:pt>
                <c:pt idx="7723">
                  <c:v>13:18</c:v>
                </c:pt>
                <c:pt idx="7724">
                  <c:v>13:18</c:v>
                </c:pt>
                <c:pt idx="7725">
                  <c:v>13:18</c:v>
                </c:pt>
                <c:pt idx="7726">
                  <c:v>13:18</c:v>
                </c:pt>
                <c:pt idx="7727">
                  <c:v>13:18</c:v>
                </c:pt>
                <c:pt idx="7728">
                  <c:v>13:18</c:v>
                </c:pt>
                <c:pt idx="7729">
                  <c:v>13:18</c:v>
                </c:pt>
                <c:pt idx="7730">
                  <c:v>13:18</c:v>
                </c:pt>
                <c:pt idx="7731">
                  <c:v>13:18</c:v>
                </c:pt>
                <c:pt idx="7732">
                  <c:v>13:18</c:v>
                </c:pt>
                <c:pt idx="7733">
                  <c:v>13:18</c:v>
                </c:pt>
                <c:pt idx="7734">
                  <c:v>13:18</c:v>
                </c:pt>
                <c:pt idx="7735">
                  <c:v>13:18</c:v>
                </c:pt>
                <c:pt idx="7736">
                  <c:v>13:18</c:v>
                </c:pt>
                <c:pt idx="7737">
                  <c:v>13:18</c:v>
                </c:pt>
                <c:pt idx="7738">
                  <c:v>13:18</c:v>
                </c:pt>
                <c:pt idx="7739">
                  <c:v>13:18</c:v>
                </c:pt>
                <c:pt idx="7740">
                  <c:v>13:19</c:v>
                </c:pt>
                <c:pt idx="7741">
                  <c:v>13:19</c:v>
                </c:pt>
                <c:pt idx="7742">
                  <c:v>13:19</c:v>
                </c:pt>
                <c:pt idx="7743">
                  <c:v>13:19</c:v>
                </c:pt>
                <c:pt idx="7744">
                  <c:v>13:19</c:v>
                </c:pt>
                <c:pt idx="7745">
                  <c:v>13:19</c:v>
                </c:pt>
                <c:pt idx="7746">
                  <c:v>13:19</c:v>
                </c:pt>
                <c:pt idx="7747">
                  <c:v>13:19</c:v>
                </c:pt>
                <c:pt idx="7748">
                  <c:v>13:19</c:v>
                </c:pt>
                <c:pt idx="7749">
                  <c:v>13:19</c:v>
                </c:pt>
                <c:pt idx="7750">
                  <c:v>13:19</c:v>
                </c:pt>
                <c:pt idx="7751">
                  <c:v>13:19</c:v>
                </c:pt>
                <c:pt idx="7752">
                  <c:v>13:19</c:v>
                </c:pt>
                <c:pt idx="7753">
                  <c:v>13:19</c:v>
                </c:pt>
                <c:pt idx="7754">
                  <c:v>13:19</c:v>
                </c:pt>
                <c:pt idx="7755">
                  <c:v>13:19</c:v>
                </c:pt>
                <c:pt idx="7756">
                  <c:v>13:19</c:v>
                </c:pt>
                <c:pt idx="7757">
                  <c:v>13:19</c:v>
                </c:pt>
                <c:pt idx="7758">
                  <c:v>13:19</c:v>
                </c:pt>
                <c:pt idx="7759">
                  <c:v>13:19</c:v>
                </c:pt>
                <c:pt idx="7760">
                  <c:v>13:19</c:v>
                </c:pt>
                <c:pt idx="7761">
                  <c:v>13:19</c:v>
                </c:pt>
                <c:pt idx="7762">
                  <c:v>13:19</c:v>
                </c:pt>
                <c:pt idx="7763">
                  <c:v>13:19</c:v>
                </c:pt>
                <c:pt idx="7764">
                  <c:v>13:19</c:v>
                </c:pt>
                <c:pt idx="7765">
                  <c:v>13:19</c:v>
                </c:pt>
                <c:pt idx="7766">
                  <c:v>13:19</c:v>
                </c:pt>
                <c:pt idx="7767">
                  <c:v>13:19</c:v>
                </c:pt>
                <c:pt idx="7768">
                  <c:v>13:19</c:v>
                </c:pt>
                <c:pt idx="7769">
                  <c:v>13:19</c:v>
                </c:pt>
                <c:pt idx="7770">
                  <c:v>13:20</c:v>
                </c:pt>
                <c:pt idx="7771">
                  <c:v>13:20</c:v>
                </c:pt>
                <c:pt idx="7772">
                  <c:v>13:20</c:v>
                </c:pt>
                <c:pt idx="7773">
                  <c:v>13:20</c:v>
                </c:pt>
                <c:pt idx="7774">
                  <c:v>13:20</c:v>
                </c:pt>
                <c:pt idx="7775">
                  <c:v>13:20</c:v>
                </c:pt>
                <c:pt idx="7776">
                  <c:v>13:20</c:v>
                </c:pt>
                <c:pt idx="7777">
                  <c:v>13:20</c:v>
                </c:pt>
                <c:pt idx="7778">
                  <c:v>13:20</c:v>
                </c:pt>
                <c:pt idx="7779">
                  <c:v>13:20</c:v>
                </c:pt>
                <c:pt idx="7780">
                  <c:v>13:20</c:v>
                </c:pt>
                <c:pt idx="7781">
                  <c:v>13:20</c:v>
                </c:pt>
                <c:pt idx="7782">
                  <c:v>13:20</c:v>
                </c:pt>
                <c:pt idx="7783">
                  <c:v>13:20</c:v>
                </c:pt>
                <c:pt idx="7784">
                  <c:v>13:20</c:v>
                </c:pt>
                <c:pt idx="7785">
                  <c:v>13:20</c:v>
                </c:pt>
                <c:pt idx="7786">
                  <c:v>13:20</c:v>
                </c:pt>
                <c:pt idx="7787">
                  <c:v>13:20</c:v>
                </c:pt>
                <c:pt idx="7788">
                  <c:v>13:20</c:v>
                </c:pt>
                <c:pt idx="7789">
                  <c:v>13:20</c:v>
                </c:pt>
                <c:pt idx="7790">
                  <c:v>13:20</c:v>
                </c:pt>
                <c:pt idx="7791">
                  <c:v>13:20</c:v>
                </c:pt>
                <c:pt idx="7792">
                  <c:v>13:20</c:v>
                </c:pt>
                <c:pt idx="7793">
                  <c:v>13:20</c:v>
                </c:pt>
                <c:pt idx="7794">
                  <c:v>13:20</c:v>
                </c:pt>
                <c:pt idx="7795">
                  <c:v>13:20</c:v>
                </c:pt>
                <c:pt idx="7796">
                  <c:v>13:20</c:v>
                </c:pt>
                <c:pt idx="7797">
                  <c:v>13:20</c:v>
                </c:pt>
                <c:pt idx="7798">
                  <c:v>13:20</c:v>
                </c:pt>
                <c:pt idx="7799">
                  <c:v>13:20</c:v>
                </c:pt>
                <c:pt idx="7800">
                  <c:v>13:21</c:v>
                </c:pt>
                <c:pt idx="7801">
                  <c:v>13:21</c:v>
                </c:pt>
                <c:pt idx="7802">
                  <c:v>13:21</c:v>
                </c:pt>
                <c:pt idx="7803">
                  <c:v>13:21</c:v>
                </c:pt>
                <c:pt idx="7804">
                  <c:v>13:21</c:v>
                </c:pt>
                <c:pt idx="7805">
                  <c:v>13:21</c:v>
                </c:pt>
                <c:pt idx="7806">
                  <c:v>13:21</c:v>
                </c:pt>
                <c:pt idx="7807">
                  <c:v>13:21</c:v>
                </c:pt>
                <c:pt idx="7808">
                  <c:v>13:21</c:v>
                </c:pt>
                <c:pt idx="7809">
                  <c:v>13:21</c:v>
                </c:pt>
                <c:pt idx="7810">
                  <c:v>13:21</c:v>
                </c:pt>
                <c:pt idx="7811">
                  <c:v>13:21</c:v>
                </c:pt>
                <c:pt idx="7812">
                  <c:v>13:21</c:v>
                </c:pt>
                <c:pt idx="7813">
                  <c:v>13:21</c:v>
                </c:pt>
                <c:pt idx="7814">
                  <c:v>13:21</c:v>
                </c:pt>
                <c:pt idx="7815">
                  <c:v>13:21</c:v>
                </c:pt>
                <c:pt idx="7816">
                  <c:v>13:21</c:v>
                </c:pt>
                <c:pt idx="7817">
                  <c:v>13:21</c:v>
                </c:pt>
                <c:pt idx="7818">
                  <c:v>13:21</c:v>
                </c:pt>
                <c:pt idx="7819">
                  <c:v>13:21</c:v>
                </c:pt>
                <c:pt idx="7820">
                  <c:v>13:21</c:v>
                </c:pt>
                <c:pt idx="7821">
                  <c:v>13:21</c:v>
                </c:pt>
                <c:pt idx="7822">
                  <c:v>13:21</c:v>
                </c:pt>
                <c:pt idx="7823">
                  <c:v>13:21</c:v>
                </c:pt>
                <c:pt idx="7824">
                  <c:v>13:21</c:v>
                </c:pt>
                <c:pt idx="7825">
                  <c:v>13:21</c:v>
                </c:pt>
                <c:pt idx="7826">
                  <c:v>13:21</c:v>
                </c:pt>
                <c:pt idx="7827">
                  <c:v>13:21</c:v>
                </c:pt>
                <c:pt idx="7828">
                  <c:v>13:21</c:v>
                </c:pt>
                <c:pt idx="7829">
                  <c:v>13:21</c:v>
                </c:pt>
                <c:pt idx="7830">
                  <c:v>13:22</c:v>
                </c:pt>
                <c:pt idx="7831">
                  <c:v>13:22</c:v>
                </c:pt>
                <c:pt idx="7832">
                  <c:v>13:22</c:v>
                </c:pt>
                <c:pt idx="7833">
                  <c:v>13:22</c:v>
                </c:pt>
                <c:pt idx="7834">
                  <c:v>13:22</c:v>
                </c:pt>
                <c:pt idx="7835">
                  <c:v>13:22</c:v>
                </c:pt>
                <c:pt idx="7836">
                  <c:v>13:22</c:v>
                </c:pt>
                <c:pt idx="7837">
                  <c:v>13:22</c:v>
                </c:pt>
                <c:pt idx="7838">
                  <c:v>13:22</c:v>
                </c:pt>
                <c:pt idx="7839">
                  <c:v>13:22</c:v>
                </c:pt>
                <c:pt idx="7840">
                  <c:v>13:22</c:v>
                </c:pt>
                <c:pt idx="7841">
                  <c:v>13:22</c:v>
                </c:pt>
                <c:pt idx="7842">
                  <c:v>13:22</c:v>
                </c:pt>
                <c:pt idx="7843">
                  <c:v>13:22</c:v>
                </c:pt>
                <c:pt idx="7844">
                  <c:v>13:22</c:v>
                </c:pt>
                <c:pt idx="7845">
                  <c:v>13:22</c:v>
                </c:pt>
                <c:pt idx="7846">
                  <c:v>13:22</c:v>
                </c:pt>
                <c:pt idx="7847">
                  <c:v>13:22</c:v>
                </c:pt>
                <c:pt idx="7848">
                  <c:v>13:22</c:v>
                </c:pt>
                <c:pt idx="7849">
                  <c:v>13:22</c:v>
                </c:pt>
                <c:pt idx="7850">
                  <c:v>13:22</c:v>
                </c:pt>
                <c:pt idx="7851">
                  <c:v>13:22</c:v>
                </c:pt>
                <c:pt idx="7852">
                  <c:v>13:22</c:v>
                </c:pt>
                <c:pt idx="7853">
                  <c:v>13:22</c:v>
                </c:pt>
                <c:pt idx="7854">
                  <c:v>13:22</c:v>
                </c:pt>
                <c:pt idx="7855">
                  <c:v>13:22</c:v>
                </c:pt>
                <c:pt idx="7856">
                  <c:v>13:22</c:v>
                </c:pt>
                <c:pt idx="7857">
                  <c:v>13:22</c:v>
                </c:pt>
                <c:pt idx="7858">
                  <c:v>13:22</c:v>
                </c:pt>
                <c:pt idx="7859">
                  <c:v>13:22</c:v>
                </c:pt>
                <c:pt idx="7860">
                  <c:v>13:23</c:v>
                </c:pt>
                <c:pt idx="7861">
                  <c:v>13:23</c:v>
                </c:pt>
                <c:pt idx="7862">
                  <c:v>13:23</c:v>
                </c:pt>
                <c:pt idx="7863">
                  <c:v>13:23</c:v>
                </c:pt>
                <c:pt idx="7864">
                  <c:v>13:23</c:v>
                </c:pt>
                <c:pt idx="7865">
                  <c:v>13:23</c:v>
                </c:pt>
                <c:pt idx="7866">
                  <c:v>13:23</c:v>
                </c:pt>
                <c:pt idx="7867">
                  <c:v>13:23</c:v>
                </c:pt>
                <c:pt idx="7868">
                  <c:v>13:23</c:v>
                </c:pt>
                <c:pt idx="7869">
                  <c:v>13:23</c:v>
                </c:pt>
                <c:pt idx="7870">
                  <c:v>13:23</c:v>
                </c:pt>
                <c:pt idx="7871">
                  <c:v>13:23</c:v>
                </c:pt>
                <c:pt idx="7872">
                  <c:v>13:23</c:v>
                </c:pt>
                <c:pt idx="7873">
                  <c:v>13:23</c:v>
                </c:pt>
                <c:pt idx="7874">
                  <c:v>13:23</c:v>
                </c:pt>
                <c:pt idx="7875">
                  <c:v>13:23</c:v>
                </c:pt>
                <c:pt idx="7876">
                  <c:v>13:23</c:v>
                </c:pt>
                <c:pt idx="7877">
                  <c:v>13:23</c:v>
                </c:pt>
                <c:pt idx="7878">
                  <c:v>13:23</c:v>
                </c:pt>
                <c:pt idx="7879">
                  <c:v>13:23</c:v>
                </c:pt>
                <c:pt idx="7880">
                  <c:v>13:23</c:v>
                </c:pt>
                <c:pt idx="7881">
                  <c:v>13:23</c:v>
                </c:pt>
                <c:pt idx="7882">
                  <c:v>13:23</c:v>
                </c:pt>
                <c:pt idx="7883">
                  <c:v>13:23</c:v>
                </c:pt>
                <c:pt idx="7884">
                  <c:v>13:23</c:v>
                </c:pt>
                <c:pt idx="7885">
                  <c:v>13:23</c:v>
                </c:pt>
                <c:pt idx="7886">
                  <c:v>13:23</c:v>
                </c:pt>
                <c:pt idx="7887">
                  <c:v>13:23</c:v>
                </c:pt>
                <c:pt idx="7888">
                  <c:v>13:23</c:v>
                </c:pt>
                <c:pt idx="7889">
                  <c:v>13:23</c:v>
                </c:pt>
                <c:pt idx="7890">
                  <c:v>13:24</c:v>
                </c:pt>
                <c:pt idx="7891">
                  <c:v>13:24</c:v>
                </c:pt>
                <c:pt idx="7892">
                  <c:v>13:24</c:v>
                </c:pt>
                <c:pt idx="7893">
                  <c:v>13:24</c:v>
                </c:pt>
                <c:pt idx="7894">
                  <c:v>13:24</c:v>
                </c:pt>
                <c:pt idx="7895">
                  <c:v>13:24</c:v>
                </c:pt>
                <c:pt idx="7896">
                  <c:v>13:24</c:v>
                </c:pt>
                <c:pt idx="7897">
                  <c:v>13:24</c:v>
                </c:pt>
                <c:pt idx="7898">
                  <c:v>13:24</c:v>
                </c:pt>
                <c:pt idx="7899">
                  <c:v>13:24</c:v>
                </c:pt>
                <c:pt idx="7900">
                  <c:v>13:24</c:v>
                </c:pt>
                <c:pt idx="7901">
                  <c:v>13:24</c:v>
                </c:pt>
                <c:pt idx="7902">
                  <c:v>13:24</c:v>
                </c:pt>
                <c:pt idx="7903">
                  <c:v>13:24</c:v>
                </c:pt>
                <c:pt idx="7904">
                  <c:v>13:24</c:v>
                </c:pt>
                <c:pt idx="7905">
                  <c:v>13:24</c:v>
                </c:pt>
                <c:pt idx="7906">
                  <c:v>13:24</c:v>
                </c:pt>
                <c:pt idx="7907">
                  <c:v>13:24</c:v>
                </c:pt>
                <c:pt idx="7908">
                  <c:v>13:24</c:v>
                </c:pt>
                <c:pt idx="7909">
                  <c:v>13:24</c:v>
                </c:pt>
                <c:pt idx="7910">
                  <c:v>13:24</c:v>
                </c:pt>
                <c:pt idx="7911">
                  <c:v>13:24</c:v>
                </c:pt>
                <c:pt idx="7912">
                  <c:v>13:24</c:v>
                </c:pt>
                <c:pt idx="7913">
                  <c:v>13:24</c:v>
                </c:pt>
                <c:pt idx="7914">
                  <c:v>13:24</c:v>
                </c:pt>
                <c:pt idx="7915">
                  <c:v>13:24</c:v>
                </c:pt>
                <c:pt idx="7916">
                  <c:v>13:24</c:v>
                </c:pt>
                <c:pt idx="7917">
                  <c:v>13:24</c:v>
                </c:pt>
                <c:pt idx="7918">
                  <c:v>13:24</c:v>
                </c:pt>
                <c:pt idx="7919">
                  <c:v>13:24</c:v>
                </c:pt>
                <c:pt idx="7920">
                  <c:v>13:25</c:v>
                </c:pt>
                <c:pt idx="7921">
                  <c:v>13:25</c:v>
                </c:pt>
                <c:pt idx="7922">
                  <c:v>13:25</c:v>
                </c:pt>
                <c:pt idx="7923">
                  <c:v>13:25</c:v>
                </c:pt>
                <c:pt idx="7924">
                  <c:v>13:25</c:v>
                </c:pt>
                <c:pt idx="7925">
                  <c:v>13:25</c:v>
                </c:pt>
                <c:pt idx="7926">
                  <c:v>13:25</c:v>
                </c:pt>
                <c:pt idx="7927">
                  <c:v>13:25</c:v>
                </c:pt>
                <c:pt idx="7928">
                  <c:v>13:25</c:v>
                </c:pt>
                <c:pt idx="7929">
                  <c:v>13:25</c:v>
                </c:pt>
                <c:pt idx="7930">
                  <c:v>13:25</c:v>
                </c:pt>
                <c:pt idx="7931">
                  <c:v>13:25</c:v>
                </c:pt>
                <c:pt idx="7932">
                  <c:v>13:25</c:v>
                </c:pt>
                <c:pt idx="7933">
                  <c:v>13:25</c:v>
                </c:pt>
                <c:pt idx="7934">
                  <c:v>13:25</c:v>
                </c:pt>
                <c:pt idx="7935">
                  <c:v>13:25</c:v>
                </c:pt>
                <c:pt idx="7936">
                  <c:v>13:25</c:v>
                </c:pt>
                <c:pt idx="7937">
                  <c:v>13:25</c:v>
                </c:pt>
                <c:pt idx="7938">
                  <c:v>13:25</c:v>
                </c:pt>
                <c:pt idx="7939">
                  <c:v>13:25</c:v>
                </c:pt>
                <c:pt idx="7940">
                  <c:v>13:25</c:v>
                </c:pt>
                <c:pt idx="7941">
                  <c:v>13:25</c:v>
                </c:pt>
                <c:pt idx="7942">
                  <c:v>13:25</c:v>
                </c:pt>
                <c:pt idx="7943">
                  <c:v>13:25</c:v>
                </c:pt>
                <c:pt idx="7944">
                  <c:v>13:25</c:v>
                </c:pt>
                <c:pt idx="7945">
                  <c:v>13:25</c:v>
                </c:pt>
                <c:pt idx="7946">
                  <c:v>13:25</c:v>
                </c:pt>
                <c:pt idx="7947">
                  <c:v>13:25</c:v>
                </c:pt>
                <c:pt idx="7948">
                  <c:v>13:25</c:v>
                </c:pt>
                <c:pt idx="7949">
                  <c:v>13:25</c:v>
                </c:pt>
                <c:pt idx="7950">
                  <c:v>13:26</c:v>
                </c:pt>
                <c:pt idx="7951">
                  <c:v>13:26</c:v>
                </c:pt>
                <c:pt idx="7952">
                  <c:v>13:26</c:v>
                </c:pt>
                <c:pt idx="7953">
                  <c:v>13:26</c:v>
                </c:pt>
                <c:pt idx="7954">
                  <c:v>13:26</c:v>
                </c:pt>
                <c:pt idx="7955">
                  <c:v>13:26</c:v>
                </c:pt>
                <c:pt idx="7956">
                  <c:v>13:26</c:v>
                </c:pt>
                <c:pt idx="7957">
                  <c:v>13:26</c:v>
                </c:pt>
                <c:pt idx="7958">
                  <c:v>13:26</c:v>
                </c:pt>
                <c:pt idx="7959">
                  <c:v>13:26</c:v>
                </c:pt>
                <c:pt idx="7960">
                  <c:v>13:26</c:v>
                </c:pt>
                <c:pt idx="7961">
                  <c:v>13:26</c:v>
                </c:pt>
                <c:pt idx="7962">
                  <c:v>13:26</c:v>
                </c:pt>
                <c:pt idx="7963">
                  <c:v>13:26</c:v>
                </c:pt>
                <c:pt idx="7964">
                  <c:v>13:26</c:v>
                </c:pt>
                <c:pt idx="7965">
                  <c:v>13:26</c:v>
                </c:pt>
                <c:pt idx="7966">
                  <c:v>13:26</c:v>
                </c:pt>
                <c:pt idx="7967">
                  <c:v>13:26</c:v>
                </c:pt>
                <c:pt idx="7968">
                  <c:v>13:26</c:v>
                </c:pt>
                <c:pt idx="7969">
                  <c:v>13:26</c:v>
                </c:pt>
                <c:pt idx="7970">
                  <c:v>13:26</c:v>
                </c:pt>
                <c:pt idx="7971">
                  <c:v>13:26</c:v>
                </c:pt>
                <c:pt idx="7972">
                  <c:v>13:26</c:v>
                </c:pt>
                <c:pt idx="7973">
                  <c:v>13:26</c:v>
                </c:pt>
                <c:pt idx="7974">
                  <c:v>13:26</c:v>
                </c:pt>
                <c:pt idx="7975">
                  <c:v>13:26</c:v>
                </c:pt>
                <c:pt idx="7976">
                  <c:v>13:26</c:v>
                </c:pt>
                <c:pt idx="7977">
                  <c:v>13:26</c:v>
                </c:pt>
                <c:pt idx="7978">
                  <c:v>13:26</c:v>
                </c:pt>
                <c:pt idx="7979">
                  <c:v>13:26</c:v>
                </c:pt>
                <c:pt idx="7980">
                  <c:v>13:27</c:v>
                </c:pt>
                <c:pt idx="7981">
                  <c:v>13:27</c:v>
                </c:pt>
                <c:pt idx="7982">
                  <c:v>13:27</c:v>
                </c:pt>
                <c:pt idx="7983">
                  <c:v>13:27</c:v>
                </c:pt>
                <c:pt idx="7984">
                  <c:v>13:27</c:v>
                </c:pt>
                <c:pt idx="7985">
                  <c:v>13:27</c:v>
                </c:pt>
                <c:pt idx="7986">
                  <c:v>13:27</c:v>
                </c:pt>
                <c:pt idx="7987">
                  <c:v>13:27</c:v>
                </c:pt>
                <c:pt idx="7988">
                  <c:v>13:27</c:v>
                </c:pt>
                <c:pt idx="7989">
                  <c:v>13:27</c:v>
                </c:pt>
                <c:pt idx="7990">
                  <c:v>13:27</c:v>
                </c:pt>
                <c:pt idx="7991">
                  <c:v>13:27</c:v>
                </c:pt>
                <c:pt idx="7992">
                  <c:v>13:27</c:v>
                </c:pt>
                <c:pt idx="7993">
                  <c:v>13:27</c:v>
                </c:pt>
                <c:pt idx="7994">
                  <c:v>13:27</c:v>
                </c:pt>
                <c:pt idx="7995">
                  <c:v>13:27</c:v>
                </c:pt>
                <c:pt idx="7996">
                  <c:v>13:27</c:v>
                </c:pt>
                <c:pt idx="7997">
                  <c:v>13:27</c:v>
                </c:pt>
                <c:pt idx="7998">
                  <c:v>13:27</c:v>
                </c:pt>
                <c:pt idx="7999">
                  <c:v>13:27</c:v>
                </c:pt>
                <c:pt idx="8000">
                  <c:v>13:27</c:v>
                </c:pt>
                <c:pt idx="8001">
                  <c:v>13:27</c:v>
                </c:pt>
                <c:pt idx="8002">
                  <c:v>13:27</c:v>
                </c:pt>
                <c:pt idx="8003">
                  <c:v>13:27</c:v>
                </c:pt>
                <c:pt idx="8004">
                  <c:v>13:27</c:v>
                </c:pt>
                <c:pt idx="8005">
                  <c:v>13:27</c:v>
                </c:pt>
                <c:pt idx="8006">
                  <c:v>13:27</c:v>
                </c:pt>
                <c:pt idx="8007">
                  <c:v>13:27</c:v>
                </c:pt>
                <c:pt idx="8008">
                  <c:v>13:27</c:v>
                </c:pt>
                <c:pt idx="8009">
                  <c:v>13:27</c:v>
                </c:pt>
                <c:pt idx="8010">
                  <c:v>13:28</c:v>
                </c:pt>
                <c:pt idx="8011">
                  <c:v>13:28</c:v>
                </c:pt>
                <c:pt idx="8012">
                  <c:v>13:28</c:v>
                </c:pt>
                <c:pt idx="8013">
                  <c:v>13:28</c:v>
                </c:pt>
                <c:pt idx="8014">
                  <c:v>13:28</c:v>
                </c:pt>
                <c:pt idx="8015">
                  <c:v>13:28</c:v>
                </c:pt>
                <c:pt idx="8016">
                  <c:v>13:28</c:v>
                </c:pt>
                <c:pt idx="8017">
                  <c:v>13:28</c:v>
                </c:pt>
                <c:pt idx="8018">
                  <c:v>13:28</c:v>
                </c:pt>
                <c:pt idx="8019">
                  <c:v>13:28</c:v>
                </c:pt>
                <c:pt idx="8020">
                  <c:v>13:28</c:v>
                </c:pt>
                <c:pt idx="8021">
                  <c:v>13:28</c:v>
                </c:pt>
                <c:pt idx="8022">
                  <c:v>13:28</c:v>
                </c:pt>
                <c:pt idx="8023">
                  <c:v>13:28</c:v>
                </c:pt>
                <c:pt idx="8024">
                  <c:v>13:28</c:v>
                </c:pt>
                <c:pt idx="8025">
                  <c:v>13:28</c:v>
                </c:pt>
                <c:pt idx="8026">
                  <c:v>13:28</c:v>
                </c:pt>
                <c:pt idx="8027">
                  <c:v>13:28</c:v>
                </c:pt>
                <c:pt idx="8028">
                  <c:v>13:28</c:v>
                </c:pt>
                <c:pt idx="8029">
                  <c:v>13:28</c:v>
                </c:pt>
                <c:pt idx="8030">
                  <c:v>13:28</c:v>
                </c:pt>
                <c:pt idx="8031">
                  <c:v>13:28</c:v>
                </c:pt>
                <c:pt idx="8032">
                  <c:v>13:28</c:v>
                </c:pt>
                <c:pt idx="8033">
                  <c:v>13:28</c:v>
                </c:pt>
                <c:pt idx="8034">
                  <c:v>13:28</c:v>
                </c:pt>
                <c:pt idx="8035">
                  <c:v>13:28</c:v>
                </c:pt>
                <c:pt idx="8036">
                  <c:v>13:28</c:v>
                </c:pt>
                <c:pt idx="8037">
                  <c:v>13:28</c:v>
                </c:pt>
                <c:pt idx="8038">
                  <c:v>13:28</c:v>
                </c:pt>
                <c:pt idx="8039">
                  <c:v>13:28</c:v>
                </c:pt>
                <c:pt idx="8040">
                  <c:v>13:29</c:v>
                </c:pt>
                <c:pt idx="8041">
                  <c:v>13:29</c:v>
                </c:pt>
                <c:pt idx="8042">
                  <c:v>13:29</c:v>
                </c:pt>
                <c:pt idx="8043">
                  <c:v>13:29</c:v>
                </c:pt>
                <c:pt idx="8044">
                  <c:v>13:29</c:v>
                </c:pt>
                <c:pt idx="8045">
                  <c:v>13:29</c:v>
                </c:pt>
                <c:pt idx="8046">
                  <c:v>13:29</c:v>
                </c:pt>
                <c:pt idx="8047">
                  <c:v>13:29</c:v>
                </c:pt>
                <c:pt idx="8048">
                  <c:v>13:29</c:v>
                </c:pt>
                <c:pt idx="8049">
                  <c:v>13:29</c:v>
                </c:pt>
                <c:pt idx="8050">
                  <c:v>13:29</c:v>
                </c:pt>
                <c:pt idx="8051">
                  <c:v>13:29</c:v>
                </c:pt>
                <c:pt idx="8052">
                  <c:v>13:29</c:v>
                </c:pt>
                <c:pt idx="8053">
                  <c:v>13:29</c:v>
                </c:pt>
                <c:pt idx="8054">
                  <c:v>13:29</c:v>
                </c:pt>
                <c:pt idx="8055">
                  <c:v>13:29</c:v>
                </c:pt>
                <c:pt idx="8056">
                  <c:v>13:29</c:v>
                </c:pt>
                <c:pt idx="8057">
                  <c:v>13:29</c:v>
                </c:pt>
                <c:pt idx="8058">
                  <c:v>13:29</c:v>
                </c:pt>
                <c:pt idx="8059">
                  <c:v>13:29</c:v>
                </c:pt>
                <c:pt idx="8060">
                  <c:v>13:29</c:v>
                </c:pt>
                <c:pt idx="8061">
                  <c:v>13:29</c:v>
                </c:pt>
                <c:pt idx="8062">
                  <c:v>13:29</c:v>
                </c:pt>
                <c:pt idx="8063">
                  <c:v>13:29</c:v>
                </c:pt>
                <c:pt idx="8064">
                  <c:v>13:29</c:v>
                </c:pt>
                <c:pt idx="8065">
                  <c:v>13:29</c:v>
                </c:pt>
                <c:pt idx="8066">
                  <c:v>13:29</c:v>
                </c:pt>
                <c:pt idx="8067">
                  <c:v>13:29</c:v>
                </c:pt>
                <c:pt idx="8068">
                  <c:v>13:29</c:v>
                </c:pt>
                <c:pt idx="8069">
                  <c:v>13:29</c:v>
                </c:pt>
                <c:pt idx="8070">
                  <c:v>13:30</c:v>
                </c:pt>
                <c:pt idx="8071">
                  <c:v>13:30</c:v>
                </c:pt>
                <c:pt idx="8072">
                  <c:v>13:30</c:v>
                </c:pt>
                <c:pt idx="8073">
                  <c:v>13:30</c:v>
                </c:pt>
                <c:pt idx="8074">
                  <c:v>13:30</c:v>
                </c:pt>
                <c:pt idx="8075">
                  <c:v>13:30</c:v>
                </c:pt>
                <c:pt idx="8076">
                  <c:v>13:30</c:v>
                </c:pt>
                <c:pt idx="8077">
                  <c:v>13:30</c:v>
                </c:pt>
                <c:pt idx="8078">
                  <c:v>13:30</c:v>
                </c:pt>
                <c:pt idx="8079">
                  <c:v>13:30</c:v>
                </c:pt>
                <c:pt idx="8080">
                  <c:v>13:30</c:v>
                </c:pt>
                <c:pt idx="8081">
                  <c:v>13:30</c:v>
                </c:pt>
                <c:pt idx="8082">
                  <c:v>13:30</c:v>
                </c:pt>
                <c:pt idx="8083">
                  <c:v>13:30</c:v>
                </c:pt>
                <c:pt idx="8084">
                  <c:v>13:30</c:v>
                </c:pt>
                <c:pt idx="8085">
                  <c:v>13:30</c:v>
                </c:pt>
                <c:pt idx="8086">
                  <c:v>13:30</c:v>
                </c:pt>
                <c:pt idx="8087">
                  <c:v>13:30</c:v>
                </c:pt>
                <c:pt idx="8088">
                  <c:v>13:30</c:v>
                </c:pt>
                <c:pt idx="8089">
                  <c:v>13:30</c:v>
                </c:pt>
                <c:pt idx="8090">
                  <c:v>13:30</c:v>
                </c:pt>
                <c:pt idx="8091">
                  <c:v>13:30</c:v>
                </c:pt>
                <c:pt idx="8092">
                  <c:v>13:30</c:v>
                </c:pt>
                <c:pt idx="8093">
                  <c:v>13:30</c:v>
                </c:pt>
                <c:pt idx="8094">
                  <c:v>13:30</c:v>
                </c:pt>
                <c:pt idx="8095">
                  <c:v>13:30</c:v>
                </c:pt>
                <c:pt idx="8096">
                  <c:v>13:30</c:v>
                </c:pt>
                <c:pt idx="8097">
                  <c:v>13:30</c:v>
                </c:pt>
                <c:pt idx="8098">
                  <c:v>13:30</c:v>
                </c:pt>
                <c:pt idx="8099">
                  <c:v>13:30</c:v>
                </c:pt>
                <c:pt idx="8100">
                  <c:v>13:31</c:v>
                </c:pt>
                <c:pt idx="8101">
                  <c:v>13:31</c:v>
                </c:pt>
                <c:pt idx="8102">
                  <c:v>13:31</c:v>
                </c:pt>
                <c:pt idx="8103">
                  <c:v>13:31</c:v>
                </c:pt>
                <c:pt idx="8104">
                  <c:v>13:31</c:v>
                </c:pt>
                <c:pt idx="8105">
                  <c:v>13:31</c:v>
                </c:pt>
                <c:pt idx="8106">
                  <c:v>13:31</c:v>
                </c:pt>
                <c:pt idx="8107">
                  <c:v>13:31</c:v>
                </c:pt>
                <c:pt idx="8108">
                  <c:v>13:31</c:v>
                </c:pt>
                <c:pt idx="8109">
                  <c:v>13:31</c:v>
                </c:pt>
                <c:pt idx="8110">
                  <c:v>13:31</c:v>
                </c:pt>
                <c:pt idx="8111">
                  <c:v>13:31</c:v>
                </c:pt>
                <c:pt idx="8112">
                  <c:v>13:31</c:v>
                </c:pt>
                <c:pt idx="8113">
                  <c:v>13:31</c:v>
                </c:pt>
                <c:pt idx="8114">
                  <c:v>13:31</c:v>
                </c:pt>
                <c:pt idx="8115">
                  <c:v>13:31</c:v>
                </c:pt>
                <c:pt idx="8116">
                  <c:v>13:31</c:v>
                </c:pt>
                <c:pt idx="8117">
                  <c:v>13:31</c:v>
                </c:pt>
                <c:pt idx="8118">
                  <c:v>13:31</c:v>
                </c:pt>
                <c:pt idx="8119">
                  <c:v>13:31</c:v>
                </c:pt>
                <c:pt idx="8120">
                  <c:v>13:31</c:v>
                </c:pt>
                <c:pt idx="8121">
                  <c:v>13:31</c:v>
                </c:pt>
                <c:pt idx="8122">
                  <c:v>13:31</c:v>
                </c:pt>
                <c:pt idx="8123">
                  <c:v>13:31</c:v>
                </c:pt>
                <c:pt idx="8124">
                  <c:v>13:31</c:v>
                </c:pt>
                <c:pt idx="8125">
                  <c:v>13:31</c:v>
                </c:pt>
                <c:pt idx="8126">
                  <c:v>13:31</c:v>
                </c:pt>
                <c:pt idx="8127">
                  <c:v>13:31</c:v>
                </c:pt>
                <c:pt idx="8128">
                  <c:v>13:31</c:v>
                </c:pt>
                <c:pt idx="8129">
                  <c:v>13:31</c:v>
                </c:pt>
                <c:pt idx="8130">
                  <c:v>13:32</c:v>
                </c:pt>
                <c:pt idx="8131">
                  <c:v>13:32</c:v>
                </c:pt>
                <c:pt idx="8132">
                  <c:v>13:32</c:v>
                </c:pt>
                <c:pt idx="8133">
                  <c:v>13:32</c:v>
                </c:pt>
                <c:pt idx="8134">
                  <c:v>13:32</c:v>
                </c:pt>
                <c:pt idx="8135">
                  <c:v>13:32</c:v>
                </c:pt>
                <c:pt idx="8136">
                  <c:v>13:32</c:v>
                </c:pt>
                <c:pt idx="8137">
                  <c:v>13:32</c:v>
                </c:pt>
                <c:pt idx="8138">
                  <c:v>13:32</c:v>
                </c:pt>
                <c:pt idx="8139">
                  <c:v>13:32</c:v>
                </c:pt>
                <c:pt idx="8140">
                  <c:v>13:32</c:v>
                </c:pt>
                <c:pt idx="8141">
                  <c:v>13:32</c:v>
                </c:pt>
                <c:pt idx="8142">
                  <c:v>13:32</c:v>
                </c:pt>
                <c:pt idx="8143">
                  <c:v>13:32</c:v>
                </c:pt>
                <c:pt idx="8144">
                  <c:v>13:32</c:v>
                </c:pt>
                <c:pt idx="8145">
                  <c:v>13:32</c:v>
                </c:pt>
                <c:pt idx="8146">
                  <c:v>13:32</c:v>
                </c:pt>
                <c:pt idx="8147">
                  <c:v>13:32</c:v>
                </c:pt>
                <c:pt idx="8148">
                  <c:v>13:32</c:v>
                </c:pt>
                <c:pt idx="8149">
                  <c:v>13:32</c:v>
                </c:pt>
                <c:pt idx="8150">
                  <c:v>13:32</c:v>
                </c:pt>
                <c:pt idx="8151">
                  <c:v>13:32</c:v>
                </c:pt>
                <c:pt idx="8152">
                  <c:v>13:32</c:v>
                </c:pt>
                <c:pt idx="8153">
                  <c:v>13:32</c:v>
                </c:pt>
                <c:pt idx="8154">
                  <c:v>13:32</c:v>
                </c:pt>
                <c:pt idx="8155">
                  <c:v>13:32</c:v>
                </c:pt>
                <c:pt idx="8156">
                  <c:v>13:32</c:v>
                </c:pt>
                <c:pt idx="8157">
                  <c:v>13:32</c:v>
                </c:pt>
                <c:pt idx="8158">
                  <c:v>13:32</c:v>
                </c:pt>
                <c:pt idx="8159">
                  <c:v>13:32</c:v>
                </c:pt>
                <c:pt idx="8160">
                  <c:v>13:33</c:v>
                </c:pt>
                <c:pt idx="8161">
                  <c:v>13:33</c:v>
                </c:pt>
                <c:pt idx="8162">
                  <c:v>13:33</c:v>
                </c:pt>
                <c:pt idx="8163">
                  <c:v>13:33</c:v>
                </c:pt>
                <c:pt idx="8164">
                  <c:v>13:33</c:v>
                </c:pt>
                <c:pt idx="8165">
                  <c:v>13:33</c:v>
                </c:pt>
                <c:pt idx="8166">
                  <c:v>13:33</c:v>
                </c:pt>
                <c:pt idx="8167">
                  <c:v>13:33</c:v>
                </c:pt>
                <c:pt idx="8168">
                  <c:v>13:33</c:v>
                </c:pt>
                <c:pt idx="8169">
                  <c:v>13:33</c:v>
                </c:pt>
                <c:pt idx="8170">
                  <c:v>13:33</c:v>
                </c:pt>
                <c:pt idx="8171">
                  <c:v>13:33</c:v>
                </c:pt>
                <c:pt idx="8172">
                  <c:v>13:33</c:v>
                </c:pt>
                <c:pt idx="8173">
                  <c:v>13:33</c:v>
                </c:pt>
                <c:pt idx="8174">
                  <c:v>13:33</c:v>
                </c:pt>
                <c:pt idx="8175">
                  <c:v>13:33</c:v>
                </c:pt>
                <c:pt idx="8176">
                  <c:v>13:33</c:v>
                </c:pt>
                <c:pt idx="8177">
                  <c:v>13:33</c:v>
                </c:pt>
                <c:pt idx="8178">
                  <c:v>13:33</c:v>
                </c:pt>
                <c:pt idx="8179">
                  <c:v>13:33</c:v>
                </c:pt>
                <c:pt idx="8180">
                  <c:v>13:33</c:v>
                </c:pt>
                <c:pt idx="8181">
                  <c:v>13:33</c:v>
                </c:pt>
                <c:pt idx="8182">
                  <c:v>13:33</c:v>
                </c:pt>
                <c:pt idx="8183">
                  <c:v>13:33</c:v>
                </c:pt>
                <c:pt idx="8184">
                  <c:v>13:33</c:v>
                </c:pt>
                <c:pt idx="8185">
                  <c:v>13:33</c:v>
                </c:pt>
                <c:pt idx="8186">
                  <c:v>13:33</c:v>
                </c:pt>
                <c:pt idx="8187">
                  <c:v>13:33</c:v>
                </c:pt>
                <c:pt idx="8188">
                  <c:v>13:33</c:v>
                </c:pt>
                <c:pt idx="8189">
                  <c:v>13:33</c:v>
                </c:pt>
                <c:pt idx="8190">
                  <c:v>13:34</c:v>
                </c:pt>
                <c:pt idx="8191">
                  <c:v>13:34</c:v>
                </c:pt>
                <c:pt idx="8192">
                  <c:v>13:34</c:v>
                </c:pt>
                <c:pt idx="8193">
                  <c:v>13:34</c:v>
                </c:pt>
                <c:pt idx="8194">
                  <c:v>13:34</c:v>
                </c:pt>
                <c:pt idx="8195">
                  <c:v>13:34</c:v>
                </c:pt>
                <c:pt idx="8196">
                  <c:v>13:34</c:v>
                </c:pt>
                <c:pt idx="8197">
                  <c:v>13:34</c:v>
                </c:pt>
                <c:pt idx="8198">
                  <c:v>13:34</c:v>
                </c:pt>
                <c:pt idx="8199">
                  <c:v>13:34</c:v>
                </c:pt>
                <c:pt idx="8200">
                  <c:v>13:34</c:v>
                </c:pt>
                <c:pt idx="8201">
                  <c:v>13:34</c:v>
                </c:pt>
                <c:pt idx="8202">
                  <c:v>13:34</c:v>
                </c:pt>
                <c:pt idx="8203">
                  <c:v>13:34</c:v>
                </c:pt>
                <c:pt idx="8204">
                  <c:v>13:34</c:v>
                </c:pt>
                <c:pt idx="8205">
                  <c:v>13:34</c:v>
                </c:pt>
                <c:pt idx="8206">
                  <c:v>13:34</c:v>
                </c:pt>
                <c:pt idx="8207">
                  <c:v>13:34</c:v>
                </c:pt>
                <c:pt idx="8208">
                  <c:v>13:34</c:v>
                </c:pt>
                <c:pt idx="8209">
                  <c:v>13:34</c:v>
                </c:pt>
                <c:pt idx="8210">
                  <c:v>13:34</c:v>
                </c:pt>
                <c:pt idx="8211">
                  <c:v>13:34</c:v>
                </c:pt>
                <c:pt idx="8212">
                  <c:v>13:34</c:v>
                </c:pt>
                <c:pt idx="8213">
                  <c:v>13:34</c:v>
                </c:pt>
                <c:pt idx="8214">
                  <c:v>13:34</c:v>
                </c:pt>
                <c:pt idx="8215">
                  <c:v>13:34</c:v>
                </c:pt>
                <c:pt idx="8216">
                  <c:v>13:34</c:v>
                </c:pt>
                <c:pt idx="8217">
                  <c:v>13:34</c:v>
                </c:pt>
                <c:pt idx="8218">
                  <c:v>13:34</c:v>
                </c:pt>
                <c:pt idx="8219">
                  <c:v>13:34</c:v>
                </c:pt>
                <c:pt idx="8220">
                  <c:v>13:35</c:v>
                </c:pt>
                <c:pt idx="8221">
                  <c:v>13:35</c:v>
                </c:pt>
                <c:pt idx="8222">
                  <c:v>13:35</c:v>
                </c:pt>
                <c:pt idx="8223">
                  <c:v>13:35</c:v>
                </c:pt>
                <c:pt idx="8224">
                  <c:v>13:35</c:v>
                </c:pt>
                <c:pt idx="8225">
                  <c:v>13:35</c:v>
                </c:pt>
                <c:pt idx="8226">
                  <c:v>13:35</c:v>
                </c:pt>
                <c:pt idx="8227">
                  <c:v>13:35</c:v>
                </c:pt>
                <c:pt idx="8228">
                  <c:v>13:35</c:v>
                </c:pt>
                <c:pt idx="8229">
                  <c:v>13:35</c:v>
                </c:pt>
                <c:pt idx="8230">
                  <c:v>13:35</c:v>
                </c:pt>
                <c:pt idx="8231">
                  <c:v>13:35</c:v>
                </c:pt>
                <c:pt idx="8232">
                  <c:v>13:35</c:v>
                </c:pt>
                <c:pt idx="8233">
                  <c:v>13:35</c:v>
                </c:pt>
                <c:pt idx="8234">
                  <c:v>13:35</c:v>
                </c:pt>
                <c:pt idx="8235">
                  <c:v>13:35</c:v>
                </c:pt>
                <c:pt idx="8236">
                  <c:v>13:35</c:v>
                </c:pt>
                <c:pt idx="8237">
                  <c:v>13:35</c:v>
                </c:pt>
                <c:pt idx="8238">
                  <c:v>13:35</c:v>
                </c:pt>
                <c:pt idx="8239">
                  <c:v>13:35</c:v>
                </c:pt>
                <c:pt idx="8240">
                  <c:v>13:35</c:v>
                </c:pt>
                <c:pt idx="8241">
                  <c:v>13:35</c:v>
                </c:pt>
                <c:pt idx="8242">
                  <c:v>13:35</c:v>
                </c:pt>
                <c:pt idx="8243">
                  <c:v>13:35</c:v>
                </c:pt>
                <c:pt idx="8244">
                  <c:v>13:35</c:v>
                </c:pt>
                <c:pt idx="8245">
                  <c:v>13:35</c:v>
                </c:pt>
                <c:pt idx="8246">
                  <c:v>13:35</c:v>
                </c:pt>
                <c:pt idx="8247">
                  <c:v>13:35</c:v>
                </c:pt>
                <c:pt idx="8248">
                  <c:v>13:35</c:v>
                </c:pt>
                <c:pt idx="8249">
                  <c:v>13:35</c:v>
                </c:pt>
                <c:pt idx="8250">
                  <c:v>13:36</c:v>
                </c:pt>
                <c:pt idx="8251">
                  <c:v>13:36</c:v>
                </c:pt>
                <c:pt idx="8252">
                  <c:v>13:36</c:v>
                </c:pt>
                <c:pt idx="8253">
                  <c:v>13:36</c:v>
                </c:pt>
                <c:pt idx="8254">
                  <c:v>13:36</c:v>
                </c:pt>
                <c:pt idx="8255">
                  <c:v>13:36</c:v>
                </c:pt>
                <c:pt idx="8256">
                  <c:v>13:36</c:v>
                </c:pt>
                <c:pt idx="8257">
                  <c:v>13:36</c:v>
                </c:pt>
                <c:pt idx="8258">
                  <c:v>13:36</c:v>
                </c:pt>
                <c:pt idx="8259">
                  <c:v>13:36</c:v>
                </c:pt>
                <c:pt idx="8260">
                  <c:v>13:36</c:v>
                </c:pt>
                <c:pt idx="8261">
                  <c:v>13:36</c:v>
                </c:pt>
                <c:pt idx="8262">
                  <c:v>13:36</c:v>
                </c:pt>
                <c:pt idx="8263">
                  <c:v>13:36</c:v>
                </c:pt>
                <c:pt idx="8264">
                  <c:v>13:36</c:v>
                </c:pt>
                <c:pt idx="8265">
                  <c:v>13:36</c:v>
                </c:pt>
                <c:pt idx="8266">
                  <c:v>13:36</c:v>
                </c:pt>
                <c:pt idx="8267">
                  <c:v>13:36</c:v>
                </c:pt>
                <c:pt idx="8268">
                  <c:v>13:36</c:v>
                </c:pt>
                <c:pt idx="8269">
                  <c:v>13:36</c:v>
                </c:pt>
                <c:pt idx="8270">
                  <c:v>13:36</c:v>
                </c:pt>
                <c:pt idx="8271">
                  <c:v>13:36</c:v>
                </c:pt>
                <c:pt idx="8272">
                  <c:v>13:36</c:v>
                </c:pt>
                <c:pt idx="8273">
                  <c:v>13:36</c:v>
                </c:pt>
                <c:pt idx="8274">
                  <c:v>13:36</c:v>
                </c:pt>
                <c:pt idx="8275">
                  <c:v>13:36</c:v>
                </c:pt>
                <c:pt idx="8276">
                  <c:v>13:36</c:v>
                </c:pt>
                <c:pt idx="8277">
                  <c:v>13:36</c:v>
                </c:pt>
                <c:pt idx="8278">
                  <c:v>13:36</c:v>
                </c:pt>
                <c:pt idx="8279">
                  <c:v>13:36</c:v>
                </c:pt>
                <c:pt idx="8280">
                  <c:v>13:37</c:v>
                </c:pt>
                <c:pt idx="8281">
                  <c:v>13:37</c:v>
                </c:pt>
                <c:pt idx="8282">
                  <c:v>13:37</c:v>
                </c:pt>
                <c:pt idx="8283">
                  <c:v>13:37</c:v>
                </c:pt>
                <c:pt idx="8284">
                  <c:v>13:37</c:v>
                </c:pt>
                <c:pt idx="8285">
                  <c:v>13:37</c:v>
                </c:pt>
                <c:pt idx="8286">
                  <c:v>13:37</c:v>
                </c:pt>
                <c:pt idx="8287">
                  <c:v>13:37</c:v>
                </c:pt>
                <c:pt idx="8288">
                  <c:v>13:37</c:v>
                </c:pt>
                <c:pt idx="8289">
                  <c:v>13:37</c:v>
                </c:pt>
                <c:pt idx="8290">
                  <c:v>13:37</c:v>
                </c:pt>
                <c:pt idx="8291">
                  <c:v>13:37</c:v>
                </c:pt>
                <c:pt idx="8292">
                  <c:v>13:37</c:v>
                </c:pt>
                <c:pt idx="8293">
                  <c:v>13:37</c:v>
                </c:pt>
                <c:pt idx="8294">
                  <c:v>13:37</c:v>
                </c:pt>
                <c:pt idx="8295">
                  <c:v>13:37</c:v>
                </c:pt>
                <c:pt idx="8296">
                  <c:v>13:37</c:v>
                </c:pt>
                <c:pt idx="8297">
                  <c:v>13:37</c:v>
                </c:pt>
                <c:pt idx="8298">
                  <c:v>13:37</c:v>
                </c:pt>
                <c:pt idx="8299">
                  <c:v>13:37</c:v>
                </c:pt>
                <c:pt idx="8300">
                  <c:v>13:37</c:v>
                </c:pt>
                <c:pt idx="8301">
                  <c:v>13:37</c:v>
                </c:pt>
                <c:pt idx="8302">
                  <c:v>13:37</c:v>
                </c:pt>
                <c:pt idx="8303">
                  <c:v>13:37</c:v>
                </c:pt>
                <c:pt idx="8304">
                  <c:v>13:37</c:v>
                </c:pt>
                <c:pt idx="8305">
                  <c:v>13:37</c:v>
                </c:pt>
                <c:pt idx="8306">
                  <c:v>13:37</c:v>
                </c:pt>
                <c:pt idx="8307">
                  <c:v>13:37</c:v>
                </c:pt>
                <c:pt idx="8308">
                  <c:v>13:37</c:v>
                </c:pt>
                <c:pt idx="8309">
                  <c:v>13:37</c:v>
                </c:pt>
                <c:pt idx="8310">
                  <c:v>13:38</c:v>
                </c:pt>
                <c:pt idx="8311">
                  <c:v>13:38</c:v>
                </c:pt>
                <c:pt idx="8312">
                  <c:v>13:38</c:v>
                </c:pt>
                <c:pt idx="8313">
                  <c:v>13:38</c:v>
                </c:pt>
                <c:pt idx="8314">
                  <c:v>13:38</c:v>
                </c:pt>
                <c:pt idx="8315">
                  <c:v>13:38</c:v>
                </c:pt>
                <c:pt idx="8316">
                  <c:v>13:38</c:v>
                </c:pt>
                <c:pt idx="8317">
                  <c:v>13:38</c:v>
                </c:pt>
                <c:pt idx="8318">
                  <c:v>13:38</c:v>
                </c:pt>
                <c:pt idx="8319">
                  <c:v>13:38</c:v>
                </c:pt>
                <c:pt idx="8320">
                  <c:v>13:38</c:v>
                </c:pt>
                <c:pt idx="8321">
                  <c:v>13:38</c:v>
                </c:pt>
                <c:pt idx="8322">
                  <c:v>13:38</c:v>
                </c:pt>
                <c:pt idx="8323">
                  <c:v>13:38</c:v>
                </c:pt>
                <c:pt idx="8324">
                  <c:v>13:38</c:v>
                </c:pt>
                <c:pt idx="8325">
                  <c:v>13:38</c:v>
                </c:pt>
                <c:pt idx="8326">
                  <c:v>13:38</c:v>
                </c:pt>
                <c:pt idx="8327">
                  <c:v>13:38</c:v>
                </c:pt>
                <c:pt idx="8328">
                  <c:v>13:38</c:v>
                </c:pt>
                <c:pt idx="8329">
                  <c:v>13:38</c:v>
                </c:pt>
                <c:pt idx="8330">
                  <c:v>13:38</c:v>
                </c:pt>
                <c:pt idx="8331">
                  <c:v>13:38</c:v>
                </c:pt>
                <c:pt idx="8332">
                  <c:v>13:38</c:v>
                </c:pt>
                <c:pt idx="8333">
                  <c:v>13:38</c:v>
                </c:pt>
                <c:pt idx="8334">
                  <c:v>13:38</c:v>
                </c:pt>
                <c:pt idx="8335">
                  <c:v>13:38</c:v>
                </c:pt>
                <c:pt idx="8336">
                  <c:v>13:38</c:v>
                </c:pt>
                <c:pt idx="8337">
                  <c:v>13:38</c:v>
                </c:pt>
                <c:pt idx="8338">
                  <c:v>13:38</c:v>
                </c:pt>
                <c:pt idx="8339">
                  <c:v>13:38</c:v>
                </c:pt>
                <c:pt idx="8340">
                  <c:v>13:39</c:v>
                </c:pt>
                <c:pt idx="8341">
                  <c:v>13:39</c:v>
                </c:pt>
                <c:pt idx="8342">
                  <c:v>13:39</c:v>
                </c:pt>
                <c:pt idx="8343">
                  <c:v>13:39</c:v>
                </c:pt>
                <c:pt idx="8344">
                  <c:v>13:39</c:v>
                </c:pt>
                <c:pt idx="8345">
                  <c:v>13:39</c:v>
                </c:pt>
                <c:pt idx="8346">
                  <c:v>13:39</c:v>
                </c:pt>
                <c:pt idx="8347">
                  <c:v>13:39</c:v>
                </c:pt>
                <c:pt idx="8348">
                  <c:v>13:39</c:v>
                </c:pt>
                <c:pt idx="8349">
                  <c:v>13:39</c:v>
                </c:pt>
                <c:pt idx="8350">
                  <c:v>13:39</c:v>
                </c:pt>
                <c:pt idx="8351">
                  <c:v>13:39</c:v>
                </c:pt>
                <c:pt idx="8352">
                  <c:v>13:39</c:v>
                </c:pt>
                <c:pt idx="8353">
                  <c:v>13:39</c:v>
                </c:pt>
                <c:pt idx="8354">
                  <c:v>13:39</c:v>
                </c:pt>
                <c:pt idx="8355">
                  <c:v>13:39</c:v>
                </c:pt>
                <c:pt idx="8356">
                  <c:v>13:39</c:v>
                </c:pt>
                <c:pt idx="8357">
                  <c:v>13:39</c:v>
                </c:pt>
                <c:pt idx="8358">
                  <c:v>13:39</c:v>
                </c:pt>
                <c:pt idx="8359">
                  <c:v>13:39</c:v>
                </c:pt>
                <c:pt idx="8360">
                  <c:v>13:39</c:v>
                </c:pt>
                <c:pt idx="8361">
                  <c:v>13:39</c:v>
                </c:pt>
                <c:pt idx="8362">
                  <c:v>13:39</c:v>
                </c:pt>
                <c:pt idx="8363">
                  <c:v>13:39</c:v>
                </c:pt>
                <c:pt idx="8364">
                  <c:v>13:39</c:v>
                </c:pt>
                <c:pt idx="8365">
                  <c:v>13:39</c:v>
                </c:pt>
                <c:pt idx="8366">
                  <c:v>13:39</c:v>
                </c:pt>
                <c:pt idx="8367">
                  <c:v>13:39</c:v>
                </c:pt>
                <c:pt idx="8368">
                  <c:v>13:39</c:v>
                </c:pt>
                <c:pt idx="8369">
                  <c:v>13:39</c:v>
                </c:pt>
                <c:pt idx="8370">
                  <c:v>13:40</c:v>
                </c:pt>
                <c:pt idx="8371">
                  <c:v>13:40</c:v>
                </c:pt>
                <c:pt idx="8372">
                  <c:v>13:40</c:v>
                </c:pt>
                <c:pt idx="8373">
                  <c:v>13:40</c:v>
                </c:pt>
                <c:pt idx="8374">
                  <c:v>13:40</c:v>
                </c:pt>
                <c:pt idx="8375">
                  <c:v>13:40</c:v>
                </c:pt>
                <c:pt idx="8376">
                  <c:v>13:40</c:v>
                </c:pt>
                <c:pt idx="8377">
                  <c:v>13:40</c:v>
                </c:pt>
                <c:pt idx="8378">
                  <c:v>13:40</c:v>
                </c:pt>
                <c:pt idx="8379">
                  <c:v>13:40</c:v>
                </c:pt>
                <c:pt idx="8380">
                  <c:v>13:40</c:v>
                </c:pt>
                <c:pt idx="8381">
                  <c:v>13:40</c:v>
                </c:pt>
                <c:pt idx="8382">
                  <c:v>13:40</c:v>
                </c:pt>
                <c:pt idx="8383">
                  <c:v>13:40</c:v>
                </c:pt>
                <c:pt idx="8384">
                  <c:v>13:40</c:v>
                </c:pt>
                <c:pt idx="8385">
                  <c:v>13:40</c:v>
                </c:pt>
                <c:pt idx="8386">
                  <c:v>13:40</c:v>
                </c:pt>
                <c:pt idx="8387">
                  <c:v>13:40</c:v>
                </c:pt>
                <c:pt idx="8388">
                  <c:v>13:40</c:v>
                </c:pt>
                <c:pt idx="8389">
                  <c:v>13:40</c:v>
                </c:pt>
                <c:pt idx="8390">
                  <c:v>13:40</c:v>
                </c:pt>
                <c:pt idx="8391">
                  <c:v>13:40</c:v>
                </c:pt>
                <c:pt idx="8392">
                  <c:v>13:40</c:v>
                </c:pt>
                <c:pt idx="8393">
                  <c:v>13:40</c:v>
                </c:pt>
                <c:pt idx="8394">
                  <c:v>13:40</c:v>
                </c:pt>
                <c:pt idx="8395">
                  <c:v>13:40</c:v>
                </c:pt>
                <c:pt idx="8396">
                  <c:v>13:40</c:v>
                </c:pt>
                <c:pt idx="8397">
                  <c:v>13:40</c:v>
                </c:pt>
                <c:pt idx="8398">
                  <c:v>13:40</c:v>
                </c:pt>
                <c:pt idx="8399">
                  <c:v>13:40</c:v>
                </c:pt>
                <c:pt idx="8400">
                  <c:v>13:41</c:v>
                </c:pt>
                <c:pt idx="8401">
                  <c:v>13:41</c:v>
                </c:pt>
                <c:pt idx="8402">
                  <c:v>13:41</c:v>
                </c:pt>
                <c:pt idx="8403">
                  <c:v>13:41</c:v>
                </c:pt>
                <c:pt idx="8404">
                  <c:v>13:41</c:v>
                </c:pt>
                <c:pt idx="8405">
                  <c:v>13:41</c:v>
                </c:pt>
                <c:pt idx="8406">
                  <c:v>13:41</c:v>
                </c:pt>
                <c:pt idx="8407">
                  <c:v>13:41</c:v>
                </c:pt>
                <c:pt idx="8408">
                  <c:v>13:41</c:v>
                </c:pt>
                <c:pt idx="8409">
                  <c:v>13:41</c:v>
                </c:pt>
                <c:pt idx="8410">
                  <c:v>13:41</c:v>
                </c:pt>
                <c:pt idx="8411">
                  <c:v>13:41</c:v>
                </c:pt>
                <c:pt idx="8412">
                  <c:v>13:41</c:v>
                </c:pt>
                <c:pt idx="8413">
                  <c:v>13:41</c:v>
                </c:pt>
                <c:pt idx="8414">
                  <c:v>13:41</c:v>
                </c:pt>
                <c:pt idx="8415">
                  <c:v>13:41</c:v>
                </c:pt>
                <c:pt idx="8416">
                  <c:v>13:41</c:v>
                </c:pt>
                <c:pt idx="8417">
                  <c:v>13:41</c:v>
                </c:pt>
                <c:pt idx="8418">
                  <c:v>13:41</c:v>
                </c:pt>
                <c:pt idx="8419">
                  <c:v>13:41</c:v>
                </c:pt>
                <c:pt idx="8420">
                  <c:v>13:41</c:v>
                </c:pt>
                <c:pt idx="8421">
                  <c:v>13:41</c:v>
                </c:pt>
                <c:pt idx="8422">
                  <c:v>13:41</c:v>
                </c:pt>
                <c:pt idx="8423">
                  <c:v>13:41</c:v>
                </c:pt>
                <c:pt idx="8424">
                  <c:v>13:41</c:v>
                </c:pt>
                <c:pt idx="8425">
                  <c:v>13:41</c:v>
                </c:pt>
                <c:pt idx="8426">
                  <c:v>13:41</c:v>
                </c:pt>
                <c:pt idx="8427">
                  <c:v>13:41</c:v>
                </c:pt>
                <c:pt idx="8428">
                  <c:v>13:41</c:v>
                </c:pt>
                <c:pt idx="8429">
                  <c:v>13:41</c:v>
                </c:pt>
                <c:pt idx="8430">
                  <c:v>13:42</c:v>
                </c:pt>
                <c:pt idx="8431">
                  <c:v>13:42</c:v>
                </c:pt>
                <c:pt idx="8432">
                  <c:v>13:42</c:v>
                </c:pt>
                <c:pt idx="8433">
                  <c:v>13:42</c:v>
                </c:pt>
                <c:pt idx="8434">
                  <c:v>13:42</c:v>
                </c:pt>
                <c:pt idx="8435">
                  <c:v>13:42</c:v>
                </c:pt>
                <c:pt idx="8436">
                  <c:v>13:42</c:v>
                </c:pt>
                <c:pt idx="8437">
                  <c:v>13:42</c:v>
                </c:pt>
                <c:pt idx="8438">
                  <c:v>13:42</c:v>
                </c:pt>
                <c:pt idx="8439">
                  <c:v>13:42</c:v>
                </c:pt>
                <c:pt idx="8440">
                  <c:v>13:42</c:v>
                </c:pt>
                <c:pt idx="8441">
                  <c:v>13:42</c:v>
                </c:pt>
                <c:pt idx="8442">
                  <c:v>13:42</c:v>
                </c:pt>
                <c:pt idx="8443">
                  <c:v>13:42</c:v>
                </c:pt>
                <c:pt idx="8444">
                  <c:v>13:42</c:v>
                </c:pt>
                <c:pt idx="8445">
                  <c:v>13:42</c:v>
                </c:pt>
                <c:pt idx="8446">
                  <c:v>13:42</c:v>
                </c:pt>
                <c:pt idx="8447">
                  <c:v>13:42</c:v>
                </c:pt>
                <c:pt idx="8448">
                  <c:v>13:42</c:v>
                </c:pt>
                <c:pt idx="8449">
                  <c:v>13:42</c:v>
                </c:pt>
                <c:pt idx="8450">
                  <c:v>13:42</c:v>
                </c:pt>
                <c:pt idx="8451">
                  <c:v>13:42</c:v>
                </c:pt>
                <c:pt idx="8452">
                  <c:v>13:42</c:v>
                </c:pt>
                <c:pt idx="8453">
                  <c:v>13:42</c:v>
                </c:pt>
                <c:pt idx="8454">
                  <c:v>13:42</c:v>
                </c:pt>
                <c:pt idx="8455">
                  <c:v>13:42</c:v>
                </c:pt>
                <c:pt idx="8456">
                  <c:v>13:42</c:v>
                </c:pt>
                <c:pt idx="8457">
                  <c:v>13:42</c:v>
                </c:pt>
                <c:pt idx="8458">
                  <c:v>13:42</c:v>
                </c:pt>
                <c:pt idx="8459">
                  <c:v>13:42</c:v>
                </c:pt>
                <c:pt idx="8460">
                  <c:v>13:43</c:v>
                </c:pt>
                <c:pt idx="8461">
                  <c:v>13:43</c:v>
                </c:pt>
                <c:pt idx="8462">
                  <c:v>13:43</c:v>
                </c:pt>
                <c:pt idx="8463">
                  <c:v>13:43</c:v>
                </c:pt>
                <c:pt idx="8464">
                  <c:v>13:43</c:v>
                </c:pt>
                <c:pt idx="8465">
                  <c:v>13:43</c:v>
                </c:pt>
                <c:pt idx="8466">
                  <c:v>13:43</c:v>
                </c:pt>
                <c:pt idx="8467">
                  <c:v>13:43</c:v>
                </c:pt>
                <c:pt idx="8468">
                  <c:v>13:43</c:v>
                </c:pt>
                <c:pt idx="8469">
                  <c:v>13:43</c:v>
                </c:pt>
                <c:pt idx="8470">
                  <c:v>13:43</c:v>
                </c:pt>
                <c:pt idx="8471">
                  <c:v>13:43</c:v>
                </c:pt>
                <c:pt idx="8472">
                  <c:v>13:43</c:v>
                </c:pt>
                <c:pt idx="8473">
                  <c:v>13:43</c:v>
                </c:pt>
                <c:pt idx="8474">
                  <c:v>13:43</c:v>
                </c:pt>
                <c:pt idx="8475">
                  <c:v>13:43</c:v>
                </c:pt>
                <c:pt idx="8476">
                  <c:v>13:43</c:v>
                </c:pt>
                <c:pt idx="8477">
                  <c:v>13:43</c:v>
                </c:pt>
                <c:pt idx="8478">
                  <c:v>13:43</c:v>
                </c:pt>
                <c:pt idx="8479">
                  <c:v>13:43</c:v>
                </c:pt>
                <c:pt idx="8480">
                  <c:v>13:43</c:v>
                </c:pt>
                <c:pt idx="8481">
                  <c:v>13:43</c:v>
                </c:pt>
                <c:pt idx="8482">
                  <c:v>13:43</c:v>
                </c:pt>
                <c:pt idx="8483">
                  <c:v>13:43</c:v>
                </c:pt>
                <c:pt idx="8484">
                  <c:v>13:43</c:v>
                </c:pt>
                <c:pt idx="8485">
                  <c:v>13:43</c:v>
                </c:pt>
                <c:pt idx="8486">
                  <c:v>13:43</c:v>
                </c:pt>
                <c:pt idx="8487">
                  <c:v>13:43</c:v>
                </c:pt>
                <c:pt idx="8488">
                  <c:v>13:43</c:v>
                </c:pt>
                <c:pt idx="8489">
                  <c:v>13:43</c:v>
                </c:pt>
                <c:pt idx="8490">
                  <c:v>13:44</c:v>
                </c:pt>
                <c:pt idx="8491">
                  <c:v>13:44</c:v>
                </c:pt>
                <c:pt idx="8492">
                  <c:v>13:44</c:v>
                </c:pt>
                <c:pt idx="8493">
                  <c:v>13:44</c:v>
                </c:pt>
                <c:pt idx="8494">
                  <c:v>13:44</c:v>
                </c:pt>
                <c:pt idx="8495">
                  <c:v>13:44</c:v>
                </c:pt>
                <c:pt idx="8496">
                  <c:v>13:44</c:v>
                </c:pt>
                <c:pt idx="8497">
                  <c:v>13:44</c:v>
                </c:pt>
                <c:pt idx="8498">
                  <c:v>13:44</c:v>
                </c:pt>
                <c:pt idx="8499">
                  <c:v>13:44</c:v>
                </c:pt>
                <c:pt idx="8500">
                  <c:v>13:44</c:v>
                </c:pt>
                <c:pt idx="8501">
                  <c:v>13:44</c:v>
                </c:pt>
                <c:pt idx="8502">
                  <c:v>13:44</c:v>
                </c:pt>
                <c:pt idx="8503">
                  <c:v>13:44</c:v>
                </c:pt>
                <c:pt idx="8504">
                  <c:v>13:44</c:v>
                </c:pt>
                <c:pt idx="8505">
                  <c:v>13:44</c:v>
                </c:pt>
                <c:pt idx="8506">
                  <c:v>13:44</c:v>
                </c:pt>
                <c:pt idx="8507">
                  <c:v>13:44</c:v>
                </c:pt>
                <c:pt idx="8508">
                  <c:v>13:44</c:v>
                </c:pt>
                <c:pt idx="8509">
                  <c:v>13:44</c:v>
                </c:pt>
                <c:pt idx="8510">
                  <c:v>13:44</c:v>
                </c:pt>
                <c:pt idx="8511">
                  <c:v>13:44</c:v>
                </c:pt>
                <c:pt idx="8512">
                  <c:v>13:44</c:v>
                </c:pt>
                <c:pt idx="8513">
                  <c:v>13:44</c:v>
                </c:pt>
                <c:pt idx="8514">
                  <c:v>13:44</c:v>
                </c:pt>
                <c:pt idx="8515">
                  <c:v>13:44</c:v>
                </c:pt>
                <c:pt idx="8516">
                  <c:v>13:44</c:v>
                </c:pt>
                <c:pt idx="8517">
                  <c:v>13:44</c:v>
                </c:pt>
                <c:pt idx="8518">
                  <c:v>13:44</c:v>
                </c:pt>
                <c:pt idx="8519">
                  <c:v>13:44</c:v>
                </c:pt>
                <c:pt idx="8520">
                  <c:v>13:45</c:v>
                </c:pt>
                <c:pt idx="8521">
                  <c:v>13:45</c:v>
                </c:pt>
                <c:pt idx="8522">
                  <c:v>13:45</c:v>
                </c:pt>
                <c:pt idx="8523">
                  <c:v>13:45</c:v>
                </c:pt>
                <c:pt idx="8524">
                  <c:v>13:45</c:v>
                </c:pt>
                <c:pt idx="8525">
                  <c:v>13:45</c:v>
                </c:pt>
                <c:pt idx="8526">
                  <c:v>13:45</c:v>
                </c:pt>
                <c:pt idx="8527">
                  <c:v>13:45</c:v>
                </c:pt>
                <c:pt idx="8528">
                  <c:v>13:45</c:v>
                </c:pt>
                <c:pt idx="8529">
                  <c:v>13:45</c:v>
                </c:pt>
                <c:pt idx="8530">
                  <c:v>13:45</c:v>
                </c:pt>
                <c:pt idx="8531">
                  <c:v>13:45</c:v>
                </c:pt>
                <c:pt idx="8532">
                  <c:v>13:45</c:v>
                </c:pt>
                <c:pt idx="8533">
                  <c:v>13:45</c:v>
                </c:pt>
                <c:pt idx="8534">
                  <c:v>13:45</c:v>
                </c:pt>
                <c:pt idx="8535">
                  <c:v>13:45</c:v>
                </c:pt>
                <c:pt idx="8536">
                  <c:v>13:45</c:v>
                </c:pt>
                <c:pt idx="8537">
                  <c:v>13:45</c:v>
                </c:pt>
                <c:pt idx="8538">
                  <c:v>13:45</c:v>
                </c:pt>
                <c:pt idx="8539">
                  <c:v>13:45</c:v>
                </c:pt>
                <c:pt idx="8540">
                  <c:v>13:45</c:v>
                </c:pt>
                <c:pt idx="8541">
                  <c:v>13:45</c:v>
                </c:pt>
                <c:pt idx="8542">
                  <c:v>13:45</c:v>
                </c:pt>
                <c:pt idx="8543">
                  <c:v>13:45</c:v>
                </c:pt>
                <c:pt idx="8544">
                  <c:v>13:45</c:v>
                </c:pt>
                <c:pt idx="8545">
                  <c:v>13:45</c:v>
                </c:pt>
                <c:pt idx="8546">
                  <c:v>13:45</c:v>
                </c:pt>
                <c:pt idx="8547">
                  <c:v>13:45</c:v>
                </c:pt>
                <c:pt idx="8548">
                  <c:v>13:45</c:v>
                </c:pt>
                <c:pt idx="8549">
                  <c:v>13:45</c:v>
                </c:pt>
                <c:pt idx="8550">
                  <c:v>13:46</c:v>
                </c:pt>
                <c:pt idx="8551">
                  <c:v>13:46</c:v>
                </c:pt>
                <c:pt idx="8552">
                  <c:v>13:46</c:v>
                </c:pt>
                <c:pt idx="8553">
                  <c:v>13:46</c:v>
                </c:pt>
                <c:pt idx="8554">
                  <c:v>13:46</c:v>
                </c:pt>
                <c:pt idx="8555">
                  <c:v>13:46</c:v>
                </c:pt>
                <c:pt idx="8556">
                  <c:v>13:46</c:v>
                </c:pt>
                <c:pt idx="8557">
                  <c:v>13:46</c:v>
                </c:pt>
                <c:pt idx="8558">
                  <c:v>13:46</c:v>
                </c:pt>
                <c:pt idx="8559">
                  <c:v>13:46</c:v>
                </c:pt>
                <c:pt idx="8560">
                  <c:v>13:46</c:v>
                </c:pt>
                <c:pt idx="8561">
                  <c:v>13:46</c:v>
                </c:pt>
                <c:pt idx="8562">
                  <c:v>13:46</c:v>
                </c:pt>
                <c:pt idx="8563">
                  <c:v>13:46</c:v>
                </c:pt>
                <c:pt idx="8564">
                  <c:v>13:46</c:v>
                </c:pt>
                <c:pt idx="8565">
                  <c:v>13:46</c:v>
                </c:pt>
                <c:pt idx="8566">
                  <c:v>13:46</c:v>
                </c:pt>
                <c:pt idx="8567">
                  <c:v>13:46</c:v>
                </c:pt>
                <c:pt idx="8568">
                  <c:v>13:46</c:v>
                </c:pt>
                <c:pt idx="8569">
                  <c:v>13:46</c:v>
                </c:pt>
                <c:pt idx="8570">
                  <c:v>13:46</c:v>
                </c:pt>
                <c:pt idx="8571">
                  <c:v>13:46</c:v>
                </c:pt>
                <c:pt idx="8572">
                  <c:v>13:46</c:v>
                </c:pt>
                <c:pt idx="8573">
                  <c:v>13:46</c:v>
                </c:pt>
                <c:pt idx="8574">
                  <c:v>13:46</c:v>
                </c:pt>
                <c:pt idx="8575">
                  <c:v>13:46</c:v>
                </c:pt>
                <c:pt idx="8576">
                  <c:v>13:46</c:v>
                </c:pt>
                <c:pt idx="8577">
                  <c:v>13:46</c:v>
                </c:pt>
                <c:pt idx="8578">
                  <c:v>13:46</c:v>
                </c:pt>
                <c:pt idx="8579">
                  <c:v>13:46</c:v>
                </c:pt>
                <c:pt idx="8580">
                  <c:v>13:47</c:v>
                </c:pt>
                <c:pt idx="8581">
                  <c:v>13:47</c:v>
                </c:pt>
                <c:pt idx="8582">
                  <c:v>13:47</c:v>
                </c:pt>
                <c:pt idx="8583">
                  <c:v>13:47</c:v>
                </c:pt>
                <c:pt idx="8584">
                  <c:v>13:47</c:v>
                </c:pt>
                <c:pt idx="8585">
                  <c:v>13:47</c:v>
                </c:pt>
                <c:pt idx="8586">
                  <c:v>13:47</c:v>
                </c:pt>
                <c:pt idx="8587">
                  <c:v>13:47</c:v>
                </c:pt>
                <c:pt idx="8588">
                  <c:v>13:47</c:v>
                </c:pt>
                <c:pt idx="8589">
                  <c:v>13:47</c:v>
                </c:pt>
                <c:pt idx="8590">
                  <c:v>13:47</c:v>
                </c:pt>
                <c:pt idx="8591">
                  <c:v>13:47</c:v>
                </c:pt>
                <c:pt idx="8592">
                  <c:v>13:47</c:v>
                </c:pt>
                <c:pt idx="8593">
                  <c:v>13:47</c:v>
                </c:pt>
                <c:pt idx="8594">
                  <c:v>13:47</c:v>
                </c:pt>
                <c:pt idx="8595">
                  <c:v>13:47</c:v>
                </c:pt>
                <c:pt idx="8596">
                  <c:v>13:47</c:v>
                </c:pt>
                <c:pt idx="8597">
                  <c:v>13:47</c:v>
                </c:pt>
                <c:pt idx="8598">
                  <c:v>13:47</c:v>
                </c:pt>
                <c:pt idx="8599">
                  <c:v>13:47</c:v>
                </c:pt>
                <c:pt idx="8600">
                  <c:v>13:47</c:v>
                </c:pt>
                <c:pt idx="8601">
                  <c:v>13:47</c:v>
                </c:pt>
                <c:pt idx="8602">
                  <c:v>13:47</c:v>
                </c:pt>
                <c:pt idx="8603">
                  <c:v>13:47</c:v>
                </c:pt>
                <c:pt idx="8604">
                  <c:v>13:47</c:v>
                </c:pt>
                <c:pt idx="8605">
                  <c:v>13:47</c:v>
                </c:pt>
                <c:pt idx="8606">
                  <c:v>13:47</c:v>
                </c:pt>
                <c:pt idx="8607">
                  <c:v>13:47</c:v>
                </c:pt>
                <c:pt idx="8608">
                  <c:v>13:47</c:v>
                </c:pt>
                <c:pt idx="8609">
                  <c:v>13:47</c:v>
                </c:pt>
                <c:pt idx="8610">
                  <c:v>13:48</c:v>
                </c:pt>
                <c:pt idx="8611">
                  <c:v>13:48</c:v>
                </c:pt>
                <c:pt idx="8612">
                  <c:v>13:48</c:v>
                </c:pt>
                <c:pt idx="8613">
                  <c:v>13:48</c:v>
                </c:pt>
                <c:pt idx="8614">
                  <c:v>13:48</c:v>
                </c:pt>
                <c:pt idx="8615">
                  <c:v>13:48</c:v>
                </c:pt>
                <c:pt idx="8616">
                  <c:v>13:48</c:v>
                </c:pt>
                <c:pt idx="8617">
                  <c:v>13:48</c:v>
                </c:pt>
                <c:pt idx="8618">
                  <c:v>13:48</c:v>
                </c:pt>
                <c:pt idx="8619">
                  <c:v>13:48</c:v>
                </c:pt>
                <c:pt idx="8620">
                  <c:v>13:48</c:v>
                </c:pt>
                <c:pt idx="8621">
                  <c:v>13:48</c:v>
                </c:pt>
                <c:pt idx="8622">
                  <c:v>13:48</c:v>
                </c:pt>
                <c:pt idx="8623">
                  <c:v>13:48</c:v>
                </c:pt>
                <c:pt idx="8624">
                  <c:v>13:48</c:v>
                </c:pt>
                <c:pt idx="8625">
                  <c:v>13:48</c:v>
                </c:pt>
                <c:pt idx="8626">
                  <c:v>13:48</c:v>
                </c:pt>
                <c:pt idx="8627">
                  <c:v>13:48</c:v>
                </c:pt>
                <c:pt idx="8628">
                  <c:v>13:48</c:v>
                </c:pt>
                <c:pt idx="8629">
                  <c:v>13:48</c:v>
                </c:pt>
                <c:pt idx="8630">
                  <c:v>13:48</c:v>
                </c:pt>
                <c:pt idx="8631">
                  <c:v>13:48</c:v>
                </c:pt>
                <c:pt idx="8632">
                  <c:v>13:48</c:v>
                </c:pt>
                <c:pt idx="8633">
                  <c:v>13:48</c:v>
                </c:pt>
                <c:pt idx="8634">
                  <c:v>13:48</c:v>
                </c:pt>
                <c:pt idx="8635">
                  <c:v>13:48</c:v>
                </c:pt>
                <c:pt idx="8636">
                  <c:v>13:48</c:v>
                </c:pt>
                <c:pt idx="8637">
                  <c:v>13:48</c:v>
                </c:pt>
                <c:pt idx="8638">
                  <c:v>13:48</c:v>
                </c:pt>
                <c:pt idx="8639">
                  <c:v>13:48</c:v>
                </c:pt>
                <c:pt idx="8640">
                  <c:v>13:49</c:v>
                </c:pt>
                <c:pt idx="8641">
                  <c:v>13:49</c:v>
                </c:pt>
                <c:pt idx="8642">
                  <c:v>13:49</c:v>
                </c:pt>
                <c:pt idx="8643">
                  <c:v>13:49</c:v>
                </c:pt>
                <c:pt idx="8644">
                  <c:v>13:49</c:v>
                </c:pt>
                <c:pt idx="8645">
                  <c:v>13:49</c:v>
                </c:pt>
                <c:pt idx="8646">
                  <c:v>13:49</c:v>
                </c:pt>
                <c:pt idx="8647">
                  <c:v>13:49</c:v>
                </c:pt>
                <c:pt idx="8648">
                  <c:v>13:49</c:v>
                </c:pt>
                <c:pt idx="8649">
                  <c:v>13:49</c:v>
                </c:pt>
                <c:pt idx="8650">
                  <c:v>13:49</c:v>
                </c:pt>
                <c:pt idx="8651">
                  <c:v>13:49</c:v>
                </c:pt>
                <c:pt idx="8652">
                  <c:v>13:49</c:v>
                </c:pt>
                <c:pt idx="8653">
                  <c:v>13:49</c:v>
                </c:pt>
                <c:pt idx="8654">
                  <c:v>13:49</c:v>
                </c:pt>
                <c:pt idx="8655">
                  <c:v>13:49</c:v>
                </c:pt>
                <c:pt idx="8656">
                  <c:v>13:49</c:v>
                </c:pt>
                <c:pt idx="8657">
                  <c:v>13:49</c:v>
                </c:pt>
                <c:pt idx="8658">
                  <c:v>13:49</c:v>
                </c:pt>
                <c:pt idx="8659">
                  <c:v>13:49</c:v>
                </c:pt>
                <c:pt idx="8660">
                  <c:v>13:49</c:v>
                </c:pt>
                <c:pt idx="8661">
                  <c:v>13:49</c:v>
                </c:pt>
                <c:pt idx="8662">
                  <c:v>13:49</c:v>
                </c:pt>
                <c:pt idx="8663">
                  <c:v>13:49</c:v>
                </c:pt>
                <c:pt idx="8664">
                  <c:v>13:49</c:v>
                </c:pt>
                <c:pt idx="8665">
                  <c:v>13:49</c:v>
                </c:pt>
                <c:pt idx="8666">
                  <c:v>13:49</c:v>
                </c:pt>
                <c:pt idx="8667">
                  <c:v>13:49</c:v>
                </c:pt>
                <c:pt idx="8668">
                  <c:v>13:49</c:v>
                </c:pt>
                <c:pt idx="8669">
                  <c:v>13:49</c:v>
                </c:pt>
                <c:pt idx="8670">
                  <c:v>13:50</c:v>
                </c:pt>
                <c:pt idx="8671">
                  <c:v>13:50</c:v>
                </c:pt>
                <c:pt idx="8672">
                  <c:v>13:50</c:v>
                </c:pt>
                <c:pt idx="8673">
                  <c:v>13:50</c:v>
                </c:pt>
                <c:pt idx="8674">
                  <c:v>13:50</c:v>
                </c:pt>
                <c:pt idx="8675">
                  <c:v>13:50</c:v>
                </c:pt>
                <c:pt idx="8676">
                  <c:v>13:50</c:v>
                </c:pt>
                <c:pt idx="8677">
                  <c:v>13:50</c:v>
                </c:pt>
                <c:pt idx="8678">
                  <c:v>13:50</c:v>
                </c:pt>
                <c:pt idx="8679">
                  <c:v>13:50</c:v>
                </c:pt>
                <c:pt idx="8680">
                  <c:v>13:50</c:v>
                </c:pt>
                <c:pt idx="8681">
                  <c:v>13:50</c:v>
                </c:pt>
                <c:pt idx="8682">
                  <c:v>13:50</c:v>
                </c:pt>
                <c:pt idx="8683">
                  <c:v>13:50</c:v>
                </c:pt>
                <c:pt idx="8684">
                  <c:v>13:50</c:v>
                </c:pt>
                <c:pt idx="8685">
                  <c:v>13:50</c:v>
                </c:pt>
                <c:pt idx="8686">
                  <c:v>13:50</c:v>
                </c:pt>
                <c:pt idx="8687">
                  <c:v>13:50</c:v>
                </c:pt>
                <c:pt idx="8688">
                  <c:v>13:50</c:v>
                </c:pt>
                <c:pt idx="8689">
                  <c:v>13:50</c:v>
                </c:pt>
                <c:pt idx="8690">
                  <c:v>13:50</c:v>
                </c:pt>
                <c:pt idx="8691">
                  <c:v>13:50</c:v>
                </c:pt>
                <c:pt idx="8692">
                  <c:v>13:50</c:v>
                </c:pt>
                <c:pt idx="8693">
                  <c:v>13:50</c:v>
                </c:pt>
                <c:pt idx="8694">
                  <c:v>13:50</c:v>
                </c:pt>
                <c:pt idx="8695">
                  <c:v>13:50</c:v>
                </c:pt>
                <c:pt idx="8696">
                  <c:v>13:50</c:v>
                </c:pt>
                <c:pt idx="8697">
                  <c:v>13:50</c:v>
                </c:pt>
                <c:pt idx="8698">
                  <c:v>13:50</c:v>
                </c:pt>
                <c:pt idx="8699">
                  <c:v>13:50</c:v>
                </c:pt>
                <c:pt idx="8700">
                  <c:v>13:51</c:v>
                </c:pt>
                <c:pt idx="8701">
                  <c:v>13:51</c:v>
                </c:pt>
                <c:pt idx="8702">
                  <c:v>13:51</c:v>
                </c:pt>
                <c:pt idx="8703">
                  <c:v>13:51</c:v>
                </c:pt>
                <c:pt idx="8704">
                  <c:v>13:51</c:v>
                </c:pt>
                <c:pt idx="8705">
                  <c:v>13:51</c:v>
                </c:pt>
                <c:pt idx="8706">
                  <c:v>13:51</c:v>
                </c:pt>
                <c:pt idx="8707">
                  <c:v>13:51</c:v>
                </c:pt>
                <c:pt idx="8708">
                  <c:v>13:51</c:v>
                </c:pt>
                <c:pt idx="8709">
                  <c:v>13:51</c:v>
                </c:pt>
                <c:pt idx="8710">
                  <c:v>13:51</c:v>
                </c:pt>
                <c:pt idx="8711">
                  <c:v>13:51</c:v>
                </c:pt>
                <c:pt idx="8712">
                  <c:v>13:51</c:v>
                </c:pt>
                <c:pt idx="8713">
                  <c:v>13:51</c:v>
                </c:pt>
                <c:pt idx="8714">
                  <c:v>13:51</c:v>
                </c:pt>
                <c:pt idx="8715">
                  <c:v>13:51</c:v>
                </c:pt>
                <c:pt idx="8716">
                  <c:v>13:51</c:v>
                </c:pt>
                <c:pt idx="8717">
                  <c:v>13:51</c:v>
                </c:pt>
                <c:pt idx="8718">
                  <c:v>13:51</c:v>
                </c:pt>
                <c:pt idx="8719">
                  <c:v>13:51</c:v>
                </c:pt>
                <c:pt idx="8720">
                  <c:v>13:51</c:v>
                </c:pt>
                <c:pt idx="8721">
                  <c:v>13:51</c:v>
                </c:pt>
                <c:pt idx="8722">
                  <c:v>13:51</c:v>
                </c:pt>
                <c:pt idx="8723">
                  <c:v>13:51</c:v>
                </c:pt>
                <c:pt idx="8724">
                  <c:v>13:51</c:v>
                </c:pt>
                <c:pt idx="8725">
                  <c:v>13:51</c:v>
                </c:pt>
                <c:pt idx="8726">
                  <c:v>13:51</c:v>
                </c:pt>
                <c:pt idx="8727">
                  <c:v>13:51</c:v>
                </c:pt>
                <c:pt idx="8728">
                  <c:v>13:51</c:v>
                </c:pt>
                <c:pt idx="8729">
                  <c:v>13:51</c:v>
                </c:pt>
                <c:pt idx="8730">
                  <c:v>13:52</c:v>
                </c:pt>
                <c:pt idx="8731">
                  <c:v>13:52</c:v>
                </c:pt>
                <c:pt idx="8732">
                  <c:v>13:52</c:v>
                </c:pt>
                <c:pt idx="8733">
                  <c:v>13:52</c:v>
                </c:pt>
                <c:pt idx="8734">
                  <c:v>13:52</c:v>
                </c:pt>
                <c:pt idx="8735">
                  <c:v>13:52</c:v>
                </c:pt>
                <c:pt idx="8736">
                  <c:v>13:52</c:v>
                </c:pt>
                <c:pt idx="8737">
                  <c:v>13:52</c:v>
                </c:pt>
                <c:pt idx="8738">
                  <c:v>13:52</c:v>
                </c:pt>
                <c:pt idx="8739">
                  <c:v>13:52</c:v>
                </c:pt>
                <c:pt idx="8740">
                  <c:v>13:52</c:v>
                </c:pt>
                <c:pt idx="8741">
                  <c:v>13:52</c:v>
                </c:pt>
                <c:pt idx="8742">
                  <c:v>13:52</c:v>
                </c:pt>
                <c:pt idx="8743">
                  <c:v>13:52</c:v>
                </c:pt>
                <c:pt idx="8744">
                  <c:v>13:52</c:v>
                </c:pt>
                <c:pt idx="8745">
                  <c:v>13:52</c:v>
                </c:pt>
                <c:pt idx="8746">
                  <c:v>13:52</c:v>
                </c:pt>
                <c:pt idx="8747">
                  <c:v>13:52</c:v>
                </c:pt>
                <c:pt idx="8748">
                  <c:v>13:52</c:v>
                </c:pt>
                <c:pt idx="8749">
                  <c:v>13:52</c:v>
                </c:pt>
                <c:pt idx="8750">
                  <c:v>13:52</c:v>
                </c:pt>
                <c:pt idx="8751">
                  <c:v>13:52</c:v>
                </c:pt>
                <c:pt idx="8752">
                  <c:v>13:52</c:v>
                </c:pt>
                <c:pt idx="8753">
                  <c:v>13:52</c:v>
                </c:pt>
                <c:pt idx="8754">
                  <c:v>13:52</c:v>
                </c:pt>
                <c:pt idx="8755">
                  <c:v>13:52</c:v>
                </c:pt>
                <c:pt idx="8756">
                  <c:v>13:52</c:v>
                </c:pt>
                <c:pt idx="8757">
                  <c:v>13:52</c:v>
                </c:pt>
                <c:pt idx="8758">
                  <c:v>13:52</c:v>
                </c:pt>
                <c:pt idx="8759">
                  <c:v>13:52</c:v>
                </c:pt>
                <c:pt idx="8760">
                  <c:v>13:53</c:v>
                </c:pt>
                <c:pt idx="8761">
                  <c:v>13:53</c:v>
                </c:pt>
                <c:pt idx="8762">
                  <c:v>13:53</c:v>
                </c:pt>
                <c:pt idx="8763">
                  <c:v>13:53</c:v>
                </c:pt>
                <c:pt idx="8764">
                  <c:v>13:53</c:v>
                </c:pt>
                <c:pt idx="8765">
                  <c:v>13:53</c:v>
                </c:pt>
                <c:pt idx="8766">
                  <c:v>13:53</c:v>
                </c:pt>
                <c:pt idx="8767">
                  <c:v>13:53</c:v>
                </c:pt>
                <c:pt idx="8768">
                  <c:v>13:53</c:v>
                </c:pt>
                <c:pt idx="8769">
                  <c:v>13:53</c:v>
                </c:pt>
                <c:pt idx="8770">
                  <c:v>13:53</c:v>
                </c:pt>
                <c:pt idx="8771">
                  <c:v>13:53</c:v>
                </c:pt>
                <c:pt idx="8772">
                  <c:v>13:53</c:v>
                </c:pt>
                <c:pt idx="8773">
                  <c:v>13:53</c:v>
                </c:pt>
                <c:pt idx="8774">
                  <c:v>13:53</c:v>
                </c:pt>
                <c:pt idx="8775">
                  <c:v>13:53</c:v>
                </c:pt>
                <c:pt idx="8776">
                  <c:v>13:53</c:v>
                </c:pt>
                <c:pt idx="8777">
                  <c:v>13:53</c:v>
                </c:pt>
                <c:pt idx="8778">
                  <c:v>13:53</c:v>
                </c:pt>
                <c:pt idx="8779">
                  <c:v>13:53</c:v>
                </c:pt>
                <c:pt idx="8780">
                  <c:v>13:53</c:v>
                </c:pt>
                <c:pt idx="8781">
                  <c:v>13:53</c:v>
                </c:pt>
                <c:pt idx="8782">
                  <c:v>13:53</c:v>
                </c:pt>
                <c:pt idx="8783">
                  <c:v>13:53</c:v>
                </c:pt>
                <c:pt idx="8784">
                  <c:v>13:53</c:v>
                </c:pt>
                <c:pt idx="8785">
                  <c:v>13:53</c:v>
                </c:pt>
                <c:pt idx="8786">
                  <c:v>13:53</c:v>
                </c:pt>
                <c:pt idx="8787">
                  <c:v>13:53</c:v>
                </c:pt>
                <c:pt idx="8788">
                  <c:v>13:53</c:v>
                </c:pt>
                <c:pt idx="8789">
                  <c:v>13:53</c:v>
                </c:pt>
                <c:pt idx="8790">
                  <c:v>13:54</c:v>
                </c:pt>
                <c:pt idx="8791">
                  <c:v>13:54</c:v>
                </c:pt>
                <c:pt idx="8792">
                  <c:v>13:54</c:v>
                </c:pt>
                <c:pt idx="8793">
                  <c:v>13:54</c:v>
                </c:pt>
                <c:pt idx="8794">
                  <c:v>13:54</c:v>
                </c:pt>
                <c:pt idx="8795">
                  <c:v>13:54</c:v>
                </c:pt>
                <c:pt idx="8796">
                  <c:v>13:54</c:v>
                </c:pt>
                <c:pt idx="8797">
                  <c:v>13:54</c:v>
                </c:pt>
                <c:pt idx="8798">
                  <c:v>13:54</c:v>
                </c:pt>
                <c:pt idx="8799">
                  <c:v>13:54</c:v>
                </c:pt>
                <c:pt idx="8800">
                  <c:v>13:54</c:v>
                </c:pt>
                <c:pt idx="8801">
                  <c:v>13:54</c:v>
                </c:pt>
                <c:pt idx="8802">
                  <c:v>13:54</c:v>
                </c:pt>
                <c:pt idx="8803">
                  <c:v>13:54</c:v>
                </c:pt>
                <c:pt idx="8804">
                  <c:v>13:54</c:v>
                </c:pt>
                <c:pt idx="8805">
                  <c:v>13:54</c:v>
                </c:pt>
                <c:pt idx="8806">
                  <c:v>13:54</c:v>
                </c:pt>
                <c:pt idx="8807">
                  <c:v>13:54</c:v>
                </c:pt>
                <c:pt idx="8808">
                  <c:v>13:54</c:v>
                </c:pt>
                <c:pt idx="8809">
                  <c:v>13:54</c:v>
                </c:pt>
                <c:pt idx="8810">
                  <c:v>13:54</c:v>
                </c:pt>
                <c:pt idx="8811">
                  <c:v>13:54</c:v>
                </c:pt>
                <c:pt idx="8812">
                  <c:v>13:54</c:v>
                </c:pt>
                <c:pt idx="8813">
                  <c:v>13:54</c:v>
                </c:pt>
                <c:pt idx="8814">
                  <c:v>13:54</c:v>
                </c:pt>
                <c:pt idx="8815">
                  <c:v>13:54</c:v>
                </c:pt>
                <c:pt idx="8816">
                  <c:v>13:54</c:v>
                </c:pt>
                <c:pt idx="8817">
                  <c:v>13:54</c:v>
                </c:pt>
                <c:pt idx="8818">
                  <c:v>13:54</c:v>
                </c:pt>
                <c:pt idx="8819">
                  <c:v>13:54</c:v>
                </c:pt>
                <c:pt idx="8820">
                  <c:v>13:55</c:v>
                </c:pt>
                <c:pt idx="8821">
                  <c:v>13:55</c:v>
                </c:pt>
                <c:pt idx="8822">
                  <c:v>13:55</c:v>
                </c:pt>
                <c:pt idx="8823">
                  <c:v>13:55</c:v>
                </c:pt>
                <c:pt idx="8824">
                  <c:v>13:55</c:v>
                </c:pt>
                <c:pt idx="8825">
                  <c:v>13:55</c:v>
                </c:pt>
                <c:pt idx="8826">
                  <c:v>13:55</c:v>
                </c:pt>
                <c:pt idx="8827">
                  <c:v>13:55</c:v>
                </c:pt>
                <c:pt idx="8828">
                  <c:v>13:55</c:v>
                </c:pt>
                <c:pt idx="8829">
                  <c:v>13:55</c:v>
                </c:pt>
                <c:pt idx="8830">
                  <c:v>13:55</c:v>
                </c:pt>
                <c:pt idx="8831">
                  <c:v>13:55</c:v>
                </c:pt>
                <c:pt idx="8832">
                  <c:v>13:55</c:v>
                </c:pt>
                <c:pt idx="8833">
                  <c:v>13:55</c:v>
                </c:pt>
                <c:pt idx="8834">
                  <c:v>13:55</c:v>
                </c:pt>
                <c:pt idx="8835">
                  <c:v>13:55</c:v>
                </c:pt>
                <c:pt idx="8836">
                  <c:v>13:55</c:v>
                </c:pt>
                <c:pt idx="8837">
                  <c:v>13:55</c:v>
                </c:pt>
                <c:pt idx="8838">
                  <c:v>13:55</c:v>
                </c:pt>
                <c:pt idx="8839">
                  <c:v>13:55</c:v>
                </c:pt>
                <c:pt idx="8840">
                  <c:v>13:55</c:v>
                </c:pt>
                <c:pt idx="8841">
                  <c:v>13:55</c:v>
                </c:pt>
                <c:pt idx="8842">
                  <c:v>13:55</c:v>
                </c:pt>
                <c:pt idx="8843">
                  <c:v>13:55</c:v>
                </c:pt>
                <c:pt idx="8844">
                  <c:v>13:55</c:v>
                </c:pt>
                <c:pt idx="8845">
                  <c:v>13:55</c:v>
                </c:pt>
                <c:pt idx="8846">
                  <c:v>13:55</c:v>
                </c:pt>
                <c:pt idx="8847">
                  <c:v>13:55</c:v>
                </c:pt>
                <c:pt idx="8848">
                  <c:v>13:55</c:v>
                </c:pt>
                <c:pt idx="8849">
                  <c:v>13:55</c:v>
                </c:pt>
                <c:pt idx="8850">
                  <c:v>13:56</c:v>
                </c:pt>
                <c:pt idx="8851">
                  <c:v>13:56</c:v>
                </c:pt>
                <c:pt idx="8852">
                  <c:v>13:56</c:v>
                </c:pt>
                <c:pt idx="8853">
                  <c:v>13:56</c:v>
                </c:pt>
                <c:pt idx="8854">
                  <c:v>13:56</c:v>
                </c:pt>
                <c:pt idx="8855">
                  <c:v>13:56</c:v>
                </c:pt>
                <c:pt idx="8856">
                  <c:v>13:56</c:v>
                </c:pt>
                <c:pt idx="8857">
                  <c:v>13:56</c:v>
                </c:pt>
                <c:pt idx="8858">
                  <c:v>13:56</c:v>
                </c:pt>
                <c:pt idx="8859">
                  <c:v>13:56</c:v>
                </c:pt>
                <c:pt idx="8860">
                  <c:v>13:56</c:v>
                </c:pt>
                <c:pt idx="8861">
                  <c:v>13:56</c:v>
                </c:pt>
                <c:pt idx="8862">
                  <c:v>13:56</c:v>
                </c:pt>
                <c:pt idx="8863">
                  <c:v>13:56</c:v>
                </c:pt>
                <c:pt idx="8864">
                  <c:v>13:56</c:v>
                </c:pt>
                <c:pt idx="8865">
                  <c:v>13:56</c:v>
                </c:pt>
                <c:pt idx="8866">
                  <c:v>13:56</c:v>
                </c:pt>
                <c:pt idx="8867">
                  <c:v>13:56</c:v>
                </c:pt>
                <c:pt idx="8868">
                  <c:v>13:56</c:v>
                </c:pt>
                <c:pt idx="8869">
                  <c:v>13:56</c:v>
                </c:pt>
                <c:pt idx="8870">
                  <c:v>13:56</c:v>
                </c:pt>
                <c:pt idx="8871">
                  <c:v>13:56</c:v>
                </c:pt>
                <c:pt idx="8872">
                  <c:v>13:56</c:v>
                </c:pt>
                <c:pt idx="8873">
                  <c:v>13:56</c:v>
                </c:pt>
                <c:pt idx="8874">
                  <c:v>13:56</c:v>
                </c:pt>
                <c:pt idx="8875">
                  <c:v>13:56</c:v>
                </c:pt>
                <c:pt idx="8876">
                  <c:v>13:56</c:v>
                </c:pt>
                <c:pt idx="8877">
                  <c:v>13:56</c:v>
                </c:pt>
                <c:pt idx="8878">
                  <c:v>13:56</c:v>
                </c:pt>
                <c:pt idx="8879">
                  <c:v>13:56</c:v>
                </c:pt>
                <c:pt idx="8880">
                  <c:v>13:57</c:v>
                </c:pt>
                <c:pt idx="8881">
                  <c:v>13:57</c:v>
                </c:pt>
                <c:pt idx="8882">
                  <c:v>13:57</c:v>
                </c:pt>
                <c:pt idx="8883">
                  <c:v>13:57</c:v>
                </c:pt>
                <c:pt idx="8884">
                  <c:v>13:57</c:v>
                </c:pt>
                <c:pt idx="8885">
                  <c:v>13:57</c:v>
                </c:pt>
                <c:pt idx="8886">
                  <c:v>13:57</c:v>
                </c:pt>
                <c:pt idx="8887">
                  <c:v>13:57</c:v>
                </c:pt>
                <c:pt idx="8888">
                  <c:v>13:57</c:v>
                </c:pt>
                <c:pt idx="8889">
                  <c:v>13:57</c:v>
                </c:pt>
                <c:pt idx="8890">
                  <c:v>13:57</c:v>
                </c:pt>
                <c:pt idx="8891">
                  <c:v>13:57</c:v>
                </c:pt>
                <c:pt idx="8892">
                  <c:v>13:57</c:v>
                </c:pt>
                <c:pt idx="8893">
                  <c:v>13:57</c:v>
                </c:pt>
                <c:pt idx="8894">
                  <c:v>13:57</c:v>
                </c:pt>
                <c:pt idx="8895">
                  <c:v>13:57</c:v>
                </c:pt>
                <c:pt idx="8896">
                  <c:v>13:57</c:v>
                </c:pt>
                <c:pt idx="8897">
                  <c:v>13:57</c:v>
                </c:pt>
                <c:pt idx="8898">
                  <c:v>13:57</c:v>
                </c:pt>
                <c:pt idx="8899">
                  <c:v>13:57</c:v>
                </c:pt>
                <c:pt idx="8900">
                  <c:v>13:57</c:v>
                </c:pt>
                <c:pt idx="8901">
                  <c:v>13:57</c:v>
                </c:pt>
                <c:pt idx="8902">
                  <c:v>13:57</c:v>
                </c:pt>
                <c:pt idx="8903">
                  <c:v>13:57</c:v>
                </c:pt>
                <c:pt idx="8904">
                  <c:v>13:57</c:v>
                </c:pt>
                <c:pt idx="8905">
                  <c:v>13:57</c:v>
                </c:pt>
                <c:pt idx="8906">
                  <c:v>13:57</c:v>
                </c:pt>
                <c:pt idx="8907">
                  <c:v>13:57</c:v>
                </c:pt>
                <c:pt idx="8908">
                  <c:v>13:57</c:v>
                </c:pt>
                <c:pt idx="8909">
                  <c:v>13:57</c:v>
                </c:pt>
                <c:pt idx="8910">
                  <c:v>13:58</c:v>
                </c:pt>
                <c:pt idx="8911">
                  <c:v>13:58</c:v>
                </c:pt>
                <c:pt idx="8912">
                  <c:v>13:58</c:v>
                </c:pt>
                <c:pt idx="8913">
                  <c:v>13:58</c:v>
                </c:pt>
                <c:pt idx="8914">
                  <c:v>13:58</c:v>
                </c:pt>
                <c:pt idx="8915">
                  <c:v>13:58</c:v>
                </c:pt>
                <c:pt idx="8916">
                  <c:v>13:58</c:v>
                </c:pt>
                <c:pt idx="8917">
                  <c:v>13:58</c:v>
                </c:pt>
                <c:pt idx="8918">
                  <c:v>13:58</c:v>
                </c:pt>
                <c:pt idx="8919">
                  <c:v>13:58</c:v>
                </c:pt>
                <c:pt idx="8920">
                  <c:v>13:58</c:v>
                </c:pt>
                <c:pt idx="8921">
                  <c:v>13:58</c:v>
                </c:pt>
                <c:pt idx="8922">
                  <c:v>13:58</c:v>
                </c:pt>
                <c:pt idx="8923">
                  <c:v>13:58</c:v>
                </c:pt>
                <c:pt idx="8924">
                  <c:v>13:58</c:v>
                </c:pt>
                <c:pt idx="8925">
                  <c:v>13:58</c:v>
                </c:pt>
                <c:pt idx="8926">
                  <c:v>13:58</c:v>
                </c:pt>
                <c:pt idx="8927">
                  <c:v>13:58</c:v>
                </c:pt>
                <c:pt idx="8928">
                  <c:v>13:58</c:v>
                </c:pt>
                <c:pt idx="8929">
                  <c:v>13:58</c:v>
                </c:pt>
                <c:pt idx="8930">
                  <c:v>13:58</c:v>
                </c:pt>
                <c:pt idx="8931">
                  <c:v>13:58</c:v>
                </c:pt>
                <c:pt idx="8932">
                  <c:v>13:58</c:v>
                </c:pt>
                <c:pt idx="8933">
                  <c:v>13:58</c:v>
                </c:pt>
                <c:pt idx="8934">
                  <c:v>13:58</c:v>
                </c:pt>
                <c:pt idx="8935">
                  <c:v>13:58</c:v>
                </c:pt>
                <c:pt idx="8936">
                  <c:v>13:58</c:v>
                </c:pt>
                <c:pt idx="8937">
                  <c:v>13:58</c:v>
                </c:pt>
                <c:pt idx="8938">
                  <c:v>13:58</c:v>
                </c:pt>
                <c:pt idx="8939">
                  <c:v>13:58</c:v>
                </c:pt>
                <c:pt idx="8940">
                  <c:v>13:59</c:v>
                </c:pt>
                <c:pt idx="8941">
                  <c:v>13:59</c:v>
                </c:pt>
                <c:pt idx="8942">
                  <c:v>13:59</c:v>
                </c:pt>
                <c:pt idx="8943">
                  <c:v>13:59</c:v>
                </c:pt>
                <c:pt idx="8944">
                  <c:v>13:59</c:v>
                </c:pt>
                <c:pt idx="8945">
                  <c:v>13:59</c:v>
                </c:pt>
                <c:pt idx="8946">
                  <c:v>13:59</c:v>
                </c:pt>
                <c:pt idx="8947">
                  <c:v>13:59</c:v>
                </c:pt>
                <c:pt idx="8948">
                  <c:v>13:59</c:v>
                </c:pt>
                <c:pt idx="8949">
                  <c:v>13:59</c:v>
                </c:pt>
                <c:pt idx="8950">
                  <c:v>13:59</c:v>
                </c:pt>
                <c:pt idx="8951">
                  <c:v>13:59</c:v>
                </c:pt>
                <c:pt idx="8952">
                  <c:v>13:59</c:v>
                </c:pt>
                <c:pt idx="8953">
                  <c:v>13:59</c:v>
                </c:pt>
                <c:pt idx="8954">
                  <c:v>13:59</c:v>
                </c:pt>
                <c:pt idx="8955">
                  <c:v>13:59</c:v>
                </c:pt>
                <c:pt idx="8956">
                  <c:v>13:59</c:v>
                </c:pt>
                <c:pt idx="8957">
                  <c:v>13:59</c:v>
                </c:pt>
                <c:pt idx="8958">
                  <c:v>13:59</c:v>
                </c:pt>
                <c:pt idx="8959">
                  <c:v>13:59</c:v>
                </c:pt>
                <c:pt idx="8960">
                  <c:v>13:59</c:v>
                </c:pt>
                <c:pt idx="8961">
                  <c:v>13:59</c:v>
                </c:pt>
                <c:pt idx="8962">
                  <c:v>13:59</c:v>
                </c:pt>
                <c:pt idx="8963">
                  <c:v>13:59</c:v>
                </c:pt>
                <c:pt idx="8964">
                  <c:v>13:59</c:v>
                </c:pt>
                <c:pt idx="8965">
                  <c:v>13:59</c:v>
                </c:pt>
                <c:pt idx="8966">
                  <c:v>13:59</c:v>
                </c:pt>
                <c:pt idx="8967">
                  <c:v>13:59</c:v>
                </c:pt>
                <c:pt idx="8968">
                  <c:v>13:59</c:v>
                </c:pt>
                <c:pt idx="8969">
                  <c:v>13:59</c:v>
                </c:pt>
                <c:pt idx="8970">
                  <c:v>14:00</c:v>
                </c:pt>
                <c:pt idx="8971">
                  <c:v>14:00</c:v>
                </c:pt>
                <c:pt idx="8972">
                  <c:v>14:00</c:v>
                </c:pt>
                <c:pt idx="8973">
                  <c:v>14:00</c:v>
                </c:pt>
                <c:pt idx="8974">
                  <c:v>14:00</c:v>
                </c:pt>
                <c:pt idx="8975">
                  <c:v>14:00</c:v>
                </c:pt>
                <c:pt idx="8976">
                  <c:v>14:00</c:v>
                </c:pt>
                <c:pt idx="8977">
                  <c:v>14:00</c:v>
                </c:pt>
                <c:pt idx="8978">
                  <c:v>14:00</c:v>
                </c:pt>
                <c:pt idx="8979">
                  <c:v>14:00</c:v>
                </c:pt>
                <c:pt idx="8980">
                  <c:v>14:00</c:v>
                </c:pt>
                <c:pt idx="8981">
                  <c:v>14:00</c:v>
                </c:pt>
                <c:pt idx="8982">
                  <c:v>14:00</c:v>
                </c:pt>
                <c:pt idx="8983">
                  <c:v>14:00</c:v>
                </c:pt>
                <c:pt idx="8984">
                  <c:v>14:00</c:v>
                </c:pt>
                <c:pt idx="8985">
                  <c:v>14:00</c:v>
                </c:pt>
                <c:pt idx="8986">
                  <c:v>14:00</c:v>
                </c:pt>
                <c:pt idx="8987">
                  <c:v>14:00</c:v>
                </c:pt>
                <c:pt idx="8988">
                  <c:v>14:00</c:v>
                </c:pt>
                <c:pt idx="8989">
                  <c:v>14:00</c:v>
                </c:pt>
                <c:pt idx="8990">
                  <c:v>14:00</c:v>
                </c:pt>
                <c:pt idx="8991">
                  <c:v>14:00</c:v>
                </c:pt>
                <c:pt idx="8992">
                  <c:v>14:00</c:v>
                </c:pt>
                <c:pt idx="8993">
                  <c:v>14:00</c:v>
                </c:pt>
                <c:pt idx="8994">
                  <c:v>14:00</c:v>
                </c:pt>
                <c:pt idx="8995">
                  <c:v>14:00</c:v>
                </c:pt>
                <c:pt idx="8996">
                  <c:v>14:00</c:v>
                </c:pt>
                <c:pt idx="8997">
                  <c:v>14:00</c:v>
                </c:pt>
                <c:pt idx="8998">
                  <c:v>14:00</c:v>
                </c:pt>
                <c:pt idx="8999">
                  <c:v>14:00</c:v>
                </c:pt>
                <c:pt idx="9000">
                  <c:v>14:01</c:v>
                </c:pt>
                <c:pt idx="9001">
                  <c:v>14:01</c:v>
                </c:pt>
                <c:pt idx="9002">
                  <c:v>14:01</c:v>
                </c:pt>
                <c:pt idx="9003">
                  <c:v>14:01</c:v>
                </c:pt>
                <c:pt idx="9004">
                  <c:v>14:01</c:v>
                </c:pt>
                <c:pt idx="9005">
                  <c:v>14:01</c:v>
                </c:pt>
                <c:pt idx="9006">
                  <c:v>14:01</c:v>
                </c:pt>
                <c:pt idx="9007">
                  <c:v>14:01</c:v>
                </c:pt>
                <c:pt idx="9008">
                  <c:v>14:01</c:v>
                </c:pt>
                <c:pt idx="9009">
                  <c:v>14:01</c:v>
                </c:pt>
                <c:pt idx="9010">
                  <c:v>14:01</c:v>
                </c:pt>
                <c:pt idx="9011">
                  <c:v>14:01</c:v>
                </c:pt>
                <c:pt idx="9012">
                  <c:v>14:01</c:v>
                </c:pt>
                <c:pt idx="9013">
                  <c:v>14:01</c:v>
                </c:pt>
                <c:pt idx="9014">
                  <c:v>14:01</c:v>
                </c:pt>
                <c:pt idx="9015">
                  <c:v>14:01</c:v>
                </c:pt>
                <c:pt idx="9016">
                  <c:v>14:01</c:v>
                </c:pt>
                <c:pt idx="9017">
                  <c:v>14:01</c:v>
                </c:pt>
                <c:pt idx="9018">
                  <c:v>14:01</c:v>
                </c:pt>
                <c:pt idx="9019">
                  <c:v>14:01</c:v>
                </c:pt>
                <c:pt idx="9020">
                  <c:v>14:01</c:v>
                </c:pt>
                <c:pt idx="9021">
                  <c:v>14:01</c:v>
                </c:pt>
                <c:pt idx="9022">
                  <c:v>14:01</c:v>
                </c:pt>
                <c:pt idx="9023">
                  <c:v>14:01</c:v>
                </c:pt>
                <c:pt idx="9024">
                  <c:v>14:01</c:v>
                </c:pt>
                <c:pt idx="9025">
                  <c:v>14:01</c:v>
                </c:pt>
                <c:pt idx="9026">
                  <c:v>14:01</c:v>
                </c:pt>
                <c:pt idx="9027">
                  <c:v>14:01</c:v>
                </c:pt>
                <c:pt idx="9028">
                  <c:v>14:01</c:v>
                </c:pt>
                <c:pt idx="9029">
                  <c:v>14:01</c:v>
                </c:pt>
                <c:pt idx="9030">
                  <c:v>14:02</c:v>
                </c:pt>
                <c:pt idx="9031">
                  <c:v>14:02</c:v>
                </c:pt>
                <c:pt idx="9032">
                  <c:v>14:02</c:v>
                </c:pt>
                <c:pt idx="9033">
                  <c:v>14:02</c:v>
                </c:pt>
                <c:pt idx="9034">
                  <c:v>14:02</c:v>
                </c:pt>
                <c:pt idx="9035">
                  <c:v>14:02</c:v>
                </c:pt>
                <c:pt idx="9036">
                  <c:v>14:02</c:v>
                </c:pt>
                <c:pt idx="9037">
                  <c:v>14:02</c:v>
                </c:pt>
                <c:pt idx="9038">
                  <c:v>14:02</c:v>
                </c:pt>
                <c:pt idx="9039">
                  <c:v>14:02</c:v>
                </c:pt>
                <c:pt idx="9040">
                  <c:v>14:02</c:v>
                </c:pt>
                <c:pt idx="9041">
                  <c:v>14:02</c:v>
                </c:pt>
                <c:pt idx="9042">
                  <c:v>14:02</c:v>
                </c:pt>
                <c:pt idx="9043">
                  <c:v>14:02</c:v>
                </c:pt>
                <c:pt idx="9044">
                  <c:v>14:02</c:v>
                </c:pt>
                <c:pt idx="9045">
                  <c:v>14:02</c:v>
                </c:pt>
                <c:pt idx="9046">
                  <c:v>14:02</c:v>
                </c:pt>
                <c:pt idx="9047">
                  <c:v>14:02</c:v>
                </c:pt>
                <c:pt idx="9048">
                  <c:v>14:02</c:v>
                </c:pt>
                <c:pt idx="9049">
                  <c:v>14:02</c:v>
                </c:pt>
                <c:pt idx="9050">
                  <c:v>14:02</c:v>
                </c:pt>
                <c:pt idx="9051">
                  <c:v>14:02</c:v>
                </c:pt>
                <c:pt idx="9052">
                  <c:v>14:02</c:v>
                </c:pt>
                <c:pt idx="9053">
                  <c:v>14:02</c:v>
                </c:pt>
                <c:pt idx="9054">
                  <c:v>14:02</c:v>
                </c:pt>
                <c:pt idx="9055">
                  <c:v>14:02</c:v>
                </c:pt>
                <c:pt idx="9056">
                  <c:v>14:02</c:v>
                </c:pt>
                <c:pt idx="9057">
                  <c:v>14:02</c:v>
                </c:pt>
                <c:pt idx="9058">
                  <c:v>14:02</c:v>
                </c:pt>
                <c:pt idx="9059">
                  <c:v>14:02</c:v>
                </c:pt>
                <c:pt idx="9060">
                  <c:v>14:03</c:v>
                </c:pt>
                <c:pt idx="9061">
                  <c:v>14:03</c:v>
                </c:pt>
                <c:pt idx="9062">
                  <c:v>14:03</c:v>
                </c:pt>
                <c:pt idx="9063">
                  <c:v>14:03</c:v>
                </c:pt>
                <c:pt idx="9064">
                  <c:v>14:03</c:v>
                </c:pt>
                <c:pt idx="9065">
                  <c:v>14:03</c:v>
                </c:pt>
                <c:pt idx="9066">
                  <c:v>14:03</c:v>
                </c:pt>
                <c:pt idx="9067">
                  <c:v>14:03</c:v>
                </c:pt>
                <c:pt idx="9068">
                  <c:v>14:03</c:v>
                </c:pt>
                <c:pt idx="9069">
                  <c:v>14:03</c:v>
                </c:pt>
                <c:pt idx="9070">
                  <c:v>14:03</c:v>
                </c:pt>
                <c:pt idx="9071">
                  <c:v>14:03</c:v>
                </c:pt>
                <c:pt idx="9072">
                  <c:v>14:03</c:v>
                </c:pt>
                <c:pt idx="9073">
                  <c:v>14:03</c:v>
                </c:pt>
                <c:pt idx="9074">
                  <c:v>14:03</c:v>
                </c:pt>
                <c:pt idx="9075">
                  <c:v>14:03</c:v>
                </c:pt>
                <c:pt idx="9076">
                  <c:v>14:03</c:v>
                </c:pt>
                <c:pt idx="9077">
                  <c:v>14:03</c:v>
                </c:pt>
                <c:pt idx="9078">
                  <c:v>14:03</c:v>
                </c:pt>
                <c:pt idx="9079">
                  <c:v>14:03</c:v>
                </c:pt>
                <c:pt idx="9080">
                  <c:v>14:03</c:v>
                </c:pt>
                <c:pt idx="9081">
                  <c:v>14:03</c:v>
                </c:pt>
                <c:pt idx="9082">
                  <c:v>14:03</c:v>
                </c:pt>
                <c:pt idx="9083">
                  <c:v>14:03</c:v>
                </c:pt>
                <c:pt idx="9084">
                  <c:v>14:03</c:v>
                </c:pt>
                <c:pt idx="9085">
                  <c:v>14:03</c:v>
                </c:pt>
                <c:pt idx="9086">
                  <c:v>14:03</c:v>
                </c:pt>
                <c:pt idx="9087">
                  <c:v>14:03</c:v>
                </c:pt>
                <c:pt idx="9088">
                  <c:v>14:03</c:v>
                </c:pt>
                <c:pt idx="9089">
                  <c:v>14:03</c:v>
                </c:pt>
                <c:pt idx="9090">
                  <c:v>14:04</c:v>
                </c:pt>
                <c:pt idx="9091">
                  <c:v>14:04</c:v>
                </c:pt>
                <c:pt idx="9092">
                  <c:v>14:04</c:v>
                </c:pt>
                <c:pt idx="9093">
                  <c:v>14:04</c:v>
                </c:pt>
                <c:pt idx="9094">
                  <c:v>14:04</c:v>
                </c:pt>
                <c:pt idx="9095">
                  <c:v>14:04</c:v>
                </c:pt>
                <c:pt idx="9096">
                  <c:v>14:04</c:v>
                </c:pt>
                <c:pt idx="9097">
                  <c:v>14:04</c:v>
                </c:pt>
                <c:pt idx="9098">
                  <c:v>14:04</c:v>
                </c:pt>
                <c:pt idx="9099">
                  <c:v>14:04</c:v>
                </c:pt>
                <c:pt idx="9100">
                  <c:v>14:04</c:v>
                </c:pt>
                <c:pt idx="9101">
                  <c:v>14:04</c:v>
                </c:pt>
                <c:pt idx="9102">
                  <c:v>14:04</c:v>
                </c:pt>
                <c:pt idx="9103">
                  <c:v>14:04</c:v>
                </c:pt>
                <c:pt idx="9104">
                  <c:v>14:04</c:v>
                </c:pt>
                <c:pt idx="9105">
                  <c:v>14:04</c:v>
                </c:pt>
                <c:pt idx="9106">
                  <c:v>14:04</c:v>
                </c:pt>
                <c:pt idx="9107">
                  <c:v>14:04</c:v>
                </c:pt>
                <c:pt idx="9108">
                  <c:v>14:04</c:v>
                </c:pt>
                <c:pt idx="9109">
                  <c:v>14:04</c:v>
                </c:pt>
                <c:pt idx="9110">
                  <c:v>14:04</c:v>
                </c:pt>
                <c:pt idx="9111">
                  <c:v>14:04</c:v>
                </c:pt>
                <c:pt idx="9112">
                  <c:v>14:04</c:v>
                </c:pt>
                <c:pt idx="9113">
                  <c:v>14:04</c:v>
                </c:pt>
                <c:pt idx="9114">
                  <c:v>14:04</c:v>
                </c:pt>
                <c:pt idx="9115">
                  <c:v>14:04</c:v>
                </c:pt>
                <c:pt idx="9116">
                  <c:v>14:04</c:v>
                </c:pt>
                <c:pt idx="9117">
                  <c:v>14:04</c:v>
                </c:pt>
                <c:pt idx="9118">
                  <c:v>14:04</c:v>
                </c:pt>
                <c:pt idx="9119">
                  <c:v>14:04</c:v>
                </c:pt>
                <c:pt idx="9120">
                  <c:v>14:05</c:v>
                </c:pt>
                <c:pt idx="9121">
                  <c:v>14:05</c:v>
                </c:pt>
                <c:pt idx="9122">
                  <c:v>14:05</c:v>
                </c:pt>
                <c:pt idx="9123">
                  <c:v>14:05</c:v>
                </c:pt>
                <c:pt idx="9124">
                  <c:v>14:05</c:v>
                </c:pt>
                <c:pt idx="9125">
                  <c:v>14:05</c:v>
                </c:pt>
                <c:pt idx="9126">
                  <c:v>14:05</c:v>
                </c:pt>
                <c:pt idx="9127">
                  <c:v>14:05</c:v>
                </c:pt>
                <c:pt idx="9128">
                  <c:v>14:05</c:v>
                </c:pt>
                <c:pt idx="9129">
                  <c:v>14:05</c:v>
                </c:pt>
                <c:pt idx="9130">
                  <c:v>14:05</c:v>
                </c:pt>
                <c:pt idx="9131">
                  <c:v>14:05</c:v>
                </c:pt>
                <c:pt idx="9132">
                  <c:v>14:05</c:v>
                </c:pt>
                <c:pt idx="9133">
                  <c:v>14:05</c:v>
                </c:pt>
                <c:pt idx="9134">
                  <c:v>14:05</c:v>
                </c:pt>
                <c:pt idx="9135">
                  <c:v>14:05</c:v>
                </c:pt>
                <c:pt idx="9136">
                  <c:v>14:05</c:v>
                </c:pt>
                <c:pt idx="9137">
                  <c:v>14:05</c:v>
                </c:pt>
                <c:pt idx="9138">
                  <c:v>14:05</c:v>
                </c:pt>
                <c:pt idx="9139">
                  <c:v>14:05</c:v>
                </c:pt>
                <c:pt idx="9140">
                  <c:v>14:05</c:v>
                </c:pt>
                <c:pt idx="9141">
                  <c:v>14:05</c:v>
                </c:pt>
                <c:pt idx="9142">
                  <c:v>14:05</c:v>
                </c:pt>
                <c:pt idx="9143">
                  <c:v>14:05</c:v>
                </c:pt>
                <c:pt idx="9144">
                  <c:v>14:05</c:v>
                </c:pt>
                <c:pt idx="9145">
                  <c:v>14:05</c:v>
                </c:pt>
                <c:pt idx="9146">
                  <c:v>14:05</c:v>
                </c:pt>
                <c:pt idx="9147">
                  <c:v>14:05</c:v>
                </c:pt>
                <c:pt idx="9148">
                  <c:v>14:05</c:v>
                </c:pt>
                <c:pt idx="9149">
                  <c:v>14:05</c:v>
                </c:pt>
                <c:pt idx="9150">
                  <c:v>14:06</c:v>
                </c:pt>
                <c:pt idx="9151">
                  <c:v>14:06</c:v>
                </c:pt>
                <c:pt idx="9152">
                  <c:v>14:06</c:v>
                </c:pt>
                <c:pt idx="9153">
                  <c:v>14:06</c:v>
                </c:pt>
                <c:pt idx="9154">
                  <c:v>14:06</c:v>
                </c:pt>
                <c:pt idx="9155">
                  <c:v>14:06</c:v>
                </c:pt>
                <c:pt idx="9156">
                  <c:v>14:06</c:v>
                </c:pt>
                <c:pt idx="9157">
                  <c:v>14:06</c:v>
                </c:pt>
                <c:pt idx="9158">
                  <c:v>14:06</c:v>
                </c:pt>
                <c:pt idx="9159">
                  <c:v>14:06</c:v>
                </c:pt>
                <c:pt idx="9160">
                  <c:v>14:06</c:v>
                </c:pt>
                <c:pt idx="9161">
                  <c:v>14:06</c:v>
                </c:pt>
                <c:pt idx="9162">
                  <c:v>14:06</c:v>
                </c:pt>
                <c:pt idx="9163">
                  <c:v>14:06</c:v>
                </c:pt>
                <c:pt idx="9164">
                  <c:v>14:06</c:v>
                </c:pt>
                <c:pt idx="9165">
                  <c:v>14:06</c:v>
                </c:pt>
                <c:pt idx="9166">
                  <c:v>14:06</c:v>
                </c:pt>
                <c:pt idx="9167">
                  <c:v>14:06</c:v>
                </c:pt>
                <c:pt idx="9168">
                  <c:v>14:06</c:v>
                </c:pt>
                <c:pt idx="9169">
                  <c:v>14:06</c:v>
                </c:pt>
                <c:pt idx="9170">
                  <c:v>14:06</c:v>
                </c:pt>
                <c:pt idx="9171">
                  <c:v>14:06</c:v>
                </c:pt>
                <c:pt idx="9172">
                  <c:v>14:06</c:v>
                </c:pt>
                <c:pt idx="9173">
                  <c:v>14:06</c:v>
                </c:pt>
                <c:pt idx="9174">
                  <c:v>14:06</c:v>
                </c:pt>
                <c:pt idx="9175">
                  <c:v>14:06</c:v>
                </c:pt>
                <c:pt idx="9176">
                  <c:v>14:06</c:v>
                </c:pt>
                <c:pt idx="9177">
                  <c:v>14:06</c:v>
                </c:pt>
                <c:pt idx="9178">
                  <c:v>14:06</c:v>
                </c:pt>
                <c:pt idx="9179">
                  <c:v>14:06</c:v>
                </c:pt>
                <c:pt idx="9180">
                  <c:v>14:07</c:v>
                </c:pt>
                <c:pt idx="9181">
                  <c:v>14:07</c:v>
                </c:pt>
                <c:pt idx="9182">
                  <c:v>14:07</c:v>
                </c:pt>
                <c:pt idx="9183">
                  <c:v>14:07</c:v>
                </c:pt>
                <c:pt idx="9184">
                  <c:v>14:07</c:v>
                </c:pt>
                <c:pt idx="9185">
                  <c:v>14:07</c:v>
                </c:pt>
                <c:pt idx="9186">
                  <c:v>14:07</c:v>
                </c:pt>
                <c:pt idx="9187">
                  <c:v>14:07</c:v>
                </c:pt>
                <c:pt idx="9188">
                  <c:v>14:07</c:v>
                </c:pt>
                <c:pt idx="9189">
                  <c:v>14:07</c:v>
                </c:pt>
                <c:pt idx="9190">
                  <c:v>14:07</c:v>
                </c:pt>
                <c:pt idx="9191">
                  <c:v>14:07</c:v>
                </c:pt>
                <c:pt idx="9192">
                  <c:v>14:07</c:v>
                </c:pt>
                <c:pt idx="9193">
                  <c:v>14:07</c:v>
                </c:pt>
                <c:pt idx="9194">
                  <c:v>14:07</c:v>
                </c:pt>
                <c:pt idx="9195">
                  <c:v>14:07</c:v>
                </c:pt>
                <c:pt idx="9196">
                  <c:v>14:07</c:v>
                </c:pt>
                <c:pt idx="9197">
                  <c:v>14:07</c:v>
                </c:pt>
                <c:pt idx="9198">
                  <c:v>14:07</c:v>
                </c:pt>
                <c:pt idx="9199">
                  <c:v>14:07</c:v>
                </c:pt>
                <c:pt idx="9200">
                  <c:v>14:07</c:v>
                </c:pt>
                <c:pt idx="9201">
                  <c:v>14:07</c:v>
                </c:pt>
                <c:pt idx="9202">
                  <c:v>14:07</c:v>
                </c:pt>
                <c:pt idx="9203">
                  <c:v>14:07</c:v>
                </c:pt>
                <c:pt idx="9204">
                  <c:v>14:07</c:v>
                </c:pt>
                <c:pt idx="9205">
                  <c:v>14:07</c:v>
                </c:pt>
                <c:pt idx="9206">
                  <c:v>14:07</c:v>
                </c:pt>
                <c:pt idx="9207">
                  <c:v>14:07</c:v>
                </c:pt>
                <c:pt idx="9208">
                  <c:v>14:07</c:v>
                </c:pt>
                <c:pt idx="9209">
                  <c:v>14:07</c:v>
                </c:pt>
                <c:pt idx="9210">
                  <c:v>14:08</c:v>
                </c:pt>
                <c:pt idx="9211">
                  <c:v>14:08</c:v>
                </c:pt>
                <c:pt idx="9212">
                  <c:v>14:08</c:v>
                </c:pt>
                <c:pt idx="9213">
                  <c:v>14:08</c:v>
                </c:pt>
                <c:pt idx="9214">
                  <c:v>14:08</c:v>
                </c:pt>
                <c:pt idx="9215">
                  <c:v>14:08</c:v>
                </c:pt>
                <c:pt idx="9216">
                  <c:v>14:08</c:v>
                </c:pt>
                <c:pt idx="9217">
                  <c:v>14:08</c:v>
                </c:pt>
                <c:pt idx="9218">
                  <c:v>14:08</c:v>
                </c:pt>
                <c:pt idx="9219">
                  <c:v>14:08</c:v>
                </c:pt>
                <c:pt idx="9220">
                  <c:v>14:08</c:v>
                </c:pt>
                <c:pt idx="9221">
                  <c:v>14:08</c:v>
                </c:pt>
                <c:pt idx="9222">
                  <c:v>14:08</c:v>
                </c:pt>
                <c:pt idx="9223">
                  <c:v>14:08</c:v>
                </c:pt>
                <c:pt idx="9224">
                  <c:v>14:08</c:v>
                </c:pt>
                <c:pt idx="9225">
                  <c:v>14:08</c:v>
                </c:pt>
                <c:pt idx="9226">
                  <c:v>14:08</c:v>
                </c:pt>
                <c:pt idx="9227">
                  <c:v>14:08</c:v>
                </c:pt>
                <c:pt idx="9228">
                  <c:v>14:08</c:v>
                </c:pt>
                <c:pt idx="9229">
                  <c:v>14:08</c:v>
                </c:pt>
                <c:pt idx="9230">
                  <c:v>14:08</c:v>
                </c:pt>
                <c:pt idx="9231">
                  <c:v>14:08</c:v>
                </c:pt>
                <c:pt idx="9232">
                  <c:v>14:08</c:v>
                </c:pt>
                <c:pt idx="9233">
                  <c:v>14:08</c:v>
                </c:pt>
                <c:pt idx="9234">
                  <c:v>14:08</c:v>
                </c:pt>
                <c:pt idx="9235">
                  <c:v>14:08</c:v>
                </c:pt>
                <c:pt idx="9236">
                  <c:v>14:08</c:v>
                </c:pt>
                <c:pt idx="9237">
                  <c:v>14:08</c:v>
                </c:pt>
                <c:pt idx="9238">
                  <c:v>14:08</c:v>
                </c:pt>
                <c:pt idx="9239">
                  <c:v>14:08</c:v>
                </c:pt>
                <c:pt idx="9240">
                  <c:v>14:09</c:v>
                </c:pt>
                <c:pt idx="9241">
                  <c:v>14:09</c:v>
                </c:pt>
                <c:pt idx="9242">
                  <c:v>14:09</c:v>
                </c:pt>
                <c:pt idx="9243">
                  <c:v>14:09</c:v>
                </c:pt>
                <c:pt idx="9244">
                  <c:v>14:09</c:v>
                </c:pt>
                <c:pt idx="9245">
                  <c:v>14:09</c:v>
                </c:pt>
                <c:pt idx="9246">
                  <c:v>14:09</c:v>
                </c:pt>
                <c:pt idx="9247">
                  <c:v>14:09</c:v>
                </c:pt>
                <c:pt idx="9248">
                  <c:v>14:09</c:v>
                </c:pt>
                <c:pt idx="9249">
                  <c:v>14:09</c:v>
                </c:pt>
                <c:pt idx="9250">
                  <c:v>14:09</c:v>
                </c:pt>
                <c:pt idx="9251">
                  <c:v>14:09</c:v>
                </c:pt>
                <c:pt idx="9252">
                  <c:v>14:09</c:v>
                </c:pt>
                <c:pt idx="9253">
                  <c:v>14:09</c:v>
                </c:pt>
                <c:pt idx="9254">
                  <c:v>14:09</c:v>
                </c:pt>
                <c:pt idx="9255">
                  <c:v>14:09</c:v>
                </c:pt>
                <c:pt idx="9256">
                  <c:v>14:09</c:v>
                </c:pt>
                <c:pt idx="9257">
                  <c:v>14:09</c:v>
                </c:pt>
                <c:pt idx="9258">
                  <c:v>14:09</c:v>
                </c:pt>
                <c:pt idx="9259">
                  <c:v>14:09</c:v>
                </c:pt>
                <c:pt idx="9260">
                  <c:v>14:09</c:v>
                </c:pt>
                <c:pt idx="9261">
                  <c:v>14:09</c:v>
                </c:pt>
                <c:pt idx="9262">
                  <c:v>14:09</c:v>
                </c:pt>
                <c:pt idx="9263">
                  <c:v>14:09</c:v>
                </c:pt>
                <c:pt idx="9264">
                  <c:v>14:09</c:v>
                </c:pt>
                <c:pt idx="9265">
                  <c:v>14:09</c:v>
                </c:pt>
                <c:pt idx="9266">
                  <c:v>14:09</c:v>
                </c:pt>
                <c:pt idx="9267">
                  <c:v>14:09</c:v>
                </c:pt>
                <c:pt idx="9268">
                  <c:v>14:09</c:v>
                </c:pt>
                <c:pt idx="9269">
                  <c:v>14:09</c:v>
                </c:pt>
                <c:pt idx="9270">
                  <c:v>14:10</c:v>
                </c:pt>
                <c:pt idx="9271">
                  <c:v>14:10</c:v>
                </c:pt>
                <c:pt idx="9272">
                  <c:v>14:10</c:v>
                </c:pt>
                <c:pt idx="9273">
                  <c:v>14:10</c:v>
                </c:pt>
                <c:pt idx="9274">
                  <c:v>14:10</c:v>
                </c:pt>
                <c:pt idx="9275">
                  <c:v>14:10</c:v>
                </c:pt>
                <c:pt idx="9276">
                  <c:v>14:10</c:v>
                </c:pt>
                <c:pt idx="9277">
                  <c:v>14:10</c:v>
                </c:pt>
                <c:pt idx="9278">
                  <c:v>14:10</c:v>
                </c:pt>
                <c:pt idx="9279">
                  <c:v>14:10</c:v>
                </c:pt>
                <c:pt idx="9280">
                  <c:v>14:10</c:v>
                </c:pt>
                <c:pt idx="9281">
                  <c:v>14:10</c:v>
                </c:pt>
                <c:pt idx="9282">
                  <c:v>14:10</c:v>
                </c:pt>
                <c:pt idx="9283">
                  <c:v>14:10</c:v>
                </c:pt>
                <c:pt idx="9284">
                  <c:v>14:10</c:v>
                </c:pt>
                <c:pt idx="9285">
                  <c:v>14:10</c:v>
                </c:pt>
                <c:pt idx="9286">
                  <c:v>14:10</c:v>
                </c:pt>
                <c:pt idx="9287">
                  <c:v>14:10</c:v>
                </c:pt>
                <c:pt idx="9288">
                  <c:v>14:10</c:v>
                </c:pt>
                <c:pt idx="9289">
                  <c:v>14:10</c:v>
                </c:pt>
                <c:pt idx="9290">
                  <c:v>14:10</c:v>
                </c:pt>
                <c:pt idx="9291">
                  <c:v>14:10</c:v>
                </c:pt>
                <c:pt idx="9292">
                  <c:v>14:10</c:v>
                </c:pt>
                <c:pt idx="9293">
                  <c:v>14:10</c:v>
                </c:pt>
                <c:pt idx="9294">
                  <c:v>14:10</c:v>
                </c:pt>
                <c:pt idx="9295">
                  <c:v>14:10</c:v>
                </c:pt>
                <c:pt idx="9296">
                  <c:v>14:10</c:v>
                </c:pt>
                <c:pt idx="9297">
                  <c:v>14:10</c:v>
                </c:pt>
                <c:pt idx="9298">
                  <c:v>14:10</c:v>
                </c:pt>
                <c:pt idx="9299">
                  <c:v>14:10</c:v>
                </c:pt>
                <c:pt idx="9300">
                  <c:v>14:11</c:v>
                </c:pt>
                <c:pt idx="9301">
                  <c:v>14:11</c:v>
                </c:pt>
                <c:pt idx="9302">
                  <c:v>14:11</c:v>
                </c:pt>
                <c:pt idx="9303">
                  <c:v>14:11</c:v>
                </c:pt>
                <c:pt idx="9304">
                  <c:v>14:11</c:v>
                </c:pt>
                <c:pt idx="9305">
                  <c:v>14:11</c:v>
                </c:pt>
                <c:pt idx="9306">
                  <c:v>14:11</c:v>
                </c:pt>
                <c:pt idx="9307">
                  <c:v>14:11</c:v>
                </c:pt>
                <c:pt idx="9308">
                  <c:v>14:11</c:v>
                </c:pt>
                <c:pt idx="9309">
                  <c:v>14:11</c:v>
                </c:pt>
                <c:pt idx="9310">
                  <c:v>14:11</c:v>
                </c:pt>
                <c:pt idx="9311">
                  <c:v>14:11</c:v>
                </c:pt>
                <c:pt idx="9312">
                  <c:v>14:11</c:v>
                </c:pt>
                <c:pt idx="9313">
                  <c:v>14:11</c:v>
                </c:pt>
                <c:pt idx="9314">
                  <c:v>14:11</c:v>
                </c:pt>
                <c:pt idx="9315">
                  <c:v>14:11</c:v>
                </c:pt>
                <c:pt idx="9316">
                  <c:v>14:11</c:v>
                </c:pt>
                <c:pt idx="9317">
                  <c:v>14:11</c:v>
                </c:pt>
                <c:pt idx="9318">
                  <c:v>14:11</c:v>
                </c:pt>
                <c:pt idx="9319">
                  <c:v>14:11</c:v>
                </c:pt>
                <c:pt idx="9320">
                  <c:v>14:11</c:v>
                </c:pt>
                <c:pt idx="9321">
                  <c:v>14:11</c:v>
                </c:pt>
                <c:pt idx="9322">
                  <c:v>14:11</c:v>
                </c:pt>
                <c:pt idx="9323">
                  <c:v>14:11</c:v>
                </c:pt>
                <c:pt idx="9324">
                  <c:v>14:11</c:v>
                </c:pt>
                <c:pt idx="9325">
                  <c:v>14:11</c:v>
                </c:pt>
                <c:pt idx="9326">
                  <c:v>14:11</c:v>
                </c:pt>
                <c:pt idx="9327">
                  <c:v>14:11</c:v>
                </c:pt>
                <c:pt idx="9328">
                  <c:v>14:11</c:v>
                </c:pt>
                <c:pt idx="9329">
                  <c:v>14:11</c:v>
                </c:pt>
                <c:pt idx="9330">
                  <c:v>14:12</c:v>
                </c:pt>
                <c:pt idx="9331">
                  <c:v>14:12</c:v>
                </c:pt>
                <c:pt idx="9332">
                  <c:v>14:12</c:v>
                </c:pt>
                <c:pt idx="9333">
                  <c:v>14:12</c:v>
                </c:pt>
                <c:pt idx="9334">
                  <c:v>14:12</c:v>
                </c:pt>
                <c:pt idx="9335">
                  <c:v>14:12</c:v>
                </c:pt>
                <c:pt idx="9336">
                  <c:v>14:12</c:v>
                </c:pt>
                <c:pt idx="9337">
                  <c:v>14:12</c:v>
                </c:pt>
                <c:pt idx="9338">
                  <c:v>14:12</c:v>
                </c:pt>
                <c:pt idx="9339">
                  <c:v>14:12</c:v>
                </c:pt>
                <c:pt idx="9340">
                  <c:v>14:12</c:v>
                </c:pt>
                <c:pt idx="9341">
                  <c:v>14:12</c:v>
                </c:pt>
                <c:pt idx="9342">
                  <c:v>14:12</c:v>
                </c:pt>
                <c:pt idx="9343">
                  <c:v>14:12</c:v>
                </c:pt>
                <c:pt idx="9344">
                  <c:v>14:12</c:v>
                </c:pt>
                <c:pt idx="9345">
                  <c:v>14:12</c:v>
                </c:pt>
                <c:pt idx="9346">
                  <c:v>14:12</c:v>
                </c:pt>
                <c:pt idx="9347">
                  <c:v>14:12</c:v>
                </c:pt>
                <c:pt idx="9348">
                  <c:v>14:12</c:v>
                </c:pt>
                <c:pt idx="9349">
                  <c:v>14:12</c:v>
                </c:pt>
                <c:pt idx="9350">
                  <c:v>14:12</c:v>
                </c:pt>
                <c:pt idx="9351">
                  <c:v>14:12</c:v>
                </c:pt>
                <c:pt idx="9352">
                  <c:v>14:12</c:v>
                </c:pt>
                <c:pt idx="9353">
                  <c:v>14:12</c:v>
                </c:pt>
                <c:pt idx="9354">
                  <c:v>14:12</c:v>
                </c:pt>
                <c:pt idx="9355">
                  <c:v>14:12</c:v>
                </c:pt>
                <c:pt idx="9356">
                  <c:v>14:12</c:v>
                </c:pt>
                <c:pt idx="9357">
                  <c:v>14:12</c:v>
                </c:pt>
                <c:pt idx="9358">
                  <c:v>14:12</c:v>
                </c:pt>
                <c:pt idx="9359">
                  <c:v>14:12</c:v>
                </c:pt>
                <c:pt idx="9360">
                  <c:v>14:13</c:v>
                </c:pt>
                <c:pt idx="9361">
                  <c:v>14:13</c:v>
                </c:pt>
                <c:pt idx="9362">
                  <c:v>14:13</c:v>
                </c:pt>
                <c:pt idx="9363">
                  <c:v>14:13</c:v>
                </c:pt>
                <c:pt idx="9364">
                  <c:v>14:13</c:v>
                </c:pt>
                <c:pt idx="9365">
                  <c:v>14:13</c:v>
                </c:pt>
                <c:pt idx="9366">
                  <c:v>14:13</c:v>
                </c:pt>
                <c:pt idx="9367">
                  <c:v>14:13</c:v>
                </c:pt>
                <c:pt idx="9368">
                  <c:v>14:13</c:v>
                </c:pt>
                <c:pt idx="9369">
                  <c:v>14:13</c:v>
                </c:pt>
                <c:pt idx="9370">
                  <c:v>14:13</c:v>
                </c:pt>
                <c:pt idx="9371">
                  <c:v>14:13</c:v>
                </c:pt>
                <c:pt idx="9372">
                  <c:v>14:13</c:v>
                </c:pt>
                <c:pt idx="9373">
                  <c:v>14:13</c:v>
                </c:pt>
                <c:pt idx="9374">
                  <c:v>14:13</c:v>
                </c:pt>
                <c:pt idx="9375">
                  <c:v>14:13</c:v>
                </c:pt>
                <c:pt idx="9376">
                  <c:v>14:13</c:v>
                </c:pt>
                <c:pt idx="9377">
                  <c:v>14:13</c:v>
                </c:pt>
                <c:pt idx="9378">
                  <c:v>14:13</c:v>
                </c:pt>
                <c:pt idx="9379">
                  <c:v>14:13</c:v>
                </c:pt>
                <c:pt idx="9380">
                  <c:v>14:13</c:v>
                </c:pt>
                <c:pt idx="9381">
                  <c:v>14:13</c:v>
                </c:pt>
                <c:pt idx="9382">
                  <c:v>14:13</c:v>
                </c:pt>
                <c:pt idx="9383">
                  <c:v>14:13</c:v>
                </c:pt>
                <c:pt idx="9384">
                  <c:v>14:13</c:v>
                </c:pt>
                <c:pt idx="9385">
                  <c:v>14:13</c:v>
                </c:pt>
                <c:pt idx="9386">
                  <c:v>14:13</c:v>
                </c:pt>
                <c:pt idx="9387">
                  <c:v>14:13</c:v>
                </c:pt>
                <c:pt idx="9388">
                  <c:v>14:13</c:v>
                </c:pt>
                <c:pt idx="9389">
                  <c:v>14:13</c:v>
                </c:pt>
                <c:pt idx="9390">
                  <c:v>14:14</c:v>
                </c:pt>
                <c:pt idx="9391">
                  <c:v>14:14</c:v>
                </c:pt>
                <c:pt idx="9392">
                  <c:v>14:14</c:v>
                </c:pt>
                <c:pt idx="9393">
                  <c:v>14:14</c:v>
                </c:pt>
                <c:pt idx="9394">
                  <c:v>14:14</c:v>
                </c:pt>
                <c:pt idx="9395">
                  <c:v>14:14</c:v>
                </c:pt>
                <c:pt idx="9396">
                  <c:v>14:14</c:v>
                </c:pt>
                <c:pt idx="9397">
                  <c:v>14:14</c:v>
                </c:pt>
                <c:pt idx="9398">
                  <c:v>14:14</c:v>
                </c:pt>
                <c:pt idx="9399">
                  <c:v>14:14</c:v>
                </c:pt>
                <c:pt idx="9400">
                  <c:v>14:14</c:v>
                </c:pt>
                <c:pt idx="9401">
                  <c:v>14:14</c:v>
                </c:pt>
                <c:pt idx="9402">
                  <c:v>14:14</c:v>
                </c:pt>
                <c:pt idx="9403">
                  <c:v>14:14</c:v>
                </c:pt>
                <c:pt idx="9404">
                  <c:v>14:14</c:v>
                </c:pt>
                <c:pt idx="9405">
                  <c:v>14:14</c:v>
                </c:pt>
                <c:pt idx="9406">
                  <c:v>14:14</c:v>
                </c:pt>
                <c:pt idx="9407">
                  <c:v>14:14</c:v>
                </c:pt>
                <c:pt idx="9408">
                  <c:v>14:14</c:v>
                </c:pt>
                <c:pt idx="9409">
                  <c:v>14:14</c:v>
                </c:pt>
                <c:pt idx="9410">
                  <c:v>14:14</c:v>
                </c:pt>
                <c:pt idx="9411">
                  <c:v>14:14</c:v>
                </c:pt>
                <c:pt idx="9412">
                  <c:v>14:14</c:v>
                </c:pt>
                <c:pt idx="9413">
                  <c:v>14:14</c:v>
                </c:pt>
                <c:pt idx="9414">
                  <c:v>14:14</c:v>
                </c:pt>
                <c:pt idx="9415">
                  <c:v>14:14</c:v>
                </c:pt>
                <c:pt idx="9416">
                  <c:v>14:14</c:v>
                </c:pt>
                <c:pt idx="9417">
                  <c:v>14:14</c:v>
                </c:pt>
                <c:pt idx="9418">
                  <c:v>14:14</c:v>
                </c:pt>
                <c:pt idx="9419">
                  <c:v>14:14</c:v>
                </c:pt>
                <c:pt idx="9420">
                  <c:v>14:15</c:v>
                </c:pt>
                <c:pt idx="9421">
                  <c:v>14:15</c:v>
                </c:pt>
                <c:pt idx="9422">
                  <c:v>14:15</c:v>
                </c:pt>
                <c:pt idx="9423">
                  <c:v>14:15</c:v>
                </c:pt>
                <c:pt idx="9424">
                  <c:v>14:15</c:v>
                </c:pt>
                <c:pt idx="9425">
                  <c:v>14:15</c:v>
                </c:pt>
                <c:pt idx="9426">
                  <c:v>14:15</c:v>
                </c:pt>
                <c:pt idx="9427">
                  <c:v>14:15</c:v>
                </c:pt>
                <c:pt idx="9428">
                  <c:v>14:15</c:v>
                </c:pt>
                <c:pt idx="9429">
                  <c:v>14:15</c:v>
                </c:pt>
                <c:pt idx="9430">
                  <c:v>14:15</c:v>
                </c:pt>
                <c:pt idx="9431">
                  <c:v>14:15</c:v>
                </c:pt>
                <c:pt idx="9432">
                  <c:v>14:15</c:v>
                </c:pt>
                <c:pt idx="9433">
                  <c:v>14:15</c:v>
                </c:pt>
                <c:pt idx="9434">
                  <c:v>14:15</c:v>
                </c:pt>
                <c:pt idx="9435">
                  <c:v>14:15</c:v>
                </c:pt>
                <c:pt idx="9436">
                  <c:v>14:15</c:v>
                </c:pt>
                <c:pt idx="9437">
                  <c:v>14:15</c:v>
                </c:pt>
                <c:pt idx="9438">
                  <c:v>14:15</c:v>
                </c:pt>
                <c:pt idx="9439">
                  <c:v>14:15</c:v>
                </c:pt>
                <c:pt idx="9440">
                  <c:v>14:15</c:v>
                </c:pt>
                <c:pt idx="9441">
                  <c:v>14:15</c:v>
                </c:pt>
                <c:pt idx="9442">
                  <c:v>14:15</c:v>
                </c:pt>
                <c:pt idx="9443">
                  <c:v>14:15</c:v>
                </c:pt>
                <c:pt idx="9444">
                  <c:v>14:15</c:v>
                </c:pt>
                <c:pt idx="9445">
                  <c:v>14:15</c:v>
                </c:pt>
                <c:pt idx="9446">
                  <c:v>14:15</c:v>
                </c:pt>
                <c:pt idx="9447">
                  <c:v>14:15</c:v>
                </c:pt>
                <c:pt idx="9448">
                  <c:v>14:15</c:v>
                </c:pt>
                <c:pt idx="9449">
                  <c:v>14:15</c:v>
                </c:pt>
                <c:pt idx="9450">
                  <c:v>14:16</c:v>
                </c:pt>
                <c:pt idx="9451">
                  <c:v>14:16</c:v>
                </c:pt>
                <c:pt idx="9452">
                  <c:v>14:16</c:v>
                </c:pt>
                <c:pt idx="9453">
                  <c:v>14:16</c:v>
                </c:pt>
                <c:pt idx="9454">
                  <c:v>14:16</c:v>
                </c:pt>
                <c:pt idx="9455">
                  <c:v>14:16</c:v>
                </c:pt>
                <c:pt idx="9456">
                  <c:v>14:16</c:v>
                </c:pt>
                <c:pt idx="9457">
                  <c:v>14:16</c:v>
                </c:pt>
                <c:pt idx="9458">
                  <c:v>14:16</c:v>
                </c:pt>
                <c:pt idx="9459">
                  <c:v>14:16</c:v>
                </c:pt>
                <c:pt idx="9460">
                  <c:v>14:16</c:v>
                </c:pt>
                <c:pt idx="9461">
                  <c:v>14:16</c:v>
                </c:pt>
                <c:pt idx="9462">
                  <c:v>14:16</c:v>
                </c:pt>
                <c:pt idx="9463">
                  <c:v>14:16</c:v>
                </c:pt>
                <c:pt idx="9464">
                  <c:v>14:16</c:v>
                </c:pt>
                <c:pt idx="9465">
                  <c:v>14:16</c:v>
                </c:pt>
                <c:pt idx="9466">
                  <c:v>14:16</c:v>
                </c:pt>
                <c:pt idx="9467">
                  <c:v>14:16</c:v>
                </c:pt>
                <c:pt idx="9468">
                  <c:v>14:16</c:v>
                </c:pt>
                <c:pt idx="9469">
                  <c:v>14:16</c:v>
                </c:pt>
                <c:pt idx="9470">
                  <c:v>14:16</c:v>
                </c:pt>
                <c:pt idx="9471">
                  <c:v>14:16</c:v>
                </c:pt>
                <c:pt idx="9472">
                  <c:v>14:16</c:v>
                </c:pt>
                <c:pt idx="9473">
                  <c:v>14:16</c:v>
                </c:pt>
                <c:pt idx="9474">
                  <c:v>14:16</c:v>
                </c:pt>
                <c:pt idx="9475">
                  <c:v>14:16</c:v>
                </c:pt>
                <c:pt idx="9476">
                  <c:v>14:16</c:v>
                </c:pt>
                <c:pt idx="9477">
                  <c:v>14:16</c:v>
                </c:pt>
                <c:pt idx="9478">
                  <c:v>14:16</c:v>
                </c:pt>
                <c:pt idx="9479">
                  <c:v>14:16</c:v>
                </c:pt>
                <c:pt idx="9480">
                  <c:v>14:17</c:v>
                </c:pt>
                <c:pt idx="9481">
                  <c:v>14:17</c:v>
                </c:pt>
                <c:pt idx="9482">
                  <c:v>14:17</c:v>
                </c:pt>
                <c:pt idx="9483">
                  <c:v>14:17</c:v>
                </c:pt>
                <c:pt idx="9484">
                  <c:v>14:17</c:v>
                </c:pt>
                <c:pt idx="9485">
                  <c:v>14:17</c:v>
                </c:pt>
                <c:pt idx="9486">
                  <c:v>14:17</c:v>
                </c:pt>
                <c:pt idx="9487">
                  <c:v>14:17</c:v>
                </c:pt>
                <c:pt idx="9488">
                  <c:v>14:17</c:v>
                </c:pt>
                <c:pt idx="9489">
                  <c:v>14:17</c:v>
                </c:pt>
                <c:pt idx="9490">
                  <c:v>14:17</c:v>
                </c:pt>
                <c:pt idx="9491">
                  <c:v>14:17</c:v>
                </c:pt>
                <c:pt idx="9492">
                  <c:v>14:17</c:v>
                </c:pt>
                <c:pt idx="9493">
                  <c:v>14:17</c:v>
                </c:pt>
                <c:pt idx="9494">
                  <c:v>14:17</c:v>
                </c:pt>
                <c:pt idx="9495">
                  <c:v>14:17</c:v>
                </c:pt>
                <c:pt idx="9496">
                  <c:v>14:17</c:v>
                </c:pt>
                <c:pt idx="9497">
                  <c:v>14:17</c:v>
                </c:pt>
                <c:pt idx="9498">
                  <c:v>14:17</c:v>
                </c:pt>
                <c:pt idx="9499">
                  <c:v>14:17</c:v>
                </c:pt>
                <c:pt idx="9500">
                  <c:v>14:17</c:v>
                </c:pt>
                <c:pt idx="9501">
                  <c:v>14:17</c:v>
                </c:pt>
                <c:pt idx="9502">
                  <c:v>14:17</c:v>
                </c:pt>
                <c:pt idx="9503">
                  <c:v>14:17</c:v>
                </c:pt>
                <c:pt idx="9504">
                  <c:v>14:17</c:v>
                </c:pt>
                <c:pt idx="9505">
                  <c:v>14:17</c:v>
                </c:pt>
                <c:pt idx="9506">
                  <c:v>14:17</c:v>
                </c:pt>
                <c:pt idx="9507">
                  <c:v>14:17</c:v>
                </c:pt>
                <c:pt idx="9508">
                  <c:v>14:17</c:v>
                </c:pt>
                <c:pt idx="9509">
                  <c:v>14:17</c:v>
                </c:pt>
                <c:pt idx="9510">
                  <c:v>14:18</c:v>
                </c:pt>
                <c:pt idx="9511">
                  <c:v>14:18</c:v>
                </c:pt>
                <c:pt idx="9512">
                  <c:v>14:18</c:v>
                </c:pt>
                <c:pt idx="9513">
                  <c:v>14:18</c:v>
                </c:pt>
                <c:pt idx="9514">
                  <c:v>14:18</c:v>
                </c:pt>
                <c:pt idx="9515">
                  <c:v>14:18</c:v>
                </c:pt>
                <c:pt idx="9516">
                  <c:v>14:18</c:v>
                </c:pt>
                <c:pt idx="9517">
                  <c:v>14:18</c:v>
                </c:pt>
                <c:pt idx="9518">
                  <c:v>14:18</c:v>
                </c:pt>
                <c:pt idx="9519">
                  <c:v>14:18</c:v>
                </c:pt>
                <c:pt idx="9520">
                  <c:v>14:18</c:v>
                </c:pt>
                <c:pt idx="9521">
                  <c:v>14:18</c:v>
                </c:pt>
                <c:pt idx="9522">
                  <c:v>14:18</c:v>
                </c:pt>
                <c:pt idx="9523">
                  <c:v>14:18</c:v>
                </c:pt>
                <c:pt idx="9524">
                  <c:v>14:18</c:v>
                </c:pt>
                <c:pt idx="9525">
                  <c:v>14:18</c:v>
                </c:pt>
                <c:pt idx="9526">
                  <c:v>14:18</c:v>
                </c:pt>
                <c:pt idx="9527">
                  <c:v>14:18</c:v>
                </c:pt>
                <c:pt idx="9528">
                  <c:v>14:18</c:v>
                </c:pt>
                <c:pt idx="9529">
                  <c:v>14:18</c:v>
                </c:pt>
                <c:pt idx="9530">
                  <c:v>14:18</c:v>
                </c:pt>
                <c:pt idx="9531">
                  <c:v>14:18</c:v>
                </c:pt>
                <c:pt idx="9532">
                  <c:v>14:18</c:v>
                </c:pt>
                <c:pt idx="9533">
                  <c:v>14:18</c:v>
                </c:pt>
                <c:pt idx="9534">
                  <c:v>14:18</c:v>
                </c:pt>
                <c:pt idx="9535">
                  <c:v>14:18</c:v>
                </c:pt>
                <c:pt idx="9536">
                  <c:v>14:18</c:v>
                </c:pt>
                <c:pt idx="9537">
                  <c:v>14:18</c:v>
                </c:pt>
                <c:pt idx="9538">
                  <c:v>14:18</c:v>
                </c:pt>
                <c:pt idx="9539">
                  <c:v>14:18</c:v>
                </c:pt>
                <c:pt idx="9540">
                  <c:v>14:19</c:v>
                </c:pt>
                <c:pt idx="9541">
                  <c:v>14:19</c:v>
                </c:pt>
                <c:pt idx="9542">
                  <c:v>14:19</c:v>
                </c:pt>
                <c:pt idx="9543">
                  <c:v>14:19</c:v>
                </c:pt>
                <c:pt idx="9544">
                  <c:v>14:19</c:v>
                </c:pt>
                <c:pt idx="9545">
                  <c:v>14:19</c:v>
                </c:pt>
                <c:pt idx="9546">
                  <c:v>14:19</c:v>
                </c:pt>
                <c:pt idx="9547">
                  <c:v>14:19</c:v>
                </c:pt>
                <c:pt idx="9548">
                  <c:v>14:19</c:v>
                </c:pt>
                <c:pt idx="9549">
                  <c:v>14:19</c:v>
                </c:pt>
                <c:pt idx="9550">
                  <c:v>14:19</c:v>
                </c:pt>
                <c:pt idx="9551">
                  <c:v>14:19</c:v>
                </c:pt>
                <c:pt idx="9552">
                  <c:v>14:19</c:v>
                </c:pt>
                <c:pt idx="9553">
                  <c:v>14:19</c:v>
                </c:pt>
                <c:pt idx="9554">
                  <c:v>14:19</c:v>
                </c:pt>
                <c:pt idx="9555">
                  <c:v>14:19</c:v>
                </c:pt>
                <c:pt idx="9556">
                  <c:v>14:19</c:v>
                </c:pt>
                <c:pt idx="9557">
                  <c:v>14:19</c:v>
                </c:pt>
                <c:pt idx="9558">
                  <c:v>14:19</c:v>
                </c:pt>
                <c:pt idx="9559">
                  <c:v>14:19</c:v>
                </c:pt>
                <c:pt idx="9560">
                  <c:v>14:19</c:v>
                </c:pt>
                <c:pt idx="9561">
                  <c:v>14:19</c:v>
                </c:pt>
                <c:pt idx="9562">
                  <c:v>14:19</c:v>
                </c:pt>
                <c:pt idx="9563">
                  <c:v>14:19</c:v>
                </c:pt>
                <c:pt idx="9564">
                  <c:v>14:19</c:v>
                </c:pt>
                <c:pt idx="9565">
                  <c:v>14:19</c:v>
                </c:pt>
                <c:pt idx="9566">
                  <c:v>14:19</c:v>
                </c:pt>
                <c:pt idx="9567">
                  <c:v>14:19</c:v>
                </c:pt>
                <c:pt idx="9568">
                  <c:v>14:19</c:v>
                </c:pt>
                <c:pt idx="9569">
                  <c:v>14:19</c:v>
                </c:pt>
                <c:pt idx="9570">
                  <c:v>14:20</c:v>
                </c:pt>
                <c:pt idx="9571">
                  <c:v>14:20</c:v>
                </c:pt>
                <c:pt idx="9572">
                  <c:v>14:20</c:v>
                </c:pt>
                <c:pt idx="9573">
                  <c:v>14:20</c:v>
                </c:pt>
                <c:pt idx="9574">
                  <c:v>14:20</c:v>
                </c:pt>
                <c:pt idx="9575">
                  <c:v>14:20</c:v>
                </c:pt>
                <c:pt idx="9576">
                  <c:v>14:20</c:v>
                </c:pt>
                <c:pt idx="9577">
                  <c:v>14:20</c:v>
                </c:pt>
                <c:pt idx="9578">
                  <c:v>14:20</c:v>
                </c:pt>
                <c:pt idx="9579">
                  <c:v>14:20</c:v>
                </c:pt>
                <c:pt idx="9580">
                  <c:v>14:20</c:v>
                </c:pt>
                <c:pt idx="9581">
                  <c:v>14:20</c:v>
                </c:pt>
                <c:pt idx="9582">
                  <c:v>14:20</c:v>
                </c:pt>
                <c:pt idx="9583">
                  <c:v>14:20</c:v>
                </c:pt>
                <c:pt idx="9584">
                  <c:v>14:20</c:v>
                </c:pt>
                <c:pt idx="9585">
                  <c:v>14:20</c:v>
                </c:pt>
                <c:pt idx="9586">
                  <c:v>14:20</c:v>
                </c:pt>
                <c:pt idx="9587">
                  <c:v>14:20</c:v>
                </c:pt>
                <c:pt idx="9588">
                  <c:v>14:20</c:v>
                </c:pt>
                <c:pt idx="9589">
                  <c:v>14:20</c:v>
                </c:pt>
                <c:pt idx="9590">
                  <c:v>14:20</c:v>
                </c:pt>
                <c:pt idx="9591">
                  <c:v>14:20</c:v>
                </c:pt>
                <c:pt idx="9592">
                  <c:v>14:20</c:v>
                </c:pt>
                <c:pt idx="9593">
                  <c:v>14:20</c:v>
                </c:pt>
                <c:pt idx="9594">
                  <c:v>14:20</c:v>
                </c:pt>
                <c:pt idx="9595">
                  <c:v>14:20</c:v>
                </c:pt>
                <c:pt idx="9596">
                  <c:v>14:20</c:v>
                </c:pt>
                <c:pt idx="9597">
                  <c:v>14:20</c:v>
                </c:pt>
                <c:pt idx="9598">
                  <c:v>14:20</c:v>
                </c:pt>
                <c:pt idx="9599">
                  <c:v>14:20</c:v>
                </c:pt>
                <c:pt idx="9600">
                  <c:v>14:21</c:v>
                </c:pt>
                <c:pt idx="9601">
                  <c:v>14:21</c:v>
                </c:pt>
                <c:pt idx="9602">
                  <c:v>14:21</c:v>
                </c:pt>
                <c:pt idx="9603">
                  <c:v>14:21</c:v>
                </c:pt>
                <c:pt idx="9604">
                  <c:v>14:21</c:v>
                </c:pt>
                <c:pt idx="9605">
                  <c:v>14:21</c:v>
                </c:pt>
                <c:pt idx="9606">
                  <c:v>14:21</c:v>
                </c:pt>
                <c:pt idx="9607">
                  <c:v>14:21</c:v>
                </c:pt>
                <c:pt idx="9608">
                  <c:v>14:21</c:v>
                </c:pt>
                <c:pt idx="9609">
                  <c:v>14:21</c:v>
                </c:pt>
                <c:pt idx="9610">
                  <c:v>14:21</c:v>
                </c:pt>
                <c:pt idx="9611">
                  <c:v>14:21</c:v>
                </c:pt>
                <c:pt idx="9612">
                  <c:v>14:21</c:v>
                </c:pt>
                <c:pt idx="9613">
                  <c:v>14:21</c:v>
                </c:pt>
                <c:pt idx="9614">
                  <c:v>14:21</c:v>
                </c:pt>
                <c:pt idx="9615">
                  <c:v>14:21</c:v>
                </c:pt>
                <c:pt idx="9616">
                  <c:v>14:21</c:v>
                </c:pt>
                <c:pt idx="9617">
                  <c:v>14:21</c:v>
                </c:pt>
                <c:pt idx="9618">
                  <c:v>14:21</c:v>
                </c:pt>
                <c:pt idx="9619">
                  <c:v>14:21</c:v>
                </c:pt>
                <c:pt idx="9620">
                  <c:v>14:21</c:v>
                </c:pt>
                <c:pt idx="9621">
                  <c:v>14:21</c:v>
                </c:pt>
                <c:pt idx="9622">
                  <c:v>14:21</c:v>
                </c:pt>
                <c:pt idx="9623">
                  <c:v>14:21</c:v>
                </c:pt>
                <c:pt idx="9624">
                  <c:v>14:21</c:v>
                </c:pt>
                <c:pt idx="9625">
                  <c:v>14:21</c:v>
                </c:pt>
                <c:pt idx="9626">
                  <c:v>14:21</c:v>
                </c:pt>
                <c:pt idx="9627">
                  <c:v>14:21</c:v>
                </c:pt>
                <c:pt idx="9628">
                  <c:v>14:21</c:v>
                </c:pt>
                <c:pt idx="9629">
                  <c:v>14:21</c:v>
                </c:pt>
                <c:pt idx="9630">
                  <c:v>14:22</c:v>
                </c:pt>
                <c:pt idx="9631">
                  <c:v>14:22</c:v>
                </c:pt>
                <c:pt idx="9632">
                  <c:v>14:22</c:v>
                </c:pt>
                <c:pt idx="9633">
                  <c:v>14:22</c:v>
                </c:pt>
                <c:pt idx="9634">
                  <c:v>14:22</c:v>
                </c:pt>
                <c:pt idx="9635">
                  <c:v>14:22</c:v>
                </c:pt>
                <c:pt idx="9636">
                  <c:v>14:22</c:v>
                </c:pt>
                <c:pt idx="9637">
                  <c:v>14:22</c:v>
                </c:pt>
                <c:pt idx="9638">
                  <c:v>14:22</c:v>
                </c:pt>
                <c:pt idx="9639">
                  <c:v>14:22</c:v>
                </c:pt>
                <c:pt idx="9640">
                  <c:v>14:22</c:v>
                </c:pt>
                <c:pt idx="9641">
                  <c:v>14:22</c:v>
                </c:pt>
                <c:pt idx="9642">
                  <c:v>14:22</c:v>
                </c:pt>
                <c:pt idx="9643">
                  <c:v>14:22</c:v>
                </c:pt>
                <c:pt idx="9644">
                  <c:v>14:22</c:v>
                </c:pt>
                <c:pt idx="9645">
                  <c:v>14:22</c:v>
                </c:pt>
                <c:pt idx="9646">
                  <c:v>14:22</c:v>
                </c:pt>
                <c:pt idx="9647">
                  <c:v>14:22</c:v>
                </c:pt>
                <c:pt idx="9648">
                  <c:v>14:22</c:v>
                </c:pt>
                <c:pt idx="9649">
                  <c:v>14:22</c:v>
                </c:pt>
                <c:pt idx="9650">
                  <c:v>14:22</c:v>
                </c:pt>
                <c:pt idx="9651">
                  <c:v>14:22</c:v>
                </c:pt>
                <c:pt idx="9652">
                  <c:v>14:22</c:v>
                </c:pt>
                <c:pt idx="9653">
                  <c:v>14:22</c:v>
                </c:pt>
                <c:pt idx="9654">
                  <c:v>14:22</c:v>
                </c:pt>
                <c:pt idx="9655">
                  <c:v>14:22</c:v>
                </c:pt>
                <c:pt idx="9656">
                  <c:v>14:22</c:v>
                </c:pt>
                <c:pt idx="9657">
                  <c:v>14:22</c:v>
                </c:pt>
                <c:pt idx="9658">
                  <c:v>14:22</c:v>
                </c:pt>
                <c:pt idx="9659">
                  <c:v>14:22</c:v>
                </c:pt>
                <c:pt idx="9660">
                  <c:v>14:23</c:v>
                </c:pt>
                <c:pt idx="9661">
                  <c:v>14:23</c:v>
                </c:pt>
                <c:pt idx="9662">
                  <c:v>14:23</c:v>
                </c:pt>
                <c:pt idx="9663">
                  <c:v>14:23</c:v>
                </c:pt>
                <c:pt idx="9664">
                  <c:v>14:23</c:v>
                </c:pt>
                <c:pt idx="9665">
                  <c:v>14:23</c:v>
                </c:pt>
                <c:pt idx="9666">
                  <c:v>14:23</c:v>
                </c:pt>
                <c:pt idx="9667">
                  <c:v>14:23</c:v>
                </c:pt>
                <c:pt idx="9668">
                  <c:v>14:23</c:v>
                </c:pt>
                <c:pt idx="9669">
                  <c:v>14:23</c:v>
                </c:pt>
                <c:pt idx="9670">
                  <c:v>14:23</c:v>
                </c:pt>
                <c:pt idx="9671">
                  <c:v>14:23</c:v>
                </c:pt>
                <c:pt idx="9672">
                  <c:v>14:23</c:v>
                </c:pt>
                <c:pt idx="9673">
                  <c:v>14:23</c:v>
                </c:pt>
                <c:pt idx="9674">
                  <c:v>14:23</c:v>
                </c:pt>
                <c:pt idx="9675">
                  <c:v>14:23</c:v>
                </c:pt>
                <c:pt idx="9676">
                  <c:v>14:23</c:v>
                </c:pt>
                <c:pt idx="9677">
                  <c:v>14:23</c:v>
                </c:pt>
                <c:pt idx="9678">
                  <c:v>14:23</c:v>
                </c:pt>
                <c:pt idx="9679">
                  <c:v>14:23</c:v>
                </c:pt>
                <c:pt idx="9680">
                  <c:v>14:23</c:v>
                </c:pt>
                <c:pt idx="9681">
                  <c:v>14:23</c:v>
                </c:pt>
                <c:pt idx="9682">
                  <c:v>14:23</c:v>
                </c:pt>
                <c:pt idx="9683">
                  <c:v>14:23</c:v>
                </c:pt>
                <c:pt idx="9684">
                  <c:v>14:23</c:v>
                </c:pt>
                <c:pt idx="9685">
                  <c:v>14:23</c:v>
                </c:pt>
                <c:pt idx="9686">
                  <c:v>14:23</c:v>
                </c:pt>
                <c:pt idx="9687">
                  <c:v>14:23</c:v>
                </c:pt>
                <c:pt idx="9688">
                  <c:v>14:23</c:v>
                </c:pt>
                <c:pt idx="9689">
                  <c:v>14:23</c:v>
                </c:pt>
                <c:pt idx="9690">
                  <c:v>14:24</c:v>
                </c:pt>
                <c:pt idx="9691">
                  <c:v>14:24</c:v>
                </c:pt>
                <c:pt idx="9692">
                  <c:v>14:24</c:v>
                </c:pt>
                <c:pt idx="9693">
                  <c:v>14:24</c:v>
                </c:pt>
                <c:pt idx="9694">
                  <c:v>14:24</c:v>
                </c:pt>
                <c:pt idx="9695">
                  <c:v>14:24</c:v>
                </c:pt>
                <c:pt idx="9696">
                  <c:v>14:24</c:v>
                </c:pt>
                <c:pt idx="9697">
                  <c:v>14:24</c:v>
                </c:pt>
                <c:pt idx="9698">
                  <c:v>14:24</c:v>
                </c:pt>
                <c:pt idx="9699">
                  <c:v>14:24</c:v>
                </c:pt>
                <c:pt idx="9700">
                  <c:v>14:24</c:v>
                </c:pt>
                <c:pt idx="9701">
                  <c:v>14:24</c:v>
                </c:pt>
                <c:pt idx="9702">
                  <c:v>14:24</c:v>
                </c:pt>
                <c:pt idx="9703">
                  <c:v>14:24</c:v>
                </c:pt>
                <c:pt idx="9704">
                  <c:v>14:24</c:v>
                </c:pt>
                <c:pt idx="9705">
                  <c:v>14:24</c:v>
                </c:pt>
                <c:pt idx="9706">
                  <c:v>14:24</c:v>
                </c:pt>
                <c:pt idx="9707">
                  <c:v>14:24</c:v>
                </c:pt>
                <c:pt idx="9708">
                  <c:v>14:24</c:v>
                </c:pt>
                <c:pt idx="9709">
                  <c:v>14:24</c:v>
                </c:pt>
                <c:pt idx="9710">
                  <c:v>14:24</c:v>
                </c:pt>
                <c:pt idx="9711">
                  <c:v>14:24</c:v>
                </c:pt>
                <c:pt idx="9712">
                  <c:v>14:24</c:v>
                </c:pt>
                <c:pt idx="9713">
                  <c:v>14:24</c:v>
                </c:pt>
                <c:pt idx="9714">
                  <c:v>14:24</c:v>
                </c:pt>
                <c:pt idx="9715">
                  <c:v>14:24</c:v>
                </c:pt>
                <c:pt idx="9716">
                  <c:v>14:24</c:v>
                </c:pt>
                <c:pt idx="9717">
                  <c:v>14:24</c:v>
                </c:pt>
                <c:pt idx="9718">
                  <c:v>14:24</c:v>
                </c:pt>
                <c:pt idx="9719">
                  <c:v>14:24</c:v>
                </c:pt>
                <c:pt idx="9720">
                  <c:v>14:25</c:v>
                </c:pt>
                <c:pt idx="9721">
                  <c:v>14:25</c:v>
                </c:pt>
                <c:pt idx="9722">
                  <c:v>14:25</c:v>
                </c:pt>
                <c:pt idx="9723">
                  <c:v>14:25</c:v>
                </c:pt>
                <c:pt idx="9724">
                  <c:v>14:25</c:v>
                </c:pt>
                <c:pt idx="9725">
                  <c:v>14:25</c:v>
                </c:pt>
                <c:pt idx="9726">
                  <c:v>14:25</c:v>
                </c:pt>
                <c:pt idx="9727">
                  <c:v>14:25</c:v>
                </c:pt>
                <c:pt idx="9728">
                  <c:v>14:25</c:v>
                </c:pt>
                <c:pt idx="9729">
                  <c:v>14:25</c:v>
                </c:pt>
                <c:pt idx="9730">
                  <c:v>14:25</c:v>
                </c:pt>
                <c:pt idx="9731">
                  <c:v>14:25</c:v>
                </c:pt>
                <c:pt idx="9732">
                  <c:v>14:25</c:v>
                </c:pt>
                <c:pt idx="9733">
                  <c:v>14:25</c:v>
                </c:pt>
                <c:pt idx="9734">
                  <c:v>14:25</c:v>
                </c:pt>
                <c:pt idx="9735">
                  <c:v>14:25</c:v>
                </c:pt>
                <c:pt idx="9736">
                  <c:v>14:25</c:v>
                </c:pt>
                <c:pt idx="9737">
                  <c:v>14:25</c:v>
                </c:pt>
                <c:pt idx="9738">
                  <c:v>14:25</c:v>
                </c:pt>
                <c:pt idx="9739">
                  <c:v>14:25</c:v>
                </c:pt>
                <c:pt idx="9740">
                  <c:v>14:25</c:v>
                </c:pt>
                <c:pt idx="9741">
                  <c:v>14:25</c:v>
                </c:pt>
                <c:pt idx="9742">
                  <c:v>14:25</c:v>
                </c:pt>
                <c:pt idx="9743">
                  <c:v>14:25</c:v>
                </c:pt>
                <c:pt idx="9744">
                  <c:v>14:25</c:v>
                </c:pt>
                <c:pt idx="9745">
                  <c:v>14:25</c:v>
                </c:pt>
                <c:pt idx="9746">
                  <c:v>14:25</c:v>
                </c:pt>
                <c:pt idx="9747">
                  <c:v>14:25</c:v>
                </c:pt>
                <c:pt idx="9748">
                  <c:v>14:25</c:v>
                </c:pt>
                <c:pt idx="9749">
                  <c:v>14:25</c:v>
                </c:pt>
                <c:pt idx="9750">
                  <c:v>14:26</c:v>
                </c:pt>
                <c:pt idx="9751">
                  <c:v>14:26</c:v>
                </c:pt>
                <c:pt idx="9752">
                  <c:v>14:26</c:v>
                </c:pt>
                <c:pt idx="9753">
                  <c:v>14:26</c:v>
                </c:pt>
                <c:pt idx="9754">
                  <c:v>14:26</c:v>
                </c:pt>
                <c:pt idx="9755">
                  <c:v>14:26</c:v>
                </c:pt>
                <c:pt idx="9756">
                  <c:v>14:26</c:v>
                </c:pt>
                <c:pt idx="9757">
                  <c:v>14:26</c:v>
                </c:pt>
                <c:pt idx="9758">
                  <c:v>14:26</c:v>
                </c:pt>
                <c:pt idx="9759">
                  <c:v>14:26</c:v>
                </c:pt>
                <c:pt idx="9760">
                  <c:v>14:26</c:v>
                </c:pt>
                <c:pt idx="9761">
                  <c:v>14:26</c:v>
                </c:pt>
                <c:pt idx="9762">
                  <c:v>14:26</c:v>
                </c:pt>
                <c:pt idx="9763">
                  <c:v>14:26</c:v>
                </c:pt>
                <c:pt idx="9764">
                  <c:v>14:26</c:v>
                </c:pt>
                <c:pt idx="9765">
                  <c:v>14:26</c:v>
                </c:pt>
                <c:pt idx="9766">
                  <c:v>14:26</c:v>
                </c:pt>
                <c:pt idx="9767">
                  <c:v>14:26</c:v>
                </c:pt>
                <c:pt idx="9768">
                  <c:v>14:26</c:v>
                </c:pt>
                <c:pt idx="9769">
                  <c:v>14:26</c:v>
                </c:pt>
                <c:pt idx="9770">
                  <c:v>14:26</c:v>
                </c:pt>
                <c:pt idx="9771">
                  <c:v>14:26</c:v>
                </c:pt>
                <c:pt idx="9772">
                  <c:v>14:26</c:v>
                </c:pt>
                <c:pt idx="9773">
                  <c:v>14:26</c:v>
                </c:pt>
                <c:pt idx="9774">
                  <c:v>14:26</c:v>
                </c:pt>
                <c:pt idx="9775">
                  <c:v>14:26</c:v>
                </c:pt>
                <c:pt idx="9776">
                  <c:v>14:26</c:v>
                </c:pt>
                <c:pt idx="9777">
                  <c:v>14:26</c:v>
                </c:pt>
                <c:pt idx="9778">
                  <c:v>14:26</c:v>
                </c:pt>
                <c:pt idx="9779">
                  <c:v>14:26</c:v>
                </c:pt>
                <c:pt idx="9780">
                  <c:v>14:27</c:v>
                </c:pt>
                <c:pt idx="9781">
                  <c:v>14:27</c:v>
                </c:pt>
                <c:pt idx="9782">
                  <c:v>14:27</c:v>
                </c:pt>
                <c:pt idx="9783">
                  <c:v>14:27</c:v>
                </c:pt>
                <c:pt idx="9784">
                  <c:v>14:27</c:v>
                </c:pt>
                <c:pt idx="9785">
                  <c:v>14:27</c:v>
                </c:pt>
                <c:pt idx="9786">
                  <c:v>14:27</c:v>
                </c:pt>
                <c:pt idx="9787">
                  <c:v>14:27</c:v>
                </c:pt>
                <c:pt idx="9788">
                  <c:v>14:27</c:v>
                </c:pt>
                <c:pt idx="9789">
                  <c:v>14:27</c:v>
                </c:pt>
                <c:pt idx="9790">
                  <c:v>14:27</c:v>
                </c:pt>
                <c:pt idx="9791">
                  <c:v>14:27</c:v>
                </c:pt>
                <c:pt idx="9792">
                  <c:v>14:27</c:v>
                </c:pt>
                <c:pt idx="9793">
                  <c:v>14:27</c:v>
                </c:pt>
                <c:pt idx="9794">
                  <c:v>14:27</c:v>
                </c:pt>
                <c:pt idx="9795">
                  <c:v>14:27</c:v>
                </c:pt>
                <c:pt idx="9796">
                  <c:v>14:27</c:v>
                </c:pt>
                <c:pt idx="9797">
                  <c:v>14:27</c:v>
                </c:pt>
                <c:pt idx="9798">
                  <c:v>14:27</c:v>
                </c:pt>
                <c:pt idx="9799">
                  <c:v>14:27</c:v>
                </c:pt>
                <c:pt idx="9800">
                  <c:v>14:27</c:v>
                </c:pt>
                <c:pt idx="9801">
                  <c:v>14:27</c:v>
                </c:pt>
                <c:pt idx="9802">
                  <c:v>14:27</c:v>
                </c:pt>
                <c:pt idx="9803">
                  <c:v>14:27</c:v>
                </c:pt>
                <c:pt idx="9804">
                  <c:v>14:27</c:v>
                </c:pt>
                <c:pt idx="9805">
                  <c:v>14:27</c:v>
                </c:pt>
                <c:pt idx="9806">
                  <c:v>14:27</c:v>
                </c:pt>
                <c:pt idx="9807">
                  <c:v>14:27</c:v>
                </c:pt>
                <c:pt idx="9808">
                  <c:v>14:27</c:v>
                </c:pt>
                <c:pt idx="9809">
                  <c:v>14:27</c:v>
                </c:pt>
                <c:pt idx="9810">
                  <c:v>14:28</c:v>
                </c:pt>
                <c:pt idx="9811">
                  <c:v>14:28</c:v>
                </c:pt>
                <c:pt idx="9812">
                  <c:v>14:28</c:v>
                </c:pt>
                <c:pt idx="9813">
                  <c:v>14:28</c:v>
                </c:pt>
                <c:pt idx="9814">
                  <c:v>14:28</c:v>
                </c:pt>
                <c:pt idx="9815">
                  <c:v>14:28</c:v>
                </c:pt>
                <c:pt idx="9816">
                  <c:v>14:28</c:v>
                </c:pt>
                <c:pt idx="9817">
                  <c:v>14:28</c:v>
                </c:pt>
                <c:pt idx="9818">
                  <c:v>14:28</c:v>
                </c:pt>
                <c:pt idx="9819">
                  <c:v>14:28</c:v>
                </c:pt>
                <c:pt idx="9820">
                  <c:v>14:28</c:v>
                </c:pt>
                <c:pt idx="9821">
                  <c:v>14:28</c:v>
                </c:pt>
                <c:pt idx="9822">
                  <c:v>14:28</c:v>
                </c:pt>
                <c:pt idx="9823">
                  <c:v>14:28</c:v>
                </c:pt>
                <c:pt idx="9824">
                  <c:v>14:28</c:v>
                </c:pt>
                <c:pt idx="9825">
                  <c:v>14:28</c:v>
                </c:pt>
                <c:pt idx="9826">
                  <c:v>14:28</c:v>
                </c:pt>
                <c:pt idx="9827">
                  <c:v>14:28</c:v>
                </c:pt>
                <c:pt idx="9828">
                  <c:v>14:28</c:v>
                </c:pt>
                <c:pt idx="9829">
                  <c:v>14:28</c:v>
                </c:pt>
                <c:pt idx="9830">
                  <c:v>14:28</c:v>
                </c:pt>
                <c:pt idx="9831">
                  <c:v>14:28</c:v>
                </c:pt>
                <c:pt idx="9832">
                  <c:v>14:28</c:v>
                </c:pt>
                <c:pt idx="9833">
                  <c:v>14:28</c:v>
                </c:pt>
                <c:pt idx="9834">
                  <c:v>14:28</c:v>
                </c:pt>
                <c:pt idx="9835">
                  <c:v>14:28</c:v>
                </c:pt>
                <c:pt idx="9836">
                  <c:v>14:28</c:v>
                </c:pt>
                <c:pt idx="9837">
                  <c:v>14:28</c:v>
                </c:pt>
                <c:pt idx="9838">
                  <c:v>14:28</c:v>
                </c:pt>
                <c:pt idx="9839">
                  <c:v>14:28</c:v>
                </c:pt>
                <c:pt idx="9840">
                  <c:v>14:29</c:v>
                </c:pt>
                <c:pt idx="9841">
                  <c:v>14:29</c:v>
                </c:pt>
                <c:pt idx="9842">
                  <c:v>14:29</c:v>
                </c:pt>
                <c:pt idx="9843">
                  <c:v>14:29</c:v>
                </c:pt>
                <c:pt idx="9844">
                  <c:v>14:29</c:v>
                </c:pt>
                <c:pt idx="9845">
                  <c:v>14:29</c:v>
                </c:pt>
                <c:pt idx="9846">
                  <c:v>14:29</c:v>
                </c:pt>
                <c:pt idx="9847">
                  <c:v>14:29</c:v>
                </c:pt>
                <c:pt idx="9848">
                  <c:v>14:29</c:v>
                </c:pt>
                <c:pt idx="9849">
                  <c:v>14:29</c:v>
                </c:pt>
                <c:pt idx="9850">
                  <c:v>14:29</c:v>
                </c:pt>
                <c:pt idx="9851">
                  <c:v>14:29</c:v>
                </c:pt>
                <c:pt idx="9852">
                  <c:v>14:29</c:v>
                </c:pt>
                <c:pt idx="9853">
                  <c:v>14:29</c:v>
                </c:pt>
                <c:pt idx="9854">
                  <c:v>14:29</c:v>
                </c:pt>
                <c:pt idx="9855">
                  <c:v>14:29</c:v>
                </c:pt>
                <c:pt idx="9856">
                  <c:v>14:29</c:v>
                </c:pt>
                <c:pt idx="9857">
                  <c:v>14:29</c:v>
                </c:pt>
                <c:pt idx="9858">
                  <c:v>14:29</c:v>
                </c:pt>
                <c:pt idx="9859">
                  <c:v>14:29</c:v>
                </c:pt>
                <c:pt idx="9860">
                  <c:v>14:29</c:v>
                </c:pt>
                <c:pt idx="9861">
                  <c:v>14:29</c:v>
                </c:pt>
                <c:pt idx="9862">
                  <c:v>14:29</c:v>
                </c:pt>
                <c:pt idx="9863">
                  <c:v>14:29</c:v>
                </c:pt>
                <c:pt idx="9864">
                  <c:v>14:29</c:v>
                </c:pt>
                <c:pt idx="9865">
                  <c:v>14:29</c:v>
                </c:pt>
                <c:pt idx="9866">
                  <c:v>14:29</c:v>
                </c:pt>
                <c:pt idx="9867">
                  <c:v>14:29</c:v>
                </c:pt>
                <c:pt idx="9868">
                  <c:v>14:29</c:v>
                </c:pt>
                <c:pt idx="9869">
                  <c:v>14:29</c:v>
                </c:pt>
                <c:pt idx="9870">
                  <c:v>14:30</c:v>
                </c:pt>
                <c:pt idx="9871">
                  <c:v>14:30</c:v>
                </c:pt>
                <c:pt idx="9872">
                  <c:v>14:30</c:v>
                </c:pt>
                <c:pt idx="9873">
                  <c:v>14:30</c:v>
                </c:pt>
                <c:pt idx="9874">
                  <c:v>14:30</c:v>
                </c:pt>
                <c:pt idx="9875">
                  <c:v>14:30</c:v>
                </c:pt>
                <c:pt idx="9876">
                  <c:v>14:30</c:v>
                </c:pt>
                <c:pt idx="9877">
                  <c:v>14:30</c:v>
                </c:pt>
                <c:pt idx="9878">
                  <c:v>14:30</c:v>
                </c:pt>
                <c:pt idx="9879">
                  <c:v>14:30</c:v>
                </c:pt>
                <c:pt idx="9880">
                  <c:v>14:30</c:v>
                </c:pt>
                <c:pt idx="9881">
                  <c:v>14:30</c:v>
                </c:pt>
                <c:pt idx="9882">
                  <c:v>14:30</c:v>
                </c:pt>
                <c:pt idx="9883">
                  <c:v>14:30</c:v>
                </c:pt>
                <c:pt idx="9884">
                  <c:v>14:30</c:v>
                </c:pt>
                <c:pt idx="9885">
                  <c:v>14:30</c:v>
                </c:pt>
                <c:pt idx="9886">
                  <c:v>14:30</c:v>
                </c:pt>
                <c:pt idx="9887">
                  <c:v>14:30</c:v>
                </c:pt>
                <c:pt idx="9888">
                  <c:v>14:30</c:v>
                </c:pt>
                <c:pt idx="9889">
                  <c:v>14:30</c:v>
                </c:pt>
                <c:pt idx="9890">
                  <c:v>14:30</c:v>
                </c:pt>
                <c:pt idx="9891">
                  <c:v>14:30</c:v>
                </c:pt>
                <c:pt idx="9892">
                  <c:v>14:30</c:v>
                </c:pt>
                <c:pt idx="9893">
                  <c:v>14:30</c:v>
                </c:pt>
                <c:pt idx="9894">
                  <c:v>14:30</c:v>
                </c:pt>
                <c:pt idx="9895">
                  <c:v>14:30</c:v>
                </c:pt>
                <c:pt idx="9896">
                  <c:v>14:30</c:v>
                </c:pt>
                <c:pt idx="9897">
                  <c:v>14:30</c:v>
                </c:pt>
                <c:pt idx="9898">
                  <c:v>14:30</c:v>
                </c:pt>
                <c:pt idx="9899">
                  <c:v>14:30</c:v>
                </c:pt>
                <c:pt idx="9900">
                  <c:v>14:31</c:v>
                </c:pt>
                <c:pt idx="9901">
                  <c:v>14:31</c:v>
                </c:pt>
                <c:pt idx="9902">
                  <c:v>14:31</c:v>
                </c:pt>
                <c:pt idx="9903">
                  <c:v>14:31</c:v>
                </c:pt>
                <c:pt idx="9904">
                  <c:v>14:31</c:v>
                </c:pt>
                <c:pt idx="9905">
                  <c:v>14:31</c:v>
                </c:pt>
                <c:pt idx="9906">
                  <c:v>14:31</c:v>
                </c:pt>
                <c:pt idx="9907">
                  <c:v>14:31</c:v>
                </c:pt>
                <c:pt idx="9908">
                  <c:v>14:31</c:v>
                </c:pt>
                <c:pt idx="9909">
                  <c:v>14:31</c:v>
                </c:pt>
                <c:pt idx="9910">
                  <c:v>14:31</c:v>
                </c:pt>
                <c:pt idx="9911">
                  <c:v>14:31</c:v>
                </c:pt>
                <c:pt idx="9912">
                  <c:v>14:31</c:v>
                </c:pt>
                <c:pt idx="9913">
                  <c:v>14:31</c:v>
                </c:pt>
                <c:pt idx="9914">
                  <c:v>14:31</c:v>
                </c:pt>
                <c:pt idx="9915">
                  <c:v>14:31</c:v>
                </c:pt>
                <c:pt idx="9916">
                  <c:v>14:31</c:v>
                </c:pt>
                <c:pt idx="9917">
                  <c:v>14:31</c:v>
                </c:pt>
                <c:pt idx="9918">
                  <c:v>14:31</c:v>
                </c:pt>
                <c:pt idx="9919">
                  <c:v>14:31</c:v>
                </c:pt>
                <c:pt idx="9920">
                  <c:v>14:31</c:v>
                </c:pt>
                <c:pt idx="9921">
                  <c:v>14:31</c:v>
                </c:pt>
                <c:pt idx="9922">
                  <c:v>14:31</c:v>
                </c:pt>
                <c:pt idx="9923">
                  <c:v>14:31</c:v>
                </c:pt>
                <c:pt idx="9924">
                  <c:v>14:31</c:v>
                </c:pt>
                <c:pt idx="9925">
                  <c:v>14:31</c:v>
                </c:pt>
                <c:pt idx="9926">
                  <c:v>14:31</c:v>
                </c:pt>
                <c:pt idx="9927">
                  <c:v>14:31</c:v>
                </c:pt>
                <c:pt idx="9928">
                  <c:v>14:31</c:v>
                </c:pt>
                <c:pt idx="9929">
                  <c:v>14:31</c:v>
                </c:pt>
                <c:pt idx="9930">
                  <c:v>14:32</c:v>
                </c:pt>
                <c:pt idx="9931">
                  <c:v>14:32</c:v>
                </c:pt>
                <c:pt idx="9932">
                  <c:v>14:32</c:v>
                </c:pt>
                <c:pt idx="9933">
                  <c:v>14:32</c:v>
                </c:pt>
                <c:pt idx="9934">
                  <c:v>14:32</c:v>
                </c:pt>
                <c:pt idx="9935">
                  <c:v>14:32</c:v>
                </c:pt>
                <c:pt idx="9936">
                  <c:v>14:32</c:v>
                </c:pt>
                <c:pt idx="9937">
                  <c:v>14:32</c:v>
                </c:pt>
                <c:pt idx="9938">
                  <c:v>14:32</c:v>
                </c:pt>
                <c:pt idx="9939">
                  <c:v>14:32</c:v>
                </c:pt>
                <c:pt idx="9940">
                  <c:v>14:32</c:v>
                </c:pt>
                <c:pt idx="9941">
                  <c:v>14:32</c:v>
                </c:pt>
                <c:pt idx="9942">
                  <c:v>14:32</c:v>
                </c:pt>
                <c:pt idx="9943">
                  <c:v>14:32</c:v>
                </c:pt>
                <c:pt idx="9944">
                  <c:v>14:32</c:v>
                </c:pt>
                <c:pt idx="9945">
                  <c:v>14:32</c:v>
                </c:pt>
                <c:pt idx="9946">
                  <c:v>14:32</c:v>
                </c:pt>
                <c:pt idx="9947">
                  <c:v>14:32</c:v>
                </c:pt>
                <c:pt idx="9948">
                  <c:v>14:32</c:v>
                </c:pt>
                <c:pt idx="9949">
                  <c:v>14:32</c:v>
                </c:pt>
                <c:pt idx="9950">
                  <c:v>14:32</c:v>
                </c:pt>
                <c:pt idx="9951">
                  <c:v>14:32</c:v>
                </c:pt>
                <c:pt idx="9952">
                  <c:v>14:32</c:v>
                </c:pt>
                <c:pt idx="9953">
                  <c:v>14:32</c:v>
                </c:pt>
                <c:pt idx="9954">
                  <c:v>14:32</c:v>
                </c:pt>
                <c:pt idx="9955">
                  <c:v>14:32</c:v>
                </c:pt>
                <c:pt idx="9956">
                  <c:v>14:32</c:v>
                </c:pt>
                <c:pt idx="9957">
                  <c:v>14:32</c:v>
                </c:pt>
                <c:pt idx="9958">
                  <c:v>14:32</c:v>
                </c:pt>
                <c:pt idx="9959">
                  <c:v>14:32</c:v>
                </c:pt>
                <c:pt idx="9960">
                  <c:v>14:33</c:v>
                </c:pt>
                <c:pt idx="9961">
                  <c:v>14:33</c:v>
                </c:pt>
                <c:pt idx="9962">
                  <c:v>14:33</c:v>
                </c:pt>
                <c:pt idx="9963">
                  <c:v>14:33</c:v>
                </c:pt>
                <c:pt idx="9964">
                  <c:v>14:33</c:v>
                </c:pt>
                <c:pt idx="9965">
                  <c:v>14:33</c:v>
                </c:pt>
                <c:pt idx="9966">
                  <c:v>14:33</c:v>
                </c:pt>
                <c:pt idx="9967">
                  <c:v>14:33</c:v>
                </c:pt>
                <c:pt idx="9968">
                  <c:v>14:33</c:v>
                </c:pt>
                <c:pt idx="9969">
                  <c:v>14:33</c:v>
                </c:pt>
                <c:pt idx="9970">
                  <c:v>14:33</c:v>
                </c:pt>
                <c:pt idx="9971">
                  <c:v>14:33</c:v>
                </c:pt>
                <c:pt idx="9972">
                  <c:v>14:33</c:v>
                </c:pt>
                <c:pt idx="9973">
                  <c:v>14:33</c:v>
                </c:pt>
                <c:pt idx="9974">
                  <c:v>14:33</c:v>
                </c:pt>
                <c:pt idx="9975">
                  <c:v>14:33</c:v>
                </c:pt>
                <c:pt idx="9976">
                  <c:v>14:33</c:v>
                </c:pt>
                <c:pt idx="9977">
                  <c:v>14:33</c:v>
                </c:pt>
                <c:pt idx="9978">
                  <c:v>14:33</c:v>
                </c:pt>
                <c:pt idx="9979">
                  <c:v>14:33</c:v>
                </c:pt>
                <c:pt idx="9980">
                  <c:v>14:33</c:v>
                </c:pt>
                <c:pt idx="9981">
                  <c:v>14:33</c:v>
                </c:pt>
                <c:pt idx="9982">
                  <c:v>14:33</c:v>
                </c:pt>
                <c:pt idx="9983">
                  <c:v>14:33</c:v>
                </c:pt>
                <c:pt idx="9984">
                  <c:v>14:33</c:v>
                </c:pt>
                <c:pt idx="9985">
                  <c:v>14:33</c:v>
                </c:pt>
                <c:pt idx="9986">
                  <c:v>14:33</c:v>
                </c:pt>
                <c:pt idx="9987">
                  <c:v>14:33</c:v>
                </c:pt>
                <c:pt idx="9988">
                  <c:v>14:33</c:v>
                </c:pt>
                <c:pt idx="9989">
                  <c:v>14:33</c:v>
                </c:pt>
                <c:pt idx="9990">
                  <c:v>14:34</c:v>
                </c:pt>
                <c:pt idx="9991">
                  <c:v>14:34</c:v>
                </c:pt>
                <c:pt idx="9992">
                  <c:v>14:34</c:v>
                </c:pt>
                <c:pt idx="9993">
                  <c:v>14:34</c:v>
                </c:pt>
                <c:pt idx="9994">
                  <c:v>14:34</c:v>
                </c:pt>
                <c:pt idx="9995">
                  <c:v>14:34</c:v>
                </c:pt>
                <c:pt idx="9996">
                  <c:v>14:34</c:v>
                </c:pt>
                <c:pt idx="9997">
                  <c:v>14:34</c:v>
                </c:pt>
                <c:pt idx="9998">
                  <c:v>14:34</c:v>
                </c:pt>
                <c:pt idx="9999">
                  <c:v>14:34</c:v>
                </c:pt>
                <c:pt idx="10000">
                  <c:v>14:34</c:v>
                </c:pt>
                <c:pt idx="10001">
                  <c:v>14:34</c:v>
                </c:pt>
                <c:pt idx="10002">
                  <c:v>14:34</c:v>
                </c:pt>
                <c:pt idx="10003">
                  <c:v>14:34</c:v>
                </c:pt>
                <c:pt idx="10004">
                  <c:v>14:34</c:v>
                </c:pt>
                <c:pt idx="10005">
                  <c:v>14:34</c:v>
                </c:pt>
                <c:pt idx="10006">
                  <c:v>14:34</c:v>
                </c:pt>
                <c:pt idx="10007">
                  <c:v>14:34</c:v>
                </c:pt>
                <c:pt idx="10008">
                  <c:v>14:34</c:v>
                </c:pt>
                <c:pt idx="10009">
                  <c:v>14:34</c:v>
                </c:pt>
                <c:pt idx="10010">
                  <c:v>14:34</c:v>
                </c:pt>
                <c:pt idx="10011">
                  <c:v>14:34</c:v>
                </c:pt>
                <c:pt idx="10012">
                  <c:v>14:34</c:v>
                </c:pt>
                <c:pt idx="10013">
                  <c:v>14:34</c:v>
                </c:pt>
                <c:pt idx="10014">
                  <c:v>14:34</c:v>
                </c:pt>
                <c:pt idx="10015">
                  <c:v>14:34</c:v>
                </c:pt>
                <c:pt idx="10016">
                  <c:v>14:34</c:v>
                </c:pt>
                <c:pt idx="10017">
                  <c:v>14:34</c:v>
                </c:pt>
                <c:pt idx="10018">
                  <c:v>14:34</c:v>
                </c:pt>
                <c:pt idx="10019">
                  <c:v>14:34</c:v>
                </c:pt>
                <c:pt idx="10020">
                  <c:v>14:35</c:v>
                </c:pt>
                <c:pt idx="10021">
                  <c:v>14:35</c:v>
                </c:pt>
                <c:pt idx="10022">
                  <c:v>14:35</c:v>
                </c:pt>
                <c:pt idx="10023">
                  <c:v>14:35</c:v>
                </c:pt>
                <c:pt idx="10024">
                  <c:v>14:35</c:v>
                </c:pt>
                <c:pt idx="10025">
                  <c:v>14:35</c:v>
                </c:pt>
                <c:pt idx="10026">
                  <c:v>14:35</c:v>
                </c:pt>
                <c:pt idx="10027">
                  <c:v>14:35</c:v>
                </c:pt>
                <c:pt idx="10028">
                  <c:v>14:35</c:v>
                </c:pt>
                <c:pt idx="10029">
                  <c:v>14:35</c:v>
                </c:pt>
                <c:pt idx="10030">
                  <c:v>14:35</c:v>
                </c:pt>
                <c:pt idx="10031">
                  <c:v>14:35</c:v>
                </c:pt>
                <c:pt idx="10032">
                  <c:v>14:35</c:v>
                </c:pt>
                <c:pt idx="10033">
                  <c:v>14:35</c:v>
                </c:pt>
                <c:pt idx="10034">
                  <c:v>14:35</c:v>
                </c:pt>
                <c:pt idx="10035">
                  <c:v>14:35</c:v>
                </c:pt>
                <c:pt idx="10036">
                  <c:v>14:35</c:v>
                </c:pt>
                <c:pt idx="10037">
                  <c:v>14:35</c:v>
                </c:pt>
                <c:pt idx="10038">
                  <c:v>14:35</c:v>
                </c:pt>
                <c:pt idx="10039">
                  <c:v>14:35</c:v>
                </c:pt>
                <c:pt idx="10040">
                  <c:v>14:35</c:v>
                </c:pt>
                <c:pt idx="10041">
                  <c:v>14:35</c:v>
                </c:pt>
                <c:pt idx="10042">
                  <c:v>14:35</c:v>
                </c:pt>
                <c:pt idx="10043">
                  <c:v>14:35</c:v>
                </c:pt>
                <c:pt idx="10044">
                  <c:v>14:35</c:v>
                </c:pt>
                <c:pt idx="10045">
                  <c:v>14:35</c:v>
                </c:pt>
                <c:pt idx="10046">
                  <c:v>14:35</c:v>
                </c:pt>
                <c:pt idx="10047">
                  <c:v>14:35</c:v>
                </c:pt>
                <c:pt idx="10048">
                  <c:v>14:35</c:v>
                </c:pt>
                <c:pt idx="10049">
                  <c:v>14:35</c:v>
                </c:pt>
                <c:pt idx="10050">
                  <c:v>14:36</c:v>
                </c:pt>
                <c:pt idx="10051">
                  <c:v>14:36</c:v>
                </c:pt>
                <c:pt idx="10052">
                  <c:v>14:36</c:v>
                </c:pt>
                <c:pt idx="10053">
                  <c:v>14:36</c:v>
                </c:pt>
                <c:pt idx="10054">
                  <c:v>14:36</c:v>
                </c:pt>
                <c:pt idx="10055">
                  <c:v>14:36</c:v>
                </c:pt>
                <c:pt idx="10056">
                  <c:v>14:36</c:v>
                </c:pt>
                <c:pt idx="10057">
                  <c:v>14:36</c:v>
                </c:pt>
                <c:pt idx="10058">
                  <c:v>14:36</c:v>
                </c:pt>
                <c:pt idx="10059">
                  <c:v>14:36</c:v>
                </c:pt>
                <c:pt idx="10060">
                  <c:v>14:36</c:v>
                </c:pt>
                <c:pt idx="10061">
                  <c:v>14:36</c:v>
                </c:pt>
                <c:pt idx="10062">
                  <c:v>14:36</c:v>
                </c:pt>
                <c:pt idx="10063">
                  <c:v>14:36</c:v>
                </c:pt>
                <c:pt idx="10064">
                  <c:v>14:36</c:v>
                </c:pt>
                <c:pt idx="10065">
                  <c:v>14:36</c:v>
                </c:pt>
                <c:pt idx="10066">
                  <c:v>14:36</c:v>
                </c:pt>
                <c:pt idx="10067">
                  <c:v>14:36</c:v>
                </c:pt>
                <c:pt idx="10068">
                  <c:v>14:36</c:v>
                </c:pt>
                <c:pt idx="10069">
                  <c:v>14:36</c:v>
                </c:pt>
                <c:pt idx="10070">
                  <c:v>14:36</c:v>
                </c:pt>
                <c:pt idx="10071">
                  <c:v>14:36</c:v>
                </c:pt>
                <c:pt idx="10072">
                  <c:v>14:36</c:v>
                </c:pt>
                <c:pt idx="10073">
                  <c:v>14:36</c:v>
                </c:pt>
                <c:pt idx="10074">
                  <c:v>14:36</c:v>
                </c:pt>
                <c:pt idx="10075">
                  <c:v>14:36</c:v>
                </c:pt>
                <c:pt idx="10076">
                  <c:v>14:36</c:v>
                </c:pt>
                <c:pt idx="10077">
                  <c:v>14:36</c:v>
                </c:pt>
                <c:pt idx="10078">
                  <c:v>14:36</c:v>
                </c:pt>
                <c:pt idx="10079">
                  <c:v>14:36</c:v>
                </c:pt>
                <c:pt idx="10080">
                  <c:v>14:37</c:v>
                </c:pt>
                <c:pt idx="10081">
                  <c:v>14:37</c:v>
                </c:pt>
                <c:pt idx="10082">
                  <c:v>14:37</c:v>
                </c:pt>
                <c:pt idx="10083">
                  <c:v>14:37</c:v>
                </c:pt>
                <c:pt idx="10084">
                  <c:v>14:37</c:v>
                </c:pt>
                <c:pt idx="10085">
                  <c:v>14:37</c:v>
                </c:pt>
                <c:pt idx="10086">
                  <c:v>14:37</c:v>
                </c:pt>
                <c:pt idx="10087">
                  <c:v>14:37</c:v>
                </c:pt>
                <c:pt idx="10088">
                  <c:v>14:37</c:v>
                </c:pt>
                <c:pt idx="10089">
                  <c:v>14:37</c:v>
                </c:pt>
                <c:pt idx="10090">
                  <c:v>14:37</c:v>
                </c:pt>
                <c:pt idx="10091">
                  <c:v>14:37</c:v>
                </c:pt>
                <c:pt idx="10092">
                  <c:v>14:37</c:v>
                </c:pt>
                <c:pt idx="10093">
                  <c:v>14:37</c:v>
                </c:pt>
                <c:pt idx="10094">
                  <c:v>14:37</c:v>
                </c:pt>
                <c:pt idx="10095">
                  <c:v>14:37</c:v>
                </c:pt>
                <c:pt idx="10096">
                  <c:v>14:37</c:v>
                </c:pt>
                <c:pt idx="10097">
                  <c:v>14:37</c:v>
                </c:pt>
                <c:pt idx="10098">
                  <c:v>14:37</c:v>
                </c:pt>
                <c:pt idx="10099">
                  <c:v>14:37</c:v>
                </c:pt>
                <c:pt idx="10100">
                  <c:v>14:37</c:v>
                </c:pt>
                <c:pt idx="10101">
                  <c:v>14:37</c:v>
                </c:pt>
                <c:pt idx="10102">
                  <c:v>14:37</c:v>
                </c:pt>
                <c:pt idx="10103">
                  <c:v>14:37</c:v>
                </c:pt>
                <c:pt idx="10104">
                  <c:v>14:37</c:v>
                </c:pt>
                <c:pt idx="10105">
                  <c:v>14:37</c:v>
                </c:pt>
                <c:pt idx="10106">
                  <c:v>14:37</c:v>
                </c:pt>
                <c:pt idx="10107">
                  <c:v>14:37</c:v>
                </c:pt>
                <c:pt idx="10108">
                  <c:v>14:37</c:v>
                </c:pt>
                <c:pt idx="10109">
                  <c:v>14:37</c:v>
                </c:pt>
                <c:pt idx="10110">
                  <c:v>14:38</c:v>
                </c:pt>
                <c:pt idx="10111">
                  <c:v>14:38</c:v>
                </c:pt>
                <c:pt idx="10112">
                  <c:v>14:38</c:v>
                </c:pt>
                <c:pt idx="10113">
                  <c:v>14:38</c:v>
                </c:pt>
                <c:pt idx="10114">
                  <c:v>14:38</c:v>
                </c:pt>
                <c:pt idx="10115">
                  <c:v>14:38</c:v>
                </c:pt>
                <c:pt idx="10116">
                  <c:v>14:38</c:v>
                </c:pt>
                <c:pt idx="10117">
                  <c:v>14:38</c:v>
                </c:pt>
                <c:pt idx="10118">
                  <c:v>14:38</c:v>
                </c:pt>
                <c:pt idx="10119">
                  <c:v>14:38</c:v>
                </c:pt>
                <c:pt idx="10120">
                  <c:v>14:38</c:v>
                </c:pt>
                <c:pt idx="10121">
                  <c:v>14:38</c:v>
                </c:pt>
                <c:pt idx="10122">
                  <c:v>14:38</c:v>
                </c:pt>
                <c:pt idx="10123">
                  <c:v>14:38</c:v>
                </c:pt>
                <c:pt idx="10124">
                  <c:v>14:38</c:v>
                </c:pt>
                <c:pt idx="10125">
                  <c:v>14:38</c:v>
                </c:pt>
                <c:pt idx="10126">
                  <c:v>14:38</c:v>
                </c:pt>
                <c:pt idx="10127">
                  <c:v>14:38</c:v>
                </c:pt>
                <c:pt idx="10128">
                  <c:v>14:38</c:v>
                </c:pt>
                <c:pt idx="10129">
                  <c:v>14:38</c:v>
                </c:pt>
                <c:pt idx="10130">
                  <c:v>14:38</c:v>
                </c:pt>
                <c:pt idx="10131">
                  <c:v>14:38</c:v>
                </c:pt>
                <c:pt idx="10132">
                  <c:v>14:38</c:v>
                </c:pt>
                <c:pt idx="10133">
                  <c:v>14:38</c:v>
                </c:pt>
                <c:pt idx="10134">
                  <c:v>14:38</c:v>
                </c:pt>
                <c:pt idx="10135">
                  <c:v>14:38</c:v>
                </c:pt>
                <c:pt idx="10136">
                  <c:v>14:38</c:v>
                </c:pt>
                <c:pt idx="10137">
                  <c:v>14:38</c:v>
                </c:pt>
                <c:pt idx="10138">
                  <c:v>14:38</c:v>
                </c:pt>
                <c:pt idx="10139">
                  <c:v>14:38</c:v>
                </c:pt>
                <c:pt idx="10140">
                  <c:v>14:39</c:v>
                </c:pt>
                <c:pt idx="10141">
                  <c:v>14:39</c:v>
                </c:pt>
                <c:pt idx="10142">
                  <c:v>14:39</c:v>
                </c:pt>
                <c:pt idx="10143">
                  <c:v>14:39</c:v>
                </c:pt>
                <c:pt idx="10144">
                  <c:v>14:39</c:v>
                </c:pt>
                <c:pt idx="10145">
                  <c:v>14:39</c:v>
                </c:pt>
                <c:pt idx="10146">
                  <c:v>14:39</c:v>
                </c:pt>
                <c:pt idx="10147">
                  <c:v>14:39</c:v>
                </c:pt>
                <c:pt idx="10148">
                  <c:v>14:39</c:v>
                </c:pt>
                <c:pt idx="10149">
                  <c:v>14:39</c:v>
                </c:pt>
                <c:pt idx="10150">
                  <c:v>14:39</c:v>
                </c:pt>
                <c:pt idx="10151">
                  <c:v>14:39</c:v>
                </c:pt>
                <c:pt idx="10152">
                  <c:v>14:39</c:v>
                </c:pt>
                <c:pt idx="10153">
                  <c:v>14:39</c:v>
                </c:pt>
                <c:pt idx="10154">
                  <c:v>14:39</c:v>
                </c:pt>
                <c:pt idx="10155">
                  <c:v>14:39</c:v>
                </c:pt>
                <c:pt idx="10156">
                  <c:v>14:39</c:v>
                </c:pt>
                <c:pt idx="10157">
                  <c:v>14:39</c:v>
                </c:pt>
                <c:pt idx="10158">
                  <c:v>14:39</c:v>
                </c:pt>
                <c:pt idx="10159">
                  <c:v>14:39</c:v>
                </c:pt>
                <c:pt idx="10160">
                  <c:v>14:39</c:v>
                </c:pt>
                <c:pt idx="10161">
                  <c:v>14:39</c:v>
                </c:pt>
                <c:pt idx="10162">
                  <c:v>14:39</c:v>
                </c:pt>
                <c:pt idx="10163">
                  <c:v>14:39</c:v>
                </c:pt>
                <c:pt idx="10164">
                  <c:v>14:39</c:v>
                </c:pt>
                <c:pt idx="10165">
                  <c:v>14:39</c:v>
                </c:pt>
                <c:pt idx="10166">
                  <c:v>14:39</c:v>
                </c:pt>
                <c:pt idx="10167">
                  <c:v>14:39</c:v>
                </c:pt>
                <c:pt idx="10168">
                  <c:v>14:39</c:v>
                </c:pt>
                <c:pt idx="10169">
                  <c:v>14:39</c:v>
                </c:pt>
                <c:pt idx="10170">
                  <c:v>14:40</c:v>
                </c:pt>
                <c:pt idx="10171">
                  <c:v>14:40</c:v>
                </c:pt>
                <c:pt idx="10172">
                  <c:v>14:40</c:v>
                </c:pt>
                <c:pt idx="10173">
                  <c:v>14:40</c:v>
                </c:pt>
                <c:pt idx="10174">
                  <c:v>14:40</c:v>
                </c:pt>
                <c:pt idx="10175">
                  <c:v>14:40</c:v>
                </c:pt>
                <c:pt idx="10176">
                  <c:v>14:40</c:v>
                </c:pt>
                <c:pt idx="10177">
                  <c:v>14:40</c:v>
                </c:pt>
                <c:pt idx="10178">
                  <c:v>14:40</c:v>
                </c:pt>
                <c:pt idx="10179">
                  <c:v>14:40</c:v>
                </c:pt>
                <c:pt idx="10180">
                  <c:v>14:40</c:v>
                </c:pt>
                <c:pt idx="10181">
                  <c:v>14:40</c:v>
                </c:pt>
                <c:pt idx="10182">
                  <c:v>14:40</c:v>
                </c:pt>
                <c:pt idx="10183">
                  <c:v>14:40</c:v>
                </c:pt>
                <c:pt idx="10184">
                  <c:v>14:40</c:v>
                </c:pt>
                <c:pt idx="10185">
                  <c:v>14:40</c:v>
                </c:pt>
                <c:pt idx="10186">
                  <c:v>14:40</c:v>
                </c:pt>
                <c:pt idx="10187">
                  <c:v>14:40</c:v>
                </c:pt>
                <c:pt idx="10188">
                  <c:v>14:40</c:v>
                </c:pt>
                <c:pt idx="10189">
                  <c:v>14:40</c:v>
                </c:pt>
                <c:pt idx="10190">
                  <c:v>14:40</c:v>
                </c:pt>
                <c:pt idx="10191">
                  <c:v>14:40</c:v>
                </c:pt>
                <c:pt idx="10192">
                  <c:v>14:40</c:v>
                </c:pt>
                <c:pt idx="10193">
                  <c:v>14:40</c:v>
                </c:pt>
                <c:pt idx="10194">
                  <c:v>14:40</c:v>
                </c:pt>
                <c:pt idx="10195">
                  <c:v>14:40</c:v>
                </c:pt>
                <c:pt idx="10196">
                  <c:v>14:40</c:v>
                </c:pt>
                <c:pt idx="10197">
                  <c:v>14:40</c:v>
                </c:pt>
                <c:pt idx="10198">
                  <c:v>14:40</c:v>
                </c:pt>
                <c:pt idx="10199">
                  <c:v>14:40</c:v>
                </c:pt>
                <c:pt idx="10200">
                  <c:v>14:41</c:v>
                </c:pt>
                <c:pt idx="10201">
                  <c:v>14:41</c:v>
                </c:pt>
                <c:pt idx="10202">
                  <c:v>14:41</c:v>
                </c:pt>
                <c:pt idx="10203">
                  <c:v>14:41</c:v>
                </c:pt>
                <c:pt idx="10204">
                  <c:v>14:41</c:v>
                </c:pt>
                <c:pt idx="10205">
                  <c:v>14:41</c:v>
                </c:pt>
                <c:pt idx="10206">
                  <c:v>14:41</c:v>
                </c:pt>
                <c:pt idx="10207">
                  <c:v>14:41</c:v>
                </c:pt>
                <c:pt idx="10208">
                  <c:v>14:41</c:v>
                </c:pt>
                <c:pt idx="10209">
                  <c:v>14:41</c:v>
                </c:pt>
                <c:pt idx="10210">
                  <c:v>14:41</c:v>
                </c:pt>
                <c:pt idx="10211">
                  <c:v>14:41</c:v>
                </c:pt>
                <c:pt idx="10212">
                  <c:v>14:41</c:v>
                </c:pt>
                <c:pt idx="10213">
                  <c:v>14:41</c:v>
                </c:pt>
                <c:pt idx="10214">
                  <c:v>14:41</c:v>
                </c:pt>
                <c:pt idx="10215">
                  <c:v>14:41</c:v>
                </c:pt>
                <c:pt idx="10216">
                  <c:v>14:41</c:v>
                </c:pt>
                <c:pt idx="10217">
                  <c:v>14:41</c:v>
                </c:pt>
                <c:pt idx="10218">
                  <c:v>14:41</c:v>
                </c:pt>
                <c:pt idx="10219">
                  <c:v>14:41</c:v>
                </c:pt>
                <c:pt idx="10220">
                  <c:v>14:41</c:v>
                </c:pt>
                <c:pt idx="10221">
                  <c:v>14:41</c:v>
                </c:pt>
                <c:pt idx="10222">
                  <c:v>14:41</c:v>
                </c:pt>
                <c:pt idx="10223">
                  <c:v>14:41</c:v>
                </c:pt>
                <c:pt idx="10224">
                  <c:v>14:41</c:v>
                </c:pt>
                <c:pt idx="10225">
                  <c:v>14:41</c:v>
                </c:pt>
                <c:pt idx="10226">
                  <c:v>14:41</c:v>
                </c:pt>
                <c:pt idx="10227">
                  <c:v>14:41</c:v>
                </c:pt>
                <c:pt idx="10228">
                  <c:v>14:41</c:v>
                </c:pt>
                <c:pt idx="10229">
                  <c:v>14:41</c:v>
                </c:pt>
                <c:pt idx="10230">
                  <c:v>14:42</c:v>
                </c:pt>
                <c:pt idx="10231">
                  <c:v>14:42</c:v>
                </c:pt>
                <c:pt idx="10232">
                  <c:v>14:42</c:v>
                </c:pt>
                <c:pt idx="10233">
                  <c:v>14:42</c:v>
                </c:pt>
                <c:pt idx="10234">
                  <c:v>14:42</c:v>
                </c:pt>
                <c:pt idx="10235">
                  <c:v>14:42</c:v>
                </c:pt>
                <c:pt idx="10236">
                  <c:v>14:42</c:v>
                </c:pt>
                <c:pt idx="10237">
                  <c:v>14:42</c:v>
                </c:pt>
                <c:pt idx="10238">
                  <c:v>14:42</c:v>
                </c:pt>
                <c:pt idx="10239">
                  <c:v>14:42</c:v>
                </c:pt>
                <c:pt idx="10240">
                  <c:v>14:42</c:v>
                </c:pt>
                <c:pt idx="10241">
                  <c:v>14:42</c:v>
                </c:pt>
                <c:pt idx="10242">
                  <c:v>14:42</c:v>
                </c:pt>
                <c:pt idx="10243">
                  <c:v>14:42</c:v>
                </c:pt>
                <c:pt idx="10244">
                  <c:v>14:42</c:v>
                </c:pt>
                <c:pt idx="10245">
                  <c:v>14:42</c:v>
                </c:pt>
                <c:pt idx="10246">
                  <c:v>14:42</c:v>
                </c:pt>
                <c:pt idx="10247">
                  <c:v>14:42</c:v>
                </c:pt>
                <c:pt idx="10248">
                  <c:v>14:42</c:v>
                </c:pt>
                <c:pt idx="10249">
                  <c:v>14:42</c:v>
                </c:pt>
                <c:pt idx="10250">
                  <c:v>14:42</c:v>
                </c:pt>
                <c:pt idx="10251">
                  <c:v>14:42</c:v>
                </c:pt>
                <c:pt idx="10252">
                  <c:v>14:42</c:v>
                </c:pt>
                <c:pt idx="10253">
                  <c:v>14:42</c:v>
                </c:pt>
                <c:pt idx="10254">
                  <c:v>14:42</c:v>
                </c:pt>
                <c:pt idx="10255">
                  <c:v>14:42</c:v>
                </c:pt>
                <c:pt idx="10256">
                  <c:v>14:42</c:v>
                </c:pt>
                <c:pt idx="10257">
                  <c:v>14:42</c:v>
                </c:pt>
                <c:pt idx="10258">
                  <c:v>14:42</c:v>
                </c:pt>
                <c:pt idx="10259">
                  <c:v>14:42</c:v>
                </c:pt>
                <c:pt idx="10260">
                  <c:v>14:43</c:v>
                </c:pt>
                <c:pt idx="10261">
                  <c:v>14:43</c:v>
                </c:pt>
                <c:pt idx="10262">
                  <c:v>14:43</c:v>
                </c:pt>
                <c:pt idx="10263">
                  <c:v>14:43</c:v>
                </c:pt>
                <c:pt idx="10264">
                  <c:v>14:43</c:v>
                </c:pt>
                <c:pt idx="10265">
                  <c:v>14:43</c:v>
                </c:pt>
                <c:pt idx="10266">
                  <c:v>14:43</c:v>
                </c:pt>
                <c:pt idx="10267">
                  <c:v>14:43</c:v>
                </c:pt>
                <c:pt idx="10268">
                  <c:v>14:43</c:v>
                </c:pt>
                <c:pt idx="10269">
                  <c:v>14:43</c:v>
                </c:pt>
                <c:pt idx="10270">
                  <c:v>14:43</c:v>
                </c:pt>
                <c:pt idx="10271">
                  <c:v>14:43</c:v>
                </c:pt>
                <c:pt idx="10272">
                  <c:v>14:43</c:v>
                </c:pt>
                <c:pt idx="10273">
                  <c:v>14:43</c:v>
                </c:pt>
                <c:pt idx="10274">
                  <c:v>14:43</c:v>
                </c:pt>
                <c:pt idx="10275">
                  <c:v>14:43</c:v>
                </c:pt>
                <c:pt idx="10276">
                  <c:v>14:43</c:v>
                </c:pt>
                <c:pt idx="10277">
                  <c:v>14:43</c:v>
                </c:pt>
                <c:pt idx="10278">
                  <c:v>14:43</c:v>
                </c:pt>
                <c:pt idx="10279">
                  <c:v>14:43</c:v>
                </c:pt>
                <c:pt idx="10280">
                  <c:v>14:43</c:v>
                </c:pt>
                <c:pt idx="10281">
                  <c:v>14:43</c:v>
                </c:pt>
                <c:pt idx="10282">
                  <c:v>14:43</c:v>
                </c:pt>
                <c:pt idx="10283">
                  <c:v>14:43</c:v>
                </c:pt>
                <c:pt idx="10284">
                  <c:v>14:43</c:v>
                </c:pt>
                <c:pt idx="10285">
                  <c:v>14:43</c:v>
                </c:pt>
                <c:pt idx="10286">
                  <c:v>14:43</c:v>
                </c:pt>
                <c:pt idx="10287">
                  <c:v>14:43</c:v>
                </c:pt>
                <c:pt idx="10288">
                  <c:v>14:43</c:v>
                </c:pt>
                <c:pt idx="10289">
                  <c:v>14:43</c:v>
                </c:pt>
                <c:pt idx="10290">
                  <c:v>14:44</c:v>
                </c:pt>
                <c:pt idx="10291">
                  <c:v>14:44</c:v>
                </c:pt>
                <c:pt idx="10292">
                  <c:v>14:44</c:v>
                </c:pt>
                <c:pt idx="10293">
                  <c:v>14:44</c:v>
                </c:pt>
                <c:pt idx="10294">
                  <c:v>14:44</c:v>
                </c:pt>
                <c:pt idx="10295">
                  <c:v>14:44</c:v>
                </c:pt>
                <c:pt idx="10296">
                  <c:v>14:44</c:v>
                </c:pt>
                <c:pt idx="10297">
                  <c:v>14:44</c:v>
                </c:pt>
                <c:pt idx="10298">
                  <c:v>14:44</c:v>
                </c:pt>
                <c:pt idx="10299">
                  <c:v>14:44</c:v>
                </c:pt>
                <c:pt idx="10300">
                  <c:v>14:44</c:v>
                </c:pt>
                <c:pt idx="10301">
                  <c:v>14:44</c:v>
                </c:pt>
                <c:pt idx="10302">
                  <c:v>14:44</c:v>
                </c:pt>
                <c:pt idx="10303">
                  <c:v>14:44</c:v>
                </c:pt>
                <c:pt idx="10304">
                  <c:v>14:44</c:v>
                </c:pt>
                <c:pt idx="10305">
                  <c:v>14:44</c:v>
                </c:pt>
                <c:pt idx="10306">
                  <c:v>14:44</c:v>
                </c:pt>
                <c:pt idx="10307">
                  <c:v>14:44</c:v>
                </c:pt>
                <c:pt idx="10308">
                  <c:v>14:44</c:v>
                </c:pt>
                <c:pt idx="10309">
                  <c:v>14:44</c:v>
                </c:pt>
                <c:pt idx="10310">
                  <c:v>14:44</c:v>
                </c:pt>
                <c:pt idx="10311">
                  <c:v>14:44</c:v>
                </c:pt>
                <c:pt idx="10312">
                  <c:v>14:44</c:v>
                </c:pt>
                <c:pt idx="10313">
                  <c:v>14:44</c:v>
                </c:pt>
                <c:pt idx="10314">
                  <c:v>14:44</c:v>
                </c:pt>
                <c:pt idx="10315">
                  <c:v>14:44</c:v>
                </c:pt>
                <c:pt idx="10316">
                  <c:v>14:44</c:v>
                </c:pt>
                <c:pt idx="10317">
                  <c:v>14:44</c:v>
                </c:pt>
                <c:pt idx="10318">
                  <c:v>14:44</c:v>
                </c:pt>
                <c:pt idx="10319">
                  <c:v>14:44</c:v>
                </c:pt>
                <c:pt idx="10320">
                  <c:v>14:45</c:v>
                </c:pt>
                <c:pt idx="10321">
                  <c:v>14:45</c:v>
                </c:pt>
                <c:pt idx="10322">
                  <c:v>14:45</c:v>
                </c:pt>
                <c:pt idx="10323">
                  <c:v>14:45</c:v>
                </c:pt>
                <c:pt idx="10324">
                  <c:v>14:45</c:v>
                </c:pt>
                <c:pt idx="10325">
                  <c:v>14:45</c:v>
                </c:pt>
                <c:pt idx="10326">
                  <c:v>14:45</c:v>
                </c:pt>
                <c:pt idx="10327">
                  <c:v>14:45</c:v>
                </c:pt>
                <c:pt idx="10328">
                  <c:v>14:45</c:v>
                </c:pt>
                <c:pt idx="10329">
                  <c:v>14:45</c:v>
                </c:pt>
                <c:pt idx="10330">
                  <c:v>14:45</c:v>
                </c:pt>
                <c:pt idx="10331">
                  <c:v>14:45</c:v>
                </c:pt>
                <c:pt idx="10332">
                  <c:v>14:45</c:v>
                </c:pt>
                <c:pt idx="10333">
                  <c:v>14:45</c:v>
                </c:pt>
                <c:pt idx="10334">
                  <c:v>14:45</c:v>
                </c:pt>
                <c:pt idx="10335">
                  <c:v>14:45</c:v>
                </c:pt>
                <c:pt idx="10336">
                  <c:v>14:45</c:v>
                </c:pt>
                <c:pt idx="10337">
                  <c:v>14:45</c:v>
                </c:pt>
                <c:pt idx="10338">
                  <c:v>14:45</c:v>
                </c:pt>
                <c:pt idx="10339">
                  <c:v>14:45</c:v>
                </c:pt>
                <c:pt idx="10340">
                  <c:v>14:45</c:v>
                </c:pt>
                <c:pt idx="10341">
                  <c:v>14:45</c:v>
                </c:pt>
                <c:pt idx="10342">
                  <c:v>14:45</c:v>
                </c:pt>
                <c:pt idx="10343">
                  <c:v>14:45</c:v>
                </c:pt>
                <c:pt idx="10344">
                  <c:v>14:45</c:v>
                </c:pt>
                <c:pt idx="10345">
                  <c:v>14:45</c:v>
                </c:pt>
                <c:pt idx="10346">
                  <c:v>14:45</c:v>
                </c:pt>
                <c:pt idx="10347">
                  <c:v>14:45</c:v>
                </c:pt>
                <c:pt idx="10348">
                  <c:v>14:45</c:v>
                </c:pt>
                <c:pt idx="10349">
                  <c:v>14:45</c:v>
                </c:pt>
                <c:pt idx="10350">
                  <c:v>14:46</c:v>
                </c:pt>
                <c:pt idx="10351">
                  <c:v>14:46</c:v>
                </c:pt>
                <c:pt idx="10352">
                  <c:v>14:46</c:v>
                </c:pt>
                <c:pt idx="10353">
                  <c:v>14:46</c:v>
                </c:pt>
                <c:pt idx="10354">
                  <c:v>14:46</c:v>
                </c:pt>
                <c:pt idx="10355">
                  <c:v>14:46</c:v>
                </c:pt>
                <c:pt idx="10356">
                  <c:v>14:46</c:v>
                </c:pt>
                <c:pt idx="10357">
                  <c:v>14:46</c:v>
                </c:pt>
                <c:pt idx="10358">
                  <c:v>14:46</c:v>
                </c:pt>
                <c:pt idx="10359">
                  <c:v>14:46</c:v>
                </c:pt>
                <c:pt idx="10360">
                  <c:v>14:46</c:v>
                </c:pt>
                <c:pt idx="10361">
                  <c:v>14:46</c:v>
                </c:pt>
                <c:pt idx="10362">
                  <c:v>14:46</c:v>
                </c:pt>
                <c:pt idx="10363">
                  <c:v>14:46</c:v>
                </c:pt>
                <c:pt idx="10364">
                  <c:v>14:46</c:v>
                </c:pt>
                <c:pt idx="10365">
                  <c:v>14:46</c:v>
                </c:pt>
                <c:pt idx="10366">
                  <c:v>14:46</c:v>
                </c:pt>
                <c:pt idx="10367">
                  <c:v>14:46</c:v>
                </c:pt>
                <c:pt idx="10368">
                  <c:v>14:46</c:v>
                </c:pt>
                <c:pt idx="10369">
                  <c:v>14:46</c:v>
                </c:pt>
                <c:pt idx="10370">
                  <c:v>14:46</c:v>
                </c:pt>
                <c:pt idx="10371">
                  <c:v>14:46</c:v>
                </c:pt>
                <c:pt idx="10372">
                  <c:v>14:46</c:v>
                </c:pt>
                <c:pt idx="10373">
                  <c:v>14:46</c:v>
                </c:pt>
                <c:pt idx="10374">
                  <c:v>14:46</c:v>
                </c:pt>
                <c:pt idx="10375">
                  <c:v>14:46</c:v>
                </c:pt>
                <c:pt idx="10376">
                  <c:v>14:46</c:v>
                </c:pt>
                <c:pt idx="10377">
                  <c:v>14:46</c:v>
                </c:pt>
                <c:pt idx="10378">
                  <c:v>14:46</c:v>
                </c:pt>
                <c:pt idx="10379">
                  <c:v>14:46</c:v>
                </c:pt>
                <c:pt idx="10380">
                  <c:v>14:47</c:v>
                </c:pt>
                <c:pt idx="10381">
                  <c:v>14:47</c:v>
                </c:pt>
                <c:pt idx="10382">
                  <c:v>14:47</c:v>
                </c:pt>
                <c:pt idx="10383">
                  <c:v>14:47</c:v>
                </c:pt>
                <c:pt idx="10384">
                  <c:v>14:47</c:v>
                </c:pt>
                <c:pt idx="10385">
                  <c:v>14:47</c:v>
                </c:pt>
                <c:pt idx="10386">
                  <c:v>14:47</c:v>
                </c:pt>
                <c:pt idx="10387">
                  <c:v>14:47</c:v>
                </c:pt>
                <c:pt idx="10388">
                  <c:v>14:47</c:v>
                </c:pt>
                <c:pt idx="10389">
                  <c:v>14:47</c:v>
                </c:pt>
                <c:pt idx="10390">
                  <c:v>14:47</c:v>
                </c:pt>
                <c:pt idx="10391">
                  <c:v>14:47</c:v>
                </c:pt>
                <c:pt idx="10392">
                  <c:v>14:47</c:v>
                </c:pt>
                <c:pt idx="10393">
                  <c:v>14:47</c:v>
                </c:pt>
                <c:pt idx="10394">
                  <c:v>14:47</c:v>
                </c:pt>
                <c:pt idx="10395">
                  <c:v>14:47</c:v>
                </c:pt>
                <c:pt idx="10396">
                  <c:v>14:47</c:v>
                </c:pt>
                <c:pt idx="10397">
                  <c:v>14:47</c:v>
                </c:pt>
                <c:pt idx="10398">
                  <c:v>14:47</c:v>
                </c:pt>
                <c:pt idx="10399">
                  <c:v>14:47</c:v>
                </c:pt>
                <c:pt idx="10400">
                  <c:v>14:47</c:v>
                </c:pt>
                <c:pt idx="10401">
                  <c:v>14:47</c:v>
                </c:pt>
                <c:pt idx="10402">
                  <c:v>14:47</c:v>
                </c:pt>
                <c:pt idx="10403">
                  <c:v>14:47</c:v>
                </c:pt>
                <c:pt idx="10404">
                  <c:v>14:47</c:v>
                </c:pt>
                <c:pt idx="10405">
                  <c:v>14:47</c:v>
                </c:pt>
                <c:pt idx="10406">
                  <c:v>14:47</c:v>
                </c:pt>
                <c:pt idx="10407">
                  <c:v>14:47</c:v>
                </c:pt>
                <c:pt idx="10408">
                  <c:v>14:47</c:v>
                </c:pt>
                <c:pt idx="10409">
                  <c:v>14:47</c:v>
                </c:pt>
                <c:pt idx="10410">
                  <c:v>14:48</c:v>
                </c:pt>
                <c:pt idx="10411">
                  <c:v>14:48</c:v>
                </c:pt>
                <c:pt idx="10412">
                  <c:v>14:48</c:v>
                </c:pt>
                <c:pt idx="10413">
                  <c:v>14:48</c:v>
                </c:pt>
                <c:pt idx="10414">
                  <c:v>14:48</c:v>
                </c:pt>
                <c:pt idx="10415">
                  <c:v>14:48</c:v>
                </c:pt>
                <c:pt idx="10416">
                  <c:v>14:48</c:v>
                </c:pt>
                <c:pt idx="10417">
                  <c:v>14:48</c:v>
                </c:pt>
                <c:pt idx="10418">
                  <c:v>14:48</c:v>
                </c:pt>
                <c:pt idx="10419">
                  <c:v>14:48</c:v>
                </c:pt>
                <c:pt idx="10420">
                  <c:v>14:48</c:v>
                </c:pt>
                <c:pt idx="10421">
                  <c:v>14:48</c:v>
                </c:pt>
                <c:pt idx="10422">
                  <c:v>14:48</c:v>
                </c:pt>
                <c:pt idx="10423">
                  <c:v>14:48</c:v>
                </c:pt>
                <c:pt idx="10424">
                  <c:v>14:48</c:v>
                </c:pt>
                <c:pt idx="10425">
                  <c:v>14:48</c:v>
                </c:pt>
                <c:pt idx="10426">
                  <c:v>14:48</c:v>
                </c:pt>
                <c:pt idx="10427">
                  <c:v>14:48</c:v>
                </c:pt>
                <c:pt idx="10428">
                  <c:v>14:48</c:v>
                </c:pt>
                <c:pt idx="10429">
                  <c:v>14:48</c:v>
                </c:pt>
                <c:pt idx="10430">
                  <c:v>14:48</c:v>
                </c:pt>
                <c:pt idx="10431">
                  <c:v>14:48</c:v>
                </c:pt>
                <c:pt idx="10432">
                  <c:v>14:48</c:v>
                </c:pt>
                <c:pt idx="10433">
                  <c:v>14:48</c:v>
                </c:pt>
                <c:pt idx="10434">
                  <c:v>14:48</c:v>
                </c:pt>
                <c:pt idx="10435">
                  <c:v>14:48</c:v>
                </c:pt>
                <c:pt idx="10436">
                  <c:v>14:48</c:v>
                </c:pt>
                <c:pt idx="10437">
                  <c:v>14:48</c:v>
                </c:pt>
                <c:pt idx="10438">
                  <c:v>14:48</c:v>
                </c:pt>
                <c:pt idx="10439">
                  <c:v>14:48</c:v>
                </c:pt>
                <c:pt idx="10440">
                  <c:v>14:49</c:v>
                </c:pt>
                <c:pt idx="10441">
                  <c:v>14:49</c:v>
                </c:pt>
                <c:pt idx="10442">
                  <c:v>14:49</c:v>
                </c:pt>
                <c:pt idx="10443">
                  <c:v>14:49</c:v>
                </c:pt>
                <c:pt idx="10444">
                  <c:v>14:49</c:v>
                </c:pt>
                <c:pt idx="10445">
                  <c:v>14:49</c:v>
                </c:pt>
                <c:pt idx="10446">
                  <c:v>14:49</c:v>
                </c:pt>
                <c:pt idx="10447">
                  <c:v>14:49</c:v>
                </c:pt>
                <c:pt idx="10448">
                  <c:v>14:49</c:v>
                </c:pt>
                <c:pt idx="10449">
                  <c:v>14:49</c:v>
                </c:pt>
                <c:pt idx="10450">
                  <c:v>14:49</c:v>
                </c:pt>
                <c:pt idx="10451">
                  <c:v>14:49</c:v>
                </c:pt>
                <c:pt idx="10452">
                  <c:v>14:49</c:v>
                </c:pt>
                <c:pt idx="10453">
                  <c:v>14:49</c:v>
                </c:pt>
                <c:pt idx="10454">
                  <c:v>14:49</c:v>
                </c:pt>
                <c:pt idx="10455">
                  <c:v>14:49</c:v>
                </c:pt>
                <c:pt idx="10456">
                  <c:v>14:49</c:v>
                </c:pt>
                <c:pt idx="10457">
                  <c:v>14:49</c:v>
                </c:pt>
                <c:pt idx="10458">
                  <c:v>14:49</c:v>
                </c:pt>
                <c:pt idx="10459">
                  <c:v>14:49</c:v>
                </c:pt>
                <c:pt idx="10460">
                  <c:v>14:49</c:v>
                </c:pt>
                <c:pt idx="10461">
                  <c:v>14:49</c:v>
                </c:pt>
                <c:pt idx="10462">
                  <c:v>14:49</c:v>
                </c:pt>
                <c:pt idx="10463">
                  <c:v>14:49</c:v>
                </c:pt>
                <c:pt idx="10464">
                  <c:v>14:49</c:v>
                </c:pt>
                <c:pt idx="10465">
                  <c:v>14:49</c:v>
                </c:pt>
                <c:pt idx="10466">
                  <c:v>14:49</c:v>
                </c:pt>
                <c:pt idx="10467">
                  <c:v>14:49</c:v>
                </c:pt>
                <c:pt idx="10468">
                  <c:v>14:49</c:v>
                </c:pt>
                <c:pt idx="10469">
                  <c:v>14:49</c:v>
                </c:pt>
                <c:pt idx="10470">
                  <c:v>14:50</c:v>
                </c:pt>
                <c:pt idx="10471">
                  <c:v>14:50</c:v>
                </c:pt>
                <c:pt idx="10472">
                  <c:v>14:50</c:v>
                </c:pt>
                <c:pt idx="10473">
                  <c:v>14:50</c:v>
                </c:pt>
                <c:pt idx="10474">
                  <c:v>14:50</c:v>
                </c:pt>
                <c:pt idx="10475">
                  <c:v>14:50</c:v>
                </c:pt>
                <c:pt idx="10476">
                  <c:v>14:50</c:v>
                </c:pt>
                <c:pt idx="10477">
                  <c:v>14:50</c:v>
                </c:pt>
                <c:pt idx="10478">
                  <c:v>14:50</c:v>
                </c:pt>
                <c:pt idx="10479">
                  <c:v>14:50</c:v>
                </c:pt>
                <c:pt idx="10480">
                  <c:v>14:50</c:v>
                </c:pt>
                <c:pt idx="10481">
                  <c:v>14:50</c:v>
                </c:pt>
                <c:pt idx="10482">
                  <c:v>14:50</c:v>
                </c:pt>
                <c:pt idx="10483">
                  <c:v>14:50</c:v>
                </c:pt>
                <c:pt idx="10484">
                  <c:v>14:50</c:v>
                </c:pt>
                <c:pt idx="10485">
                  <c:v>14:50</c:v>
                </c:pt>
                <c:pt idx="10486">
                  <c:v>14:50</c:v>
                </c:pt>
                <c:pt idx="10487">
                  <c:v>14:50</c:v>
                </c:pt>
                <c:pt idx="10488">
                  <c:v>14:50</c:v>
                </c:pt>
                <c:pt idx="10489">
                  <c:v>14:50</c:v>
                </c:pt>
                <c:pt idx="10490">
                  <c:v>14:50</c:v>
                </c:pt>
                <c:pt idx="10491">
                  <c:v>14:50</c:v>
                </c:pt>
                <c:pt idx="10492">
                  <c:v>14:50</c:v>
                </c:pt>
                <c:pt idx="10493">
                  <c:v>14:50</c:v>
                </c:pt>
                <c:pt idx="10494">
                  <c:v>14:50</c:v>
                </c:pt>
                <c:pt idx="10495">
                  <c:v>14:50</c:v>
                </c:pt>
                <c:pt idx="10496">
                  <c:v>14:50</c:v>
                </c:pt>
                <c:pt idx="10497">
                  <c:v>14:50</c:v>
                </c:pt>
                <c:pt idx="10498">
                  <c:v>14:50</c:v>
                </c:pt>
                <c:pt idx="10499">
                  <c:v>14:50</c:v>
                </c:pt>
                <c:pt idx="10500">
                  <c:v>14:51</c:v>
                </c:pt>
                <c:pt idx="10501">
                  <c:v>14:51</c:v>
                </c:pt>
                <c:pt idx="10502">
                  <c:v>14:51</c:v>
                </c:pt>
                <c:pt idx="10503">
                  <c:v>14:51</c:v>
                </c:pt>
                <c:pt idx="10504">
                  <c:v>14:51</c:v>
                </c:pt>
                <c:pt idx="10505">
                  <c:v>14:51</c:v>
                </c:pt>
                <c:pt idx="10506">
                  <c:v>14:51</c:v>
                </c:pt>
                <c:pt idx="10507">
                  <c:v>14:51</c:v>
                </c:pt>
                <c:pt idx="10508">
                  <c:v>14:51</c:v>
                </c:pt>
                <c:pt idx="10509">
                  <c:v>14:51</c:v>
                </c:pt>
                <c:pt idx="10510">
                  <c:v>14:51</c:v>
                </c:pt>
                <c:pt idx="10511">
                  <c:v>14:51</c:v>
                </c:pt>
                <c:pt idx="10512">
                  <c:v>14:51</c:v>
                </c:pt>
                <c:pt idx="10513">
                  <c:v>14:51</c:v>
                </c:pt>
                <c:pt idx="10514">
                  <c:v>14:51</c:v>
                </c:pt>
                <c:pt idx="10515">
                  <c:v>14:51</c:v>
                </c:pt>
                <c:pt idx="10516">
                  <c:v>14:51</c:v>
                </c:pt>
                <c:pt idx="10517">
                  <c:v>14:51</c:v>
                </c:pt>
                <c:pt idx="10518">
                  <c:v>14:51</c:v>
                </c:pt>
                <c:pt idx="10519">
                  <c:v>14:51</c:v>
                </c:pt>
                <c:pt idx="10520">
                  <c:v>14:51</c:v>
                </c:pt>
                <c:pt idx="10521">
                  <c:v>14:51</c:v>
                </c:pt>
                <c:pt idx="10522">
                  <c:v>14:51</c:v>
                </c:pt>
                <c:pt idx="10523">
                  <c:v>14:51</c:v>
                </c:pt>
                <c:pt idx="10524">
                  <c:v>14:51</c:v>
                </c:pt>
                <c:pt idx="10525">
                  <c:v>14:51</c:v>
                </c:pt>
                <c:pt idx="10526">
                  <c:v>14:51</c:v>
                </c:pt>
                <c:pt idx="10527">
                  <c:v>14:51</c:v>
                </c:pt>
                <c:pt idx="10528">
                  <c:v>14:51</c:v>
                </c:pt>
                <c:pt idx="10529">
                  <c:v>14:51</c:v>
                </c:pt>
                <c:pt idx="10530">
                  <c:v>14:52</c:v>
                </c:pt>
                <c:pt idx="10531">
                  <c:v>14:52</c:v>
                </c:pt>
                <c:pt idx="10532">
                  <c:v>14:52</c:v>
                </c:pt>
                <c:pt idx="10533">
                  <c:v>14:52</c:v>
                </c:pt>
                <c:pt idx="10534">
                  <c:v>14:52</c:v>
                </c:pt>
                <c:pt idx="10535">
                  <c:v>14:52</c:v>
                </c:pt>
                <c:pt idx="10536">
                  <c:v>14:52</c:v>
                </c:pt>
                <c:pt idx="10537">
                  <c:v>14:52</c:v>
                </c:pt>
                <c:pt idx="10538">
                  <c:v>14:52</c:v>
                </c:pt>
                <c:pt idx="10539">
                  <c:v>14:52</c:v>
                </c:pt>
                <c:pt idx="10540">
                  <c:v>14:52</c:v>
                </c:pt>
                <c:pt idx="10541">
                  <c:v>14:52</c:v>
                </c:pt>
                <c:pt idx="10542">
                  <c:v>14:52</c:v>
                </c:pt>
                <c:pt idx="10543">
                  <c:v>14:52</c:v>
                </c:pt>
                <c:pt idx="10544">
                  <c:v>14:52</c:v>
                </c:pt>
                <c:pt idx="10545">
                  <c:v>14:52</c:v>
                </c:pt>
                <c:pt idx="10546">
                  <c:v>14:52</c:v>
                </c:pt>
                <c:pt idx="10547">
                  <c:v>14:52</c:v>
                </c:pt>
                <c:pt idx="10548">
                  <c:v>14:52</c:v>
                </c:pt>
                <c:pt idx="10549">
                  <c:v>14:52</c:v>
                </c:pt>
                <c:pt idx="10550">
                  <c:v>14:52</c:v>
                </c:pt>
                <c:pt idx="10551">
                  <c:v>14:52</c:v>
                </c:pt>
                <c:pt idx="10552">
                  <c:v>14:52</c:v>
                </c:pt>
                <c:pt idx="10553">
                  <c:v>14:52</c:v>
                </c:pt>
                <c:pt idx="10554">
                  <c:v>14:52</c:v>
                </c:pt>
                <c:pt idx="10555">
                  <c:v>14:52</c:v>
                </c:pt>
                <c:pt idx="10556">
                  <c:v>14:52</c:v>
                </c:pt>
                <c:pt idx="10557">
                  <c:v>14:52</c:v>
                </c:pt>
                <c:pt idx="10558">
                  <c:v>14:52</c:v>
                </c:pt>
                <c:pt idx="10559">
                  <c:v>14:52</c:v>
                </c:pt>
                <c:pt idx="10560">
                  <c:v>14:53</c:v>
                </c:pt>
                <c:pt idx="10561">
                  <c:v>14:53</c:v>
                </c:pt>
                <c:pt idx="10562">
                  <c:v>14:53</c:v>
                </c:pt>
                <c:pt idx="10563">
                  <c:v>14:53</c:v>
                </c:pt>
                <c:pt idx="10564">
                  <c:v>14:53</c:v>
                </c:pt>
                <c:pt idx="10565">
                  <c:v>14:53</c:v>
                </c:pt>
                <c:pt idx="10566">
                  <c:v>14:53</c:v>
                </c:pt>
                <c:pt idx="10567">
                  <c:v>14:53</c:v>
                </c:pt>
                <c:pt idx="10568">
                  <c:v>14:53</c:v>
                </c:pt>
                <c:pt idx="10569">
                  <c:v>14:53</c:v>
                </c:pt>
                <c:pt idx="10570">
                  <c:v>14:53</c:v>
                </c:pt>
                <c:pt idx="10571">
                  <c:v>14:53</c:v>
                </c:pt>
                <c:pt idx="10572">
                  <c:v>14:53</c:v>
                </c:pt>
                <c:pt idx="10573">
                  <c:v>14:53</c:v>
                </c:pt>
                <c:pt idx="10574">
                  <c:v>14:53</c:v>
                </c:pt>
                <c:pt idx="10575">
                  <c:v>14:53</c:v>
                </c:pt>
                <c:pt idx="10576">
                  <c:v>14:53</c:v>
                </c:pt>
                <c:pt idx="10577">
                  <c:v>14:53</c:v>
                </c:pt>
                <c:pt idx="10578">
                  <c:v>14:53</c:v>
                </c:pt>
                <c:pt idx="10579">
                  <c:v>14:53</c:v>
                </c:pt>
                <c:pt idx="10580">
                  <c:v>14:53</c:v>
                </c:pt>
                <c:pt idx="10581">
                  <c:v>14:53</c:v>
                </c:pt>
                <c:pt idx="10582">
                  <c:v>14:53</c:v>
                </c:pt>
                <c:pt idx="10583">
                  <c:v>14:53</c:v>
                </c:pt>
                <c:pt idx="10584">
                  <c:v>14:53</c:v>
                </c:pt>
                <c:pt idx="10585">
                  <c:v>14:53</c:v>
                </c:pt>
                <c:pt idx="10586">
                  <c:v>14:53</c:v>
                </c:pt>
                <c:pt idx="10587">
                  <c:v>14:53</c:v>
                </c:pt>
                <c:pt idx="10588">
                  <c:v>14:53</c:v>
                </c:pt>
                <c:pt idx="10589">
                  <c:v>14:53</c:v>
                </c:pt>
                <c:pt idx="10590">
                  <c:v>14:54</c:v>
                </c:pt>
                <c:pt idx="10591">
                  <c:v>14:54</c:v>
                </c:pt>
                <c:pt idx="10592">
                  <c:v>14:54</c:v>
                </c:pt>
                <c:pt idx="10593">
                  <c:v>14:54</c:v>
                </c:pt>
                <c:pt idx="10594">
                  <c:v>14:54</c:v>
                </c:pt>
                <c:pt idx="10595">
                  <c:v>14:54</c:v>
                </c:pt>
                <c:pt idx="10596">
                  <c:v>14:54</c:v>
                </c:pt>
                <c:pt idx="10597">
                  <c:v>14:54</c:v>
                </c:pt>
                <c:pt idx="10598">
                  <c:v>14:54</c:v>
                </c:pt>
                <c:pt idx="10599">
                  <c:v>14:54</c:v>
                </c:pt>
                <c:pt idx="10600">
                  <c:v>14:54</c:v>
                </c:pt>
                <c:pt idx="10601">
                  <c:v>14:54</c:v>
                </c:pt>
                <c:pt idx="10602">
                  <c:v>14:54</c:v>
                </c:pt>
                <c:pt idx="10603">
                  <c:v>14:54</c:v>
                </c:pt>
                <c:pt idx="10604">
                  <c:v>14:54</c:v>
                </c:pt>
                <c:pt idx="10605">
                  <c:v>14:54</c:v>
                </c:pt>
                <c:pt idx="10606">
                  <c:v>14:54</c:v>
                </c:pt>
                <c:pt idx="10607">
                  <c:v>14:54</c:v>
                </c:pt>
                <c:pt idx="10608">
                  <c:v>14:54</c:v>
                </c:pt>
                <c:pt idx="10609">
                  <c:v>14:54</c:v>
                </c:pt>
                <c:pt idx="10610">
                  <c:v>14:54</c:v>
                </c:pt>
                <c:pt idx="10611">
                  <c:v>14:54</c:v>
                </c:pt>
                <c:pt idx="10612">
                  <c:v>14:54</c:v>
                </c:pt>
                <c:pt idx="10613">
                  <c:v>14:54</c:v>
                </c:pt>
                <c:pt idx="10614">
                  <c:v>14:54</c:v>
                </c:pt>
                <c:pt idx="10615">
                  <c:v>14:54</c:v>
                </c:pt>
                <c:pt idx="10616">
                  <c:v>14:54</c:v>
                </c:pt>
                <c:pt idx="10617">
                  <c:v>14:54</c:v>
                </c:pt>
                <c:pt idx="10618">
                  <c:v>14:54</c:v>
                </c:pt>
                <c:pt idx="10619">
                  <c:v>14:54</c:v>
                </c:pt>
                <c:pt idx="10620">
                  <c:v>14:55</c:v>
                </c:pt>
                <c:pt idx="10621">
                  <c:v>14:55</c:v>
                </c:pt>
                <c:pt idx="10622">
                  <c:v>14:55</c:v>
                </c:pt>
                <c:pt idx="10623">
                  <c:v>14:55</c:v>
                </c:pt>
                <c:pt idx="10624">
                  <c:v>14:55</c:v>
                </c:pt>
                <c:pt idx="10625">
                  <c:v>14:55</c:v>
                </c:pt>
                <c:pt idx="10626">
                  <c:v>14:55</c:v>
                </c:pt>
                <c:pt idx="10627">
                  <c:v>14:55</c:v>
                </c:pt>
                <c:pt idx="10628">
                  <c:v>14:55</c:v>
                </c:pt>
                <c:pt idx="10629">
                  <c:v>14:55</c:v>
                </c:pt>
                <c:pt idx="10630">
                  <c:v>14:55</c:v>
                </c:pt>
                <c:pt idx="10631">
                  <c:v>14:55</c:v>
                </c:pt>
                <c:pt idx="10632">
                  <c:v>14:55</c:v>
                </c:pt>
                <c:pt idx="10633">
                  <c:v>14:55</c:v>
                </c:pt>
                <c:pt idx="10634">
                  <c:v>14:55</c:v>
                </c:pt>
                <c:pt idx="10635">
                  <c:v>14:55</c:v>
                </c:pt>
                <c:pt idx="10636">
                  <c:v>14:55</c:v>
                </c:pt>
                <c:pt idx="10637">
                  <c:v>14:55</c:v>
                </c:pt>
                <c:pt idx="10638">
                  <c:v>14:55</c:v>
                </c:pt>
                <c:pt idx="10639">
                  <c:v>14:55</c:v>
                </c:pt>
                <c:pt idx="10640">
                  <c:v>14:55</c:v>
                </c:pt>
                <c:pt idx="10641">
                  <c:v>14:55</c:v>
                </c:pt>
                <c:pt idx="10642">
                  <c:v>14:55</c:v>
                </c:pt>
                <c:pt idx="10643">
                  <c:v>14:55</c:v>
                </c:pt>
                <c:pt idx="10644">
                  <c:v>14:55</c:v>
                </c:pt>
                <c:pt idx="10645">
                  <c:v>14:55</c:v>
                </c:pt>
                <c:pt idx="10646">
                  <c:v>14:55</c:v>
                </c:pt>
                <c:pt idx="10647">
                  <c:v>14:55</c:v>
                </c:pt>
                <c:pt idx="10648">
                  <c:v>14:55</c:v>
                </c:pt>
                <c:pt idx="10649">
                  <c:v>14:55</c:v>
                </c:pt>
                <c:pt idx="10650">
                  <c:v>14:56</c:v>
                </c:pt>
                <c:pt idx="10651">
                  <c:v>14:56</c:v>
                </c:pt>
                <c:pt idx="10652">
                  <c:v>14:56</c:v>
                </c:pt>
                <c:pt idx="10653">
                  <c:v>14:56</c:v>
                </c:pt>
                <c:pt idx="10654">
                  <c:v>14:56</c:v>
                </c:pt>
                <c:pt idx="10655">
                  <c:v>14:56</c:v>
                </c:pt>
                <c:pt idx="10656">
                  <c:v>14:56</c:v>
                </c:pt>
                <c:pt idx="10657">
                  <c:v>14:56</c:v>
                </c:pt>
                <c:pt idx="10658">
                  <c:v>14:56</c:v>
                </c:pt>
                <c:pt idx="10659">
                  <c:v>14:56</c:v>
                </c:pt>
                <c:pt idx="10660">
                  <c:v>14:56</c:v>
                </c:pt>
                <c:pt idx="10661">
                  <c:v>14:56</c:v>
                </c:pt>
                <c:pt idx="10662">
                  <c:v>14:56</c:v>
                </c:pt>
                <c:pt idx="10663">
                  <c:v>14:56</c:v>
                </c:pt>
                <c:pt idx="10664">
                  <c:v>14:56</c:v>
                </c:pt>
                <c:pt idx="10665">
                  <c:v>14:56</c:v>
                </c:pt>
                <c:pt idx="10666">
                  <c:v>14:56</c:v>
                </c:pt>
                <c:pt idx="10667">
                  <c:v>14:56</c:v>
                </c:pt>
                <c:pt idx="10668">
                  <c:v>14:56</c:v>
                </c:pt>
                <c:pt idx="10669">
                  <c:v>14:56</c:v>
                </c:pt>
                <c:pt idx="10670">
                  <c:v>14:56</c:v>
                </c:pt>
                <c:pt idx="10671">
                  <c:v>14:56</c:v>
                </c:pt>
                <c:pt idx="10672">
                  <c:v>14:56</c:v>
                </c:pt>
                <c:pt idx="10673">
                  <c:v>14:56</c:v>
                </c:pt>
                <c:pt idx="10674">
                  <c:v>14:56</c:v>
                </c:pt>
                <c:pt idx="10675">
                  <c:v>14:56</c:v>
                </c:pt>
                <c:pt idx="10676">
                  <c:v>14:56</c:v>
                </c:pt>
                <c:pt idx="10677">
                  <c:v>14:56</c:v>
                </c:pt>
                <c:pt idx="10678">
                  <c:v>14:56</c:v>
                </c:pt>
                <c:pt idx="10679">
                  <c:v>14:56</c:v>
                </c:pt>
                <c:pt idx="10680">
                  <c:v>14:57</c:v>
                </c:pt>
                <c:pt idx="10681">
                  <c:v>14:57</c:v>
                </c:pt>
                <c:pt idx="10682">
                  <c:v>14:57</c:v>
                </c:pt>
                <c:pt idx="10683">
                  <c:v>14:57</c:v>
                </c:pt>
                <c:pt idx="10684">
                  <c:v>14:57</c:v>
                </c:pt>
                <c:pt idx="10685">
                  <c:v>14:57</c:v>
                </c:pt>
                <c:pt idx="10686">
                  <c:v>14:57</c:v>
                </c:pt>
                <c:pt idx="10687">
                  <c:v>14:57</c:v>
                </c:pt>
                <c:pt idx="10688">
                  <c:v>14:57</c:v>
                </c:pt>
                <c:pt idx="10689">
                  <c:v>14:57</c:v>
                </c:pt>
                <c:pt idx="10690">
                  <c:v>14:57</c:v>
                </c:pt>
                <c:pt idx="10691">
                  <c:v>14:57</c:v>
                </c:pt>
                <c:pt idx="10692">
                  <c:v>14:57</c:v>
                </c:pt>
                <c:pt idx="10693">
                  <c:v>14:57</c:v>
                </c:pt>
                <c:pt idx="10694">
                  <c:v>14:57</c:v>
                </c:pt>
                <c:pt idx="10695">
                  <c:v>14:57</c:v>
                </c:pt>
                <c:pt idx="10696">
                  <c:v>14:57</c:v>
                </c:pt>
                <c:pt idx="10697">
                  <c:v>14:57</c:v>
                </c:pt>
                <c:pt idx="10698">
                  <c:v>14:57</c:v>
                </c:pt>
                <c:pt idx="10699">
                  <c:v>14:57</c:v>
                </c:pt>
                <c:pt idx="10700">
                  <c:v>14:57</c:v>
                </c:pt>
                <c:pt idx="10701">
                  <c:v>14:57</c:v>
                </c:pt>
                <c:pt idx="10702">
                  <c:v>14:57</c:v>
                </c:pt>
                <c:pt idx="10703">
                  <c:v>14:57</c:v>
                </c:pt>
                <c:pt idx="10704">
                  <c:v>14:57</c:v>
                </c:pt>
                <c:pt idx="10705">
                  <c:v>14:57</c:v>
                </c:pt>
                <c:pt idx="10706">
                  <c:v>14:57</c:v>
                </c:pt>
                <c:pt idx="10707">
                  <c:v>14:57</c:v>
                </c:pt>
                <c:pt idx="10708">
                  <c:v>14:57</c:v>
                </c:pt>
                <c:pt idx="10709">
                  <c:v>14:57</c:v>
                </c:pt>
                <c:pt idx="10710">
                  <c:v>14:58</c:v>
                </c:pt>
                <c:pt idx="10711">
                  <c:v>14:58</c:v>
                </c:pt>
                <c:pt idx="10712">
                  <c:v>14:58</c:v>
                </c:pt>
                <c:pt idx="10713">
                  <c:v>14:58</c:v>
                </c:pt>
                <c:pt idx="10714">
                  <c:v>14:58</c:v>
                </c:pt>
                <c:pt idx="10715">
                  <c:v>14:58</c:v>
                </c:pt>
                <c:pt idx="10716">
                  <c:v>14:58</c:v>
                </c:pt>
                <c:pt idx="10717">
                  <c:v>14:58</c:v>
                </c:pt>
                <c:pt idx="10718">
                  <c:v>14:58</c:v>
                </c:pt>
                <c:pt idx="10719">
                  <c:v>14:58</c:v>
                </c:pt>
                <c:pt idx="10720">
                  <c:v>14:58</c:v>
                </c:pt>
                <c:pt idx="10721">
                  <c:v>14:58</c:v>
                </c:pt>
                <c:pt idx="10722">
                  <c:v>14:58</c:v>
                </c:pt>
                <c:pt idx="10723">
                  <c:v>14:58</c:v>
                </c:pt>
                <c:pt idx="10724">
                  <c:v>14:58</c:v>
                </c:pt>
                <c:pt idx="10725">
                  <c:v>14:58</c:v>
                </c:pt>
                <c:pt idx="10726">
                  <c:v>14:58</c:v>
                </c:pt>
                <c:pt idx="10727">
                  <c:v>14:58</c:v>
                </c:pt>
                <c:pt idx="10728">
                  <c:v>14:58</c:v>
                </c:pt>
                <c:pt idx="10729">
                  <c:v>14:58</c:v>
                </c:pt>
                <c:pt idx="10730">
                  <c:v>14:58</c:v>
                </c:pt>
                <c:pt idx="10731">
                  <c:v>14:58</c:v>
                </c:pt>
                <c:pt idx="10732">
                  <c:v>14:58</c:v>
                </c:pt>
                <c:pt idx="10733">
                  <c:v>14:58</c:v>
                </c:pt>
                <c:pt idx="10734">
                  <c:v>14:58</c:v>
                </c:pt>
                <c:pt idx="10735">
                  <c:v>14:58</c:v>
                </c:pt>
                <c:pt idx="10736">
                  <c:v>14:58</c:v>
                </c:pt>
                <c:pt idx="10737">
                  <c:v>14:58</c:v>
                </c:pt>
                <c:pt idx="10738">
                  <c:v>14:58</c:v>
                </c:pt>
                <c:pt idx="10739">
                  <c:v>14:58</c:v>
                </c:pt>
                <c:pt idx="10740">
                  <c:v>14:59</c:v>
                </c:pt>
                <c:pt idx="10741">
                  <c:v>14:59</c:v>
                </c:pt>
                <c:pt idx="10742">
                  <c:v>14:59</c:v>
                </c:pt>
                <c:pt idx="10743">
                  <c:v>14:59</c:v>
                </c:pt>
                <c:pt idx="10744">
                  <c:v>14:59</c:v>
                </c:pt>
                <c:pt idx="10745">
                  <c:v>14:59</c:v>
                </c:pt>
                <c:pt idx="10746">
                  <c:v>14:59</c:v>
                </c:pt>
                <c:pt idx="10747">
                  <c:v>14:59</c:v>
                </c:pt>
                <c:pt idx="10748">
                  <c:v>14:59</c:v>
                </c:pt>
                <c:pt idx="10749">
                  <c:v>14:59</c:v>
                </c:pt>
                <c:pt idx="10750">
                  <c:v>14:59</c:v>
                </c:pt>
                <c:pt idx="10751">
                  <c:v>14:59</c:v>
                </c:pt>
                <c:pt idx="10752">
                  <c:v>14:59</c:v>
                </c:pt>
                <c:pt idx="10753">
                  <c:v>14:59</c:v>
                </c:pt>
                <c:pt idx="10754">
                  <c:v>14:59</c:v>
                </c:pt>
                <c:pt idx="10755">
                  <c:v>14:59</c:v>
                </c:pt>
                <c:pt idx="10756">
                  <c:v>14:59</c:v>
                </c:pt>
                <c:pt idx="10757">
                  <c:v>14:59</c:v>
                </c:pt>
                <c:pt idx="10758">
                  <c:v>14:59</c:v>
                </c:pt>
                <c:pt idx="10759">
                  <c:v>14:59</c:v>
                </c:pt>
                <c:pt idx="10760">
                  <c:v>14:59</c:v>
                </c:pt>
                <c:pt idx="10761">
                  <c:v>14:59</c:v>
                </c:pt>
                <c:pt idx="10762">
                  <c:v>14:59</c:v>
                </c:pt>
                <c:pt idx="10763">
                  <c:v>14:59</c:v>
                </c:pt>
                <c:pt idx="10764">
                  <c:v>14:59</c:v>
                </c:pt>
                <c:pt idx="10765">
                  <c:v>14:59</c:v>
                </c:pt>
                <c:pt idx="10766">
                  <c:v>14:59</c:v>
                </c:pt>
                <c:pt idx="10767">
                  <c:v>14:59</c:v>
                </c:pt>
                <c:pt idx="10768">
                  <c:v>14:59</c:v>
                </c:pt>
                <c:pt idx="10769">
                  <c:v>14:59</c:v>
                </c:pt>
                <c:pt idx="10770">
                  <c:v>15:00</c:v>
                </c:pt>
                <c:pt idx="10771">
                  <c:v>15:00</c:v>
                </c:pt>
                <c:pt idx="10772">
                  <c:v>15:00</c:v>
                </c:pt>
                <c:pt idx="10773">
                  <c:v>15:00</c:v>
                </c:pt>
                <c:pt idx="10774">
                  <c:v>15:00</c:v>
                </c:pt>
                <c:pt idx="10775">
                  <c:v>15:00</c:v>
                </c:pt>
                <c:pt idx="10776">
                  <c:v>15:00</c:v>
                </c:pt>
                <c:pt idx="10777">
                  <c:v>15:00</c:v>
                </c:pt>
                <c:pt idx="10778">
                  <c:v>15:00</c:v>
                </c:pt>
                <c:pt idx="10779">
                  <c:v>15:00</c:v>
                </c:pt>
                <c:pt idx="10780">
                  <c:v>15:00</c:v>
                </c:pt>
                <c:pt idx="10781">
                  <c:v>15:00</c:v>
                </c:pt>
                <c:pt idx="10782">
                  <c:v>15:00</c:v>
                </c:pt>
                <c:pt idx="10783">
                  <c:v>15:00</c:v>
                </c:pt>
                <c:pt idx="10784">
                  <c:v>15:00</c:v>
                </c:pt>
                <c:pt idx="10785">
                  <c:v>15:00</c:v>
                </c:pt>
                <c:pt idx="10786">
                  <c:v>15:00</c:v>
                </c:pt>
                <c:pt idx="10787">
                  <c:v>15:00</c:v>
                </c:pt>
                <c:pt idx="10788">
                  <c:v>15:00</c:v>
                </c:pt>
                <c:pt idx="10789">
                  <c:v>15:00</c:v>
                </c:pt>
                <c:pt idx="10790">
                  <c:v>15:00</c:v>
                </c:pt>
                <c:pt idx="10791">
                  <c:v>15:00</c:v>
                </c:pt>
                <c:pt idx="10792">
                  <c:v>15:00</c:v>
                </c:pt>
                <c:pt idx="10793">
                  <c:v>15:00</c:v>
                </c:pt>
                <c:pt idx="10794">
                  <c:v>15:00</c:v>
                </c:pt>
                <c:pt idx="10795">
                  <c:v>15:00</c:v>
                </c:pt>
                <c:pt idx="10796">
                  <c:v>15:00</c:v>
                </c:pt>
                <c:pt idx="10797">
                  <c:v>15:00</c:v>
                </c:pt>
                <c:pt idx="10798">
                  <c:v>15:00</c:v>
                </c:pt>
                <c:pt idx="10799">
                  <c:v>15:00</c:v>
                </c:pt>
                <c:pt idx="10800">
                  <c:v>15:01</c:v>
                </c:pt>
                <c:pt idx="10801">
                  <c:v>15:01</c:v>
                </c:pt>
                <c:pt idx="10802">
                  <c:v>15:01</c:v>
                </c:pt>
                <c:pt idx="10803">
                  <c:v>15:01</c:v>
                </c:pt>
                <c:pt idx="10804">
                  <c:v>15:01</c:v>
                </c:pt>
                <c:pt idx="10805">
                  <c:v>15:01</c:v>
                </c:pt>
                <c:pt idx="10806">
                  <c:v>15:01</c:v>
                </c:pt>
                <c:pt idx="10807">
                  <c:v>15:01</c:v>
                </c:pt>
                <c:pt idx="10808">
                  <c:v>15:01</c:v>
                </c:pt>
                <c:pt idx="10809">
                  <c:v>15:01</c:v>
                </c:pt>
                <c:pt idx="10810">
                  <c:v>15:01</c:v>
                </c:pt>
                <c:pt idx="10811">
                  <c:v>15:01</c:v>
                </c:pt>
                <c:pt idx="10812">
                  <c:v>15:01</c:v>
                </c:pt>
                <c:pt idx="10813">
                  <c:v>15:01</c:v>
                </c:pt>
                <c:pt idx="10814">
                  <c:v>15:01</c:v>
                </c:pt>
                <c:pt idx="10815">
                  <c:v>15:01</c:v>
                </c:pt>
                <c:pt idx="10816">
                  <c:v>15:01</c:v>
                </c:pt>
                <c:pt idx="10817">
                  <c:v>15:01</c:v>
                </c:pt>
                <c:pt idx="10818">
                  <c:v>15:01</c:v>
                </c:pt>
                <c:pt idx="10819">
                  <c:v>15:01</c:v>
                </c:pt>
                <c:pt idx="10820">
                  <c:v>15:01</c:v>
                </c:pt>
                <c:pt idx="10821">
                  <c:v>15:01</c:v>
                </c:pt>
                <c:pt idx="10822">
                  <c:v>15:01</c:v>
                </c:pt>
                <c:pt idx="10823">
                  <c:v>15:01</c:v>
                </c:pt>
                <c:pt idx="10824">
                  <c:v>15:01</c:v>
                </c:pt>
                <c:pt idx="10825">
                  <c:v>15:01</c:v>
                </c:pt>
                <c:pt idx="10826">
                  <c:v>15:01</c:v>
                </c:pt>
                <c:pt idx="10827">
                  <c:v>15:01</c:v>
                </c:pt>
                <c:pt idx="10828">
                  <c:v>15:01</c:v>
                </c:pt>
                <c:pt idx="10829">
                  <c:v>15:01</c:v>
                </c:pt>
                <c:pt idx="10830">
                  <c:v>15:02</c:v>
                </c:pt>
                <c:pt idx="10831">
                  <c:v>15:02</c:v>
                </c:pt>
                <c:pt idx="10832">
                  <c:v>15:02</c:v>
                </c:pt>
                <c:pt idx="10833">
                  <c:v>15:02</c:v>
                </c:pt>
                <c:pt idx="10834">
                  <c:v>15:02</c:v>
                </c:pt>
                <c:pt idx="10835">
                  <c:v>15:02</c:v>
                </c:pt>
                <c:pt idx="10836">
                  <c:v>15:02</c:v>
                </c:pt>
                <c:pt idx="10837">
                  <c:v>15:02</c:v>
                </c:pt>
                <c:pt idx="10838">
                  <c:v>15:02</c:v>
                </c:pt>
                <c:pt idx="10839">
                  <c:v>15:02</c:v>
                </c:pt>
                <c:pt idx="10840">
                  <c:v>15:02</c:v>
                </c:pt>
                <c:pt idx="10841">
                  <c:v>15:02</c:v>
                </c:pt>
                <c:pt idx="10842">
                  <c:v>15:02</c:v>
                </c:pt>
                <c:pt idx="10843">
                  <c:v>15:02</c:v>
                </c:pt>
                <c:pt idx="10844">
                  <c:v>15:02</c:v>
                </c:pt>
                <c:pt idx="10845">
                  <c:v>15:02</c:v>
                </c:pt>
                <c:pt idx="10846">
                  <c:v>15:02</c:v>
                </c:pt>
                <c:pt idx="10847">
                  <c:v>15:02</c:v>
                </c:pt>
                <c:pt idx="10848">
                  <c:v>15:02</c:v>
                </c:pt>
                <c:pt idx="10849">
                  <c:v>15:02</c:v>
                </c:pt>
                <c:pt idx="10850">
                  <c:v>15:02</c:v>
                </c:pt>
                <c:pt idx="10851">
                  <c:v>15:02</c:v>
                </c:pt>
                <c:pt idx="10852">
                  <c:v>15:02</c:v>
                </c:pt>
                <c:pt idx="10853">
                  <c:v>15:02</c:v>
                </c:pt>
                <c:pt idx="10854">
                  <c:v>15:02</c:v>
                </c:pt>
                <c:pt idx="10855">
                  <c:v>15:02</c:v>
                </c:pt>
                <c:pt idx="10856">
                  <c:v>15:02</c:v>
                </c:pt>
                <c:pt idx="10857">
                  <c:v>15:02</c:v>
                </c:pt>
                <c:pt idx="10858">
                  <c:v>15:02</c:v>
                </c:pt>
                <c:pt idx="10859">
                  <c:v>15:02</c:v>
                </c:pt>
                <c:pt idx="10860">
                  <c:v>15:03</c:v>
                </c:pt>
                <c:pt idx="10861">
                  <c:v>15:03</c:v>
                </c:pt>
                <c:pt idx="10862">
                  <c:v>15:03</c:v>
                </c:pt>
                <c:pt idx="10863">
                  <c:v>15:03</c:v>
                </c:pt>
                <c:pt idx="10864">
                  <c:v>15:03</c:v>
                </c:pt>
                <c:pt idx="10865">
                  <c:v>15:03</c:v>
                </c:pt>
                <c:pt idx="10866">
                  <c:v>15:03</c:v>
                </c:pt>
                <c:pt idx="10867">
                  <c:v>15:03</c:v>
                </c:pt>
                <c:pt idx="10868">
                  <c:v>15:03</c:v>
                </c:pt>
                <c:pt idx="10869">
                  <c:v>15:03</c:v>
                </c:pt>
                <c:pt idx="10870">
                  <c:v>15:03</c:v>
                </c:pt>
                <c:pt idx="10871">
                  <c:v>15:03</c:v>
                </c:pt>
                <c:pt idx="10872">
                  <c:v>15:03</c:v>
                </c:pt>
                <c:pt idx="10873">
                  <c:v>15:03</c:v>
                </c:pt>
                <c:pt idx="10874">
                  <c:v>15:03</c:v>
                </c:pt>
                <c:pt idx="10875">
                  <c:v>15:03</c:v>
                </c:pt>
                <c:pt idx="10876">
                  <c:v>15:03</c:v>
                </c:pt>
                <c:pt idx="10877">
                  <c:v>15:03</c:v>
                </c:pt>
                <c:pt idx="10878">
                  <c:v>15:03</c:v>
                </c:pt>
                <c:pt idx="10879">
                  <c:v>15:03</c:v>
                </c:pt>
                <c:pt idx="10880">
                  <c:v>15:03</c:v>
                </c:pt>
                <c:pt idx="10881">
                  <c:v>15:03</c:v>
                </c:pt>
                <c:pt idx="10882">
                  <c:v>15:03</c:v>
                </c:pt>
                <c:pt idx="10883">
                  <c:v>15:03</c:v>
                </c:pt>
                <c:pt idx="10884">
                  <c:v>15:03</c:v>
                </c:pt>
                <c:pt idx="10885">
                  <c:v>15:03</c:v>
                </c:pt>
                <c:pt idx="10886">
                  <c:v>15:03</c:v>
                </c:pt>
                <c:pt idx="10887">
                  <c:v>15:03</c:v>
                </c:pt>
                <c:pt idx="10888">
                  <c:v>15:03</c:v>
                </c:pt>
                <c:pt idx="10889">
                  <c:v>15:03</c:v>
                </c:pt>
                <c:pt idx="10890">
                  <c:v>15:04</c:v>
                </c:pt>
                <c:pt idx="10891">
                  <c:v>15:04</c:v>
                </c:pt>
                <c:pt idx="10892">
                  <c:v>15:04</c:v>
                </c:pt>
                <c:pt idx="10893">
                  <c:v>15:04</c:v>
                </c:pt>
                <c:pt idx="10894">
                  <c:v>15:04</c:v>
                </c:pt>
                <c:pt idx="10895">
                  <c:v>15:04</c:v>
                </c:pt>
                <c:pt idx="10896">
                  <c:v>15:04</c:v>
                </c:pt>
                <c:pt idx="10897">
                  <c:v>15:04</c:v>
                </c:pt>
                <c:pt idx="10898">
                  <c:v>15:04</c:v>
                </c:pt>
                <c:pt idx="10899">
                  <c:v>15:04</c:v>
                </c:pt>
                <c:pt idx="10900">
                  <c:v>15:04</c:v>
                </c:pt>
                <c:pt idx="10901">
                  <c:v>15:04</c:v>
                </c:pt>
                <c:pt idx="10902">
                  <c:v>15:04</c:v>
                </c:pt>
                <c:pt idx="10903">
                  <c:v>15:04</c:v>
                </c:pt>
                <c:pt idx="10904">
                  <c:v>15:04</c:v>
                </c:pt>
                <c:pt idx="10905">
                  <c:v>15:04</c:v>
                </c:pt>
                <c:pt idx="10906">
                  <c:v>15:04</c:v>
                </c:pt>
                <c:pt idx="10907">
                  <c:v>15:04</c:v>
                </c:pt>
                <c:pt idx="10908">
                  <c:v>15:04</c:v>
                </c:pt>
                <c:pt idx="10909">
                  <c:v>15:04</c:v>
                </c:pt>
                <c:pt idx="10910">
                  <c:v>15:04</c:v>
                </c:pt>
                <c:pt idx="10911">
                  <c:v>15:04</c:v>
                </c:pt>
                <c:pt idx="10912">
                  <c:v>15:04</c:v>
                </c:pt>
                <c:pt idx="10913">
                  <c:v>15:04</c:v>
                </c:pt>
                <c:pt idx="10914">
                  <c:v>15:04</c:v>
                </c:pt>
                <c:pt idx="10915">
                  <c:v>15:04</c:v>
                </c:pt>
                <c:pt idx="10916">
                  <c:v>15:04</c:v>
                </c:pt>
                <c:pt idx="10917">
                  <c:v>15:04</c:v>
                </c:pt>
                <c:pt idx="10918">
                  <c:v>15:04</c:v>
                </c:pt>
                <c:pt idx="10919">
                  <c:v>15:04</c:v>
                </c:pt>
                <c:pt idx="10920">
                  <c:v>15:05</c:v>
                </c:pt>
                <c:pt idx="10921">
                  <c:v>15:05</c:v>
                </c:pt>
                <c:pt idx="10922">
                  <c:v>15:05</c:v>
                </c:pt>
                <c:pt idx="10923">
                  <c:v>15:05</c:v>
                </c:pt>
                <c:pt idx="10924">
                  <c:v>15:05</c:v>
                </c:pt>
                <c:pt idx="10925">
                  <c:v>15:05</c:v>
                </c:pt>
                <c:pt idx="10926">
                  <c:v>15:05</c:v>
                </c:pt>
                <c:pt idx="10927">
                  <c:v>15:05</c:v>
                </c:pt>
                <c:pt idx="10928">
                  <c:v>15:05</c:v>
                </c:pt>
                <c:pt idx="10929">
                  <c:v>15:05</c:v>
                </c:pt>
                <c:pt idx="10930">
                  <c:v>15:05</c:v>
                </c:pt>
                <c:pt idx="10931">
                  <c:v>15:05</c:v>
                </c:pt>
                <c:pt idx="10932">
                  <c:v>15:05</c:v>
                </c:pt>
                <c:pt idx="10933">
                  <c:v>15:05</c:v>
                </c:pt>
                <c:pt idx="10934">
                  <c:v>15:05</c:v>
                </c:pt>
                <c:pt idx="10935">
                  <c:v>15:05</c:v>
                </c:pt>
                <c:pt idx="10936">
                  <c:v>15:05</c:v>
                </c:pt>
                <c:pt idx="10937">
                  <c:v>15:05</c:v>
                </c:pt>
                <c:pt idx="10938">
                  <c:v>15:05</c:v>
                </c:pt>
                <c:pt idx="10939">
                  <c:v>15:05</c:v>
                </c:pt>
                <c:pt idx="10940">
                  <c:v>15:05</c:v>
                </c:pt>
                <c:pt idx="10941">
                  <c:v>15:05</c:v>
                </c:pt>
                <c:pt idx="10942">
                  <c:v>15:05</c:v>
                </c:pt>
                <c:pt idx="10943">
                  <c:v>15:05</c:v>
                </c:pt>
                <c:pt idx="10944">
                  <c:v>15:05</c:v>
                </c:pt>
                <c:pt idx="10945">
                  <c:v>15:05</c:v>
                </c:pt>
                <c:pt idx="10946">
                  <c:v>15:05</c:v>
                </c:pt>
                <c:pt idx="10947">
                  <c:v>15:05</c:v>
                </c:pt>
                <c:pt idx="10948">
                  <c:v>15:05</c:v>
                </c:pt>
                <c:pt idx="10949">
                  <c:v>15:05</c:v>
                </c:pt>
                <c:pt idx="10950">
                  <c:v>15:06</c:v>
                </c:pt>
                <c:pt idx="10951">
                  <c:v>15:06</c:v>
                </c:pt>
                <c:pt idx="10952">
                  <c:v>15:06</c:v>
                </c:pt>
                <c:pt idx="10953">
                  <c:v>15:06</c:v>
                </c:pt>
                <c:pt idx="10954">
                  <c:v>15:06</c:v>
                </c:pt>
                <c:pt idx="10955">
                  <c:v>15:06</c:v>
                </c:pt>
                <c:pt idx="10956">
                  <c:v>15:06</c:v>
                </c:pt>
                <c:pt idx="10957">
                  <c:v>15:06</c:v>
                </c:pt>
                <c:pt idx="10958">
                  <c:v>15:06</c:v>
                </c:pt>
                <c:pt idx="10959">
                  <c:v>15:06</c:v>
                </c:pt>
                <c:pt idx="10960">
                  <c:v>15:06</c:v>
                </c:pt>
                <c:pt idx="10961">
                  <c:v>15:06</c:v>
                </c:pt>
                <c:pt idx="10962">
                  <c:v>15:06</c:v>
                </c:pt>
                <c:pt idx="10963">
                  <c:v>15:06</c:v>
                </c:pt>
                <c:pt idx="10964">
                  <c:v>15:06</c:v>
                </c:pt>
                <c:pt idx="10965">
                  <c:v>15:06</c:v>
                </c:pt>
                <c:pt idx="10966">
                  <c:v>15:06</c:v>
                </c:pt>
                <c:pt idx="10967">
                  <c:v>15:06</c:v>
                </c:pt>
                <c:pt idx="10968">
                  <c:v>15:06</c:v>
                </c:pt>
                <c:pt idx="10969">
                  <c:v>15:06</c:v>
                </c:pt>
                <c:pt idx="10970">
                  <c:v>15:06</c:v>
                </c:pt>
                <c:pt idx="10971">
                  <c:v>15:06</c:v>
                </c:pt>
                <c:pt idx="10972">
                  <c:v>15:06</c:v>
                </c:pt>
                <c:pt idx="10973">
                  <c:v>15:06</c:v>
                </c:pt>
                <c:pt idx="10974">
                  <c:v>15:06</c:v>
                </c:pt>
                <c:pt idx="10975">
                  <c:v>15:06</c:v>
                </c:pt>
                <c:pt idx="10976">
                  <c:v>15:06</c:v>
                </c:pt>
                <c:pt idx="10977">
                  <c:v>15:06</c:v>
                </c:pt>
                <c:pt idx="10978">
                  <c:v>15:06</c:v>
                </c:pt>
                <c:pt idx="10979">
                  <c:v>15:06</c:v>
                </c:pt>
                <c:pt idx="10980">
                  <c:v>15:07</c:v>
                </c:pt>
                <c:pt idx="10981">
                  <c:v>15:07</c:v>
                </c:pt>
                <c:pt idx="10982">
                  <c:v>15:07</c:v>
                </c:pt>
                <c:pt idx="10983">
                  <c:v>15:07</c:v>
                </c:pt>
                <c:pt idx="10984">
                  <c:v>15:07</c:v>
                </c:pt>
                <c:pt idx="10985">
                  <c:v>15:07</c:v>
                </c:pt>
                <c:pt idx="10986">
                  <c:v>15:07</c:v>
                </c:pt>
                <c:pt idx="10987">
                  <c:v>15:07</c:v>
                </c:pt>
                <c:pt idx="10988">
                  <c:v>15:07</c:v>
                </c:pt>
                <c:pt idx="10989">
                  <c:v>15:07</c:v>
                </c:pt>
                <c:pt idx="10990">
                  <c:v>15:07</c:v>
                </c:pt>
                <c:pt idx="10991">
                  <c:v>15:07</c:v>
                </c:pt>
                <c:pt idx="10992">
                  <c:v>15:07</c:v>
                </c:pt>
                <c:pt idx="10993">
                  <c:v>15:07</c:v>
                </c:pt>
                <c:pt idx="10994">
                  <c:v>15:07</c:v>
                </c:pt>
                <c:pt idx="10995">
                  <c:v>15:07</c:v>
                </c:pt>
                <c:pt idx="10996">
                  <c:v>15:07</c:v>
                </c:pt>
                <c:pt idx="10997">
                  <c:v>15:07</c:v>
                </c:pt>
                <c:pt idx="10998">
                  <c:v>15:07</c:v>
                </c:pt>
                <c:pt idx="10999">
                  <c:v>15:07</c:v>
                </c:pt>
                <c:pt idx="11000">
                  <c:v>15:07</c:v>
                </c:pt>
                <c:pt idx="11001">
                  <c:v>15:07</c:v>
                </c:pt>
                <c:pt idx="11002">
                  <c:v>15:07</c:v>
                </c:pt>
                <c:pt idx="11003">
                  <c:v>15:07</c:v>
                </c:pt>
                <c:pt idx="11004">
                  <c:v>15:07</c:v>
                </c:pt>
                <c:pt idx="11005">
                  <c:v>15:07</c:v>
                </c:pt>
                <c:pt idx="11006">
                  <c:v>15:07</c:v>
                </c:pt>
                <c:pt idx="11007">
                  <c:v>15:07</c:v>
                </c:pt>
                <c:pt idx="11008">
                  <c:v>15:07</c:v>
                </c:pt>
                <c:pt idx="11009">
                  <c:v>15:07</c:v>
                </c:pt>
                <c:pt idx="11010">
                  <c:v>15:08</c:v>
                </c:pt>
                <c:pt idx="11011">
                  <c:v>15:08</c:v>
                </c:pt>
                <c:pt idx="11012">
                  <c:v>15:08</c:v>
                </c:pt>
                <c:pt idx="11013">
                  <c:v>15:08</c:v>
                </c:pt>
                <c:pt idx="11014">
                  <c:v>15:08</c:v>
                </c:pt>
                <c:pt idx="11015">
                  <c:v>15:08</c:v>
                </c:pt>
                <c:pt idx="11016">
                  <c:v>15:08</c:v>
                </c:pt>
                <c:pt idx="11017">
                  <c:v>15:08</c:v>
                </c:pt>
                <c:pt idx="11018">
                  <c:v>15:08</c:v>
                </c:pt>
                <c:pt idx="11019">
                  <c:v>15:08</c:v>
                </c:pt>
                <c:pt idx="11020">
                  <c:v>15:08</c:v>
                </c:pt>
                <c:pt idx="11021">
                  <c:v>15:08</c:v>
                </c:pt>
                <c:pt idx="11022">
                  <c:v>15:08</c:v>
                </c:pt>
                <c:pt idx="11023">
                  <c:v>15:08</c:v>
                </c:pt>
                <c:pt idx="11024">
                  <c:v>15:08</c:v>
                </c:pt>
                <c:pt idx="11025">
                  <c:v>15:08</c:v>
                </c:pt>
                <c:pt idx="11026">
                  <c:v>15:08</c:v>
                </c:pt>
                <c:pt idx="11027">
                  <c:v>15:08</c:v>
                </c:pt>
                <c:pt idx="11028">
                  <c:v>15:08</c:v>
                </c:pt>
                <c:pt idx="11029">
                  <c:v>15:08</c:v>
                </c:pt>
                <c:pt idx="11030">
                  <c:v>15:08</c:v>
                </c:pt>
                <c:pt idx="11031">
                  <c:v>15:08</c:v>
                </c:pt>
                <c:pt idx="11032">
                  <c:v>15:08</c:v>
                </c:pt>
                <c:pt idx="11033">
                  <c:v>15:08</c:v>
                </c:pt>
                <c:pt idx="11034">
                  <c:v>15:08</c:v>
                </c:pt>
                <c:pt idx="11035">
                  <c:v>15:08</c:v>
                </c:pt>
                <c:pt idx="11036">
                  <c:v>15:08</c:v>
                </c:pt>
                <c:pt idx="11037">
                  <c:v>15:08</c:v>
                </c:pt>
                <c:pt idx="11038">
                  <c:v>15:08</c:v>
                </c:pt>
                <c:pt idx="11039">
                  <c:v>15:08</c:v>
                </c:pt>
                <c:pt idx="11040">
                  <c:v>15:09</c:v>
                </c:pt>
                <c:pt idx="11041">
                  <c:v>15:09</c:v>
                </c:pt>
                <c:pt idx="11042">
                  <c:v>15:09</c:v>
                </c:pt>
                <c:pt idx="11043">
                  <c:v>15:09</c:v>
                </c:pt>
                <c:pt idx="11044">
                  <c:v>15:09</c:v>
                </c:pt>
                <c:pt idx="11045">
                  <c:v>15:09</c:v>
                </c:pt>
                <c:pt idx="11046">
                  <c:v>15:09</c:v>
                </c:pt>
                <c:pt idx="11047">
                  <c:v>15:09</c:v>
                </c:pt>
                <c:pt idx="11048">
                  <c:v>15:09</c:v>
                </c:pt>
                <c:pt idx="11049">
                  <c:v>15:09</c:v>
                </c:pt>
                <c:pt idx="11050">
                  <c:v>15:09</c:v>
                </c:pt>
                <c:pt idx="11051">
                  <c:v>15:09</c:v>
                </c:pt>
                <c:pt idx="11052">
                  <c:v>15:09</c:v>
                </c:pt>
                <c:pt idx="11053">
                  <c:v>15:09</c:v>
                </c:pt>
                <c:pt idx="11054">
                  <c:v>15:09</c:v>
                </c:pt>
                <c:pt idx="11055">
                  <c:v>15:09</c:v>
                </c:pt>
                <c:pt idx="11056">
                  <c:v>15:09</c:v>
                </c:pt>
                <c:pt idx="11057">
                  <c:v>15:09</c:v>
                </c:pt>
                <c:pt idx="11058">
                  <c:v>15:09</c:v>
                </c:pt>
                <c:pt idx="11059">
                  <c:v>15:09</c:v>
                </c:pt>
                <c:pt idx="11060">
                  <c:v>15:09</c:v>
                </c:pt>
                <c:pt idx="11061">
                  <c:v>15:09</c:v>
                </c:pt>
                <c:pt idx="11062">
                  <c:v>15:09</c:v>
                </c:pt>
                <c:pt idx="11063">
                  <c:v>15:09</c:v>
                </c:pt>
                <c:pt idx="11064">
                  <c:v>15:09</c:v>
                </c:pt>
                <c:pt idx="11065">
                  <c:v>15:09</c:v>
                </c:pt>
                <c:pt idx="11066">
                  <c:v>15:09</c:v>
                </c:pt>
                <c:pt idx="11067">
                  <c:v>15:09</c:v>
                </c:pt>
                <c:pt idx="11068">
                  <c:v>15:09</c:v>
                </c:pt>
                <c:pt idx="11069">
                  <c:v>15:09</c:v>
                </c:pt>
                <c:pt idx="11070">
                  <c:v>15:10</c:v>
                </c:pt>
                <c:pt idx="11071">
                  <c:v>15:10</c:v>
                </c:pt>
                <c:pt idx="11072">
                  <c:v>15:10</c:v>
                </c:pt>
                <c:pt idx="11073">
                  <c:v>15:10</c:v>
                </c:pt>
                <c:pt idx="11074">
                  <c:v>15:10</c:v>
                </c:pt>
                <c:pt idx="11075">
                  <c:v>15:10</c:v>
                </c:pt>
                <c:pt idx="11076">
                  <c:v>15:10</c:v>
                </c:pt>
                <c:pt idx="11077">
                  <c:v>15:10</c:v>
                </c:pt>
                <c:pt idx="11078">
                  <c:v>15:10</c:v>
                </c:pt>
                <c:pt idx="11079">
                  <c:v>15:10</c:v>
                </c:pt>
                <c:pt idx="11080">
                  <c:v>15:10</c:v>
                </c:pt>
                <c:pt idx="11081">
                  <c:v>15:10</c:v>
                </c:pt>
                <c:pt idx="11082">
                  <c:v>15:10</c:v>
                </c:pt>
                <c:pt idx="11083">
                  <c:v>15:10</c:v>
                </c:pt>
                <c:pt idx="11084">
                  <c:v>15:10</c:v>
                </c:pt>
                <c:pt idx="11085">
                  <c:v>15:10</c:v>
                </c:pt>
                <c:pt idx="11086">
                  <c:v>15:10</c:v>
                </c:pt>
                <c:pt idx="11087">
                  <c:v>15:10</c:v>
                </c:pt>
                <c:pt idx="11088">
                  <c:v>15:10</c:v>
                </c:pt>
                <c:pt idx="11089">
                  <c:v>15:10</c:v>
                </c:pt>
                <c:pt idx="11090">
                  <c:v>15:10</c:v>
                </c:pt>
                <c:pt idx="11091">
                  <c:v>15:10</c:v>
                </c:pt>
                <c:pt idx="11092">
                  <c:v>15:10</c:v>
                </c:pt>
                <c:pt idx="11093">
                  <c:v>15:10</c:v>
                </c:pt>
                <c:pt idx="11094">
                  <c:v>15:10</c:v>
                </c:pt>
                <c:pt idx="11095">
                  <c:v>15:10</c:v>
                </c:pt>
                <c:pt idx="11096">
                  <c:v>15:10</c:v>
                </c:pt>
                <c:pt idx="11097">
                  <c:v>15:10</c:v>
                </c:pt>
                <c:pt idx="11098">
                  <c:v>15:10</c:v>
                </c:pt>
                <c:pt idx="11099">
                  <c:v>15:10</c:v>
                </c:pt>
                <c:pt idx="11100">
                  <c:v>15:11</c:v>
                </c:pt>
                <c:pt idx="11101">
                  <c:v>15:11</c:v>
                </c:pt>
                <c:pt idx="11102">
                  <c:v>15:11</c:v>
                </c:pt>
                <c:pt idx="11103">
                  <c:v>15:11</c:v>
                </c:pt>
                <c:pt idx="11104">
                  <c:v>15:11</c:v>
                </c:pt>
                <c:pt idx="11105">
                  <c:v>15:11</c:v>
                </c:pt>
                <c:pt idx="11106">
                  <c:v>15:11</c:v>
                </c:pt>
                <c:pt idx="11107">
                  <c:v>15:11</c:v>
                </c:pt>
                <c:pt idx="11108">
                  <c:v>15:11</c:v>
                </c:pt>
                <c:pt idx="11109">
                  <c:v>15:11</c:v>
                </c:pt>
                <c:pt idx="11110">
                  <c:v>15:11</c:v>
                </c:pt>
                <c:pt idx="11111">
                  <c:v>15:11</c:v>
                </c:pt>
                <c:pt idx="11112">
                  <c:v>15:11</c:v>
                </c:pt>
                <c:pt idx="11113">
                  <c:v>15:11</c:v>
                </c:pt>
                <c:pt idx="11114">
                  <c:v>15:11</c:v>
                </c:pt>
                <c:pt idx="11115">
                  <c:v>15:11</c:v>
                </c:pt>
                <c:pt idx="11116">
                  <c:v>15:11</c:v>
                </c:pt>
                <c:pt idx="11117">
                  <c:v>15:11</c:v>
                </c:pt>
                <c:pt idx="11118">
                  <c:v>15:11</c:v>
                </c:pt>
                <c:pt idx="11119">
                  <c:v>15:11</c:v>
                </c:pt>
                <c:pt idx="11120">
                  <c:v>15:11</c:v>
                </c:pt>
                <c:pt idx="11121">
                  <c:v>15:11</c:v>
                </c:pt>
                <c:pt idx="11122">
                  <c:v>15:11</c:v>
                </c:pt>
                <c:pt idx="11123">
                  <c:v>15:11</c:v>
                </c:pt>
                <c:pt idx="11124">
                  <c:v>15:11</c:v>
                </c:pt>
                <c:pt idx="11125">
                  <c:v>15:11</c:v>
                </c:pt>
                <c:pt idx="11126">
                  <c:v>15:11</c:v>
                </c:pt>
                <c:pt idx="11127">
                  <c:v>15:11</c:v>
                </c:pt>
                <c:pt idx="11128">
                  <c:v>15:11</c:v>
                </c:pt>
                <c:pt idx="11129">
                  <c:v>15:11</c:v>
                </c:pt>
                <c:pt idx="11130">
                  <c:v>15:12</c:v>
                </c:pt>
                <c:pt idx="11131">
                  <c:v>15:12</c:v>
                </c:pt>
                <c:pt idx="11132">
                  <c:v>15:12</c:v>
                </c:pt>
                <c:pt idx="11133">
                  <c:v>15:12</c:v>
                </c:pt>
                <c:pt idx="11134">
                  <c:v>15:12</c:v>
                </c:pt>
                <c:pt idx="11135">
                  <c:v>15:12</c:v>
                </c:pt>
                <c:pt idx="11136">
                  <c:v>15:12</c:v>
                </c:pt>
                <c:pt idx="11137">
                  <c:v>15:12</c:v>
                </c:pt>
                <c:pt idx="11138">
                  <c:v>15:12</c:v>
                </c:pt>
                <c:pt idx="11139">
                  <c:v>15:12</c:v>
                </c:pt>
                <c:pt idx="11140">
                  <c:v>15:12</c:v>
                </c:pt>
                <c:pt idx="11141">
                  <c:v>15:12</c:v>
                </c:pt>
                <c:pt idx="11142">
                  <c:v>15:12</c:v>
                </c:pt>
                <c:pt idx="11143">
                  <c:v>15:12</c:v>
                </c:pt>
                <c:pt idx="11144">
                  <c:v>15:12</c:v>
                </c:pt>
                <c:pt idx="11145">
                  <c:v>15:12</c:v>
                </c:pt>
                <c:pt idx="11146">
                  <c:v>15:12</c:v>
                </c:pt>
                <c:pt idx="11147">
                  <c:v>15:12</c:v>
                </c:pt>
                <c:pt idx="11148">
                  <c:v>15:12</c:v>
                </c:pt>
                <c:pt idx="11149">
                  <c:v>15:12</c:v>
                </c:pt>
                <c:pt idx="11150">
                  <c:v>15:12</c:v>
                </c:pt>
                <c:pt idx="11151">
                  <c:v>15:12</c:v>
                </c:pt>
                <c:pt idx="11152">
                  <c:v>15:12</c:v>
                </c:pt>
                <c:pt idx="11153">
                  <c:v>15:12</c:v>
                </c:pt>
                <c:pt idx="11154">
                  <c:v>15:12</c:v>
                </c:pt>
                <c:pt idx="11155">
                  <c:v>15:12</c:v>
                </c:pt>
                <c:pt idx="11156">
                  <c:v>15:12</c:v>
                </c:pt>
                <c:pt idx="11157">
                  <c:v>15:12</c:v>
                </c:pt>
                <c:pt idx="11158">
                  <c:v>15:12</c:v>
                </c:pt>
                <c:pt idx="11159">
                  <c:v>15:12</c:v>
                </c:pt>
                <c:pt idx="11160">
                  <c:v>15:13</c:v>
                </c:pt>
                <c:pt idx="11161">
                  <c:v>15:13</c:v>
                </c:pt>
                <c:pt idx="11162">
                  <c:v>15:13</c:v>
                </c:pt>
                <c:pt idx="11163">
                  <c:v>15:13</c:v>
                </c:pt>
                <c:pt idx="11164">
                  <c:v>15:13</c:v>
                </c:pt>
                <c:pt idx="11165">
                  <c:v>15:13</c:v>
                </c:pt>
                <c:pt idx="11166">
                  <c:v>15:13</c:v>
                </c:pt>
                <c:pt idx="11167">
                  <c:v>15:13</c:v>
                </c:pt>
                <c:pt idx="11168">
                  <c:v>15:13</c:v>
                </c:pt>
                <c:pt idx="11169">
                  <c:v>15:13</c:v>
                </c:pt>
                <c:pt idx="11170">
                  <c:v>15:13</c:v>
                </c:pt>
                <c:pt idx="11171">
                  <c:v>15:13</c:v>
                </c:pt>
                <c:pt idx="11172">
                  <c:v>15:13</c:v>
                </c:pt>
                <c:pt idx="11173">
                  <c:v>15:13</c:v>
                </c:pt>
                <c:pt idx="11174">
                  <c:v>15:13</c:v>
                </c:pt>
                <c:pt idx="11175">
                  <c:v>15:13</c:v>
                </c:pt>
                <c:pt idx="11176">
                  <c:v>15:13</c:v>
                </c:pt>
                <c:pt idx="11177">
                  <c:v>15:13</c:v>
                </c:pt>
                <c:pt idx="11178">
                  <c:v>15:13</c:v>
                </c:pt>
                <c:pt idx="11179">
                  <c:v>15:13</c:v>
                </c:pt>
                <c:pt idx="11180">
                  <c:v>15:13</c:v>
                </c:pt>
                <c:pt idx="11181">
                  <c:v>15:13</c:v>
                </c:pt>
                <c:pt idx="11182">
                  <c:v>15:13</c:v>
                </c:pt>
                <c:pt idx="11183">
                  <c:v>15:13</c:v>
                </c:pt>
                <c:pt idx="11184">
                  <c:v>15:13</c:v>
                </c:pt>
                <c:pt idx="11185">
                  <c:v>15:13</c:v>
                </c:pt>
                <c:pt idx="11186">
                  <c:v>15:13</c:v>
                </c:pt>
                <c:pt idx="11187">
                  <c:v>15:13</c:v>
                </c:pt>
                <c:pt idx="11188">
                  <c:v>15:13</c:v>
                </c:pt>
                <c:pt idx="11189">
                  <c:v>15:13</c:v>
                </c:pt>
                <c:pt idx="11190">
                  <c:v>15:14</c:v>
                </c:pt>
                <c:pt idx="11191">
                  <c:v>15:14</c:v>
                </c:pt>
                <c:pt idx="11192">
                  <c:v>15:14</c:v>
                </c:pt>
                <c:pt idx="11193">
                  <c:v>15:14</c:v>
                </c:pt>
                <c:pt idx="11194">
                  <c:v>15:14</c:v>
                </c:pt>
                <c:pt idx="11195">
                  <c:v>15:14</c:v>
                </c:pt>
                <c:pt idx="11196">
                  <c:v>15:14</c:v>
                </c:pt>
                <c:pt idx="11197">
                  <c:v>15:14</c:v>
                </c:pt>
                <c:pt idx="11198">
                  <c:v>15:14</c:v>
                </c:pt>
                <c:pt idx="11199">
                  <c:v>15:14</c:v>
                </c:pt>
                <c:pt idx="11200">
                  <c:v>15:14</c:v>
                </c:pt>
                <c:pt idx="11201">
                  <c:v>15:14</c:v>
                </c:pt>
                <c:pt idx="11202">
                  <c:v>15:14</c:v>
                </c:pt>
                <c:pt idx="11203">
                  <c:v>15:14</c:v>
                </c:pt>
                <c:pt idx="11204">
                  <c:v>15:14</c:v>
                </c:pt>
                <c:pt idx="11205">
                  <c:v>15:14</c:v>
                </c:pt>
                <c:pt idx="11206">
                  <c:v>15:14</c:v>
                </c:pt>
                <c:pt idx="11207">
                  <c:v>15:14</c:v>
                </c:pt>
                <c:pt idx="11208">
                  <c:v>15:14</c:v>
                </c:pt>
                <c:pt idx="11209">
                  <c:v>15:14</c:v>
                </c:pt>
                <c:pt idx="11210">
                  <c:v>15:14</c:v>
                </c:pt>
                <c:pt idx="11211">
                  <c:v>15:14</c:v>
                </c:pt>
                <c:pt idx="11212">
                  <c:v>15:14</c:v>
                </c:pt>
                <c:pt idx="11213">
                  <c:v>15:14</c:v>
                </c:pt>
                <c:pt idx="11214">
                  <c:v>15:14</c:v>
                </c:pt>
                <c:pt idx="11215">
                  <c:v>15:14</c:v>
                </c:pt>
                <c:pt idx="11216">
                  <c:v>15:14</c:v>
                </c:pt>
                <c:pt idx="11217">
                  <c:v>15:14</c:v>
                </c:pt>
                <c:pt idx="11218">
                  <c:v>15:14</c:v>
                </c:pt>
                <c:pt idx="11219">
                  <c:v>15:14</c:v>
                </c:pt>
                <c:pt idx="11220">
                  <c:v>15:15</c:v>
                </c:pt>
                <c:pt idx="11221">
                  <c:v>15:15</c:v>
                </c:pt>
                <c:pt idx="11222">
                  <c:v>15:15</c:v>
                </c:pt>
                <c:pt idx="11223">
                  <c:v>15:15</c:v>
                </c:pt>
                <c:pt idx="11224">
                  <c:v>15:15</c:v>
                </c:pt>
                <c:pt idx="11225">
                  <c:v>15:15</c:v>
                </c:pt>
                <c:pt idx="11226">
                  <c:v>15:15</c:v>
                </c:pt>
                <c:pt idx="11227">
                  <c:v>15:15</c:v>
                </c:pt>
                <c:pt idx="11228">
                  <c:v>15:15</c:v>
                </c:pt>
                <c:pt idx="11229">
                  <c:v>15:15</c:v>
                </c:pt>
                <c:pt idx="11230">
                  <c:v>15:15</c:v>
                </c:pt>
                <c:pt idx="11231">
                  <c:v>15:15</c:v>
                </c:pt>
                <c:pt idx="11232">
                  <c:v>15:15</c:v>
                </c:pt>
                <c:pt idx="11233">
                  <c:v>15:15</c:v>
                </c:pt>
                <c:pt idx="11234">
                  <c:v>15:15</c:v>
                </c:pt>
                <c:pt idx="11235">
                  <c:v>15:15</c:v>
                </c:pt>
                <c:pt idx="11236">
                  <c:v>15:15</c:v>
                </c:pt>
                <c:pt idx="11237">
                  <c:v>15:15</c:v>
                </c:pt>
                <c:pt idx="11238">
                  <c:v>15:15</c:v>
                </c:pt>
                <c:pt idx="11239">
                  <c:v>15:15</c:v>
                </c:pt>
                <c:pt idx="11240">
                  <c:v>15:15</c:v>
                </c:pt>
                <c:pt idx="11241">
                  <c:v>15:15</c:v>
                </c:pt>
                <c:pt idx="11242">
                  <c:v>15:15</c:v>
                </c:pt>
                <c:pt idx="11243">
                  <c:v>15:15</c:v>
                </c:pt>
                <c:pt idx="11244">
                  <c:v>15:15</c:v>
                </c:pt>
                <c:pt idx="11245">
                  <c:v>15:15</c:v>
                </c:pt>
                <c:pt idx="11246">
                  <c:v>15:15</c:v>
                </c:pt>
                <c:pt idx="11247">
                  <c:v>15:15</c:v>
                </c:pt>
                <c:pt idx="11248">
                  <c:v>15:15</c:v>
                </c:pt>
                <c:pt idx="11249">
                  <c:v>15:15</c:v>
                </c:pt>
                <c:pt idx="11250">
                  <c:v>15:16</c:v>
                </c:pt>
                <c:pt idx="11251">
                  <c:v>15:16</c:v>
                </c:pt>
                <c:pt idx="11252">
                  <c:v>15:16</c:v>
                </c:pt>
                <c:pt idx="11253">
                  <c:v>15:16</c:v>
                </c:pt>
                <c:pt idx="11254">
                  <c:v>15:16</c:v>
                </c:pt>
                <c:pt idx="11255">
                  <c:v>15:16</c:v>
                </c:pt>
                <c:pt idx="11256">
                  <c:v>15:16</c:v>
                </c:pt>
                <c:pt idx="11257">
                  <c:v>15:16</c:v>
                </c:pt>
                <c:pt idx="11258">
                  <c:v>15:16</c:v>
                </c:pt>
                <c:pt idx="11259">
                  <c:v>15:16</c:v>
                </c:pt>
                <c:pt idx="11260">
                  <c:v>15:16</c:v>
                </c:pt>
                <c:pt idx="11261">
                  <c:v>15:16</c:v>
                </c:pt>
                <c:pt idx="11262">
                  <c:v>15:16</c:v>
                </c:pt>
                <c:pt idx="11263">
                  <c:v>15:16</c:v>
                </c:pt>
                <c:pt idx="11264">
                  <c:v>15:16</c:v>
                </c:pt>
                <c:pt idx="11265">
                  <c:v>15:16</c:v>
                </c:pt>
                <c:pt idx="11266">
                  <c:v>15:16</c:v>
                </c:pt>
                <c:pt idx="11267">
                  <c:v>15:16</c:v>
                </c:pt>
                <c:pt idx="11268">
                  <c:v>15:16</c:v>
                </c:pt>
                <c:pt idx="11269">
                  <c:v>15:16</c:v>
                </c:pt>
                <c:pt idx="11270">
                  <c:v>15:16</c:v>
                </c:pt>
                <c:pt idx="11271">
                  <c:v>15:16</c:v>
                </c:pt>
                <c:pt idx="11272">
                  <c:v>15:16</c:v>
                </c:pt>
                <c:pt idx="11273">
                  <c:v>15:16</c:v>
                </c:pt>
                <c:pt idx="11274">
                  <c:v>15:16</c:v>
                </c:pt>
                <c:pt idx="11275">
                  <c:v>15:16</c:v>
                </c:pt>
                <c:pt idx="11276">
                  <c:v>15:16</c:v>
                </c:pt>
                <c:pt idx="11277">
                  <c:v>15:16</c:v>
                </c:pt>
                <c:pt idx="11278">
                  <c:v>15:16</c:v>
                </c:pt>
                <c:pt idx="11279">
                  <c:v>15:16</c:v>
                </c:pt>
                <c:pt idx="11280">
                  <c:v>15:17</c:v>
                </c:pt>
                <c:pt idx="11281">
                  <c:v>15:17</c:v>
                </c:pt>
                <c:pt idx="11282">
                  <c:v>15:17</c:v>
                </c:pt>
                <c:pt idx="11283">
                  <c:v>15:17</c:v>
                </c:pt>
                <c:pt idx="11284">
                  <c:v>15:17</c:v>
                </c:pt>
                <c:pt idx="11285">
                  <c:v>15:17</c:v>
                </c:pt>
                <c:pt idx="11286">
                  <c:v>15:17</c:v>
                </c:pt>
                <c:pt idx="11287">
                  <c:v>15:17</c:v>
                </c:pt>
                <c:pt idx="11288">
                  <c:v>15:17</c:v>
                </c:pt>
                <c:pt idx="11289">
                  <c:v>15:17</c:v>
                </c:pt>
                <c:pt idx="11290">
                  <c:v>15:17</c:v>
                </c:pt>
                <c:pt idx="11291">
                  <c:v>15:17</c:v>
                </c:pt>
                <c:pt idx="11292">
                  <c:v>15:17</c:v>
                </c:pt>
                <c:pt idx="11293">
                  <c:v>15:17</c:v>
                </c:pt>
                <c:pt idx="11294">
                  <c:v>15:17</c:v>
                </c:pt>
                <c:pt idx="11295">
                  <c:v>15:17</c:v>
                </c:pt>
                <c:pt idx="11296">
                  <c:v>15:17</c:v>
                </c:pt>
                <c:pt idx="11297">
                  <c:v>15:17</c:v>
                </c:pt>
                <c:pt idx="11298">
                  <c:v>15:17</c:v>
                </c:pt>
                <c:pt idx="11299">
                  <c:v>15:17</c:v>
                </c:pt>
                <c:pt idx="11300">
                  <c:v>15:17</c:v>
                </c:pt>
                <c:pt idx="11301">
                  <c:v>15:17</c:v>
                </c:pt>
                <c:pt idx="11302">
                  <c:v>15:17</c:v>
                </c:pt>
                <c:pt idx="11303">
                  <c:v>15:17</c:v>
                </c:pt>
                <c:pt idx="11304">
                  <c:v>15:17</c:v>
                </c:pt>
                <c:pt idx="11305">
                  <c:v>15:17</c:v>
                </c:pt>
                <c:pt idx="11306">
                  <c:v>15:17</c:v>
                </c:pt>
                <c:pt idx="11307">
                  <c:v>15:17</c:v>
                </c:pt>
                <c:pt idx="11308">
                  <c:v>15:17</c:v>
                </c:pt>
                <c:pt idx="11309">
                  <c:v>15:17</c:v>
                </c:pt>
                <c:pt idx="11310">
                  <c:v>15:18</c:v>
                </c:pt>
                <c:pt idx="11311">
                  <c:v>15:18</c:v>
                </c:pt>
                <c:pt idx="11312">
                  <c:v>15:18</c:v>
                </c:pt>
                <c:pt idx="11313">
                  <c:v>15:18</c:v>
                </c:pt>
                <c:pt idx="11314">
                  <c:v>15:18</c:v>
                </c:pt>
                <c:pt idx="11315">
                  <c:v>15:18</c:v>
                </c:pt>
                <c:pt idx="11316">
                  <c:v>15:18</c:v>
                </c:pt>
                <c:pt idx="11317">
                  <c:v>15:18</c:v>
                </c:pt>
                <c:pt idx="11318">
                  <c:v>15:18</c:v>
                </c:pt>
                <c:pt idx="11319">
                  <c:v>15:18</c:v>
                </c:pt>
                <c:pt idx="11320">
                  <c:v>15:18</c:v>
                </c:pt>
                <c:pt idx="11321">
                  <c:v>15:18</c:v>
                </c:pt>
                <c:pt idx="11322">
                  <c:v>15:18</c:v>
                </c:pt>
                <c:pt idx="11323">
                  <c:v>15:18</c:v>
                </c:pt>
                <c:pt idx="11324">
                  <c:v>15:18</c:v>
                </c:pt>
                <c:pt idx="11325">
                  <c:v>15:18</c:v>
                </c:pt>
                <c:pt idx="11326">
                  <c:v>15:18</c:v>
                </c:pt>
                <c:pt idx="11327">
                  <c:v>15:18</c:v>
                </c:pt>
                <c:pt idx="11328">
                  <c:v>15:18</c:v>
                </c:pt>
                <c:pt idx="11329">
                  <c:v>15:18</c:v>
                </c:pt>
                <c:pt idx="11330">
                  <c:v>15:18</c:v>
                </c:pt>
                <c:pt idx="11331">
                  <c:v>15:18</c:v>
                </c:pt>
                <c:pt idx="11332">
                  <c:v>15:18</c:v>
                </c:pt>
                <c:pt idx="11333">
                  <c:v>15:18</c:v>
                </c:pt>
                <c:pt idx="11334">
                  <c:v>15:18</c:v>
                </c:pt>
                <c:pt idx="11335">
                  <c:v>15:18</c:v>
                </c:pt>
                <c:pt idx="11336">
                  <c:v>15:18</c:v>
                </c:pt>
                <c:pt idx="11337">
                  <c:v>15:18</c:v>
                </c:pt>
                <c:pt idx="11338">
                  <c:v>15:18</c:v>
                </c:pt>
                <c:pt idx="11339">
                  <c:v>15:18</c:v>
                </c:pt>
                <c:pt idx="11340">
                  <c:v>15:19</c:v>
                </c:pt>
                <c:pt idx="11341">
                  <c:v>15:19</c:v>
                </c:pt>
                <c:pt idx="11342">
                  <c:v>15:19</c:v>
                </c:pt>
                <c:pt idx="11343">
                  <c:v>15:19</c:v>
                </c:pt>
                <c:pt idx="11344">
                  <c:v>15:19</c:v>
                </c:pt>
                <c:pt idx="11345">
                  <c:v>15:19</c:v>
                </c:pt>
                <c:pt idx="11346">
                  <c:v>15:19</c:v>
                </c:pt>
                <c:pt idx="11347">
                  <c:v>15:19</c:v>
                </c:pt>
                <c:pt idx="11348">
                  <c:v>15:19</c:v>
                </c:pt>
                <c:pt idx="11349">
                  <c:v>15:19</c:v>
                </c:pt>
                <c:pt idx="11350">
                  <c:v>15:19</c:v>
                </c:pt>
                <c:pt idx="11351">
                  <c:v>15:19</c:v>
                </c:pt>
                <c:pt idx="11352">
                  <c:v>15:19</c:v>
                </c:pt>
                <c:pt idx="11353">
                  <c:v>15:19</c:v>
                </c:pt>
                <c:pt idx="11354">
                  <c:v>15:19</c:v>
                </c:pt>
                <c:pt idx="11355">
                  <c:v>15:19</c:v>
                </c:pt>
                <c:pt idx="11356">
                  <c:v>15:19</c:v>
                </c:pt>
                <c:pt idx="11357">
                  <c:v>15:19</c:v>
                </c:pt>
                <c:pt idx="11358">
                  <c:v>15:19</c:v>
                </c:pt>
                <c:pt idx="11359">
                  <c:v>15:19</c:v>
                </c:pt>
                <c:pt idx="11360">
                  <c:v>15:19</c:v>
                </c:pt>
                <c:pt idx="11361">
                  <c:v>15:19</c:v>
                </c:pt>
                <c:pt idx="11362">
                  <c:v>15:19</c:v>
                </c:pt>
                <c:pt idx="11363">
                  <c:v>15:19</c:v>
                </c:pt>
                <c:pt idx="11364">
                  <c:v>15:19</c:v>
                </c:pt>
                <c:pt idx="11365">
                  <c:v>15:19</c:v>
                </c:pt>
                <c:pt idx="11366">
                  <c:v>15:19</c:v>
                </c:pt>
                <c:pt idx="11367">
                  <c:v>15:19</c:v>
                </c:pt>
                <c:pt idx="11368">
                  <c:v>15:19</c:v>
                </c:pt>
                <c:pt idx="11369">
                  <c:v>15:19</c:v>
                </c:pt>
                <c:pt idx="11370">
                  <c:v>15:20</c:v>
                </c:pt>
                <c:pt idx="11371">
                  <c:v>15:20</c:v>
                </c:pt>
                <c:pt idx="11372">
                  <c:v>15:20</c:v>
                </c:pt>
                <c:pt idx="11373">
                  <c:v>15:20</c:v>
                </c:pt>
                <c:pt idx="11374">
                  <c:v>15:20</c:v>
                </c:pt>
                <c:pt idx="11375">
                  <c:v>15:20</c:v>
                </c:pt>
                <c:pt idx="11376">
                  <c:v>15:20</c:v>
                </c:pt>
                <c:pt idx="11377">
                  <c:v>15:20</c:v>
                </c:pt>
                <c:pt idx="11378">
                  <c:v>15:20</c:v>
                </c:pt>
                <c:pt idx="11379">
                  <c:v>15:20</c:v>
                </c:pt>
                <c:pt idx="11380">
                  <c:v>15:20</c:v>
                </c:pt>
                <c:pt idx="11381">
                  <c:v>15:20</c:v>
                </c:pt>
                <c:pt idx="11382">
                  <c:v>15:20</c:v>
                </c:pt>
                <c:pt idx="11383">
                  <c:v>15:20</c:v>
                </c:pt>
                <c:pt idx="11384">
                  <c:v>15:20</c:v>
                </c:pt>
                <c:pt idx="11385">
                  <c:v>15:20</c:v>
                </c:pt>
                <c:pt idx="11386">
                  <c:v>15:20</c:v>
                </c:pt>
                <c:pt idx="11387">
                  <c:v>15:20</c:v>
                </c:pt>
                <c:pt idx="11388">
                  <c:v>15:20</c:v>
                </c:pt>
                <c:pt idx="11389">
                  <c:v>15:20</c:v>
                </c:pt>
                <c:pt idx="11390">
                  <c:v>15:20</c:v>
                </c:pt>
                <c:pt idx="11391">
                  <c:v>15:20</c:v>
                </c:pt>
                <c:pt idx="11392">
                  <c:v>15:20</c:v>
                </c:pt>
                <c:pt idx="11393">
                  <c:v>15:20</c:v>
                </c:pt>
                <c:pt idx="11394">
                  <c:v>15:20</c:v>
                </c:pt>
                <c:pt idx="11395">
                  <c:v>15:20</c:v>
                </c:pt>
                <c:pt idx="11396">
                  <c:v>15:20</c:v>
                </c:pt>
                <c:pt idx="11397">
                  <c:v>15:20</c:v>
                </c:pt>
                <c:pt idx="11398">
                  <c:v>15:20</c:v>
                </c:pt>
                <c:pt idx="11399">
                  <c:v>15:20</c:v>
                </c:pt>
                <c:pt idx="11400">
                  <c:v>15:21</c:v>
                </c:pt>
                <c:pt idx="11401">
                  <c:v>15:21</c:v>
                </c:pt>
                <c:pt idx="11402">
                  <c:v>15:21</c:v>
                </c:pt>
                <c:pt idx="11403">
                  <c:v>15:21</c:v>
                </c:pt>
                <c:pt idx="11404">
                  <c:v>15:21</c:v>
                </c:pt>
                <c:pt idx="11405">
                  <c:v>15:21</c:v>
                </c:pt>
                <c:pt idx="11406">
                  <c:v>15:21</c:v>
                </c:pt>
                <c:pt idx="11407">
                  <c:v>15:21</c:v>
                </c:pt>
                <c:pt idx="11408">
                  <c:v>15:21</c:v>
                </c:pt>
                <c:pt idx="11409">
                  <c:v>15:21</c:v>
                </c:pt>
                <c:pt idx="11410">
                  <c:v>15:21</c:v>
                </c:pt>
                <c:pt idx="11411">
                  <c:v>15:21</c:v>
                </c:pt>
                <c:pt idx="11412">
                  <c:v>15:21</c:v>
                </c:pt>
                <c:pt idx="11413">
                  <c:v>15:21</c:v>
                </c:pt>
                <c:pt idx="11414">
                  <c:v>15:21</c:v>
                </c:pt>
                <c:pt idx="11415">
                  <c:v>15:21</c:v>
                </c:pt>
                <c:pt idx="11416">
                  <c:v>15:21</c:v>
                </c:pt>
                <c:pt idx="11417">
                  <c:v>15:21</c:v>
                </c:pt>
                <c:pt idx="11418">
                  <c:v>15:21</c:v>
                </c:pt>
                <c:pt idx="11419">
                  <c:v>15:21</c:v>
                </c:pt>
                <c:pt idx="11420">
                  <c:v>15:21</c:v>
                </c:pt>
                <c:pt idx="11421">
                  <c:v>15:21</c:v>
                </c:pt>
                <c:pt idx="11422">
                  <c:v>15:21</c:v>
                </c:pt>
                <c:pt idx="11423">
                  <c:v>15:21</c:v>
                </c:pt>
                <c:pt idx="11424">
                  <c:v>15:21</c:v>
                </c:pt>
                <c:pt idx="11425">
                  <c:v>15:21</c:v>
                </c:pt>
                <c:pt idx="11426">
                  <c:v>15:21</c:v>
                </c:pt>
                <c:pt idx="11427">
                  <c:v>15:21</c:v>
                </c:pt>
                <c:pt idx="11428">
                  <c:v>15:21</c:v>
                </c:pt>
                <c:pt idx="11429">
                  <c:v>15:21</c:v>
                </c:pt>
                <c:pt idx="11430">
                  <c:v>15:22</c:v>
                </c:pt>
                <c:pt idx="11431">
                  <c:v>15:22</c:v>
                </c:pt>
                <c:pt idx="11432">
                  <c:v>15:22</c:v>
                </c:pt>
                <c:pt idx="11433">
                  <c:v>15:22</c:v>
                </c:pt>
                <c:pt idx="11434">
                  <c:v>15:22</c:v>
                </c:pt>
                <c:pt idx="11435">
                  <c:v>15:22</c:v>
                </c:pt>
                <c:pt idx="11436">
                  <c:v>15:22</c:v>
                </c:pt>
                <c:pt idx="11437">
                  <c:v>15:22</c:v>
                </c:pt>
                <c:pt idx="11438">
                  <c:v>15:22</c:v>
                </c:pt>
                <c:pt idx="11439">
                  <c:v>15:22</c:v>
                </c:pt>
                <c:pt idx="11440">
                  <c:v>15:22</c:v>
                </c:pt>
                <c:pt idx="11441">
                  <c:v>15:22</c:v>
                </c:pt>
                <c:pt idx="11442">
                  <c:v>15:22</c:v>
                </c:pt>
                <c:pt idx="11443">
                  <c:v>15:22</c:v>
                </c:pt>
                <c:pt idx="11444">
                  <c:v>15:22</c:v>
                </c:pt>
                <c:pt idx="11445">
                  <c:v>15:22</c:v>
                </c:pt>
                <c:pt idx="11446">
                  <c:v>15:22</c:v>
                </c:pt>
                <c:pt idx="11447">
                  <c:v>15:22</c:v>
                </c:pt>
                <c:pt idx="11448">
                  <c:v>15:22</c:v>
                </c:pt>
                <c:pt idx="11449">
                  <c:v>15:22</c:v>
                </c:pt>
                <c:pt idx="11450">
                  <c:v>15:22</c:v>
                </c:pt>
                <c:pt idx="11451">
                  <c:v>15:22</c:v>
                </c:pt>
                <c:pt idx="11452">
                  <c:v>15:22</c:v>
                </c:pt>
                <c:pt idx="11453">
                  <c:v>15:22</c:v>
                </c:pt>
                <c:pt idx="11454">
                  <c:v>15:22</c:v>
                </c:pt>
                <c:pt idx="11455">
                  <c:v>15:22</c:v>
                </c:pt>
                <c:pt idx="11456">
                  <c:v>15:22</c:v>
                </c:pt>
                <c:pt idx="11457">
                  <c:v>15:22</c:v>
                </c:pt>
                <c:pt idx="11458">
                  <c:v>15:22</c:v>
                </c:pt>
                <c:pt idx="11459">
                  <c:v>15:22</c:v>
                </c:pt>
                <c:pt idx="11460">
                  <c:v>15:23</c:v>
                </c:pt>
                <c:pt idx="11461">
                  <c:v>15:23</c:v>
                </c:pt>
                <c:pt idx="11462">
                  <c:v>15:23</c:v>
                </c:pt>
                <c:pt idx="11463">
                  <c:v>15:23</c:v>
                </c:pt>
                <c:pt idx="11464">
                  <c:v>15:23</c:v>
                </c:pt>
                <c:pt idx="11465">
                  <c:v>15:23</c:v>
                </c:pt>
                <c:pt idx="11466">
                  <c:v>15:23</c:v>
                </c:pt>
                <c:pt idx="11467">
                  <c:v>15:23</c:v>
                </c:pt>
                <c:pt idx="11468">
                  <c:v>15:23</c:v>
                </c:pt>
                <c:pt idx="11469">
                  <c:v>15:23</c:v>
                </c:pt>
                <c:pt idx="11470">
                  <c:v>15:23</c:v>
                </c:pt>
                <c:pt idx="11471">
                  <c:v>15:23</c:v>
                </c:pt>
                <c:pt idx="11472">
                  <c:v>15:23</c:v>
                </c:pt>
                <c:pt idx="11473">
                  <c:v>15:23</c:v>
                </c:pt>
                <c:pt idx="11474">
                  <c:v>15:23</c:v>
                </c:pt>
                <c:pt idx="11475">
                  <c:v>15:23</c:v>
                </c:pt>
                <c:pt idx="11476">
                  <c:v>15:23</c:v>
                </c:pt>
                <c:pt idx="11477">
                  <c:v>15:23</c:v>
                </c:pt>
                <c:pt idx="11478">
                  <c:v>15:23</c:v>
                </c:pt>
                <c:pt idx="11479">
                  <c:v>15:23</c:v>
                </c:pt>
                <c:pt idx="11480">
                  <c:v>15:23</c:v>
                </c:pt>
                <c:pt idx="11481">
                  <c:v>15:23</c:v>
                </c:pt>
                <c:pt idx="11482">
                  <c:v>15:23</c:v>
                </c:pt>
                <c:pt idx="11483">
                  <c:v>15:23</c:v>
                </c:pt>
                <c:pt idx="11484">
                  <c:v>15:23</c:v>
                </c:pt>
                <c:pt idx="11485">
                  <c:v>15:23</c:v>
                </c:pt>
                <c:pt idx="11486">
                  <c:v>15:23</c:v>
                </c:pt>
                <c:pt idx="11487">
                  <c:v>15:23</c:v>
                </c:pt>
                <c:pt idx="11488">
                  <c:v>15:23</c:v>
                </c:pt>
                <c:pt idx="11489">
                  <c:v>15:23</c:v>
                </c:pt>
                <c:pt idx="11490">
                  <c:v>15:24</c:v>
                </c:pt>
                <c:pt idx="11491">
                  <c:v>15:24</c:v>
                </c:pt>
                <c:pt idx="11492">
                  <c:v>15:24</c:v>
                </c:pt>
                <c:pt idx="11493">
                  <c:v>15:24</c:v>
                </c:pt>
                <c:pt idx="11494">
                  <c:v>15:24</c:v>
                </c:pt>
                <c:pt idx="11495">
                  <c:v>15:24</c:v>
                </c:pt>
                <c:pt idx="11496">
                  <c:v>15:24</c:v>
                </c:pt>
                <c:pt idx="11497">
                  <c:v>15:24</c:v>
                </c:pt>
                <c:pt idx="11498">
                  <c:v>15:24</c:v>
                </c:pt>
                <c:pt idx="11499">
                  <c:v>15:24</c:v>
                </c:pt>
                <c:pt idx="11500">
                  <c:v>15:24</c:v>
                </c:pt>
                <c:pt idx="11501">
                  <c:v>15:24</c:v>
                </c:pt>
                <c:pt idx="11502">
                  <c:v>15:24</c:v>
                </c:pt>
                <c:pt idx="11503">
                  <c:v>15:24</c:v>
                </c:pt>
                <c:pt idx="11504">
                  <c:v>15:24</c:v>
                </c:pt>
                <c:pt idx="11505">
                  <c:v>15:24</c:v>
                </c:pt>
                <c:pt idx="11506">
                  <c:v>15:24</c:v>
                </c:pt>
                <c:pt idx="11507">
                  <c:v>15:24</c:v>
                </c:pt>
                <c:pt idx="11508">
                  <c:v>15:24</c:v>
                </c:pt>
                <c:pt idx="11509">
                  <c:v>15:24</c:v>
                </c:pt>
                <c:pt idx="11510">
                  <c:v>15:24</c:v>
                </c:pt>
                <c:pt idx="11511">
                  <c:v>15:24</c:v>
                </c:pt>
                <c:pt idx="11512">
                  <c:v>15:24</c:v>
                </c:pt>
                <c:pt idx="11513">
                  <c:v>15:24</c:v>
                </c:pt>
                <c:pt idx="11514">
                  <c:v>15:24</c:v>
                </c:pt>
                <c:pt idx="11515">
                  <c:v>15:24</c:v>
                </c:pt>
                <c:pt idx="11516">
                  <c:v>15:24</c:v>
                </c:pt>
                <c:pt idx="11517">
                  <c:v>15:24</c:v>
                </c:pt>
                <c:pt idx="11518">
                  <c:v>15:24</c:v>
                </c:pt>
                <c:pt idx="11519">
                  <c:v>15:24</c:v>
                </c:pt>
                <c:pt idx="11520">
                  <c:v>15:25</c:v>
                </c:pt>
                <c:pt idx="11521">
                  <c:v>15:25</c:v>
                </c:pt>
                <c:pt idx="11522">
                  <c:v>15:25</c:v>
                </c:pt>
                <c:pt idx="11523">
                  <c:v>15:25</c:v>
                </c:pt>
                <c:pt idx="11524">
                  <c:v>15:25</c:v>
                </c:pt>
                <c:pt idx="11525">
                  <c:v>15:25</c:v>
                </c:pt>
                <c:pt idx="11526">
                  <c:v>15:25</c:v>
                </c:pt>
                <c:pt idx="11527">
                  <c:v>15:25</c:v>
                </c:pt>
                <c:pt idx="11528">
                  <c:v>15:25</c:v>
                </c:pt>
                <c:pt idx="11529">
                  <c:v>15:25</c:v>
                </c:pt>
                <c:pt idx="11530">
                  <c:v>15:25</c:v>
                </c:pt>
                <c:pt idx="11531">
                  <c:v>15:25</c:v>
                </c:pt>
                <c:pt idx="11532">
                  <c:v>15:25</c:v>
                </c:pt>
                <c:pt idx="11533">
                  <c:v>15:25</c:v>
                </c:pt>
                <c:pt idx="11534">
                  <c:v>15:25</c:v>
                </c:pt>
                <c:pt idx="11535">
                  <c:v>15:25</c:v>
                </c:pt>
                <c:pt idx="11536">
                  <c:v>15:25</c:v>
                </c:pt>
                <c:pt idx="11537">
                  <c:v>15:25</c:v>
                </c:pt>
                <c:pt idx="11538">
                  <c:v>15:25</c:v>
                </c:pt>
                <c:pt idx="11539">
                  <c:v>15:25</c:v>
                </c:pt>
                <c:pt idx="11540">
                  <c:v>15:25</c:v>
                </c:pt>
                <c:pt idx="11541">
                  <c:v>15:25</c:v>
                </c:pt>
                <c:pt idx="11542">
                  <c:v>15:25</c:v>
                </c:pt>
                <c:pt idx="11543">
                  <c:v>15:25</c:v>
                </c:pt>
                <c:pt idx="11544">
                  <c:v>15:25</c:v>
                </c:pt>
                <c:pt idx="11545">
                  <c:v>15:25</c:v>
                </c:pt>
                <c:pt idx="11546">
                  <c:v>15:25</c:v>
                </c:pt>
                <c:pt idx="11547">
                  <c:v>15:25</c:v>
                </c:pt>
                <c:pt idx="11548">
                  <c:v>15:25</c:v>
                </c:pt>
                <c:pt idx="11549">
                  <c:v>15:25</c:v>
                </c:pt>
                <c:pt idx="11550">
                  <c:v>15:26</c:v>
                </c:pt>
                <c:pt idx="11551">
                  <c:v>15:26</c:v>
                </c:pt>
                <c:pt idx="11552">
                  <c:v>15:26</c:v>
                </c:pt>
                <c:pt idx="11553">
                  <c:v>15:26</c:v>
                </c:pt>
                <c:pt idx="11554">
                  <c:v>15:26</c:v>
                </c:pt>
                <c:pt idx="11555">
                  <c:v>15:26</c:v>
                </c:pt>
                <c:pt idx="11556">
                  <c:v>15:26</c:v>
                </c:pt>
                <c:pt idx="11557">
                  <c:v>15:26</c:v>
                </c:pt>
                <c:pt idx="11558">
                  <c:v>15:26</c:v>
                </c:pt>
                <c:pt idx="11559">
                  <c:v>15:26</c:v>
                </c:pt>
                <c:pt idx="11560">
                  <c:v>15:26</c:v>
                </c:pt>
                <c:pt idx="11561">
                  <c:v>15:26</c:v>
                </c:pt>
                <c:pt idx="11562">
                  <c:v>15:26</c:v>
                </c:pt>
                <c:pt idx="11563">
                  <c:v>15:26</c:v>
                </c:pt>
                <c:pt idx="11564">
                  <c:v>15:26</c:v>
                </c:pt>
                <c:pt idx="11565">
                  <c:v>15:26</c:v>
                </c:pt>
                <c:pt idx="11566">
                  <c:v>15:26</c:v>
                </c:pt>
                <c:pt idx="11567">
                  <c:v>15:26</c:v>
                </c:pt>
                <c:pt idx="11568">
                  <c:v>15:26</c:v>
                </c:pt>
                <c:pt idx="11569">
                  <c:v>15:26</c:v>
                </c:pt>
                <c:pt idx="11570">
                  <c:v>15:26</c:v>
                </c:pt>
                <c:pt idx="11571">
                  <c:v>15:26</c:v>
                </c:pt>
                <c:pt idx="11572">
                  <c:v>15:26</c:v>
                </c:pt>
                <c:pt idx="11573">
                  <c:v>15:26</c:v>
                </c:pt>
                <c:pt idx="11574">
                  <c:v>15:26</c:v>
                </c:pt>
                <c:pt idx="11575">
                  <c:v>15:26</c:v>
                </c:pt>
                <c:pt idx="11576">
                  <c:v>15:26</c:v>
                </c:pt>
                <c:pt idx="11577">
                  <c:v>15:26</c:v>
                </c:pt>
                <c:pt idx="11578">
                  <c:v>15:26</c:v>
                </c:pt>
                <c:pt idx="11579">
                  <c:v>15:26</c:v>
                </c:pt>
                <c:pt idx="11580">
                  <c:v>15:27</c:v>
                </c:pt>
                <c:pt idx="11581">
                  <c:v>15:27</c:v>
                </c:pt>
                <c:pt idx="11582">
                  <c:v>15:27</c:v>
                </c:pt>
                <c:pt idx="11583">
                  <c:v>15:27</c:v>
                </c:pt>
                <c:pt idx="11584">
                  <c:v>15:27</c:v>
                </c:pt>
                <c:pt idx="11585">
                  <c:v>15:27</c:v>
                </c:pt>
                <c:pt idx="11586">
                  <c:v>15:27</c:v>
                </c:pt>
                <c:pt idx="11587">
                  <c:v>15:27</c:v>
                </c:pt>
                <c:pt idx="11588">
                  <c:v>15:27</c:v>
                </c:pt>
                <c:pt idx="11589">
                  <c:v>15:27</c:v>
                </c:pt>
                <c:pt idx="11590">
                  <c:v>15:27</c:v>
                </c:pt>
                <c:pt idx="11591">
                  <c:v>15:27</c:v>
                </c:pt>
                <c:pt idx="11592">
                  <c:v>15:27</c:v>
                </c:pt>
                <c:pt idx="11593">
                  <c:v>15:27</c:v>
                </c:pt>
                <c:pt idx="11594">
                  <c:v>15:27</c:v>
                </c:pt>
                <c:pt idx="11595">
                  <c:v>15:27</c:v>
                </c:pt>
                <c:pt idx="11596">
                  <c:v>15:27</c:v>
                </c:pt>
                <c:pt idx="11597">
                  <c:v>15:27</c:v>
                </c:pt>
                <c:pt idx="11598">
                  <c:v>15:27</c:v>
                </c:pt>
                <c:pt idx="11599">
                  <c:v>15:27</c:v>
                </c:pt>
                <c:pt idx="11600">
                  <c:v>15:27</c:v>
                </c:pt>
                <c:pt idx="11601">
                  <c:v>15:27</c:v>
                </c:pt>
                <c:pt idx="11602">
                  <c:v>15:27</c:v>
                </c:pt>
                <c:pt idx="11603">
                  <c:v>15:27</c:v>
                </c:pt>
                <c:pt idx="11604">
                  <c:v>15:27</c:v>
                </c:pt>
                <c:pt idx="11605">
                  <c:v>15:27</c:v>
                </c:pt>
                <c:pt idx="11606">
                  <c:v>15:27</c:v>
                </c:pt>
                <c:pt idx="11607">
                  <c:v>15:27</c:v>
                </c:pt>
                <c:pt idx="11608">
                  <c:v>15:27</c:v>
                </c:pt>
                <c:pt idx="11609">
                  <c:v>15:27</c:v>
                </c:pt>
                <c:pt idx="11610">
                  <c:v>15:28</c:v>
                </c:pt>
                <c:pt idx="11611">
                  <c:v>15:28</c:v>
                </c:pt>
                <c:pt idx="11612">
                  <c:v>15:28</c:v>
                </c:pt>
                <c:pt idx="11613">
                  <c:v>15:28</c:v>
                </c:pt>
                <c:pt idx="11614">
                  <c:v>15:28</c:v>
                </c:pt>
                <c:pt idx="11615">
                  <c:v>15:28</c:v>
                </c:pt>
                <c:pt idx="11616">
                  <c:v>15:28</c:v>
                </c:pt>
                <c:pt idx="11617">
                  <c:v>15:28</c:v>
                </c:pt>
                <c:pt idx="11618">
                  <c:v>15:28</c:v>
                </c:pt>
                <c:pt idx="11619">
                  <c:v>15:28</c:v>
                </c:pt>
                <c:pt idx="11620">
                  <c:v>15:28</c:v>
                </c:pt>
                <c:pt idx="11621">
                  <c:v>15:28</c:v>
                </c:pt>
                <c:pt idx="11622">
                  <c:v>15:28</c:v>
                </c:pt>
                <c:pt idx="11623">
                  <c:v>15:28</c:v>
                </c:pt>
                <c:pt idx="11624">
                  <c:v>15:28</c:v>
                </c:pt>
                <c:pt idx="11625">
                  <c:v>15:28</c:v>
                </c:pt>
                <c:pt idx="11626">
                  <c:v>15:28</c:v>
                </c:pt>
                <c:pt idx="11627">
                  <c:v>15:28</c:v>
                </c:pt>
                <c:pt idx="11628">
                  <c:v>15:28</c:v>
                </c:pt>
                <c:pt idx="11629">
                  <c:v>15:28</c:v>
                </c:pt>
                <c:pt idx="11630">
                  <c:v>15:28</c:v>
                </c:pt>
                <c:pt idx="11631">
                  <c:v>15:28</c:v>
                </c:pt>
                <c:pt idx="11632">
                  <c:v>15:28</c:v>
                </c:pt>
                <c:pt idx="11633">
                  <c:v>15:28</c:v>
                </c:pt>
                <c:pt idx="11634">
                  <c:v>15:28</c:v>
                </c:pt>
                <c:pt idx="11635">
                  <c:v>15:28</c:v>
                </c:pt>
                <c:pt idx="11636">
                  <c:v>15:28</c:v>
                </c:pt>
                <c:pt idx="11637">
                  <c:v>15:28</c:v>
                </c:pt>
                <c:pt idx="11638">
                  <c:v>15:28</c:v>
                </c:pt>
                <c:pt idx="11639">
                  <c:v>15:28</c:v>
                </c:pt>
                <c:pt idx="11640">
                  <c:v>15:29</c:v>
                </c:pt>
                <c:pt idx="11641">
                  <c:v>15:29</c:v>
                </c:pt>
                <c:pt idx="11642">
                  <c:v>15:29</c:v>
                </c:pt>
                <c:pt idx="11643">
                  <c:v>15:29</c:v>
                </c:pt>
                <c:pt idx="11644">
                  <c:v>15:29</c:v>
                </c:pt>
                <c:pt idx="11645">
                  <c:v>15:29</c:v>
                </c:pt>
                <c:pt idx="11646">
                  <c:v>15:29</c:v>
                </c:pt>
                <c:pt idx="11647">
                  <c:v>15:29</c:v>
                </c:pt>
                <c:pt idx="11648">
                  <c:v>15:29</c:v>
                </c:pt>
                <c:pt idx="11649">
                  <c:v>15:29</c:v>
                </c:pt>
                <c:pt idx="11650">
                  <c:v>15:29</c:v>
                </c:pt>
                <c:pt idx="11651">
                  <c:v>15:29</c:v>
                </c:pt>
                <c:pt idx="11652">
                  <c:v>15:29</c:v>
                </c:pt>
                <c:pt idx="11653">
                  <c:v>15:29</c:v>
                </c:pt>
                <c:pt idx="11654">
                  <c:v>15:29</c:v>
                </c:pt>
                <c:pt idx="11655">
                  <c:v>15:29</c:v>
                </c:pt>
                <c:pt idx="11656">
                  <c:v>15:29</c:v>
                </c:pt>
                <c:pt idx="11657">
                  <c:v>15:29</c:v>
                </c:pt>
                <c:pt idx="11658">
                  <c:v>15:29</c:v>
                </c:pt>
                <c:pt idx="11659">
                  <c:v>15:29</c:v>
                </c:pt>
                <c:pt idx="11660">
                  <c:v>15:29</c:v>
                </c:pt>
                <c:pt idx="11661">
                  <c:v>15:29</c:v>
                </c:pt>
                <c:pt idx="11662">
                  <c:v>15:29</c:v>
                </c:pt>
                <c:pt idx="11663">
                  <c:v>15:29</c:v>
                </c:pt>
                <c:pt idx="11664">
                  <c:v>15:29</c:v>
                </c:pt>
                <c:pt idx="11665">
                  <c:v>15:29</c:v>
                </c:pt>
                <c:pt idx="11666">
                  <c:v>15:29</c:v>
                </c:pt>
                <c:pt idx="11667">
                  <c:v>15:29</c:v>
                </c:pt>
                <c:pt idx="11668">
                  <c:v>15:29</c:v>
                </c:pt>
                <c:pt idx="11669">
                  <c:v>15:29</c:v>
                </c:pt>
                <c:pt idx="11670">
                  <c:v>15:30</c:v>
                </c:pt>
                <c:pt idx="11671">
                  <c:v>15:30</c:v>
                </c:pt>
                <c:pt idx="11672">
                  <c:v>15:30</c:v>
                </c:pt>
                <c:pt idx="11673">
                  <c:v>15:30</c:v>
                </c:pt>
                <c:pt idx="11674">
                  <c:v>15:30</c:v>
                </c:pt>
                <c:pt idx="11675">
                  <c:v>15:30</c:v>
                </c:pt>
                <c:pt idx="11676">
                  <c:v>15:30</c:v>
                </c:pt>
                <c:pt idx="11677">
                  <c:v>15:30</c:v>
                </c:pt>
                <c:pt idx="11678">
                  <c:v>15:30</c:v>
                </c:pt>
                <c:pt idx="11679">
                  <c:v>15:30</c:v>
                </c:pt>
                <c:pt idx="11680">
                  <c:v>15:30</c:v>
                </c:pt>
                <c:pt idx="11681">
                  <c:v>15:30</c:v>
                </c:pt>
                <c:pt idx="11682">
                  <c:v>15:30</c:v>
                </c:pt>
                <c:pt idx="11683">
                  <c:v>15:30</c:v>
                </c:pt>
                <c:pt idx="11684">
                  <c:v>15:30</c:v>
                </c:pt>
                <c:pt idx="11685">
                  <c:v>15:30</c:v>
                </c:pt>
                <c:pt idx="11686">
                  <c:v>15:30</c:v>
                </c:pt>
                <c:pt idx="11687">
                  <c:v>15:30</c:v>
                </c:pt>
                <c:pt idx="11688">
                  <c:v>15:30</c:v>
                </c:pt>
                <c:pt idx="11689">
                  <c:v>15:30</c:v>
                </c:pt>
                <c:pt idx="11690">
                  <c:v>15:30</c:v>
                </c:pt>
                <c:pt idx="11691">
                  <c:v>15:30</c:v>
                </c:pt>
                <c:pt idx="11692">
                  <c:v>15:30</c:v>
                </c:pt>
                <c:pt idx="11693">
                  <c:v>15:30</c:v>
                </c:pt>
                <c:pt idx="11694">
                  <c:v>15:30</c:v>
                </c:pt>
                <c:pt idx="11695">
                  <c:v>15:30</c:v>
                </c:pt>
                <c:pt idx="11696">
                  <c:v>15:30</c:v>
                </c:pt>
                <c:pt idx="11697">
                  <c:v>15:30</c:v>
                </c:pt>
                <c:pt idx="11698">
                  <c:v>15:30</c:v>
                </c:pt>
                <c:pt idx="11699">
                  <c:v>15:30</c:v>
                </c:pt>
                <c:pt idx="11700">
                  <c:v>15:31</c:v>
                </c:pt>
                <c:pt idx="11701">
                  <c:v>15:31</c:v>
                </c:pt>
                <c:pt idx="11702">
                  <c:v>15:31</c:v>
                </c:pt>
                <c:pt idx="11703">
                  <c:v>15:31</c:v>
                </c:pt>
                <c:pt idx="11704">
                  <c:v>15:31</c:v>
                </c:pt>
                <c:pt idx="11705">
                  <c:v>15:31</c:v>
                </c:pt>
                <c:pt idx="11706">
                  <c:v>15:31</c:v>
                </c:pt>
                <c:pt idx="11707">
                  <c:v>15:31</c:v>
                </c:pt>
                <c:pt idx="11708">
                  <c:v>15:31</c:v>
                </c:pt>
                <c:pt idx="11709">
                  <c:v>15:31</c:v>
                </c:pt>
                <c:pt idx="11710">
                  <c:v>15:31</c:v>
                </c:pt>
                <c:pt idx="11711">
                  <c:v>15:31</c:v>
                </c:pt>
                <c:pt idx="11712">
                  <c:v>15:31</c:v>
                </c:pt>
                <c:pt idx="11713">
                  <c:v>15:31</c:v>
                </c:pt>
                <c:pt idx="11714">
                  <c:v>15:31</c:v>
                </c:pt>
                <c:pt idx="11715">
                  <c:v>15:31</c:v>
                </c:pt>
                <c:pt idx="11716">
                  <c:v>15:31</c:v>
                </c:pt>
                <c:pt idx="11717">
                  <c:v>15:31</c:v>
                </c:pt>
                <c:pt idx="11718">
                  <c:v>15:31</c:v>
                </c:pt>
                <c:pt idx="11719">
                  <c:v>15:31</c:v>
                </c:pt>
                <c:pt idx="11720">
                  <c:v>15:31</c:v>
                </c:pt>
                <c:pt idx="11721">
                  <c:v>15:31</c:v>
                </c:pt>
                <c:pt idx="11722">
                  <c:v>15:31</c:v>
                </c:pt>
                <c:pt idx="11723">
                  <c:v>15:31</c:v>
                </c:pt>
                <c:pt idx="11724">
                  <c:v>15:31</c:v>
                </c:pt>
                <c:pt idx="11725">
                  <c:v>15:31</c:v>
                </c:pt>
                <c:pt idx="11726">
                  <c:v>15:31</c:v>
                </c:pt>
                <c:pt idx="11727">
                  <c:v>15:31</c:v>
                </c:pt>
                <c:pt idx="11728">
                  <c:v>15:31</c:v>
                </c:pt>
                <c:pt idx="11729">
                  <c:v>15:31</c:v>
                </c:pt>
                <c:pt idx="11730">
                  <c:v>15:32</c:v>
                </c:pt>
                <c:pt idx="11731">
                  <c:v>15:32</c:v>
                </c:pt>
                <c:pt idx="11732">
                  <c:v>15:32</c:v>
                </c:pt>
                <c:pt idx="11733">
                  <c:v>15:32</c:v>
                </c:pt>
                <c:pt idx="11734">
                  <c:v>15:32</c:v>
                </c:pt>
                <c:pt idx="11735">
                  <c:v>15:32</c:v>
                </c:pt>
                <c:pt idx="11736">
                  <c:v>15:32</c:v>
                </c:pt>
                <c:pt idx="11737">
                  <c:v>15:32</c:v>
                </c:pt>
                <c:pt idx="11738">
                  <c:v>15:32</c:v>
                </c:pt>
                <c:pt idx="11739">
                  <c:v>15:32</c:v>
                </c:pt>
                <c:pt idx="11740">
                  <c:v>15:32</c:v>
                </c:pt>
                <c:pt idx="11741">
                  <c:v>15:32</c:v>
                </c:pt>
                <c:pt idx="11742">
                  <c:v>15:32</c:v>
                </c:pt>
                <c:pt idx="11743">
                  <c:v>15:32</c:v>
                </c:pt>
                <c:pt idx="11744">
                  <c:v>15:32</c:v>
                </c:pt>
                <c:pt idx="11745">
                  <c:v>15:32</c:v>
                </c:pt>
                <c:pt idx="11746">
                  <c:v>15:32</c:v>
                </c:pt>
                <c:pt idx="11747">
                  <c:v>15:32</c:v>
                </c:pt>
                <c:pt idx="11748">
                  <c:v>15:32</c:v>
                </c:pt>
                <c:pt idx="11749">
                  <c:v>15:32</c:v>
                </c:pt>
                <c:pt idx="11750">
                  <c:v>15:32</c:v>
                </c:pt>
                <c:pt idx="11751">
                  <c:v>15:32</c:v>
                </c:pt>
                <c:pt idx="11752">
                  <c:v>15:32</c:v>
                </c:pt>
                <c:pt idx="11753">
                  <c:v>15:32</c:v>
                </c:pt>
                <c:pt idx="11754">
                  <c:v>15:32</c:v>
                </c:pt>
                <c:pt idx="11755">
                  <c:v>15:32</c:v>
                </c:pt>
                <c:pt idx="11756">
                  <c:v>15:32</c:v>
                </c:pt>
                <c:pt idx="11757">
                  <c:v>15:32</c:v>
                </c:pt>
                <c:pt idx="11758">
                  <c:v>15:32</c:v>
                </c:pt>
                <c:pt idx="11759">
                  <c:v>15:32</c:v>
                </c:pt>
                <c:pt idx="11760">
                  <c:v>15:33</c:v>
                </c:pt>
                <c:pt idx="11761">
                  <c:v>15:45</c:v>
                </c:pt>
              </c:strCache>
            </c:strRef>
          </c:cat>
          <c:val>
            <c:numRef>
              <c:f>Sheet1!$U$4:$U$11765</c:f>
              <c:numCache>
                <c:formatCode>_(* #,##0_);_(* \(#,##0\);_(* "-"_);_(@_)</c:formatCode>
                <c:ptCount val="11762"/>
                <c:pt idx="0">
                  <c:v>896.65</c:v>
                </c:pt>
                <c:pt idx="1">
                  <c:v>2916.2474999999999</c:v>
                </c:pt>
                <c:pt idx="2">
                  <c:v>231.424375</c:v>
                </c:pt>
                <c:pt idx="3">
                  <c:v>147.75524999999999</c:v>
                </c:pt>
                <c:pt idx="4">
                  <c:v>106.04137499999999</c:v>
                </c:pt>
                <c:pt idx="5">
                  <c:v>51.726750000000003</c:v>
                </c:pt>
                <c:pt idx="6">
                  <c:v>29.39875</c:v>
                </c:pt>
                <c:pt idx="7">
                  <c:v>35.49</c:v>
                </c:pt>
                <c:pt idx="8">
                  <c:v>126.75</c:v>
                </c:pt>
                <c:pt idx="9">
                  <c:v>72.518874999999994</c:v>
                </c:pt>
                <c:pt idx="10">
                  <c:v>97.415999999999983</c:v>
                </c:pt>
                <c:pt idx="11">
                  <c:v>77.14</c:v>
                </c:pt>
                <c:pt idx="12">
                  <c:v>76.651375000000016</c:v>
                </c:pt>
                <c:pt idx="13">
                  <c:v>52.78</c:v>
                </c:pt>
                <c:pt idx="14">
                  <c:v>130.11199999999999</c:v>
                </c:pt>
                <c:pt idx="15">
                  <c:v>90.624250000000018</c:v>
                </c:pt>
                <c:pt idx="16">
                  <c:v>80.011125000000007</c:v>
                </c:pt>
                <c:pt idx="17">
                  <c:v>123.960375</c:v>
                </c:pt>
                <c:pt idx="18">
                  <c:v>59.72849999999999</c:v>
                </c:pt>
                <c:pt idx="19">
                  <c:v>121.107</c:v>
                </c:pt>
                <c:pt idx="20">
                  <c:v>195.24975000000001</c:v>
                </c:pt>
                <c:pt idx="21">
                  <c:v>86.401250000000005</c:v>
                </c:pt>
                <c:pt idx="22">
                  <c:v>121.52875</c:v>
                </c:pt>
                <c:pt idx="23">
                  <c:v>56.679375</c:v>
                </c:pt>
                <c:pt idx="24">
                  <c:v>68.406999999999996</c:v>
                </c:pt>
                <c:pt idx="25">
                  <c:v>63.875</c:v>
                </c:pt>
                <c:pt idx="26">
                  <c:v>125.37875</c:v>
                </c:pt>
                <c:pt idx="27">
                  <c:v>35.831249999999997</c:v>
                </c:pt>
                <c:pt idx="28">
                  <c:v>75.26400000000001</c:v>
                </c:pt>
                <c:pt idx="29">
                  <c:v>111.72499999999999</c:v>
                </c:pt>
                <c:pt idx="30">
                  <c:v>163.64699999999999</c:v>
                </c:pt>
                <c:pt idx="31">
                  <c:v>94.905000000000001</c:v>
                </c:pt>
                <c:pt idx="32">
                  <c:v>64.140625</c:v>
                </c:pt>
                <c:pt idx="33">
                  <c:v>106.65199999999999</c:v>
                </c:pt>
                <c:pt idx="34">
                  <c:v>236.37074999999999</c:v>
                </c:pt>
                <c:pt idx="35">
                  <c:v>197.998875</c:v>
                </c:pt>
                <c:pt idx="36">
                  <c:v>98.352000000000004</c:v>
                </c:pt>
                <c:pt idx="37">
                  <c:v>48.128</c:v>
                </c:pt>
                <c:pt idx="38">
                  <c:v>70.724999999999994</c:v>
                </c:pt>
                <c:pt idx="39">
                  <c:v>45.1</c:v>
                </c:pt>
                <c:pt idx="40">
                  <c:v>22.042874999999999</c:v>
                </c:pt>
                <c:pt idx="41">
                  <c:v>73.358999999999995</c:v>
                </c:pt>
                <c:pt idx="42">
                  <c:v>28.721</c:v>
                </c:pt>
                <c:pt idx="43">
                  <c:v>48.210250000000009</c:v>
                </c:pt>
                <c:pt idx="44">
                  <c:v>110.889</c:v>
                </c:pt>
                <c:pt idx="45">
                  <c:v>291.57974999999999</c:v>
                </c:pt>
                <c:pt idx="46">
                  <c:v>169.62</c:v>
                </c:pt>
                <c:pt idx="47">
                  <c:v>156.37</c:v>
                </c:pt>
                <c:pt idx="48">
                  <c:v>153.723375</c:v>
                </c:pt>
                <c:pt idx="49">
                  <c:v>81.805499999999995</c:v>
                </c:pt>
                <c:pt idx="50">
                  <c:v>78.718500000000006</c:v>
                </c:pt>
                <c:pt idx="51">
                  <c:v>83.43</c:v>
                </c:pt>
                <c:pt idx="52">
                  <c:v>62.360374999999998</c:v>
                </c:pt>
                <c:pt idx="53">
                  <c:v>50.015625</c:v>
                </c:pt>
                <c:pt idx="54">
                  <c:v>76.3125</c:v>
                </c:pt>
                <c:pt idx="55">
                  <c:v>89.696999999999974</c:v>
                </c:pt>
                <c:pt idx="56">
                  <c:v>100.52249999999999</c:v>
                </c:pt>
                <c:pt idx="57">
                  <c:v>90.256249999999994</c:v>
                </c:pt>
                <c:pt idx="58">
                  <c:v>94.405124999999984</c:v>
                </c:pt>
                <c:pt idx="59">
                  <c:v>72.275000000000006</c:v>
                </c:pt>
                <c:pt idx="60">
                  <c:v>33.564374999999998</c:v>
                </c:pt>
                <c:pt idx="61">
                  <c:v>73.859499999999997</c:v>
                </c:pt>
                <c:pt idx="62">
                  <c:v>120.43187500000001</c:v>
                </c:pt>
                <c:pt idx="63">
                  <c:v>54.284999999999997</c:v>
                </c:pt>
                <c:pt idx="64">
                  <c:v>38.784374999999997</c:v>
                </c:pt>
                <c:pt idx="65">
                  <c:v>100.34650000000001</c:v>
                </c:pt>
                <c:pt idx="66">
                  <c:v>66.692999999999998</c:v>
                </c:pt>
                <c:pt idx="67">
                  <c:v>201.63</c:v>
                </c:pt>
                <c:pt idx="68">
                  <c:v>49.079374999999999</c:v>
                </c:pt>
                <c:pt idx="69">
                  <c:v>224.10675000000003</c:v>
                </c:pt>
                <c:pt idx="70">
                  <c:v>37.17</c:v>
                </c:pt>
                <c:pt idx="71">
                  <c:v>80.593500000000006</c:v>
                </c:pt>
                <c:pt idx="72">
                  <c:v>39.244500000000002</c:v>
                </c:pt>
                <c:pt idx="73">
                  <c:v>36.636000000000003</c:v>
                </c:pt>
                <c:pt idx="74">
                  <c:v>74.747500000000002</c:v>
                </c:pt>
                <c:pt idx="75">
                  <c:v>110.18324999999999</c:v>
                </c:pt>
                <c:pt idx="76">
                  <c:v>254.32637500000001</c:v>
                </c:pt>
                <c:pt idx="77">
                  <c:v>95.836500000000001</c:v>
                </c:pt>
                <c:pt idx="78">
                  <c:v>61.344499999999996</c:v>
                </c:pt>
                <c:pt idx="79">
                  <c:v>54.114375000000003</c:v>
                </c:pt>
                <c:pt idx="80">
                  <c:v>48.948749999999997</c:v>
                </c:pt>
                <c:pt idx="81">
                  <c:v>149.68312499999999</c:v>
                </c:pt>
                <c:pt idx="82">
                  <c:v>223.04912500000003</c:v>
                </c:pt>
                <c:pt idx="83">
                  <c:v>104.03</c:v>
                </c:pt>
                <c:pt idx="84">
                  <c:v>111.836375</c:v>
                </c:pt>
                <c:pt idx="85">
                  <c:v>49.97925</c:v>
                </c:pt>
                <c:pt idx="86">
                  <c:v>93.079250000000002</c:v>
                </c:pt>
                <c:pt idx="87">
                  <c:v>38.606250000000003</c:v>
                </c:pt>
                <c:pt idx="88">
                  <c:v>29.326499999999999</c:v>
                </c:pt>
                <c:pt idx="89">
                  <c:v>23.672750000000001</c:v>
                </c:pt>
                <c:pt idx="90">
                  <c:v>60.167249999999989</c:v>
                </c:pt>
                <c:pt idx="91">
                  <c:v>70.486500000000007</c:v>
                </c:pt>
                <c:pt idx="92">
                  <c:v>31.376874999999998</c:v>
                </c:pt>
                <c:pt idx="93">
                  <c:v>101.23337500000002</c:v>
                </c:pt>
                <c:pt idx="94">
                  <c:v>33.409999999999997</c:v>
                </c:pt>
                <c:pt idx="95">
                  <c:v>33.915750000000003</c:v>
                </c:pt>
                <c:pt idx="96">
                  <c:v>94.483999999999995</c:v>
                </c:pt>
                <c:pt idx="97">
                  <c:v>64.685249999999996</c:v>
                </c:pt>
                <c:pt idx="98">
                  <c:v>66.241500000000016</c:v>
                </c:pt>
                <c:pt idx="99">
                  <c:v>33.385624999999997</c:v>
                </c:pt>
                <c:pt idx="100">
                  <c:v>26.188500000000001</c:v>
                </c:pt>
                <c:pt idx="101">
                  <c:v>25.167625000000001</c:v>
                </c:pt>
                <c:pt idx="102">
                  <c:v>56.039625000000008</c:v>
                </c:pt>
                <c:pt idx="103">
                  <c:v>20.036249999999999</c:v>
                </c:pt>
                <c:pt idx="104">
                  <c:v>17.463249999999999</c:v>
                </c:pt>
                <c:pt idx="105">
                  <c:v>42.09675</c:v>
                </c:pt>
                <c:pt idx="106">
                  <c:v>66.160875000000004</c:v>
                </c:pt>
                <c:pt idx="107">
                  <c:v>81.527249999999995</c:v>
                </c:pt>
                <c:pt idx="108">
                  <c:v>193.63050000000001</c:v>
                </c:pt>
                <c:pt idx="109">
                  <c:v>89.044499999999985</c:v>
                </c:pt>
                <c:pt idx="110">
                  <c:v>68.557750000000013</c:v>
                </c:pt>
                <c:pt idx="111">
                  <c:v>54.232250000000001</c:v>
                </c:pt>
                <c:pt idx="112">
                  <c:v>77.236500000000007</c:v>
                </c:pt>
                <c:pt idx="113">
                  <c:v>92.137500000000003</c:v>
                </c:pt>
                <c:pt idx="114">
                  <c:v>42.464874999999999</c:v>
                </c:pt>
                <c:pt idx="115">
                  <c:v>119.83725</c:v>
                </c:pt>
                <c:pt idx="116">
                  <c:v>78.355125000000001</c:v>
                </c:pt>
                <c:pt idx="117">
                  <c:v>45.567999999999998</c:v>
                </c:pt>
                <c:pt idx="118">
                  <c:v>71.644999999999996</c:v>
                </c:pt>
                <c:pt idx="119">
                  <c:v>40.98</c:v>
                </c:pt>
                <c:pt idx="120">
                  <c:v>118.92900000000002</c:v>
                </c:pt>
                <c:pt idx="121">
                  <c:v>155.91399999999999</c:v>
                </c:pt>
                <c:pt idx="122">
                  <c:v>50.749875000000003</c:v>
                </c:pt>
                <c:pt idx="123">
                  <c:v>45.110999999999997</c:v>
                </c:pt>
                <c:pt idx="124">
                  <c:v>46.603375</c:v>
                </c:pt>
                <c:pt idx="125">
                  <c:v>40.448</c:v>
                </c:pt>
                <c:pt idx="126">
                  <c:v>38.902500000000003</c:v>
                </c:pt>
                <c:pt idx="127">
                  <c:v>89.174999999999997</c:v>
                </c:pt>
                <c:pt idx="128">
                  <c:v>29.717749999999995</c:v>
                </c:pt>
                <c:pt idx="129">
                  <c:v>24.069874999999996</c:v>
                </c:pt>
                <c:pt idx="130">
                  <c:v>40.448</c:v>
                </c:pt>
                <c:pt idx="131">
                  <c:v>36.890999999999998</c:v>
                </c:pt>
                <c:pt idx="132">
                  <c:v>16.396000000000001</c:v>
                </c:pt>
                <c:pt idx="133">
                  <c:v>46.068750000000001</c:v>
                </c:pt>
                <c:pt idx="134">
                  <c:v>14.840749999999998</c:v>
                </c:pt>
                <c:pt idx="135">
                  <c:v>32.76</c:v>
                </c:pt>
                <c:pt idx="136">
                  <c:v>32.248125000000002</c:v>
                </c:pt>
                <c:pt idx="137">
                  <c:v>24.57</c:v>
                </c:pt>
                <c:pt idx="138">
                  <c:v>109.4075</c:v>
                </c:pt>
                <c:pt idx="139">
                  <c:v>102.22499999999999</c:v>
                </c:pt>
                <c:pt idx="140">
                  <c:v>8.18</c:v>
                </c:pt>
                <c:pt idx="141">
                  <c:v>37.841749999999998</c:v>
                </c:pt>
                <c:pt idx="142">
                  <c:v>57.799500000000002</c:v>
                </c:pt>
                <c:pt idx="143">
                  <c:v>26.092874999999999</c:v>
                </c:pt>
                <c:pt idx="144">
                  <c:v>18.418500000000002</c:v>
                </c:pt>
                <c:pt idx="145">
                  <c:v>43.999749999999999</c:v>
                </c:pt>
                <c:pt idx="146">
                  <c:v>30.697500000000002</c:v>
                </c:pt>
                <c:pt idx="147">
                  <c:v>23.529</c:v>
                </c:pt>
                <c:pt idx="148">
                  <c:v>21.994499999999999</c:v>
                </c:pt>
                <c:pt idx="149">
                  <c:v>36.837000000000003</c:v>
                </c:pt>
                <c:pt idx="150">
                  <c:v>57.785375000000002</c:v>
                </c:pt>
                <c:pt idx="151">
                  <c:v>91.024749999999997</c:v>
                </c:pt>
                <c:pt idx="152">
                  <c:v>75.646500000000003</c:v>
                </c:pt>
                <c:pt idx="153">
                  <c:v>179.36100000000005</c:v>
                </c:pt>
                <c:pt idx="154">
                  <c:v>109.32725000000001</c:v>
                </c:pt>
                <c:pt idx="155">
                  <c:v>65.328000000000003</c:v>
                </c:pt>
                <c:pt idx="156">
                  <c:v>116.87587499999999</c:v>
                </c:pt>
                <c:pt idx="157">
                  <c:v>84.191249999999997</c:v>
                </c:pt>
                <c:pt idx="158">
                  <c:v>225.93</c:v>
                </c:pt>
                <c:pt idx="159">
                  <c:v>146.19062500000001</c:v>
                </c:pt>
                <c:pt idx="160">
                  <c:v>91.642499999999998</c:v>
                </c:pt>
                <c:pt idx="161">
                  <c:v>103.37775000000001</c:v>
                </c:pt>
                <c:pt idx="162">
                  <c:v>192.54374999999999</c:v>
                </c:pt>
                <c:pt idx="163">
                  <c:v>134.88499999999999</c:v>
                </c:pt>
                <c:pt idx="164">
                  <c:v>44.293875</c:v>
                </c:pt>
                <c:pt idx="165">
                  <c:v>132.91425000000001</c:v>
                </c:pt>
                <c:pt idx="166">
                  <c:v>63.193499999999993</c:v>
                </c:pt>
                <c:pt idx="167">
                  <c:v>78.894999999999996</c:v>
                </c:pt>
                <c:pt idx="168">
                  <c:v>73.750624999999999</c:v>
                </c:pt>
                <c:pt idx="169">
                  <c:v>59.973500000000001</c:v>
                </c:pt>
                <c:pt idx="170">
                  <c:v>50.862499999999997</c:v>
                </c:pt>
                <c:pt idx="171">
                  <c:v>147.53749999999999</c:v>
                </c:pt>
                <c:pt idx="172">
                  <c:v>67.155000000000001</c:v>
                </c:pt>
                <c:pt idx="173">
                  <c:v>32.543999999999997</c:v>
                </c:pt>
                <c:pt idx="174">
                  <c:v>56.387999999999991</c:v>
                </c:pt>
                <c:pt idx="175">
                  <c:v>28.956</c:v>
                </c:pt>
                <c:pt idx="176">
                  <c:v>53.83475</c:v>
                </c:pt>
                <c:pt idx="177">
                  <c:v>77.177999999999997</c:v>
                </c:pt>
                <c:pt idx="178">
                  <c:v>152.719875</c:v>
                </c:pt>
                <c:pt idx="179">
                  <c:v>53.274374999999999</c:v>
                </c:pt>
                <c:pt idx="180">
                  <c:v>145.18074999999999</c:v>
                </c:pt>
                <c:pt idx="181">
                  <c:v>84.773375000000001</c:v>
                </c:pt>
                <c:pt idx="182">
                  <c:v>39.585000000000001</c:v>
                </c:pt>
                <c:pt idx="183">
                  <c:v>67.514125000000007</c:v>
                </c:pt>
                <c:pt idx="184">
                  <c:v>46.70150000000001</c:v>
                </c:pt>
                <c:pt idx="185">
                  <c:v>43.677250000000001</c:v>
                </c:pt>
                <c:pt idx="186">
                  <c:v>26.91075</c:v>
                </c:pt>
                <c:pt idx="187">
                  <c:v>44.682000000000002</c:v>
                </c:pt>
                <c:pt idx="188">
                  <c:v>20.81775</c:v>
                </c:pt>
                <c:pt idx="189">
                  <c:v>37.545749999999998</c:v>
                </c:pt>
                <c:pt idx="190">
                  <c:v>164.734375</c:v>
                </c:pt>
                <c:pt idx="191">
                  <c:v>41.584249999999997</c:v>
                </c:pt>
                <c:pt idx="192">
                  <c:v>29.92775</c:v>
                </c:pt>
                <c:pt idx="193">
                  <c:v>30.9575</c:v>
                </c:pt>
                <c:pt idx="194">
                  <c:v>25.876124999999995</c:v>
                </c:pt>
                <c:pt idx="195">
                  <c:v>61.854000000000006</c:v>
                </c:pt>
                <c:pt idx="196">
                  <c:v>89.188000000000002</c:v>
                </c:pt>
                <c:pt idx="197">
                  <c:v>34.484499999999997</c:v>
                </c:pt>
                <c:pt idx="198">
                  <c:v>61.377249999999997</c:v>
                </c:pt>
                <c:pt idx="199">
                  <c:v>44.130749999999999</c:v>
                </c:pt>
                <c:pt idx="200">
                  <c:v>58.319375000000001</c:v>
                </c:pt>
                <c:pt idx="201">
                  <c:v>59.304375</c:v>
                </c:pt>
                <c:pt idx="202">
                  <c:v>119.0275</c:v>
                </c:pt>
                <c:pt idx="203">
                  <c:v>56.193750000000001</c:v>
                </c:pt>
                <c:pt idx="204">
                  <c:v>34.424999999999997</c:v>
                </c:pt>
                <c:pt idx="205">
                  <c:v>79.441999999999993</c:v>
                </c:pt>
                <c:pt idx="206">
                  <c:v>53.103749999999998</c:v>
                </c:pt>
                <c:pt idx="207">
                  <c:v>187.49412500000003</c:v>
                </c:pt>
                <c:pt idx="208">
                  <c:v>93.494375000000005</c:v>
                </c:pt>
                <c:pt idx="209">
                  <c:v>94.411625000000001</c:v>
                </c:pt>
                <c:pt idx="210">
                  <c:v>92.805000000000007</c:v>
                </c:pt>
                <c:pt idx="211">
                  <c:v>78.702000000000012</c:v>
                </c:pt>
                <c:pt idx="212">
                  <c:v>89.801000000000002</c:v>
                </c:pt>
                <c:pt idx="213">
                  <c:v>78.623999999999995</c:v>
                </c:pt>
                <c:pt idx="214">
                  <c:v>66.007625000000004</c:v>
                </c:pt>
                <c:pt idx="215">
                  <c:v>69.048000000000002</c:v>
                </c:pt>
                <c:pt idx="216">
                  <c:v>162.32825</c:v>
                </c:pt>
                <c:pt idx="217">
                  <c:v>29.231999999999999</c:v>
                </c:pt>
                <c:pt idx="218">
                  <c:v>103.4225</c:v>
                </c:pt>
                <c:pt idx="219">
                  <c:v>84.230625000000003</c:v>
                </c:pt>
                <c:pt idx="220">
                  <c:v>201.69449999999995</c:v>
                </c:pt>
                <c:pt idx="221">
                  <c:v>271.28300000000002</c:v>
                </c:pt>
                <c:pt idx="222">
                  <c:v>132.22912500000001</c:v>
                </c:pt>
                <c:pt idx="223">
                  <c:v>53.221874999999997</c:v>
                </c:pt>
                <c:pt idx="224">
                  <c:v>91.237499999999997</c:v>
                </c:pt>
                <c:pt idx="225">
                  <c:v>68.428124999999994</c:v>
                </c:pt>
                <c:pt idx="226">
                  <c:v>61.869250000000001</c:v>
                </c:pt>
                <c:pt idx="227">
                  <c:v>114.66674999999999</c:v>
                </c:pt>
                <c:pt idx="228">
                  <c:v>85.78862500000001</c:v>
                </c:pt>
                <c:pt idx="229">
                  <c:v>94.511250000000004</c:v>
                </c:pt>
                <c:pt idx="230">
                  <c:v>102.717</c:v>
                </c:pt>
                <c:pt idx="231">
                  <c:v>65.628749999999997</c:v>
                </c:pt>
                <c:pt idx="232">
                  <c:v>50.403375000000011</c:v>
                </c:pt>
                <c:pt idx="233">
                  <c:v>52.465625000000003</c:v>
                </c:pt>
                <c:pt idx="234">
                  <c:v>48.9</c:v>
                </c:pt>
                <c:pt idx="235">
                  <c:v>228.31649999999999</c:v>
                </c:pt>
                <c:pt idx="236">
                  <c:v>183.61362500000001</c:v>
                </c:pt>
                <c:pt idx="237">
                  <c:v>35.621250000000003</c:v>
                </c:pt>
                <c:pt idx="238">
                  <c:v>53.379375000000003</c:v>
                </c:pt>
                <c:pt idx="239">
                  <c:v>41.158124999999998</c:v>
                </c:pt>
                <c:pt idx="240">
                  <c:v>34.069500000000005</c:v>
                </c:pt>
                <c:pt idx="241">
                  <c:v>36.576000000000001</c:v>
                </c:pt>
                <c:pt idx="242">
                  <c:v>177.51012499999999</c:v>
                </c:pt>
                <c:pt idx="243">
                  <c:v>191.84587500000001</c:v>
                </c:pt>
                <c:pt idx="244">
                  <c:v>129.12725</c:v>
                </c:pt>
                <c:pt idx="245">
                  <c:v>59.552999999999997</c:v>
                </c:pt>
                <c:pt idx="246">
                  <c:v>73.786874999999995</c:v>
                </c:pt>
                <c:pt idx="247">
                  <c:v>23.408250000000006</c:v>
                </c:pt>
                <c:pt idx="248">
                  <c:v>78.385999999999996</c:v>
                </c:pt>
                <c:pt idx="249">
                  <c:v>40.210999999999999</c:v>
                </c:pt>
                <c:pt idx="250">
                  <c:v>13.746375</c:v>
                </c:pt>
                <c:pt idx="251">
                  <c:v>43.784750000000003</c:v>
                </c:pt>
                <c:pt idx="252">
                  <c:v>73.331999999999994</c:v>
                </c:pt>
                <c:pt idx="253">
                  <c:v>42.798000000000002</c:v>
                </c:pt>
                <c:pt idx="254">
                  <c:v>64.197000000000003</c:v>
                </c:pt>
                <c:pt idx="255">
                  <c:v>244.92</c:v>
                </c:pt>
                <c:pt idx="256">
                  <c:v>112.73762499999999</c:v>
                </c:pt>
                <c:pt idx="257">
                  <c:v>60.69</c:v>
                </c:pt>
                <c:pt idx="258">
                  <c:v>74.951624999999993</c:v>
                </c:pt>
                <c:pt idx="259">
                  <c:v>45.39</c:v>
                </c:pt>
                <c:pt idx="260">
                  <c:v>40.29</c:v>
                </c:pt>
                <c:pt idx="261">
                  <c:v>89.140625</c:v>
                </c:pt>
                <c:pt idx="262">
                  <c:v>45.84375</c:v>
                </c:pt>
                <c:pt idx="263">
                  <c:v>45.345500000000001</c:v>
                </c:pt>
                <c:pt idx="264">
                  <c:v>141.94125</c:v>
                </c:pt>
                <c:pt idx="265">
                  <c:v>56.003749999999997</c:v>
                </c:pt>
                <c:pt idx="266">
                  <c:v>54.999000000000002</c:v>
                </c:pt>
                <c:pt idx="267">
                  <c:v>10.69425</c:v>
                </c:pt>
                <c:pt idx="268">
                  <c:v>6.6186250000000015</c:v>
                </c:pt>
                <c:pt idx="269">
                  <c:v>37.703000000000003</c:v>
                </c:pt>
                <c:pt idx="270">
                  <c:v>49.918750000000003</c:v>
                </c:pt>
                <c:pt idx="271">
                  <c:v>92.015874999999994</c:v>
                </c:pt>
                <c:pt idx="272">
                  <c:v>106.65375</c:v>
                </c:pt>
                <c:pt idx="273">
                  <c:v>162.787125</c:v>
                </c:pt>
                <c:pt idx="274">
                  <c:v>80.692499999999995</c:v>
                </c:pt>
                <c:pt idx="275">
                  <c:v>41.64575</c:v>
                </c:pt>
                <c:pt idx="276">
                  <c:v>53.326875000000001</c:v>
                </c:pt>
                <c:pt idx="277">
                  <c:v>50.725000000000001</c:v>
                </c:pt>
                <c:pt idx="278">
                  <c:v>33.960625</c:v>
                </c:pt>
                <c:pt idx="279">
                  <c:v>17.745000000000001</c:v>
                </c:pt>
                <c:pt idx="280">
                  <c:v>21.806374999999999</c:v>
                </c:pt>
                <c:pt idx="281">
                  <c:v>85.746374999999986</c:v>
                </c:pt>
                <c:pt idx="282">
                  <c:v>17.259250000000002</c:v>
                </c:pt>
                <c:pt idx="283">
                  <c:v>14.213500000000002</c:v>
                </c:pt>
                <c:pt idx="284">
                  <c:v>20.295000000000002</c:v>
                </c:pt>
                <c:pt idx="285">
                  <c:v>27.905625000000001</c:v>
                </c:pt>
                <c:pt idx="286">
                  <c:v>7.1050000000000004</c:v>
                </c:pt>
                <c:pt idx="287">
                  <c:v>68.952000000000012</c:v>
                </c:pt>
                <c:pt idx="288">
                  <c:v>221.95649999999995</c:v>
                </c:pt>
                <c:pt idx="289">
                  <c:v>66.924000000000007</c:v>
                </c:pt>
                <c:pt idx="290">
                  <c:v>172.000125</c:v>
                </c:pt>
                <c:pt idx="291">
                  <c:v>44.130749999999999</c:v>
                </c:pt>
                <c:pt idx="292">
                  <c:v>31.948875000000001</c:v>
                </c:pt>
                <c:pt idx="293">
                  <c:v>27.3645</c:v>
                </c:pt>
                <c:pt idx="294">
                  <c:v>57.769500000000001</c:v>
                </c:pt>
                <c:pt idx="295">
                  <c:v>92.849625000000003</c:v>
                </c:pt>
                <c:pt idx="296">
                  <c:v>51.752249999999989</c:v>
                </c:pt>
                <c:pt idx="297">
                  <c:v>33.494999999999997</c:v>
                </c:pt>
                <c:pt idx="298">
                  <c:v>15.225</c:v>
                </c:pt>
                <c:pt idx="299">
                  <c:v>83.82</c:v>
                </c:pt>
                <c:pt idx="300">
                  <c:v>41.16825</c:v>
                </c:pt>
                <c:pt idx="301">
                  <c:v>18.805250000000001</c:v>
                </c:pt>
                <c:pt idx="302">
                  <c:v>52.91</c:v>
                </c:pt>
                <c:pt idx="303">
                  <c:v>60.526375000000002</c:v>
                </c:pt>
                <c:pt idx="304">
                  <c:v>44.27212500000001</c:v>
                </c:pt>
                <c:pt idx="305">
                  <c:v>182.955375</c:v>
                </c:pt>
                <c:pt idx="306">
                  <c:v>104.421875</c:v>
                </c:pt>
                <c:pt idx="307">
                  <c:v>67.813374999999994</c:v>
                </c:pt>
                <c:pt idx="308">
                  <c:v>64.674749999999989</c:v>
                </c:pt>
                <c:pt idx="309">
                  <c:v>96.035624999999996</c:v>
                </c:pt>
                <c:pt idx="310">
                  <c:v>37.591999999999999</c:v>
                </c:pt>
                <c:pt idx="311">
                  <c:v>88.522499999999994</c:v>
                </c:pt>
                <c:pt idx="312">
                  <c:v>23.905374999999999</c:v>
                </c:pt>
                <c:pt idx="313">
                  <c:v>90.601999999999975</c:v>
                </c:pt>
                <c:pt idx="314">
                  <c:v>44.250374999999991</c:v>
                </c:pt>
                <c:pt idx="315">
                  <c:v>21.351749999999999</c:v>
                </c:pt>
                <c:pt idx="316">
                  <c:v>12.706250000000001</c:v>
                </c:pt>
                <c:pt idx="317">
                  <c:v>82.255499999999984</c:v>
                </c:pt>
                <c:pt idx="318">
                  <c:v>33.527999999999999</c:v>
                </c:pt>
                <c:pt idx="319">
                  <c:v>#N/A</c:v>
                </c:pt>
                <c:pt idx="320">
                  <c:v>#N/A</c:v>
                </c:pt>
                <c:pt idx="321">
                  <c:v>38.6175</c:v>
                </c:pt>
                <c:pt idx="322">
                  <c:v>24.891999999999999</c:v>
                </c:pt>
                <c:pt idx="323">
                  <c:v>45.178624999999997</c:v>
                </c:pt>
                <c:pt idx="324">
                  <c:v>91.857500000000002</c:v>
                </c:pt>
                <c:pt idx="325">
                  <c:v>20.3</c:v>
                </c:pt>
                <c:pt idx="326">
                  <c:v>24.873625000000001</c:v>
                </c:pt>
                <c:pt idx="327">
                  <c:v>42.598499999999994</c:v>
                </c:pt>
                <c:pt idx="328">
                  <c:v>60.362750000000013</c:v>
                </c:pt>
                <c:pt idx="329">
                  <c:v>23.339249999999996</c:v>
                </c:pt>
                <c:pt idx="330">
                  <c:v>18.256499999999999</c:v>
                </c:pt>
                <c:pt idx="331">
                  <c:v>40.549999999999997</c:v>
                </c:pt>
                <c:pt idx="332">
                  <c:v>245.53125</c:v>
                </c:pt>
                <c:pt idx="333">
                  <c:v>28.877625000000005</c:v>
                </c:pt>
                <c:pt idx="334">
                  <c:v>47.681500000000007</c:v>
                </c:pt>
                <c:pt idx="335">
                  <c:v>75.561624999999992</c:v>
                </c:pt>
                <c:pt idx="336">
                  <c:v>33.47025</c:v>
                </c:pt>
                <c:pt idx="337">
                  <c:v>24.36</c:v>
                </c:pt>
                <c:pt idx="338">
                  <c:v>79.18950000000001</c:v>
                </c:pt>
                <c:pt idx="339">
                  <c:v>70.611999999999995</c:v>
                </c:pt>
                <c:pt idx="340">
                  <c:v>56.91</c:v>
                </c:pt>
                <c:pt idx="341">
                  <c:v>33.036250000000003</c:v>
                </c:pt>
                <c:pt idx="342">
                  <c:v>83.23</c:v>
                </c:pt>
                <c:pt idx="343">
                  <c:v>20.81775</c:v>
                </c:pt>
                <c:pt idx="344">
                  <c:v>24.378</c:v>
                </c:pt>
                <c:pt idx="345">
                  <c:v>23.36225</c:v>
                </c:pt>
                <c:pt idx="346">
                  <c:v>52.844999999999999</c:v>
                </c:pt>
                <c:pt idx="347">
                  <c:v>33.028125000000003</c:v>
                </c:pt>
                <c:pt idx="348">
                  <c:v>9.6496250000000003</c:v>
                </c:pt>
                <c:pt idx="349">
                  <c:v>26.435499999999994</c:v>
                </c:pt>
                <c:pt idx="350">
                  <c:v>34.569499999999998</c:v>
                </c:pt>
                <c:pt idx="351">
                  <c:v>47.810749999999999</c:v>
                </c:pt>
                <c:pt idx="352">
                  <c:v>33.561</c:v>
                </c:pt>
                <c:pt idx="353">
                  <c:v>9.6615000000000002</c:v>
                </c:pt>
                <c:pt idx="354">
                  <c:v>11.692625</c:v>
                </c:pt>
                <c:pt idx="355">
                  <c:v>74.694374999999994</c:v>
                </c:pt>
                <c:pt idx="356">
                  <c:v>55.412874999999993</c:v>
                </c:pt>
                <c:pt idx="357">
                  <c:v>16.759875000000001</c:v>
                </c:pt>
                <c:pt idx="358">
                  <c:v>13.72275</c:v>
                </c:pt>
                <c:pt idx="359">
                  <c:v>20.848500000000001</c:v>
                </c:pt>
                <c:pt idx="360">
                  <c:v>29.979375000000001</c:v>
                </c:pt>
                <c:pt idx="361">
                  <c:v>14.227499999999999</c:v>
                </c:pt>
                <c:pt idx="362">
                  <c:v>78.193499999999986</c:v>
                </c:pt>
                <c:pt idx="363">
                  <c:v>36.050249999999998</c:v>
                </c:pt>
                <c:pt idx="364">
                  <c:v>31.480499999999996</c:v>
                </c:pt>
                <c:pt idx="365">
                  <c:v>7.1050000000000004</c:v>
                </c:pt>
                <c:pt idx="366">
                  <c:v>28.920375</c:v>
                </c:pt>
                <c:pt idx="367">
                  <c:v>32.479999999999997</c:v>
                </c:pt>
                <c:pt idx="368">
                  <c:v>41.097375</c:v>
                </c:pt>
                <c:pt idx="369">
                  <c:v>17.75375</c:v>
                </c:pt>
                <c:pt idx="370">
                  <c:v>51.295375</c:v>
                </c:pt>
                <c:pt idx="371">
                  <c:v>16.256</c:v>
                </c:pt>
                <c:pt idx="372">
                  <c:v>16.251999999999999</c:v>
                </c:pt>
                <c:pt idx="373">
                  <c:v>13.709250000000001</c:v>
                </c:pt>
                <c:pt idx="374">
                  <c:v>6.6007499999999988</c:v>
                </c:pt>
                <c:pt idx="375">
                  <c:v>5.5852500000000003</c:v>
                </c:pt>
                <c:pt idx="376">
                  <c:v>41.158124999999998</c:v>
                </c:pt>
                <c:pt idx="377">
                  <c:v>15.2475</c:v>
                </c:pt>
                <c:pt idx="378">
                  <c:v>8.6423749999999995</c:v>
                </c:pt>
                <c:pt idx="379">
                  <c:v>19.826625</c:v>
                </c:pt>
                <c:pt idx="380">
                  <c:v>26.442000000000004</c:v>
                </c:pt>
                <c:pt idx="381">
                  <c:v>59.50912499999999</c:v>
                </c:pt>
                <c:pt idx="382">
                  <c:v>17.293249999999997</c:v>
                </c:pt>
                <c:pt idx="383">
                  <c:v>18.819125</c:v>
                </c:pt>
                <c:pt idx="384">
                  <c:v>92.638000000000005</c:v>
                </c:pt>
                <c:pt idx="385">
                  <c:v>13.746375</c:v>
                </c:pt>
                <c:pt idx="386">
                  <c:v>196.1575</c:v>
                </c:pt>
                <c:pt idx="387">
                  <c:v>41.269500000000001</c:v>
                </c:pt>
                <c:pt idx="388">
                  <c:v>125.75387499999999</c:v>
                </c:pt>
                <c:pt idx="389">
                  <c:v>55.508249999999997</c:v>
                </c:pt>
                <c:pt idx="390">
                  <c:v>31.557999999999996</c:v>
                </c:pt>
                <c:pt idx="391">
                  <c:v>15.782875000000002</c:v>
                </c:pt>
                <c:pt idx="392">
                  <c:v>20.37</c:v>
                </c:pt>
                <c:pt idx="393">
                  <c:v>42.278125000000003</c:v>
                </c:pt>
                <c:pt idx="394">
                  <c:v>22.927499999999998</c:v>
                </c:pt>
                <c:pt idx="395">
                  <c:v>19.860749999999996</c:v>
                </c:pt>
                <c:pt idx="396">
                  <c:v>18.837624999999999</c:v>
                </c:pt>
                <c:pt idx="397">
                  <c:v>42.755999999999993</c:v>
                </c:pt>
                <c:pt idx="398">
                  <c:v>28.015625</c:v>
                </c:pt>
                <c:pt idx="399">
                  <c:v>37.665999999999997</c:v>
                </c:pt>
                <c:pt idx="400">
                  <c:v>73.768749999999997</c:v>
                </c:pt>
                <c:pt idx="401">
                  <c:v>52.323999999999998</c:v>
                </c:pt>
                <c:pt idx="402">
                  <c:v>47.763750000000002</c:v>
                </c:pt>
                <c:pt idx="403">
                  <c:v>42.692999999999998</c:v>
                </c:pt>
                <c:pt idx="404">
                  <c:v>30.517499999999998</c:v>
                </c:pt>
                <c:pt idx="405">
                  <c:v>12.204000000000001</c:v>
                </c:pt>
                <c:pt idx="406">
                  <c:v>38.146875000000001</c:v>
                </c:pt>
                <c:pt idx="407">
                  <c:v>13.73625</c:v>
                </c:pt>
                <c:pt idx="408">
                  <c:v>31.557999999999996</c:v>
                </c:pt>
                <c:pt idx="409">
                  <c:v>20.863875000000004</c:v>
                </c:pt>
                <c:pt idx="410">
                  <c:v>48.78</c:v>
                </c:pt>
                <c:pt idx="411">
                  <c:v>35.077874999999999</c:v>
                </c:pt>
                <c:pt idx="412">
                  <c:v>11.692625</c:v>
                </c:pt>
                <c:pt idx="413">
                  <c:v>12.201000000000001</c:v>
                </c:pt>
                <c:pt idx="414">
                  <c:v>8.6445000000000007</c:v>
                </c:pt>
                <c:pt idx="415">
                  <c:v>38.646000000000001</c:v>
                </c:pt>
                <c:pt idx="416">
                  <c:v>10.678500000000001</c:v>
                </c:pt>
                <c:pt idx="417">
                  <c:v>28.454999999999998</c:v>
                </c:pt>
                <c:pt idx="418">
                  <c:v>21.341249999999999</c:v>
                </c:pt>
                <c:pt idx="419">
                  <c:v>14.231000000000002</c:v>
                </c:pt>
                <c:pt idx="420">
                  <c:v>#N/A</c:v>
                </c:pt>
                <c:pt idx="421">
                  <c:v>#N/A</c:v>
                </c:pt>
                <c:pt idx="422">
                  <c:v>17.784375000000001</c:v>
                </c:pt>
                <c:pt idx="423">
                  <c:v>93.47199999999998</c:v>
                </c:pt>
                <c:pt idx="424">
                  <c:v>118.2475</c:v>
                </c:pt>
                <c:pt idx="425">
                  <c:v>88.305000000000007</c:v>
                </c:pt>
                <c:pt idx="426">
                  <c:v>24.861374999999999</c:v>
                </c:pt>
                <c:pt idx="427">
                  <c:v>30.45</c:v>
                </c:pt>
                <c:pt idx="428">
                  <c:v>28.941749999999995</c:v>
                </c:pt>
                <c:pt idx="429">
                  <c:v>48.283749999999998</c:v>
                </c:pt>
                <c:pt idx="430">
                  <c:v>13.719374999999999</c:v>
                </c:pt>
                <c:pt idx="431">
                  <c:v>19.30875</c:v>
                </c:pt>
                <c:pt idx="432">
                  <c:v>20.335000000000001</c:v>
                </c:pt>
                <c:pt idx="433">
                  <c:v>40.171500000000002</c:v>
                </c:pt>
                <c:pt idx="434">
                  <c:v>42.163999999999994</c:v>
                </c:pt>
                <c:pt idx="435">
                  <c:v>24.396000000000004</c:v>
                </c:pt>
                <c:pt idx="436">
                  <c:v>31.0185</c:v>
                </c:pt>
                <c:pt idx="437">
                  <c:v>28.475999999999999</c:v>
                </c:pt>
                <c:pt idx="438">
                  <c:v>12.201000000000001</c:v>
                </c:pt>
                <c:pt idx="439">
                  <c:v>12.195</c:v>
                </c:pt>
                <c:pt idx="440">
                  <c:v>13.21125</c:v>
                </c:pt>
                <c:pt idx="441">
                  <c:v>27.933125</c:v>
                </c:pt>
                <c:pt idx="442">
                  <c:v>20.81775</c:v>
                </c:pt>
                <c:pt idx="443">
                  <c:v>18.786750000000001</c:v>
                </c:pt>
                <c:pt idx="444">
                  <c:v>4.0620000000000003</c:v>
                </c:pt>
                <c:pt idx="445">
                  <c:v>30.487500000000001</c:v>
                </c:pt>
                <c:pt idx="446">
                  <c:v>9.6543749999999999</c:v>
                </c:pt>
                <c:pt idx="447">
                  <c:v>10.157500000000001</c:v>
                </c:pt>
                <c:pt idx="448">
                  <c:v>19.294499999999999</c:v>
                </c:pt>
                <c:pt idx="449">
                  <c:v>37.056625000000004</c:v>
                </c:pt>
                <c:pt idx="450">
                  <c:v>74.058499999999995</c:v>
                </c:pt>
                <c:pt idx="451">
                  <c:v>38.053125000000001</c:v>
                </c:pt>
                <c:pt idx="452">
                  <c:v>19.275500000000001</c:v>
                </c:pt>
                <c:pt idx="453">
                  <c:v>16.739249999999998</c:v>
                </c:pt>
                <c:pt idx="454">
                  <c:v>36.512999999999998</c:v>
                </c:pt>
                <c:pt idx="455">
                  <c:v>48.164999999999999</c:v>
                </c:pt>
                <c:pt idx="456">
                  <c:v>19.266000000000002</c:v>
                </c:pt>
                <c:pt idx="457">
                  <c:v>14.699375</c:v>
                </c:pt>
                <c:pt idx="458">
                  <c:v>162.19999999999999</c:v>
                </c:pt>
                <c:pt idx="459">
                  <c:v>64.831999999999994</c:v>
                </c:pt>
                <c:pt idx="460">
                  <c:v>61.256250000000001</c:v>
                </c:pt>
                <c:pt idx="461">
                  <c:v>98.645624999999995</c:v>
                </c:pt>
                <c:pt idx="462">
                  <c:v>130.00987499999999</c:v>
                </c:pt>
                <c:pt idx="463">
                  <c:v>68.31</c:v>
                </c:pt>
                <c:pt idx="464">
                  <c:v>35.917124999999999</c:v>
                </c:pt>
                <c:pt idx="465">
                  <c:v>27.324000000000002</c:v>
                </c:pt>
                <c:pt idx="466">
                  <c:v>60.228875000000002</c:v>
                </c:pt>
                <c:pt idx="467">
                  <c:v>49.118375000000007</c:v>
                </c:pt>
                <c:pt idx="468">
                  <c:v>81.566625000000002</c:v>
                </c:pt>
                <c:pt idx="469">
                  <c:v>34.922624999999996</c:v>
                </c:pt>
                <c:pt idx="470">
                  <c:v>23.281749999999995</c:v>
                </c:pt>
                <c:pt idx="471">
                  <c:v>41.491999999999997</c:v>
                </c:pt>
                <c:pt idx="472">
                  <c:v>24.787875</c:v>
                </c:pt>
                <c:pt idx="473">
                  <c:v>82.963499999999996</c:v>
                </c:pt>
                <c:pt idx="474">
                  <c:v>26.2925</c:v>
                </c:pt>
                <c:pt idx="475">
                  <c:v>93.953249999999997</c:v>
                </c:pt>
                <c:pt idx="476">
                  <c:v>76.254999999999995</c:v>
                </c:pt>
                <c:pt idx="477">
                  <c:v>129.21600000000001</c:v>
                </c:pt>
                <c:pt idx="478">
                  <c:v>98.377499999999998</c:v>
                </c:pt>
                <c:pt idx="479">
                  <c:v>180.240375</c:v>
                </c:pt>
                <c:pt idx="480">
                  <c:v>107.98975</c:v>
                </c:pt>
                <c:pt idx="481">
                  <c:v>74.6845</c:v>
                </c:pt>
                <c:pt idx="482">
                  <c:v>73.638750000000002</c:v>
                </c:pt>
                <c:pt idx="483">
                  <c:v>72.125624999999999</c:v>
                </c:pt>
                <c:pt idx="484">
                  <c:v>111.07250000000001</c:v>
                </c:pt>
                <c:pt idx="485">
                  <c:v>86.903000000000006</c:v>
                </c:pt>
                <c:pt idx="486">
                  <c:v>61.120125000000009</c:v>
                </c:pt>
                <c:pt idx="487">
                  <c:v>106.6605</c:v>
                </c:pt>
                <c:pt idx="488">
                  <c:v>39.954250000000002</c:v>
                </c:pt>
                <c:pt idx="489">
                  <c:v>36.422999999999995</c:v>
                </c:pt>
                <c:pt idx="490">
                  <c:v>15.172499999999999</c:v>
                </c:pt>
                <c:pt idx="491">
                  <c:v>48.046250000000001</c:v>
                </c:pt>
                <c:pt idx="492">
                  <c:v>68.191874999999996</c:v>
                </c:pt>
                <c:pt idx="493">
                  <c:v>30.315000000000001</c:v>
                </c:pt>
                <c:pt idx="494">
                  <c:v>26.751750000000001</c:v>
                </c:pt>
                <c:pt idx="495">
                  <c:v>51.963500000000003</c:v>
                </c:pt>
                <c:pt idx="496">
                  <c:v>68.158124999999998</c:v>
                </c:pt>
                <c:pt idx="497">
                  <c:v>67.736999999999995</c:v>
                </c:pt>
                <c:pt idx="498">
                  <c:v>16.167999999999999</c:v>
                </c:pt>
                <c:pt idx="499">
                  <c:v>67.720250000000007</c:v>
                </c:pt>
                <c:pt idx="500">
                  <c:v>29.817125000000001</c:v>
                </c:pt>
                <c:pt idx="501">
                  <c:v>21.236249999999998</c:v>
                </c:pt>
                <c:pt idx="502">
                  <c:v>15.666625000000002</c:v>
                </c:pt>
                <c:pt idx="503">
                  <c:v>30.827874999999999</c:v>
                </c:pt>
                <c:pt idx="504">
                  <c:v>5.5605000000000002</c:v>
                </c:pt>
                <c:pt idx="505">
                  <c:v>42.946249999999999</c:v>
                </c:pt>
                <c:pt idx="506">
                  <c:v>12.637499999999999</c:v>
                </c:pt>
                <c:pt idx="507">
                  <c:v>37.912500000000001</c:v>
                </c:pt>
                <c:pt idx="508">
                  <c:v>22.247499999999999</c:v>
                </c:pt>
                <c:pt idx="509">
                  <c:v>28.322000000000006</c:v>
                </c:pt>
                <c:pt idx="510">
                  <c:v>41.440750000000001</c:v>
                </c:pt>
                <c:pt idx="511">
                  <c:v>12.63125</c:v>
                </c:pt>
                <c:pt idx="512">
                  <c:v>47.47</c:v>
                </c:pt>
                <c:pt idx="513">
                  <c:v>128.20650000000001</c:v>
                </c:pt>
                <c:pt idx="514">
                  <c:v>48.48</c:v>
                </c:pt>
                <c:pt idx="515">
                  <c:v>53.077500000000001</c:v>
                </c:pt>
                <c:pt idx="516">
                  <c:v>28.806375000000006</c:v>
                </c:pt>
                <c:pt idx="517">
                  <c:v>32.344000000000001</c:v>
                </c:pt>
                <c:pt idx="518">
                  <c:v>26.279500000000006</c:v>
                </c:pt>
                <c:pt idx="519">
                  <c:v>73.711749999999995</c:v>
                </c:pt>
                <c:pt idx="520">
                  <c:v>104.48325</c:v>
                </c:pt>
                <c:pt idx="521">
                  <c:v>14.1295</c:v>
                </c:pt>
                <c:pt idx="522">
                  <c:v>25.742249999999999</c:v>
                </c:pt>
                <c:pt idx="523">
                  <c:v>7.0664999999999996</c:v>
                </c:pt>
                <c:pt idx="524">
                  <c:v>17.661874999999998</c:v>
                </c:pt>
                <c:pt idx="525">
                  <c:v>9.0855000000000015</c:v>
                </c:pt>
                <c:pt idx="526">
                  <c:v>59.5015</c:v>
                </c:pt>
                <c:pt idx="527">
                  <c:v>77.635250000000013</c:v>
                </c:pt>
                <c:pt idx="528">
                  <c:v>258.86324999999994</c:v>
                </c:pt>
                <c:pt idx="529">
                  <c:v>81.003124999999997</c:v>
                </c:pt>
                <c:pt idx="530">
                  <c:v>101.178375</c:v>
                </c:pt>
                <c:pt idx="531">
                  <c:v>72.036249999999995</c:v>
                </c:pt>
                <c:pt idx="532">
                  <c:v>227.36037500000003</c:v>
                </c:pt>
                <c:pt idx="533">
                  <c:v>142.19849999999997</c:v>
                </c:pt>
                <c:pt idx="534">
                  <c:v>6.55525</c:v>
                </c:pt>
                <c:pt idx="535">
                  <c:v>33.801499999999997</c:v>
                </c:pt>
                <c:pt idx="536">
                  <c:v>27.229500000000002</c:v>
                </c:pt>
                <c:pt idx="537">
                  <c:v>14.623249999999997</c:v>
                </c:pt>
                <c:pt idx="538">
                  <c:v>42.346500000000006</c:v>
                </c:pt>
                <c:pt idx="539">
                  <c:v>63.551250000000003</c:v>
                </c:pt>
                <c:pt idx="540">
                  <c:v>25.225000000000001</c:v>
                </c:pt>
                <c:pt idx="541">
                  <c:v>68.527000000000015</c:v>
                </c:pt>
                <c:pt idx="542">
                  <c:v>18.648</c:v>
                </c:pt>
                <c:pt idx="543">
                  <c:v>18.143999999999998</c:v>
                </c:pt>
                <c:pt idx="544">
                  <c:v>56.405999999999992</c:v>
                </c:pt>
                <c:pt idx="545">
                  <c:v>11.592000000000001</c:v>
                </c:pt>
                <c:pt idx="546">
                  <c:v>45.886749999999999</c:v>
                </c:pt>
                <c:pt idx="547">
                  <c:v>56.462000000000003</c:v>
                </c:pt>
                <c:pt idx="548">
                  <c:v>40.32</c:v>
                </c:pt>
                <c:pt idx="549">
                  <c:v>29.239249999999998</c:v>
                </c:pt>
                <c:pt idx="550">
                  <c:v>20.16</c:v>
                </c:pt>
                <c:pt idx="551">
                  <c:v>13.604625</c:v>
                </c:pt>
                <c:pt idx="552">
                  <c:v>43.826250000000002</c:v>
                </c:pt>
                <c:pt idx="553">
                  <c:v>58.478499999999997</c:v>
                </c:pt>
                <c:pt idx="554">
                  <c:v>20.155000000000001</c:v>
                </c:pt>
                <c:pt idx="555">
                  <c:v>19.137749999999997</c:v>
                </c:pt>
                <c:pt idx="556">
                  <c:v>61.427</c:v>
                </c:pt>
                <c:pt idx="557">
                  <c:v>51.369749999999989</c:v>
                </c:pt>
                <c:pt idx="558">
                  <c:v>52.377000000000002</c:v>
                </c:pt>
                <c:pt idx="559">
                  <c:v>22.663125000000001</c:v>
                </c:pt>
                <c:pt idx="560">
                  <c:v>44.800374999999988</c:v>
                </c:pt>
                <c:pt idx="561">
                  <c:v>46.790624999999999</c:v>
                </c:pt>
                <c:pt idx="562">
                  <c:v>62.402999999999999</c:v>
                </c:pt>
                <c:pt idx="563">
                  <c:v>79.454250000000002</c:v>
                </c:pt>
                <c:pt idx="564">
                  <c:v>134.16749999999999</c:v>
                </c:pt>
                <c:pt idx="565">
                  <c:v>87.456750000000014</c:v>
                </c:pt>
                <c:pt idx="566">
                  <c:v>73.922624999999996</c:v>
                </c:pt>
                <c:pt idx="567">
                  <c:v>39.71725</c:v>
                </c:pt>
                <c:pt idx="568">
                  <c:v>35.704124999999998</c:v>
                </c:pt>
                <c:pt idx="569">
                  <c:v>23.640999999999998</c:v>
                </c:pt>
                <c:pt idx="570">
                  <c:v>24.653124999999999</c:v>
                </c:pt>
                <c:pt idx="571">
                  <c:v>112.7</c:v>
                </c:pt>
                <c:pt idx="572">
                  <c:v>32.216000000000001</c:v>
                </c:pt>
                <c:pt idx="573">
                  <c:v>45.303750000000001</c:v>
                </c:pt>
                <c:pt idx="574">
                  <c:v>62.465000000000003</c:v>
                </c:pt>
                <c:pt idx="575">
                  <c:v>147.70862500000001</c:v>
                </c:pt>
                <c:pt idx="576">
                  <c:v>56.994374999999998</c:v>
                </c:pt>
                <c:pt idx="577">
                  <c:v>44.911624999999994</c:v>
                </c:pt>
                <c:pt idx="578">
                  <c:v>118.05300000000003</c:v>
                </c:pt>
                <c:pt idx="579">
                  <c:v>28.252000000000006</c:v>
                </c:pt>
                <c:pt idx="580">
                  <c:v>34.827750000000002</c:v>
                </c:pt>
                <c:pt idx="581">
                  <c:v>42.914375</c:v>
                </c:pt>
                <c:pt idx="582">
                  <c:v>49.52675</c:v>
                </c:pt>
                <c:pt idx="583">
                  <c:v>37.903125000000003</c:v>
                </c:pt>
                <c:pt idx="584">
                  <c:v>21.731124999999999</c:v>
                </c:pt>
                <c:pt idx="585">
                  <c:v>54.088499999999989</c:v>
                </c:pt>
                <c:pt idx="586">
                  <c:v>80.819999999999993</c:v>
                </c:pt>
                <c:pt idx="587">
                  <c:v>84.314125000000004</c:v>
                </c:pt>
                <c:pt idx="588">
                  <c:v>31.799250000000001</c:v>
                </c:pt>
                <c:pt idx="589">
                  <c:v>59.604750000000003</c:v>
                </c:pt>
                <c:pt idx="590">
                  <c:v>30.827874999999999</c:v>
                </c:pt>
                <c:pt idx="591">
                  <c:v>32.825000000000003</c:v>
                </c:pt>
                <c:pt idx="592">
                  <c:v>20.694749999999999</c:v>
                </c:pt>
                <c:pt idx="593">
                  <c:v>29.282749999999997</c:v>
                </c:pt>
                <c:pt idx="594">
                  <c:v>28.287000000000006</c:v>
                </c:pt>
                <c:pt idx="595">
                  <c:v>21.715</c:v>
                </c:pt>
                <c:pt idx="596">
                  <c:v>75.151875000000004</c:v>
                </c:pt>
                <c:pt idx="597">
                  <c:v>14.118999999999998</c:v>
                </c:pt>
                <c:pt idx="598">
                  <c:v>19.166250000000002</c:v>
                </c:pt>
                <c:pt idx="599">
                  <c:v>37.360750000000003</c:v>
                </c:pt>
                <c:pt idx="600">
                  <c:v>36.350999999999999</c:v>
                </c:pt>
                <c:pt idx="601">
                  <c:v>29.29</c:v>
                </c:pt>
                <c:pt idx="602">
                  <c:v>66.709500000000006</c:v>
                </c:pt>
                <c:pt idx="603">
                  <c:v>78.85799999999999</c:v>
                </c:pt>
                <c:pt idx="604">
                  <c:v>69.793499999999995</c:v>
                </c:pt>
                <c:pt idx="605">
                  <c:v>148.80074999999999</c:v>
                </c:pt>
                <c:pt idx="606">
                  <c:v>102.28775000000002</c:v>
                </c:pt>
                <c:pt idx="607">
                  <c:v>58.247500000000002</c:v>
                </c:pt>
                <c:pt idx="608">
                  <c:v>52.701999999999998</c:v>
                </c:pt>
                <c:pt idx="609">
                  <c:v>77.551874999999995</c:v>
                </c:pt>
                <c:pt idx="610">
                  <c:v>64.325500000000005</c:v>
                </c:pt>
                <c:pt idx="611">
                  <c:v>56.728000000000002</c:v>
                </c:pt>
                <c:pt idx="612">
                  <c:v>48.153125000000003</c:v>
                </c:pt>
                <c:pt idx="613">
                  <c:v>47.634500000000003</c:v>
                </c:pt>
                <c:pt idx="614">
                  <c:v>36.956249999999997</c:v>
                </c:pt>
                <c:pt idx="615">
                  <c:v>76.406000000000006</c:v>
                </c:pt>
                <c:pt idx="616">
                  <c:v>68.276250000000005</c:v>
                </c:pt>
                <c:pt idx="617">
                  <c:v>72.322249999999997</c:v>
                </c:pt>
                <c:pt idx="618">
                  <c:v>61.762500000000003</c:v>
                </c:pt>
                <c:pt idx="619">
                  <c:v>43.548250000000003</c:v>
                </c:pt>
                <c:pt idx="620">
                  <c:v>45.056249999999999</c:v>
                </c:pt>
                <c:pt idx="621">
                  <c:v>65.354625000000013</c:v>
                </c:pt>
                <c:pt idx="622">
                  <c:v>27.3645</c:v>
                </c:pt>
                <c:pt idx="623">
                  <c:v>217.84875</c:v>
                </c:pt>
                <c:pt idx="624">
                  <c:v>60.765000000000001</c:v>
                </c:pt>
                <c:pt idx="625">
                  <c:v>28.342999999999996</c:v>
                </c:pt>
                <c:pt idx="626">
                  <c:v>20.245000000000001</c:v>
                </c:pt>
                <c:pt idx="627">
                  <c:v>35.926000000000002</c:v>
                </c:pt>
                <c:pt idx="628">
                  <c:v>55.167625000000001</c:v>
                </c:pt>
                <c:pt idx="629">
                  <c:v>29.861374999999999</c:v>
                </c:pt>
                <c:pt idx="630">
                  <c:v>21.252000000000002</c:v>
                </c:pt>
                <c:pt idx="631">
                  <c:v>14.1645</c:v>
                </c:pt>
                <c:pt idx="632">
                  <c:v>15.674375</c:v>
                </c:pt>
                <c:pt idx="633">
                  <c:v>36.892375000000001</c:v>
                </c:pt>
                <c:pt idx="634">
                  <c:v>8.5934999999999988</c:v>
                </c:pt>
                <c:pt idx="635">
                  <c:v>23.270250000000001</c:v>
                </c:pt>
                <c:pt idx="636">
                  <c:v>18.216000000000001</c:v>
                </c:pt>
                <c:pt idx="637">
                  <c:v>64.816000000000003</c:v>
                </c:pt>
                <c:pt idx="638">
                  <c:v>86.147499999999994</c:v>
                </c:pt>
                <c:pt idx="639">
                  <c:v>89.761125000000007</c:v>
                </c:pt>
                <c:pt idx="640">
                  <c:v>44.109000000000009</c:v>
                </c:pt>
                <c:pt idx="641">
                  <c:v>45.607500000000002</c:v>
                </c:pt>
                <c:pt idx="642">
                  <c:v>37.020125</c:v>
                </c:pt>
                <c:pt idx="643">
                  <c:v>21.299249999999997</c:v>
                </c:pt>
                <c:pt idx="644">
                  <c:v>171.06962500000003</c:v>
                </c:pt>
                <c:pt idx="645">
                  <c:v>73.551249999999996</c:v>
                </c:pt>
                <c:pt idx="646">
                  <c:v>65.419124999999994</c:v>
                </c:pt>
                <c:pt idx="647">
                  <c:v>79.092000000000013</c:v>
                </c:pt>
                <c:pt idx="648">
                  <c:v>73.044000000000011</c:v>
                </c:pt>
                <c:pt idx="649">
                  <c:v>87.29</c:v>
                </c:pt>
                <c:pt idx="650">
                  <c:v>59.377499999999998</c:v>
                </c:pt>
                <c:pt idx="651">
                  <c:v>35.034750000000003</c:v>
                </c:pt>
                <c:pt idx="652">
                  <c:v>51.295375</c:v>
                </c:pt>
                <c:pt idx="653">
                  <c:v>65.024000000000001</c:v>
                </c:pt>
                <c:pt idx="654">
                  <c:v>7.61625</c:v>
                </c:pt>
                <c:pt idx="655">
                  <c:v>107.51049999999999</c:v>
                </c:pt>
                <c:pt idx="656">
                  <c:v>53.261249999999997</c:v>
                </c:pt>
                <c:pt idx="657">
                  <c:v>108.39100000000001</c:v>
                </c:pt>
                <c:pt idx="658">
                  <c:v>62.376375000000003</c:v>
                </c:pt>
                <c:pt idx="659">
                  <c:v>9.1237499999999994</c:v>
                </c:pt>
                <c:pt idx="660">
                  <c:v>26.364000000000001</c:v>
                </c:pt>
                <c:pt idx="661">
                  <c:v>31.465</c:v>
                </c:pt>
                <c:pt idx="662">
                  <c:v>27.919374999999999</c:v>
                </c:pt>
                <c:pt idx="663">
                  <c:v>44.174250000000001</c:v>
                </c:pt>
                <c:pt idx="664">
                  <c:v>54.850499999999997</c:v>
                </c:pt>
                <c:pt idx="665">
                  <c:v>25.901624999999999</c:v>
                </c:pt>
                <c:pt idx="666">
                  <c:v>66.564374999999998</c:v>
                </c:pt>
                <c:pt idx="667">
                  <c:v>63.0075</c:v>
                </c:pt>
                <c:pt idx="668">
                  <c:v>95.574499999999986</c:v>
                </c:pt>
                <c:pt idx="669">
                  <c:v>112.83150000000002</c:v>
                </c:pt>
                <c:pt idx="670">
                  <c:v>23.390999999999998</c:v>
                </c:pt>
                <c:pt idx="671">
                  <c:v>26.454999999999998</c:v>
                </c:pt>
                <c:pt idx="672">
                  <c:v>81.928875000000005</c:v>
                </c:pt>
                <c:pt idx="673">
                  <c:v>30.517499999999998</c:v>
                </c:pt>
                <c:pt idx="674">
                  <c:v>84.919500000000014</c:v>
                </c:pt>
                <c:pt idx="675">
                  <c:v>38.15625</c:v>
                </c:pt>
                <c:pt idx="676">
                  <c:v>47.325375000000001</c:v>
                </c:pt>
                <c:pt idx="677">
                  <c:v>44.293875</c:v>
                </c:pt>
                <c:pt idx="678">
                  <c:v>59.015000000000001</c:v>
                </c:pt>
                <c:pt idx="679">
                  <c:v>115.4295</c:v>
                </c:pt>
                <c:pt idx="680">
                  <c:v>36.112374999999993</c:v>
                </c:pt>
                <c:pt idx="681">
                  <c:v>59.52375</c:v>
                </c:pt>
                <c:pt idx="682">
                  <c:v>29.500249999999994</c:v>
                </c:pt>
                <c:pt idx="683">
                  <c:v>37.628999999999998</c:v>
                </c:pt>
                <c:pt idx="684">
                  <c:v>30.517499999999998</c:v>
                </c:pt>
                <c:pt idx="685">
                  <c:v>46.307625000000002</c:v>
                </c:pt>
                <c:pt idx="686">
                  <c:v>53.901000000000003</c:v>
                </c:pt>
                <c:pt idx="687">
                  <c:v>26.435499999999994</c:v>
                </c:pt>
                <c:pt idx="688">
                  <c:v>26.442000000000004</c:v>
                </c:pt>
                <c:pt idx="689">
                  <c:v>29.485749999999999</c:v>
                </c:pt>
                <c:pt idx="690">
                  <c:v>43.211874999999999</c:v>
                </c:pt>
                <c:pt idx="691">
                  <c:v>62.499375000000001</c:v>
                </c:pt>
                <c:pt idx="692">
                  <c:v>103.07324999999999</c:v>
                </c:pt>
                <c:pt idx="693">
                  <c:v>77.762249999999995</c:v>
                </c:pt>
                <c:pt idx="694">
                  <c:v>40.131999999999998</c:v>
                </c:pt>
                <c:pt idx="695">
                  <c:v>109.62</c:v>
                </c:pt>
                <c:pt idx="696">
                  <c:v>188.92949999999999</c:v>
                </c:pt>
                <c:pt idx="697">
                  <c:v>37.582749999999997</c:v>
                </c:pt>
                <c:pt idx="698">
                  <c:v>18.800625</c:v>
                </c:pt>
                <c:pt idx="699">
                  <c:v>68.529375000000002</c:v>
                </c:pt>
                <c:pt idx="700">
                  <c:v>21.325499999999998</c:v>
                </c:pt>
                <c:pt idx="701">
                  <c:v>17.267749999999999</c:v>
                </c:pt>
                <c:pt idx="702">
                  <c:v>37.610500000000002</c:v>
                </c:pt>
                <c:pt idx="703">
                  <c:v>43.72025</c:v>
                </c:pt>
                <c:pt idx="704">
                  <c:v>83.394000000000005</c:v>
                </c:pt>
                <c:pt idx="705">
                  <c:v>105.31125</c:v>
                </c:pt>
                <c:pt idx="706">
                  <c:v>39.183374999999998</c:v>
                </c:pt>
                <c:pt idx="707">
                  <c:v>72.295749999999998</c:v>
                </c:pt>
                <c:pt idx="708">
                  <c:v>140.553</c:v>
                </c:pt>
                <c:pt idx="709">
                  <c:v>50.95</c:v>
                </c:pt>
                <c:pt idx="710">
                  <c:v>42.278125000000003</c:v>
                </c:pt>
                <c:pt idx="711">
                  <c:v>118.7135</c:v>
                </c:pt>
                <c:pt idx="712">
                  <c:v>52.491374999999998</c:v>
                </c:pt>
                <c:pt idx="713">
                  <c:v>64.754124999999988</c:v>
                </c:pt>
                <c:pt idx="714">
                  <c:v>132.6</c:v>
                </c:pt>
                <c:pt idx="715">
                  <c:v>29.58</c:v>
                </c:pt>
                <c:pt idx="716">
                  <c:v>51.535249999999998</c:v>
                </c:pt>
                <c:pt idx="717">
                  <c:v>82.680750000000003</c:v>
                </c:pt>
                <c:pt idx="718">
                  <c:v>103.58074999999998</c:v>
                </c:pt>
                <c:pt idx="719">
                  <c:v>40.29</c:v>
                </c:pt>
                <c:pt idx="720">
                  <c:v>111.63525</c:v>
                </c:pt>
                <c:pt idx="721">
                  <c:v>84.088125000000005</c:v>
                </c:pt>
                <c:pt idx="722">
                  <c:v>81.989249999999984</c:v>
                </c:pt>
                <c:pt idx="723">
                  <c:v>70.733625000000004</c:v>
                </c:pt>
                <c:pt idx="724">
                  <c:v>106.83750000000001</c:v>
                </c:pt>
                <c:pt idx="725">
                  <c:v>44.315624999999997</c:v>
                </c:pt>
                <c:pt idx="726">
                  <c:v>75.424499999999995</c:v>
                </c:pt>
                <c:pt idx="727">
                  <c:v>71.3125</c:v>
                </c:pt>
                <c:pt idx="728">
                  <c:v>64.627125000000007</c:v>
                </c:pt>
                <c:pt idx="729">
                  <c:v>67.763499999999993</c:v>
                </c:pt>
                <c:pt idx="730">
                  <c:v>41.279624999999996</c:v>
                </c:pt>
                <c:pt idx="731">
                  <c:v>47.881250000000001</c:v>
                </c:pt>
                <c:pt idx="732">
                  <c:v>8.6593750000000007</c:v>
                </c:pt>
                <c:pt idx="733">
                  <c:v>12.734375</c:v>
                </c:pt>
                <c:pt idx="734">
                  <c:v>39.741000000000007</c:v>
                </c:pt>
                <c:pt idx="735">
                  <c:v>18.856124999999999</c:v>
                </c:pt>
                <c:pt idx="736">
                  <c:v>67.270499999999998</c:v>
                </c:pt>
                <c:pt idx="737">
                  <c:v>55.59</c:v>
                </c:pt>
                <c:pt idx="738">
                  <c:v>38.25</c:v>
                </c:pt>
                <c:pt idx="739">
                  <c:v>28.539000000000001</c:v>
                </c:pt>
                <c:pt idx="740">
                  <c:v>22.933125</c:v>
                </c:pt>
                <c:pt idx="741">
                  <c:v>5.6058750000000002</c:v>
                </c:pt>
                <c:pt idx="742">
                  <c:v>43.795499999999997</c:v>
                </c:pt>
                <c:pt idx="743">
                  <c:v>158.14349999999999</c:v>
                </c:pt>
                <c:pt idx="744">
                  <c:v>82.946624999999997</c:v>
                </c:pt>
                <c:pt idx="745">
                  <c:v>50.378625</c:v>
                </c:pt>
                <c:pt idx="746">
                  <c:v>90.976750000000024</c:v>
                </c:pt>
                <c:pt idx="747">
                  <c:v>17.78875</c:v>
                </c:pt>
                <c:pt idx="748">
                  <c:v>49.312375000000003</c:v>
                </c:pt>
                <c:pt idx="749">
                  <c:v>46.262124999999997</c:v>
                </c:pt>
                <c:pt idx="750">
                  <c:v>55.344749999999991</c:v>
                </c:pt>
                <c:pt idx="751">
                  <c:v>162.16</c:v>
                </c:pt>
                <c:pt idx="752">
                  <c:v>62.821500000000007</c:v>
                </c:pt>
                <c:pt idx="753">
                  <c:v>65.861249999999998</c:v>
                </c:pt>
                <c:pt idx="754">
                  <c:v>105.50800000000002</c:v>
                </c:pt>
                <c:pt idx="755">
                  <c:v>57.305124999999997</c:v>
                </c:pt>
                <c:pt idx="756">
                  <c:v>47.197499999999998</c:v>
                </c:pt>
                <c:pt idx="757">
                  <c:v>44.649000000000001</c:v>
                </c:pt>
                <c:pt idx="758">
                  <c:v>39.5655</c:v>
                </c:pt>
                <c:pt idx="759">
                  <c:v>51.28275</c:v>
                </c:pt>
                <c:pt idx="760">
                  <c:v>13.204750000000002</c:v>
                </c:pt>
                <c:pt idx="761">
                  <c:v>52.336874999999999</c:v>
                </c:pt>
                <c:pt idx="762">
                  <c:v>42.692999999999998</c:v>
                </c:pt>
                <c:pt idx="763">
                  <c:v>34.061124999999997</c:v>
                </c:pt>
                <c:pt idx="764">
                  <c:v>10.673249999999999</c:v>
                </c:pt>
                <c:pt idx="765">
                  <c:v>26.91075</c:v>
                </c:pt>
                <c:pt idx="766">
                  <c:v>27.92625</c:v>
                </c:pt>
                <c:pt idx="767">
                  <c:v>30.949874999999995</c:v>
                </c:pt>
                <c:pt idx="768">
                  <c:v>20.812625000000004</c:v>
                </c:pt>
                <c:pt idx="769">
                  <c:v>18.278999999999996</c:v>
                </c:pt>
                <c:pt idx="770">
                  <c:v>21.335999999999999</c:v>
                </c:pt>
                <c:pt idx="771">
                  <c:v>26.428999999999998</c:v>
                </c:pt>
                <c:pt idx="772">
                  <c:v>28.984500000000004</c:v>
                </c:pt>
                <c:pt idx="773">
                  <c:v>19.318249999999999</c:v>
                </c:pt>
                <c:pt idx="774">
                  <c:v>24.904250000000001</c:v>
                </c:pt>
                <c:pt idx="775">
                  <c:v>19.318249999999999</c:v>
                </c:pt>
                <c:pt idx="776">
                  <c:v>4.5742500000000001</c:v>
                </c:pt>
                <c:pt idx="777">
                  <c:v>23.385249999999999</c:v>
                </c:pt>
                <c:pt idx="778">
                  <c:v>84.452500000000001</c:v>
                </c:pt>
                <c:pt idx="779">
                  <c:v>24.42</c:v>
                </c:pt>
                <c:pt idx="780">
                  <c:v>69.715875000000011</c:v>
                </c:pt>
                <c:pt idx="781">
                  <c:v>77.91525</c:v>
                </c:pt>
                <c:pt idx="782">
                  <c:v>98.261125000000021</c:v>
                </c:pt>
                <c:pt idx="783">
                  <c:v>29.521999999999998</c:v>
                </c:pt>
                <c:pt idx="784">
                  <c:v>53.901000000000003</c:v>
                </c:pt>
                <c:pt idx="785">
                  <c:v>39.144874999999992</c:v>
                </c:pt>
                <c:pt idx="786">
                  <c:v>75.710624999999993</c:v>
                </c:pt>
                <c:pt idx="787">
                  <c:v>39.154500000000006</c:v>
                </c:pt>
                <c:pt idx="788">
                  <c:v>68.630624999999995</c:v>
                </c:pt>
                <c:pt idx="789">
                  <c:v>30.502500000000001</c:v>
                </c:pt>
                <c:pt idx="790">
                  <c:v>35.568750000000001</c:v>
                </c:pt>
                <c:pt idx="791">
                  <c:v>39.144874999999992</c:v>
                </c:pt>
                <c:pt idx="792">
                  <c:v>36.612000000000002</c:v>
                </c:pt>
                <c:pt idx="793">
                  <c:v>73.786874999999995</c:v>
                </c:pt>
                <c:pt idx="794">
                  <c:v>24.413999999999994</c:v>
                </c:pt>
                <c:pt idx="795">
                  <c:v>10.172499999999999</c:v>
                </c:pt>
                <c:pt idx="796">
                  <c:v>15.755750000000001</c:v>
                </c:pt>
                <c:pt idx="797">
                  <c:v>25.907999999999994</c:v>
                </c:pt>
                <c:pt idx="798">
                  <c:v>71.05</c:v>
                </c:pt>
                <c:pt idx="799">
                  <c:v>53.781749999999988</c:v>
                </c:pt>
                <c:pt idx="800">
                  <c:v>30.965125000000004</c:v>
                </c:pt>
                <c:pt idx="801">
                  <c:v>20.295000000000002</c:v>
                </c:pt>
                <c:pt idx="802">
                  <c:v>13.692375</c:v>
                </c:pt>
                <c:pt idx="803">
                  <c:v>23.834874999999997</c:v>
                </c:pt>
                <c:pt idx="804">
                  <c:v>30.45</c:v>
                </c:pt>
                <c:pt idx="805">
                  <c:v>40.102375000000002</c:v>
                </c:pt>
                <c:pt idx="806">
                  <c:v>13.702500000000001</c:v>
                </c:pt>
                <c:pt idx="807">
                  <c:v>40.590000000000003</c:v>
                </c:pt>
                <c:pt idx="808">
                  <c:v>18.27</c:v>
                </c:pt>
                <c:pt idx="809">
                  <c:v>28.913250000000005</c:v>
                </c:pt>
                <c:pt idx="810">
                  <c:v>13.69575</c:v>
                </c:pt>
                <c:pt idx="811">
                  <c:v>21.294</c:v>
                </c:pt>
                <c:pt idx="812">
                  <c:v>12.684374999999999</c:v>
                </c:pt>
                <c:pt idx="813">
                  <c:v>28.42</c:v>
                </c:pt>
                <c:pt idx="814">
                  <c:v>34.002499999999998</c:v>
                </c:pt>
                <c:pt idx="815">
                  <c:v>16.747499999999999</c:v>
                </c:pt>
                <c:pt idx="816">
                  <c:v>22.318999999999999</c:v>
                </c:pt>
                <c:pt idx="817">
                  <c:v>27.411750000000001</c:v>
                </c:pt>
                <c:pt idx="818">
                  <c:v>8.6296250000000008</c:v>
                </c:pt>
                <c:pt idx="819">
                  <c:v>35.524999999999999</c:v>
                </c:pt>
                <c:pt idx="820">
                  <c:v>4.5686249999999999</c:v>
                </c:pt>
                <c:pt idx="821">
                  <c:v>12.684374999999999</c:v>
                </c:pt>
                <c:pt idx="822">
                  <c:v>34.501499999999993</c:v>
                </c:pt>
                <c:pt idx="823">
                  <c:v>18.265499999999999</c:v>
                </c:pt>
                <c:pt idx="824">
                  <c:v>9.6448750000000008</c:v>
                </c:pt>
                <c:pt idx="825">
                  <c:v>9.1349999999999998</c:v>
                </c:pt>
                <c:pt idx="826">
                  <c:v>58.812000000000012</c:v>
                </c:pt>
                <c:pt idx="827">
                  <c:v>160.13300000000001</c:v>
                </c:pt>
                <c:pt idx="828">
                  <c:v>33.420750000000005</c:v>
                </c:pt>
                <c:pt idx="829">
                  <c:v>155.96350000000001</c:v>
                </c:pt>
                <c:pt idx="830">
                  <c:v>39.468000000000004</c:v>
                </c:pt>
                <c:pt idx="831">
                  <c:v>42.999375000000001</c:v>
                </c:pt>
                <c:pt idx="832">
                  <c:v>22.274999999999999</c:v>
                </c:pt>
                <c:pt idx="833">
                  <c:v>93.748750000000001</c:v>
                </c:pt>
                <c:pt idx="834">
                  <c:v>28.377999999999997</c:v>
                </c:pt>
                <c:pt idx="835">
                  <c:v>37.499499999999998</c:v>
                </c:pt>
                <c:pt idx="836">
                  <c:v>28.364000000000001</c:v>
                </c:pt>
                <c:pt idx="837">
                  <c:v>17.731874999999999</c:v>
                </c:pt>
                <c:pt idx="838">
                  <c:v>21.768750000000001</c:v>
                </c:pt>
                <c:pt idx="839">
                  <c:v>45.551250000000003</c:v>
                </c:pt>
                <c:pt idx="840">
                  <c:v>37.453249999999997</c:v>
                </c:pt>
                <c:pt idx="841">
                  <c:v>12.15</c:v>
                </c:pt>
                <c:pt idx="842">
                  <c:v>32.423999999999999</c:v>
                </c:pt>
                <c:pt idx="843">
                  <c:v>35.472499999999997</c:v>
                </c:pt>
                <c:pt idx="844">
                  <c:v>87.624499999999983</c:v>
                </c:pt>
                <c:pt idx="845">
                  <c:v>79.618624999999994</c:v>
                </c:pt>
                <c:pt idx="846">
                  <c:v>44.130749999999999</c:v>
                </c:pt>
                <c:pt idx="847">
                  <c:v>23.322000000000006</c:v>
                </c:pt>
                <c:pt idx="848">
                  <c:v>22.803750000000001</c:v>
                </c:pt>
                <c:pt idx="849">
                  <c:v>14.695749999999997</c:v>
                </c:pt>
                <c:pt idx="850">
                  <c:v>10.130000000000001</c:v>
                </c:pt>
                <c:pt idx="851">
                  <c:v>31.379750000000001</c:v>
                </c:pt>
                <c:pt idx="852">
                  <c:v>49.612499999999997</c:v>
                </c:pt>
                <c:pt idx="853">
                  <c:v>21.774125000000002</c:v>
                </c:pt>
                <c:pt idx="854">
                  <c:v>14.182</c:v>
                </c:pt>
                <c:pt idx="855">
                  <c:v>12.156000000000001</c:v>
                </c:pt>
                <c:pt idx="856">
                  <c:v>14.684875000000002</c:v>
                </c:pt>
                <c:pt idx="857">
                  <c:v>14.171499999999998</c:v>
                </c:pt>
                <c:pt idx="858">
                  <c:v>30.375</c:v>
                </c:pt>
                <c:pt idx="859">
                  <c:v>26.337999999999994</c:v>
                </c:pt>
                <c:pt idx="860">
                  <c:v>17.727499999999999</c:v>
                </c:pt>
                <c:pt idx="861">
                  <c:v>10.633875</c:v>
                </c:pt>
                <c:pt idx="862">
                  <c:v>28.342999999999996</c:v>
                </c:pt>
                <c:pt idx="863">
                  <c:v>27.324000000000002</c:v>
                </c:pt>
                <c:pt idx="864">
                  <c:v>12.141</c:v>
                </c:pt>
                <c:pt idx="865">
                  <c:v>22.758749999999999</c:v>
                </c:pt>
                <c:pt idx="866">
                  <c:v>84.418499999999995</c:v>
                </c:pt>
                <c:pt idx="867">
                  <c:v>18.202500000000001</c:v>
                </c:pt>
                <c:pt idx="868">
                  <c:v>15.67825</c:v>
                </c:pt>
                <c:pt idx="869">
                  <c:v>14.1645</c:v>
                </c:pt>
                <c:pt idx="870">
                  <c:v>13.15925</c:v>
                </c:pt>
                <c:pt idx="871">
                  <c:v>33.927124999999997</c:v>
                </c:pt>
                <c:pt idx="872">
                  <c:v>13.1625</c:v>
                </c:pt>
                <c:pt idx="873">
                  <c:v>24.293999999999997</c:v>
                </c:pt>
                <c:pt idx="874">
                  <c:v>40.986000000000004</c:v>
                </c:pt>
                <c:pt idx="875">
                  <c:v>49.094124999999991</c:v>
                </c:pt>
                <c:pt idx="876">
                  <c:v>12.646875</c:v>
                </c:pt>
                <c:pt idx="877">
                  <c:v>26.312000000000005</c:v>
                </c:pt>
                <c:pt idx="878">
                  <c:v>18.216000000000001</c:v>
                </c:pt>
                <c:pt idx="879">
                  <c:v>9.1102500000000006</c:v>
                </c:pt>
                <c:pt idx="880">
                  <c:v>21.763375</c:v>
                </c:pt>
                <c:pt idx="881">
                  <c:v>18.229500000000002</c:v>
                </c:pt>
                <c:pt idx="882">
                  <c:v>40.520000000000003</c:v>
                </c:pt>
                <c:pt idx="883">
                  <c:v>46.102874999999997</c:v>
                </c:pt>
                <c:pt idx="884">
                  <c:v>39.029375000000002</c:v>
                </c:pt>
                <c:pt idx="885">
                  <c:v>59.826000000000001</c:v>
                </c:pt>
                <c:pt idx="886">
                  <c:v>34.991624999999999</c:v>
                </c:pt>
                <c:pt idx="887">
                  <c:v>20.285</c:v>
                </c:pt>
                <c:pt idx="888">
                  <c:v>45.111874999999998</c:v>
                </c:pt>
                <c:pt idx="889">
                  <c:v>24.824625000000001</c:v>
                </c:pt>
                <c:pt idx="890">
                  <c:v>42.588000000000001</c:v>
                </c:pt>
                <c:pt idx="891">
                  <c:v>13.1755</c:v>
                </c:pt>
                <c:pt idx="892">
                  <c:v>45.596249999999998</c:v>
                </c:pt>
                <c:pt idx="893">
                  <c:v>7.0910000000000002</c:v>
                </c:pt>
                <c:pt idx="894">
                  <c:v>25.831499999999998</c:v>
                </c:pt>
                <c:pt idx="895">
                  <c:v>16.212</c:v>
                </c:pt>
                <c:pt idx="896">
                  <c:v>25.818750000000001</c:v>
                </c:pt>
                <c:pt idx="897">
                  <c:v>21.267749999999999</c:v>
                </c:pt>
                <c:pt idx="898">
                  <c:v>79.481250000000003</c:v>
                </c:pt>
                <c:pt idx="899">
                  <c:v>15.19125</c:v>
                </c:pt>
                <c:pt idx="900">
                  <c:v>16.196000000000002</c:v>
                </c:pt>
                <c:pt idx="901">
                  <c:v>23.782000000000004</c:v>
                </c:pt>
                <c:pt idx="902">
                  <c:v>112.78225</c:v>
                </c:pt>
                <c:pt idx="903">
                  <c:v>16.187999999999999</c:v>
                </c:pt>
                <c:pt idx="904">
                  <c:v>8.6020000000000003</c:v>
                </c:pt>
                <c:pt idx="905">
                  <c:v>33.404249999999998</c:v>
                </c:pt>
                <c:pt idx="906">
                  <c:v>58.725000000000001</c:v>
                </c:pt>
                <c:pt idx="907">
                  <c:v>16.714500000000001</c:v>
                </c:pt>
                <c:pt idx="908">
                  <c:v>23.805499999999995</c:v>
                </c:pt>
                <c:pt idx="909">
                  <c:v>18.233999999999998</c:v>
                </c:pt>
                <c:pt idx="910">
                  <c:v>#N/A</c:v>
                </c:pt>
                <c:pt idx="911">
                  <c:v>#N/A</c:v>
                </c:pt>
                <c:pt idx="912">
                  <c:v>6.5844999999999985</c:v>
                </c:pt>
                <c:pt idx="913">
                  <c:v>22.291499999999999</c:v>
                </c:pt>
                <c:pt idx="914">
                  <c:v>54.249000000000009</c:v>
                </c:pt>
                <c:pt idx="915">
                  <c:v>26.884250000000002</c:v>
                </c:pt>
                <c:pt idx="916">
                  <c:v>25.356249999999999</c:v>
                </c:pt>
                <c:pt idx="917">
                  <c:v>11.661000000000003</c:v>
                </c:pt>
                <c:pt idx="918">
                  <c:v>35.988124999999997</c:v>
                </c:pt>
                <c:pt idx="919">
                  <c:v>35.446249999999999</c:v>
                </c:pt>
                <c:pt idx="920">
                  <c:v>43.558999999999997</c:v>
                </c:pt>
                <c:pt idx="921">
                  <c:v>19.247</c:v>
                </c:pt>
                <c:pt idx="922">
                  <c:v>15.697625</c:v>
                </c:pt>
                <c:pt idx="923">
                  <c:v>19.256499999999999</c:v>
                </c:pt>
                <c:pt idx="924">
                  <c:v>22.297000000000001</c:v>
                </c:pt>
                <c:pt idx="925">
                  <c:v>20.254999999999999</c:v>
                </c:pt>
                <c:pt idx="926">
                  <c:v>21.278250000000003</c:v>
                </c:pt>
                <c:pt idx="927">
                  <c:v>12.665625</c:v>
                </c:pt>
                <c:pt idx="928">
                  <c:v>6.5861250000000009</c:v>
                </c:pt>
                <c:pt idx="929">
                  <c:v>22.2805</c:v>
                </c:pt>
                <c:pt idx="930">
                  <c:v>128.99812499999999</c:v>
                </c:pt>
                <c:pt idx="931">
                  <c:v>22.263999999999999</c:v>
                </c:pt>
                <c:pt idx="932">
                  <c:v>35.4375</c:v>
                </c:pt>
                <c:pt idx="933">
                  <c:v>#N/A</c:v>
                </c:pt>
                <c:pt idx="934">
                  <c:v>#N/A</c:v>
                </c:pt>
                <c:pt idx="935">
                  <c:v>25.293749999999999</c:v>
                </c:pt>
                <c:pt idx="936">
                  <c:v>41.977250000000005</c:v>
                </c:pt>
                <c:pt idx="937">
                  <c:v>62.268749999999997</c:v>
                </c:pt>
                <c:pt idx="938">
                  <c:v>15.689875000000001</c:v>
                </c:pt>
                <c:pt idx="939">
                  <c:v>21.763375</c:v>
                </c:pt>
                <c:pt idx="940">
                  <c:v>10.628625</c:v>
                </c:pt>
                <c:pt idx="941">
                  <c:v>21.757999999999999</c:v>
                </c:pt>
                <c:pt idx="942">
                  <c:v>11.129250000000001</c:v>
                </c:pt>
                <c:pt idx="943">
                  <c:v>23.270250000000001</c:v>
                </c:pt>
                <c:pt idx="944">
                  <c:v>#N/A</c:v>
                </c:pt>
                <c:pt idx="945">
                  <c:v>#N/A</c:v>
                </c:pt>
                <c:pt idx="946">
                  <c:v>21.741875</c:v>
                </c:pt>
                <c:pt idx="947">
                  <c:v>29.831875</c:v>
                </c:pt>
                <c:pt idx="948">
                  <c:v>32.865625000000001</c:v>
                </c:pt>
                <c:pt idx="949">
                  <c:v>21.231000000000002</c:v>
                </c:pt>
                <c:pt idx="950">
                  <c:v>14.663125000000001</c:v>
                </c:pt>
                <c:pt idx="951">
                  <c:v>71.816500000000005</c:v>
                </c:pt>
                <c:pt idx="952">
                  <c:v>7.0769999999999991</c:v>
                </c:pt>
                <c:pt idx="953">
                  <c:v>7.5843749999999996</c:v>
                </c:pt>
                <c:pt idx="954">
                  <c:v>21.731124999999999</c:v>
                </c:pt>
                <c:pt idx="955">
                  <c:v>76.779000000000011</c:v>
                </c:pt>
                <c:pt idx="956">
                  <c:v>62.604500000000002</c:v>
                </c:pt>
                <c:pt idx="957">
                  <c:v>43.935000000000002</c:v>
                </c:pt>
                <c:pt idx="958">
                  <c:v>30.2925</c:v>
                </c:pt>
                <c:pt idx="959">
                  <c:v>57.541500000000006</c:v>
                </c:pt>
                <c:pt idx="960">
                  <c:v>47.963124999999998</c:v>
                </c:pt>
                <c:pt idx="961">
                  <c:v>78.819000000000003</c:v>
                </c:pt>
                <c:pt idx="962">
                  <c:v>33.354750000000003</c:v>
                </c:pt>
                <c:pt idx="963">
                  <c:v>62.130375000000001</c:v>
                </c:pt>
                <c:pt idx="964">
                  <c:v>6.0629999999999997</c:v>
                </c:pt>
                <c:pt idx="965">
                  <c:v>20.21</c:v>
                </c:pt>
                <c:pt idx="966">
                  <c:v>41.440750000000001</c:v>
                </c:pt>
                <c:pt idx="967">
                  <c:v>13.143000000000001</c:v>
                </c:pt>
                <c:pt idx="968">
                  <c:v>70.316624999999988</c:v>
                </c:pt>
                <c:pt idx="969">
                  <c:v>28.315000000000001</c:v>
                </c:pt>
                <c:pt idx="970">
                  <c:v>49.563499999999998</c:v>
                </c:pt>
                <c:pt idx="971">
                  <c:v>69.270624999999995</c:v>
                </c:pt>
                <c:pt idx="972">
                  <c:v>5.5618749999999997</c:v>
                </c:pt>
                <c:pt idx="973">
                  <c:v>14.157500000000001</c:v>
                </c:pt>
                <c:pt idx="974">
                  <c:v>24.288</c:v>
                </c:pt>
                <c:pt idx="975">
                  <c:v>30.352499999999999</c:v>
                </c:pt>
                <c:pt idx="976">
                  <c:v>17.696874999999999</c:v>
                </c:pt>
                <c:pt idx="977">
                  <c:v>32.36</c:v>
                </c:pt>
                <c:pt idx="978">
                  <c:v>23.758500000000002</c:v>
                </c:pt>
                <c:pt idx="979">
                  <c:v>43.451500000000003</c:v>
                </c:pt>
                <c:pt idx="980">
                  <c:v>128.27000000000001</c:v>
                </c:pt>
                <c:pt idx="981">
                  <c:v>26.771625000000004</c:v>
                </c:pt>
                <c:pt idx="982">
                  <c:v>28.307999999999996</c:v>
                </c:pt>
                <c:pt idx="983">
                  <c:v>4.0430000000000001</c:v>
                </c:pt>
                <c:pt idx="984">
                  <c:v>23.746749999999995</c:v>
                </c:pt>
                <c:pt idx="985">
                  <c:v>8.0860000000000003</c:v>
                </c:pt>
                <c:pt idx="986">
                  <c:v>6.5698750000000015</c:v>
                </c:pt>
                <c:pt idx="987">
                  <c:v>17.68375</c:v>
                </c:pt>
                <c:pt idx="988">
                  <c:v>6.0644999999999998</c:v>
                </c:pt>
                <c:pt idx="989">
                  <c:v>7.5824999999999996</c:v>
                </c:pt>
                <c:pt idx="990">
                  <c:v>2.526875</c:v>
                </c:pt>
                <c:pt idx="991">
                  <c:v>40.450000000000003</c:v>
                </c:pt>
                <c:pt idx="992">
                  <c:v>#N/A</c:v>
                </c:pt>
                <c:pt idx="993">
                  <c:v>#N/A</c:v>
                </c:pt>
                <c:pt idx="994">
                  <c:v>53.038125000000001</c:v>
                </c:pt>
                <c:pt idx="995">
                  <c:v>11.11825</c:v>
                </c:pt>
                <c:pt idx="996">
                  <c:v>6.5666250000000002</c:v>
                </c:pt>
                <c:pt idx="997">
                  <c:v>18.680375000000002</c:v>
                </c:pt>
                <c:pt idx="998">
                  <c:v>21.704249999999998</c:v>
                </c:pt>
                <c:pt idx="999">
                  <c:v>36.84675</c:v>
                </c:pt>
                <c:pt idx="1000">
                  <c:v>45.920875000000002</c:v>
                </c:pt>
                <c:pt idx="1001">
                  <c:v>33.305250000000001</c:v>
                </c:pt>
                <c:pt idx="1002">
                  <c:v>22.719374999999999</c:v>
                </c:pt>
                <c:pt idx="1003">
                  <c:v>28.265999999999998</c:v>
                </c:pt>
                <c:pt idx="1004">
                  <c:v>15.647250000000003</c:v>
                </c:pt>
                <c:pt idx="1005">
                  <c:v>27.754375</c:v>
                </c:pt>
                <c:pt idx="1006">
                  <c:v>51.433499999999988</c:v>
                </c:pt>
                <c:pt idx="1007">
                  <c:v>30.27</c:v>
                </c:pt>
                <c:pt idx="1008">
                  <c:v>30.766874999999999</c:v>
                </c:pt>
                <c:pt idx="1009">
                  <c:v>37.809375000000003</c:v>
                </c:pt>
                <c:pt idx="1010">
                  <c:v>76.645999999999987</c:v>
                </c:pt>
                <c:pt idx="1011">
                  <c:v>29.758125</c:v>
                </c:pt>
                <c:pt idx="1012">
                  <c:v>83.726249999999993</c:v>
                </c:pt>
                <c:pt idx="1013">
                  <c:v>12.609375</c:v>
                </c:pt>
                <c:pt idx="1014">
                  <c:v>45.898125</c:v>
                </c:pt>
                <c:pt idx="1015">
                  <c:v>25.21875</c:v>
                </c:pt>
                <c:pt idx="1016">
                  <c:v>16.644375</c:v>
                </c:pt>
                <c:pt idx="1017">
                  <c:v>22.68</c:v>
                </c:pt>
                <c:pt idx="1018">
                  <c:v>34.271999999999998</c:v>
                </c:pt>
                <c:pt idx="1019">
                  <c:v>29.736000000000001</c:v>
                </c:pt>
                <c:pt idx="1020">
                  <c:v>30.759249999999994</c:v>
                </c:pt>
                <c:pt idx="1021">
                  <c:v>66.105874999999997</c:v>
                </c:pt>
                <c:pt idx="1022">
                  <c:v>51.45900000000001</c:v>
                </c:pt>
                <c:pt idx="1023">
                  <c:v>40.35</c:v>
                </c:pt>
                <c:pt idx="1024">
                  <c:v>16.644375</c:v>
                </c:pt>
                <c:pt idx="1025">
                  <c:v>28.749375000000001</c:v>
                </c:pt>
                <c:pt idx="1026">
                  <c:v>42.893124999999998</c:v>
                </c:pt>
                <c:pt idx="1027">
                  <c:v>47.47</c:v>
                </c:pt>
                <c:pt idx="1028">
                  <c:v>60.63</c:v>
                </c:pt>
                <c:pt idx="1029">
                  <c:v>42.430500000000002</c:v>
                </c:pt>
                <c:pt idx="1030">
                  <c:v>49.47775</c:v>
                </c:pt>
                <c:pt idx="1031">
                  <c:v>11.612124999999997</c:v>
                </c:pt>
                <c:pt idx="1032">
                  <c:v>29.282749999999997</c:v>
                </c:pt>
                <c:pt idx="1033">
                  <c:v>28.259</c:v>
                </c:pt>
                <c:pt idx="1034">
                  <c:v>45.886749999999999</c:v>
                </c:pt>
                <c:pt idx="1035">
                  <c:v>44.922750000000008</c:v>
                </c:pt>
                <c:pt idx="1036">
                  <c:v>11.606375</c:v>
                </c:pt>
                <c:pt idx="1037">
                  <c:v>9.0809999999999995</c:v>
                </c:pt>
                <c:pt idx="1038">
                  <c:v>6.5585000000000004</c:v>
                </c:pt>
                <c:pt idx="1039">
                  <c:v>7.0630000000000015</c:v>
                </c:pt>
                <c:pt idx="1040">
                  <c:v>22.198</c:v>
                </c:pt>
                <c:pt idx="1041">
                  <c:v>7.0630000000000015</c:v>
                </c:pt>
                <c:pt idx="1042">
                  <c:v>4.5393749999999997</c:v>
                </c:pt>
                <c:pt idx="1043">
                  <c:v>156.70512500000001</c:v>
                </c:pt>
                <c:pt idx="1044">
                  <c:v>20.16</c:v>
                </c:pt>
                <c:pt idx="1045">
                  <c:v>33.264000000000003</c:v>
                </c:pt>
                <c:pt idx="1046">
                  <c:v>32.776249999999997</c:v>
                </c:pt>
                <c:pt idx="1047">
                  <c:v>6.0525000000000002</c:v>
                </c:pt>
                <c:pt idx="1048">
                  <c:v>16.135999999999999</c:v>
                </c:pt>
                <c:pt idx="1049">
                  <c:v>23.699750000000002</c:v>
                </c:pt>
                <c:pt idx="1050">
                  <c:v>36.792000000000002</c:v>
                </c:pt>
                <c:pt idx="1051">
                  <c:v>17.140250000000002</c:v>
                </c:pt>
                <c:pt idx="1052">
                  <c:v>21.682749999999999</c:v>
                </c:pt>
                <c:pt idx="1053">
                  <c:v>85.239374999999995</c:v>
                </c:pt>
                <c:pt idx="1054">
                  <c:v>9.5760000000000005</c:v>
                </c:pt>
                <c:pt idx="1055">
                  <c:v>19.156749999999999</c:v>
                </c:pt>
                <c:pt idx="1056">
                  <c:v>11.093500000000001</c:v>
                </c:pt>
                <c:pt idx="1057">
                  <c:v>32.792499999999997</c:v>
                </c:pt>
                <c:pt idx="1058">
                  <c:v>#N/A</c:v>
                </c:pt>
                <c:pt idx="1059">
                  <c:v>#N/A</c:v>
                </c:pt>
                <c:pt idx="1060">
                  <c:v>18.675750000000001</c:v>
                </c:pt>
                <c:pt idx="1061">
                  <c:v>73.224999999999994</c:v>
                </c:pt>
                <c:pt idx="1062">
                  <c:v>36.883249999999997</c:v>
                </c:pt>
                <c:pt idx="1063">
                  <c:v>28.294</c:v>
                </c:pt>
                <c:pt idx="1064">
                  <c:v>43.945875000000008</c:v>
                </c:pt>
                <c:pt idx="1065">
                  <c:v>31.294500000000006</c:v>
                </c:pt>
                <c:pt idx="1066">
                  <c:v>26.765000000000001</c:v>
                </c:pt>
                <c:pt idx="1067">
                  <c:v>5.5563750000000001</c:v>
                </c:pt>
                <c:pt idx="1068">
                  <c:v>29.780249999999999</c:v>
                </c:pt>
                <c:pt idx="1069">
                  <c:v>42.430500000000002</c:v>
                </c:pt>
                <c:pt idx="1070">
                  <c:v>30.805</c:v>
                </c:pt>
                <c:pt idx="1071">
                  <c:v>24.228000000000002</c:v>
                </c:pt>
                <c:pt idx="1072">
                  <c:v>#N/A</c:v>
                </c:pt>
                <c:pt idx="1073">
                  <c:v>#N/A</c:v>
                </c:pt>
                <c:pt idx="1074">
                  <c:v>12.621874999999999</c:v>
                </c:pt>
                <c:pt idx="1075">
                  <c:v>16.155999999999999</c:v>
                </c:pt>
                <c:pt idx="1076">
                  <c:v>43.935000000000002</c:v>
                </c:pt>
                <c:pt idx="1077">
                  <c:v>10.605</c:v>
                </c:pt>
                <c:pt idx="1078">
                  <c:v>2.02</c:v>
                </c:pt>
                <c:pt idx="1079">
                  <c:v>48.948625</c:v>
                </c:pt>
                <c:pt idx="1080">
                  <c:v>94.822500000000005</c:v>
                </c:pt>
                <c:pt idx="1081">
                  <c:v>22.209</c:v>
                </c:pt>
                <c:pt idx="1082">
                  <c:v>26.234000000000002</c:v>
                </c:pt>
                <c:pt idx="1083">
                  <c:v>11.09625</c:v>
                </c:pt>
                <c:pt idx="1084">
                  <c:v>37.818750000000001</c:v>
                </c:pt>
                <c:pt idx="1085">
                  <c:v>13.618124999999999</c:v>
                </c:pt>
                <c:pt idx="1086">
                  <c:v>#N/A</c:v>
                </c:pt>
                <c:pt idx="1087">
                  <c:v>#N/A</c:v>
                </c:pt>
                <c:pt idx="1088">
                  <c:v>3.5306250000000001</c:v>
                </c:pt>
                <c:pt idx="1089">
                  <c:v>30.254999999999999</c:v>
                </c:pt>
                <c:pt idx="1090">
                  <c:v>#N/A</c:v>
                </c:pt>
                <c:pt idx="1091">
                  <c:v>#N/A</c:v>
                </c:pt>
                <c:pt idx="1092">
                  <c:v>28.237999999999996</c:v>
                </c:pt>
                <c:pt idx="1093">
                  <c:v>13.1105</c:v>
                </c:pt>
                <c:pt idx="1094">
                  <c:v>1.00875</c:v>
                </c:pt>
                <c:pt idx="1095">
                  <c:v>25.723125</c:v>
                </c:pt>
                <c:pt idx="1096">
                  <c:v>9.5855000000000015</c:v>
                </c:pt>
                <c:pt idx="1097">
                  <c:v>26.247000000000003</c:v>
                </c:pt>
                <c:pt idx="1098">
                  <c:v>86.376374999999996</c:v>
                </c:pt>
                <c:pt idx="1099">
                  <c:v>32.295999999999999</c:v>
                </c:pt>
                <c:pt idx="1100">
                  <c:v>35.846124999999994</c:v>
                </c:pt>
                <c:pt idx="1101">
                  <c:v>37.360750000000003</c:v>
                </c:pt>
                <c:pt idx="1102">
                  <c:v>84.84</c:v>
                </c:pt>
                <c:pt idx="1103">
                  <c:v>39.895000000000003</c:v>
                </c:pt>
                <c:pt idx="1104">
                  <c:v>#N/A</c:v>
                </c:pt>
                <c:pt idx="1105">
                  <c:v>#N/A</c:v>
                </c:pt>
                <c:pt idx="1106">
                  <c:v>8.0820000000000007</c:v>
                </c:pt>
                <c:pt idx="1107">
                  <c:v>9.5973750000000013</c:v>
                </c:pt>
                <c:pt idx="1108">
                  <c:v>27.27</c:v>
                </c:pt>
                <c:pt idx="1109">
                  <c:v>14.143500000000003</c:v>
                </c:pt>
                <c:pt idx="1110">
                  <c:v>100.95</c:v>
                </c:pt>
                <c:pt idx="1111">
                  <c:v>28.245000000000001</c:v>
                </c:pt>
                <c:pt idx="1112">
                  <c:v>67.098500000000001</c:v>
                </c:pt>
                <c:pt idx="1113">
                  <c:v>11.603500000000002</c:v>
                </c:pt>
                <c:pt idx="1114">
                  <c:v>17.661874999999998</c:v>
                </c:pt>
                <c:pt idx="1115">
                  <c:v>16.143999999999998</c:v>
                </c:pt>
                <c:pt idx="1116">
                  <c:v>3.5315000000000007</c:v>
                </c:pt>
                <c:pt idx="1117">
                  <c:v>5.0462499999999997</c:v>
                </c:pt>
                <c:pt idx="1118">
                  <c:v>11.1045</c:v>
                </c:pt>
                <c:pt idx="1119">
                  <c:v>3.5341249999999995</c:v>
                </c:pt>
                <c:pt idx="1120">
                  <c:v>#N/A</c:v>
                </c:pt>
                <c:pt idx="1121">
                  <c:v>#N/A</c:v>
                </c:pt>
                <c:pt idx="1122">
                  <c:v>24.751124999999998</c:v>
                </c:pt>
                <c:pt idx="1123">
                  <c:v>9.5997500000000002</c:v>
                </c:pt>
                <c:pt idx="1124">
                  <c:v>156.6275</c:v>
                </c:pt>
                <c:pt idx="1125">
                  <c:v>13.6485</c:v>
                </c:pt>
                <c:pt idx="1126">
                  <c:v>25.287500000000001</c:v>
                </c:pt>
                <c:pt idx="1127">
                  <c:v>47.023125</c:v>
                </c:pt>
                <c:pt idx="1128">
                  <c:v>78.955499999999986</c:v>
                </c:pt>
                <c:pt idx="1129">
                  <c:v>34.408000000000001</c:v>
                </c:pt>
                <c:pt idx="1130">
                  <c:v>43.020625000000003</c:v>
                </c:pt>
                <c:pt idx="1131">
                  <c:v>34.905374999999999</c:v>
                </c:pt>
                <c:pt idx="1132">
                  <c:v>20.735750000000003</c:v>
                </c:pt>
                <c:pt idx="1133">
                  <c:v>15.67825</c:v>
                </c:pt>
                <c:pt idx="1134">
                  <c:v>16.18</c:v>
                </c:pt>
                <c:pt idx="1135">
                  <c:v>38.427500000000002</c:v>
                </c:pt>
                <c:pt idx="1136">
                  <c:v>9.6068750000000005</c:v>
                </c:pt>
                <c:pt idx="1137">
                  <c:v>8.5934999999999988</c:v>
                </c:pt>
                <c:pt idx="1138">
                  <c:v>9.1012500000000003</c:v>
                </c:pt>
                <c:pt idx="1139">
                  <c:v>20.725499999999997</c:v>
                </c:pt>
                <c:pt idx="1140">
                  <c:v>9.6068750000000005</c:v>
                </c:pt>
                <c:pt idx="1141">
                  <c:v>10.11</c:v>
                </c:pt>
                <c:pt idx="1142">
                  <c:v>51.612000000000002</c:v>
                </c:pt>
                <c:pt idx="1143">
                  <c:v>35.934874999999998</c:v>
                </c:pt>
                <c:pt idx="1144">
                  <c:v>36.432000000000002</c:v>
                </c:pt>
                <c:pt idx="1145">
                  <c:v>18.216000000000001</c:v>
                </c:pt>
                <c:pt idx="1146">
                  <c:v>25.3125</c:v>
                </c:pt>
                <c:pt idx="1147">
                  <c:v>271.044375</c:v>
                </c:pt>
                <c:pt idx="1148">
                  <c:v>25.331250000000001</c:v>
                </c:pt>
                <c:pt idx="1149">
                  <c:v>25.825125000000003</c:v>
                </c:pt>
                <c:pt idx="1150">
                  <c:v>14.178500000000003</c:v>
                </c:pt>
                <c:pt idx="1151">
                  <c:v>39.010125000000002</c:v>
                </c:pt>
                <c:pt idx="1152">
                  <c:v>13.168999999999997</c:v>
                </c:pt>
                <c:pt idx="1153">
                  <c:v>10.636499999999998</c:v>
                </c:pt>
                <c:pt idx="1154">
                  <c:v>34.948500000000003</c:v>
                </c:pt>
                <c:pt idx="1155">
                  <c:v>63.787500000000001</c:v>
                </c:pt>
                <c:pt idx="1156">
                  <c:v>30.3675</c:v>
                </c:pt>
                <c:pt idx="1157">
                  <c:v>23.276</c:v>
                </c:pt>
                <c:pt idx="1158">
                  <c:v>22.7925</c:v>
                </c:pt>
                <c:pt idx="1159">
                  <c:v>#N/A</c:v>
                </c:pt>
                <c:pt idx="1160">
                  <c:v>#N/A</c:v>
                </c:pt>
                <c:pt idx="1161">
                  <c:v>#N/A</c:v>
                </c:pt>
                <c:pt idx="1162">
                  <c:v>8.6062499999999993</c:v>
                </c:pt>
                <c:pt idx="1163">
                  <c:v>20.245000000000001</c:v>
                </c:pt>
                <c:pt idx="1164">
                  <c:v>19.242250000000002</c:v>
                </c:pt>
                <c:pt idx="1165">
                  <c:v>32.4</c:v>
                </c:pt>
                <c:pt idx="1166">
                  <c:v>#N/A</c:v>
                </c:pt>
                <c:pt idx="1167">
                  <c:v>#N/A</c:v>
                </c:pt>
                <c:pt idx="1168">
                  <c:v>11.652374999999999</c:v>
                </c:pt>
                <c:pt idx="1169">
                  <c:v>25.837875</c:v>
                </c:pt>
                <c:pt idx="1170">
                  <c:v>11.652374999999999</c:v>
                </c:pt>
                <c:pt idx="1171">
                  <c:v>32.938749999999999</c:v>
                </c:pt>
                <c:pt idx="1172">
                  <c:v>24.824625000000001</c:v>
                </c:pt>
                <c:pt idx="1173">
                  <c:v>32.408000000000001</c:v>
                </c:pt>
                <c:pt idx="1174">
                  <c:v>17.714375</c:v>
                </c:pt>
                <c:pt idx="1175">
                  <c:v>26.831250000000001</c:v>
                </c:pt>
                <c:pt idx="1176">
                  <c:v>31.379750000000001</c:v>
                </c:pt>
                <c:pt idx="1177">
                  <c:v>51.093375000000002</c:v>
                </c:pt>
                <c:pt idx="1178">
                  <c:v>47.046374999999998</c:v>
                </c:pt>
                <c:pt idx="1179">
                  <c:v>20.730625</c:v>
                </c:pt>
                <c:pt idx="1180">
                  <c:v>59.172750000000008</c:v>
                </c:pt>
                <c:pt idx="1181">
                  <c:v>109.61212500000002</c:v>
                </c:pt>
                <c:pt idx="1182">
                  <c:v>209.730625</c:v>
                </c:pt>
                <c:pt idx="1183">
                  <c:v>46.505999999999993</c:v>
                </c:pt>
                <c:pt idx="1184">
                  <c:v>63.203125</c:v>
                </c:pt>
                <c:pt idx="1185">
                  <c:v>20.730625</c:v>
                </c:pt>
                <c:pt idx="1186">
                  <c:v>45.472499999999997</c:v>
                </c:pt>
                <c:pt idx="1187">
                  <c:v>40.945499999999996</c:v>
                </c:pt>
                <c:pt idx="1188">
                  <c:v>26.77825</c:v>
                </c:pt>
                <c:pt idx="1189">
                  <c:v>33.354750000000003</c:v>
                </c:pt>
                <c:pt idx="1190">
                  <c:v>59.59</c:v>
                </c:pt>
                <c:pt idx="1191">
                  <c:v>17.1785</c:v>
                </c:pt>
                <c:pt idx="1192">
                  <c:v>52.559000000000012</c:v>
                </c:pt>
                <c:pt idx="1193">
                  <c:v>15.164999999999999</c:v>
                </c:pt>
                <c:pt idx="1194">
                  <c:v>46.999875000000003</c:v>
                </c:pt>
                <c:pt idx="1195">
                  <c:v>23.758500000000002</c:v>
                </c:pt>
                <c:pt idx="1196">
                  <c:v>23.764375000000001</c:v>
                </c:pt>
                <c:pt idx="1197">
                  <c:v>10.1075</c:v>
                </c:pt>
                <c:pt idx="1198">
                  <c:v>8.0839999999999996</c:v>
                </c:pt>
                <c:pt idx="1199">
                  <c:v>23.258749999999999</c:v>
                </c:pt>
                <c:pt idx="1200">
                  <c:v>11.123749999999999</c:v>
                </c:pt>
                <c:pt idx="1201">
                  <c:v>13.1495</c:v>
                </c:pt>
                <c:pt idx="1202">
                  <c:v>45.000624999999999</c:v>
                </c:pt>
                <c:pt idx="1203">
                  <c:v>14.150499999999999</c:v>
                </c:pt>
                <c:pt idx="1204">
                  <c:v>8.5913749999999993</c:v>
                </c:pt>
                <c:pt idx="1205">
                  <c:v>13.64175</c:v>
                </c:pt>
                <c:pt idx="1206">
                  <c:v>13.136499999999998</c:v>
                </c:pt>
                <c:pt idx="1207">
                  <c:v>33.33</c:v>
                </c:pt>
                <c:pt idx="1208">
                  <c:v>28.287000000000006</c:v>
                </c:pt>
                <c:pt idx="1209">
                  <c:v>34.8795</c:v>
                </c:pt>
                <c:pt idx="1210">
                  <c:v>17.19125</c:v>
                </c:pt>
                <c:pt idx="1211">
                  <c:v>11.626499999999998</c:v>
                </c:pt>
                <c:pt idx="1212">
                  <c:v>35.890499999999996</c:v>
                </c:pt>
                <c:pt idx="1213">
                  <c:v>13.139750000000003</c:v>
                </c:pt>
                <c:pt idx="1214">
                  <c:v>28.799249999999994</c:v>
                </c:pt>
                <c:pt idx="1215">
                  <c:v>16.167999999999999</c:v>
                </c:pt>
                <c:pt idx="1216">
                  <c:v>41.41</c:v>
                </c:pt>
                <c:pt idx="1217">
                  <c:v>95.902500000000003</c:v>
                </c:pt>
                <c:pt idx="1218">
                  <c:v>16.152000000000001</c:v>
                </c:pt>
                <c:pt idx="1219">
                  <c:v>24.726624999999999</c:v>
                </c:pt>
                <c:pt idx="1220">
                  <c:v>20.190000000000001</c:v>
                </c:pt>
                <c:pt idx="1221">
                  <c:v>21.698875000000001</c:v>
                </c:pt>
                <c:pt idx="1222">
                  <c:v>17.661874999999998</c:v>
                </c:pt>
                <c:pt idx="1223">
                  <c:v>23.717374999999997</c:v>
                </c:pt>
                <c:pt idx="1224">
                  <c:v>9.5926249999999982</c:v>
                </c:pt>
                <c:pt idx="1225">
                  <c:v>8.0760000000000005</c:v>
                </c:pt>
                <c:pt idx="1226">
                  <c:v>20.694749999999999</c:v>
                </c:pt>
                <c:pt idx="1227">
                  <c:v>166.69125</c:v>
                </c:pt>
                <c:pt idx="1228">
                  <c:v>20.710125000000001</c:v>
                </c:pt>
                <c:pt idx="1229">
                  <c:v>16.673249999999999</c:v>
                </c:pt>
                <c:pt idx="1230">
                  <c:v>14.147</c:v>
                </c:pt>
                <c:pt idx="1231">
                  <c:v>3.5376249999999998</c:v>
                </c:pt>
                <c:pt idx="1232">
                  <c:v>7.5806250000000004</c:v>
                </c:pt>
                <c:pt idx="1233">
                  <c:v>11.11275</c:v>
                </c:pt>
                <c:pt idx="1234">
                  <c:v>#N/A</c:v>
                </c:pt>
                <c:pt idx="1235">
                  <c:v>#N/A</c:v>
                </c:pt>
                <c:pt idx="1236">
                  <c:v>55.604999999999997</c:v>
                </c:pt>
                <c:pt idx="1237">
                  <c:v>22.747499999999999</c:v>
                </c:pt>
                <c:pt idx="1238">
                  <c:v>21.731124999999999</c:v>
                </c:pt>
                <c:pt idx="1239">
                  <c:v>16.175999999999998</c:v>
                </c:pt>
                <c:pt idx="1240">
                  <c:v>2.5274999999999999</c:v>
                </c:pt>
                <c:pt idx="1241">
                  <c:v>15.161250000000001</c:v>
                </c:pt>
                <c:pt idx="1242">
                  <c:v>1.5161249999999999</c:v>
                </c:pt>
                <c:pt idx="1243">
                  <c:v>5.5577500000000004</c:v>
                </c:pt>
                <c:pt idx="1244">
                  <c:v>57.584249999999997</c:v>
                </c:pt>
                <c:pt idx="1245">
                  <c:v>5.0512499999999996</c:v>
                </c:pt>
                <c:pt idx="1246">
                  <c:v>20.2</c:v>
                </c:pt>
                <c:pt idx="1247">
                  <c:v>5.5522499999999999</c:v>
                </c:pt>
                <c:pt idx="1248">
                  <c:v>24.228000000000002</c:v>
                </c:pt>
                <c:pt idx="1249">
                  <c:v>21.709624999999999</c:v>
                </c:pt>
                <c:pt idx="1250">
                  <c:v>9.09</c:v>
                </c:pt>
                <c:pt idx="1251">
                  <c:v>12.628125000000001</c:v>
                </c:pt>
                <c:pt idx="1252">
                  <c:v>4.546125</c:v>
                </c:pt>
                <c:pt idx="1253">
                  <c:v>14.143500000000003</c:v>
                </c:pt>
                <c:pt idx="1254">
                  <c:v>18.193500000000004</c:v>
                </c:pt>
                <c:pt idx="1255">
                  <c:v>7.5806250000000004</c:v>
                </c:pt>
                <c:pt idx="1256">
                  <c:v>5.5605000000000002</c:v>
                </c:pt>
                <c:pt idx="1257">
                  <c:v>9.6021249999999991</c:v>
                </c:pt>
                <c:pt idx="1258">
                  <c:v>#N/A</c:v>
                </c:pt>
                <c:pt idx="1259">
                  <c:v>#N/A</c:v>
                </c:pt>
                <c:pt idx="1260">
                  <c:v>#N/A</c:v>
                </c:pt>
                <c:pt idx="1261">
                  <c:v>#N/A</c:v>
                </c:pt>
                <c:pt idx="1262">
                  <c:v>13.139750000000003</c:v>
                </c:pt>
                <c:pt idx="1263">
                  <c:v>5.5577500000000004</c:v>
                </c:pt>
                <c:pt idx="1264">
                  <c:v>5.5577500000000004</c:v>
                </c:pt>
                <c:pt idx="1265">
                  <c:v>12.12</c:v>
                </c:pt>
                <c:pt idx="1266">
                  <c:v>4.5449999999999999</c:v>
                </c:pt>
                <c:pt idx="1267">
                  <c:v>#N/A</c:v>
                </c:pt>
                <c:pt idx="1268">
                  <c:v>#N/A</c:v>
                </c:pt>
                <c:pt idx="1269">
                  <c:v>13.13</c:v>
                </c:pt>
                <c:pt idx="1270">
                  <c:v>33.826625</c:v>
                </c:pt>
                <c:pt idx="1271">
                  <c:v>25.742249999999999</c:v>
                </c:pt>
                <c:pt idx="1272">
                  <c:v>20.195</c:v>
                </c:pt>
                <c:pt idx="1273">
                  <c:v>6.06</c:v>
                </c:pt>
                <c:pt idx="1274">
                  <c:v>21.215250000000001</c:v>
                </c:pt>
                <c:pt idx="1275">
                  <c:v>9.5973750000000013</c:v>
                </c:pt>
                <c:pt idx="1276">
                  <c:v>6.5666250000000002</c:v>
                </c:pt>
                <c:pt idx="1277">
                  <c:v>6.06</c:v>
                </c:pt>
                <c:pt idx="1278">
                  <c:v>11.11275</c:v>
                </c:pt>
                <c:pt idx="1279">
                  <c:v>12.123000000000003</c:v>
                </c:pt>
                <c:pt idx="1280">
                  <c:v>7.5768750000000002</c:v>
                </c:pt>
                <c:pt idx="1281">
                  <c:v>#N/A</c:v>
                </c:pt>
                <c:pt idx="1282">
                  <c:v>#N/A</c:v>
                </c:pt>
                <c:pt idx="1283">
                  <c:v>6.0615000000000014</c:v>
                </c:pt>
                <c:pt idx="1284">
                  <c:v>12.123000000000003</c:v>
                </c:pt>
                <c:pt idx="1285">
                  <c:v>11.620749999999999</c:v>
                </c:pt>
                <c:pt idx="1286">
                  <c:v>12.63125</c:v>
                </c:pt>
                <c:pt idx="1287">
                  <c:v>4.5472499999999991</c:v>
                </c:pt>
                <c:pt idx="1288">
                  <c:v>16.172000000000001</c:v>
                </c:pt>
                <c:pt idx="1289">
                  <c:v>28.315000000000001</c:v>
                </c:pt>
                <c:pt idx="1290">
                  <c:v>#N/A</c:v>
                </c:pt>
                <c:pt idx="1291">
                  <c:v>#N/A</c:v>
                </c:pt>
                <c:pt idx="1292">
                  <c:v>#N/A</c:v>
                </c:pt>
                <c:pt idx="1293">
                  <c:v>#N/A</c:v>
                </c:pt>
                <c:pt idx="1294">
                  <c:v>39.419249999999998</c:v>
                </c:pt>
                <c:pt idx="1295">
                  <c:v>9.604499999999998</c:v>
                </c:pt>
                <c:pt idx="1296">
                  <c:v>22.242000000000001</c:v>
                </c:pt>
                <c:pt idx="1297">
                  <c:v>9.0990000000000002</c:v>
                </c:pt>
                <c:pt idx="1298">
                  <c:v>24.27</c:v>
                </c:pt>
                <c:pt idx="1299">
                  <c:v>72.845999999999989</c:v>
                </c:pt>
                <c:pt idx="1300">
                  <c:v>10.119999999999999</c:v>
                </c:pt>
                <c:pt idx="1301">
                  <c:v>49.057750000000013</c:v>
                </c:pt>
                <c:pt idx="1302">
                  <c:v>7.0805000000000016</c:v>
                </c:pt>
                <c:pt idx="1303">
                  <c:v>18.71275</c:v>
                </c:pt>
                <c:pt idx="1304">
                  <c:v>22.741875</c:v>
                </c:pt>
                <c:pt idx="1305">
                  <c:v>21.736499999999999</c:v>
                </c:pt>
                <c:pt idx="1306">
                  <c:v>13.645125</c:v>
                </c:pt>
                <c:pt idx="1307">
                  <c:v>29.304500000000001</c:v>
                </c:pt>
                <c:pt idx="1308">
                  <c:v>9.6021249999999991</c:v>
                </c:pt>
                <c:pt idx="1309">
                  <c:v>30.33</c:v>
                </c:pt>
                <c:pt idx="1310">
                  <c:v>8.5934999999999988</c:v>
                </c:pt>
                <c:pt idx="1311">
                  <c:v>16.175999999999998</c:v>
                </c:pt>
                <c:pt idx="1312">
                  <c:v>9.5997500000000002</c:v>
                </c:pt>
                <c:pt idx="1313">
                  <c:v>3.5376249999999998</c:v>
                </c:pt>
                <c:pt idx="1314">
                  <c:v>20.715250000000001</c:v>
                </c:pt>
                <c:pt idx="1315">
                  <c:v>9.0944999999999983</c:v>
                </c:pt>
                <c:pt idx="1316">
                  <c:v>5.05375</c:v>
                </c:pt>
                <c:pt idx="1317">
                  <c:v>4.5483750000000009</c:v>
                </c:pt>
                <c:pt idx="1318">
                  <c:v>1.5157499999999999</c:v>
                </c:pt>
                <c:pt idx="1319">
                  <c:v>15.164999999999999</c:v>
                </c:pt>
                <c:pt idx="1320">
                  <c:v>8.5892499999999998</c:v>
                </c:pt>
                <c:pt idx="1321">
                  <c:v>34.862250000000003</c:v>
                </c:pt>
                <c:pt idx="1322">
                  <c:v>8.0860000000000003</c:v>
                </c:pt>
                <c:pt idx="1323">
                  <c:v>4.0419999999999998</c:v>
                </c:pt>
                <c:pt idx="1324">
                  <c:v>12.63125</c:v>
                </c:pt>
                <c:pt idx="1325">
                  <c:v>4.0410000000000004</c:v>
                </c:pt>
                <c:pt idx="1326">
                  <c:v>46.965000000000003</c:v>
                </c:pt>
                <c:pt idx="1327">
                  <c:v>12.625</c:v>
                </c:pt>
                <c:pt idx="1328">
                  <c:v>15.15</c:v>
                </c:pt>
                <c:pt idx="1329">
                  <c:v>94.411625000000001</c:v>
                </c:pt>
                <c:pt idx="1330">
                  <c:v>82.717500000000001</c:v>
                </c:pt>
                <c:pt idx="1331">
                  <c:v>162.95349999999999</c:v>
                </c:pt>
                <c:pt idx="1332">
                  <c:v>27.747499999999999</c:v>
                </c:pt>
                <c:pt idx="1333">
                  <c:v>41.852749999999993</c:v>
                </c:pt>
                <c:pt idx="1334">
                  <c:v>26.718624999999999</c:v>
                </c:pt>
                <c:pt idx="1335">
                  <c:v>57.455999999999989</c:v>
                </c:pt>
                <c:pt idx="1336">
                  <c:v>70.038624999999996</c:v>
                </c:pt>
                <c:pt idx="1337">
                  <c:v>170.22524999999999</c:v>
                </c:pt>
                <c:pt idx="1338">
                  <c:v>51.860500000000002</c:v>
                </c:pt>
                <c:pt idx="1339">
                  <c:v>40.26</c:v>
                </c:pt>
                <c:pt idx="1340">
                  <c:v>77.054625000000001</c:v>
                </c:pt>
                <c:pt idx="1341">
                  <c:v>31.728374999999996</c:v>
                </c:pt>
                <c:pt idx="1342">
                  <c:v>52.39</c:v>
                </c:pt>
                <c:pt idx="1343">
                  <c:v>29.713875000000002</c:v>
                </c:pt>
                <c:pt idx="1344">
                  <c:v>11.077</c:v>
                </c:pt>
                <c:pt idx="1345">
                  <c:v>21.655875000000002</c:v>
                </c:pt>
                <c:pt idx="1346">
                  <c:v>7.5525000000000002</c:v>
                </c:pt>
                <c:pt idx="1347">
                  <c:v>63.960374999999992</c:v>
                </c:pt>
                <c:pt idx="1348">
                  <c:v>11.08525</c:v>
                </c:pt>
                <c:pt idx="1349">
                  <c:v>30.751625000000001</c:v>
                </c:pt>
                <c:pt idx="1350">
                  <c:v>20.164999999999999</c:v>
                </c:pt>
                <c:pt idx="1351">
                  <c:v>60.524999999999999</c:v>
                </c:pt>
                <c:pt idx="1352">
                  <c:v>27.726875</c:v>
                </c:pt>
                <c:pt idx="1353">
                  <c:v>37.286749999999998</c:v>
                </c:pt>
                <c:pt idx="1354">
                  <c:v>12.096</c:v>
                </c:pt>
                <c:pt idx="1355">
                  <c:v>17.131750000000004</c:v>
                </c:pt>
                <c:pt idx="1356">
                  <c:v>6.0465000000000009</c:v>
                </c:pt>
                <c:pt idx="1357">
                  <c:v>7.5581250000000004</c:v>
                </c:pt>
                <c:pt idx="1358">
                  <c:v>51.356999999999999</c:v>
                </c:pt>
                <c:pt idx="1359">
                  <c:v>16.116</c:v>
                </c:pt>
                <c:pt idx="1360">
                  <c:v>39.263249999999999</c:v>
                </c:pt>
                <c:pt idx="1361">
                  <c:v>22.651875</c:v>
                </c:pt>
                <c:pt idx="1362">
                  <c:v>44.844875000000002</c:v>
                </c:pt>
                <c:pt idx="1363">
                  <c:v>26.725249999999996</c:v>
                </c:pt>
                <c:pt idx="1364">
                  <c:v>15.1275</c:v>
                </c:pt>
                <c:pt idx="1365">
                  <c:v>5.0425000000000004</c:v>
                </c:pt>
                <c:pt idx="1366">
                  <c:v>22.187000000000001</c:v>
                </c:pt>
                <c:pt idx="1367">
                  <c:v>25.212499999999999</c:v>
                </c:pt>
                <c:pt idx="1368">
                  <c:v>11.597749999999998</c:v>
                </c:pt>
                <c:pt idx="1369">
                  <c:v>17.140250000000002</c:v>
                </c:pt>
                <c:pt idx="1370">
                  <c:v>10.584</c:v>
                </c:pt>
                <c:pt idx="1371">
                  <c:v>11.589125000000003</c:v>
                </c:pt>
                <c:pt idx="1372">
                  <c:v>11.087999999999999</c:v>
                </c:pt>
                <c:pt idx="1373">
                  <c:v>44.363</c:v>
                </c:pt>
                <c:pt idx="1374">
                  <c:v>11.09075</c:v>
                </c:pt>
                <c:pt idx="1375">
                  <c:v>14.616</c:v>
                </c:pt>
                <c:pt idx="1376">
                  <c:v>10.08</c:v>
                </c:pt>
                <c:pt idx="1377">
                  <c:v>#N/A</c:v>
                </c:pt>
                <c:pt idx="1378">
                  <c:v>#N/A</c:v>
                </c:pt>
                <c:pt idx="1379">
                  <c:v>#N/A</c:v>
                </c:pt>
                <c:pt idx="1380">
                  <c:v>#N/A</c:v>
                </c:pt>
                <c:pt idx="1381">
                  <c:v>10.586625000000002</c:v>
                </c:pt>
                <c:pt idx="1382">
                  <c:v>24.186000000000003</c:v>
                </c:pt>
                <c:pt idx="1383">
                  <c:v>129.93525</c:v>
                </c:pt>
                <c:pt idx="1384">
                  <c:v>29.202999999999999</c:v>
                </c:pt>
                <c:pt idx="1385">
                  <c:v>22.657499999999999</c:v>
                </c:pt>
                <c:pt idx="1386">
                  <c:v>11.580500000000001</c:v>
                </c:pt>
                <c:pt idx="1387">
                  <c:v>25.672125000000001</c:v>
                </c:pt>
                <c:pt idx="1388">
                  <c:v>12.084</c:v>
                </c:pt>
                <c:pt idx="1389">
                  <c:v>19.132999999999999</c:v>
                </c:pt>
                <c:pt idx="1390">
                  <c:v>29.691749999999999</c:v>
                </c:pt>
                <c:pt idx="1391">
                  <c:v>89.097375</c:v>
                </c:pt>
                <c:pt idx="1392">
                  <c:v>12.5875</c:v>
                </c:pt>
                <c:pt idx="1393">
                  <c:v>19.142499999999998</c:v>
                </c:pt>
                <c:pt idx="1394">
                  <c:v>4.03</c:v>
                </c:pt>
                <c:pt idx="1395">
                  <c:v>23.670375</c:v>
                </c:pt>
                <c:pt idx="1396">
                  <c:v>129.30312499999999</c:v>
                </c:pt>
                <c:pt idx="1397">
                  <c:v>36.252000000000002</c:v>
                </c:pt>
                <c:pt idx="1398">
                  <c:v>15.108750000000001</c:v>
                </c:pt>
                <c:pt idx="1399">
                  <c:v>25.684874999999995</c:v>
                </c:pt>
                <c:pt idx="1400">
                  <c:v>45.326250000000002</c:v>
                </c:pt>
                <c:pt idx="1401">
                  <c:v>#N/A</c:v>
                </c:pt>
                <c:pt idx="1402">
                  <c:v>#N/A</c:v>
                </c:pt>
                <c:pt idx="1403">
                  <c:v>#N/A</c:v>
                </c:pt>
                <c:pt idx="1404">
                  <c:v>66.429000000000016</c:v>
                </c:pt>
                <c:pt idx="1405">
                  <c:v>39.766624999999998</c:v>
                </c:pt>
                <c:pt idx="1406">
                  <c:v>13.0845</c:v>
                </c:pt>
                <c:pt idx="1407">
                  <c:v>36.225000000000001</c:v>
                </c:pt>
                <c:pt idx="1408">
                  <c:v>39.756749999999997</c:v>
                </c:pt>
                <c:pt idx="1409">
                  <c:v>6.543874999999999</c:v>
                </c:pt>
                <c:pt idx="1410">
                  <c:v>9.5593749999999993</c:v>
                </c:pt>
                <c:pt idx="1411">
                  <c:v>25.168749999999999</c:v>
                </c:pt>
                <c:pt idx="1412">
                  <c:v>11.577624999999999</c:v>
                </c:pt>
                <c:pt idx="1413">
                  <c:v>7.0490000000000004</c:v>
                </c:pt>
                <c:pt idx="1414">
                  <c:v>24.665375000000001</c:v>
                </c:pt>
                <c:pt idx="1415">
                  <c:v>19.137749999999997</c:v>
                </c:pt>
                <c:pt idx="1416">
                  <c:v>8.0579999999999998</c:v>
                </c:pt>
                <c:pt idx="1417">
                  <c:v>15.108750000000001</c:v>
                </c:pt>
                <c:pt idx="1418">
                  <c:v>7.0490000000000004</c:v>
                </c:pt>
                <c:pt idx="1419">
                  <c:v>17.622499999999999</c:v>
                </c:pt>
                <c:pt idx="1420">
                  <c:v>8.5637500000000006</c:v>
                </c:pt>
                <c:pt idx="1421">
                  <c:v>58.953375000000008</c:v>
                </c:pt>
                <c:pt idx="1422">
                  <c:v>37.305250000000001</c:v>
                </c:pt>
                <c:pt idx="1423">
                  <c:v>12.6</c:v>
                </c:pt>
                <c:pt idx="1424">
                  <c:v>17.644375</c:v>
                </c:pt>
                <c:pt idx="1425">
                  <c:v>22.187000000000001</c:v>
                </c:pt>
                <c:pt idx="1426">
                  <c:v>12.606249999999999</c:v>
                </c:pt>
                <c:pt idx="1427">
                  <c:v>75.65625</c:v>
                </c:pt>
                <c:pt idx="1428">
                  <c:v>33.809874999999998</c:v>
                </c:pt>
                <c:pt idx="1429">
                  <c:v>41.863124999999997</c:v>
                </c:pt>
                <c:pt idx="1430">
                  <c:v>30.759249999999994</c:v>
                </c:pt>
                <c:pt idx="1431">
                  <c:v>27.726875</c:v>
                </c:pt>
                <c:pt idx="1432">
                  <c:v>7.5637499999999998</c:v>
                </c:pt>
                <c:pt idx="1433">
                  <c:v>#N/A</c:v>
                </c:pt>
                <c:pt idx="1434">
                  <c:v>#N/A</c:v>
                </c:pt>
                <c:pt idx="1435">
                  <c:v>21.698875000000001</c:v>
                </c:pt>
                <c:pt idx="1436">
                  <c:v>53.463749999999997</c:v>
                </c:pt>
                <c:pt idx="1437">
                  <c:v>21.688124999999999</c:v>
                </c:pt>
                <c:pt idx="1438">
                  <c:v>9.5807499999999983</c:v>
                </c:pt>
                <c:pt idx="1439">
                  <c:v>26.247000000000003</c:v>
                </c:pt>
                <c:pt idx="1440">
                  <c:v>14.634124999999999</c:v>
                </c:pt>
                <c:pt idx="1441">
                  <c:v>6.5601249999999984</c:v>
                </c:pt>
                <c:pt idx="1442">
                  <c:v>0.50462499999999999</c:v>
                </c:pt>
                <c:pt idx="1443">
                  <c:v>76.740999999999985</c:v>
                </c:pt>
                <c:pt idx="1444">
                  <c:v>43.935000000000002</c:v>
                </c:pt>
                <c:pt idx="1445">
                  <c:v>26.765000000000001</c:v>
                </c:pt>
                <c:pt idx="1446">
                  <c:v>86.269499999999994</c:v>
                </c:pt>
                <c:pt idx="1447">
                  <c:v>13.11375</c:v>
                </c:pt>
                <c:pt idx="1448">
                  <c:v>4.0359999999999996</c:v>
                </c:pt>
                <c:pt idx="1449">
                  <c:v>29.772874999999999</c:v>
                </c:pt>
                <c:pt idx="1450">
                  <c:v>16.652625</c:v>
                </c:pt>
                <c:pt idx="1451">
                  <c:v>7.0630000000000015</c:v>
                </c:pt>
                <c:pt idx="1452">
                  <c:v>14.1295</c:v>
                </c:pt>
                <c:pt idx="1453">
                  <c:v>29.246499999999994</c:v>
                </c:pt>
                <c:pt idx="1454">
                  <c:v>#N/A</c:v>
                </c:pt>
                <c:pt idx="1455">
                  <c:v>#N/A</c:v>
                </c:pt>
                <c:pt idx="1456">
                  <c:v>35.28</c:v>
                </c:pt>
                <c:pt idx="1457">
                  <c:v>44.833750000000002</c:v>
                </c:pt>
                <c:pt idx="1458">
                  <c:v>29.217500000000001</c:v>
                </c:pt>
                <c:pt idx="1459">
                  <c:v>19.152000000000001</c:v>
                </c:pt>
                <c:pt idx="1460">
                  <c:v>17.135999999999999</c:v>
                </c:pt>
                <c:pt idx="1461">
                  <c:v>14.115500000000001</c:v>
                </c:pt>
                <c:pt idx="1462">
                  <c:v>#N/A</c:v>
                </c:pt>
                <c:pt idx="1463">
                  <c:v>#N/A</c:v>
                </c:pt>
                <c:pt idx="1464">
                  <c:v>36.332999999999998</c:v>
                </c:pt>
                <c:pt idx="1465">
                  <c:v>16.648500000000002</c:v>
                </c:pt>
                <c:pt idx="1466">
                  <c:v>27.747499999999999</c:v>
                </c:pt>
                <c:pt idx="1467">
                  <c:v>6.0555000000000003</c:v>
                </c:pt>
                <c:pt idx="1468">
                  <c:v>10.597124999999998</c:v>
                </c:pt>
                <c:pt idx="1469">
                  <c:v>23.201250000000002</c:v>
                </c:pt>
                <c:pt idx="1470">
                  <c:v>106.90099999999998</c:v>
                </c:pt>
                <c:pt idx="1471">
                  <c:v>22.685625000000002</c:v>
                </c:pt>
                <c:pt idx="1472">
                  <c:v>29.736000000000001</c:v>
                </c:pt>
                <c:pt idx="1473">
                  <c:v>5.0387500000000003</c:v>
                </c:pt>
                <c:pt idx="1474">
                  <c:v>7.5581250000000004</c:v>
                </c:pt>
                <c:pt idx="1475">
                  <c:v>33.742874999999998</c:v>
                </c:pt>
                <c:pt idx="1476">
                  <c:v>40.29</c:v>
                </c:pt>
                <c:pt idx="1477">
                  <c:v>58.362499999999997</c:v>
                </c:pt>
                <c:pt idx="1478">
                  <c:v>46.802250000000001</c:v>
                </c:pt>
                <c:pt idx="1479">
                  <c:v>27.685625000000002</c:v>
                </c:pt>
                <c:pt idx="1480">
                  <c:v>43.29025</c:v>
                </c:pt>
                <c:pt idx="1481">
                  <c:v>13.591125</c:v>
                </c:pt>
                <c:pt idx="1482">
                  <c:v>87.083874999999978</c:v>
                </c:pt>
                <c:pt idx="1483">
                  <c:v>15.60075</c:v>
                </c:pt>
                <c:pt idx="1484">
                  <c:v>36.234000000000002</c:v>
                </c:pt>
                <c:pt idx="1485">
                  <c:v>85.028125000000003</c:v>
                </c:pt>
                <c:pt idx="1486">
                  <c:v>66.395999999999987</c:v>
                </c:pt>
                <c:pt idx="1487">
                  <c:v>14.586999999999998</c:v>
                </c:pt>
                <c:pt idx="1488">
                  <c:v>12.574999999999999</c:v>
                </c:pt>
                <c:pt idx="1489">
                  <c:v>16.598999999999997</c:v>
                </c:pt>
                <c:pt idx="1490">
                  <c:v>58.865625000000001</c:v>
                </c:pt>
                <c:pt idx="1491">
                  <c:v>30.675374999999999</c:v>
                </c:pt>
                <c:pt idx="1492">
                  <c:v>45.750250000000001</c:v>
                </c:pt>
                <c:pt idx="1493">
                  <c:v>34.689749999999997</c:v>
                </c:pt>
                <c:pt idx="1494">
                  <c:v>22.629375</c:v>
                </c:pt>
                <c:pt idx="1495">
                  <c:v>37.240499999999997</c:v>
                </c:pt>
                <c:pt idx="1496">
                  <c:v>34.212499999999999</c:v>
                </c:pt>
                <c:pt idx="1497">
                  <c:v>19.118749999999999</c:v>
                </c:pt>
                <c:pt idx="1498">
                  <c:v>20.13</c:v>
                </c:pt>
                <c:pt idx="1499">
                  <c:v>18.121499999999997</c:v>
                </c:pt>
                <c:pt idx="1500">
                  <c:v>72.432000000000002</c:v>
                </c:pt>
                <c:pt idx="1501">
                  <c:v>89.031000000000006</c:v>
                </c:pt>
                <c:pt idx="1502">
                  <c:v>24.653124999999999</c:v>
                </c:pt>
                <c:pt idx="1503">
                  <c:v>13.584375</c:v>
                </c:pt>
                <c:pt idx="1504">
                  <c:v>19.109249999999999</c:v>
                </c:pt>
                <c:pt idx="1505">
                  <c:v>55.274999999999999</c:v>
                </c:pt>
                <c:pt idx="1506">
                  <c:v>108.54</c:v>
                </c:pt>
                <c:pt idx="1507">
                  <c:v>34.178500000000007</c:v>
                </c:pt>
                <c:pt idx="1508">
                  <c:v>16.586625000000002</c:v>
                </c:pt>
                <c:pt idx="1509">
                  <c:v>61.807499999999997</c:v>
                </c:pt>
                <c:pt idx="1510">
                  <c:v>43.204250000000002</c:v>
                </c:pt>
                <c:pt idx="1511">
                  <c:v>57.744374999999998</c:v>
                </c:pt>
                <c:pt idx="1512">
                  <c:v>70.297499999999999</c:v>
                </c:pt>
                <c:pt idx="1513">
                  <c:v>21.59675</c:v>
                </c:pt>
                <c:pt idx="1514">
                  <c:v>19.0855</c:v>
                </c:pt>
                <c:pt idx="1515">
                  <c:v>13.557375</c:v>
                </c:pt>
                <c:pt idx="1516">
                  <c:v>89.333749999999995</c:v>
                </c:pt>
                <c:pt idx="1517">
                  <c:v>68.272000000000006</c:v>
                </c:pt>
                <c:pt idx="1518">
                  <c:v>25.595624999999998</c:v>
                </c:pt>
                <c:pt idx="1519">
                  <c:v>14.0525</c:v>
                </c:pt>
                <c:pt idx="1520">
                  <c:v>79.335750000000004</c:v>
                </c:pt>
                <c:pt idx="1521">
                  <c:v>35.668624999999999</c:v>
                </c:pt>
                <c:pt idx="1522">
                  <c:v>#N/A</c:v>
                </c:pt>
                <c:pt idx="1523">
                  <c:v>#N/A</c:v>
                </c:pt>
                <c:pt idx="1524">
                  <c:v>13.058500000000002</c:v>
                </c:pt>
                <c:pt idx="1525">
                  <c:v>20.587125</c:v>
                </c:pt>
                <c:pt idx="1526">
                  <c:v>25.1</c:v>
                </c:pt>
                <c:pt idx="1527">
                  <c:v>53.18549999999999</c:v>
                </c:pt>
                <c:pt idx="1528">
                  <c:v>47.666249999999998</c:v>
                </c:pt>
                <c:pt idx="1529">
                  <c:v>37.1295</c:v>
                </c:pt>
                <c:pt idx="1530">
                  <c:v>50.162500000000001</c:v>
                </c:pt>
                <c:pt idx="1531">
                  <c:v>64.191999999999993</c:v>
                </c:pt>
                <c:pt idx="1532">
                  <c:v>11.03575</c:v>
                </c:pt>
                <c:pt idx="1533">
                  <c:v>15.550375000000003</c:v>
                </c:pt>
                <c:pt idx="1534">
                  <c:v>7.0227500000000003</c:v>
                </c:pt>
                <c:pt idx="1535">
                  <c:v>137.87812500000001</c:v>
                </c:pt>
                <c:pt idx="1536">
                  <c:v>60.636124999999993</c:v>
                </c:pt>
                <c:pt idx="1537">
                  <c:v>53.092750000000002</c:v>
                </c:pt>
                <c:pt idx="1538">
                  <c:v>60.104999999999997</c:v>
                </c:pt>
                <c:pt idx="1539">
                  <c:v>66.632999999999996</c:v>
                </c:pt>
                <c:pt idx="1540">
                  <c:v>147.29400000000001</c:v>
                </c:pt>
                <c:pt idx="1541">
                  <c:v>48.084000000000003</c:v>
                </c:pt>
                <c:pt idx="1542">
                  <c:v>80.14</c:v>
                </c:pt>
                <c:pt idx="1543">
                  <c:v>94.164499999999975</c:v>
                </c:pt>
                <c:pt idx="1544">
                  <c:v>102.20399999999999</c:v>
                </c:pt>
                <c:pt idx="1545">
                  <c:v>102.67937499999999</c:v>
                </c:pt>
                <c:pt idx="1546">
                  <c:v>45.613750000000003</c:v>
                </c:pt>
                <c:pt idx="1547">
                  <c:v>39.107250000000008</c:v>
                </c:pt>
                <c:pt idx="1548">
                  <c:v>63.642874999999989</c:v>
                </c:pt>
                <c:pt idx="1549">
                  <c:v>13.026000000000002</c:v>
                </c:pt>
                <c:pt idx="1550">
                  <c:v>19.539000000000001</c:v>
                </c:pt>
                <c:pt idx="1551">
                  <c:v>45.078749999999999</c:v>
                </c:pt>
                <c:pt idx="1552">
                  <c:v>45.568249999999999</c:v>
                </c:pt>
                <c:pt idx="1553">
                  <c:v>51.063749999999999</c:v>
                </c:pt>
                <c:pt idx="1554">
                  <c:v>27.020250000000001</c:v>
                </c:pt>
                <c:pt idx="1555">
                  <c:v>49.549500000000002</c:v>
                </c:pt>
                <c:pt idx="1556">
                  <c:v>7.00875</c:v>
                </c:pt>
                <c:pt idx="1557">
                  <c:v>23.017250000000001</c:v>
                </c:pt>
                <c:pt idx="1558">
                  <c:v>109.52737500000002</c:v>
                </c:pt>
                <c:pt idx="1559">
                  <c:v>193.95149999999995</c:v>
                </c:pt>
                <c:pt idx="1560">
                  <c:v>21.494624999999999</c:v>
                </c:pt>
                <c:pt idx="1561">
                  <c:v>59.485124999999996</c:v>
                </c:pt>
                <c:pt idx="1562">
                  <c:v>77</c:v>
                </c:pt>
                <c:pt idx="1563">
                  <c:v>39.029249999999998</c:v>
                </c:pt>
                <c:pt idx="1564">
                  <c:v>42.563749999999999</c:v>
                </c:pt>
                <c:pt idx="1565">
                  <c:v>24.03</c:v>
                </c:pt>
                <c:pt idx="1566">
                  <c:v>15.523250000000001</c:v>
                </c:pt>
                <c:pt idx="1567">
                  <c:v>82.123000000000005</c:v>
                </c:pt>
                <c:pt idx="1568">
                  <c:v>22.545000000000002</c:v>
                </c:pt>
                <c:pt idx="1569">
                  <c:v>53.1325</c:v>
                </c:pt>
                <c:pt idx="1570">
                  <c:v>19.033249999999999</c:v>
                </c:pt>
                <c:pt idx="1571">
                  <c:v>32.064</c:v>
                </c:pt>
                <c:pt idx="1572">
                  <c:v>6.5113749999999992</c:v>
                </c:pt>
                <c:pt idx="1573">
                  <c:v>23.034500000000005</c:v>
                </c:pt>
                <c:pt idx="1574">
                  <c:v>154.42349999999999</c:v>
                </c:pt>
                <c:pt idx="1575">
                  <c:v>29.5885</c:v>
                </c:pt>
                <c:pt idx="1576">
                  <c:v>76.672124999999994</c:v>
                </c:pt>
                <c:pt idx="1577">
                  <c:v>26.559624999999997</c:v>
                </c:pt>
                <c:pt idx="1578">
                  <c:v>23.04025</c:v>
                </c:pt>
                <c:pt idx="1579">
                  <c:v>8.5127500000000005</c:v>
                </c:pt>
                <c:pt idx="1580">
                  <c:v>16.528874999999999</c:v>
                </c:pt>
                <c:pt idx="1581">
                  <c:v>53.52675</c:v>
                </c:pt>
                <c:pt idx="1582">
                  <c:v>26.026</c:v>
                </c:pt>
                <c:pt idx="1583">
                  <c:v>2.5024999999999999</c:v>
                </c:pt>
                <c:pt idx="1584">
                  <c:v>70</c:v>
                </c:pt>
                <c:pt idx="1585">
                  <c:v>25</c:v>
                </c:pt>
                <c:pt idx="1586">
                  <c:v>9.4976249999999993</c:v>
                </c:pt>
                <c:pt idx="1587">
                  <c:v>51.960999999999991</c:v>
                </c:pt>
                <c:pt idx="1588">
                  <c:v>81.918000000000006</c:v>
                </c:pt>
                <c:pt idx="1589">
                  <c:v>40.469625000000001</c:v>
                </c:pt>
                <c:pt idx="1590">
                  <c:v>20.99475</c:v>
                </c:pt>
                <c:pt idx="1591">
                  <c:v>72.5</c:v>
                </c:pt>
                <c:pt idx="1592">
                  <c:v>56.01400000000001</c:v>
                </c:pt>
                <c:pt idx="1593">
                  <c:v>18.5185</c:v>
                </c:pt>
                <c:pt idx="1594">
                  <c:v>21.516124999999999</c:v>
                </c:pt>
                <c:pt idx="1595">
                  <c:v>19.50975</c:v>
                </c:pt>
                <c:pt idx="1596">
                  <c:v>39.539499999999997</c:v>
                </c:pt>
                <c:pt idx="1597">
                  <c:v>22.021999999999998</c:v>
                </c:pt>
                <c:pt idx="1598">
                  <c:v>119</c:v>
                </c:pt>
                <c:pt idx="1599">
                  <c:v>22</c:v>
                </c:pt>
                <c:pt idx="1600">
                  <c:v>11.5</c:v>
                </c:pt>
                <c:pt idx="1601">
                  <c:v>14</c:v>
                </c:pt>
                <c:pt idx="1602">
                  <c:v>11.505750000000001</c:v>
                </c:pt>
                <c:pt idx="1603">
                  <c:v>89.455250000000007</c:v>
                </c:pt>
                <c:pt idx="1604">
                  <c:v>18.495374999999999</c:v>
                </c:pt>
                <c:pt idx="1605">
                  <c:v>11.994</c:v>
                </c:pt>
                <c:pt idx="1606">
                  <c:v>17.991000000000003</c:v>
                </c:pt>
                <c:pt idx="1607">
                  <c:v>61.969000000000008</c:v>
                </c:pt>
                <c:pt idx="1608">
                  <c:v>8.9955000000000016</c:v>
                </c:pt>
                <c:pt idx="1609">
                  <c:v>8.4957499999999992</c:v>
                </c:pt>
                <c:pt idx="1610">
                  <c:v>48.45150000000001</c:v>
                </c:pt>
                <c:pt idx="1611">
                  <c:v>77.422499999999999</c:v>
                </c:pt>
                <c:pt idx="1612">
                  <c:v>36.490874999999996</c:v>
                </c:pt>
                <c:pt idx="1613">
                  <c:v>11.991</c:v>
                </c:pt>
                <c:pt idx="1614">
                  <c:v>20.474374999999998</c:v>
                </c:pt>
                <c:pt idx="1615">
                  <c:v>66.899500000000003</c:v>
                </c:pt>
                <c:pt idx="1616">
                  <c:v>60.394125000000003</c:v>
                </c:pt>
                <c:pt idx="1617">
                  <c:v>70.840250000000012</c:v>
                </c:pt>
                <c:pt idx="1618">
                  <c:v>22.449375</c:v>
                </c:pt>
                <c:pt idx="1619">
                  <c:v>54.862499999999997</c:v>
                </c:pt>
                <c:pt idx="1620">
                  <c:v>83.291250000000005</c:v>
                </c:pt>
                <c:pt idx="1621">
                  <c:v>88.256625</c:v>
                </c:pt>
                <c:pt idx="1622">
                  <c:v>36.898249999999997</c:v>
                </c:pt>
                <c:pt idx="1623">
                  <c:v>41.863499999999995</c:v>
                </c:pt>
                <c:pt idx="1624">
                  <c:v>4.9837499999999997</c:v>
                </c:pt>
                <c:pt idx="1625">
                  <c:v>72.246250000000003</c:v>
                </c:pt>
                <c:pt idx="1626">
                  <c:v>97.207499999999996</c:v>
                </c:pt>
                <c:pt idx="1627">
                  <c:v>110.77800000000001</c:v>
                </c:pt>
                <c:pt idx="1628">
                  <c:v>65.834999999999994</c:v>
                </c:pt>
                <c:pt idx="1629">
                  <c:v>55.389000000000003</c:v>
                </c:pt>
                <c:pt idx="1630">
                  <c:v>19.460999999999999</c:v>
                </c:pt>
                <c:pt idx="1631">
                  <c:v>60.424374999999998</c:v>
                </c:pt>
                <c:pt idx="1632">
                  <c:v>114.356875</c:v>
                </c:pt>
                <c:pt idx="1633">
                  <c:v>50.961750000000002</c:v>
                </c:pt>
                <c:pt idx="1634">
                  <c:v>33.458125000000003</c:v>
                </c:pt>
                <c:pt idx="1635">
                  <c:v>50.399000000000001</c:v>
                </c:pt>
                <c:pt idx="1636">
                  <c:v>30.431375000000006</c:v>
                </c:pt>
                <c:pt idx="1637">
                  <c:v>46.905999999999992</c:v>
                </c:pt>
                <c:pt idx="1638">
                  <c:v>46.905999999999992</c:v>
                </c:pt>
                <c:pt idx="1639">
                  <c:v>149.625</c:v>
                </c:pt>
                <c:pt idx="1640">
                  <c:v>57.884</c:v>
                </c:pt>
                <c:pt idx="1641">
                  <c:v>65.900999999999996</c:v>
                </c:pt>
                <c:pt idx="1642">
                  <c:v>39.93</c:v>
                </c:pt>
                <c:pt idx="1643">
                  <c:v>51.409875</c:v>
                </c:pt>
                <c:pt idx="1644">
                  <c:v>4.99</c:v>
                </c:pt>
                <c:pt idx="1645">
                  <c:v>58.368375000000007</c:v>
                </c:pt>
                <c:pt idx="1646">
                  <c:v>16.466999999999999</c:v>
                </c:pt>
                <c:pt idx="1647">
                  <c:v>23.957999999999998</c:v>
                </c:pt>
                <c:pt idx="1648">
                  <c:v>15.972</c:v>
                </c:pt>
                <c:pt idx="1649">
                  <c:v>64.370999999999995</c:v>
                </c:pt>
                <c:pt idx="1650">
                  <c:v>25.947999999999997</c:v>
                </c:pt>
                <c:pt idx="1651">
                  <c:v>39.430875</c:v>
                </c:pt>
                <c:pt idx="1652">
                  <c:v>96.709000000000003</c:v>
                </c:pt>
                <c:pt idx="1653">
                  <c:v>35.901000000000003</c:v>
                </c:pt>
                <c:pt idx="1654">
                  <c:v>13.958</c:v>
                </c:pt>
                <c:pt idx="1655">
                  <c:v>32.917499999999997</c:v>
                </c:pt>
                <c:pt idx="1656">
                  <c:v>20.443625000000001</c:v>
                </c:pt>
                <c:pt idx="1657">
                  <c:v>18.947749999999999</c:v>
                </c:pt>
                <c:pt idx="1658">
                  <c:v>50.373750000000001</c:v>
                </c:pt>
                <c:pt idx="1659">
                  <c:v>57.898499999999999</c:v>
                </c:pt>
                <c:pt idx="1660">
                  <c:v>25.461749999999995</c:v>
                </c:pt>
                <c:pt idx="1661">
                  <c:v>35.945999999999998</c:v>
                </c:pt>
                <c:pt idx="1662">
                  <c:v>120.40962500000001</c:v>
                </c:pt>
                <c:pt idx="1663">
                  <c:v>134.43275</c:v>
                </c:pt>
                <c:pt idx="1664">
                  <c:v>66.516625000000005</c:v>
                </c:pt>
                <c:pt idx="1665">
                  <c:v>64.548375000000007</c:v>
                </c:pt>
                <c:pt idx="1666">
                  <c:v>85.084999999999994</c:v>
                </c:pt>
                <c:pt idx="1667">
                  <c:v>170.54262499999999</c:v>
                </c:pt>
                <c:pt idx="1668">
                  <c:v>87</c:v>
                </c:pt>
                <c:pt idx="1669">
                  <c:v>40.469625000000001</c:v>
                </c:pt>
                <c:pt idx="1670">
                  <c:v>56.47175</c:v>
                </c:pt>
                <c:pt idx="1671">
                  <c:v>22.494375000000002</c:v>
                </c:pt>
                <c:pt idx="1672">
                  <c:v>52.513125000000002</c:v>
                </c:pt>
                <c:pt idx="1673">
                  <c:v>28.521375000000006</c:v>
                </c:pt>
                <c:pt idx="1674">
                  <c:v>40.04</c:v>
                </c:pt>
                <c:pt idx="1675">
                  <c:v>25.012499999999999</c:v>
                </c:pt>
                <c:pt idx="1676">
                  <c:v>55.027500000000003</c:v>
                </c:pt>
                <c:pt idx="1677">
                  <c:v>8.0039999999999996</c:v>
                </c:pt>
                <c:pt idx="1678">
                  <c:v>26.493374999999997</c:v>
                </c:pt>
                <c:pt idx="1679">
                  <c:v>12.503125000000001</c:v>
                </c:pt>
                <c:pt idx="1680">
                  <c:v>30.515250000000002</c:v>
                </c:pt>
                <c:pt idx="1681">
                  <c:v>12.503125000000001</c:v>
                </c:pt>
                <c:pt idx="1682">
                  <c:v>40.020000000000003</c:v>
                </c:pt>
                <c:pt idx="1683">
                  <c:v>10.505249999999998</c:v>
                </c:pt>
                <c:pt idx="1684">
                  <c:v>61.045749999999998</c:v>
                </c:pt>
                <c:pt idx="1685">
                  <c:v>71.070999999999984</c:v>
                </c:pt>
                <c:pt idx="1686">
                  <c:v>32.524374999999999</c:v>
                </c:pt>
                <c:pt idx="1687">
                  <c:v>21.5215</c:v>
                </c:pt>
                <c:pt idx="1688">
                  <c:v>73.109500000000011</c:v>
                </c:pt>
                <c:pt idx="1689">
                  <c:v>18.027000000000001</c:v>
                </c:pt>
                <c:pt idx="1690">
                  <c:v>85.17</c:v>
                </c:pt>
                <c:pt idx="1691">
                  <c:v>#N/A</c:v>
                </c:pt>
                <c:pt idx="1692">
                  <c:v>#N/A</c:v>
                </c:pt>
                <c:pt idx="1693">
                  <c:v>50.613624999999992</c:v>
                </c:pt>
                <c:pt idx="1694">
                  <c:v>15.527124999999998</c:v>
                </c:pt>
                <c:pt idx="1695">
                  <c:v>75.09375</c:v>
                </c:pt>
                <c:pt idx="1696">
                  <c:v>26.539750000000005</c:v>
                </c:pt>
                <c:pt idx="1697">
                  <c:v>40.581000000000003</c:v>
                </c:pt>
                <c:pt idx="1698">
                  <c:v>3.0052500000000002</c:v>
                </c:pt>
                <c:pt idx="1699">
                  <c:v>19.038</c:v>
                </c:pt>
                <c:pt idx="1700">
                  <c:v>21.542999999999999</c:v>
                </c:pt>
                <c:pt idx="1701">
                  <c:v>20.04</c:v>
                </c:pt>
                <c:pt idx="1702">
                  <c:v>92.754374999999996</c:v>
                </c:pt>
                <c:pt idx="1703">
                  <c:v>56.669499999999999</c:v>
                </c:pt>
                <c:pt idx="1704">
                  <c:v>20.065000000000001</c:v>
                </c:pt>
                <c:pt idx="1705">
                  <c:v>57.715625000000003</c:v>
                </c:pt>
                <c:pt idx="1706">
                  <c:v>43.150500000000001</c:v>
                </c:pt>
                <c:pt idx="1707">
                  <c:v>59.723125000000003</c:v>
                </c:pt>
                <c:pt idx="1708">
                  <c:v>55.233750000000001</c:v>
                </c:pt>
                <c:pt idx="1709">
                  <c:v>89.902749999999997</c:v>
                </c:pt>
                <c:pt idx="1710">
                  <c:v>30.127500000000001</c:v>
                </c:pt>
                <c:pt idx="1711">
                  <c:v>86.932500000000005</c:v>
                </c:pt>
                <c:pt idx="1712">
                  <c:v>31.155000000000001</c:v>
                </c:pt>
                <c:pt idx="1713">
                  <c:v>89.37824999999998</c:v>
                </c:pt>
                <c:pt idx="1714">
                  <c:v>101.32825</c:v>
                </c:pt>
                <c:pt idx="1715">
                  <c:v>74.742125000000016</c:v>
                </c:pt>
                <c:pt idx="1716">
                  <c:v>137.3425</c:v>
                </c:pt>
                <c:pt idx="1717">
                  <c:v>32.589374999999997</c:v>
                </c:pt>
                <c:pt idx="1718">
                  <c:v>57.629375000000003</c:v>
                </c:pt>
                <c:pt idx="1719">
                  <c:v>51.127499999999998</c:v>
                </c:pt>
                <c:pt idx="1720">
                  <c:v>90.658375000000007</c:v>
                </c:pt>
                <c:pt idx="1721">
                  <c:v>35.061250000000001</c:v>
                </c:pt>
                <c:pt idx="1722">
                  <c:v>14.529</c:v>
                </c:pt>
                <c:pt idx="1723">
                  <c:v>78.578499999999991</c:v>
                </c:pt>
                <c:pt idx="1724">
                  <c:v>36.554750000000006</c:v>
                </c:pt>
                <c:pt idx="1725">
                  <c:v>37.556249999999999</c:v>
                </c:pt>
                <c:pt idx="1726">
                  <c:v>59.132750000000001</c:v>
                </c:pt>
                <c:pt idx="1727">
                  <c:v>73.647000000000006</c:v>
                </c:pt>
                <c:pt idx="1728">
                  <c:v>81.121500000000012</c:v>
                </c:pt>
                <c:pt idx="1729">
                  <c:v>21.036749999999998</c:v>
                </c:pt>
                <c:pt idx="1730">
                  <c:v>19.519499999999997</c:v>
                </c:pt>
                <c:pt idx="1731">
                  <c:v>44.544499999999999</c:v>
                </c:pt>
                <c:pt idx="1732">
                  <c:v>52.039000000000009</c:v>
                </c:pt>
                <c:pt idx="1733">
                  <c:v>48.536375</c:v>
                </c:pt>
                <c:pt idx="1734">
                  <c:v>27.027000000000001</c:v>
                </c:pt>
                <c:pt idx="1735">
                  <c:v>28.528500000000001</c:v>
                </c:pt>
                <c:pt idx="1736">
                  <c:v>18.031499999999998</c:v>
                </c:pt>
                <c:pt idx="1737">
                  <c:v>22.539375</c:v>
                </c:pt>
                <c:pt idx="1738">
                  <c:v>20.530750000000001</c:v>
                </c:pt>
                <c:pt idx="1739">
                  <c:v>32.573124999999997</c:v>
                </c:pt>
                <c:pt idx="1740">
                  <c:v>45.10125</c:v>
                </c:pt>
                <c:pt idx="1741">
                  <c:v>34.0595</c:v>
                </c:pt>
                <c:pt idx="1742">
                  <c:v>14.021000000000003</c:v>
                </c:pt>
                <c:pt idx="1743">
                  <c:v>31.023250000000004</c:v>
                </c:pt>
                <c:pt idx="1744">
                  <c:v>20.520499999999998</c:v>
                </c:pt>
                <c:pt idx="1745">
                  <c:v>38.509625</c:v>
                </c:pt>
                <c:pt idx="1746">
                  <c:v>86.064499999999995</c:v>
                </c:pt>
                <c:pt idx="1747">
                  <c:v>82.958500000000001</c:v>
                </c:pt>
                <c:pt idx="1748">
                  <c:v>107.892</c:v>
                </c:pt>
                <c:pt idx="1749">
                  <c:v>73.926000000000002</c:v>
                </c:pt>
                <c:pt idx="1750">
                  <c:v>150.92449999999999</c:v>
                </c:pt>
                <c:pt idx="1751">
                  <c:v>49.47525000000001</c:v>
                </c:pt>
                <c:pt idx="1752">
                  <c:v>87.021750000000026</c:v>
                </c:pt>
                <c:pt idx="1753">
                  <c:v>56</c:v>
                </c:pt>
                <c:pt idx="1754">
                  <c:v>60.454625</c:v>
                </c:pt>
                <c:pt idx="1755">
                  <c:v>48.951000000000001</c:v>
                </c:pt>
                <c:pt idx="1756">
                  <c:v>89.410500000000013</c:v>
                </c:pt>
                <c:pt idx="1757">
                  <c:v>13.483124999999999</c:v>
                </c:pt>
                <c:pt idx="1758">
                  <c:v>28.971000000000004</c:v>
                </c:pt>
                <c:pt idx="1759">
                  <c:v>39.97</c:v>
                </c:pt>
                <c:pt idx="1760">
                  <c:v>10.492124999999998</c:v>
                </c:pt>
                <c:pt idx="1761">
                  <c:v>29.954999999999998</c:v>
                </c:pt>
                <c:pt idx="1762">
                  <c:v>139.29074999999997</c:v>
                </c:pt>
                <c:pt idx="1763">
                  <c:v>24.981249999999999</c:v>
                </c:pt>
                <c:pt idx="1764">
                  <c:v>10.494750000000002</c:v>
                </c:pt>
                <c:pt idx="1765">
                  <c:v>39.979999999999997</c:v>
                </c:pt>
                <c:pt idx="1766">
                  <c:v>41.979000000000006</c:v>
                </c:pt>
                <c:pt idx="1767">
                  <c:v>57.428125000000001</c:v>
                </c:pt>
                <c:pt idx="1768">
                  <c:v>35.954999999999998</c:v>
                </c:pt>
                <c:pt idx="1769">
                  <c:v>49.413375000000009</c:v>
                </c:pt>
                <c:pt idx="1770">
                  <c:v>20.479500000000002</c:v>
                </c:pt>
                <c:pt idx="1771">
                  <c:v>82.458749999999995</c:v>
                </c:pt>
                <c:pt idx="1772">
                  <c:v>24.5</c:v>
                </c:pt>
                <c:pt idx="1773">
                  <c:v>27.00675</c:v>
                </c:pt>
                <c:pt idx="1774">
                  <c:v>53.039749999999998</c:v>
                </c:pt>
                <c:pt idx="1775">
                  <c:v>32.024000000000001</c:v>
                </c:pt>
                <c:pt idx="1776">
                  <c:v>23.511749999999996</c:v>
                </c:pt>
                <c:pt idx="1777">
                  <c:v>23.505875</c:v>
                </c:pt>
                <c:pt idx="1778">
                  <c:v>32.015999999999998</c:v>
                </c:pt>
                <c:pt idx="1779">
                  <c:v>36.527374999999999</c:v>
                </c:pt>
                <c:pt idx="1780">
                  <c:v>49.048999999999999</c:v>
                </c:pt>
                <c:pt idx="1781">
                  <c:v>27.033750000000001</c:v>
                </c:pt>
                <c:pt idx="1782">
                  <c:v>23.529375000000002</c:v>
                </c:pt>
                <c:pt idx="1783">
                  <c:v>50.588374999999999</c:v>
                </c:pt>
                <c:pt idx="1784">
                  <c:v>41.593374999999995</c:v>
                </c:pt>
                <c:pt idx="1785">
                  <c:v>21.047249999999998</c:v>
                </c:pt>
                <c:pt idx="1786">
                  <c:v>88.677000000000007</c:v>
                </c:pt>
                <c:pt idx="1787">
                  <c:v>62.59375</c:v>
                </c:pt>
                <c:pt idx="1788">
                  <c:v>74.555875000000015</c:v>
                </c:pt>
                <c:pt idx="1789">
                  <c:v>24.023999999999994</c:v>
                </c:pt>
                <c:pt idx="1790">
                  <c:v>15.0075</c:v>
                </c:pt>
                <c:pt idx="1791">
                  <c:v>34.008500000000005</c:v>
                </c:pt>
                <c:pt idx="1792">
                  <c:v>55.513875000000013</c:v>
                </c:pt>
                <c:pt idx="1793">
                  <c:v>48.012000000000008</c:v>
                </c:pt>
                <c:pt idx="1794">
                  <c:v>37.036999999999999</c:v>
                </c:pt>
                <c:pt idx="1795">
                  <c:v>95.547749999999994</c:v>
                </c:pt>
                <c:pt idx="1796">
                  <c:v>31.030999999999999</c:v>
                </c:pt>
                <c:pt idx="1797">
                  <c:v>28.507124999999998</c:v>
                </c:pt>
                <c:pt idx="1798">
                  <c:v>27</c:v>
                </c:pt>
                <c:pt idx="1799">
                  <c:v>14.99625</c:v>
                </c:pt>
                <c:pt idx="1800">
                  <c:v>14.496374999999997</c:v>
                </c:pt>
                <c:pt idx="1801">
                  <c:v>47.952000000000012</c:v>
                </c:pt>
                <c:pt idx="1802">
                  <c:v>33.474874999999997</c:v>
                </c:pt>
                <c:pt idx="1803">
                  <c:v>19.485375000000001</c:v>
                </c:pt>
                <c:pt idx="1804">
                  <c:v>28.971000000000004</c:v>
                </c:pt>
                <c:pt idx="1805">
                  <c:v>25.974</c:v>
                </c:pt>
                <c:pt idx="1806">
                  <c:v>15.988</c:v>
                </c:pt>
                <c:pt idx="1807">
                  <c:v>43.510875000000013</c:v>
                </c:pt>
                <c:pt idx="1808">
                  <c:v>11.502875000000003</c:v>
                </c:pt>
                <c:pt idx="1809">
                  <c:v>54.554499999999997</c:v>
                </c:pt>
                <c:pt idx="1810">
                  <c:v>22.522500000000001</c:v>
                </c:pt>
                <c:pt idx="1811">
                  <c:v>#N/A</c:v>
                </c:pt>
                <c:pt idx="1812">
                  <c:v>#N/A</c:v>
                </c:pt>
                <c:pt idx="1813">
                  <c:v>24.018000000000001</c:v>
                </c:pt>
                <c:pt idx="1814">
                  <c:v>34.551749999999998</c:v>
                </c:pt>
                <c:pt idx="1815">
                  <c:v>36.554750000000006</c:v>
                </c:pt>
                <c:pt idx="1816">
                  <c:v>#N/A</c:v>
                </c:pt>
                <c:pt idx="1817">
                  <c:v>#N/A</c:v>
                </c:pt>
                <c:pt idx="1818">
                  <c:v>10.507875000000002</c:v>
                </c:pt>
                <c:pt idx="1819">
                  <c:v>14.013999999999998</c:v>
                </c:pt>
                <c:pt idx="1820">
                  <c:v>29.036249999999999</c:v>
                </c:pt>
                <c:pt idx="1821">
                  <c:v>45.045000000000002</c:v>
                </c:pt>
                <c:pt idx="1822">
                  <c:v>8.01</c:v>
                </c:pt>
                <c:pt idx="1823">
                  <c:v>30.538125000000001</c:v>
                </c:pt>
                <c:pt idx="1824">
                  <c:v>28.535625</c:v>
                </c:pt>
                <c:pt idx="1825">
                  <c:v>24.042000000000002</c:v>
                </c:pt>
                <c:pt idx="1826">
                  <c:v>23.552875</c:v>
                </c:pt>
                <c:pt idx="1827">
                  <c:v>36.062999999999995</c:v>
                </c:pt>
                <c:pt idx="1828">
                  <c:v>56.154000000000011</c:v>
                </c:pt>
                <c:pt idx="1829">
                  <c:v>63.141749999999988</c:v>
                </c:pt>
                <c:pt idx="1830">
                  <c:v>35.588749999999997</c:v>
                </c:pt>
                <c:pt idx="1831">
                  <c:v>118.85550000000001</c:v>
                </c:pt>
                <c:pt idx="1832">
                  <c:v>54.663499999999992</c:v>
                </c:pt>
                <c:pt idx="1833">
                  <c:v>38.094999999999999</c:v>
                </c:pt>
                <c:pt idx="1834">
                  <c:v>6.5162500000000003</c:v>
                </c:pt>
                <c:pt idx="1835">
                  <c:v>50.588374999999999</c:v>
                </c:pt>
                <c:pt idx="1836">
                  <c:v>24.036000000000005</c:v>
                </c:pt>
                <c:pt idx="1837">
                  <c:v>22.545000000000002</c:v>
                </c:pt>
                <c:pt idx="1838">
                  <c:v>32.088000000000001</c:v>
                </c:pt>
                <c:pt idx="1839">
                  <c:v>9.0247499999999992</c:v>
                </c:pt>
                <c:pt idx="1840">
                  <c:v>24.047999999999998</c:v>
                </c:pt>
                <c:pt idx="1841">
                  <c:v>55.597124999999998</c:v>
                </c:pt>
                <c:pt idx="1842">
                  <c:v>9.0180000000000007</c:v>
                </c:pt>
                <c:pt idx="1843">
                  <c:v>21.042000000000002</c:v>
                </c:pt>
                <c:pt idx="1844">
                  <c:v>37.584375000000001</c:v>
                </c:pt>
                <c:pt idx="1845">
                  <c:v>25.0625</c:v>
                </c:pt>
                <c:pt idx="1846">
                  <c:v>38.567374999999998</c:v>
                </c:pt>
                <c:pt idx="1847">
                  <c:v>76.114000000000004</c:v>
                </c:pt>
                <c:pt idx="1848">
                  <c:v>#N/A</c:v>
                </c:pt>
                <c:pt idx="1849">
                  <c:v>#N/A</c:v>
                </c:pt>
                <c:pt idx="1850">
                  <c:v>19.543874999999996</c:v>
                </c:pt>
                <c:pt idx="1851">
                  <c:v>34.076499999999996</c:v>
                </c:pt>
                <c:pt idx="1852">
                  <c:v>18.045000000000002</c:v>
                </c:pt>
                <c:pt idx="1853">
                  <c:v>22.550625</c:v>
                </c:pt>
                <c:pt idx="1854">
                  <c:v>15.0375</c:v>
                </c:pt>
                <c:pt idx="1855">
                  <c:v>26.572875000000003</c:v>
                </c:pt>
                <c:pt idx="1856">
                  <c:v>24.567374999999998</c:v>
                </c:pt>
                <c:pt idx="1857">
                  <c:v>76.247</c:v>
                </c:pt>
                <c:pt idx="1858">
                  <c:v>31.116250000000001</c:v>
                </c:pt>
                <c:pt idx="1859">
                  <c:v>86.322500000000005</c:v>
                </c:pt>
                <c:pt idx="1860">
                  <c:v>44.666874999999997</c:v>
                </c:pt>
                <c:pt idx="1861">
                  <c:v>38.152000000000008</c:v>
                </c:pt>
                <c:pt idx="1862">
                  <c:v>32.630000000000003</c:v>
                </c:pt>
                <c:pt idx="1863">
                  <c:v>55.680374999999998</c:v>
                </c:pt>
                <c:pt idx="1864">
                  <c:v>35.113750000000003</c:v>
                </c:pt>
                <c:pt idx="1865">
                  <c:v>30.606749999999995</c:v>
                </c:pt>
                <c:pt idx="1866">
                  <c:v>37.621875000000003</c:v>
                </c:pt>
                <c:pt idx="1867">
                  <c:v>25.074999999999999</c:v>
                </c:pt>
                <c:pt idx="1868">
                  <c:v>14.045500000000001</c:v>
                </c:pt>
                <c:pt idx="1869">
                  <c:v>26.0975</c:v>
                </c:pt>
                <c:pt idx="1870">
                  <c:v>48.155999999999999</c:v>
                </c:pt>
                <c:pt idx="1871">
                  <c:v>6.0225</c:v>
                </c:pt>
                <c:pt idx="1872">
                  <c:v>48.204000000000001</c:v>
                </c:pt>
                <c:pt idx="1873">
                  <c:v>18.574000000000002</c:v>
                </c:pt>
                <c:pt idx="1874">
                  <c:v>5.5220000000000002</c:v>
                </c:pt>
                <c:pt idx="1875">
                  <c:v>5.5233749999999997</c:v>
                </c:pt>
                <c:pt idx="1876">
                  <c:v>98.992500000000007</c:v>
                </c:pt>
                <c:pt idx="1877">
                  <c:v>30.6525</c:v>
                </c:pt>
                <c:pt idx="1878">
                  <c:v>80.922625000000011</c:v>
                </c:pt>
                <c:pt idx="1879">
                  <c:v>44.744749999999989</c:v>
                </c:pt>
                <c:pt idx="1880">
                  <c:v>37.222000000000001</c:v>
                </c:pt>
                <c:pt idx="1881">
                  <c:v>36.234000000000002</c:v>
                </c:pt>
                <c:pt idx="1882">
                  <c:v>62.402999999999999</c:v>
                </c:pt>
                <c:pt idx="1883">
                  <c:v>44.800374999999988</c:v>
                </c:pt>
                <c:pt idx="1884">
                  <c:v>61.884374999999999</c:v>
                </c:pt>
                <c:pt idx="1885">
                  <c:v>48.312000000000012</c:v>
                </c:pt>
                <c:pt idx="1886">
                  <c:v>38.247000000000007</c:v>
                </c:pt>
                <c:pt idx="1887">
                  <c:v>21.136500000000002</c:v>
                </c:pt>
                <c:pt idx="1888">
                  <c:v>34.212499999999999</c:v>
                </c:pt>
                <c:pt idx="1889">
                  <c:v>66.429000000000016</c:v>
                </c:pt>
                <c:pt idx="1890">
                  <c:v>34.741500000000002</c:v>
                </c:pt>
                <c:pt idx="1891">
                  <c:v>88.572000000000003</c:v>
                </c:pt>
                <c:pt idx="1892">
                  <c:v>100.09699999999998</c:v>
                </c:pt>
                <c:pt idx="1893">
                  <c:v>26.658999999999995</c:v>
                </c:pt>
                <c:pt idx="1894">
                  <c:v>46.802250000000001</c:v>
                </c:pt>
                <c:pt idx="1895">
                  <c:v>21.136500000000002</c:v>
                </c:pt>
                <c:pt idx="1896">
                  <c:v>30.682999999999996</c:v>
                </c:pt>
                <c:pt idx="1897">
                  <c:v>67.921875</c:v>
                </c:pt>
                <c:pt idx="1898">
                  <c:v>25.15625</c:v>
                </c:pt>
                <c:pt idx="1899">
                  <c:v>52.325000000000003</c:v>
                </c:pt>
                <c:pt idx="1900">
                  <c:v>71.857500000000002</c:v>
                </c:pt>
                <c:pt idx="1901">
                  <c:v>73.904250000000005</c:v>
                </c:pt>
                <c:pt idx="1902">
                  <c:v>23.635125000000006</c:v>
                </c:pt>
                <c:pt idx="1903">
                  <c:v>18.615625000000001</c:v>
                </c:pt>
                <c:pt idx="1904">
                  <c:v>3.0179999999999993</c:v>
                </c:pt>
                <c:pt idx="1905">
                  <c:v>23.623374999999999</c:v>
                </c:pt>
                <c:pt idx="1906">
                  <c:v>27.141749999999998</c:v>
                </c:pt>
                <c:pt idx="1907">
                  <c:v>40.753124999999997</c:v>
                </c:pt>
                <c:pt idx="1908">
                  <c:v>40.773375000000001</c:v>
                </c:pt>
                <c:pt idx="1909">
                  <c:v>24.646999999999998</c:v>
                </c:pt>
                <c:pt idx="1910">
                  <c:v>54.826999999999998</c:v>
                </c:pt>
                <c:pt idx="1911">
                  <c:v>18.112500000000001</c:v>
                </c:pt>
                <c:pt idx="1912">
                  <c:v>17.101999999999997</c:v>
                </c:pt>
                <c:pt idx="1913">
                  <c:v>42.765625</c:v>
                </c:pt>
                <c:pt idx="1914">
                  <c:v>14.0945</c:v>
                </c:pt>
                <c:pt idx="1915">
                  <c:v>117.90675000000002</c:v>
                </c:pt>
                <c:pt idx="1916">
                  <c:v>91.682500000000005</c:v>
                </c:pt>
                <c:pt idx="1917">
                  <c:v>57.96</c:v>
                </c:pt>
                <c:pt idx="1918">
                  <c:v>37.314500000000002</c:v>
                </c:pt>
                <c:pt idx="1919">
                  <c:v>112.33625000000001</c:v>
                </c:pt>
                <c:pt idx="1920">
                  <c:v>125.527125</c:v>
                </c:pt>
                <c:pt idx="1921">
                  <c:v>35.801749999999998</c:v>
                </c:pt>
                <c:pt idx="1922">
                  <c:v>58.492999999999988</c:v>
                </c:pt>
                <c:pt idx="1923">
                  <c:v>30.766874999999999</c:v>
                </c:pt>
                <c:pt idx="1924">
                  <c:v>49.404249999999998</c:v>
                </c:pt>
                <c:pt idx="1925">
                  <c:v>71.621250000000003</c:v>
                </c:pt>
                <c:pt idx="1926">
                  <c:v>54.990499999999997</c:v>
                </c:pt>
                <c:pt idx="1927">
                  <c:v>77.731500000000011</c:v>
                </c:pt>
                <c:pt idx="1928">
                  <c:v>41.389499999999998</c:v>
                </c:pt>
                <c:pt idx="1929">
                  <c:v>44.933875</c:v>
                </c:pt>
                <c:pt idx="1930">
                  <c:v>113.20399999999999</c:v>
                </c:pt>
                <c:pt idx="1931">
                  <c:v>73.315624999999997</c:v>
                </c:pt>
                <c:pt idx="1932">
                  <c:v>95.010500000000022</c:v>
                </c:pt>
                <c:pt idx="1933">
                  <c:v>50.524999999999999</c:v>
                </c:pt>
                <c:pt idx="1934">
                  <c:v>77.341499999999996</c:v>
                </c:pt>
                <c:pt idx="1935">
                  <c:v>63.724500000000006</c:v>
                </c:pt>
                <c:pt idx="1936">
                  <c:v>41.481749999999998</c:v>
                </c:pt>
                <c:pt idx="1937">
                  <c:v>24.787875</c:v>
                </c:pt>
                <c:pt idx="1938">
                  <c:v>65.241749999999996</c:v>
                </c:pt>
                <c:pt idx="1939">
                  <c:v>108.31074999999998</c:v>
                </c:pt>
                <c:pt idx="1940">
                  <c:v>46.586500000000008</c:v>
                </c:pt>
                <c:pt idx="1941">
                  <c:v>79.500875000000008</c:v>
                </c:pt>
                <c:pt idx="1942">
                  <c:v>85.598500000000001</c:v>
                </c:pt>
                <c:pt idx="1943">
                  <c:v>25.837875</c:v>
                </c:pt>
                <c:pt idx="1944">
                  <c:v>28.870499999999996</c:v>
                </c:pt>
                <c:pt idx="1945">
                  <c:v>55.728749999999998</c:v>
                </c:pt>
                <c:pt idx="1946">
                  <c:v>28.377999999999997</c:v>
                </c:pt>
                <c:pt idx="1947">
                  <c:v>25.850625000000001</c:v>
                </c:pt>
                <c:pt idx="1948">
                  <c:v>28.385000000000002</c:v>
                </c:pt>
                <c:pt idx="1949">
                  <c:v>166.55625000000001</c:v>
                </c:pt>
                <c:pt idx="1950">
                  <c:v>108.763125</c:v>
                </c:pt>
                <c:pt idx="1951">
                  <c:v>63.756</c:v>
                </c:pt>
                <c:pt idx="1952">
                  <c:v>94.139250000000004</c:v>
                </c:pt>
                <c:pt idx="1953">
                  <c:v>60.214000000000013</c:v>
                </c:pt>
                <c:pt idx="1954">
                  <c:v>36.432000000000002</c:v>
                </c:pt>
                <c:pt idx="1955">
                  <c:v>53.662500000000001</c:v>
                </c:pt>
                <c:pt idx="1956">
                  <c:v>60.734999999999999</c:v>
                </c:pt>
                <c:pt idx="1957">
                  <c:v>21.757999999999999</c:v>
                </c:pt>
                <c:pt idx="1958">
                  <c:v>52.624000000000009</c:v>
                </c:pt>
                <c:pt idx="1959">
                  <c:v>48.576000000000001</c:v>
                </c:pt>
                <c:pt idx="1960">
                  <c:v>26.3185</c:v>
                </c:pt>
                <c:pt idx="1961">
                  <c:v>67.364500000000007</c:v>
                </c:pt>
                <c:pt idx="1962">
                  <c:v>222.12074999999999</c:v>
                </c:pt>
                <c:pt idx="1963">
                  <c:v>40.052999999999997</c:v>
                </c:pt>
                <c:pt idx="1964">
                  <c:v>37.527250000000002</c:v>
                </c:pt>
                <c:pt idx="1965">
                  <c:v>171.57725000000002</c:v>
                </c:pt>
                <c:pt idx="1966">
                  <c:v>89.275999999999996</c:v>
                </c:pt>
                <c:pt idx="1967">
                  <c:v>156.42550000000003</c:v>
                </c:pt>
                <c:pt idx="1968">
                  <c:v>67.563999999999993</c:v>
                </c:pt>
                <c:pt idx="1969">
                  <c:v>128.58725000000001</c:v>
                </c:pt>
                <c:pt idx="1970">
                  <c:v>110.68949999999998</c:v>
                </c:pt>
                <c:pt idx="1971">
                  <c:v>55.372</c:v>
                </c:pt>
                <c:pt idx="1972">
                  <c:v>38.109375</c:v>
                </c:pt>
                <c:pt idx="1973">
                  <c:v>110.3445</c:v>
                </c:pt>
                <c:pt idx="1974">
                  <c:v>160.25624999999999</c:v>
                </c:pt>
                <c:pt idx="1975">
                  <c:v>60.570999999999991</c:v>
                </c:pt>
                <c:pt idx="1976">
                  <c:v>86.53</c:v>
                </c:pt>
                <c:pt idx="1977">
                  <c:v>68.239500000000007</c:v>
                </c:pt>
                <c:pt idx="1978">
                  <c:v>38.203125</c:v>
                </c:pt>
                <c:pt idx="1979">
                  <c:v>181.33750000000001</c:v>
                </c:pt>
                <c:pt idx="1980">
                  <c:v>129.699375</c:v>
                </c:pt>
                <c:pt idx="1981">
                  <c:v>80.382499999999993</c:v>
                </c:pt>
                <c:pt idx="1982">
                  <c:v>55.426500000000011</c:v>
                </c:pt>
                <c:pt idx="1983">
                  <c:v>67.647125000000003</c:v>
                </c:pt>
                <c:pt idx="1984">
                  <c:v>100.19912499999998</c:v>
                </c:pt>
                <c:pt idx="1985">
                  <c:v>60.451999999999998</c:v>
                </c:pt>
                <c:pt idx="1986">
                  <c:v>58.42</c:v>
                </c:pt>
                <c:pt idx="1987">
                  <c:v>48.283749999999998</c:v>
                </c:pt>
                <c:pt idx="1988">
                  <c:v>22.86</c:v>
                </c:pt>
                <c:pt idx="1989">
                  <c:v>57.361624999999997</c:v>
                </c:pt>
                <c:pt idx="1990">
                  <c:v>73.569374999999994</c:v>
                </c:pt>
                <c:pt idx="1991">
                  <c:v>57.798000000000002</c:v>
                </c:pt>
                <c:pt idx="1992">
                  <c:v>80.145499999999998</c:v>
                </c:pt>
                <c:pt idx="1993">
                  <c:v>32.954999999999998</c:v>
                </c:pt>
                <c:pt idx="1994">
                  <c:v>79.033500000000004</c:v>
                </c:pt>
                <c:pt idx="1995">
                  <c:v>53.742000000000012</c:v>
                </c:pt>
                <c:pt idx="1996">
                  <c:v>18.251999999999999</c:v>
                </c:pt>
                <c:pt idx="1997">
                  <c:v>33.445499999999996</c:v>
                </c:pt>
                <c:pt idx="1998">
                  <c:v>70.91</c:v>
                </c:pt>
                <c:pt idx="1999">
                  <c:v>25.825125000000003</c:v>
                </c:pt>
                <c:pt idx="2000">
                  <c:v>97.754499999999979</c:v>
                </c:pt>
                <c:pt idx="2001">
                  <c:v>131.85249999999999</c:v>
                </c:pt>
                <c:pt idx="2002">
                  <c:v>35.481250000000003</c:v>
                </c:pt>
                <c:pt idx="2003">
                  <c:v>48.129375000000003</c:v>
                </c:pt>
                <c:pt idx="2004">
                  <c:v>34.982999999999997</c:v>
                </c:pt>
                <c:pt idx="2005">
                  <c:v>22.313500000000001</c:v>
                </c:pt>
                <c:pt idx="2006">
                  <c:v>33.47025</c:v>
                </c:pt>
                <c:pt idx="2007">
                  <c:v>84.224249999999984</c:v>
                </c:pt>
                <c:pt idx="2008">
                  <c:v>50.725000000000001</c:v>
                </c:pt>
                <c:pt idx="2009">
                  <c:v>45.641249999999999</c:v>
                </c:pt>
                <c:pt idx="2010">
                  <c:v>65.91</c:v>
                </c:pt>
                <c:pt idx="2011">
                  <c:v>154.01400000000001</c:v>
                </c:pt>
                <c:pt idx="2012">
                  <c:v>30.42</c:v>
                </c:pt>
                <c:pt idx="2013">
                  <c:v>13.685625</c:v>
                </c:pt>
                <c:pt idx="2014">
                  <c:v>31.449500000000004</c:v>
                </c:pt>
                <c:pt idx="2015">
                  <c:v>106.01524999999999</c:v>
                </c:pt>
                <c:pt idx="2016">
                  <c:v>11.164999999999999</c:v>
                </c:pt>
                <c:pt idx="2017">
                  <c:v>83.799374999999998</c:v>
                </c:pt>
                <c:pt idx="2018">
                  <c:v>44.692999999999998</c:v>
                </c:pt>
                <c:pt idx="2019">
                  <c:v>63.0075</c:v>
                </c:pt>
                <c:pt idx="2020">
                  <c:v>53.34</c:v>
                </c:pt>
                <c:pt idx="2021">
                  <c:v>70.155749999999998</c:v>
                </c:pt>
                <c:pt idx="2022">
                  <c:v>74.167999999999992</c:v>
                </c:pt>
                <c:pt idx="2023">
                  <c:v>43.666499999999999</c:v>
                </c:pt>
                <c:pt idx="2024">
                  <c:v>98.430749999999975</c:v>
                </c:pt>
                <c:pt idx="2025">
                  <c:v>39.067875000000001</c:v>
                </c:pt>
                <c:pt idx="2026">
                  <c:v>42.650999999999996</c:v>
                </c:pt>
                <c:pt idx="2027">
                  <c:v>40.64</c:v>
                </c:pt>
                <c:pt idx="2028">
                  <c:v>56.881999999999998</c:v>
                </c:pt>
                <c:pt idx="2029">
                  <c:v>65.531999999999996</c:v>
                </c:pt>
                <c:pt idx="2030">
                  <c:v>17.267749999999999</c:v>
                </c:pt>
                <c:pt idx="2031">
                  <c:v>22.854375000000001</c:v>
                </c:pt>
                <c:pt idx="2032">
                  <c:v>27.438749999999999</c:v>
                </c:pt>
                <c:pt idx="2033">
                  <c:v>3.5568749999999998</c:v>
                </c:pt>
                <c:pt idx="2034">
                  <c:v>20.827999999999996</c:v>
                </c:pt>
                <c:pt idx="2035">
                  <c:v>45.223125000000003</c:v>
                </c:pt>
                <c:pt idx="2036">
                  <c:v>44.185124999999999</c:v>
                </c:pt>
                <c:pt idx="2037">
                  <c:v>9.1440000000000001</c:v>
                </c:pt>
                <c:pt idx="2038">
                  <c:v>13.715999999999999</c:v>
                </c:pt>
                <c:pt idx="2039">
                  <c:v>24.885874999999999</c:v>
                </c:pt>
                <c:pt idx="2040">
                  <c:v>80.692499999999995</c:v>
                </c:pt>
                <c:pt idx="2041">
                  <c:v>30.980374999999999</c:v>
                </c:pt>
                <c:pt idx="2042">
                  <c:v>23.870125000000005</c:v>
                </c:pt>
                <c:pt idx="2043">
                  <c:v>68.004999999999995</c:v>
                </c:pt>
                <c:pt idx="2044">
                  <c:v>71.504625000000004</c:v>
                </c:pt>
                <c:pt idx="2045">
                  <c:v>63.4375</c:v>
                </c:pt>
                <c:pt idx="2046">
                  <c:v>71.575125000000014</c:v>
                </c:pt>
                <c:pt idx="2047">
                  <c:v>7.6143749999999999</c:v>
                </c:pt>
                <c:pt idx="2048">
                  <c:v>1.5228750000000002</c:v>
                </c:pt>
                <c:pt idx="2049">
                  <c:v>35.533749999999998</c:v>
                </c:pt>
                <c:pt idx="2050">
                  <c:v>15.736375000000001</c:v>
                </c:pt>
                <c:pt idx="2051">
                  <c:v>18.278999999999996</c:v>
                </c:pt>
                <c:pt idx="2052">
                  <c:v>39.116</c:v>
                </c:pt>
                <c:pt idx="2053">
                  <c:v>15.2325</c:v>
                </c:pt>
                <c:pt idx="2054">
                  <c:v>27.94</c:v>
                </c:pt>
                <c:pt idx="2055">
                  <c:v>69.595999999999989</c:v>
                </c:pt>
                <c:pt idx="2056">
                  <c:v>35.069249999999997</c:v>
                </c:pt>
                <c:pt idx="2057">
                  <c:v>26.950500000000002</c:v>
                </c:pt>
                <c:pt idx="2058">
                  <c:v>49.3245</c:v>
                </c:pt>
                <c:pt idx="2059">
                  <c:v>51.371124999999992</c:v>
                </c:pt>
                <c:pt idx="2060">
                  <c:v>81.42</c:v>
                </c:pt>
                <c:pt idx="2061">
                  <c:v>71.224999999999994</c:v>
                </c:pt>
                <c:pt idx="2062">
                  <c:v>50.887500000000003</c:v>
                </c:pt>
                <c:pt idx="2063">
                  <c:v>47.302124999999997</c:v>
                </c:pt>
                <c:pt idx="2064">
                  <c:v>48.319375000000001</c:v>
                </c:pt>
                <c:pt idx="2065">
                  <c:v>40.71</c:v>
                </c:pt>
                <c:pt idx="2066">
                  <c:v>36.657000000000004</c:v>
                </c:pt>
                <c:pt idx="2067">
                  <c:v>48.331249999999997</c:v>
                </c:pt>
                <c:pt idx="2068">
                  <c:v>43.233125000000001</c:v>
                </c:pt>
                <c:pt idx="2069">
                  <c:v>76.256249999999994</c:v>
                </c:pt>
                <c:pt idx="2070">
                  <c:v>85.957624999999979</c:v>
                </c:pt>
                <c:pt idx="2071">
                  <c:v>53.847999999999992</c:v>
                </c:pt>
                <c:pt idx="2072">
                  <c:v>57.389875000000004</c:v>
                </c:pt>
                <c:pt idx="2073">
                  <c:v>54.904499999999999</c:v>
                </c:pt>
                <c:pt idx="2074">
                  <c:v>70.086749999999995</c:v>
                </c:pt>
                <c:pt idx="2075">
                  <c:v>57.869250000000001</c:v>
                </c:pt>
                <c:pt idx="2076">
                  <c:v>63.897750000000002</c:v>
                </c:pt>
                <c:pt idx="2077">
                  <c:v>66.956999999999994</c:v>
                </c:pt>
                <c:pt idx="2078">
                  <c:v>44.119875</c:v>
                </c:pt>
                <c:pt idx="2079">
                  <c:v>63.4375</c:v>
                </c:pt>
                <c:pt idx="2080">
                  <c:v>43.094999999999999</c:v>
                </c:pt>
                <c:pt idx="2081">
                  <c:v>47.151000000000003</c:v>
                </c:pt>
                <c:pt idx="2082">
                  <c:v>60.78</c:v>
                </c:pt>
                <c:pt idx="2083">
                  <c:v>58.739500000000007</c:v>
                </c:pt>
                <c:pt idx="2084">
                  <c:v>95.245500000000021</c:v>
                </c:pt>
                <c:pt idx="2085">
                  <c:v>50.637500000000003</c:v>
                </c:pt>
                <c:pt idx="2086">
                  <c:v>72.882000000000005</c:v>
                </c:pt>
                <c:pt idx="2087">
                  <c:v>59.245875000000012</c:v>
                </c:pt>
                <c:pt idx="2088">
                  <c:v>47.587499999999999</c:v>
                </c:pt>
                <c:pt idx="2089">
                  <c:v>58.695999999999998</c:v>
                </c:pt>
                <c:pt idx="2090">
                  <c:v>144.31687500000001</c:v>
                </c:pt>
                <c:pt idx="2091">
                  <c:v>54.728999999999999</c:v>
                </c:pt>
                <c:pt idx="2092">
                  <c:v>30.3825</c:v>
                </c:pt>
                <c:pt idx="2093">
                  <c:v>54.168750000000003</c:v>
                </c:pt>
                <c:pt idx="2094">
                  <c:v>35.970374999999997</c:v>
                </c:pt>
                <c:pt idx="2095">
                  <c:v>69.441874999999996</c:v>
                </c:pt>
                <c:pt idx="2096">
                  <c:v>44.582999999999998</c:v>
                </c:pt>
                <c:pt idx="2097">
                  <c:v>37.508749999999999</c:v>
                </c:pt>
                <c:pt idx="2098">
                  <c:v>18.242999999999999</c:v>
                </c:pt>
                <c:pt idx="2099">
                  <c:v>35.446249999999999</c:v>
                </c:pt>
                <c:pt idx="2100">
                  <c:v>22.2805</c:v>
                </c:pt>
                <c:pt idx="2101">
                  <c:v>38.494</c:v>
                </c:pt>
                <c:pt idx="2102">
                  <c:v>27.857500000000002</c:v>
                </c:pt>
                <c:pt idx="2103">
                  <c:v>11.652374999999999</c:v>
                </c:pt>
                <c:pt idx="2104">
                  <c:v>25.318750000000001</c:v>
                </c:pt>
                <c:pt idx="2105">
                  <c:v>122.57299999999999</c:v>
                </c:pt>
                <c:pt idx="2106">
                  <c:v>34.957124999999998</c:v>
                </c:pt>
                <c:pt idx="2107">
                  <c:v>9.1147500000000008</c:v>
                </c:pt>
                <c:pt idx="2108">
                  <c:v>14.178500000000003</c:v>
                </c:pt>
                <c:pt idx="2109">
                  <c:v>24.812374999999999</c:v>
                </c:pt>
                <c:pt idx="2110">
                  <c:v>15.19125</c:v>
                </c:pt>
                <c:pt idx="2111">
                  <c:v>97.152000000000001</c:v>
                </c:pt>
                <c:pt idx="2112">
                  <c:v>52.118000000000002</c:v>
                </c:pt>
                <c:pt idx="2113">
                  <c:v>26.305499999999995</c:v>
                </c:pt>
                <c:pt idx="2114">
                  <c:v>131.39750000000001</c:v>
                </c:pt>
                <c:pt idx="2115">
                  <c:v>44.9895</c:v>
                </c:pt>
                <c:pt idx="2116">
                  <c:v>68.31</c:v>
                </c:pt>
                <c:pt idx="2117">
                  <c:v>41.471500000000006</c:v>
                </c:pt>
                <c:pt idx="2118">
                  <c:v>63.692999999999991</c:v>
                </c:pt>
                <c:pt idx="2119">
                  <c:v>34.896749999999997</c:v>
                </c:pt>
                <c:pt idx="2120">
                  <c:v>7.0805000000000016</c:v>
                </c:pt>
                <c:pt idx="2121">
                  <c:v>44.03287499999999</c:v>
                </c:pt>
                <c:pt idx="2122">
                  <c:v>22.258500000000002</c:v>
                </c:pt>
                <c:pt idx="2123">
                  <c:v>3.5419999999999998</c:v>
                </c:pt>
                <c:pt idx="2124">
                  <c:v>7.0805000000000016</c:v>
                </c:pt>
                <c:pt idx="2125">
                  <c:v>41.46125</c:v>
                </c:pt>
                <c:pt idx="2126">
                  <c:v>13.152749999999997</c:v>
                </c:pt>
                <c:pt idx="2127">
                  <c:v>9.6092500000000012</c:v>
                </c:pt>
                <c:pt idx="2128">
                  <c:v>#N/A</c:v>
                </c:pt>
                <c:pt idx="2129">
                  <c:v>#N/A</c:v>
                </c:pt>
                <c:pt idx="2130">
                  <c:v>33.387749999999997</c:v>
                </c:pt>
                <c:pt idx="2131">
                  <c:v>90.641125000000017</c:v>
                </c:pt>
                <c:pt idx="2132">
                  <c:v>107.4045</c:v>
                </c:pt>
                <c:pt idx="2133">
                  <c:v>32.922499999999999</c:v>
                </c:pt>
                <c:pt idx="2134">
                  <c:v>34.450499999999998</c:v>
                </c:pt>
                <c:pt idx="2135">
                  <c:v>34.982999999999997</c:v>
                </c:pt>
                <c:pt idx="2136">
                  <c:v>35.472499999999997</c:v>
                </c:pt>
                <c:pt idx="2137">
                  <c:v>39.536250000000003</c:v>
                </c:pt>
                <c:pt idx="2138">
                  <c:v>21.800999999999998</c:v>
                </c:pt>
                <c:pt idx="2139">
                  <c:v>69.510374999999996</c:v>
                </c:pt>
                <c:pt idx="2140">
                  <c:v>54.783000000000001</c:v>
                </c:pt>
                <c:pt idx="2141">
                  <c:v>66.989999999999995</c:v>
                </c:pt>
                <c:pt idx="2142">
                  <c:v>53.8215</c:v>
                </c:pt>
                <c:pt idx="2143">
                  <c:v>45.674999999999997</c:v>
                </c:pt>
                <c:pt idx="2144">
                  <c:v>37.056625000000004</c:v>
                </c:pt>
                <c:pt idx="2145">
                  <c:v>16.759875000000001</c:v>
                </c:pt>
                <c:pt idx="2146">
                  <c:v>88.943749999999994</c:v>
                </c:pt>
                <c:pt idx="2147">
                  <c:v>33.552750000000003</c:v>
                </c:pt>
                <c:pt idx="2148">
                  <c:v>27.459</c:v>
                </c:pt>
                <c:pt idx="2149">
                  <c:v>43.752499999999998</c:v>
                </c:pt>
                <c:pt idx="2150">
                  <c:v>11.70125</c:v>
                </c:pt>
                <c:pt idx="2151">
                  <c:v>145.53825000000001</c:v>
                </c:pt>
                <c:pt idx="2152">
                  <c:v>70.716250000000002</c:v>
                </c:pt>
                <c:pt idx="2153">
                  <c:v>117.09875</c:v>
                </c:pt>
                <c:pt idx="2154">
                  <c:v>164.52812499999999</c:v>
                </c:pt>
                <c:pt idx="2155">
                  <c:v>72.858500000000006</c:v>
                </c:pt>
                <c:pt idx="2156">
                  <c:v>35.155500000000004</c:v>
                </c:pt>
                <c:pt idx="2157">
                  <c:v>72.295749999999998</c:v>
                </c:pt>
                <c:pt idx="2158">
                  <c:v>136.3785</c:v>
                </c:pt>
                <c:pt idx="2159">
                  <c:v>52.427</c:v>
                </c:pt>
                <c:pt idx="2160">
                  <c:v>54.422874999999991</c:v>
                </c:pt>
                <c:pt idx="2161">
                  <c:v>43.741750000000003</c:v>
                </c:pt>
                <c:pt idx="2162">
                  <c:v>76.764624999999995</c:v>
                </c:pt>
                <c:pt idx="2163">
                  <c:v>68.698125000000005</c:v>
                </c:pt>
                <c:pt idx="2164">
                  <c:v>39.662999999999997</c:v>
                </c:pt>
                <c:pt idx="2165">
                  <c:v>19.327749999999998</c:v>
                </c:pt>
                <c:pt idx="2166">
                  <c:v>60.96</c:v>
                </c:pt>
                <c:pt idx="2167">
                  <c:v>74.20450000000001</c:v>
                </c:pt>
                <c:pt idx="2168">
                  <c:v>32.543999999999997</c:v>
                </c:pt>
                <c:pt idx="2169">
                  <c:v>49.288125000000001</c:v>
                </c:pt>
                <c:pt idx="2170">
                  <c:v>109.19312499999999</c:v>
                </c:pt>
                <c:pt idx="2171">
                  <c:v>50.304375</c:v>
                </c:pt>
                <c:pt idx="2172">
                  <c:v>35.551250000000003</c:v>
                </c:pt>
                <c:pt idx="2173">
                  <c:v>21.325499999999998</c:v>
                </c:pt>
                <c:pt idx="2174">
                  <c:v>110.317375</c:v>
                </c:pt>
                <c:pt idx="2175">
                  <c:v>25.914375</c:v>
                </c:pt>
                <c:pt idx="2176">
                  <c:v>28.977374999999995</c:v>
                </c:pt>
                <c:pt idx="2177">
                  <c:v>67.204499999999996</c:v>
                </c:pt>
                <c:pt idx="2178">
                  <c:v>21.887</c:v>
                </c:pt>
                <c:pt idx="2179">
                  <c:v>32.576000000000001</c:v>
                </c:pt>
                <c:pt idx="2180">
                  <c:v>16.288</c:v>
                </c:pt>
                <c:pt idx="2181">
                  <c:v>43.752499999999998</c:v>
                </c:pt>
                <c:pt idx="2182">
                  <c:v>53.431874999999998</c:v>
                </c:pt>
                <c:pt idx="2183">
                  <c:v>80.970749999999995</c:v>
                </c:pt>
                <c:pt idx="2184">
                  <c:v>63.162500000000001</c:v>
                </c:pt>
                <c:pt idx="2185">
                  <c:v>61.588999999999999</c:v>
                </c:pt>
                <c:pt idx="2186">
                  <c:v>19.846125000000001</c:v>
                </c:pt>
                <c:pt idx="2187">
                  <c:v>64.149749999999997</c:v>
                </c:pt>
                <c:pt idx="2188">
                  <c:v>33.594000000000001</c:v>
                </c:pt>
                <c:pt idx="2189">
                  <c:v>59.50912499999999</c:v>
                </c:pt>
                <c:pt idx="2190">
                  <c:v>85.47</c:v>
                </c:pt>
                <c:pt idx="2191">
                  <c:v>13.227499999999999</c:v>
                </c:pt>
                <c:pt idx="2192">
                  <c:v>34.612000000000002</c:v>
                </c:pt>
                <c:pt idx="2193">
                  <c:v>28.49</c:v>
                </c:pt>
                <c:pt idx="2194">
                  <c:v>33.085000000000001</c:v>
                </c:pt>
                <c:pt idx="2195">
                  <c:v>21.388500000000001</c:v>
                </c:pt>
                <c:pt idx="2196">
                  <c:v>38.203125</c:v>
                </c:pt>
                <c:pt idx="2197">
                  <c:v>23.431249999999999</c:v>
                </c:pt>
                <c:pt idx="2198">
                  <c:v>11.206250000000001</c:v>
                </c:pt>
                <c:pt idx="2199">
                  <c:v>24.437999999999999</c:v>
                </c:pt>
                <c:pt idx="2200">
                  <c:v>19.361000000000001</c:v>
                </c:pt>
                <c:pt idx="2201">
                  <c:v>7.1330000000000009</c:v>
                </c:pt>
                <c:pt idx="2202">
                  <c:v>48.923999999999999</c:v>
                </c:pt>
                <c:pt idx="2203">
                  <c:v>336.09</c:v>
                </c:pt>
                <c:pt idx="2204">
                  <c:v>205.58037500000003</c:v>
                </c:pt>
                <c:pt idx="2205">
                  <c:v>127.05225</c:v>
                </c:pt>
                <c:pt idx="2206">
                  <c:v>83.721999999999994</c:v>
                </c:pt>
                <c:pt idx="2207">
                  <c:v>139.29824999999997</c:v>
                </c:pt>
                <c:pt idx="2208">
                  <c:v>108.1995</c:v>
                </c:pt>
                <c:pt idx="2209">
                  <c:v>85.68</c:v>
                </c:pt>
                <c:pt idx="2210">
                  <c:v>22.445499999999999</c:v>
                </c:pt>
                <c:pt idx="2211">
                  <c:v>60.209499999999998</c:v>
                </c:pt>
                <c:pt idx="2212">
                  <c:v>17.35275</c:v>
                </c:pt>
                <c:pt idx="2213">
                  <c:v>69.427999999999997</c:v>
                </c:pt>
                <c:pt idx="2214">
                  <c:v>60.764375000000001</c:v>
                </c:pt>
                <c:pt idx="2215">
                  <c:v>61.800750000000008</c:v>
                </c:pt>
                <c:pt idx="2216">
                  <c:v>30.156375000000001</c:v>
                </c:pt>
                <c:pt idx="2217">
                  <c:v>65.424000000000007</c:v>
                </c:pt>
                <c:pt idx="2218">
                  <c:v>48.045749999999998</c:v>
                </c:pt>
                <c:pt idx="2219">
                  <c:v>201.94374999999999</c:v>
                </c:pt>
                <c:pt idx="2220">
                  <c:v>44.478749999999998</c:v>
                </c:pt>
                <c:pt idx="2221">
                  <c:v>114.54800000000002</c:v>
                </c:pt>
                <c:pt idx="2222">
                  <c:v>62.853000000000002</c:v>
                </c:pt>
                <c:pt idx="2223">
                  <c:v>107.76824999999999</c:v>
                </c:pt>
                <c:pt idx="2224">
                  <c:v>105.699375</c:v>
                </c:pt>
                <c:pt idx="2225">
                  <c:v>57.161999999999999</c:v>
                </c:pt>
                <c:pt idx="2226">
                  <c:v>62.311500000000009</c:v>
                </c:pt>
                <c:pt idx="2227">
                  <c:v>132.21949999999998</c:v>
                </c:pt>
                <c:pt idx="2228">
                  <c:v>82.230750000000015</c:v>
                </c:pt>
                <c:pt idx="2229">
                  <c:v>29.098500000000001</c:v>
                </c:pt>
                <c:pt idx="2230">
                  <c:v>41.330249999999992</c:v>
                </c:pt>
                <c:pt idx="2231">
                  <c:v>106.054</c:v>
                </c:pt>
                <c:pt idx="2232">
                  <c:v>111.69</c:v>
                </c:pt>
                <c:pt idx="2233">
                  <c:v>51.969000000000008</c:v>
                </c:pt>
                <c:pt idx="2234">
                  <c:v>30.585000000000001</c:v>
                </c:pt>
                <c:pt idx="2235">
                  <c:v>63.796875</c:v>
                </c:pt>
                <c:pt idx="2236">
                  <c:v>15.303750000000001</c:v>
                </c:pt>
                <c:pt idx="2237">
                  <c:v>54.046749999999989</c:v>
                </c:pt>
                <c:pt idx="2238">
                  <c:v>#N/A</c:v>
                </c:pt>
                <c:pt idx="2239">
                  <c:v>#N/A</c:v>
                </c:pt>
                <c:pt idx="2240">
                  <c:v>40.770000000000003</c:v>
                </c:pt>
                <c:pt idx="2241">
                  <c:v>45.9</c:v>
                </c:pt>
                <c:pt idx="2242">
                  <c:v>54.073250000000009</c:v>
                </c:pt>
                <c:pt idx="2243">
                  <c:v>39.260375000000003</c:v>
                </c:pt>
                <c:pt idx="2244">
                  <c:v>90.78</c:v>
                </c:pt>
                <c:pt idx="2245">
                  <c:v>31.627749999999999</c:v>
                </c:pt>
                <c:pt idx="2246">
                  <c:v>21.93</c:v>
                </c:pt>
                <c:pt idx="2247">
                  <c:v>47.97525000000001</c:v>
                </c:pt>
                <c:pt idx="2248">
                  <c:v>61.26</c:v>
                </c:pt>
                <c:pt idx="2249">
                  <c:v>15.315</c:v>
                </c:pt>
                <c:pt idx="2250">
                  <c:v>75.609499999999997</c:v>
                </c:pt>
                <c:pt idx="2251">
                  <c:v>26.054625000000001</c:v>
                </c:pt>
                <c:pt idx="2252">
                  <c:v>38.807499999999997</c:v>
                </c:pt>
                <c:pt idx="2253">
                  <c:v>48.509374999999999</c:v>
                </c:pt>
                <c:pt idx="2254">
                  <c:v>24.516000000000005</c:v>
                </c:pt>
                <c:pt idx="2255">
                  <c:v>16.34</c:v>
                </c:pt>
                <c:pt idx="2256">
                  <c:v>28.063749999999999</c:v>
                </c:pt>
                <c:pt idx="2257">
                  <c:v>16.327999999999999</c:v>
                </c:pt>
                <c:pt idx="2258">
                  <c:v>16.324000000000002</c:v>
                </c:pt>
                <c:pt idx="2259">
                  <c:v>15.303750000000001</c:v>
                </c:pt>
                <c:pt idx="2260">
                  <c:v>25.524999999999999</c:v>
                </c:pt>
                <c:pt idx="2261">
                  <c:v>42.881999999999998</c:v>
                </c:pt>
                <c:pt idx="2262">
                  <c:v>37.767749999999999</c:v>
                </c:pt>
                <c:pt idx="2263">
                  <c:v>12.255000000000001</c:v>
                </c:pt>
                <c:pt idx="2264">
                  <c:v>60.764375000000001</c:v>
                </c:pt>
                <c:pt idx="2265">
                  <c:v>27.580500000000001</c:v>
                </c:pt>
                <c:pt idx="2266">
                  <c:v>22.989374999999999</c:v>
                </c:pt>
                <c:pt idx="2267">
                  <c:v>44.957000000000001</c:v>
                </c:pt>
                <c:pt idx="2268">
                  <c:v>35.267625000000002</c:v>
                </c:pt>
                <c:pt idx="2269">
                  <c:v>39.867749999999994</c:v>
                </c:pt>
                <c:pt idx="2270">
                  <c:v>14.822624999999997</c:v>
                </c:pt>
                <c:pt idx="2271">
                  <c:v>23.517499999999998</c:v>
                </c:pt>
                <c:pt idx="2272">
                  <c:v>48.080999999999989</c:v>
                </c:pt>
                <c:pt idx="2273">
                  <c:v>42.454500000000003</c:v>
                </c:pt>
                <c:pt idx="2274">
                  <c:v>36.819000000000003</c:v>
                </c:pt>
                <c:pt idx="2275">
                  <c:v>34.765000000000001</c:v>
                </c:pt>
                <c:pt idx="2276">
                  <c:v>55.72625</c:v>
                </c:pt>
                <c:pt idx="2277">
                  <c:v>29.674250000000001</c:v>
                </c:pt>
                <c:pt idx="2278">
                  <c:v>42.976500000000009</c:v>
                </c:pt>
                <c:pt idx="2279">
                  <c:v>72.686250000000001</c:v>
                </c:pt>
                <c:pt idx="2280">
                  <c:v>20.981749999999998</c:v>
                </c:pt>
                <c:pt idx="2281">
                  <c:v>32.240249999999996</c:v>
                </c:pt>
                <c:pt idx="2282">
                  <c:v>40.96</c:v>
                </c:pt>
                <c:pt idx="2283">
                  <c:v>26.623999999999999</c:v>
                </c:pt>
                <c:pt idx="2284">
                  <c:v>13.311999999999999</c:v>
                </c:pt>
                <c:pt idx="2285">
                  <c:v>63.519000000000013</c:v>
                </c:pt>
                <c:pt idx="2286">
                  <c:v>31.767250000000001</c:v>
                </c:pt>
                <c:pt idx="2287">
                  <c:v>83.004750000000001</c:v>
                </c:pt>
                <c:pt idx="2288">
                  <c:v>80.403625000000005</c:v>
                </c:pt>
                <c:pt idx="2289">
                  <c:v>60.445500000000003</c:v>
                </c:pt>
                <c:pt idx="2290">
                  <c:v>110.727</c:v>
                </c:pt>
                <c:pt idx="2291">
                  <c:v>83.557874999999996</c:v>
                </c:pt>
                <c:pt idx="2292">
                  <c:v>45.133000000000003</c:v>
                </c:pt>
                <c:pt idx="2293">
                  <c:v>133.893</c:v>
                </c:pt>
                <c:pt idx="2294">
                  <c:v>71.819999999999993</c:v>
                </c:pt>
                <c:pt idx="2295">
                  <c:v>32.832000000000001</c:v>
                </c:pt>
                <c:pt idx="2296">
                  <c:v>56.43</c:v>
                </c:pt>
                <c:pt idx="2297">
                  <c:v>62.057875000000003</c:v>
                </c:pt>
                <c:pt idx="2298">
                  <c:v>66.112499999999997</c:v>
                </c:pt>
                <c:pt idx="2299">
                  <c:v>59.947874999999989</c:v>
                </c:pt>
                <c:pt idx="2300">
                  <c:v>42.558250000000001</c:v>
                </c:pt>
                <c:pt idx="2301">
                  <c:v>45.1</c:v>
                </c:pt>
                <c:pt idx="2302">
                  <c:v>97.375</c:v>
                </c:pt>
                <c:pt idx="2303">
                  <c:v>39.472124999999998</c:v>
                </c:pt>
                <c:pt idx="2304">
                  <c:v>170.49600000000001</c:v>
                </c:pt>
                <c:pt idx="2305">
                  <c:v>52.748874999999998</c:v>
                </c:pt>
                <c:pt idx="2306">
                  <c:v>158.09212500000001</c:v>
                </c:pt>
                <c:pt idx="2307">
                  <c:v>96.578999999999994</c:v>
                </c:pt>
                <c:pt idx="2308">
                  <c:v>56.196249999999999</c:v>
                </c:pt>
                <c:pt idx="2309">
                  <c:v>66.495000000000005</c:v>
                </c:pt>
                <c:pt idx="2310">
                  <c:v>75.683499999999995</c:v>
                </c:pt>
                <c:pt idx="2311">
                  <c:v>61.35</c:v>
                </c:pt>
                <c:pt idx="2312">
                  <c:v>44.500500000000002</c:v>
                </c:pt>
                <c:pt idx="2313">
                  <c:v>92.536249999999995</c:v>
                </c:pt>
                <c:pt idx="2314">
                  <c:v>82.190499999999986</c:v>
                </c:pt>
                <c:pt idx="2315">
                  <c:v>57.686500000000002</c:v>
                </c:pt>
                <c:pt idx="2316">
                  <c:v>52.058250000000001</c:v>
                </c:pt>
                <c:pt idx="2317">
                  <c:v>27.049875</c:v>
                </c:pt>
                <c:pt idx="2318">
                  <c:v>83.252250000000004</c:v>
                </c:pt>
                <c:pt idx="2319">
                  <c:v>17.871874999999999</c:v>
                </c:pt>
                <c:pt idx="2320">
                  <c:v>32.177250000000008</c:v>
                </c:pt>
                <c:pt idx="2321">
                  <c:v>55.215000000000003</c:v>
                </c:pt>
                <c:pt idx="2322">
                  <c:v>25.045124999999999</c:v>
                </c:pt>
                <c:pt idx="2323">
                  <c:v>26.048250000000003</c:v>
                </c:pt>
                <c:pt idx="2324">
                  <c:v>21.462000000000003</c:v>
                </c:pt>
                <c:pt idx="2325">
                  <c:v>15.841000000000003</c:v>
                </c:pt>
                <c:pt idx="2326">
                  <c:v>83.252250000000004</c:v>
                </c:pt>
                <c:pt idx="2327">
                  <c:v>24.527999999999999</c:v>
                </c:pt>
                <c:pt idx="2328">
                  <c:v>38.835999999999999</c:v>
                </c:pt>
                <c:pt idx="2329">
                  <c:v>18.907</c:v>
                </c:pt>
                <c:pt idx="2330">
                  <c:v>18.391499999999997</c:v>
                </c:pt>
                <c:pt idx="2331">
                  <c:v>35.241750000000003</c:v>
                </c:pt>
                <c:pt idx="2332">
                  <c:v>23.999375000000001</c:v>
                </c:pt>
                <c:pt idx="2333">
                  <c:v>45.922499999999999</c:v>
                </c:pt>
                <c:pt idx="2334">
                  <c:v>109.623125</c:v>
                </c:pt>
                <c:pt idx="2335">
                  <c:v>19.885124999999999</c:v>
                </c:pt>
                <c:pt idx="2336">
                  <c:v>27.526499999999999</c:v>
                </c:pt>
                <c:pt idx="2337">
                  <c:v>30.082625</c:v>
                </c:pt>
                <c:pt idx="2338">
                  <c:v>73.385999999999996</c:v>
                </c:pt>
                <c:pt idx="2339">
                  <c:v>73.859375</c:v>
                </c:pt>
                <c:pt idx="2340">
                  <c:v>45.378875000000001</c:v>
                </c:pt>
                <c:pt idx="2341">
                  <c:v>56.568375000000003</c:v>
                </c:pt>
                <c:pt idx="2342">
                  <c:v>35.664999999999999</c:v>
                </c:pt>
                <c:pt idx="2343">
                  <c:v>19.361000000000001</c:v>
                </c:pt>
                <c:pt idx="2344">
                  <c:v>71.839500000000015</c:v>
                </c:pt>
                <c:pt idx="2345">
                  <c:v>91.642499999999998</c:v>
                </c:pt>
                <c:pt idx="2346">
                  <c:v>81.42</c:v>
                </c:pt>
                <c:pt idx="2347">
                  <c:v>31.064249999999994</c:v>
                </c:pt>
                <c:pt idx="2348">
                  <c:v>30.045750000000002</c:v>
                </c:pt>
                <c:pt idx="2349">
                  <c:v>27.486000000000001</c:v>
                </c:pt>
                <c:pt idx="2350">
                  <c:v>16.797000000000001</c:v>
                </c:pt>
                <c:pt idx="2351">
                  <c:v>16.797000000000001</c:v>
                </c:pt>
                <c:pt idx="2352">
                  <c:v>10.686375</c:v>
                </c:pt>
                <c:pt idx="2353">
                  <c:v>46.296250000000001</c:v>
                </c:pt>
                <c:pt idx="2354">
                  <c:v>63.054000000000009</c:v>
                </c:pt>
                <c:pt idx="2355">
                  <c:v>76.802374999999984</c:v>
                </c:pt>
                <c:pt idx="2356">
                  <c:v>17.806249999999999</c:v>
                </c:pt>
                <c:pt idx="2357">
                  <c:v>92.038499999999999</c:v>
                </c:pt>
                <c:pt idx="2358">
                  <c:v>105.71599999999999</c:v>
                </c:pt>
                <c:pt idx="2359">
                  <c:v>65.055999999999997</c:v>
                </c:pt>
                <c:pt idx="2360">
                  <c:v>40.68</c:v>
                </c:pt>
                <c:pt idx="2361">
                  <c:v>61.02</c:v>
                </c:pt>
                <c:pt idx="2362">
                  <c:v>62.00650000000001</c:v>
                </c:pt>
                <c:pt idx="2363">
                  <c:v>81.908749999999998</c:v>
                </c:pt>
                <c:pt idx="2364">
                  <c:v>39.701999999999998</c:v>
                </c:pt>
                <c:pt idx="2365">
                  <c:v>28.524999999999999</c:v>
                </c:pt>
                <c:pt idx="2366">
                  <c:v>65.677125000000004</c:v>
                </c:pt>
                <c:pt idx="2367">
                  <c:v>67.220999999999989</c:v>
                </c:pt>
                <c:pt idx="2368">
                  <c:v>11.206250000000001</c:v>
                </c:pt>
                <c:pt idx="2369">
                  <c:v>73.385999999999996</c:v>
                </c:pt>
                <c:pt idx="2370">
                  <c:v>32.607999999999997</c:v>
                </c:pt>
                <c:pt idx="2371">
                  <c:v>51.434249999999992</c:v>
                </c:pt>
                <c:pt idx="2372">
                  <c:v>31.565750000000005</c:v>
                </c:pt>
                <c:pt idx="2373">
                  <c:v>35.664999999999999</c:v>
                </c:pt>
                <c:pt idx="2374">
                  <c:v>28.008749999999999</c:v>
                </c:pt>
                <c:pt idx="2375">
                  <c:v>29.514750000000006</c:v>
                </c:pt>
                <c:pt idx="2376">
                  <c:v>65.612624999999994</c:v>
                </c:pt>
                <c:pt idx="2377">
                  <c:v>22.3795</c:v>
                </c:pt>
                <c:pt idx="2378">
                  <c:v>23.408250000000006</c:v>
                </c:pt>
                <c:pt idx="2379">
                  <c:v>72.189250000000001</c:v>
                </c:pt>
                <c:pt idx="2380">
                  <c:v>53.901000000000003</c:v>
                </c:pt>
                <c:pt idx="2381">
                  <c:v>37.647500000000001</c:v>
                </c:pt>
                <c:pt idx="2382">
                  <c:v>16.28</c:v>
                </c:pt>
                <c:pt idx="2383">
                  <c:v>85.873125000000002</c:v>
                </c:pt>
                <c:pt idx="2384">
                  <c:v>40.141874999999999</c:v>
                </c:pt>
                <c:pt idx="2385">
                  <c:v>25.907999999999994</c:v>
                </c:pt>
                <c:pt idx="2386">
                  <c:v>25.387499999999999</c:v>
                </c:pt>
                <c:pt idx="2387">
                  <c:v>80.811750000000004</c:v>
                </c:pt>
                <c:pt idx="2388">
                  <c:v>21.351749999999999</c:v>
                </c:pt>
                <c:pt idx="2389">
                  <c:v>27.452249999999999</c:v>
                </c:pt>
                <c:pt idx="2390">
                  <c:v>24.413999999999994</c:v>
                </c:pt>
                <c:pt idx="2391">
                  <c:v>19.3325</c:v>
                </c:pt>
                <c:pt idx="2392">
                  <c:v>14.248500000000002</c:v>
                </c:pt>
                <c:pt idx="2393">
                  <c:v>42.267749999999992</c:v>
                </c:pt>
                <c:pt idx="2394">
                  <c:v>51.434249999999992</c:v>
                </c:pt>
                <c:pt idx="2395">
                  <c:v>37.175249999999998</c:v>
                </c:pt>
                <c:pt idx="2396">
                  <c:v>64.118250000000003</c:v>
                </c:pt>
                <c:pt idx="2397">
                  <c:v>25.965375000000002</c:v>
                </c:pt>
                <c:pt idx="2398">
                  <c:v>29.027249999999999</c:v>
                </c:pt>
                <c:pt idx="2399">
                  <c:v>31.041375000000006</c:v>
                </c:pt>
                <c:pt idx="2400">
                  <c:v>30.023624999999999</c:v>
                </c:pt>
                <c:pt idx="2401">
                  <c:v>15.775124999999999</c:v>
                </c:pt>
                <c:pt idx="2402">
                  <c:v>27.486000000000001</c:v>
                </c:pt>
                <c:pt idx="2403">
                  <c:v>16.792875000000002</c:v>
                </c:pt>
                <c:pt idx="2404">
                  <c:v>9.1597500000000007</c:v>
                </c:pt>
                <c:pt idx="2405">
                  <c:v>64.197000000000003</c:v>
                </c:pt>
                <c:pt idx="2406">
                  <c:v>75.424499999999995</c:v>
                </c:pt>
                <c:pt idx="2407">
                  <c:v>94.883250000000004</c:v>
                </c:pt>
                <c:pt idx="2408">
                  <c:v>181.31625</c:v>
                </c:pt>
                <c:pt idx="2409">
                  <c:v>77.595999999999989</c:v>
                </c:pt>
                <c:pt idx="2410">
                  <c:v>191.06725</c:v>
                </c:pt>
                <c:pt idx="2411">
                  <c:v>92.377875000000003</c:v>
                </c:pt>
                <c:pt idx="2412">
                  <c:v>56.693250000000006</c:v>
                </c:pt>
                <c:pt idx="2413">
                  <c:v>30.6525</c:v>
                </c:pt>
                <c:pt idx="2414">
                  <c:v>90.891249999999999</c:v>
                </c:pt>
                <c:pt idx="2415">
                  <c:v>42.361125000000001</c:v>
                </c:pt>
                <c:pt idx="2416">
                  <c:v>46.489624999999997</c:v>
                </c:pt>
                <c:pt idx="2417">
                  <c:v>25.5625</c:v>
                </c:pt>
                <c:pt idx="2418">
                  <c:v>69.989874999999998</c:v>
                </c:pt>
                <c:pt idx="2419">
                  <c:v>30.66</c:v>
                </c:pt>
                <c:pt idx="2420">
                  <c:v>151.441</c:v>
                </c:pt>
                <c:pt idx="2421">
                  <c:v>42.976500000000009</c:v>
                </c:pt>
                <c:pt idx="2422">
                  <c:v>57.743000000000002</c:v>
                </c:pt>
                <c:pt idx="2423">
                  <c:v>38.334375000000001</c:v>
                </c:pt>
                <c:pt idx="2424">
                  <c:v>24.022874999999999</c:v>
                </c:pt>
                <c:pt idx="2425">
                  <c:v>20.45</c:v>
                </c:pt>
                <c:pt idx="2426">
                  <c:v>51.674124999999997</c:v>
                </c:pt>
                <c:pt idx="2427">
                  <c:v>41.411250000000003</c:v>
                </c:pt>
                <c:pt idx="2428">
                  <c:v>53.222000000000001</c:v>
                </c:pt>
                <c:pt idx="2429">
                  <c:v>146.90812500000001</c:v>
                </c:pt>
                <c:pt idx="2430">
                  <c:v>74.788499999999999</c:v>
                </c:pt>
                <c:pt idx="2431">
                  <c:v>78.867249999999984</c:v>
                </c:pt>
                <c:pt idx="2432">
                  <c:v>65.536000000000001</c:v>
                </c:pt>
                <c:pt idx="2433">
                  <c:v>57.827750000000002</c:v>
                </c:pt>
                <c:pt idx="2434">
                  <c:v>44.511375000000001</c:v>
                </c:pt>
                <c:pt idx="2435">
                  <c:v>56.251249999999999</c:v>
                </c:pt>
                <c:pt idx="2436">
                  <c:v>100.18049999999999</c:v>
                </c:pt>
                <c:pt idx="2437">
                  <c:v>47.000500000000002</c:v>
                </c:pt>
                <c:pt idx="2438">
                  <c:v>80.266249999999999</c:v>
                </c:pt>
                <c:pt idx="2439">
                  <c:v>36.827999999999996</c:v>
                </c:pt>
                <c:pt idx="2440">
                  <c:v>29.674250000000001</c:v>
                </c:pt>
                <c:pt idx="2441">
                  <c:v>12.7875</c:v>
                </c:pt>
                <c:pt idx="2442">
                  <c:v>28.111875000000001</c:v>
                </c:pt>
                <c:pt idx="2443">
                  <c:v>62.914499999999997</c:v>
                </c:pt>
                <c:pt idx="2444">
                  <c:v>31.170999999999999</c:v>
                </c:pt>
                <c:pt idx="2445">
                  <c:v>31.674249999999994</c:v>
                </c:pt>
                <c:pt idx="2446">
                  <c:v>46.012500000000003</c:v>
                </c:pt>
                <c:pt idx="2447">
                  <c:v>31.186250000000001</c:v>
                </c:pt>
                <c:pt idx="2448">
                  <c:v>13.29575</c:v>
                </c:pt>
                <c:pt idx="2449">
                  <c:v>20.966375000000003</c:v>
                </c:pt>
                <c:pt idx="2450">
                  <c:v>78.240375</c:v>
                </c:pt>
                <c:pt idx="2451">
                  <c:v>18.930125</c:v>
                </c:pt>
                <c:pt idx="2452">
                  <c:v>53.234999999999999</c:v>
                </c:pt>
                <c:pt idx="2453">
                  <c:v>29.688749999999999</c:v>
                </c:pt>
                <c:pt idx="2454">
                  <c:v>53.20900000000001</c:v>
                </c:pt>
                <c:pt idx="2455">
                  <c:v>14.328999999999997</c:v>
                </c:pt>
                <c:pt idx="2456">
                  <c:v>12.281999999999998</c:v>
                </c:pt>
                <c:pt idx="2457">
                  <c:v>33.28</c:v>
                </c:pt>
                <c:pt idx="2458">
                  <c:v>7.68</c:v>
                </c:pt>
                <c:pt idx="2459">
                  <c:v>22.539000000000001</c:v>
                </c:pt>
                <c:pt idx="2460">
                  <c:v>14.339499999999999</c:v>
                </c:pt>
                <c:pt idx="2461">
                  <c:v>21.007374999999996</c:v>
                </c:pt>
                <c:pt idx="2462">
                  <c:v>28.672000000000004</c:v>
                </c:pt>
                <c:pt idx="2463">
                  <c:v>77.274249999999995</c:v>
                </c:pt>
                <c:pt idx="2464">
                  <c:v>58.822499999999998</c:v>
                </c:pt>
                <c:pt idx="2465">
                  <c:v>17.893750000000001</c:v>
                </c:pt>
                <c:pt idx="2466">
                  <c:v>15.844875</c:v>
                </c:pt>
                <c:pt idx="2467">
                  <c:v>45.512374999999999</c:v>
                </c:pt>
                <c:pt idx="2468">
                  <c:v>28.664999999999999</c:v>
                </c:pt>
                <c:pt idx="2469">
                  <c:v>7.1662499999999998</c:v>
                </c:pt>
                <c:pt idx="2470">
                  <c:v>65.488</c:v>
                </c:pt>
                <c:pt idx="2471">
                  <c:v>14.840749999999998</c:v>
                </c:pt>
                <c:pt idx="2472">
                  <c:v>13.813874999999999</c:v>
                </c:pt>
                <c:pt idx="2473">
                  <c:v>34.773500000000006</c:v>
                </c:pt>
                <c:pt idx="2474">
                  <c:v>32.72</c:v>
                </c:pt>
                <c:pt idx="2475">
                  <c:v>38.874000000000002</c:v>
                </c:pt>
                <c:pt idx="2476">
                  <c:v>17.395250000000001</c:v>
                </c:pt>
                <c:pt idx="2477">
                  <c:v>14.840749999999998</c:v>
                </c:pt>
                <c:pt idx="2478">
                  <c:v>7.6762499999999996</c:v>
                </c:pt>
                <c:pt idx="2479">
                  <c:v>23.023125</c:v>
                </c:pt>
                <c:pt idx="2480">
                  <c:v>21.47775</c:v>
                </c:pt>
                <c:pt idx="2481">
                  <c:v>42.433750000000003</c:v>
                </c:pt>
                <c:pt idx="2482">
                  <c:v>13.810499999999999</c:v>
                </c:pt>
                <c:pt idx="2483">
                  <c:v>21.999874999999999</c:v>
                </c:pt>
                <c:pt idx="2484">
                  <c:v>13.81725</c:v>
                </c:pt>
                <c:pt idx="2485">
                  <c:v>62.914499999999997</c:v>
                </c:pt>
                <c:pt idx="2486">
                  <c:v>39.375875000000001</c:v>
                </c:pt>
                <c:pt idx="2487">
                  <c:v>23.011875</c:v>
                </c:pt>
                <c:pt idx="2488">
                  <c:v>34.798999999999992</c:v>
                </c:pt>
                <c:pt idx="2489">
                  <c:v>23.529</c:v>
                </c:pt>
                <c:pt idx="2490">
                  <c:v>23.034375000000001</c:v>
                </c:pt>
                <c:pt idx="2491">
                  <c:v>29.184000000000001</c:v>
                </c:pt>
                <c:pt idx="2492">
                  <c:v>26.630499999999994</c:v>
                </c:pt>
                <c:pt idx="2493">
                  <c:v>19.465499999999999</c:v>
                </c:pt>
                <c:pt idx="2494">
                  <c:v>117.84625</c:v>
                </c:pt>
                <c:pt idx="2495">
                  <c:v>29.732250000000004</c:v>
                </c:pt>
                <c:pt idx="2496">
                  <c:v>56.901375000000009</c:v>
                </c:pt>
                <c:pt idx="2497">
                  <c:v>52.274999999999999</c:v>
                </c:pt>
                <c:pt idx="2498">
                  <c:v>39.462499999999999</c:v>
                </c:pt>
                <c:pt idx="2499">
                  <c:v>11.790375000000003</c:v>
                </c:pt>
                <c:pt idx="2500">
                  <c:v>42.568624999999997</c:v>
                </c:pt>
                <c:pt idx="2501">
                  <c:v>31.798250000000003</c:v>
                </c:pt>
                <c:pt idx="2502">
                  <c:v>11.798999999999998</c:v>
                </c:pt>
                <c:pt idx="2503">
                  <c:v>108.163875</c:v>
                </c:pt>
                <c:pt idx="2504">
                  <c:v>54.298499999999997</c:v>
                </c:pt>
                <c:pt idx="2505">
                  <c:v>12.80625</c:v>
                </c:pt>
                <c:pt idx="2506">
                  <c:v>13.834125</c:v>
                </c:pt>
                <c:pt idx="2507">
                  <c:v>36.854999999999997</c:v>
                </c:pt>
                <c:pt idx="2508">
                  <c:v>47.080999999999989</c:v>
                </c:pt>
                <c:pt idx="2509">
                  <c:v>56.32</c:v>
                </c:pt>
                <c:pt idx="2510">
                  <c:v>77.785999999999987</c:v>
                </c:pt>
                <c:pt idx="2511">
                  <c:v>60.34225</c:v>
                </c:pt>
                <c:pt idx="2512">
                  <c:v>59.904000000000011</c:v>
                </c:pt>
                <c:pt idx="2513">
                  <c:v>36.360875</c:v>
                </c:pt>
                <c:pt idx="2514">
                  <c:v>27.142624999999999</c:v>
                </c:pt>
                <c:pt idx="2515">
                  <c:v>47.674124999999997</c:v>
                </c:pt>
                <c:pt idx="2516">
                  <c:v>30.7575</c:v>
                </c:pt>
                <c:pt idx="2517">
                  <c:v>11.2805</c:v>
                </c:pt>
                <c:pt idx="2518">
                  <c:v>48.746875000000003</c:v>
                </c:pt>
                <c:pt idx="2519">
                  <c:v>53.378</c:v>
                </c:pt>
                <c:pt idx="2520">
                  <c:v>71.272249999999985</c:v>
                </c:pt>
                <c:pt idx="2521">
                  <c:v>31.300625</c:v>
                </c:pt>
                <c:pt idx="2522">
                  <c:v>60.533999999999999</c:v>
                </c:pt>
                <c:pt idx="2523">
                  <c:v>46.158749999999998</c:v>
                </c:pt>
                <c:pt idx="2524">
                  <c:v>45.612499999999997</c:v>
                </c:pt>
                <c:pt idx="2525">
                  <c:v>38.4375</c:v>
                </c:pt>
                <c:pt idx="2526">
                  <c:v>32.295375000000007</c:v>
                </c:pt>
                <c:pt idx="2527">
                  <c:v>36.890999999999998</c:v>
                </c:pt>
                <c:pt idx="2528">
                  <c:v>18.454499999999999</c:v>
                </c:pt>
                <c:pt idx="2529">
                  <c:v>10.2525</c:v>
                </c:pt>
                <c:pt idx="2530">
                  <c:v>22.037500000000001</c:v>
                </c:pt>
                <c:pt idx="2531">
                  <c:v>66.592500000000001</c:v>
                </c:pt>
                <c:pt idx="2532">
                  <c:v>41.472000000000001</c:v>
                </c:pt>
                <c:pt idx="2533">
                  <c:v>23.04</c:v>
                </c:pt>
                <c:pt idx="2534">
                  <c:v>64.527749999999997</c:v>
                </c:pt>
                <c:pt idx="2535">
                  <c:v>7.6856249999999999</c:v>
                </c:pt>
                <c:pt idx="2536">
                  <c:v>27.681750000000001</c:v>
                </c:pt>
                <c:pt idx="2537">
                  <c:v>54.338250000000009</c:v>
                </c:pt>
                <c:pt idx="2538">
                  <c:v>23.580750000000005</c:v>
                </c:pt>
                <c:pt idx="2539">
                  <c:v>18.454499999999999</c:v>
                </c:pt>
                <c:pt idx="2540">
                  <c:v>13.834125</c:v>
                </c:pt>
                <c:pt idx="2541">
                  <c:v>24.582000000000001</c:v>
                </c:pt>
                <c:pt idx="2542">
                  <c:v>9.2205000000000013</c:v>
                </c:pt>
                <c:pt idx="2543">
                  <c:v>22.037500000000001</c:v>
                </c:pt>
                <c:pt idx="2544">
                  <c:v>31.767250000000001</c:v>
                </c:pt>
                <c:pt idx="2545">
                  <c:v>18.45</c:v>
                </c:pt>
                <c:pt idx="2546">
                  <c:v>12.809374999999999</c:v>
                </c:pt>
                <c:pt idx="2547">
                  <c:v>9.2205000000000013</c:v>
                </c:pt>
                <c:pt idx="2548">
                  <c:v>25.606249999999999</c:v>
                </c:pt>
                <c:pt idx="2549">
                  <c:v>8.7061250000000001</c:v>
                </c:pt>
                <c:pt idx="2550">
                  <c:v>7.6856249999999999</c:v>
                </c:pt>
                <c:pt idx="2551">
                  <c:v>15.891375</c:v>
                </c:pt>
                <c:pt idx="2552">
                  <c:v>11.784624999999998</c:v>
                </c:pt>
                <c:pt idx="2553">
                  <c:v>18.441000000000003</c:v>
                </c:pt>
                <c:pt idx="2554">
                  <c:v>8.1999999999999993</c:v>
                </c:pt>
                <c:pt idx="2555">
                  <c:v>1.5375000000000001</c:v>
                </c:pt>
                <c:pt idx="2556">
                  <c:v>43.594374999999999</c:v>
                </c:pt>
                <c:pt idx="2557">
                  <c:v>56.416249999999998</c:v>
                </c:pt>
                <c:pt idx="2558">
                  <c:v>26.669500000000006</c:v>
                </c:pt>
                <c:pt idx="2559">
                  <c:v>70.776750000000007</c:v>
                </c:pt>
                <c:pt idx="2560">
                  <c:v>78.01400000000001</c:v>
                </c:pt>
                <c:pt idx="2561">
                  <c:v>115.50937500000001</c:v>
                </c:pt>
                <c:pt idx="2562">
                  <c:v>73.412625000000006</c:v>
                </c:pt>
                <c:pt idx="2563">
                  <c:v>54.417749999999998</c:v>
                </c:pt>
                <c:pt idx="2564">
                  <c:v>17.9725</c:v>
                </c:pt>
                <c:pt idx="2565">
                  <c:v>54.917750000000012</c:v>
                </c:pt>
                <c:pt idx="2566">
                  <c:v>45.70150000000001</c:v>
                </c:pt>
                <c:pt idx="2567">
                  <c:v>42.117249999999999</c:v>
                </c:pt>
                <c:pt idx="2568">
                  <c:v>22.582999999999998</c:v>
                </c:pt>
                <c:pt idx="2569">
                  <c:v>75.410999999999987</c:v>
                </c:pt>
                <c:pt idx="2570">
                  <c:v>35.414250000000003</c:v>
                </c:pt>
                <c:pt idx="2571">
                  <c:v>8.7294999999999998</c:v>
                </c:pt>
                <c:pt idx="2572">
                  <c:v>21.058624999999999</c:v>
                </c:pt>
                <c:pt idx="2573">
                  <c:v>16.945499999999999</c:v>
                </c:pt>
                <c:pt idx="2574">
                  <c:v>252.312625</c:v>
                </c:pt>
                <c:pt idx="2575">
                  <c:v>42.661999999999999</c:v>
                </c:pt>
                <c:pt idx="2576">
                  <c:v>10.28</c:v>
                </c:pt>
                <c:pt idx="2577">
                  <c:v>31.883500000000002</c:v>
                </c:pt>
                <c:pt idx="2578">
                  <c:v>45.757125000000009</c:v>
                </c:pt>
                <c:pt idx="2579">
                  <c:v>27.756</c:v>
                </c:pt>
                <c:pt idx="2580">
                  <c:v>60.137999999999998</c:v>
                </c:pt>
                <c:pt idx="2581">
                  <c:v>27.76275</c:v>
                </c:pt>
                <c:pt idx="2582">
                  <c:v>26.226749999999996</c:v>
                </c:pt>
                <c:pt idx="2583">
                  <c:v>39.073500000000003</c:v>
                </c:pt>
                <c:pt idx="2584">
                  <c:v>31.875750000000004</c:v>
                </c:pt>
                <c:pt idx="2585">
                  <c:v>67.317625000000007</c:v>
                </c:pt>
                <c:pt idx="2586">
                  <c:v>37.017000000000003</c:v>
                </c:pt>
                <c:pt idx="2587">
                  <c:v>59.652999999999992</c:v>
                </c:pt>
                <c:pt idx="2588">
                  <c:v>15.4275</c:v>
                </c:pt>
                <c:pt idx="2589">
                  <c:v>141.52187499999999</c:v>
                </c:pt>
                <c:pt idx="2590">
                  <c:v>47.356999999999999</c:v>
                </c:pt>
                <c:pt idx="2591">
                  <c:v>99.91</c:v>
                </c:pt>
                <c:pt idx="2592">
                  <c:v>63.329625</c:v>
                </c:pt>
                <c:pt idx="2593">
                  <c:v>24.72</c:v>
                </c:pt>
                <c:pt idx="2594">
                  <c:v>52.51724999999999</c:v>
                </c:pt>
                <c:pt idx="2595">
                  <c:v>74.602500000000006</c:v>
                </c:pt>
                <c:pt idx="2596">
                  <c:v>142.41262499999999</c:v>
                </c:pt>
                <c:pt idx="2597">
                  <c:v>#N/A</c:v>
                </c:pt>
                <c:pt idx="2598">
                  <c:v>#N/A</c:v>
                </c:pt>
                <c:pt idx="2599">
                  <c:v>27.789750000000002</c:v>
                </c:pt>
                <c:pt idx="2600">
                  <c:v>74.656874999999999</c:v>
                </c:pt>
                <c:pt idx="2601">
                  <c:v>84.933750000000003</c:v>
                </c:pt>
                <c:pt idx="2602">
                  <c:v>86.394000000000005</c:v>
                </c:pt>
                <c:pt idx="2603">
                  <c:v>28.791</c:v>
                </c:pt>
                <c:pt idx="2604">
                  <c:v>107.86125</c:v>
                </c:pt>
                <c:pt idx="2605">
                  <c:v>85.817125000000004</c:v>
                </c:pt>
                <c:pt idx="2606">
                  <c:v>95.043750000000003</c:v>
                </c:pt>
                <c:pt idx="2607">
                  <c:v>154.05000000000001</c:v>
                </c:pt>
                <c:pt idx="2608">
                  <c:v>69.852999999999994</c:v>
                </c:pt>
                <c:pt idx="2609">
                  <c:v>97.612499999999997</c:v>
                </c:pt>
                <c:pt idx="2610">
                  <c:v>95.441249999999997</c:v>
                </c:pt>
                <c:pt idx="2611">
                  <c:v>68.792249999999996</c:v>
                </c:pt>
                <c:pt idx="2612">
                  <c:v>25.668749999999999</c:v>
                </c:pt>
                <c:pt idx="2613">
                  <c:v>34.926499999999997</c:v>
                </c:pt>
                <c:pt idx="2614">
                  <c:v>16.949624999999997</c:v>
                </c:pt>
                <c:pt idx="2615">
                  <c:v>39.016500000000001</c:v>
                </c:pt>
                <c:pt idx="2616">
                  <c:v>24.648</c:v>
                </c:pt>
                <c:pt idx="2617">
                  <c:v>11.810499999999999</c:v>
                </c:pt>
                <c:pt idx="2618">
                  <c:v>71.855000000000004</c:v>
                </c:pt>
                <c:pt idx="2619">
                  <c:v>25.143125000000001</c:v>
                </c:pt>
                <c:pt idx="2620">
                  <c:v>75.942499999999995</c:v>
                </c:pt>
                <c:pt idx="2621">
                  <c:v>40.02375</c:v>
                </c:pt>
                <c:pt idx="2622">
                  <c:v>67.6995</c:v>
                </c:pt>
                <c:pt idx="2623">
                  <c:v>84.644999999999996</c:v>
                </c:pt>
                <c:pt idx="2624">
                  <c:v>86.718125000000001</c:v>
                </c:pt>
                <c:pt idx="2625">
                  <c:v>31.308250000000005</c:v>
                </c:pt>
                <c:pt idx="2626">
                  <c:v>5.1325000000000003</c:v>
                </c:pt>
                <c:pt idx="2627">
                  <c:v>37.971249999999998</c:v>
                </c:pt>
                <c:pt idx="2628">
                  <c:v>58.966250000000002</c:v>
                </c:pt>
                <c:pt idx="2629">
                  <c:v>27.695250000000001</c:v>
                </c:pt>
                <c:pt idx="2630">
                  <c:v>31.790499999999994</c:v>
                </c:pt>
                <c:pt idx="2631">
                  <c:v>60.489750000000001</c:v>
                </c:pt>
                <c:pt idx="2632">
                  <c:v>29.212499999999999</c:v>
                </c:pt>
                <c:pt idx="2633">
                  <c:v>213.09600000000003</c:v>
                </c:pt>
                <c:pt idx="2634">
                  <c:v>43.018499999999989</c:v>
                </c:pt>
                <c:pt idx="2635">
                  <c:v>28.686</c:v>
                </c:pt>
                <c:pt idx="2636">
                  <c:v>17.924375000000001</c:v>
                </c:pt>
                <c:pt idx="2637">
                  <c:v>23.0625</c:v>
                </c:pt>
                <c:pt idx="2638">
                  <c:v>38.940499999999993</c:v>
                </c:pt>
                <c:pt idx="2639">
                  <c:v>43.541249999999998</c:v>
                </c:pt>
                <c:pt idx="2640">
                  <c:v>26.137499999999999</c:v>
                </c:pt>
                <c:pt idx="2641">
                  <c:v>76.306624999999997</c:v>
                </c:pt>
                <c:pt idx="2642">
                  <c:v>22.522500000000001</c:v>
                </c:pt>
                <c:pt idx="2643">
                  <c:v>120.80249999999999</c:v>
                </c:pt>
                <c:pt idx="2644">
                  <c:v>23.546250000000001</c:v>
                </c:pt>
                <c:pt idx="2645">
                  <c:v>58.353749999999998</c:v>
                </c:pt>
                <c:pt idx="2646">
                  <c:v>66.576250000000002</c:v>
                </c:pt>
                <c:pt idx="2647">
                  <c:v>78.374250000000004</c:v>
                </c:pt>
                <c:pt idx="2648">
                  <c:v>34.320750000000004</c:v>
                </c:pt>
                <c:pt idx="2649">
                  <c:v>51.2</c:v>
                </c:pt>
                <c:pt idx="2650">
                  <c:v>18.436499999999999</c:v>
                </c:pt>
                <c:pt idx="2651">
                  <c:v>43.039499999999997</c:v>
                </c:pt>
                <c:pt idx="2652">
                  <c:v>35.883749999999999</c:v>
                </c:pt>
                <c:pt idx="2653">
                  <c:v>84.152500000000003</c:v>
                </c:pt>
                <c:pt idx="2654">
                  <c:v>55.917000000000002</c:v>
                </c:pt>
                <c:pt idx="2655">
                  <c:v>32.334750000000007</c:v>
                </c:pt>
                <c:pt idx="2656">
                  <c:v>49.295999999999999</c:v>
                </c:pt>
                <c:pt idx="2657">
                  <c:v>104.65199999999999</c:v>
                </c:pt>
                <c:pt idx="2658">
                  <c:v>29.219625000000001</c:v>
                </c:pt>
                <c:pt idx="2659">
                  <c:v>35.909999999999997</c:v>
                </c:pt>
                <c:pt idx="2660">
                  <c:v>70.793999999999997</c:v>
                </c:pt>
                <c:pt idx="2661">
                  <c:v>16.411999999999999</c:v>
                </c:pt>
                <c:pt idx="2662">
                  <c:v>61.032125000000008</c:v>
                </c:pt>
                <c:pt idx="2663">
                  <c:v>30.259625</c:v>
                </c:pt>
                <c:pt idx="2664">
                  <c:v>30.78</c:v>
                </c:pt>
                <c:pt idx="2665">
                  <c:v>83.659750000000003</c:v>
                </c:pt>
                <c:pt idx="2666">
                  <c:v>35.918750000000003</c:v>
                </c:pt>
                <c:pt idx="2667">
                  <c:v>35.414250000000003</c:v>
                </c:pt>
                <c:pt idx="2668">
                  <c:v>42.589374999999997</c:v>
                </c:pt>
                <c:pt idx="2669">
                  <c:v>24.128624999999996</c:v>
                </c:pt>
                <c:pt idx="2670">
                  <c:v>31.300625</c:v>
                </c:pt>
                <c:pt idx="2671">
                  <c:v>66.722499999999997</c:v>
                </c:pt>
                <c:pt idx="2672">
                  <c:v>66.738749999999996</c:v>
                </c:pt>
                <c:pt idx="2673">
                  <c:v>92.317499999999995</c:v>
                </c:pt>
                <c:pt idx="2674">
                  <c:v>69.271874999999994</c:v>
                </c:pt>
                <c:pt idx="2675">
                  <c:v>71.855000000000004</c:v>
                </c:pt>
                <c:pt idx="2676">
                  <c:v>42.065999999999995</c:v>
                </c:pt>
                <c:pt idx="2677">
                  <c:v>54.850875000000009</c:v>
                </c:pt>
                <c:pt idx="2678">
                  <c:v>68.691749999999999</c:v>
                </c:pt>
                <c:pt idx="2679">
                  <c:v>295.56824999999998</c:v>
                </c:pt>
                <c:pt idx="2680">
                  <c:v>87.061250000000001</c:v>
                </c:pt>
                <c:pt idx="2681">
                  <c:v>52.748874999999998</c:v>
                </c:pt>
                <c:pt idx="2682">
                  <c:v>53.260999999999989</c:v>
                </c:pt>
                <c:pt idx="2683">
                  <c:v>45.556874999999998</c:v>
                </c:pt>
                <c:pt idx="2684">
                  <c:v>47.616</c:v>
                </c:pt>
                <c:pt idx="2685">
                  <c:v>83.537499999999994</c:v>
                </c:pt>
                <c:pt idx="2686">
                  <c:v>95.278499999999994</c:v>
                </c:pt>
                <c:pt idx="2687">
                  <c:v>31.759500000000006</c:v>
                </c:pt>
                <c:pt idx="2688">
                  <c:v>36.360875</c:v>
                </c:pt>
                <c:pt idx="2689">
                  <c:v>40.438124999999999</c:v>
                </c:pt>
                <c:pt idx="2690">
                  <c:v>109.00275000000001</c:v>
                </c:pt>
                <c:pt idx="2691">
                  <c:v>58.368000000000002</c:v>
                </c:pt>
                <c:pt idx="2692">
                  <c:v>36.360875</c:v>
                </c:pt>
                <c:pt idx="2693">
                  <c:v>23.540499999999994</c:v>
                </c:pt>
                <c:pt idx="2694">
                  <c:v>135.13499999999999</c:v>
                </c:pt>
                <c:pt idx="2695">
                  <c:v>44.533124999999998</c:v>
                </c:pt>
                <c:pt idx="2696">
                  <c:v>56.790374999999997</c:v>
                </c:pt>
                <c:pt idx="2697">
                  <c:v>79.852500000000006</c:v>
                </c:pt>
                <c:pt idx="2698">
                  <c:v>22.527999999999999</c:v>
                </c:pt>
                <c:pt idx="2699">
                  <c:v>48.628124999999997</c:v>
                </c:pt>
                <c:pt idx="2700">
                  <c:v>42.454500000000003</c:v>
                </c:pt>
                <c:pt idx="2701">
                  <c:v>71.592500000000001</c:v>
                </c:pt>
                <c:pt idx="2702">
                  <c:v>37.841749999999998</c:v>
                </c:pt>
                <c:pt idx="2703">
                  <c:v>124.684</c:v>
                </c:pt>
                <c:pt idx="2704">
                  <c:v>59.830875000000006</c:v>
                </c:pt>
                <c:pt idx="2705">
                  <c:v>41.421374999999998</c:v>
                </c:pt>
                <c:pt idx="2706">
                  <c:v>49.116</c:v>
                </c:pt>
                <c:pt idx="2707">
                  <c:v>85.399625</c:v>
                </c:pt>
                <c:pt idx="2708">
                  <c:v>55.228499999999997</c:v>
                </c:pt>
                <c:pt idx="2709">
                  <c:v>18.920874999999999</c:v>
                </c:pt>
                <c:pt idx="2710">
                  <c:v>44.511375000000001</c:v>
                </c:pt>
                <c:pt idx="2711">
                  <c:v>34.798999999999992</c:v>
                </c:pt>
                <c:pt idx="2712">
                  <c:v>40.96</c:v>
                </c:pt>
                <c:pt idx="2713">
                  <c:v>20.475000000000001</c:v>
                </c:pt>
                <c:pt idx="2714">
                  <c:v>42.506374999999998</c:v>
                </c:pt>
                <c:pt idx="2715">
                  <c:v>17.408000000000001</c:v>
                </c:pt>
                <c:pt idx="2716">
                  <c:v>50.127000000000002</c:v>
                </c:pt>
                <c:pt idx="2717">
                  <c:v>33.255625000000002</c:v>
                </c:pt>
                <c:pt idx="2718">
                  <c:v>37.339500000000001</c:v>
                </c:pt>
                <c:pt idx="2719">
                  <c:v>67.501500000000007</c:v>
                </c:pt>
                <c:pt idx="2720">
                  <c:v>55.215000000000003</c:v>
                </c:pt>
                <c:pt idx="2721">
                  <c:v>9.7137499999999992</c:v>
                </c:pt>
                <c:pt idx="2722">
                  <c:v>37.832500000000003</c:v>
                </c:pt>
                <c:pt idx="2723">
                  <c:v>60.312750000000001</c:v>
                </c:pt>
                <c:pt idx="2724">
                  <c:v>77.274249999999995</c:v>
                </c:pt>
                <c:pt idx="2725">
                  <c:v>31.209125</c:v>
                </c:pt>
                <c:pt idx="2726">
                  <c:v>10.2325</c:v>
                </c:pt>
                <c:pt idx="2727">
                  <c:v>16.883624999999999</c:v>
                </c:pt>
                <c:pt idx="2728">
                  <c:v>27.648</c:v>
                </c:pt>
                <c:pt idx="2729">
                  <c:v>36.352000000000004</c:v>
                </c:pt>
                <c:pt idx="2730">
                  <c:v>40.418374999999997</c:v>
                </c:pt>
                <c:pt idx="2731">
                  <c:v>41.431499999999993</c:v>
                </c:pt>
                <c:pt idx="2732">
                  <c:v>42.955500000000001</c:v>
                </c:pt>
                <c:pt idx="2733">
                  <c:v>30.675000000000001</c:v>
                </c:pt>
                <c:pt idx="2734">
                  <c:v>22.4895</c:v>
                </c:pt>
                <c:pt idx="2735">
                  <c:v>34.245375000000003</c:v>
                </c:pt>
                <c:pt idx="2736">
                  <c:v>63.9375</c:v>
                </c:pt>
                <c:pt idx="2737">
                  <c:v>11.253</c:v>
                </c:pt>
                <c:pt idx="2738">
                  <c:v>56.832000000000008</c:v>
                </c:pt>
                <c:pt idx="2739">
                  <c:v>16.883624999999999</c:v>
                </c:pt>
                <c:pt idx="2740">
                  <c:v>18.422999999999998</c:v>
                </c:pt>
                <c:pt idx="2741">
                  <c:v>36.819000000000003</c:v>
                </c:pt>
                <c:pt idx="2742">
                  <c:v>16.372</c:v>
                </c:pt>
                <c:pt idx="2743">
                  <c:v>27.648</c:v>
                </c:pt>
                <c:pt idx="2744">
                  <c:v>33.28</c:v>
                </c:pt>
                <c:pt idx="2745">
                  <c:v>64.527749999999997</c:v>
                </c:pt>
                <c:pt idx="2746">
                  <c:v>89.6875</c:v>
                </c:pt>
                <c:pt idx="2747">
                  <c:v>50.225000000000001</c:v>
                </c:pt>
                <c:pt idx="2748">
                  <c:v>47.15</c:v>
                </c:pt>
                <c:pt idx="2749">
                  <c:v>43.573124999999997</c:v>
                </c:pt>
                <c:pt idx="2750">
                  <c:v>33.808500000000002</c:v>
                </c:pt>
                <c:pt idx="2751">
                  <c:v>39.433624999999992</c:v>
                </c:pt>
                <c:pt idx="2752">
                  <c:v>36.890999999999998</c:v>
                </c:pt>
                <c:pt idx="2753">
                  <c:v>16.912500000000001</c:v>
                </c:pt>
                <c:pt idx="2754">
                  <c:v>4.0999999999999996</c:v>
                </c:pt>
                <c:pt idx="2755">
                  <c:v>35.353875000000002</c:v>
                </c:pt>
                <c:pt idx="2756">
                  <c:v>12.294</c:v>
                </c:pt>
                <c:pt idx="2757">
                  <c:v>18.45</c:v>
                </c:pt>
                <c:pt idx="2758">
                  <c:v>41</c:v>
                </c:pt>
                <c:pt idx="2759">
                  <c:v>17.420749999999998</c:v>
                </c:pt>
                <c:pt idx="2760">
                  <c:v>6.1470000000000002</c:v>
                </c:pt>
                <c:pt idx="2761">
                  <c:v>29.205375</c:v>
                </c:pt>
                <c:pt idx="2762">
                  <c:v>35.848750000000003</c:v>
                </c:pt>
                <c:pt idx="2763">
                  <c:v>17.933125</c:v>
                </c:pt>
                <c:pt idx="2764">
                  <c:v>28.194375000000001</c:v>
                </c:pt>
                <c:pt idx="2765">
                  <c:v>18.967124999999999</c:v>
                </c:pt>
                <c:pt idx="2766">
                  <c:v>91.336250000000007</c:v>
                </c:pt>
                <c:pt idx="2767">
                  <c:v>164.83350000000002</c:v>
                </c:pt>
                <c:pt idx="2768">
                  <c:v>66.754999999999995</c:v>
                </c:pt>
                <c:pt idx="2769">
                  <c:v>58.553249999999998</c:v>
                </c:pt>
                <c:pt idx="2770">
                  <c:v>65.198625000000007</c:v>
                </c:pt>
                <c:pt idx="2771">
                  <c:v>90.823125000000005</c:v>
                </c:pt>
                <c:pt idx="2772">
                  <c:v>26.675999999999998</c:v>
                </c:pt>
                <c:pt idx="2773">
                  <c:v>14.363999999999997</c:v>
                </c:pt>
                <c:pt idx="2774">
                  <c:v>46.147500000000001</c:v>
                </c:pt>
                <c:pt idx="2775">
                  <c:v>69.733999999999995</c:v>
                </c:pt>
                <c:pt idx="2776">
                  <c:v>64.622249999999994</c:v>
                </c:pt>
                <c:pt idx="2777">
                  <c:v>51.762500000000003</c:v>
                </c:pt>
                <c:pt idx="2778">
                  <c:v>74.825000000000003</c:v>
                </c:pt>
                <c:pt idx="2779">
                  <c:v>25.612500000000001</c:v>
                </c:pt>
                <c:pt idx="2780">
                  <c:v>72.775000000000006</c:v>
                </c:pt>
                <c:pt idx="2781">
                  <c:v>52.3005</c:v>
                </c:pt>
                <c:pt idx="2782">
                  <c:v>46.125</c:v>
                </c:pt>
                <c:pt idx="2783">
                  <c:v>35.866250000000001</c:v>
                </c:pt>
                <c:pt idx="2784">
                  <c:v>57.940750000000001</c:v>
                </c:pt>
                <c:pt idx="2785">
                  <c:v>#N/A</c:v>
                </c:pt>
                <c:pt idx="2786">
                  <c:v>#N/A</c:v>
                </c:pt>
                <c:pt idx="2787">
                  <c:v>12.296999999999997</c:v>
                </c:pt>
                <c:pt idx="2788">
                  <c:v>48.675624999999997</c:v>
                </c:pt>
                <c:pt idx="2789">
                  <c:v>41.502375000000001</c:v>
                </c:pt>
                <c:pt idx="2790">
                  <c:v>20.5</c:v>
                </c:pt>
                <c:pt idx="2791">
                  <c:v>39.994500000000002</c:v>
                </c:pt>
                <c:pt idx="2792">
                  <c:v>#N/A</c:v>
                </c:pt>
                <c:pt idx="2793">
                  <c:v>#N/A</c:v>
                </c:pt>
                <c:pt idx="2794">
                  <c:v>18.97175</c:v>
                </c:pt>
                <c:pt idx="2795">
                  <c:v>12.3</c:v>
                </c:pt>
                <c:pt idx="2796">
                  <c:v>112.15537500000001</c:v>
                </c:pt>
                <c:pt idx="2797">
                  <c:v>43.029000000000011</c:v>
                </c:pt>
                <c:pt idx="2798">
                  <c:v>66.592500000000001</c:v>
                </c:pt>
                <c:pt idx="2799">
                  <c:v>26.118375</c:v>
                </c:pt>
                <c:pt idx="2800">
                  <c:v>57.33</c:v>
                </c:pt>
                <c:pt idx="2801">
                  <c:v>79.36</c:v>
                </c:pt>
                <c:pt idx="2802">
                  <c:v>47.104000000000006</c:v>
                </c:pt>
                <c:pt idx="2803">
                  <c:v>19.446499999999997</c:v>
                </c:pt>
                <c:pt idx="2804">
                  <c:v>64.480499999999992</c:v>
                </c:pt>
                <c:pt idx="2805">
                  <c:v>29.169750000000001</c:v>
                </c:pt>
                <c:pt idx="2806">
                  <c:v>61.906624999999998</c:v>
                </c:pt>
                <c:pt idx="2807">
                  <c:v>13.813874999999999</c:v>
                </c:pt>
                <c:pt idx="2808">
                  <c:v>66.495000000000005</c:v>
                </c:pt>
                <c:pt idx="2809">
                  <c:v>32.216625000000008</c:v>
                </c:pt>
                <c:pt idx="2810">
                  <c:v>18.9255</c:v>
                </c:pt>
                <c:pt idx="2811">
                  <c:v>27.122749999999996</c:v>
                </c:pt>
                <c:pt idx="2812">
                  <c:v>24.040499999999994</c:v>
                </c:pt>
                <c:pt idx="2813">
                  <c:v>24.034624999999998</c:v>
                </c:pt>
                <c:pt idx="2814">
                  <c:v>57.813625000000002</c:v>
                </c:pt>
                <c:pt idx="2815">
                  <c:v>29.148375000000001</c:v>
                </c:pt>
                <c:pt idx="2816">
                  <c:v>26.585000000000001</c:v>
                </c:pt>
                <c:pt idx="2817">
                  <c:v>51.162500000000001</c:v>
                </c:pt>
                <c:pt idx="2818">
                  <c:v>25.581250000000001</c:v>
                </c:pt>
                <c:pt idx="2819">
                  <c:v>17.395250000000001</c:v>
                </c:pt>
                <c:pt idx="2820">
                  <c:v>11.255750000000001</c:v>
                </c:pt>
                <c:pt idx="2821">
                  <c:v>38.362499999999997</c:v>
                </c:pt>
                <c:pt idx="2822">
                  <c:v>49.639749999999992</c:v>
                </c:pt>
                <c:pt idx="2823">
                  <c:v>25.59375</c:v>
                </c:pt>
                <c:pt idx="2824">
                  <c:v>23.034375000000001</c:v>
                </c:pt>
                <c:pt idx="2825">
                  <c:v>32.783999999999999</c:v>
                </c:pt>
                <c:pt idx="2826">
                  <c:v>43.551875000000003</c:v>
                </c:pt>
                <c:pt idx="2827">
                  <c:v>86.696999999999974</c:v>
                </c:pt>
                <c:pt idx="2828">
                  <c:v>99.986249999999998</c:v>
                </c:pt>
                <c:pt idx="2829">
                  <c:v>18.454499999999999</c:v>
                </c:pt>
                <c:pt idx="2830">
                  <c:v>56.416249999999998</c:v>
                </c:pt>
                <c:pt idx="2831">
                  <c:v>26.675999999999998</c:v>
                </c:pt>
                <c:pt idx="2832">
                  <c:v>37.448999999999998</c:v>
                </c:pt>
                <c:pt idx="2833">
                  <c:v>40.527000000000001</c:v>
                </c:pt>
                <c:pt idx="2834">
                  <c:v>35.901249999999997</c:v>
                </c:pt>
                <c:pt idx="2835">
                  <c:v>67.153875000000014</c:v>
                </c:pt>
                <c:pt idx="2836">
                  <c:v>14.356999999999999</c:v>
                </c:pt>
                <c:pt idx="2837">
                  <c:v>22.053625</c:v>
                </c:pt>
                <c:pt idx="2838">
                  <c:v>45.165999999999997</c:v>
                </c:pt>
                <c:pt idx="2839">
                  <c:v>32.840000000000003</c:v>
                </c:pt>
                <c:pt idx="2840">
                  <c:v>33.353124999999999</c:v>
                </c:pt>
                <c:pt idx="2841">
                  <c:v>9.7493750000000006</c:v>
                </c:pt>
                <c:pt idx="2842">
                  <c:v>37.439875000000001</c:v>
                </c:pt>
                <c:pt idx="2843">
                  <c:v>30.25225</c:v>
                </c:pt>
                <c:pt idx="2844">
                  <c:v>9.2317500000000017</c:v>
                </c:pt>
                <c:pt idx="2845">
                  <c:v>36.945</c:v>
                </c:pt>
                <c:pt idx="2846">
                  <c:v>40.517125</c:v>
                </c:pt>
                <c:pt idx="2847">
                  <c:v>14.866125000000002</c:v>
                </c:pt>
                <c:pt idx="2848">
                  <c:v>33.84975</c:v>
                </c:pt>
                <c:pt idx="2849">
                  <c:v>6.1544999999999996</c:v>
                </c:pt>
                <c:pt idx="2850">
                  <c:v>18.458999999999996</c:v>
                </c:pt>
                <c:pt idx="2851">
                  <c:v>59.507999999999988</c:v>
                </c:pt>
                <c:pt idx="2852">
                  <c:v>17.433499999999999</c:v>
                </c:pt>
                <c:pt idx="2853">
                  <c:v>17.429250000000003</c:v>
                </c:pt>
                <c:pt idx="2854">
                  <c:v>21.524999999999999</c:v>
                </c:pt>
                <c:pt idx="2855">
                  <c:v>19.997250000000001</c:v>
                </c:pt>
                <c:pt idx="2856">
                  <c:v>22.048249999999999</c:v>
                </c:pt>
                <c:pt idx="2857">
                  <c:v>9.7422500000000003</c:v>
                </c:pt>
                <c:pt idx="2858">
                  <c:v>31.78275</c:v>
                </c:pt>
                <c:pt idx="2859">
                  <c:v>37.39425</c:v>
                </c:pt>
                <c:pt idx="2860">
                  <c:v>57.372</c:v>
                </c:pt>
                <c:pt idx="2861">
                  <c:v>42.0045</c:v>
                </c:pt>
                <c:pt idx="2862">
                  <c:v>17.928750000000001</c:v>
                </c:pt>
                <c:pt idx="2863">
                  <c:v>3.5866249999999993</c:v>
                </c:pt>
                <c:pt idx="2864">
                  <c:v>16.391999999999999</c:v>
                </c:pt>
                <c:pt idx="2865">
                  <c:v>34.337499999999999</c:v>
                </c:pt>
                <c:pt idx="2866">
                  <c:v>35.883749999999999</c:v>
                </c:pt>
                <c:pt idx="2867">
                  <c:v>12.305999999999999</c:v>
                </c:pt>
                <c:pt idx="2868">
                  <c:v>11.7875</c:v>
                </c:pt>
                <c:pt idx="2869">
                  <c:v>31.262499999999999</c:v>
                </c:pt>
                <c:pt idx="2870">
                  <c:v>38.930999999999997</c:v>
                </c:pt>
                <c:pt idx="2871">
                  <c:v>51.762500000000003</c:v>
                </c:pt>
                <c:pt idx="2872">
                  <c:v>18.962499999999999</c:v>
                </c:pt>
                <c:pt idx="2873">
                  <c:v>62.975999999999999</c:v>
                </c:pt>
                <c:pt idx="2874">
                  <c:v>19.451250000000002</c:v>
                </c:pt>
                <c:pt idx="2875">
                  <c:v>17.416499999999999</c:v>
                </c:pt>
                <c:pt idx="2876">
                  <c:v>40.96</c:v>
                </c:pt>
                <c:pt idx="2877">
                  <c:v>23.034375000000001</c:v>
                </c:pt>
                <c:pt idx="2878">
                  <c:v>26.105625</c:v>
                </c:pt>
                <c:pt idx="2879">
                  <c:v>56.804249999999989</c:v>
                </c:pt>
                <c:pt idx="2880">
                  <c:v>30.697500000000002</c:v>
                </c:pt>
                <c:pt idx="2881">
                  <c:v>112.6675</c:v>
                </c:pt>
                <c:pt idx="2882">
                  <c:v>26.105625</c:v>
                </c:pt>
                <c:pt idx="2883">
                  <c:v>22.010625000000001</c:v>
                </c:pt>
                <c:pt idx="2884">
                  <c:v>26.611000000000001</c:v>
                </c:pt>
                <c:pt idx="2885">
                  <c:v>19.972874999999998</c:v>
                </c:pt>
                <c:pt idx="2886">
                  <c:v>27.66825</c:v>
                </c:pt>
                <c:pt idx="2887">
                  <c:v>27.65475</c:v>
                </c:pt>
                <c:pt idx="2888">
                  <c:v>69.086250000000007</c:v>
                </c:pt>
                <c:pt idx="2889">
                  <c:v>36.863999999999997</c:v>
                </c:pt>
                <c:pt idx="2890">
                  <c:v>10.754624999999997</c:v>
                </c:pt>
                <c:pt idx="2891">
                  <c:v>43.018499999999989</c:v>
                </c:pt>
                <c:pt idx="2892">
                  <c:v>26.118375</c:v>
                </c:pt>
                <c:pt idx="2893">
                  <c:v>16.904250000000001</c:v>
                </c:pt>
                <c:pt idx="2894">
                  <c:v>23.557749999999999</c:v>
                </c:pt>
                <c:pt idx="2895">
                  <c:v>20.49</c:v>
                </c:pt>
                <c:pt idx="2896">
                  <c:v>82.492374999999996</c:v>
                </c:pt>
                <c:pt idx="2897">
                  <c:v>59.420999999999999</c:v>
                </c:pt>
                <c:pt idx="2898">
                  <c:v>22.5335</c:v>
                </c:pt>
                <c:pt idx="2899">
                  <c:v>25.59375</c:v>
                </c:pt>
                <c:pt idx="2900">
                  <c:v>46.08</c:v>
                </c:pt>
                <c:pt idx="2901">
                  <c:v>24.576000000000004</c:v>
                </c:pt>
                <c:pt idx="2902">
                  <c:v>14.844374999999999</c:v>
                </c:pt>
                <c:pt idx="2903">
                  <c:v>2.56</c:v>
                </c:pt>
                <c:pt idx="2904">
                  <c:v>32.792000000000002</c:v>
                </c:pt>
                <c:pt idx="2905">
                  <c:v>#N/A</c:v>
                </c:pt>
                <c:pt idx="2906">
                  <c:v>#N/A</c:v>
                </c:pt>
                <c:pt idx="2907">
                  <c:v>21.524999999999999</c:v>
                </c:pt>
                <c:pt idx="2908">
                  <c:v>22.032125000000001</c:v>
                </c:pt>
                <c:pt idx="2909">
                  <c:v>14.346499999999997</c:v>
                </c:pt>
                <c:pt idx="2910">
                  <c:v>12.294</c:v>
                </c:pt>
                <c:pt idx="2911">
                  <c:v>30.215375000000002</c:v>
                </c:pt>
                <c:pt idx="2912">
                  <c:v>15.36</c:v>
                </c:pt>
                <c:pt idx="2913">
                  <c:v>9.2205000000000013</c:v>
                </c:pt>
                <c:pt idx="2914">
                  <c:v>15.375</c:v>
                </c:pt>
                <c:pt idx="2915">
                  <c:v>13.324999999999999</c:v>
                </c:pt>
                <c:pt idx="2916">
                  <c:v>69.221249999999998</c:v>
                </c:pt>
                <c:pt idx="2917">
                  <c:v>25.124749999999999</c:v>
                </c:pt>
                <c:pt idx="2918">
                  <c:v>27.175750000000001</c:v>
                </c:pt>
                <c:pt idx="2919">
                  <c:v>63.612000000000002</c:v>
                </c:pt>
                <c:pt idx="2920">
                  <c:v>9.2317500000000017</c:v>
                </c:pt>
                <c:pt idx="2921">
                  <c:v>27.182375</c:v>
                </c:pt>
                <c:pt idx="2922">
                  <c:v>14.873374999999999</c:v>
                </c:pt>
                <c:pt idx="2923">
                  <c:v>20.524999999999999</c:v>
                </c:pt>
                <c:pt idx="2924">
                  <c:v>32.334750000000007</c:v>
                </c:pt>
                <c:pt idx="2925">
                  <c:v>77.006249999999994</c:v>
                </c:pt>
                <c:pt idx="2926">
                  <c:v>23.101875</c:v>
                </c:pt>
                <c:pt idx="2927">
                  <c:v>4.6215000000000002</c:v>
                </c:pt>
                <c:pt idx="2928">
                  <c:v>26.689</c:v>
                </c:pt>
                <c:pt idx="2929">
                  <c:v>21.032999999999998</c:v>
                </c:pt>
                <c:pt idx="2930">
                  <c:v>41.573250000000002</c:v>
                </c:pt>
                <c:pt idx="2931">
                  <c:v>16.423999999999999</c:v>
                </c:pt>
                <c:pt idx="2932">
                  <c:v>19.493999999999996</c:v>
                </c:pt>
                <c:pt idx="2933">
                  <c:v>15.39</c:v>
                </c:pt>
                <c:pt idx="2934">
                  <c:v>13.334750000000003</c:v>
                </c:pt>
                <c:pt idx="2935">
                  <c:v>17.441999999999997</c:v>
                </c:pt>
                <c:pt idx="2936">
                  <c:v>12.315</c:v>
                </c:pt>
                <c:pt idx="2937">
                  <c:v>3.5918749999999999</c:v>
                </c:pt>
                <c:pt idx="2938">
                  <c:v>3.0787499999999999</c:v>
                </c:pt>
                <c:pt idx="2939">
                  <c:v>10.775625</c:v>
                </c:pt>
                <c:pt idx="2940">
                  <c:v>2.5649999999999999</c:v>
                </c:pt>
                <c:pt idx="2941">
                  <c:v>19.493999999999996</c:v>
                </c:pt>
                <c:pt idx="2942">
                  <c:v>8.7252500000000008</c:v>
                </c:pt>
                <c:pt idx="2943">
                  <c:v>24.12275</c:v>
                </c:pt>
                <c:pt idx="2944">
                  <c:v>12.315</c:v>
                </c:pt>
                <c:pt idx="2945">
                  <c:v>46.694375000000001</c:v>
                </c:pt>
                <c:pt idx="2946">
                  <c:v>27.182375</c:v>
                </c:pt>
                <c:pt idx="2947">
                  <c:v>13.844250000000001</c:v>
                </c:pt>
                <c:pt idx="2948">
                  <c:v>37.421625000000006</c:v>
                </c:pt>
                <c:pt idx="2949">
                  <c:v>14.86975</c:v>
                </c:pt>
                <c:pt idx="2950">
                  <c:v>31.285374999999998</c:v>
                </c:pt>
                <c:pt idx="2951">
                  <c:v>14.3605</c:v>
                </c:pt>
                <c:pt idx="2952">
                  <c:v>8.2059999999999995</c:v>
                </c:pt>
                <c:pt idx="2953">
                  <c:v>18.97175</c:v>
                </c:pt>
                <c:pt idx="2954">
                  <c:v>66.625</c:v>
                </c:pt>
                <c:pt idx="2955">
                  <c:v>33.808500000000002</c:v>
                </c:pt>
                <c:pt idx="2956">
                  <c:v>18.962499999999999</c:v>
                </c:pt>
                <c:pt idx="2957">
                  <c:v>60.430750000000003</c:v>
                </c:pt>
                <c:pt idx="2958">
                  <c:v>49.152000000000008</c:v>
                </c:pt>
                <c:pt idx="2959">
                  <c:v>30.215375000000002</c:v>
                </c:pt>
                <c:pt idx="2960">
                  <c:v>32.287500000000001</c:v>
                </c:pt>
                <c:pt idx="2961">
                  <c:v>24.593999999999994</c:v>
                </c:pt>
                <c:pt idx="2962">
                  <c:v>16.391999999999999</c:v>
                </c:pt>
                <c:pt idx="2963">
                  <c:v>14.85525</c:v>
                </c:pt>
                <c:pt idx="2964">
                  <c:v>4.0970000000000004</c:v>
                </c:pt>
                <c:pt idx="2965">
                  <c:v>91.625624999999999</c:v>
                </c:pt>
                <c:pt idx="2966">
                  <c:v>46.557875000000003</c:v>
                </c:pt>
                <c:pt idx="2967">
                  <c:v>36.837000000000003</c:v>
                </c:pt>
                <c:pt idx="2968">
                  <c:v>111.96375</c:v>
                </c:pt>
                <c:pt idx="2969">
                  <c:v>51.137500000000003</c:v>
                </c:pt>
                <c:pt idx="2970">
                  <c:v>68.490750000000006</c:v>
                </c:pt>
                <c:pt idx="2971">
                  <c:v>109.32725000000001</c:v>
                </c:pt>
                <c:pt idx="2972">
                  <c:v>83.783500000000004</c:v>
                </c:pt>
                <c:pt idx="2973">
                  <c:v>40.89</c:v>
                </c:pt>
                <c:pt idx="2974">
                  <c:v>36.765000000000001</c:v>
                </c:pt>
                <c:pt idx="2975">
                  <c:v>155.19199999999998</c:v>
                </c:pt>
                <c:pt idx="2976">
                  <c:v>43.424374999999998</c:v>
                </c:pt>
                <c:pt idx="2977">
                  <c:v>73.602000000000004</c:v>
                </c:pt>
                <c:pt idx="2978">
                  <c:v>88.892250000000004</c:v>
                </c:pt>
                <c:pt idx="2979">
                  <c:v>77.085499999999996</c:v>
                </c:pt>
                <c:pt idx="2980">
                  <c:v>21.951499999999999</c:v>
                </c:pt>
                <c:pt idx="2981">
                  <c:v>63.78125</c:v>
                </c:pt>
                <c:pt idx="2982">
                  <c:v>161.63037499999999</c:v>
                </c:pt>
                <c:pt idx="2983">
                  <c:v>169.15400000000002</c:v>
                </c:pt>
                <c:pt idx="2984">
                  <c:v>68.323250000000002</c:v>
                </c:pt>
                <c:pt idx="2985">
                  <c:v>43.339374999999997</c:v>
                </c:pt>
                <c:pt idx="2986">
                  <c:v>62.683875</c:v>
                </c:pt>
                <c:pt idx="2987">
                  <c:v>31.596749999999997</c:v>
                </c:pt>
                <c:pt idx="2988">
                  <c:v>14.78275</c:v>
                </c:pt>
                <c:pt idx="2989">
                  <c:v>51.472124999999998</c:v>
                </c:pt>
                <c:pt idx="2990">
                  <c:v>63.20900000000001</c:v>
                </c:pt>
                <c:pt idx="2991">
                  <c:v>112.59950000000001</c:v>
                </c:pt>
                <c:pt idx="2992">
                  <c:v>33.109375</c:v>
                </c:pt>
                <c:pt idx="2993">
                  <c:v>34.628999999999998</c:v>
                </c:pt>
                <c:pt idx="2994">
                  <c:v>56.499000000000002</c:v>
                </c:pt>
                <c:pt idx="2995">
                  <c:v>80.421999999999997</c:v>
                </c:pt>
                <c:pt idx="2996">
                  <c:v>49.869750000000003</c:v>
                </c:pt>
                <c:pt idx="2997">
                  <c:v>71.804249999999996</c:v>
                </c:pt>
                <c:pt idx="2998">
                  <c:v>124.796875</c:v>
                </c:pt>
                <c:pt idx="2999">
                  <c:v>46.341749999999998</c:v>
                </c:pt>
                <c:pt idx="3000">
                  <c:v>33.627000000000002</c:v>
                </c:pt>
                <c:pt idx="3001">
                  <c:v>51.484749999999998</c:v>
                </c:pt>
                <c:pt idx="3002">
                  <c:v>60.630499999999998</c:v>
                </c:pt>
                <c:pt idx="3003">
                  <c:v>33.10125</c:v>
                </c:pt>
                <c:pt idx="3004">
                  <c:v>26.474500000000006</c:v>
                </c:pt>
                <c:pt idx="3005">
                  <c:v>57.021999999999998</c:v>
                </c:pt>
                <c:pt idx="3006">
                  <c:v>22.916250000000002</c:v>
                </c:pt>
                <c:pt idx="3007">
                  <c:v>25.990874999999999</c:v>
                </c:pt>
                <c:pt idx="3008">
                  <c:v>50.477625000000003</c:v>
                </c:pt>
                <c:pt idx="3009">
                  <c:v>53.510624999999997</c:v>
                </c:pt>
                <c:pt idx="3010">
                  <c:v>24.462</c:v>
                </c:pt>
                <c:pt idx="3011">
                  <c:v>31.079500000000003</c:v>
                </c:pt>
                <c:pt idx="3012">
                  <c:v>11.709875</c:v>
                </c:pt>
                <c:pt idx="3013">
                  <c:v>34.119750000000003</c:v>
                </c:pt>
                <c:pt idx="3014">
                  <c:v>76.368750000000006</c:v>
                </c:pt>
                <c:pt idx="3015">
                  <c:v>35.129624999999997</c:v>
                </c:pt>
                <c:pt idx="3016">
                  <c:v>10.688999999999998</c:v>
                </c:pt>
                <c:pt idx="3017">
                  <c:v>31.550249999999998</c:v>
                </c:pt>
                <c:pt idx="3018">
                  <c:v>92.660749999999993</c:v>
                </c:pt>
                <c:pt idx="3019">
                  <c:v>29.529250000000001</c:v>
                </c:pt>
                <c:pt idx="3020">
                  <c:v>23.917124999999999</c:v>
                </c:pt>
                <c:pt idx="3021">
                  <c:v>32.051250000000003</c:v>
                </c:pt>
                <c:pt idx="3022">
                  <c:v>19.841249999999999</c:v>
                </c:pt>
                <c:pt idx="3023">
                  <c:v>62.052249999999994</c:v>
                </c:pt>
                <c:pt idx="3024">
                  <c:v>32.027625</c:v>
                </c:pt>
                <c:pt idx="3025">
                  <c:v>25.933499999999999</c:v>
                </c:pt>
                <c:pt idx="3026">
                  <c:v>35.612499999999997</c:v>
                </c:pt>
                <c:pt idx="3027">
                  <c:v>73.768749999999997</c:v>
                </c:pt>
                <c:pt idx="3028">
                  <c:v>59.582249999999988</c:v>
                </c:pt>
                <c:pt idx="3029">
                  <c:v>18.828375000000001</c:v>
                </c:pt>
                <c:pt idx="3030">
                  <c:v>15.775124999999999</c:v>
                </c:pt>
                <c:pt idx="3031">
                  <c:v>20.36</c:v>
                </c:pt>
                <c:pt idx="3032">
                  <c:v>50.378625</c:v>
                </c:pt>
                <c:pt idx="3033">
                  <c:v>26.454999999999998</c:v>
                </c:pt>
                <c:pt idx="3034">
                  <c:v>107.82849999999998</c:v>
                </c:pt>
                <c:pt idx="3035">
                  <c:v>30.008875</c:v>
                </c:pt>
                <c:pt idx="3036">
                  <c:v>62.036999999999999</c:v>
                </c:pt>
                <c:pt idx="3037">
                  <c:v>27.46575</c:v>
                </c:pt>
                <c:pt idx="3038">
                  <c:v>10.678500000000001</c:v>
                </c:pt>
                <c:pt idx="3039">
                  <c:v>70.22475</c:v>
                </c:pt>
                <c:pt idx="3040">
                  <c:v>33.585750000000004</c:v>
                </c:pt>
                <c:pt idx="3041">
                  <c:v>19.841249999999999</c:v>
                </c:pt>
                <c:pt idx="3042">
                  <c:v>51.396375000000006</c:v>
                </c:pt>
                <c:pt idx="3043">
                  <c:v>36.621000000000002</c:v>
                </c:pt>
                <c:pt idx="3044">
                  <c:v>54.476374999999997</c:v>
                </c:pt>
                <c:pt idx="3045">
                  <c:v>41.218874999999997</c:v>
                </c:pt>
                <c:pt idx="3046">
                  <c:v>42.257375000000003</c:v>
                </c:pt>
                <c:pt idx="3047">
                  <c:v>75.896874999999994</c:v>
                </c:pt>
                <c:pt idx="3048">
                  <c:v>42.257375000000003</c:v>
                </c:pt>
                <c:pt idx="3049">
                  <c:v>76.934500000000014</c:v>
                </c:pt>
                <c:pt idx="3050">
                  <c:v>44.847000000000001</c:v>
                </c:pt>
                <c:pt idx="3051">
                  <c:v>60.600749999999998</c:v>
                </c:pt>
                <c:pt idx="3052">
                  <c:v>40.23075</c:v>
                </c:pt>
                <c:pt idx="3053">
                  <c:v>43.275624999999998</c:v>
                </c:pt>
                <c:pt idx="3054">
                  <c:v>37.665999999999997</c:v>
                </c:pt>
                <c:pt idx="3055">
                  <c:v>11.709875</c:v>
                </c:pt>
                <c:pt idx="3056">
                  <c:v>22.396000000000001</c:v>
                </c:pt>
                <c:pt idx="3057">
                  <c:v>43.265000000000001</c:v>
                </c:pt>
                <c:pt idx="3058">
                  <c:v>31.041375000000006</c:v>
                </c:pt>
                <c:pt idx="3059">
                  <c:v>35.103749999999998</c:v>
                </c:pt>
                <c:pt idx="3060">
                  <c:v>32.56</c:v>
                </c:pt>
                <c:pt idx="3061">
                  <c:v>19.841249999999999</c:v>
                </c:pt>
                <c:pt idx="3062">
                  <c:v>25.45</c:v>
                </c:pt>
                <c:pt idx="3063">
                  <c:v>38.193750000000001</c:v>
                </c:pt>
                <c:pt idx="3064">
                  <c:v>31.056625</c:v>
                </c:pt>
                <c:pt idx="3065">
                  <c:v>42.257375000000003</c:v>
                </c:pt>
                <c:pt idx="3066">
                  <c:v>13.753125000000001</c:v>
                </c:pt>
                <c:pt idx="3067">
                  <c:v>22.927499999999998</c:v>
                </c:pt>
                <c:pt idx="3068">
                  <c:v>26.481000000000002</c:v>
                </c:pt>
                <c:pt idx="3069">
                  <c:v>9.6781249999999996</c:v>
                </c:pt>
                <c:pt idx="3070">
                  <c:v>2.5462500000000001</c:v>
                </c:pt>
                <c:pt idx="3071">
                  <c:v>55.467374999999997</c:v>
                </c:pt>
                <c:pt idx="3072">
                  <c:v>18.328500000000002</c:v>
                </c:pt>
                <c:pt idx="3073">
                  <c:v>47.371875000000003</c:v>
                </c:pt>
                <c:pt idx="3074">
                  <c:v>27.499500000000001</c:v>
                </c:pt>
                <c:pt idx="3075">
                  <c:v>17.323000000000004</c:v>
                </c:pt>
                <c:pt idx="3076">
                  <c:v>34.136499999999998</c:v>
                </c:pt>
                <c:pt idx="3077">
                  <c:v>40.280124999999998</c:v>
                </c:pt>
                <c:pt idx="3078">
                  <c:v>18.865375</c:v>
                </c:pt>
                <c:pt idx="3079">
                  <c:v>32.130000000000003</c:v>
                </c:pt>
                <c:pt idx="3080">
                  <c:v>30.09</c:v>
                </c:pt>
                <c:pt idx="3081">
                  <c:v>43.881500000000003</c:v>
                </c:pt>
                <c:pt idx="3082">
                  <c:v>49.518499999999989</c:v>
                </c:pt>
                <c:pt idx="3083">
                  <c:v>24.503999999999994</c:v>
                </c:pt>
                <c:pt idx="3084">
                  <c:v>14.287000000000001</c:v>
                </c:pt>
                <c:pt idx="3085">
                  <c:v>45.39</c:v>
                </c:pt>
                <c:pt idx="3086">
                  <c:v>#N/A</c:v>
                </c:pt>
                <c:pt idx="3087">
                  <c:v>#N/A</c:v>
                </c:pt>
                <c:pt idx="3088">
                  <c:v>13.269750000000002</c:v>
                </c:pt>
                <c:pt idx="3089">
                  <c:v>15.303750000000001</c:v>
                </c:pt>
                <c:pt idx="3090">
                  <c:v>15.3</c:v>
                </c:pt>
                <c:pt idx="3091">
                  <c:v>14.28</c:v>
                </c:pt>
                <c:pt idx="3092">
                  <c:v>9.1822499999999998</c:v>
                </c:pt>
                <c:pt idx="3093">
                  <c:v>12.246</c:v>
                </c:pt>
                <c:pt idx="3094">
                  <c:v>19.389500000000002</c:v>
                </c:pt>
                <c:pt idx="3095">
                  <c:v>9.6971249999999998</c:v>
                </c:pt>
                <c:pt idx="3096">
                  <c:v>11.738625000000001</c:v>
                </c:pt>
                <c:pt idx="3097">
                  <c:v>4.0830000000000002</c:v>
                </c:pt>
                <c:pt idx="3098">
                  <c:v>42.340375000000002</c:v>
                </c:pt>
                <c:pt idx="3099">
                  <c:v>6.1230000000000002</c:v>
                </c:pt>
                <c:pt idx="3100">
                  <c:v>17.858750000000001</c:v>
                </c:pt>
                <c:pt idx="3101">
                  <c:v>66.364999999999995</c:v>
                </c:pt>
                <c:pt idx="3102">
                  <c:v>36.765000000000001</c:v>
                </c:pt>
                <c:pt idx="3103">
                  <c:v>133.81650000000002</c:v>
                </c:pt>
                <c:pt idx="3104">
                  <c:v>22.472999999999999</c:v>
                </c:pt>
                <c:pt idx="3105">
                  <c:v>33.182499999999997</c:v>
                </c:pt>
                <c:pt idx="3106">
                  <c:v>34.697000000000003</c:v>
                </c:pt>
                <c:pt idx="3107">
                  <c:v>9.1822499999999998</c:v>
                </c:pt>
                <c:pt idx="3108">
                  <c:v>41.31</c:v>
                </c:pt>
                <c:pt idx="3109">
                  <c:v>18.87</c:v>
                </c:pt>
                <c:pt idx="3110">
                  <c:v>25.493749999999999</c:v>
                </c:pt>
                <c:pt idx="3111">
                  <c:v>30.57</c:v>
                </c:pt>
                <c:pt idx="3112">
                  <c:v>66.234999999999999</c:v>
                </c:pt>
                <c:pt idx="3113">
                  <c:v>29.551000000000005</c:v>
                </c:pt>
                <c:pt idx="3114">
                  <c:v>31.581250000000001</c:v>
                </c:pt>
                <c:pt idx="3115">
                  <c:v>46.839500000000001</c:v>
                </c:pt>
                <c:pt idx="3116">
                  <c:v>24.947125</c:v>
                </c:pt>
                <c:pt idx="3117">
                  <c:v>48.875999999999998</c:v>
                </c:pt>
                <c:pt idx="3118">
                  <c:v>4.0720000000000001</c:v>
                </c:pt>
                <c:pt idx="3119">
                  <c:v>51.408999999999999</c:v>
                </c:pt>
                <c:pt idx="3120">
                  <c:v>56.994000000000007</c:v>
                </c:pt>
                <c:pt idx="3121">
                  <c:v>36.621000000000002</c:v>
                </c:pt>
                <c:pt idx="3122">
                  <c:v>49.832999999999998</c:v>
                </c:pt>
                <c:pt idx="3123">
                  <c:v>50.85</c:v>
                </c:pt>
                <c:pt idx="3124">
                  <c:v>13.7295</c:v>
                </c:pt>
                <c:pt idx="3125">
                  <c:v>44.77</c:v>
                </c:pt>
                <c:pt idx="3126">
                  <c:v>16.283999999999999</c:v>
                </c:pt>
                <c:pt idx="3127">
                  <c:v>39.701999999999998</c:v>
                </c:pt>
                <c:pt idx="3128">
                  <c:v>13.22425</c:v>
                </c:pt>
                <c:pt idx="3129">
                  <c:v>32.027625</c:v>
                </c:pt>
                <c:pt idx="3130">
                  <c:v>39.65325</c:v>
                </c:pt>
                <c:pt idx="3131">
                  <c:v>48.307499999999997</c:v>
                </c:pt>
                <c:pt idx="3132">
                  <c:v>9.6638749999999991</c:v>
                </c:pt>
                <c:pt idx="3133">
                  <c:v>6.1020000000000003</c:v>
                </c:pt>
                <c:pt idx="3134">
                  <c:v>53.405625000000001</c:v>
                </c:pt>
                <c:pt idx="3135">
                  <c:v>46.307625000000002</c:v>
                </c:pt>
                <c:pt idx="3136">
                  <c:v>19.3325</c:v>
                </c:pt>
                <c:pt idx="3137">
                  <c:v>35.603749999999998</c:v>
                </c:pt>
                <c:pt idx="3138">
                  <c:v>62.530124999999998</c:v>
                </c:pt>
                <c:pt idx="3139">
                  <c:v>140.27699999999999</c:v>
                </c:pt>
                <c:pt idx="3140">
                  <c:v>48.271875000000001</c:v>
                </c:pt>
                <c:pt idx="3141">
                  <c:v>63.992249999999999</c:v>
                </c:pt>
                <c:pt idx="3142">
                  <c:v>45.708750000000002</c:v>
                </c:pt>
                <c:pt idx="3143">
                  <c:v>74.167999999999992</c:v>
                </c:pt>
                <c:pt idx="3144">
                  <c:v>31.495999999999999</c:v>
                </c:pt>
                <c:pt idx="3145">
                  <c:v>20.81775</c:v>
                </c:pt>
                <c:pt idx="3146">
                  <c:v>36.076875000000001</c:v>
                </c:pt>
                <c:pt idx="3147">
                  <c:v>71.155000000000001</c:v>
                </c:pt>
                <c:pt idx="3148">
                  <c:v>30.995625</c:v>
                </c:pt>
                <c:pt idx="3149">
                  <c:v>2.0329999999999999</c:v>
                </c:pt>
                <c:pt idx="3150">
                  <c:v>74.731125000000006</c:v>
                </c:pt>
                <c:pt idx="3151">
                  <c:v>64.070999999999998</c:v>
                </c:pt>
                <c:pt idx="3152">
                  <c:v>20.335000000000001</c:v>
                </c:pt>
                <c:pt idx="3153">
                  <c:v>36.594000000000001</c:v>
                </c:pt>
                <c:pt idx="3154">
                  <c:v>26.422499999999999</c:v>
                </c:pt>
                <c:pt idx="3155">
                  <c:v>49.771749999999997</c:v>
                </c:pt>
                <c:pt idx="3156">
                  <c:v>25.914375</c:v>
                </c:pt>
                <c:pt idx="3157">
                  <c:v>11.1815</c:v>
                </c:pt>
                <c:pt idx="3158">
                  <c:v>21.844000000000001</c:v>
                </c:pt>
                <c:pt idx="3159">
                  <c:v>10.662749999999999</c:v>
                </c:pt>
                <c:pt idx="3160">
                  <c:v>30.987999999999996</c:v>
                </c:pt>
                <c:pt idx="3161">
                  <c:v>35.577500000000001</c:v>
                </c:pt>
                <c:pt idx="3162">
                  <c:v>9.1485000000000003</c:v>
                </c:pt>
                <c:pt idx="3163">
                  <c:v>67.630499999999998</c:v>
                </c:pt>
                <c:pt idx="3164">
                  <c:v>39.144874999999992</c:v>
                </c:pt>
                <c:pt idx="3165">
                  <c:v>18.297000000000001</c:v>
                </c:pt>
                <c:pt idx="3166">
                  <c:v>9.6567500000000006</c:v>
                </c:pt>
                <c:pt idx="3167">
                  <c:v>31.495999999999999</c:v>
                </c:pt>
                <c:pt idx="3168">
                  <c:v>27.459</c:v>
                </c:pt>
                <c:pt idx="3169">
                  <c:v>51.866999999999997</c:v>
                </c:pt>
                <c:pt idx="3170">
                  <c:v>85.511999999999986</c:v>
                </c:pt>
                <c:pt idx="3171">
                  <c:v>33.068750000000001</c:v>
                </c:pt>
                <c:pt idx="3172">
                  <c:v>9.1575000000000006</c:v>
                </c:pt>
                <c:pt idx="3173">
                  <c:v>19.34675</c:v>
                </c:pt>
                <c:pt idx="3174">
                  <c:v>36.147874999999999</c:v>
                </c:pt>
                <c:pt idx="3175">
                  <c:v>25.971749999999997</c:v>
                </c:pt>
                <c:pt idx="3176">
                  <c:v>37.184375000000003</c:v>
                </c:pt>
                <c:pt idx="3177">
                  <c:v>15.2775</c:v>
                </c:pt>
                <c:pt idx="3178">
                  <c:v>56.058750000000003</c:v>
                </c:pt>
                <c:pt idx="3179">
                  <c:v>59.058500000000002</c:v>
                </c:pt>
                <c:pt idx="3180">
                  <c:v>23.419750000000001</c:v>
                </c:pt>
                <c:pt idx="3181">
                  <c:v>82.437749999999994</c:v>
                </c:pt>
                <c:pt idx="3182">
                  <c:v>8.1419999999999995</c:v>
                </c:pt>
                <c:pt idx="3183">
                  <c:v>8.650875000000001</c:v>
                </c:pt>
                <c:pt idx="3184">
                  <c:v>47.822499999999998</c:v>
                </c:pt>
                <c:pt idx="3185">
                  <c:v>21.870875000000002</c:v>
                </c:pt>
                <c:pt idx="3186">
                  <c:v>22.373999999999999</c:v>
                </c:pt>
                <c:pt idx="3187">
                  <c:v>45.765000000000001</c:v>
                </c:pt>
                <c:pt idx="3188">
                  <c:v>19.821750000000002</c:v>
                </c:pt>
                <c:pt idx="3189">
                  <c:v>28.462000000000003</c:v>
                </c:pt>
                <c:pt idx="3190">
                  <c:v>38.118749999999999</c:v>
                </c:pt>
                <c:pt idx="3191">
                  <c:v>35.568750000000001</c:v>
                </c:pt>
                <c:pt idx="3192">
                  <c:v>34.069500000000005</c:v>
                </c:pt>
                <c:pt idx="3193">
                  <c:v>23.876000000000001</c:v>
                </c:pt>
                <c:pt idx="3194">
                  <c:v>30.487500000000001</c:v>
                </c:pt>
                <c:pt idx="3195">
                  <c:v>24.898125</c:v>
                </c:pt>
                <c:pt idx="3196">
                  <c:v>17.784375000000001</c:v>
                </c:pt>
                <c:pt idx="3197">
                  <c:v>10.16</c:v>
                </c:pt>
                <c:pt idx="3198">
                  <c:v>23.876000000000001</c:v>
                </c:pt>
                <c:pt idx="3199">
                  <c:v>39.144874999999992</c:v>
                </c:pt>
                <c:pt idx="3200">
                  <c:v>17.801874999999999</c:v>
                </c:pt>
                <c:pt idx="3201">
                  <c:v>45.267625000000002</c:v>
                </c:pt>
                <c:pt idx="3202">
                  <c:v>15.255000000000001</c:v>
                </c:pt>
                <c:pt idx="3203">
                  <c:v>62.00650000000001</c:v>
                </c:pt>
                <c:pt idx="3204">
                  <c:v>10.164999999999999</c:v>
                </c:pt>
                <c:pt idx="3205">
                  <c:v>8.1319999999999997</c:v>
                </c:pt>
                <c:pt idx="3206">
                  <c:v>25.927125</c:v>
                </c:pt>
                <c:pt idx="3207">
                  <c:v>32.027625</c:v>
                </c:pt>
                <c:pt idx="3208">
                  <c:v>34.077874999999999</c:v>
                </c:pt>
                <c:pt idx="3209">
                  <c:v>25.431249999999999</c:v>
                </c:pt>
                <c:pt idx="3210">
                  <c:v>24.408000000000001</c:v>
                </c:pt>
                <c:pt idx="3211">
                  <c:v>21.346499999999999</c:v>
                </c:pt>
                <c:pt idx="3212">
                  <c:v>13.72275</c:v>
                </c:pt>
                <c:pt idx="3213">
                  <c:v>47.278874999999999</c:v>
                </c:pt>
                <c:pt idx="3214">
                  <c:v>40.171500000000002</c:v>
                </c:pt>
                <c:pt idx="3215">
                  <c:v>41.218874999999997</c:v>
                </c:pt>
                <c:pt idx="3216">
                  <c:v>18.319500000000001</c:v>
                </c:pt>
                <c:pt idx="3217">
                  <c:v>25.952625000000005</c:v>
                </c:pt>
                <c:pt idx="3218">
                  <c:v>29.012999999999995</c:v>
                </c:pt>
                <c:pt idx="3219">
                  <c:v>35.121000000000002</c:v>
                </c:pt>
                <c:pt idx="3220">
                  <c:v>27.988125</c:v>
                </c:pt>
                <c:pt idx="3221">
                  <c:v>49.832999999999998</c:v>
                </c:pt>
                <c:pt idx="3222">
                  <c:v>35.621250000000003</c:v>
                </c:pt>
                <c:pt idx="3223">
                  <c:v>30.547499999999999</c:v>
                </c:pt>
                <c:pt idx="3224">
                  <c:v>22.385000000000002</c:v>
                </c:pt>
                <c:pt idx="3225">
                  <c:v>18.837624999999999</c:v>
                </c:pt>
                <c:pt idx="3226">
                  <c:v>19.34675</c:v>
                </c:pt>
                <c:pt idx="3227">
                  <c:v>27.499500000000001</c:v>
                </c:pt>
                <c:pt idx="3228">
                  <c:v>30.54</c:v>
                </c:pt>
                <c:pt idx="3229">
                  <c:v>50.887500000000003</c:v>
                </c:pt>
                <c:pt idx="3230">
                  <c:v>12.206999999999997</c:v>
                </c:pt>
                <c:pt idx="3231">
                  <c:v>20.350000000000001</c:v>
                </c:pt>
                <c:pt idx="3232">
                  <c:v>8.6530000000000005</c:v>
                </c:pt>
                <c:pt idx="3233">
                  <c:v>11.707000000000001</c:v>
                </c:pt>
                <c:pt idx="3234">
                  <c:v>29.005875</c:v>
                </c:pt>
                <c:pt idx="3235">
                  <c:v>15.27</c:v>
                </c:pt>
                <c:pt idx="3236">
                  <c:v>#N/A</c:v>
                </c:pt>
                <c:pt idx="3237">
                  <c:v>#N/A</c:v>
                </c:pt>
                <c:pt idx="3238">
                  <c:v>#N/A</c:v>
                </c:pt>
                <c:pt idx="3239">
                  <c:v>15.78675</c:v>
                </c:pt>
                <c:pt idx="3240">
                  <c:v>30.57</c:v>
                </c:pt>
                <c:pt idx="3241">
                  <c:v>79.501499999999993</c:v>
                </c:pt>
                <c:pt idx="3242">
                  <c:v>30.07525</c:v>
                </c:pt>
                <c:pt idx="3243">
                  <c:v>55.535499999999999</c:v>
                </c:pt>
                <c:pt idx="3244">
                  <c:v>17.323000000000004</c:v>
                </c:pt>
                <c:pt idx="3245">
                  <c:v>10.185</c:v>
                </c:pt>
                <c:pt idx="3246">
                  <c:v>23.44275</c:v>
                </c:pt>
                <c:pt idx="3247">
                  <c:v>15.798374999999998</c:v>
                </c:pt>
                <c:pt idx="3248">
                  <c:v>20.889500000000002</c:v>
                </c:pt>
                <c:pt idx="3249">
                  <c:v>34.646000000000008</c:v>
                </c:pt>
                <c:pt idx="3250">
                  <c:v>12.740625</c:v>
                </c:pt>
                <c:pt idx="3251">
                  <c:v>48.936</c:v>
                </c:pt>
                <c:pt idx="3252">
                  <c:v>32.122124999999997</c:v>
                </c:pt>
                <c:pt idx="3253">
                  <c:v>32.137875000000008</c:v>
                </c:pt>
                <c:pt idx="3254">
                  <c:v>62.235250000000008</c:v>
                </c:pt>
                <c:pt idx="3255">
                  <c:v>45.412249999999993</c:v>
                </c:pt>
                <c:pt idx="3256">
                  <c:v>60.209499999999998</c:v>
                </c:pt>
                <c:pt idx="3257">
                  <c:v>33.174374999999998</c:v>
                </c:pt>
                <c:pt idx="3258">
                  <c:v>21.435750000000002</c:v>
                </c:pt>
                <c:pt idx="3259">
                  <c:v>46.965999999999994</c:v>
                </c:pt>
                <c:pt idx="3260">
                  <c:v>51.075000000000003</c:v>
                </c:pt>
                <c:pt idx="3261">
                  <c:v>49.007999999999988</c:v>
                </c:pt>
                <c:pt idx="3262">
                  <c:v>39.308500000000002</c:v>
                </c:pt>
                <c:pt idx="3263">
                  <c:v>17.361249999999998</c:v>
                </c:pt>
                <c:pt idx="3264">
                  <c:v>23.999375000000001</c:v>
                </c:pt>
                <c:pt idx="3265">
                  <c:v>47.987000000000002</c:v>
                </c:pt>
                <c:pt idx="3266">
                  <c:v>34.203499999999998</c:v>
                </c:pt>
                <c:pt idx="3267">
                  <c:v>84.15</c:v>
                </c:pt>
                <c:pt idx="3268">
                  <c:v>19.375249999999998</c:v>
                </c:pt>
                <c:pt idx="3269">
                  <c:v>32.64</c:v>
                </c:pt>
                <c:pt idx="3270">
                  <c:v>47.453249999999997</c:v>
                </c:pt>
                <c:pt idx="3271">
                  <c:v>41.340375000000002</c:v>
                </c:pt>
                <c:pt idx="3272">
                  <c:v>#N/A</c:v>
                </c:pt>
                <c:pt idx="3273">
                  <c:v>#N/A</c:v>
                </c:pt>
                <c:pt idx="3274">
                  <c:v>22.944375000000001</c:v>
                </c:pt>
                <c:pt idx="3275">
                  <c:v>24.983875000000001</c:v>
                </c:pt>
                <c:pt idx="3276">
                  <c:v>19.89</c:v>
                </c:pt>
                <c:pt idx="3277">
                  <c:v>24.48</c:v>
                </c:pt>
                <c:pt idx="3278">
                  <c:v>25.487500000000001</c:v>
                </c:pt>
                <c:pt idx="3279">
                  <c:v>22.423500000000001</c:v>
                </c:pt>
                <c:pt idx="3280">
                  <c:v>9.1709999999999994</c:v>
                </c:pt>
                <c:pt idx="3281">
                  <c:v>26.494</c:v>
                </c:pt>
                <c:pt idx="3282">
                  <c:v>19.356249999999999</c:v>
                </c:pt>
                <c:pt idx="3283">
                  <c:v>36.692999999999998</c:v>
                </c:pt>
                <c:pt idx="3284">
                  <c:v>18.351000000000003</c:v>
                </c:pt>
                <c:pt idx="3285">
                  <c:v>41.799500000000002</c:v>
                </c:pt>
                <c:pt idx="3286">
                  <c:v>22.933125</c:v>
                </c:pt>
                <c:pt idx="3287">
                  <c:v>16.308</c:v>
                </c:pt>
                <c:pt idx="3288">
                  <c:v>15.798374999999998</c:v>
                </c:pt>
                <c:pt idx="3289">
                  <c:v>16.809374999999999</c:v>
                </c:pt>
                <c:pt idx="3290">
                  <c:v>21.399000000000001</c:v>
                </c:pt>
                <c:pt idx="3291">
                  <c:v>15.802250000000003</c:v>
                </c:pt>
                <c:pt idx="3292">
                  <c:v>8.1560000000000006</c:v>
                </c:pt>
                <c:pt idx="3293">
                  <c:v>9.6828749999999992</c:v>
                </c:pt>
                <c:pt idx="3294">
                  <c:v>10.707375000000001</c:v>
                </c:pt>
                <c:pt idx="3295">
                  <c:v>28.56</c:v>
                </c:pt>
                <c:pt idx="3296">
                  <c:v>#N/A</c:v>
                </c:pt>
                <c:pt idx="3297">
                  <c:v>#N/A</c:v>
                </c:pt>
                <c:pt idx="3298">
                  <c:v>#N/A</c:v>
                </c:pt>
                <c:pt idx="3299">
                  <c:v>17.35275</c:v>
                </c:pt>
                <c:pt idx="3300">
                  <c:v>6.634875000000001</c:v>
                </c:pt>
                <c:pt idx="3301">
                  <c:v>73.03725</c:v>
                </c:pt>
                <c:pt idx="3302">
                  <c:v>23.993500000000001</c:v>
                </c:pt>
                <c:pt idx="3303">
                  <c:v>5.1062500000000002</c:v>
                </c:pt>
                <c:pt idx="3304">
                  <c:v>17.8675</c:v>
                </c:pt>
                <c:pt idx="3305">
                  <c:v>44.435250000000011</c:v>
                </c:pt>
                <c:pt idx="3306">
                  <c:v>33.701250000000002</c:v>
                </c:pt>
                <c:pt idx="3307">
                  <c:v>31.674249999999994</c:v>
                </c:pt>
                <c:pt idx="3308">
                  <c:v>98.184000000000026</c:v>
                </c:pt>
                <c:pt idx="3309">
                  <c:v>132.4785</c:v>
                </c:pt>
                <c:pt idx="3310">
                  <c:v>55.241999999999997</c:v>
                </c:pt>
                <c:pt idx="3311">
                  <c:v>20.465</c:v>
                </c:pt>
                <c:pt idx="3312">
                  <c:v>49.627625000000002</c:v>
                </c:pt>
                <c:pt idx="3313">
                  <c:v>25.587499999999999</c:v>
                </c:pt>
                <c:pt idx="3314">
                  <c:v>54.258749999999999</c:v>
                </c:pt>
                <c:pt idx="3315">
                  <c:v>67.501500000000007</c:v>
                </c:pt>
                <c:pt idx="3316">
                  <c:v>58.808124999999997</c:v>
                </c:pt>
                <c:pt idx="3317">
                  <c:v>39.877499999999998</c:v>
                </c:pt>
                <c:pt idx="3318">
                  <c:v>75.720500000000001</c:v>
                </c:pt>
                <c:pt idx="3319">
                  <c:v>36.325375000000001</c:v>
                </c:pt>
                <c:pt idx="3320">
                  <c:v>16.883624999999999</c:v>
                </c:pt>
                <c:pt idx="3321">
                  <c:v>25.063500000000001</c:v>
                </c:pt>
                <c:pt idx="3322">
                  <c:v>15.852625</c:v>
                </c:pt>
                <c:pt idx="3323">
                  <c:v>71.115875000000003</c:v>
                </c:pt>
                <c:pt idx="3324">
                  <c:v>41.441625000000002</c:v>
                </c:pt>
                <c:pt idx="3325">
                  <c:v>24.558</c:v>
                </c:pt>
                <c:pt idx="3326">
                  <c:v>29.169750000000001</c:v>
                </c:pt>
                <c:pt idx="3327">
                  <c:v>51.71200000000001</c:v>
                </c:pt>
                <c:pt idx="3328">
                  <c:v>100.401</c:v>
                </c:pt>
                <c:pt idx="3329">
                  <c:v>85.545750000000012</c:v>
                </c:pt>
                <c:pt idx="3330">
                  <c:v>78.374250000000004</c:v>
                </c:pt>
                <c:pt idx="3331">
                  <c:v>32.271749999999997</c:v>
                </c:pt>
                <c:pt idx="3332">
                  <c:v>84.459374999999994</c:v>
                </c:pt>
                <c:pt idx="3333">
                  <c:v>53.720624999999998</c:v>
                </c:pt>
                <c:pt idx="3334">
                  <c:v>38.864500000000007</c:v>
                </c:pt>
                <c:pt idx="3335">
                  <c:v>60.34225</c:v>
                </c:pt>
                <c:pt idx="3336">
                  <c:v>90.958000000000013</c:v>
                </c:pt>
                <c:pt idx="3337">
                  <c:v>45.467874999999992</c:v>
                </c:pt>
                <c:pt idx="3338">
                  <c:v>38.306249999999999</c:v>
                </c:pt>
                <c:pt idx="3339">
                  <c:v>41.391000000000005</c:v>
                </c:pt>
                <c:pt idx="3340">
                  <c:v>29.638000000000002</c:v>
                </c:pt>
                <c:pt idx="3341">
                  <c:v>76.631249999999994</c:v>
                </c:pt>
                <c:pt idx="3342">
                  <c:v>50.090249999999997</c:v>
                </c:pt>
                <c:pt idx="3343">
                  <c:v>22.4895</c:v>
                </c:pt>
                <c:pt idx="3344">
                  <c:v>103.32299999999999</c:v>
                </c:pt>
                <c:pt idx="3345">
                  <c:v>23.529</c:v>
                </c:pt>
                <c:pt idx="3346">
                  <c:v>19.422749999999997</c:v>
                </c:pt>
                <c:pt idx="3347">
                  <c:v>22.4895</c:v>
                </c:pt>
                <c:pt idx="3348">
                  <c:v>28.616</c:v>
                </c:pt>
                <c:pt idx="3349">
                  <c:v>26.048250000000003</c:v>
                </c:pt>
                <c:pt idx="3350">
                  <c:v>4.0869999999999997</c:v>
                </c:pt>
                <c:pt idx="3351">
                  <c:v>24.011124999999996</c:v>
                </c:pt>
                <c:pt idx="3352">
                  <c:v>24.017000000000003</c:v>
                </c:pt>
                <c:pt idx="3353">
                  <c:v>#N/A</c:v>
                </c:pt>
                <c:pt idx="3354">
                  <c:v>#N/A</c:v>
                </c:pt>
                <c:pt idx="3355">
                  <c:v>16.347999999999999</c:v>
                </c:pt>
                <c:pt idx="3356">
                  <c:v>20.440000000000001</c:v>
                </c:pt>
                <c:pt idx="3357">
                  <c:v>7.665</c:v>
                </c:pt>
                <c:pt idx="3358">
                  <c:v>31.697500000000002</c:v>
                </c:pt>
                <c:pt idx="3359">
                  <c:v>21.4725</c:v>
                </c:pt>
                <c:pt idx="3360">
                  <c:v>8.6869999999999994</c:v>
                </c:pt>
                <c:pt idx="3361">
                  <c:v>#N/A</c:v>
                </c:pt>
                <c:pt idx="3362">
                  <c:v>#N/A</c:v>
                </c:pt>
                <c:pt idx="3363">
                  <c:v>#N/A</c:v>
                </c:pt>
                <c:pt idx="3364">
                  <c:v>#N/A</c:v>
                </c:pt>
                <c:pt idx="3365">
                  <c:v>20.46</c:v>
                </c:pt>
                <c:pt idx="3366">
                  <c:v>12.790625</c:v>
                </c:pt>
                <c:pt idx="3367">
                  <c:v>28.125624999999999</c:v>
                </c:pt>
                <c:pt idx="3368">
                  <c:v>24.54</c:v>
                </c:pt>
                <c:pt idx="3369">
                  <c:v>2.5562499999999999</c:v>
                </c:pt>
                <c:pt idx="3370">
                  <c:v>2.555625</c:v>
                </c:pt>
                <c:pt idx="3371">
                  <c:v>21.972999999999999</c:v>
                </c:pt>
                <c:pt idx="3372">
                  <c:v>15.848750000000001</c:v>
                </c:pt>
                <c:pt idx="3373">
                  <c:v>12.775</c:v>
                </c:pt>
                <c:pt idx="3374">
                  <c:v>27.587250000000001</c:v>
                </c:pt>
                <c:pt idx="3375">
                  <c:v>26.559000000000001</c:v>
                </c:pt>
                <c:pt idx="3376">
                  <c:v>23.48875</c:v>
                </c:pt>
                <c:pt idx="3377">
                  <c:v>18.3825</c:v>
                </c:pt>
                <c:pt idx="3378">
                  <c:v>#N/A</c:v>
                </c:pt>
                <c:pt idx="3379">
                  <c:v>#N/A</c:v>
                </c:pt>
                <c:pt idx="3380">
                  <c:v>14.308</c:v>
                </c:pt>
                <c:pt idx="3381">
                  <c:v>14.819000000000001</c:v>
                </c:pt>
                <c:pt idx="3382">
                  <c:v>1.5333749999999997</c:v>
                </c:pt>
                <c:pt idx="3383">
                  <c:v>26.07375</c:v>
                </c:pt>
                <c:pt idx="3384">
                  <c:v>12.78125</c:v>
                </c:pt>
                <c:pt idx="3385">
                  <c:v>2.555625</c:v>
                </c:pt>
                <c:pt idx="3386">
                  <c:v>38.845499999999994</c:v>
                </c:pt>
                <c:pt idx="3387">
                  <c:v>16.36</c:v>
                </c:pt>
                <c:pt idx="3388">
                  <c:v>10.73625</c:v>
                </c:pt>
                <c:pt idx="3389">
                  <c:v>3.5778749999999993</c:v>
                </c:pt>
                <c:pt idx="3390">
                  <c:v>13.800375000000001</c:v>
                </c:pt>
                <c:pt idx="3391">
                  <c:v>20.45</c:v>
                </c:pt>
                <c:pt idx="3392">
                  <c:v>17.3825</c:v>
                </c:pt>
                <c:pt idx="3393">
                  <c:v>5.1112500000000001</c:v>
                </c:pt>
                <c:pt idx="3394">
                  <c:v>9.7137499999999992</c:v>
                </c:pt>
                <c:pt idx="3395">
                  <c:v>13.29575</c:v>
                </c:pt>
                <c:pt idx="3396">
                  <c:v>13.2925</c:v>
                </c:pt>
                <c:pt idx="3397">
                  <c:v>16.352</c:v>
                </c:pt>
                <c:pt idx="3398">
                  <c:v>42.9345</c:v>
                </c:pt>
                <c:pt idx="3399">
                  <c:v>2.044</c:v>
                </c:pt>
                <c:pt idx="3400">
                  <c:v>25.537500000000001</c:v>
                </c:pt>
                <c:pt idx="3401">
                  <c:v>10.72575</c:v>
                </c:pt>
                <c:pt idx="3402">
                  <c:v>15.844875</c:v>
                </c:pt>
                <c:pt idx="3403">
                  <c:v>14.315</c:v>
                </c:pt>
                <c:pt idx="3404">
                  <c:v>19.432250000000003</c:v>
                </c:pt>
                <c:pt idx="3405">
                  <c:v>12.27</c:v>
                </c:pt>
                <c:pt idx="3406">
                  <c:v>5.6265000000000001</c:v>
                </c:pt>
                <c:pt idx="3407">
                  <c:v>46.057499999999997</c:v>
                </c:pt>
                <c:pt idx="3408">
                  <c:v>11.770249999999997</c:v>
                </c:pt>
                <c:pt idx="3409">
                  <c:v>39.375875000000001</c:v>
                </c:pt>
                <c:pt idx="3410">
                  <c:v>20.45</c:v>
                </c:pt>
                <c:pt idx="3411">
                  <c:v>19.943625000000001</c:v>
                </c:pt>
                <c:pt idx="3412">
                  <c:v>27.627749999999999</c:v>
                </c:pt>
                <c:pt idx="3413">
                  <c:v>6.1365000000000016</c:v>
                </c:pt>
                <c:pt idx="3414">
                  <c:v>7.159250000000001</c:v>
                </c:pt>
                <c:pt idx="3415">
                  <c:v>20.454999999999998</c:v>
                </c:pt>
                <c:pt idx="3416">
                  <c:v>3.5804999999999998</c:v>
                </c:pt>
                <c:pt idx="3417">
                  <c:v>#N/A</c:v>
                </c:pt>
                <c:pt idx="3418">
                  <c:v>#N/A</c:v>
                </c:pt>
                <c:pt idx="3419">
                  <c:v>2.5575000000000001</c:v>
                </c:pt>
                <c:pt idx="3420">
                  <c:v>15.860375000000003</c:v>
                </c:pt>
                <c:pt idx="3421">
                  <c:v>13.3055</c:v>
                </c:pt>
                <c:pt idx="3422">
                  <c:v>24.046375000000005</c:v>
                </c:pt>
                <c:pt idx="3423">
                  <c:v>14.829875000000003</c:v>
                </c:pt>
                <c:pt idx="3424">
                  <c:v>8.6933750000000014</c:v>
                </c:pt>
                <c:pt idx="3425">
                  <c:v>20.96125</c:v>
                </c:pt>
                <c:pt idx="3426">
                  <c:v>7.6706250000000002</c:v>
                </c:pt>
                <c:pt idx="3427">
                  <c:v>#N/A</c:v>
                </c:pt>
                <c:pt idx="3428">
                  <c:v>#N/A</c:v>
                </c:pt>
                <c:pt idx="3429">
                  <c:v>21.4725</c:v>
                </c:pt>
                <c:pt idx="3430">
                  <c:v>76.101749999999996</c:v>
                </c:pt>
                <c:pt idx="3431">
                  <c:v>54.165999999999997</c:v>
                </c:pt>
                <c:pt idx="3432">
                  <c:v>41.881500000000003</c:v>
                </c:pt>
                <c:pt idx="3433">
                  <c:v>27.580500000000001</c:v>
                </c:pt>
                <c:pt idx="3434">
                  <c:v>5.6196250000000001</c:v>
                </c:pt>
                <c:pt idx="3435">
                  <c:v>66.413749999999993</c:v>
                </c:pt>
                <c:pt idx="3436">
                  <c:v>36.263250000000006</c:v>
                </c:pt>
                <c:pt idx="3437">
                  <c:v>7.665</c:v>
                </c:pt>
                <c:pt idx="3438">
                  <c:v>26.565499999999997</c:v>
                </c:pt>
                <c:pt idx="3439">
                  <c:v>90.846750000000014</c:v>
                </c:pt>
                <c:pt idx="3440">
                  <c:v>111.20725</c:v>
                </c:pt>
                <c:pt idx="3441">
                  <c:v>32.64</c:v>
                </c:pt>
                <c:pt idx="3442">
                  <c:v>85.721999999999994</c:v>
                </c:pt>
                <c:pt idx="3443">
                  <c:v>27.04325</c:v>
                </c:pt>
                <c:pt idx="3444">
                  <c:v>13.263249999999999</c:v>
                </c:pt>
                <c:pt idx="3445">
                  <c:v>118.83</c:v>
                </c:pt>
                <c:pt idx="3446">
                  <c:v>24.492000000000001</c:v>
                </c:pt>
                <c:pt idx="3447">
                  <c:v>45.39</c:v>
                </c:pt>
                <c:pt idx="3448">
                  <c:v>21.924624999999999</c:v>
                </c:pt>
                <c:pt idx="3449">
                  <c:v>9.1844999999999981</c:v>
                </c:pt>
                <c:pt idx="3450">
                  <c:v>53.576250000000002</c:v>
                </c:pt>
                <c:pt idx="3451">
                  <c:v>19.39425</c:v>
                </c:pt>
                <c:pt idx="3452">
                  <c:v>38.845499999999994</c:v>
                </c:pt>
                <c:pt idx="3453">
                  <c:v>49.579124999999991</c:v>
                </c:pt>
                <c:pt idx="3454">
                  <c:v>19.413250000000001</c:v>
                </c:pt>
                <c:pt idx="3455">
                  <c:v>40.880000000000003</c:v>
                </c:pt>
                <c:pt idx="3456">
                  <c:v>31.186250000000001</c:v>
                </c:pt>
                <c:pt idx="3457">
                  <c:v>34.756499999999996</c:v>
                </c:pt>
                <c:pt idx="3458">
                  <c:v>16.356000000000002</c:v>
                </c:pt>
                <c:pt idx="3459">
                  <c:v>21.462000000000003</c:v>
                </c:pt>
                <c:pt idx="3460">
                  <c:v>41.912249999999993</c:v>
                </c:pt>
                <c:pt idx="3461">
                  <c:v>83.885999999999996</c:v>
                </c:pt>
                <c:pt idx="3462">
                  <c:v>30.69</c:v>
                </c:pt>
                <c:pt idx="3463">
                  <c:v>28.643999999999998</c:v>
                </c:pt>
                <c:pt idx="3464">
                  <c:v>26.604500000000005</c:v>
                </c:pt>
                <c:pt idx="3465">
                  <c:v>56.306249999999999</c:v>
                </c:pt>
                <c:pt idx="3466">
                  <c:v>49.14</c:v>
                </c:pt>
                <c:pt idx="3467">
                  <c:v>3.5831249999999999</c:v>
                </c:pt>
                <c:pt idx="3468">
                  <c:v>28.125624999999999</c:v>
                </c:pt>
                <c:pt idx="3469">
                  <c:v>27.614249999999998</c:v>
                </c:pt>
                <c:pt idx="3470">
                  <c:v>19.446499999999997</c:v>
                </c:pt>
                <c:pt idx="3471">
                  <c:v>27.116125</c:v>
                </c:pt>
                <c:pt idx="3472">
                  <c:v>70.058375000000012</c:v>
                </c:pt>
                <c:pt idx="3473">
                  <c:v>25.574999999999999</c:v>
                </c:pt>
                <c:pt idx="3474">
                  <c:v>10.23</c:v>
                </c:pt>
                <c:pt idx="3475">
                  <c:v>30.69</c:v>
                </c:pt>
                <c:pt idx="3476">
                  <c:v>12.273000000000003</c:v>
                </c:pt>
                <c:pt idx="3477">
                  <c:v>15.856499999999997</c:v>
                </c:pt>
                <c:pt idx="3478">
                  <c:v>5.11625</c:v>
                </c:pt>
                <c:pt idx="3479">
                  <c:v>24.052250000000001</c:v>
                </c:pt>
                <c:pt idx="3480">
                  <c:v>69.136875000000003</c:v>
                </c:pt>
                <c:pt idx="3481">
                  <c:v>34.312374999999996</c:v>
                </c:pt>
                <c:pt idx="3482">
                  <c:v>14.339499999999999</c:v>
                </c:pt>
                <c:pt idx="3483">
                  <c:v>64.559249999999992</c:v>
                </c:pt>
                <c:pt idx="3484">
                  <c:v>30.230125000000001</c:v>
                </c:pt>
                <c:pt idx="3485">
                  <c:v>115.85325</c:v>
                </c:pt>
                <c:pt idx="3486">
                  <c:v>61.01724999999999</c:v>
                </c:pt>
                <c:pt idx="3487">
                  <c:v>103.67650000000002</c:v>
                </c:pt>
                <c:pt idx="3488">
                  <c:v>46.192500000000003</c:v>
                </c:pt>
                <c:pt idx="3489">
                  <c:v>126.321</c:v>
                </c:pt>
                <c:pt idx="3490">
                  <c:v>99.497749999999996</c:v>
                </c:pt>
                <c:pt idx="3491">
                  <c:v>46.17</c:v>
                </c:pt>
                <c:pt idx="3492">
                  <c:v>33.336874999999999</c:v>
                </c:pt>
                <c:pt idx="3493">
                  <c:v>32.318999999999996</c:v>
                </c:pt>
                <c:pt idx="3494">
                  <c:v>9.7469999999999981</c:v>
                </c:pt>
                <c:pt idx="3495">
                  <c:v>62.088124999999998</c:v>
                </c:pt>
                <c:pt idx="3496">
                  <c:v>72.368250000000003</c:v>
                </c:pt>
                <c:pt idx="3497">
                  <c:v>34.379375000000003</c:v>
                </c:pt>
                <c:pt idx="3498">
                  <c:v>41.03</c:v>
                </c:pt>
                <c:pt idx="3499">
                  <c:v>50.749875000000003</c:v>
                </c:pt>
                <c:pt idx="3500">
                  <c:v>26.156624999999998</c:v>
                </c:pt>
                <c:pt idx="3501">
                  <c:v>36.927000000000007</c:v>
                </c:pt>
                <c:pt idx="3502">
                  <c:v>13.844250000000001</c:v>
                </c:pt>
                <c:pt idx="3503">
                  <c:v>31.285374999999998</c:v>
                </c:pt>
                <c:pt idx="3504">
                  <c:v>47.685749999999999</c:v>
                </c:pt>
                <c:pt idx="3505">
                  <c:v>69.751000000000005</c:v>
                </c:pt>
                <c:pt idx="3506">
                  <c:v>83.68012499999999</c:v>
                </c:pt>
                <c:pt idx="3507">
                  <c:v>69.305625000000006</c:v>
                </c:pt>
                <c:pt idx="3508">
                  <c:v>29.753999999999994</c:v>
                </c:pt>
                <c:pt idx="3509">
                  <c:v>76.96875</c:v>
                </c:pt>
                <c:pt idx="3510">
                  <c:v>33.84975</c:v>
                </c:pt>
                <c:pt idx="3511">
                  <c:v>19.479750000000003</c:v>
                </c:pt>
                <c:pt idx="3512">
                  <c:v>27.169125000000005</c:v>
                </c:pt>
                <c:pt idx="3513">
                  <c:v>21.535499999999995</c:v>
                </c:pt>
                <c:pt idx="3514">
                  <c:v>30.244875</c:v>
                </c:pt>
                <c:pt idx="3515">
                  <c:v>9.7375000000000007</c:v>
                </c:pt>
                <c:pt idx="3516">
                  <c:v>12.303000000000003</c:v>
                </c:pt>
                <c:pt idx="3517">
                  <c:v>25.637499999999999</c:v>
                </c:pt>
                <c:pt idx="3518">
                  <c:v>7.6893750000000001</c:v>
                </c:pt>
                <c:pt idx="3519">
                  <c:v>#N/A</c:v>
                </c:pt>
                <c:pt idx="3520">
                  <c:v>#N/A</c:v>
                </c:pt>
                <c:pt idx="3521">
                  <c:v>30.266999999999999</c:v>
                </c:pt>
                <c:pt idx="3522">
                  <c:v>32.840000000000003</c:v>
                </c:pt>
                <c:pt idx="3523">
                  <c:v>15.906874999999999</c:v>
                </c:pt>
                <c:pt idx="3524">
                  <c:v>18.4725</c:v>
                </c:pt>
                <c:pt idx="3525">
                  <c:v>43.123499999999993</c:v>
                </c:pt>
                <c:pt idx="3526">
                  <c:v>10.780874999999998</c:v>
                </c:pt>
                <c:pt idx="3527">
                  <c:v>25.155374999999999</c:v>
                </c:pt>
                <c:pt idx="3528">
                  <c:v>4.1070000000000002</c:v>
                </c:pt>
                <c:pt idx="3529">
                  <c:v>77.995000000000005</c:v>
                </c:pt>
                <c:pt idx="3530">
                  <c:v>29.25525</c:v>
                </c:pt>
                <c:pt idx="3531">
                  <c:v>11.807625</c:v>
                </c:pt>
                <c:pt idx="3532">
                  <c:v>59.052500000000002</c:v>
                </c:pt>
                <c:pt idx="3533">
                  <c:v>46.22625</c:v>
                </c:pt>
                <c:pt idx="3534">
                  <c:v>134.60249999999999</c:v>
                </c:pt>
                <c:pt idx="3535">
                  <c:v>76.530124999999998</c:v>
                </c:pt>
                <c:pt idx="3536">
                  <c:v>35.4315</c:v>
                </c:pt>
                <c:pt idx="3537">
                  <c:v>78.546374999999998</c:v>
                </c:pt>
                <c:pt idx="3538">
                  <c:v>15.914624999999997</c:v>
                </c:pt>
                <c:pt idx="3539">
                  <c:v>26.201250000000002</c:v>
                </c:pt>
                <c:pt idx="3540">
                  <c:v>64.71674999999999</c:v>
                </c:pt>
                <c:pt idx="3541">
                  <c:v>43.679375</c:v>
                </c:pt>
                <c:pt idx="3542">
                  <c:v>34.935000000000002</c:v>
                </c:pt>
                <c:pt idx="3543">
                  <c:v>48.292499999999997</c:v>
                </c:pt>
                <c:pt idx="3544">
                  <c:v>44.204000000000001</c:v>
                </c:pt>
                <c:pt idx="3545">
                  <c:v>63.751500000000007</c:v>
                </c:pt>
                <c:pt idx="3546">
                  <c:v>24.163875000000004</c:v>
                </c:pt>
                <c:pt idx="3547">
                  <c:v>42.148000000000003</c:v>
                </c:pt>
                <c:pt idx="3548">
                  <c:v>70.932000000000002</c:v>
                </c:pt>
                <c:pt idx="3549">
                  <c:v>26.207625000000004</c:v>
                </c:pt>
                <c:pt idx="3550">
                  <c:v>67.301249999999996</c:v>
                </c:pt>
                <c:pt idx="3551">
                  <c:v>10.786125</c:v>
                </c:pt>
                <c:pt idx="3552">
                  <c:v>40.566499999999998</c:v>
                </c:pt>
                <c:pt idx="3553">
                  <c:v>33.890999999999998</c:v>
                </c:pt>
                <c:pt idx="3554">
                  <c:v>38.036000000000001</c:v>
                </c:pt>
                <c:pt idx="3555">
                  <c:v>16.448</c:v>
                </c:pt>
                <c:pt idx="3556">
                  <c:v>25.693750000000001</c:v>
                </c:pt>
                <c:pt idx="3557">
                  <c:v>47.813625000000002</c:v>
                </c:pt>
                <c:pt idx="3558">
                  <c:v>24.163875000000004</c:v>
                </c:pt>
                <c:pt idx="3559">
                  <c:v>7.71</c:v>
                </c:pt>
                <c:pt idx="3560">
                  <c:v>10.793999999999997</c:v>
                </c:pt>
                <c:pt idx="3561">
                  <c:v>14.89875</c:v>
                </c:pt>
                <c:pt idx="3562">
                  <c:v>37.007999999999996</c:v>
                </c:pt>
                <c:pt idx="3563">
                  <c:v>12.336</c:v>
                </c:pt>
                <c:pt idx="3564">
                  <c:v>17.475999999999999</c:v>
                </c:pt>
                <c:pt idx="3565">
                  <c:v>15.933999999999997</c:v>
                </c:pt>
                <c:pt idx="3566">
                  <c:v>12.339</c:v>
                </c:pt>
                <c:pt idx="3567">
                  <c:v>29.305125000000004</c:v>
                </c:pt>
                <c:pt idx="3568">
                  <c:v>6.6852499999999999</c:v>
                </c:pt>
                <c:pt idx="3569">
                  <c:v>40.625749999999996</c:v>
                </c:pt>
                <c:pt idx="3570">
                  <c:v>47.836874999999999</c:v>
                </c:pt>
                <c:pt idx="3571">
                  <c:v>89.501249999999999</c:v>
                </c:pt>
                <c:pt idx="3572">
                  <c:v>28.805</c:v>
                </c:pt>
                <c:pt idx="3573">
                  <c:v>18.508500000000002</c:v>
                </c:pt>
                <c:pt idx="3574">
                  <c:v>17.985624999999999</c:v>
                </c:pt>
                <c:pt idx="3575">
                  <c:v>50.347499999999997</c:v>
                </c:pt>
                <c:pt idx="3576">
                  <c:v>38.02675</c:v>
                </c:pt>
                <c:pt idx="3577">
                  <c:v>19.013375</c:v>
                </c:pt>
                <c:pt idx="3578">
                  <c:v>39.549124999999997</c:v>
                </c:pt>
                <c:pt idx="3579">
                  <c:v>64.700999999999993</c:v>
                </c:pt>
                <c:pt idx="3580">
                  <c:v>63.674000000000007</c:v>
                </c:pt>
                <c:pt idx="3581">
                  <c:v>27.208874999999999</c:v>
                </c:pt>
                <c:pt idx="3582">
                  <c:v>49.295999999999999</c:v>
                </c:pt>
                <c:pt idx="3583">
                  <c:v>10.27</c:v>
                </c:pt>
                <c:pt idx="3584">
                  <c:v>35.953749999999999</c:v>
                </c:pt>
                <c:pt idx="3585">
                  <c:v>21.0535</c:v>
                </c:pt>
                <c:pt idx="3586">
                  <c:v>15.918500000000002</c:v>
                </c:pt>
                <c:pt idx="3587">
                  <c:v>10.272500000000001</c:v>
                </c:pt>
                <c:pt idx="3588">
                  <c:v>11.29975</c:v>
                </c:pt>
                <c:pt idx="3589">
                  <c:v>#N/A</c:v>
                </c:pt>
                <c:pt idx="3590">
                  <c:v>#N/A</c:v>
                </c:pt>
                <c:pt idx="3591">
                  <c:v>23.609500000000004</c:v>
                </c:pt>
                <c:pt idx="3592">
                  <c:v>87.21</c:v>
                </c:pt>
                <c:pt idx="3593">
                  <c:v>30.259625</c:v>
                </c:pt>
                <c:pt idx="3594">
                  <c:v>62.027625000000008</c:v>
                </c:pt>
                <c:pt idx="3595">
                  <c:v>44.609250000000003</c:v>
                </c:pt>
                <c:pt idx="3596">
                  <c:v>28.208124999999999</c:v>
                </c:pt>
                <c:pt idx="3597">
                  <c:v>57.983125000000001</c:v>
                </c:pt>
                <c:pt idx="3598">
                  <c:v>34.379375000000003</c:v>
                </c:pt>
                <c:pt idx="3599">
                  <c:v>6.1559999999999988</c:v>
                </c:pt>
                <c:pt idx="3600">
                  <c:v>32.311124999999997</c:v>
                </c:pt>
                <c:pt idx="3601">
                  <c:v>11.798999999999998</c:v>
                </c:pt>
                <c:pt idx="3602">
                  <c:v>14.884250000000002</c:v>
                </c:pt>
                <c:pt idx="3603">
                  <c:v>68.262249999999995</c:v>
                </c:pt>
                <c:pt idx="3604">
                  <c:v>6.6738749999999989</c:v>
                </c:pt>
                <c:pt idx="3605">
                  <c:v>#N/A</c:v>
                </c:pt>
                <c:pt idx="3606">
                  <c:v>#N/A</c:v>
                </c:pt>
                <c:pt idx="3607">
                  <c:v>21.567000000000004</c:v>
                </c:pt>
                <c:pt idx="3608">
                  <c:v>7.1855000000000011</c:v>
                </c:pt>
                <c:pt idx="3609">
                  <c:v>20.524999999999999</c:v>
                </c:pt>
                <c:pt idx="3610">
                  <c:v>18.463500000000003</c:v>
                </c:pt>
                <c:pt idx="3611">
                  <c:v>28.721</c:v>
                </c:pt>
                <c:pt idx="3612">
                  <c:v>13.847625000000001</c:v>
                </c:pt>
                <c:pt idx="3613">
                  <c:v>22.571999999999999</c:v>
                </c:pt>
                <c:pt idx="3614">
                  <c:v>17.950624999999999</c:v>
                </c:pt>
                <c:pt idx="3615">
                  <c:v>12.821875</c:v>
                </c:pt>
                <c:pt idx="3616">
                  <c:v>13.334750000000003</c:v>
                </c:pt>
                <c:pt idx="3617">
                  <c:v>11.801875000000001</c:v>
                </c:pt>
                <c:pt idx="3618">
                  <c:v>#N/A</c:v>
                </c:pt>
                <c:pt idx="3619">
                  <c:v>#N/A</c:v>
                </c:pt>
                <c:pt idx="3620">
                  <c:v>28.221875000000001</c:v>
                </c:pt>
                <c:pt idx="3621">
                  <c:v>22.059000000000001</c:v>
                </c:pt>
                <c:pt idx="3622">
                  <c:v>17.950624999999999</c:v>
                </c:pt>
                <c:pt idx="3623">
                  <c:v>57.940750000000001</c:v>
                </c:pt>
                <c:pt idx="3624">
                  <c:v>25.124749999999999</c:v>
                </c:pt>
                <c:pt idx="3625">
                  <c:v>5.1275000000000004</c:v>
                </c:pt>
                <c:pt idx="3626">
                  <c:v>#N/A</c:v>
                </c:pt>
                <c:pt idx="3627">
                  <c:v>#N/A</c:v>
                </c:pt>
                <c:pt idx="3628">
                  <c:v>13.844250000000001</c:v>
                </c:pt>
                <c:pt idx="3629">
                  <c:v>5.6416250000000003</c:v>
                </c:pt>
                <c:pt idx="3630">
                  <c:v>16.920750000000002</c:v>
                </c:pt>
                <c:pt idx="3631">
                  <c:v>26.156624999999998</c:v>
                </c:pt>
                <c:pt idx="3632">
                  <c:v>8.7188750000000006</c:v>
                </c:pt>
                <c:pt idx="3633">
                  <c:v>15.903</c:v>
                </c:pt>
                <c:pt idx="3634">
                  <c:v>41.05</c:v>
                </c:pt>
                <c:pt idx="3635">
                  <c:v>27.195625</c:v>
                </c:pt>
                <c:pt idx="3636">
                  <c:v>20.53</c:v>
                </c:pt>
                <c:pt idx="3637">
                  <c:v>42.106999999999999</c:v>
                </c:pt>
                <c:pt idx="3638">
                  <c:v>21.058624999999999</c:v>
                </c:pt>
                <c:pt idx="3639">
                  <c:v>43.165500000000002</c:v>
                </c:pt>
                <c:pt idx="3640">
                  <c:v>22.096625</c:v>
                </c:pt>
                <c:pt idx="3641">
                  <c:v>29.290875</c:v>
                </c:pt>
                <c:pt idx="3642">
                  <c:v>30.8475</c:v>
                </c:pt>
                <c:pt idx="3643">
                  <c:v>51.901375000000009</c:v>
                </c:pt>
                <c:pt idx="3644">
                  <c:v>27.756</c:v>
                </c:pt>
                <c:pt idx="3645">
                  <c:v>16.962</c:v>
                </c:pt>
                <c:pt idx="3646">
                  <c:v>10.796625000000002</c:v>
                </c:pt>
                <c:pt idx="3647">
                  <c:v>38.540624999999999</c:v>
                </c:pt>
                <c:pt idx="3648">
                  <c:v>2.056</c:v>
                </c:pt>
                <c:pt idx="3649">
                  <c:v>50.372</c:v>
                </c:pt>
                <c:pt idx="3650">
                  <c:v>17.467500000000001</c:v>
                </c:pt>
                <c:pt idx="3651">
                  <c:v>8.7337500000000006</c:v>
                </c:pt>
                <c:pt idx="3652">
                  <c:v>25.668749999999999</c:v>
                </c:pt>
                <c:pt idx="3653">
                  <c:v>17.9725</c:v>
                </c:pt>
                <c:pt idx="3654">
                  <c:v>33.874500000000005</c:v>
                </c:pt>
                <c:pt idx="3655">
                  <c:v>20.54</c:v>
                </c:pt>
                <c:pt idx="3656">
                  <c:v>29.276624999999999</c:v>
                </c:pt>
                <c:pt idx="3657">
                  <c:v>7.7062499999999998</c:v>
                </c:pt>
                <c:pt idx="3658">
                  <c:v>22.610499999999998</c:v>
                </c:pt>
                <c:pt idx="3659">
                  <c:v>10.793999999999997</c:v>
                </c:pt>
                <c:pt idx="3660">
                  <c:v>10.793999999999997</c:v>
                </c:pt>
                <c:pt idx="3661">
                  <c:v>20.555</c:v>
                </c:pt>
                <c:pt idx="3662">
                  <c:v>34.437999999999995</c:v>
                </c:pt>
                <c:pt idx="3663">
                  <c:v>27.242000000000001</c:v>
                </c:pt>
                <c:pt idx="3664">
                  <c:v>29.812000000000001</c:v>
                </c:pt>
                <c:pt idx="3665">
                  <c:v>23.649750000000001</c:v>
                </c:pt>
                <c:pt idx="3666">
                  <c:v>31.331124999999997</c:v>
                </c:pt>
                <c:pt idx="3667">
                  <c:v>6.1634999999999991</c:v>
                </c:pt>
                <c:pt idx="3668">
                  <c:v>12.333000000000002</c:v>
                </c:pt>
                <c:pt idx="3669">
                  <c:v>27.76275</c:v>
                </c:pt>
                <c:pt idx="3670">
                  <c:v>29.290875</c:v>
                </c:pt>
                <c:pt idx="3671">
                  <c:v>20.036249999999999</c:v>
                </c:pt>
                <c:pt idx="3672">
                  <c:v>26.715</c:v>
                </c:pt>
                <c:pt idx="3673">
                  <c:v>27.728999999999999</c:v>
                </c:pt>
                <c:pt idx="3674">
                  <c:v>#N/A</c:v>
                </c:pt>
                <c:pt idx="3675">
                  <c:v>#N/A</c:v>
                </c:pt>
                <c:pt idx="3676">
                  <c:v>17.459</c:v>
                </c:pt>
                <c:pt idx="3677">
                  <c:v>29.25525</c:v>
                </c:pt>
                <c:pt idx="3678">
                  <c:v>16.941375000000001</c:v>
                </c:pt>
                <c:pt idx="3679">
                  <c:v>27.715499999999999</c:v>
                </c:pt>
                <c:pt idx="3680">
                  <c:v>38.484375</c:v>
                </c:pt>
                <c:pt idx="3681">
                  <c:v>7.1855000000000011</c:v>
                </c:pt>
                <c:pt idx="3682">
                  <c:v>23.085000000000001</c:v>
                </c:pt>
                <c:pt idx="3683">
                  <c:v>45.63474999999999</c:v>
                </c:pt>
                <c:pt idx="3684">
                  <c:v>13.844250000000001</c:v>
                </c:pt>
                <c:pt idx="3685">
                  <c:v>46.147500000000001</c:v>
                </c:pt>
                <c:pt idx="3686">
                  <c:v>34.866999999999997</c:v>
                </c:pt>
                <c:pt idx="3687">
                  <c:v>24.606000000000005</c:v>
                </c:pt>
                <c:pt idx="3688">
                  <c:v>30.237500000000001</c:v>
                </c:pt>
                <c:pt idx="3689">
                  <c:v>120.4375</c:v>
                </c:pt>
                <c:pt idx="3690">
                  <c:v>37.421625000000006</c:v>
                </c:pt>
                <c:pt idx="3691">
                  <c:v>32.816000000000003</c:v>
                </c:pt>
                <c:pt idx="3692">
                  <c:v>9.7422500000000003</c:v>
                </c:pt>
                <c:pt idx="3693">
                  <c:v>19.987500000000001</c:v>
                </c:pt>
                <c:pt idx="3694">
                  <c:v>48.151500000000013</c:v>
                </c:pt>
                <c:pt idx="3695">
                  <c:v>25.100249999999999</c:v>
                </c:pt>
                <c:pt idx="3696">
                  <c:v>17.41225</c:v>
                </c:pt>
                <c:pt idx="3697">
                  <c:v>51.724625000000003</c:v>
                </c:pt>
                <c:pt idx="3698">
                  <c:v>55.295999999999999</c:v>
                </c:pt>
                <c:pt idx="3699">
                  <c:v>59.377499999999998</c:v>
                </c:pt>
                <c:pt idx="3700">
                  <c:v>23.557749999999999</c:v>
                </c:pt>
                <c:pt idx="3701">
                  <c:v>36.872999999999998</c:v>
                </c:pt>
                <c:pt idx="3702">
                  <c:v>27.65475</c:v>
                </c:pt>
                <c:pt idx="3703">
                  <c:v>4.6102500000000006</c:v>
                </c:pt>
                <c:pt idx="3704">
                  <c:v>14.858874999999998</c:v>
                </c:pt>
                <c:pt idx="3705">
                  <c:v>51.762500000000003</c:v>
                </c:pt>
                <c:pt idx="3706">
                  <c:v>20.495000000000001</c:v>
                </c:pt>
                <c:pt idx="3707">
                  <c:v>50.737499999999997</c:v>
                </c:pt>
                <c:pt idx="3708">
                  <c:v>3.58575</c:v>
                </c:pt>
                <c:pt idx="3709">
                  <c:v>9.2227499999999996</c:v>
                </c:pt>
                <c:pt idx="3710">
                  <c:v>13.83075</c:v>
                </c:pt>
                <c:pt idx="3711">
                  <c:v>17.924375000000001</c:v>
                </c:pt>
                <c:pt idx="3712">
                  <c:v>63.534500000000001</c:v>
                </c:pt>
                <c:pt idx="3713">
                  <c:v>39.975000000000001</c:v>
                </c:pt>
                <c:pt idx="3714">
                  <c:v>19.465499999999999</c:v>
                </c:pt>
                <c:pt idx="3715">
                  <c:v>34.85</c:v>
                </c:pt>
                <c:pt idx="3716">
                  <c:v>19.475000000000001</c:v>
                </c:pt>
                <c:pt idx="3717">
                  <c:v>#N/A</c:v>
                </c:pt>
                <c:pt idx="3718">
                  <c:v>#N/A</c:v>
                </c:pt>
                <c:pt idx="3719">
                  <c:v>21.00225</c:v>
                </c:pt>
                <c:pt idx="3720">
                  <c:v>26.112000000000005</c:v>
                </c:pt>
                <c:pt idx="3721">
                  <c:v>41.994250000000001</c:v>
                </c:pt>
                <c:pt idx="3722">
                  <c:v>48.139749999999992</c:v>
                </c:pt>
                <c:pt idx="3723">
                  <c:v>21.509249999999994</c:v>
                </c:pt>
                <c:pt idx="3724">
                  <c:v>40.448</c:v>
                </c:pt>
                <c:pt idx="3725">
                  <c:v>53.286999999999999</c:v>
                </c:pt>
                <c:pt idx="3726">
                  <c:v>58.39650000000001</c:v>
                </c:pt>
                <c:pt idx="3727">
                  <c:v>13.834125</c:v>
                </c:pt>
                <c:pt idx="3728">
                  <c:v>16.908374999999996</c:v>
                </c:pt>
                <c:pt idx="3729">
                  <c:v>24.606000000000005</c:v>
                </c:pt>
                <c:pt idx="3730">
                  <c:v>20.515000000000001</c:v>
                </c:pt>
                <c:pt idx="3731">
                  <c:v>24.617999999999999</c:v>
                </c:pt>
                <c:pt idx="3732">
                  <c:v>18.976375000000001</c:v>
                </c:pt>
                <c:pt idx="3733">
                  <c:v>41.02</c:v>
                </c:pt>
                <c:pt idx="3734">
                  <c:v>15.37875</c:v>
                </c:pt>
                <c:pt idx="3735">
                  <c:v>#N/A</c:v>
                </c:pt>
                <c:pt idx="3736">
                  <c:v>#N/A</c:v>
                </c:pt>
                <c:pt idx="3737">
                  <c:v>14.353500000000002</c:v>
                </c:pt>
                <c:pt idx="3738">
                  <c:v>22.02675</c:v>
                </c:pt>
                <c:pt idx="3739">
                  <c:v>#N/A</c:v>
                </c:pt>
                <c:pt idx="3740">
                  <c:v>#N/A</c:v>
                </c:pt>
                <c:pt idx="3741">
                  <c:v>#N/A</c:v>
                </c:pt>
                <c:pt idx="3742">
                  <c:v>#N/A</c:v>
                </c:pt>
                <c:pt idx="3743">
                  <c:v>26.669500000000006</c:v>
                </c:pt>
                <c:pt idx="3744">
                  <c:v>26.137499999999999</c:v>
                </c:pt>
                <c:pt idx="3745">
                  <c:v>20.504999999999999</c:v>
                </c:pt>
                <c:pt idx="3746">
                  <c:v>9.2272499999999997</c:v>
                </c:pt>
                <c:pt idx="3747">
                  <c:v>8.7146250000000016</c:v>
                </c:pt>
                <c:pt idx="3748">
                  <c:v>73.817999999999998</c:v>
                </c:pt>
                <c:pt idx="3749">
                  <c:v>9.7398750000000014</c:v>
                </c:pt>
                <c:pt idx="3750">
                  <c:v>29.7395</c:v>
                </c:pt>
                <c:pt idx="3751">
                  <c:v>#N/A</c:v>
                </c:pt>
                <c:pt idx="3752">
                  <c:v>#N/A</c:v>
                </c:pt>
                <c:pt idx="3753">
                  <c:v>25.130875</c:v>
                </c:pt>
                <c:pt idx="3754">
                  <c:v>23.580750000000005</c:v>
                </c:pt>
                <c:pt idx="3755">
                  <c:v>39.965249999999997</c:v>
                </c:pt>
                <c:pt idx="3756">
                  <c:v>17.9375</c:v>
                </c:pt>
                <c:pt idx="3757">
                  <c:v>16.916625000000003</c:v>
                </c:pt>
                <c:pt idx="3758">
                  <c:v>12.815625000000001</c:v>
                </c:pt>
                <c:pt idx="3759">
                  <c:v>33.304375</c:v>
                </c:pt>
                <c:pt idx="3760">
                  <c:v>14.346499999999997</c:v>
                </c:pt>
                <c:pt idx="3761">
                  <c:v>10.762499999999999</c:v>
                </c:pt>
                <c:pt idx="3762">
                  <c:v>10.25</c:v>
                </c:pt>
                <c:pt idx="3763">
                  <c:v>#N/A</c:v>
                </c:pt>
                <c:pt idx="3764">
                  <c:v>#N/A</c:v>
                </c:pt>
                <c:pt idx="3765">
                  <c:v>19.987500000000001</c:v>
                </c:pt>
                <c:pt idx="3766">
                  <c:v>7.1749999999999998</c:v>
                </c:pt>
                <c:pt idx="3767">
                  <c:v>13.324999999999999</c:v>
                </c:pt>
                <c:pt idx="3768">
                  <c:v>7.1767500000000011</c:v>
                </c:pt>
                <c:pt idx="3769">
                  <c:v>3.0757500000000007</c:v>
                </c:pt>
                <c:pt idx="3770">
                  <c:v>11.790375000000003</c:v>
                </c:pt>
                <c:pt idx="3771">
                  <c:v>11.7875</c:v>
                </c:pt>
                <c:pt idx="3772">
                  <c:v>20.495000000000001</c:v>
                </c:pt>
                <c:pt idx="3773">
                  <c:v>10.759874999999999</c:v>
                </c:pt>
                <c:pt idx="3774">
                  <c:v>19.470249999999997</c:v>
                </c:pt>
                <c:pt idx="3775">
                  <c:v>23.045625000000001</c:v>
                </c:pt>
                <c:pt idx="3776">
                  <c:v>16.904250000000001</c:v>
                </c:pt>
                <c:pt idx="3777">
                  <c:v>77.843000000000004</c:v>
                </c:pt>
                <c:pt idx="3778">
                  <c:v>41.984000000000002</c:v>
                </c:pt>
                <c:pt idx="3779">
                  <c:v>65.008125000000007</c:v>
                </c:pt>
                <c:pt idx="3780">
                  <c:v>17.408000000000001</c:v>
                </c:pt>
                <c:pt idx="3781">
                  <c:v>20.484999999999999</c:v>
                </c:pt>
                <c:pt idx="3782">
                  <c:v>20.992000000000001</c:v>
                </c:pt>
                <c:pt idx="3783">
                  <c:v>6.6559999999999997</c:v>
                </c:pt>
                <c:pt idx="3784">
                  <c:v>30.200624999999999</c:v>
                </c:pt>
                <c:pt idx="3785">
                  <c:v>2.048</c:v>
                </c:pt>
                <c:pt idx="3786">
                  <c:v>85.504000000000005</c:v>
                </c:pt>
                <c:pt idx="3787">
                  <c:v>12.285</c:v>
                </c:pt>
                <c:pt idx="3788">
                  <c:v>4.6057499999999996</c:v>
                </c:pt>
                <c:pt idx="3789">
                  <c:v>41.942999999999998</c:v>
                </c:pt>
                <c:pt idx="3790">
                  <c:v>30.1785</c:v>
                </c:pt>
                <c:pt idx="3791">
                  <c:v>17.9025</c:v>
                </c:pt>
                <c:pt idx="3792">
                  <c:v>103.88525</c:v>
                </c:pt>
                <c:pt idx="3793">
                  <c:v>27.641249999999999</c:v>
                </c:pt>
                <c:pt idx="3794">
                  <c:v>6.144000000000001</c:v>
                </c:pt>
                <c:pt idx="3795">
                  <c:v>16.384</c:v>
                </c:pt>
                <c:pt idx="3796">
                  <c:v>9.2159999999999993</c:v>
                </c:pt>
                <c:pt idx="3797">
                  <c:v>27.155874999999995</c:v>
                </c:pt>
                <c:pt idx="3798">
                  <c:v>40.477625000000003</c:v>
                </c:pt>
                <c:pt idx="3799">
                  <c:v>8.1959999999999997</c:v>
                </c:pt>
                <c:pt idx="3800">
                  <c:v>19.97775</c:v>
                </c:pt>
                <c:pt idx="3801">
                  <c:v>13.32175</c:v>
                </c:pt>
                <c:pt idx="3802">
                  <c:v>34.337499999999999</c:v>
                </c:pt>
                <c:pt idx="3803">
                  <c:v>31.262499999999999</c:v>
                </c:pt>
                <c:pt idx="3804">
                  <c:v>63.083624999999998</c:v>
                </c:pt>
                <c:pt idx="3805">
                  <c:v>41.522624999999998</c:v>
                </c:pt>
                <c:pt idx="3806">
                  <c:v>78.469875000000002</c:v>
                </c:pt>
                <c:pt idx="3807">
                  <c:v>22.064374999999998</c:v>
                </c:pt>
                <c:pt idx="3808">
                  <c:v>36.927000000000007</c:v>
                </c:pt>
                <c:pt idx="3809">
                  <c:v>41.02</c:v>
                </c:pt>
                <c:pt idx="3810">
                  <c:v>12.305999999999999</c:v>
                </c:pt>
                <c:pt idx="3811">
                  <c:v>14.86975</c:v>
                </c:pt>
                <c:pt idx="3812">
                  <c:v>33.3125</c:v>
                </c:pt>
                <c:pt idx="3813">
                  <c:v>62.50974999999999</c:v>
                </c:pt>
                <c:pt idx="3814">
                  <c:v>21.00225</c:v>
                </c:pt>
                <c:pt idx="3815">
                  <c:v>7.6837499999999999</c:v>
                </c:pt>
                <c:pt idx="3816">
                  <c:v>30.215375000000002</c:v>
                </c:pt>
                <c:pt idx="3817">
                  <c:v>15.3675</c:v>
                </c:pt>
                <c:pt idx="3818">
                  <c:v>6.1470000000000002</c:v>
                </c:pt>
                <c:pt idx="3819">
                  <c:v>12.296999999999997</c:v>
                </c:pt>
                <c:pt idx="3820">
                  <c:v>22.042874999999999</c:v>
                </c:pt>
                <c:pt idx="3821">
                  <c:v>19.987500000000001</c:v>
                </c:pt>
                <c:pt idx="3822">
                  <c:v>52.800375000000003</c:v>
                </c:pt>
                <c:pt idx="3823">
                  <c:v>27.681750000000001</c:v>
                </c:pt>
                <c:pt idx="3824">
                  <c:v>4.6124999999999998</c:v>
                </c:pt>
                <c:pt idx="3825">
                  <c:v>14.346499999999997</c:v>
                </c:pt>
                <c:pt idx="3826">
                  <c:v>14.851625</c:v>
                </c:pt>
                <c:pt idx="3827">
                  <c:v>#N/A</c:v>
                </c:pt>
                <c:pt idx="3828">
                  <c:v>#N/A</c:v>
                </c:pt>
                <c:pt idx="3829">
                  <c:v>35.336624999999998</c:v>
                </c:pt>
                <c:pt idx="3830">
                  <c:v>21.519749999999998</c:v>
                </c:pt>
                <c:pt idx="3831">
                  <c:v>18.445499999999999</c:v>
                </c:pt>
                <c:pt idx="3832">
                  <c:v>6.6608749999999999</c:v>
                </c:pt>
                <c:pt idx="3833">
                  <c:v>7.6856249999999999</c:v>
                </c:pt>
                <c:pt idx="3834">
                  <c:v>8.1959999999999997</c:v>
                </c:pt>
                <c:pt idx="3835">
                  <c:v>15.883625</c:v>
                </c:pt>
                <c:pt idx="3836">
                  <c:v>14.35</c:v>
                </c:pt>
                <c:pt idx="3837">
                  <c:v>14.86975</c:v>
                </c:pt>
                <c:pt idx="3838">
                  <c:v>10.767749999999998</c:v>
                </c:pt>
                <c:pt idx="3839">
                  <c:v>6.6657499999999992</c:v>
                </c:pt>
                <c:pt idx="3840">
                  <c:v>#N/A</c:v>
                </c:pt>
                <c:pt idx="3841">
                  <c:v>#N/A</c:v>
                </c:pt>
                <c:pt idx="3842">
                  <c:v>1.5389999999999997</c:v>
                </c:pt>
                <c:pt idx="3843">
                  <c:v>42.076250000000002</c:v>
                </c:pt>
                <c:pt idx="3844">
                  <c:v>58.011375000000001</c:v>
                </c:pt>
                <c:pt idx="3845">
                  <c:v>68.245625000000004</c:v>
                </c:pt>
                <c:pt idx="3846">
                  <c:v>9.2385000000000002</c:v>
                </c:pt>
                <c:pt idx="3847">
                  <c:v>69.819000000000003</c:v>
                </c:pt>
                <c:pt idx="3848">
                  <c:v>65.246250000000003</c:v>
                </c:pt>
                <c:pt idx="3849">
                  <c:v>16.949624999999997</c:v>
                </c:pt>
                <c:pt idx="3850">
                  <c:v>74.971000000000004</c:v>
                </c:pt>
                <c:pt idx="3851">
                  <c:v>48.758749999999999</c:v>
                </c:pt>
                <c:pt idx="3852">
                  <c:v>30.802499999999998</c:v>
                </c:pt>
                <c:pt idx="3853">
                  <c:v>49.833750000000002</c:v>
                </c:pt>
                <c:pt idx="3854">
                  <c:v>28.762999999999995</c:v>
                </c:pt>
                <c:pt idx="3855">
                  <c:v>12.326999999999998</c:v>
                </c:pt>
                <c:pt idx="3856">
                  <c:v>5.1362500000000004</c:v>
                </c:pt>
                <c:pt idx="3857">
                  <c:v>47.265000000000001</c:v>
                </c:pt>
                <c:pt idx="3858">
                  <c:v>50.885999999999989</c:v>
                </c:pt>
                <c:pt idx="3859">
                  <c:v>25.192125000000001</c:v>
                </c:pt>
                <c:pt idx="3860">
                  <c:v>70.983750000000001</c:v>
                </c:pt>
                <c:pt idx="3861">
                  <c:v>147.11125000000001</c:v>
                </c:pt>
                <c:pt idx="3862">
                  <c:v>74.584374999999994</c:v>
                </c:pt>
                <c:pt idx="3863">
                  <c:v>40.131000000000007</c:v>
                </c:pt>
                <c:pt idx="3864">
                  <c:v>32.927999999999997</c:v>
                </c:pt>
                <c:pt idx="3865">
                  <c:v>16.966125000000002</c:v>
                </c:pt>
                <c:pt idx="3866">
                  <c:v>33.409999999999997</c:v>
                </c:pt>
                <c:pt idx="3867">
                  <c:v>21.593250000000005</c:v>
                </c:pt>
                <c:pt idx="3868">
                  <c:v>14.3955</c:v>
                </c:pt>
                <c:pt idx="3869">
                  <c:v>31.369249999999994</c:v>
                </c:pt>
                <c:pt idx="3870">
                  <c:v>135.82800000000003</c:v>
                </c:pt>
                <c:pt idx="3871">
                  <c:v>44.761500000000012</c:v>
                </c:pt>
                <c:pt idx="3872">
                  <c:v>44.225499999999997</c:v>
                </c:pt>
                <c:pt idx="3873">
                  <c:v>23.146875000000001</c:v>
                </c:pt>
                <c:pt idx="3874">
                  <c:v>20.57</c:v>
                </c:pt>
                <c:pt idx="3875">
                  <c:v>27.248625000000001</c:v>
                </c:pt>
                <c:pt idx="3876">
                  <c:v>41.674500000000002</c:v>
                </c:pt>
                <c:pt idx="3877">
                  <c:v>63.283499999999997</c:v>
                </c:pt>
                <c:pt idx="3878">
                  <c:v>31.369249999999994</c:v>
                </c:pt>
                <c:pt idx="3879">
                  <c:v>#N/A</c:v>
                </c:pt>
                <c:pt idx="3880">
                  <c:v>#N/A</c:v>
                </c:pt>
                <c:pt idx="3881">
                  <c:v>77.727249999999998</c:v>
                </c:pt>
                <c:pt idx="3882">
                  <c:v>40.150500000000001</c:v>
                </c:pt>
                <c:pt idx="3883">
                  <c:v>30.877500000000001</c:v>
                </c:pt>
                <c:pt idx="3884">
                  <c:v>7.7193750000000003</c:v>
                </c:pt>
                <c:pt idx="3885">
                  <c:v>6.1755000000000004</c:v>
                </c:pt>
                <c:pt idx="3886">
                  <c:v>20.07525</c:v>
                </c:pt>
                <c:pt idx="3887">
                  <c:v>33.973500000000001</c:v>
                </c:pt>
                <c:pt idx="3888">
                  <c:v>288.39999999999998</c:v>
                </c:pt>
                <c:pt idx="3889">
                  <c:v>19.574750000000002</c:v>
                </c:pt>
                <c:pt idx="3890">
                  <c:v>28.847000000000005</c:v>
                </c:pt>
                <c:pt idx="3891">
                  <c:v>23.684249999999995</c:v>
                </c:pt>
                <c:pt idx="3892">
                  <c:v>12.36</c:v>
                </c:pt>
                <c:pt idx="3893">
                  <c:v>40.179750000000006</c:v>
                </c:pt>
                <c:pt idx="3894">
                  <c:v>32.975999999999999</c:v>
                </c:pt>
                <c:pt idx="3895">
                  <c:v>8.7592499999999998</c:v>
                </c:pt>
                <c:pt idx="3896">
                  <c:v>35.560875000000003</c:v>
                </c:pt>
                <c:pt idx="3897">
                  <c:v>51.034500000000001</c:v>
                </c:pt>
                <c:pt idx="3898">
                  <c:v>55.145125</c:v>
                </c:pt>
                <c:pt idx="3899">
                  <c:v>61.86</c:v>
                </c:pt>
                <c:pt idx="3900">
                  <c:v>61.359375</c:v>
                </c:pt>
                <c:pt idx="3901">
                  <c:v>61.86</c:v>
                </c:pt>
                <c:pt idx="3902">
                  <c:v>38.128500000000003</c:v>
                </c:pt>
                <c:pt idx="3903">
                  <c:v>58.71</c:v>
                </c:pt>
                <c:pt idx="3904">
                  <c:v>28.832999999999995</c:v>
                </c:pt>
                <c:pt idx="3905">
                  <c:v>36.564999999999998</c:v>
                </c:pt>
                <c:pt idx="3906">
                  <c:v>25.222750000000001</c:v>
                </c:pt>
                <c:pt idx="3907">
                  <c:v>57.123375000000003</c:v>
                </c:pt>
                <c:pt idx="3908">
                  <c:v>20.59</c:v>
                </c:pt>
                <c:pt idx="3909">
                  <c:v>20.07525</c:v>
                </c:pt>
                <c:pt idx="3910">
                  <c:v>13.380249999999998</c:v>
                </c:pt>
                <c:pt idx="3911">
                  <c:v>49.44</c:v>
                </c:pt>
                <c:pt idx="3912">
                  <c:v>39.645375000000001</c:v>
                </c:pt>
                <c:pt idx="3913">
                  <c:v>61.284999999999997</c:v>
                </c:pt>
                <c:pt idx="3914">
                  <c:v>30.370249999999999</c:v>
                </c:pt>
                <c:pt idx="3915">
                  <c:v>24.193250000000006</c:v>
                </c:pt>
                <c:pt idx="3916">
                  <c:v>85.49</c:v>
                </c:pt>
                <c:pt idx="3917">
                  <c:v>29.347874999999998</c:v>
                </c:pt>
                <c:pt idx="3918">
                  <c:v>32.429250000000003</c:v>
                </c:pt>
                <c:pt idx="3919">
                  <c:v>13.898250000000001</c:v>
                </c:pt>
                <c:pt idx="3920">
                  <c:v>5.6622500000000002</c:v>
                </c:pt>
                <c:pt idx="3921">
                  <c:v>11.327249999999999</c:v>
                </c:pt>
                <c:pt idx="3922">
                  <c:v>2.0594999999999999</c:v>
                </c:pt>
                <c:pt idx="3923">
                  <c:v>16.990874999999999</c:v>
                </c:pt>
                <c:pt idx="3924">
                  <c:v>51.462499999999999</c:v>
                </c:pt>
                <c:pt idx="3925">
                  <c:v>20.07525</c:v>
                </c:pt>
                <c:pt idx="3926">
                  <c:v>13.386749999999999</c:v>
                </c:pt>
                <c:pt idx="3927">
                  <c:v>35.534999999999997</c:v>
                </c:pt>
                <c:pt idx="3928">
                  <c:v>8.7550000000000008</c:v>
                </c:pt>
                <c:pt idx="3929">
                  <c:v>15.45</c:v>
                </c:pt>
                <c:pt idx="3930">
                  <c:v>13.901624999999999</c:v>
                </c:pt>
                <c:pt idx="3931">
                  <c:v>52.015000000000001</c:v>
                </c:pt>
                <c:pt idx="3932">
                  <c:v>15.957250000000002</c:v>
                </c:pt>
                <c:pt idx="3933">
                  <c:v>11.836375</c:v>
                </c:pt>
                <c:pt idx="3934">
                  <c:v>5.1475</c:v>
                </c:pt>
                <c:pt idx="3935">
                  <c:v>8.234</c:v>
                </c:pt>
                <c:pt idx="3936">
                  <c:v>52.466250000000002</c:v>
                </c:pt>
                <c:pt idx="3937">
                  <c:v>34.968999999999994</c:v>
                </c:pt>
                <c:pt idx="3938">
                  <c:v>30.8475</c:v>
                </c:pt>
                <c:pt idx="3939">
                  <c:v>78.128</c:v>
                </c:pt>
                <c:pt idx="3940">
                  <c:v>20.565000000000001</c:v>
                </c:pt>
                <c:pt idx="3941">
                  <c:v>43.69</c:v>
                </c:pt>
                <c:pt idx="3942">
                  <c:v>67.334000000000003</c:v>
                </c:pt>
                <c:pt idx="3943">
                  <c:v>27.756</c:v>
                </c:pt>
                <c:pt idx="3944">
                  <c:v>26.207625000000004</c:v>
                </c:pt>
                <c:pt idx="3945">
                  <c:v>#N/A</c:v>
                </c:pt>
                <c:pt idx="3946">
                  <c:v>#N/A</c:v>
                </c:pt>
                <c:pt idx="3947">
                  <c:v>14.391999999999999</c:v>
                </c:pt>
                <c:pt idx="3948">
                  <c:v>16.970249999999997</c:v>
                </c:pt>
                <c:pt idx="3949">
                  <c:v>45.265000000000001</c:v>
                </c:pt>
                <c:pt idx="3950">
                  <c:v>19.551000000000002</c:v>
                </c:pt>
                <c:pt idx="3951">
                  <c:v>14.916874999999999</c:v>
                </c:pt>
                <c:pt idx="3952">
                  <c:v>30.355499999999999</c:v>
                </c:pt>
                <c:pt idx="3953">
                  <c:v>26.760499999999997</c:v>
                </c:pt>
                <c:pt idx="3954">
                  <c:v>39.130499999999998</c:v>
                </c:pt>
                <c:pt idx="3955">
                  <c:v>11.3245</c:v>
                </c:pt>
                <c:pt idx="3956">
                  <c:v>19.055</c:v>
                </c:pt>
                <c:pt idx="3957">
                  <c:v>47.906624999999998</c:v>
                </c:pt>
                <c:pt idx="3958">
                  <c:v>46.887749999999997</c:v>
                </c:pt>
                <c:pt idx="3959">
                  <c:v>15.968875000000001</c:v>
                </c:pt>
                <c:pt idx="3960">
                  <c:v>53.070749999999997</c:v>
                </c:pt>
                <c:pt idx="3961">
                  <c:v>54.114375000000003</c:v>
                </c:pt>
                <c:pt idx="3962">
                  <c:v>7.7287499999999998</c:v>
                </c:pt>
                <c:pt idx="3963">
                  <c:v>14.427</c:v>
                </c:pt>
                <c:pt idx="3964">
                  <c:v>14.938625000000002</c:v>
                </c:pt>
                <c:pt idx="3965">
                  <c:v>8.2420000000000009</c:v>
                </c:pt>
                <c:pt idx="3966">
                  <c:v>7.2117500000000012</c:v>
                </c:pt>
                <c:pt idx="3967">
                  <c:v>22.145</c:v>
                </c:pt>
                <c:pt idx="3968">
                  <c:v>25.756250000000001</c:v>
                </c:pt>
                <c:pt idx="3969">
                  <c:v>27.830249999999999</c:v>
                </c:pt>
                <c:pt idx="3970">
                  <c:v>11.85075</c:v>
                </c:pt>
                <c:pt idx="3971">
                  <c:v>11.332750000000001</c:v>
                </c:pt>
                <c:pt idx="3972">
                  <c:v>16.484000000000002</c:v>
                </c:pt>
                <c:pt idx="3973">
                  <c:v>8.757125000000002</c:v>
                </c:pt>
                <c:pt idx="3974">
                  <c:v>14.427</c:v>
                </c:pt>
                <c:pt idx="3975">
                  <c:v>#N/A</c:v>
                </c:pt>
                <c:pt idx="3976">
                  <c:v>#N/A</c:v>
                </c:pt>
                <c:pt idx="3977">
                  <c:v>26.277750000000001</c:v>
                </c:pt>
                <c:pt idx="3978">
                  <c:v>12.369</c:v>
                </c:pt>
                <c:pt idx="3979">
                  <c:v>31.96875</c:v>
                </c:pt>
                <c:pt idx="3980">
                  <c:v>25.78125</c:v>
                </c:pt>
                <c:pt idx="3981">
                  <c:v>48.984375</c:v>
                </c:pt>
                <c:pt idx="3982">
                  <c:v>20.625</c:v>
                </c:pt>
                <c:pt idx="3983">
                  <c:v>18.046875</c:v>
                </c:pt>
                <c:pt idx="3984">
                  <c:v>36.085000000000001</c:v>
                </c:pt>
                <c:pt idx="3985">
                  <c:v>23.712999999999994</c:v>
                </c:pt>
                <c:pt idx="3986">
                  <c:v>14.953125</c:v>
                </c:pt>
                <c:pt idx="3987">
                  <c:v>8.765625</c:v>
                </c:pt>
                <c:pt idx="3988">
                  <c:v>103.66575</c:v>
                </c:pt>
                <c:pt idx="3989">
                  <c:v>30.945</c:v>
                </c:pt>
                <c:pt idx="3990">
                  <c:v>13.4095</c:v>
                </c:pt>
                <c:pt idx="3991">
                  <c:v>34.039500000000004</c:v>
                </c:pt>
                <c:pt idx="3992">
                  <c:v>42.796875</c:v>
                </c:pt>
                <c:pt idx="3993">
                  <c:v>18.046875</c:v>
                </c:pt>
                <c:pt idx="3994">
                  <c:v>11.859375</c:v>
                </c:pt>
                <c:pt idx="3995">
                  <c:v>58.2515</c:v>
                </c:pt>
                <c:pt idx="3996">
                  <c:v>15.988250000000001</c:v>
                </c:pt>
                <c:pt idx="3997">
                  <c:v>36.09375</c:v>
                </c:pt>
                <c:pt idx="3998">
                  <c:v>3.609375</c:v>
                </c:pt>
                <c:pt idx="3999">
                  <c:v>58.2515</c:v>
                </c:pt>
                <c:pt idx="4000">
                  <c:v>16.495999999999999</c:v>
                </c:pt>
                <c:pt idx="4001">
                  <c:v>17.53125</c:v>
                </c:pt>
                <c:pt idx="4002">
                  <c:v>24.756000000000004</c:v>
                </c:pt>
                <c:pt idx="4003">
                  <c:v>30.945</c:v>
                </c:pt>
                <c:pt idx="4004">
                  <c:v>13.4095</c:v>
                </c:pt>
                <c:pt idx="4005">
                  <c:v>6.1905000000000001</c:v>
                </c:pt>
                <c:pt idx="4006">
                  <c:v>87.182874999999996</c:v>
                </c:pt>
                <c:pt idx="4007">
                  <c:v>11.865125000000001</c:v>
                </c:pt>
                <c:pt idx="4008">
                  <c:v>11.352</c:v>
                </c:pt>
                <c:pt idx="4009">
                  <c:v>31.453125</c:v>
                </c:pt>
                <c:pt idx="4010">
                  <c:v>18.567</c:v>
                </c:pt>
                <c:pt idx="4011">
                  <c:v>22.182625000000002</c:v>
                </c:pt>
                <c:pt idx="4012">
                  <c:v>25.793749999999999</c:v>
                </c:pt>
                <c:pt idx="4013">
                  <c:v>#N/A</c:v>
                </c:pt>
                <c:pt idx="4014">
                  <c:v>#N/A</c:v>
                </c:pt>
                <c:pt idx="4015">
                  <c:v>4.644000000000001</c:v>
                </c:pt>
                <c:pt idx="4016">
                  <c:v>20.119125</c:v>
                </c:pt>
                <c:pt idx="4017">
                  <c:v>24.762</c:v>
                </c:pt>
                <c:pt idx="4018">
                  <c:v>#N/A</c:v>
                </c:pt>
                <c:pt idx="4019">
                  <c:v>#N/A</c:v>
                </c:pt>
                <c:pt idx="4020">
                  <c:v>55.225374999999993</c:v>
                </c:pt>
                <c:pt idx="4021">
                  <c:v>19.096625</c:v>
                </c:pt>
                <c:pt idx="4022">
                  <c:v>29.412000000000006</c:v>
                </c:pt>
                <c:pt idx="4023">
                  <c:v>18.064374999999998</c:v>
                </c:pt>
                <c:pt idx="4024">
                  <c:v>3.6120000000000001</c:v>
                </c:pt>
                <c:pt idx="4025">
                  <c:v>16.515999999999998</c:v>
                </c:pt>
                <c:pt idx="4026">
                  <c:v>24.773999999999994</c:v>
                </c:pt>
                <c:pt idx="4027">
                  <c:v>40.267499999999998</c:v>
                </c:pt>
                <c:pt idx="4028">
                  <c:v>46.462499999999999</c:v>
                </c:pt>
                <c:pt idx="4029">
                  <c:v>115.64</c:v>
                </c:pt>
                <c:pt idx="4030">
                  <c:v>102.75862500000002</c:v>
                </c:pt>
                <c:pt idx="4031">
                  <c:v>60.372</c:v>
                </c:pt>
                <c:pt idx="4032">
                  <c:v>26.315999999999999</c:v>
                </c:pt>
                <c:pt idx="4033">
                  <c:v>39.71275</c:v>
                </c:pt>
                <c:pt idx="4034">
                  <c:v>25.290125</c:v>
                </c:pt>
                <c:pt idx="4035">
                  <c:v>41.26</c:v>
                </c:pt>
                <c:pt idx="4036">
                  <c:v>47.472000000000001</c:v>
                </c:pt>
                <c:pt idx="4037">
                  <c:v>77.418750000000003</c:v>
                </c:pt>
                <c:pt idx="4038">
                  <c:v>27.347999999999999</c:v>
                </c:pt>
                <c:pt idx="4039">
                  <c:v>7.7418750000000003</c:v>
                </c:pt>
                <c:pt idx="4040">
                  <c:v>34.563624999999995</c:v>
                </c:pt>
                <c:pt idx="4041">
                  <c:v>82.004250000000013</c:v>
                </c:pt>
                <c:pt idx="4042">
                  <c:v>13.412749999999997</c:v>
                </c:pt>
                <c:pt idx="4043">
                  <c:v>7.7362500000000001</c:v>
                </c:pt>
                <c:pt idx="4044">
                  <c:v>40.734375</c:v>
                </c:pt>
                <c:pt idx="4045">
                  <c:v>74.214000000000013</c:v>
                </c:pt>
                <c:pt idx="4046">
                  <c:v>47.953125</c:v>
                </c:pt>
                <c:pt idx="4047">
                  <c:v>53.625</c:v>
                </c:pt>
                <c:pt idx="4048">
                  <c:v>46.417499999999997</c:v>
                </c:pt>
                <c:pt idx="4049">
                  <c:v>4.64175</c:v>
                </c:pt>
                <c:pt idx="4050">
                  <c:v>38.15625</c:v>
                </c:pt>
                <c:pt idx="4051">
                  <c:v>30.93</c:v>
                </c:pt>
                <c:pt idx="4052">
                  <c:v>47.941499999999998</c:v>
                </c:pt>
                <c:pt idx="4053">
                  <c:v>11.34375</c:v>
                </c:pt>
                <c:pt idx="4054">
                  <c:v>27.837</c:v>
                </c:pt>
                <c:pt idx="4055">
                  <c:v>192.61</c:v>
                </c:pt>
                <c:pt idx="4056">
                  <c:v>49.463999999999999</c:v>
                </c:pt>
                <c:pt idx="4057">
                  <c:v>40.685000000000002</c:v>
                </c:pt>
                <c:pt idx="4058">
                  <c:v>35.517749999999999</c:v>
                </c:pt>
                <c:pt idx="4059">
                  <c:v>36.556124999999994</c:v>
                </c:pt>
                <c:pt idx="4060">
                  <c:v>19.565249999999999</c:v>
                </c:pt>
                <c:pt idx="4061">
                  <c:v>76.238500000000002</c:v>
                </c:pt>
                <c:pt idx="4062">
                  <c:v>45.353000000000002</c:v>
                </c:pt>
                <c:pt idx="4063">
                  <c:v>100.546875</c:v>
                </c:pt>
                <c:pt idx="4064">
                  <c:v>33.54</c:v>
                </c:pt>
                <c:pt idx="4065">
                  <c:v>38.671875</c:v>
                </c:pt>
                <c:pt idx="4066">
                  <c:v>6.1890000000000009</c:v>
                </c:pt>
                <c:pt idx="4067">
                  <c:v>35.0625</c:v>
                </c:pt>
                <c:pt idx="4068">
                  <c:v>29.928000000000001</c:v>
                </c:pt>
                <c:pt idx="4069">
                  <c:v>31.491250000000001</c:v>
                </c:pt>
                <c:pt idx="4070">
                  <c:v>117.13200000000001</c:v>
                </c:pt>
                <c:pt idx="4071">
                  <c:v>30.952500000000001</c:v>
                </c:pt>
                <c:pt idx="4072">
                  <c:v>24.246124999999996</c:v>
                </c:pt>
                <c:pt idx="4073">
                  <c:v>8.2560000000000002</c:v>
                </c:pt>
                <c:pt idx="4074">
                  <c:v>44.375999999999998</c:v>
                </c:pt>
                <c:pt idx="4075">
                  <c:v>80.534999999999997</c:v>
                </c:pt>
                <c:pt idx="4076">
                  <c:v>29.440499999999997</c:v>
                </c:pt>
                <c:pt idx="4077">
                  <c:v>25.824999999999999</c:v>
                </c:pt>
                <c:pt idx="4078">
                  <c:v>9.8134999999999994</c:v>
                </c:pt>
                <c:pt idx="4079">
                  <c:v>95.575625000000002</c:v>
                </c:pt>
                <c:pt idx="4080">
                  <c:v>18.081875</c:v>
                </c:pt>
                <c:pt idx="4081">
                  <c:v>55.808999999999997</c:v>
                </c:pt>
                <c:pt idx="4082">
                  <c:v>43.902500000000003</c:v>
                </c:pt>
                <c:pt idx="4083">
                  <c:v>36.16375</c:v>
                </c:pt>
                <c:pt idx="4084">
                  <c:v>6.7144999999999992</c:v>
                </c:pt>
                <c:pt idx="4085">
                  <c:v>61.478375000000007</c:v>
                </c:pt>
                <c:pt idx="4086">
                  <c:v>21.698250000000005</c:v>
                </c:pt>
                <c:pt idx="4087">
                  <c:v>16.015375000000002</c:v>
                </c:pt>
                <c:pt idx="4088">
                  <c:v>24.275499999999994</c:v>
                </c:pt>
                <c:pt idx="4089">
                  <c:v>76.405000000000001</c:v>
                </c:pt>
                <c:pt idx="4090">
                  <c:v>17.552499999999998</c:v>
                </c:pt>
                <c:pt idx="4091">
                  <c:v>48.022874999999999</c:v>
                </c:pt>
                <c:pt idx="4092">
                  <c:v>11.873749999999999</c:v>
                </c:pt>
                <c:pt idx="4093">
                  <c:v>30.99</c:v>
                </c:pt>
                <c:pt idx="4094">
                  <c:v>#N/A</c:v>
                </c:pt>
                <c:pt idx="4095">
                  <c:v>#N/A</c:v>
                </c:pt>
                <c:pt idx="4096">
                  <c:v>29.419125000000001</c:v>
                </c:pt>
                <c:pt idx="4097">
                  <c:v>13.422499999999999</c:v>
                </c:pt>
                <c:pt idx="4098">
                  <c:v>37.17</c:v>
                </c:pt>
                <c:pt idx="4099">
                  <c:v>#N/A</c:v>
                </c:pt>
                <c:pt idx="4100">
                  <c:v>#N/A</c:v>
                </c:pt>
                <c:pt idx="4101">
                  <c:v>7.2240000000000002</c:v>
                </c:pt>
                <c:pt idx="4102">
                  <c:v>12.903124999999999</c:v>
                </c:pt>
                <c:pt idx="4103">
                  <c:v>9.8063749999999992</c:v>
                </c:pt>
                <c:pt idx="4104">
                  <c:v>24.263750000000002</c:v>
                </c:pt>
                <c:pt idx="4105">
                  <c:v>3.0967499999999992</c:v>
                </c:pt>
                <c:pt idx="4106">
                  <c:v>7.2275</c:v>
                </c:pt>
                <c:pt idx="4107">
                  <c:v>11.3575</c:v>
                </c:pt>
                <c:pt idx="4108">
                  <c:v>8.2579999999999991</c:v>
                </c:pt>
                <c:pt idx="4109">
                  <c:v>17.032124999999997</c:v>
                </c:pt>
                <c:pt idx="4110">
                  <c:v>7.2240000000000002</c:v>
                </c:pt>
                <c:pt idx="4111">
                  <c:v>35.104999999999997</c:v>
                </c:pt>
                <c:pt idx="4112">
                  <c:v>14.974875000000003</c:v>
                </c:pt>
                <c:pt idx="4113">
                  <c:v>65.110499999999988</c:v>
                </c:pt>
                <c:pt idx="4114">
                  <c:v>77.014375000000001</c:v>
                </c:pt>
                <c:pt idx="4115">
                  <c:v>30.495625</c:v>
                </c:pt>
                <c:pt idx="4116">
                  <c:v>34.113750000000003</c:v>
                </c:pt>
                <c:pt idx="4117">
                  <c:v>35.673000000000002</c:v>
                </c:pt>
                <c:pt idx="4118">
                  <c:v>24.298999999999999</c:v>
                </c:pt>
                <c:pt idx="4119">
                  <c:v>180.00299999999999</c:v>
                </c:pt>
                <c:pt idx="4120">
                  <c:v>112.78775</c:v>
                </c:pt>
                <c:pt idx="4121">
                  <c:v>212.58975000000004</c:v>
                </c:pt>
                <c:pt idx="4122">
                  <c:v>30.517749999999999</c:v>
                </c:pt>
                <c:pt idx="4123">
                  <c:v>146.487875</c:v>
                </c:pt>
                <c:pt idx="4124">
                  <c:v>48.115875000000003</c:v>
                </c:pt>
                <c:pt idx="4125">
                  <c:v>39.33</c:v>
                </c:pt>
                <c:pt idx="4126">
                  <c:v>44.515749999999997</c:v>
                </c:pt>
                <c:pt idx="4127">
                  <c:v>19.664999999999999</c:v>
                </c:pt>
                <c:pt idx="4128">
                  <c:v>36.233750000000001</c:v>
                </c:pt>
                <c:pt idx="4129">
                  <c:v>41.39</c:v>
                </c:pt>
                <c:pt idx="4130">
                  <c:v>33.112000000000002</c:v>
                </c:pt>
                <c:pt idx="4131">
                  <c:v>13.969125</c:v>
                </c:pt>
                <c:pt idx="4132">
                  <c:v>45.573</c:v>
                </c:pt>
                <c:pt idx="4133">
                  <c:v>31.575125000000003</c:v>
                </c:pt>
                <c:pt idx="4134">
                  <c:v>27.951750000000001</c:v>
                </c:pt>
                <c:pt idx="4135">
                  <c:v>43.512</c:v>
                </c:pt>
                <c:pt idx="4136">
                  <c:v>37.295999999999999</c:v>
                </c:pt>
                <c:pt idx="4137">
                  <c:v>60.620624999999997</c:v>
                </c:pt>
                <c:pt idx="4138">
                  <c:v>44.569499999999998</c:v>
                </c:pt>
                <c:pt idx="4139">
                  <c:v>74.628</c:v>
                </c:pt>
                <c:pt idx="4140">
                  <c:v>51.837499999999999</c:v>
                </c:pt>
                <c:pt idx="4141">
                  <c:v>72.537499999999994</c:v>
                </c:pt>
                <c:pt idx="4142">
                  <c:v>72.001999999999995</c:v>
                </c:pt>
                <c:pt idx="4143">
                  <c:v>31.072500000000002</c:v>
                </c:pt>
                <c:pt idx="4144">
                  <c:v>37.277999999999999</c:v>
                </c:pt>
                <c:pt idx="4145">
                  <c:v>57.945999999999991</c:v>
                </c:pt>
                <c:pt idx="4146">
                  <c:v>38.821874999999999</c:v>
                </c:pt>
                <c:pt idx="4147">
                  <c:v>36.225000000000001</c:v>
                </c:pt>
                <c:pt idx="4148">
                  <c:v>26.392499999999998</c:v>
                </c:pt>
                <c:pt idx="4149">
                  <c:v>119.02500000000001</c:v>
                </c:pt>
                <c:pt idx="4150">
                  <c:v>44.494250000000001</c:v>
                </c:pt>
                <c:pt idx="4151">
                  <c:v>23.805</c:v>
                </c:pt>
                <c:pt idx="4152">
                  <c:v>16.564</c:v>
                </c:pt>
                <c:pt idx="4153">
                  <c:v>44.008749999999999</c:v>
                </c:pt>
                <c:pt idx="4154">
                  <c:v>57.442500000000003</c:v>
                </c:pt>
                <c:pt idx="4155">
                  <c:v>25.868749999999999</c:v>
                </c:pt>
                <c:pt idx="4156">
                  <c:v>45.011624999999988</c:v>
                </c:pt>
                <c:pt idx="4157">
                  <c:v>20.187375000000003</c:v>
                </c:pt>
                <c:pt idx="4158">
                  <c:v>29.001000000000001</c:v>
                </c:pt>
                <c:pt idx="4159">
                  <c:v>50.764000000000003</c:v>
                </c:pt>
                <c:pt idx="4160">
                  <c:v>31.087499999999999</c:v>
                </c:pt>
                <c:pt idx="4161">
                  <c:v>30.576750000000001</c:v>
                </c:pt>
                <c:pt idx="4162">
                  <c:v>87.584250000000026</c:v>
                </c:pt>
                <c:pt idx="4163">
                  <c:v>55.970999999999997</c:v>
                </c:pt>
                <c:pt idx="4164">
                  <c:v>31.636124999999996</c:v>
                </c:pt>
                <c:pt idx="4165">
                  <c:v>79.330500000000001</c:v>
                </c:pt>
                <c:pt idx="4166">
                  <c:v>46.135374999999989</c:v>
                </c:pt>
                <c:pt idx="4167">
                  <c:v>74.091875000000002</c:v>
                </c:pt>
                <c:pt idx="4168">
                  <c:v>41.957999999999998</c:v>
                </c:pt>
                <c:pt idx="4169">
                  <c:v>92.744375000000005</c:v>
                </c:pt>
                <c:pt idx="4170">
                  <c:v>59.598750000000003</c:v>
                </c:pt>
                <c:pt idx="4171">
                  <c:v>32.139249999999997</c:v>
                </c:pt>
                <c:pt idx="4172">
                  <c:v>37.859624999999994</c:v>
                </c:pt>
                <c:pt idx="4173">
                  <c:v>98.586250000000007</c:v>
                </c:pt>
                <c:pt idx="4174">
                  <c:v>46.168750000000003</c:v>
                </c:pt>
                <c:pt idx="4175">
                  <c:v>26.462625000000006</c:v>
                </c:pt>
                <c:pt idx="4176">
                  <c:v>12.45</c:v>
                </c:pt>
                <c:pt idx="4177">
                  <c:v>60.664499999999997</c:v>
                </c:pt>
                <c:pt idx="4178">
                  <c:v>42.506749999999997</c:v>
                </c:pt>
                <c:pt idx="4179">
                  <c:v>13.996124999999999</c:v>
                </c:pt>
                <c:pt idx="4180">
                  <c:v>21.253374999999998</c:v>
                </c:pt>
                <c:pt idx="4181">
                  <c:v>18.661499999999997</c:v>
                </c:pt>
                <c:pt idx="4182">
                  <c:v>10.885874999999997</c:v>
                </c:pt>
                <c:pt idx="4183">
                  <c:v>9.8491250000000008</c:v>
                </c:pt>
                <c:pt idx="4184">
                  <c:v>137.82124999999999</c:v>
                </c:pt>
                <c:pt idx="4185">
                  <c:v>12.956250000000001</c:v>
                </c:pt>
                <c:pt idx="4186">
                  <c:v>23.84525</c:v>
                </c:pt>
                <c:pt idx="4187">
                  <c:v>56.448375000000013</c:v>
                </c:pt>
                <c:pt idx="4188">
                  <c:v>152.73625000000001</c:v>
                </c:pt>
                <c:pt idx="4189">
                  <c:v>63.150250000000007</c:v>
                </c:pt>
                <c:pt idx="4190">
                  <c:v>43.998125000000002</c:v>
                </c:pt>
                <c:pt idx="4191">
                  <c:v>49.667999999999992</c:v>
                </c:pt>
                <c:pt idx="4192">
                  <c:v>54.350625000000001</c:v>
                </c:pt>
                <c:pt idx="4193">
                  <c:v>18.634499999999999</c:v>
                </c:pt>
                <c:pt idx="4194">
                  <c:v>29.518875000000005</c:v>
                </c:pt>
                <c:pt idx="4195">
                  <c:v>22.797499999999999</c:v>
                </c:pt>
                <c:pt idx="4196">
                  <c:v>23.304375</c:v>
                </c:pt>
                <c:pt idx="4197">
                  <c:v>31.590375000000002</c:v>
                </c:pt>
                <c:pt idx="4198">
                  <c:v>27.440750000000001</c:v>
                </c:pt>
                <c:pt idx="4199">
                  <c:v>21.22775</c:v>
                </c:pt>
                <c:pt idx="4200">
                  <c:v>9.3194999999999997</c:v>
                </c:pt>
                <c:pt idx="4201">
                  <c:v>43.004375000000003</c:v>
                </c:pt>
                <c:pt idx="4202">
                  <c:v>18.134374999999999</c:v>
                </c:pt>
                <c:pt idx="4203">
                  <c:v>20.211750000000002</c:v>
                </c:pt>
                <c:pt idx="4204">
                  <c:v>23.84525</c:v>
                </c:pt>
                <c:pt idx="4205">
                  <c:v>41.998500000000007</c:v>
                </c:pt>
                <c:pt idx="4206">
                  <c:v>46.676250000000003</c:v>
                </c:pt>
                <c:pt idx="4207">
                  <c:v>58.618749999999999</c:v>
                </c:pt>
                <c:pt idx="4208">
                  <c:v>75.774000000000001</c:v>
                </c:pt>
                <c:pt idx="4209">
                  <c:v>44.125624999999999</c:v>
                </c:pt>
                <c:pt idx="4210">
                  <c:v>40.462499999999999</c:v>
                </c:pt>
                <c:pt idx="4211">
                  <c:v>45.152999999999999</c:v>
                </c:pt>
                <c:pt idx="4212">
                  <c:v>59.180250000000008</c:v>
                </c:pt>
                <c:pt idx="4213">
                  <c:v>88.791749999999993</c:v>
                </c:pt>
                <c:pt idx="4214">
                  <c:v>64.921875</c:v>
                </c:pt>
                <c:pt idx="4215">
                  <c:v>41.56</c:v>
                </c:pt>
                <c:pt idx="4216">
                  <c:v>62.859500000000011</c:v>
                </c:pt>
                <c:pt idx="4217">
                  <c:v>74.288499999999999</c:v>
                </c:pt>
                <c:pt idx="4218">
                  <c:v>65.992374999999996</c:v>
                </c:pt>
                <c:pt idx="4219">
                  <c:v>89.938374999999994</c:v>
                </c:pt>
                <c:pt idx="4220">
                  <c:v>55.62662499999999</c:v>
                </c:pt>
                <c:pt idx="4221">
                  <c:v>28.073250000000002</c:v>
                </c:pt>
                <c:pt idx="4222">
                  <c:v>74.88</c:v>
                </c:pt>
                <c:pt idx="4223">
                  <c:v>37.96</c:v>
                </c:pt>
                <c:pt idx="4224">
                  <c:v>23.9315</c:v>
                </c:pt>
                <c:pt idx="4225">
                  <c:v>70.216875000000002</c:v>
                </c:pt>
                <c:pt idx="4226">
                  <c:v>100.40824999999998</c:v>
                </c:pt>
                <c:pt idx="4227">
                  <c:v>62.414999999999999</c:v>
                </c:pt>
                <c:pt idx="4228">
                  <c:v>61.36</c:v>
                </c:pt>
                <c:pt idx="4229">
                  <c:v>54.626249999999999</c:v>
                </c:pt>
                <c:pt idx="4230">
                  <c:v>50.984499999999997</c:v>
                </c:pt>
                <c:pt idx="4231">
                  <c:v>34.865125000000006</c:v>
                </c:pt>
                <c:pt idx="4232">
                  <c:v>60.913125000000001</c:v>
                </c:pt>
                <c:pt idx="4233">
                  <c:v>22.913</c:v>
                </c:pt>
                <c:pt idx="4234">
                  <c:v>76.495125000000002</c:v>
                </c:pt>
                <c:pt idx="4235">
                  <c:v>56.186999999999998</c:v>
                </c:pt>
                <c:pt idx="4236">
                  <c:v>121.130875</c:v>
                </c:pt>
                <c:pt idx="4237">
                  <c:v>110.76</c:v>
                </c:pt>
                <c:pt idx="4238">
                  <c:v>27.0335</c:v>
                </c:pt>
                <c:pt idx="4239">
                  <c:v>26.513624999999994</c:v>
                </c:pt>
                <c:pt idx="4240">
                  <c:v>117.92650000000002</c:v>
                </c:pt>
                <c:pt idx="4241">
                  <c:v>21.824249999999996</c:v>
                </c:pt>
                <c:pt idx="4242">
                  <c:v>35.871375</c:v>
                </c:pt>
                <c:pt idx="4243">
                  <c:v>39.539000000000001</c:v>
                </c:pt>
                <c:pt idx="4244">
                  <c:v>35.377000000000002</c:v>
                </c:pt>
                <c:pt idx="4245">
                  <c:v>7.2817500000000015</c:v>
                </c:pt>
                <c:pt idx="4246">
                  <c:v>41.61</c:v>
                </c:pt>
                <c:pt idx="4247">
                  <c:v>19.755249999999997</c:v>
                </c:pt>
                <c:pt idx="4248">
                  <c:v>19.760000000000002</c:v>
                </c:pt>
                <c:pt idx="4249">
                  <c:v>60.348999999999997</c:v>
                </c:pt>
                <c:pt idx="4250">
                  <c:v>18.208749999999998</c:v>
                </c:pt>
                <c:pt idx="4251">
                  <c:v>20.805</c:v>
                </c:pt>
                <c:pt idx="4252">
                  <c:v>71.794499999999999</c:v>
                </c:pt>
                <c:pt idx="4253">
                  <c:v>29.654249999999994</c:v>
                </c:pt>
                <c:pt idx="4254">
                  <c:v>11.962875000000002</c:v>
                </c:pt>
                <c:pt idx="4255">
                  <c:v>15.615</c:v>
                </c:pt>
                <c:pt idx="4256">
                  <c:v>67.144499999999994</c:v>
                </c:pt>
                <c:pt idx="4257">
                  <c:v>45.316125</c:v>
                </c:pt>
                <c:pt idx="4258">
                  <c:v>34.898624999999996</c:v>
                </c:pt>
                <c:pt idx="4259">
                  <c:v>111.494</c:v>
                </c:pt>
                <c:pt idx="4260">
                  <c:v>52.112499999999997</c:v>
                </c:pt>
                <c:pt idx="4261">
                  <c:v>76.084249999999997</c:v>
                </c:pt>
                <c:pt idx="4262">
                  <c:v>33.335999999999999</c:v>
                </c:pt>
                <c:pt idx="4263">
                  <c:v>44.816749999999999</c:v>
                </c:pt>
                <c:pt idx="4264">
                  <c:v>69.326250000000002</c:v>
                </c:pt>
                <c:pt idx="4265">
                  <c:v>53.714500000000001</c:v>
                </c:pt>
                <c:pt idx="4266">
                  <c:v>62.043624999999999</c:v>
                </c:pt>
                <c:pt idx="4267">
                  <c:v>33.368000000000002</c:v>
                </c:pt>
                <c:pt idx="4268">
                  <c:v>74.592375000000004</c:v>
                </c:pt>
                <c:pt idx="4269">
                  <c:v>65.203125</c:v>
                </c:pt>
                <c:pt idx="4270">
                  <c:v>50.621875000000003</c:v>
                </c:pt>
                <c:pt idx="4271">
                  <c:v>84.543750000000003</c:v>
                </c:pt>
                <c:pt idx="4272">
                  <c:v>112.17625</c:v>
                </c:pt>
                <c:pt idx="4273">
                  <c:v>35.487499999999997</c:v>
                </c:pt>
                <c:pt idx="4274">
                  <c:v>79.344000000000008</c:v>
                </c:pt>
                <c:pt idx="4275">
                  <c:v>58.971874999999997</c:v>
                </c:pt>
                <c:pt idx="4276">
                  <c:v>47.490625000000001</c:v>
                </c:pt>
                <c:pt idx="4277">
                  <c:v>21.402000000000001</c:v>
                </c:pt>
                <c:pt idx="4278">
                  <c:v>64.159875</c:v>
                </c:pt>
                <c:pt idx="4279">
                  <c:v>45.914000000000001</c:v>
                </c:pt>
                <c:pt idx="4280">
                  <c:v>34.957250000000002</c:v>
                </c:pt>
                <c:pt idx="4281">
                  <c:v>37.062000000000005</c:v>
                </c:pt>
                <c:pt idx="4282">
                  <c:v>40.725749999999998</c:v>
                </c:pt>
                <c:pt idx="4283">
                  <c:v>32.886000000000003</c:v>
                </c:pt>
                <c:pt idx="4284">
                  <c:v>40.716000000000008</c:v>
                </c:pt>
                <c:pt idx="4285">
                  <c:v>29.754000000000001</c:v>
                </c:pt>
                <c:pt idx="4286">
                  <c:v>163.62074999999999</c:v>
                </c:pt>
                <c:pt idx="4287">
                  <c:v>120.69750000000001</c:v>
                </c:pt>
                <c:pt idx="4288">
                  <c:v>46.52474999999999</c:v>
                </c:pt>
                <c:pt idx="4289">
                  <c:v>71.06</c:v>
                </c:pt>
                <c:pt idx="4290">
                  <c:v>47.547499999999999</c:v>
                </c:pt>
                <c:pt idx="4291">
                  <c:v>28.2285</c:v>
                </c:pt>
                <c:pt idx="4292">
                  <c:v>36.566249999999997</c:v>
                </c:pt>
                <c:pt idx="4293">
                  <c:v>66.357500000000002</c:v>
                </c:pt>
                <c:pt idx="4294">
                  <c:v>54.326999999999998</c:v>
                </c:pt>
                <c:pt idx="4295">
                  <c:v>74.628124999999997</c:v>
                </c:pt>
                <c:pt idx="4296">
                  <c:v>74.646000000000001</c:v>
                </c:pt>
                <c:pt idx="4297">
                  <c:v>86.150625000000005</c:v>
                </c:pt>
                <c:pt idx="4298">
                  <c:v>65.787750000000003</c:v>
                </c:pt>
                <c:pt idx="4299">
                  <c:v>59.014249999999997</c:v>
                </c:pt>
                <c:pt idx="4300">
                  <c:v>74.628124999999997</c:v>
                </c:pt>
                <c:pt idx="4301">
                  <c:v>26.622000000000003</c:v>
                </c:pt>
                <c:pt idx="4302">
                  <c:v>52.734625000000001</c:v>
                </c:pt>
                <c:pt idx="4303">
                  <c:v>9.3960000000000008</c:v>
                </c:pt>
                <c:pt idx="4304">
                  <c:v>20.87</c:v>
                </c:pt>
                <c:pt idx="4305">
                  <c:v>103.75362500000001</c:v>
                </c:pt>
                <c:pt idx="4306">
                  <c:v>23.977499999999999</c:v>
                </c:pt>
                <c:pt idx="4307">
                  <c:v>31.803875000000005</c:v>
                </c:pt>
                <c:pt idx="4308">
                  <c:v>21.381499999999999</c:v>
                </c:pt>
                <c:pt idx="4309">
                  <c:v>39.652999999999999</c:v>
                </c:pt>
                <c:pt idx="4310">
                  <c:v>53.231250000000003</c:v>
                </c:pt>
                <c:pt idx="4311">
                  <c:v>16.170375000000003</c:v>
                </c:pt>
                <c:pt idx="4312">
                  <c:v>10.432499999999999</c:v>
                </c:pt>
                <c:pt idx="4313">
                  <c:v>88.133499999999998</c:v>
                </c:pt>
                <c:pt idx="4314">
                  <c:v>33.368000000000002</c:v>
                </c:pt>
                <c:pt idx="4315">
                  <c:v>137.511</c:v>
                </c:pt>
                <c:pt idx="4316">
                  <c:v>52.0625</c:v>
                </c:pt>
                <c:pt idx="4317">
                  <c:v>115.0305</c:v>
                </c:pt>
                <c:pt idx="4318">
                  <c:v>85.903125000000003</c:v>
                </c:pt>
                <c:pt idx="4319">
                  <c:v>86.965249999999997</c:v>
                </c:pt>
                <c:pt idx="4320">
                  <c:v>95.297250000000005</c:v>
                </c:pt>
                <c:pt idx="4321">
                  <c:v>62.49</c:v>
                </c:pt>
                <c:pt idx="4322">
                  <c:v>46.357874999999993</c:v>
                </c:pt>
                <c:pt idx="4323">
                  <c:v>32.807250000000003</c:v>
                </c:pt>
                <c:pt idx="4324">
                  <c:v>22.907499999999999</c:v>
                </c:pt>
                <c:pt idx="4325">
                  <c:v>25.510625000000001</c:v>
                </c:pt>
                <c:pt idx="4326">
                  <c:v>33.832500000000003</c:v>
                </c:pt>
                <c:pt idx="4327">
                  <c:v>65.598749999999995</c:v>
                </c:pt>
                <c:pt idx="4328">
                  <c:v>36.955499999999994</c:v>
                </c:pt>
                <c:pt idx="4329">
                  <c:v>131.52837500000001</c:v>
                </c:pt>
                <c:pt idx="4330">
                  <c:v>112.94849999999998</c:v>
                </c:pt>
                <c:pt idx="4331">
                  <c:v>28.620625</c:v>
                </c:pt>
                <c:pt idx="4332">
                  <c:v>18.213125000000002</c:v>
                </c:pt>
                <c:pt idx="4333">
                  <c:v>37.457999999999998</c:v>
                </c:pt>
                <c:pt idx="4334">
                  <c:v>50.984499999999997</c:v>
                </c:pt>
                <c:pt idx="4335">
                  <c:v>29.140999999999998</c:v>
                </c:pt>
                <c:pt idx="4336">
                  <c:v>24.457625000000004</c:v>
                </c:pt>
                <c:pt idx="4337">
                  <c:v>29.661375000000003</c:v>
                </c:pt>
                <c:pt idx="4338">
                  <c:v>54.626249999999999</c:v>
                </c:pt>
                <c:pt idx="4339">
                  <c:v>71.742750000000001</c:v>
                </c:pt>
                <c:pt idx="4340">
                  <c:v>25.473875</c:v>
                </c:pt>
                <c:pt idx="4341">
                  <c:v>49.388125000000002</c:v>
                </c:pt>
                <c:pt idx="4342">
                  <c:v>38.461500000000001</c:v>
                </c:pt>
                <c:pt idx="4343">
                  <c:v>16.116125</c:v>
                </c:pt>
                <c:pt idx="4344">
                  <c:v>14.556499999999998</c:v>
                </c:pt>
                <c:pt idx="4345">
                  <c:v>84.6785</c:v>
                </c:pt>
                <c:pt idx="4346">
                  <c:v>32.216749999999998</c:v>
                </c:pt>
                <c:pt idx="4347">
                  <c:v>18.182500000000001</c:v>
                </c:pt>
                <c:pt idx="4348">
                  <c:v>22.3385</c:v>
                </c:pt>
                <c:pt idx="4349">
                  <c:v>17.663000000000004</c:v>
                </c:pt>
                <c:pt idx="4350">
                  <c:v>18.182500000000001</c:v>
                </c:pt>
                <c:pt idx="4351">
                  <c:v>62.325000000000003</c:v>
                </c:pt>
                <c:pt idx="4352">
                  <c:v>19.221499999999999</c:v>
                </c:pt>
                <c:pt idx="4353">
                  <c:v>13.507</c:v>
                </c:pt>
                <c:pt idx="4354">
                  <c:v>39.472499999999997</c:v>
                </c:pt>
                <c:pt idx="4355">
                  <c:v>45.716000000000001</c:v>
                </c:pt>
                <c:pt idx="4356">
                  <c:v>155.73750000000001</c:v>
                </c:pt>
                <c:pt idx="4357">
                  <c:v>29.071000000000002</c:v>
                </c:pt>
                <c:pt idx="4358">
                  <c:v>50.89875</c:v>
                </c:pt>
                <c:pt idx="4359">
                  <c:v>79.540875</c:v>
                </c:pt>
                <c:pt idx="4360">
                  <c:v>49.4</c:v>
                </c:pt>
                <c:pt idx="4361">
                  <c:v>79.598249999999993</c:v>
                </c:pt>
                <c:pt idx="4362">
                  <c:v>75.381874999999994</c:v>
                </c:pt>
                <c:pt idx="4363">
                  <c:v>25.981249999999999</c:v>
                </c:pt>
                <c:pt idx="4364">
                  <c:v>18.178125000000001</c:v>
                </c:pt>
                <c:pt idx="4365">
                  <c:v>37.395000000000003</c:v>
                </c:pt>
                <c:pt idx="4366">
                  <c:v>31.162500000000001</c:v>
                </c:pt>
                <c:pt idx="4367">
                  <c:v>39.991875</c:v>
                </c:pt>
                <c:pt idx="4368">
                  <c:v>22.3385</c:v>
                </c:pt>
                <c:pt idx="4369">
                  <c:v>24.434125000000002</c:v>
                </c:pt>
                <c:pt idx="4370">
                  <c:v>19.750499999999999</c:v>
                </c:pt>
                <c:pt idx="4371">
                  <c:v>15.072749999999999</c:v>
                </c:pt>
                <c:pt idx="4372">
                  <c:v>34.287000000000006</c:v>
                </c:pt>
                <c:pt idx="4373">
                  <c:v>8.8315000000000019</c:v>
                </c:pt>
                <c:pt idx="4374">
                  <c:v>14.5425</c:v>
                </c:pt>
                <c:pt idx="4375">
                  <c:v>61.271500000000003</c:v>
                </c:pt>
                <c:pt idx="4376">
                  <c:v>25.443249999999999</c:v>
                </c:pt>
                <c:pt idx="4377">
                  <c:v>9.3442500000000006</c:v>
                </c:pt>
                <c:pt idx="4378">
                  <c:v>4.1529999999999996</c:v>
                </c:pt>
                <c:pt idx="4379">
                  <c:v>16.092875000000003</c:v>
                </c:pt>
                <c:pt idx="4380">
                  <c:v>2.5956250000000001</c:v>
                </c:pt>
                <c:pt idx="4381">
                  <c:v>66.950999999999993</c:v>
                </c:pt>
                <c:pt idx="4382">
                  <c:v>108.91125</c:v>
                </c:pt>
                <c:pt idx="4383">
                  <c:v>47.701999999999998</c:v>
                </c:pt>
                <c:pt idx="4384">
                  <c:v>20.226374999999997</c:v>
                </c:pt>
                <c:pt idx="4385">
                  <c:v>76.182750000000013</c:v>
                </c:pt>
                <c:pt idx="4386">
                  <c:v>54.429375</c:v>
                </c:pt>
                <c:pt idx="4387">
                  <c:v>48.220500000000001</c:v>
                </c:pt>
                <c:pt idx="4388">
                  <c:v>124.041</c:v>
                </c:pt>
                <c:pt idx="4389">
                  <c:v>83.579125000000005</c:v>
                </c:pt>
                <c:pt idx="4390">
                  <c:v>94.976999999999975</c:v>
                </c:pt>
                <c:pt idx="4391">
                  <c:v>39.953375000000001</c:v>
                </c:pt>
                <c:pt idx="4392">
                  <c:v>42.527249999999995</c:v>
                </c:pt>
                <c:pt idx="4393">
                  <c:v>32.162500000000001</c:v>
                </c:pt>
                <c:pt idx="4394">
                  <c:v>54.974249999999991</c:v>
                </c:pt>
                <c:pt idx="4395">
                  <c:v>45.131250000000001</c:v>
                </c:pt>
                <c:pt idx="4396">
                  <c:v>#N/A</c:v>
                </c:pt>
                <c:pt idx="4397">
                  <c:v>#N/A</c:v>
                </c:pt>
                <c:pt idx="4398">
                  <c:v>53.95</c:v>
                </c:pt>
                <c:pt idx="4399">
                  <c:v>14.528500000000003</c:v>
                </c:pt>
                <c:pt idx="4400">
                  <c:v>5.1887499999999998</c:v>
                </c:pt>
                <c:pt idx="4401">
                  <c:v>59.194499999999998</c:v>
                </c:pt>
                <c:pt idx="4402">
                  <c:v>33.231999999999999</c:v>
                </c:pt>
                <c:pt idx="4403">
                  <c:v>44.136249999999997</c:v>
                </c:pt>
                <c:pt idx="4404">
                  <c:v>49.28125</c:v>
                </c:pt>
                <c:pt idx="4405">
                  <c:v>19.712499999999999</c:v>
                </c:pt>
                <c:pt idx="4406">
                  <c:v>3.1124999999999998</c:v>
                </c:pt>
                <c:pt idx="4407">
                  <c:v>7.7831250000000001</c:v>
                </c:pt>
                <c:pt idx="4408">
                  <c:v>29.057000000000006</c:v>
                </c:pt>
                <c:pt idx="4409">
                  <c:v>17.126999999999999</c:v>
                </c:pt>
                <c:pt idx="4410">
                  <c:v>40.452749999999995</c:v>
                </c:pt>
                <c:pt idx="4411">
                  <c:v>29.568750000000001</c:v>
                </c:pt>
                <c:pt idx="4412">
                  <c:v>40.491750000000003</c:v>
                </c:pt>
                <c:pt idx="4413">
                  <c:v>35.845500000000001</c:v>
                </c:pt>
                <c:pt idx="4414">
                  <c:v>38.433750000000003</c:v>
                </c:pt>
                <c:pt idx="4415">
                  <c:v>10.387499999999999</c:v>
                </c:pt>
                <c:pt idx="4416">
                  <c:v>60.781500000000008</c:v>
                </c:pt>
                <c:pt idx="4417">
                  <c:v>47.274500000000003</c:v>
                </c:pt>
                <c:pt idx="4418">
                  <c:v>14.0265</c:v>
                </c:pt>
                <c:pt idx="4419">
                  <c:v>33.743124999999999</c:v>
                </c:pt>
                <c:pt idx="4420">
                  <c:v>21.294374999999999</c:v>
                </c:pt>
                <c:pt idx="4421">
                  <c:v>29.590125000000004</c:v>
                </c:pt>
                <c:pt idx="4422">
                  <c:v>30.620999999999999</c:v>
                </c:pt>
                <c:pt idx="4423">
                  <c:v>20.765000000000001</c:v>
                </c:pt>
                <c:pt idx="4424">
                  <c:v>#N/A</c:v>
                </c:pt>
                <c:pt idx="4425">
                  <c:v>#N/A</c:v>
                </c:pt>
                <c:pt idx="4426">
                  <c:v>52.925250000000013</c:v>
                </c:pt>
                <c:pt idx="4427">
                  <c:v>19.717250000000003</c:v>
                </c:pt>
                <c:pt idx="4428">
                  <c:v>23.355</c:v>
                </c:pt>
                <c:pt idx="4429">
                  <c:v>13.493999999999998</c:v>
                </c:pt>
                <c:pt idx="4430">
                  <c:v>21.289249999999999</c:v>
                </c:pt>
                <c:pt idx="4431">
                  <c:v>5.7117500000000003</c:v>
                </c:pt>
                <c:pt idx="4432">
                  <c:v>55.040499999999987</c:v>
                </c:pt>
                <c:pt idx="4433">
                  <c:v>25.956250000000001</c:v>
                </c:pt>
                <c:pt idx="4434">
                  <c:v>17.658750000000001</c:v>
                </c:pt>
                <c:pt idx="4435">
                  <c:v>10.904249999999999</c:v>
                </c:pt>
                <c:pt idx="4436">
                  <c:v>11.423500000000001</c:v>
                </c:pt>
                <c:pt idx="4437">
                  <c:v>#N/A</c:v>
                </c:pt>
                <c:pt idx="4438">
                  <c:v>#N/A</c:v>
                </c:pt>
                <c:pt idx="4439">
                  <c:v>11.42625</c:v>
                </c:pt>
                <c:pt idx="4440">
                  <c:v>19.216875000000002</c:v>
                </c:pt>
                <c:pt idx="4441">
                  <c:v>10.9095</c:v>
                </c:pt>
                <c:pt idx="4442">
                  <c:v>19.745750000000001</c:v>
                </c:pt>
                <c:pt idx="4443">
                  <c:v>54.08</c:v>
                </c:pt>
                <c:pt idx="4444">
                  <c:v>16.116125</c:v>
                </c:pt>
                <c:pt idx="4445">
                  <c:v>29.12</c:v>
                </c:pt>
                <c:pt idx="4446">
                  <c:v>24.445875000000001</c:v>
                </c:pt>
                <c:pt idx="4447">
                  <c:v>67.096125000000001</c:v>
                </c:pt>
                <c:pt idx="4448">
                  <c:v>43.700999999999993</c:v>
                </c:pt>
                <c:pt idx="4449">
                  <c:v>8.8442500000000006</c:v>
                </c:pt>
                <c:pt idx="4450">
                  <c:v>45.272624999999998</c:v>
                </c:pt>
                <c:pt idx="4451">
                  <c:v>41.089874999999999</c:v>
                </c:pt>
                <c:pt idx="4452">
                  <c:v>27.0335</c:v>
                </c:pt>
                <c:pt idx="4453">
                  <c:v>21.314874999999997</c:v>
                </c:pt>
                <c:pt idx="4454">
                  <c:v>35.36</c:v>
                </c:pt>
                <c:pt idx="4455">
                  <c:v>8.32</c:v>
                </c:pt>
                <c:pt idx="4456">
                  <c:v>68.169124999999994</c:v>
                </c:pt>
                <c:pt idx="4457">
                  <c:v>15.6075</c:v>
                </c:pt>
                <c:pt idx="4458">
                  <c:v>9.3644999999999996</c:v>
                </c:pt>
                <c:pt idx="4459">
                  <c:v>5.7241249999999999</c:v>
                </c:pt>
                <c:pt idx="4460">
                  <c:v>14.0535</c:v>
                </c:pt>
                <c:pt idx="4461">
                  <c:v>36.955499999999994</c:v>
                </c:pt>
                <c:pt idx="4462">
                  <c:v>11.971499999999997</c:v>
                </c:pt>
                <c:pt idx="4463">
                  <c:v>22.381499999999999</c:v>
                </c:pt>
                <c:pt idx="4464">
                  <c:v>33.816249999999997</c:v>
                </c:pt>
                <c:pt idx="4465">
                  <c:v>28.61375</c:v>
                </c:pt>
                <c:pt idx="4466">
                  <c:v>68.623499999999993</c:v>
                </c:pt>
                <c:pt idx="4467">
                  <c:v>5.1987500000000004</c:v>
                </c:pt>
                <c:pt idx="4468">
                  <c:v>38.479999999999997</c:v>
                </c:pt>
                <c:pt idx="4469">
                  <c:v>42.109875000000002</c:v>
                </c:pt>
                <c:pt idx="4470">
                  <c:v>26.507249999999999</c:v>
                </c:pt>
                <c:pt idx="4471">
                  <c:v>34.823250000000002</c:v>
                </c:pt>
                <c:pt idx="4472">
                  <c:v>2.0794999999999999</c:v>
                </c:pt>
                <c:pt idx="4473">
                  <c:v>19.235375000000001</c:v>
                </c:pt>
                <c:pt idx="4474">
                  <c:v>17.675749999999997</c:v>
                </c:pt>
                <c:pt idx="4475">
                  <c:v>27.573250000000002</c:v>
                </c:pt>
                <c:pt idx="4476">
                  <c:v>29.155000000000001</c:v>
                </c:pt>
                <c:pt idx="4477">
                  <c:v>42.150375000000004</c:v>
                </c:pt>
                <c:pt idx="4478">
                  <c:v>27.072500000000002</c:v>
                </c:pt>
                <c:pt idx="4479">
                  <c:v>11.968624999999999</c:v>
                </c:pt>
                <c:pt idx="4480">
                  <c:v>10.407500000000001</c:v>
                </c:pt>
                <c:pt idx="4481">
                  <c:v>11.451000000000001</c:v>
                </c:pt>
                <c:pt idx="4482">
                  <c:v>8.8527500000000003</c:v>
                </c:pt>
                <c:pt idx="4483">
                  <c:v>60.421500000000002</c:v>
                </c:pt>
                <c:pt idx="4484">
                  <c:v>37.512000000000008</c:v>
                </c:pt>
                <c:pt idx="4485">
                  <c:v>38.563249999999996</c:v>
                </c:pt>
                <c:pt idx="4486">
                  <c:v>64.098375000000004</c:v>
                </c:pt>
                <c:pt idx="4487">
                  <c:v>89.611999999999995</c:v>
                </c:pt>
                <c:pt idx="4488">
                  <c:v>33.865000000000002</c:v>
                </c:pt>
                <c:pt idx="4489">
                  <c:v>54.197000000000003</c:v>
                </c:pt>
                <c:pt idx="4490">
                  <c:v>12.506999999999998</c:v>
                </c:pt>
                <c:pt idx="4491">
                  <c:v>20.844999999999999</c:v>
                </c:pt>
                <c:pt idx="4492">
                  <c:v>21.361000000000001</c:v>
                </c:pt>
                <c:pt idx="4493">
                  <c:v>33.856875000000002</c:v>
                </c:pt>
                <c:pt idx="4494">
                  <c:v>28.134</c:v>
                </c:pt>
                <c:pt idx="4495">
                  <c:v>7.2939999999999996</c:v>
                </c:pt>
                <c:pt idx="4496">
                  <c:v>45.316125</c:v>
                </c:pt>
                <c:pt idx="4497">
                  <c:v>39.056249999999999</c:v>
                </c:pt>
                <c:pt idx="4498">
                  <c:v>17.705500000000001</c:v>
                </c:pt>
                <c:pt idx="4499">
                  <c:v>12.504</c:v>
                </c:pt>
                <c:pt idx="4500">
                  <c:v>28.655000000000001</c:v>
                </c:pt>
                <c:pt idx="4501">
                  <c:v>42.732249999999993</c:v>
                </c:pt>
                <c:pt idx="4502">
                  <c:v>48.974000000000011</c:v>
                </c:pt>
                <c:pt idx="4503">
                  <c:v>23.960249999999998</c:v>
                </c:pt>
                <c:pt idx="4504">
                  <c:v>23.960249999999998</c:v>
                </c:pt>
                <c:pt idx="4505">
                  <c:v>9.8989999999999991</c:v>
                </c:pt>
                <c:pt idx="4506">
                  <c:v>31.758125</c:v>
                </c:pt>
                <c:pt idx="4507">
                  <c:v>13.5395</c:v>
                </c:pt>
                <c:pt idx="4508">
                  <c:v>13.536250000000001</c:v>
                </c:pt>
                <c:pt idx="4509">
                  <c:v>51.529499999999999</c:v>
                </c:pt>
                <c:pt idx="4510">
                  <c:v>115.46775000000002</c:v>
                </c:pt>
                <c:pt idx="4511">
                  <c:v>56.707249999999988</c:v>
                </c:pt>
                <c:pt idx="4512">
                  <c:v>31.727625000000003</c:v>
                </c:pt>
                <c:pt idx="4513">
                  <c:v>25.48</c:v>
                </c:pt>
                <c:pt idx="4514">
                  <c:v>23.394375</c:v>
                </c:pt>
                <c:pt idx="4515">
                  <c:v>62.354999999999997</c:v>
                </c:pt>
                <c:pt idx="4516">
                  <c:v>38.971874999999997</c:v>
                </c:pt>
                <c:pt idx="4517">
                  <c:v>14.0265</c:v>
                </c:pt>
                <c:pt idx="4518">
                  <c:v>44.136249999999997</c:v>
                </c:pt>
                <c:pt idx="4519">
                  <c:v>27.513625000000001</c:v>
                </c:pt>
                <c:pt idx="4520">
                  <c:v>31.681875000000002</c:v>
                </c:pt>
                <c:pt idx="4521">
                  <c:v>57.692250000000001</c:v>
                </c:pt>
                <c:pt idx="4522">
                  <c:v>17.671500000000002</c:v>
                </c:pt>
                <c:pt idx="4523">
                  <c:v>10.912124999999998</c:v>
                </c:pt>
                <c:pt idx="4524">
                  <c:v>84.658124999999998</c:v>
                </c:pt>
                <c:pt idx="4525">
                  <c:v>33.743124999999999</c:v>
                </c:pt>
                <c:pt idx="4526">
                  <c:v>33.24</c:v>
                </c:pt>
                <c:pt idx="4527">
                  <c:v>15.581250000000001</c:v>
                </c:pt>
                <c:pt idx="4528">
                  <c:v>22.322375000000001</c:v>
                </c:pt>
                <c:pt idx="4529">
                  <c:v>21.803250000000006</c:v>
                </c:pt>
                <c:pt idx="4530">
                  <c:v>15.57</c:v>
                </c:pt>
                <c:pt idx="4531">
                  <c:v>69.043625000000006</c:v>
                </c:pt>
                <c:pt idx="4532">
                  <c:v>78.906999999999996</c:v>
                </c:pt>
                <c:pt idx="4533">
                  <c:v>53.989000000000011</c:v>
                </c:pt>
                <c:pt idx="4534">
                  <c:v>55.040499999999987</c:v>
                </c:pt>
                <c:pt idx="4535">
                  <c:v>38.934375000000003</c:v>
                </c:pt>
                <c:pt idx="4536">
                  <c:v>49.835999999999999</c:v>
                </c:pt>
                <c:pt idx="4537">
                  <c:v>67.453749999999999</c:v>
                </c:pt>
                <c:pt idx="4538">
                  <c:v>61.746124999999999</c:v>
                </c:pt>
                <c:pt idx="4539">
                  <c:v>80.367500000000007</c:v>
                </c:pt>
                <c:pt idx="4540">
                  <c:v>36.813499999999998</c:v>
                </c:pt>
                <c:pt idx="4541">
                  <c:v>122.85487500000001</c:v>
                </c:pt>
                <c:pt idx="4542">
                  <c:v>84.951999999999984</c:v>
                </c:pt>
                <c:pt idx="4543">
                  <c:v>79.21575</c:v>
                </c:pt>
                <c:pt idx="4544">
                  <c:v>83.377875000000003</c:v>
                </c:pt>
                <c:pt idx="4545">
                  <c:v>150.77437499999999</c:v>
                </c:pt>
                <c:pt idx="4546">
                  <c:v>95.853125000000006</c:v>
                </c:pt>
                <c:pt idx="4547">
                  <c:v>49.727999999999987</c:v>
                </c:pt>
                <c:pt idx="4548">
                  <c:v>98.396249999999995</c:v>
                </c:pt>
                <c:pt idx="4549">
                  <c:v>35.72475</c:v>
                </c:pt>
                <c:pt idx="4550">
                  <c:v>15.536250000000001</c:v>
                </c:pt>
                <c:pt idx="4551">
                  <c:v>123.65262499999999</c:v>
                </c:pt>
                <c:pt idx="4552">
                  <c:v>126.69562500000001</c:v>
                </c:pt>
                <c:pt idx="4553">
                  <c:v>66.709124999999986</c:v>
                </c:pt>
                <c:pt idx="4554">
                  <c:v>74.447999999999993</c:v>
                </c:pt>
                <c:pt idx="4555">
                  <c:v>54.311250000000001</c:v>
                </c:pt>
                <c:pt idx="4556">
                  <c:v>97.713000000000022</c:v>
                </c:pt>
                <c:pt idx="4557">
                  <c:v>122.012</c:v>
                </c:pt>
                <c:pt idx="4558">
                  <c:v>57.945999999999991</c:v>
                </c:pt>
                <c:pt idx="4559">
                  <c:v>114.91275000000002</c:v>
                </c:pt>
                <c:pt idx="4560">
                  <c:v>31.057500000000001</c:v>
                </c:pt>
                <c:pt idx="4561">
                  <c:v>96.27825</c:v>
                </c:pt>
                <c:pt idx="4562">
                  <c:v>61.109250000000003</c:v>
                </c:pt>
                <c:pt idx="4563">
                  <c:v>53.82</c:v>
                </c:pt>
                <c:pt idx="4564">
                  <c:v>41.937749999999994</c:v>
                </c:pt>
                <c:pt idx="4565">
                  <c:v>21.756</c:v>
                </c:pt>
                <c:pt idx="4566">
                  <c:v>26.942499999999999</c:v>
                </c:pt>
                <c:pt idx="4567">
                  <c:v>48.739000000000011</c:v>
                </c:pt>
                <c:pt idx="4568">
                  <c:v>47.149374999999999</c:v>
                </c:pt>
                <c:pt idx="4569">
                  <c:v>94.3215</c:v>
                </c:pt>
                <c:pt idx="4570">
                  <c:v>25.893750000000001</c:v>
                </c:pt>
                <c:pt idx="4571">
                  <c:v>4.6619999999999999</c:v>
                </c:pt>
                <c:pt idx="4572">
                  <c:v>40.403999999999996</c:v>
                </c:pt>
                <c:pt idx="4573">
                  <c:v>6.734</c:v>
                </c:pt>
                <c:pt idx="4574">
                  <c:v>39.367999999999995</c:v>
                </c:pt>
                <c:pt idx="4575">
                  <c:v>10.355</c:v>
                </c:pt>
                <c:pt idx="4576">
                  <c:v>27.447375000000001</c:v>
                </c:pt>
                <c:pt idx="4577">
                  <c:v>17.089874999999999</c:v>
                </c:pt>
                <c:pt idx="4578">
                  <c:v>32.116</c:v>
                </c:pt>
                <c:pt idx="4579">
                  <c:v>27.467250000000003</c:v>
                </c:pt>
                <c:pt idx="4580">
                  <c:v>90.606250000000003</c:v>
                </c:pt>
                <c:pt idx="4581">
                  <c:v>12.429</c:v>
                </c:pt>
                <c:pt idx="4582">
                  <c:v>9.3217500000000015</c:v>
                </c:pt>
                <c:pt idx="4583">
                  <c:v>25.887499999999999</c:v>
                </c:pt>
                <c:pt idx="4584">
                  <c:v>15.018375000000001</c:v>
                </c:pt>
                <c:pt idx="4585">
                  <c:v>31.057500000000001</c:v>
                </c:pt>
                <c:pt idx="4586">
                  <c:v>8.8017500000000002</c:v>
                </c:pt>
                <c:pt idx="4587">
                  <c:v>#N/A</c:v>
                </c:pt>
                <c:pt idx="4588">
                  <c:v>#N/A</c:v>
                </c:pt>
                <c:pt idx="4589">
                  <c:v>17.620500000000003</c:v>
                </c:pt>
                <c:pt idx="4590">
                  <c:v>7.7737499999999997</c:v>
                </c:pt>
                <c:pt idx="4591">
                  <c:v>32.626125000000002</c:v>
                </c:pt>
                <c:pt idx="4592">
                  <c:v>44.03</c:v>
                </c:pt>
                <c:pt idx="4593">
                  <c:v>10.875375000000002</c:v>
                </c:pt>
                <c:pt idx="4594">
                  <c:v>36.760249999999999</c:v>
                </c:pt>
                <c:pt idx="4595">
                  <c:v>11.38775</c:v>
                </c:pt>
                <c:pt idx="4596">
                  <c:v>26.411625000000001</c:v>
                </c:pt>
                <c:pt idx="4597">
                  <c:v>2.59</c:v>
                </c:pt>
                <c:pt idx="4598">
                  <c:v>23.82225</c:v>
                </c:pt>
                <c:pt idx="4599">
                  <c:v>2.0714999999999999</c:v>
                </c:pt>
                <c:pt idx="4600">
                  <c:v>6.2159999999999984</c:v>
                </c:pt>
                <c:pt idx="4601">
                  <c:v>66.838125000000005</c:v>
                </c:pt>
                <c:pt idx="4602">
                  <c:v>11.919750000000002</c:v>
                </c:pt>
                <c:pt idx="4603">
                  <c:v>9.8491250000000008</c:v>
                </c:pt>
                <c:pt idx="4604">
                  <c:v>26.437125000000002</c:v>
                </c:pt>
                <c:pt idx="4605">
                  <c:v>48.243749999999999</c:v>
                </c:pt>
                <c:pt idx="4606">
                  <c:v>31.125</c:v>
                </c:pt>
                <c:pt idx="4607">
                  <c:v>66.400000000000006</c:v>
                </c:pt>
                <c:pt idx="4608">
                  <c:v>58.632874999999999</c:v>
                </c:pt>
                <c:pt idx="4609">
                  <c:v>21.792750000000002</c:v>
                </c:pt>
                <c:pt idx="4610">
                  <c:v>30.102</c:v>
                </c:pt>
                <c:pt idx="4611">
                  <c:v>55.546374999999998</c:v>
                </c:pt>
                <c:pt idx="4612">
                  <c:v>29.05</c:v>
                </c:pt>
                <c:pt idx="4613">
                  <c:v>25.418749999999999</c:v>
                </c:pt>
                <c:pt idx="4614">
                  <c:v>49.776000000000003</c:v>
                </c:pt>
                <c:pt idx="4615">
                  <c:v>98.5625</c:v>
                </c:pt>
                <c:pt idx="4616">
                  <c:v>15.043749999999999</c:v>
                </c:pt>
                <c:pt idx="4617">
                  <c:v>64.340500000000006</c:v>
                </c:pt>
                <c:pt idx="4618">
                  <c:v>78.849999999999994</c:v>
                </c:pt>
                <c:pt idx="4619">
                  <c:v>88.684875000000005</c:v>
                </c:pt>
                <c:pt idx="4620">
                  <c:v>34.731124999999999</c:v>
                </c:pt>
                <c:pt idx="4621">
                  <c:v>74.109750000000005</c:v>
                </c:pt>
                <c:pt idx="4622">
                  <c:v>26.955499999999994</c:v>
                </c:pt>
                <c:pt idx="4623">
                  <c:v>10.885874999999997</c:v>
                </c:pt>
                <c:pt idx="4624">
                  <c:v>17.629000000000001</c:v>
                </c:pt>
                <c:pt idx="4625">
                  <c:v>25.925000000000001</c:v>
                </c:pt>
                <c:pt idx="4626">
                  <c:v>10.891125000000001</c:v>
                </c:pt>
                <c:pt idx="4627">
                  <c:v>36.33</c:v>
                </c:pt>
                <c:pt idx="4628">
                  <c:v>16.085125000000001</c:v>
                </c:pt>
                <c:pt idx="4629">
                  <c:v>73.697999999999993</c:v>
                </c:pt>
                <c:pt idx="4630">
                  <c:v>26.994500000000006</c:v>
                </c:pt>
                <c:pt idx="4631">
                  <c:v>21.797999999999995</c:v>
                </c:pt>
                <c:pt idx="4632">
                  <c:v>5.7089999999999996</c:v>
                </c:pt>
                <c:pt idx="4633">
                  <c:v>6.746999999999999</c:v>
                </c:pt>
                <c:pt idx="4634">
                  <c:v>6.2294999999999998</c:v>
                </c:pt>
                <c:pt idx="4635">
                  <c:v>36.866749999999996</c:v>
                </c:pt>
                <c:pt idx="4636">
                  <c:v>18.683999999999997</c:v>
                </c:pt>
                <c:pt idx="4637">
                  <c:v>23.885499999999997</c:v>
                </c:pt>
                <c:pt idx="4638">
                  <c:v>8.8251249999999999</c:v>
                </c:pt>
                <c:pt idx="4639">
                  <c:v>7.266</c:v>
                </c:pt>
                <c:pt idx="4640">
                  <c:v>1.5569999999999999</c:v>
                </c:pt>
                <c:pt idx="4641">
                  <c:v>8.8230000000000004</c:v>
                </c:pt>
                <c:pt idx="4642">
                  <c:v>14.528500000000003</c:v>
                </c:pt>
                <c:pt idx="4643">
                  <c:v>8.3019999999999996</c:v>
                </c:pt>
                <c:pt idx="4644">
                  <c:v>37.887</c:v>
                </c:pt>
                <c:pt idx="4645">
                  <c:v>29.057000000000006</c:v>
                </c:pt>
                <c:pt idx="4646">
                  <c:v>76.700999999999993</c:v>
                </c:pt>
                <c:pt idx="4647">
                  <c:v>34.747875000000001</c:v>
                </c:pt>
                <c:pt idx="4648">
                  <c:v>4.6676250000000001</c:v>
                </c:pt>
                <c:pt idx="4649">
                  <c:v>40.961500000000008</c:v>
                </c:pt>
                <c:pt idx="4650">
                  <c:v>19.707749999999997</c:v>
                </c:pt>
                <c:pt idx="4651">
                  <c:v>61.731250000000003</c:v>
                </c:pt>
                <c:pt idx="4652">
                  <c:v>49.293125000000003</c:v>
                </c:pt>
                <c:pt idx="4653">
                  <c:v>31.125</c:v>
                </c:pt>
                <c:pt idx="4654">
                  <c:v>19.198374999999999</c:v>
                </c:pt>
                <c:pt idx="4655">
                  <c:v>35.3005</c:v>
                </c:pt>
                <c:pt idx="4656">
                  <c:v>35.292000000000002</c:v>
                </c:pt>
                <c:pt idx="4657">
                  <c:v>38.934375000000003</c:v>
                </c:pt>
                <c:pt idx="4658">
                  <c:v>36.884500000000003</c:v>
                </c:pt>
                <c:pt idx="4659">
                  <c:v>32.728500000000004</c:v>
                </c:pt>
                <c:pt idx="4660">
                  <c:v>17.139375000000001</c:v>
                </c:pt>
                <c:pt idx="4661">
                  <c:v>31.162500000000001</c:v>
                </c:pt>
                <c:pt idx="4662">
                  <c:v>11.945625</c:v>
                </c:pt>
                <c:pt idx="4663">
                  <c:v>13.507</c:v>
                </c:pt>
                <c:pt idx="4664">
                  <c:v>14.553000000000001</c:v>
                </c:pt>
                <c:pt idx="4665">
                  <c:v>55.080249999999999</c:v>
                </c:pt>
                <c:pt idx="4666">
                  <c:v>17.147625000000001</c:v>
                </c:pt>
                <c:pt idx="4667">
                  <c:v>10.39</c:v>
                </c:pt>
                <c:pt idx="4668">
                  <c:v>20.265374999999999</c:v>
                </c:pt>
                <c:pt idx="4669">
                  <c:v>100.16699999999999</c:v>
                </c:pt>
                <c:pt idx="4670">
                  <c:v>9.8633749999999996</c:v>
                </c:pt>
                <c:pt idx="4671">
                  <c:v>16.616</c:v>
                </c:pt>
                <c:pt idx="4672">
                  <c:v>5.7131249999999998</c:v>
                </c:pt>
                <c:pt idx="4673">
                  <c:v>17.135249999999999</c:v>
                </c:pt>
                <c:pt idx="4674">
                  <c:v>33.216000000000001</c:v>
                </c:pt>
                <c:pt idx="4675">
                  <c:v>18.683999999999997</c:v>
                </c:pt>
                <c:pt idx="4676">
                  <c:v>#N/A</c:v>
                </c:pt>
                <c:pt idx="4677">
                  <c:v>#N/A</c:v>
                </c:pt>
                <c:pt idx="4678">
                  <c:v>12.971875000000001</c:v>
                </c:pt>
                <c:pt idx="4679">
                  <c:v>86.153999999999996</c:v>
                </c:pt>
                <c:pt idx="4680">
                  <c:v>33.751249999999999</c:v>
                </c:pt>
                <c:pt idx="4681">
                  <c:v>24.911999999999999</c:v>
                </c:pt>
                <c:pt idx="4682">
                  <c:v>45.174749999999989</c:v>
                </c:pt>
                <c:pt idx="4683">
                  <c:v>22.852499999999999</c:v>
                </c:pt>
                <c:pt idx="4684">
                  <c:v>20.76</c:v>
                </c:pt>
                <c:pt idx="4685">
                  <c:v>#N/A</c:v>
                </c:pt>
                <c:pt idx="4686">
                  <c:v>#N/A</c:v>
                </c:pt>
                <c:pt idx="4687">
                  <c:v>34.772999999999996</c:v>
                </c:pt>
                <c:pt idx="4688">
                  <c:v>10.898999999999997</c:v>
                </c:pt>
                <c:pt idx="4689">
                  <c:v>8.8251249999999999</c:v>
                </c:pt>
                <c:pt idx="4690">
                  <c:v>60.23299999999999</c:v>
                </c:pt>
                <c:pt idx="4691">
                  <c:v>10.904249999999999</c:v>
                </c:pt>
                <c:pt idx="4692">
                  <c:v>41.58</c:v>
                </c:pt>
                <c:pt idx="4693">
                  <c:v>18.178125000000001</c:v>
                </c:pt>
                <c:pt idx="4694">
                  <c:v>37.395000000000003</c:v>
                </c:pt>
                <c:pt idx="4695">
                  <c:v>11.942749999999998</c:v>
                </c:pt>
                <c:pt idx="4696">
                  <c:v>10.901625000000003</c:v>
                </c:pt>
                <c:pt idx="4697">
                  <c:v>30.102</c:v>
                </c:pt>
                <c:pt idx="4698">
                  <c:v>37.868749999999999</c:v>
                </c:pt>
                <c:pt idx="4699">
                  <c:v>15.57</c:v>
                </c:pt>
                <c:pt idx="4700">
                  <c:v>25.437125000000002</c:v>
                </c:pt>
                <c:pt idx="4701">
                  <c:v>13.497250000000003</c:v>
                </c:pt>
                <c:pt idx="4702">
                  <c:v>9.3442500000000006</c:v>
                </c:pt>
                <c:pt idx="4703">
                  <c:v>#N/A</c:v>
                </c:pt>
                <c:pt idx="4704">
                  <c:v>#N/A</c:v>
                </c:pt>
                <c:pt idx="4705">
                  <c:v>16.088999999999999</c:v>
                </c:pt>
                <c:pt idx="4706">
                  <c:v>20.76</c:v>
                </c:pt>
                <c:pt idx="4707">
                  <c:v>15.054625</c:v>
                </c:pt>
                <c:pt idx="4708">
                  <c:v>28.03275</c:v>
                </c:pt>
                <c:pt idx="4709">
                  <c:v>#N/A</c:v>
                </c:pt>
                <c:pt idx="4710">
                  <c:v>#N/A</c:v>
                </c:pt>
                <c:pt idx="4711">
                  <c:v>33.767499999999998</c:v>
                </c:pt>
                <c:pt idx="4712">
                  <c:v>16.628</c:v>
                </c:pt>
                <c:pt idx="4713">
                  <c:v>32.224500000000006</c:v>
                </c:pt>
                <c:pt idx="4714">
                  <c:v>7.27475</c:v>
                </c:pt>
                <c:pt idx="4715">
                  <c:v>#N/A</c:v>
                </c:pt>
                <c:pt idx="4716">
                  <c:v>#N/A</c:v>
                </c:pt>
                <c:pt idx="4717">
                  <c:v>22.349250000000001</c:v>
                </c:pt>
                <c:pt idx="4718">
                  <c:v>12.474</c:v>
                </c:pt>
                <c:pt idx="4719">
                  <c:v>25.987500000000001</c:v>
                </c:pt>
                <c:pt idx="4720">
                  <c:v>14.029875000000001</c:v>
                </c:pt>
                <c:pt idx="4721">
                  <c:v>6.2355</c:v>
                </c:pt>
                <c:pt idx="4722">
                  <c:v>32.209000000000003</c:v>
                </c:pt>
                <c:pt idx="4723">
                  <c:v>16.100625000000001</c:v>
                </c:pt>
                <c:pt idx="4724">
                  <c:v>#N/A</c:v>
                </c:pt>
                <c:pt idx="4725">
                  <c:v>#N/A</c:v>
                </c:pt>
                <c:pt idx="4726">
                  <c:v>20.79</c:v>
                </c:pt>
                <c:pt idx="4727">
                  <c:v>16.628</c:v>
                </c:pt>
                <c:pt idx="4728">
                  <c:v>5.7145000000000001</c:v>
                </c:pt>
                <c:pt idx="4729">
                  <c:v>1.5585000000000002</c:v>
                </c:pt>
                <c:pt idx="4730">
                  <c:v>12.465</c:v>
                </c:pt>
                <c:pt idx="4731">
                  <c:v>41.59</c:v>
                </c:pt>
                <c:pt idx="4732">
                  <c:v>72.765000000000001</c:v>
                </c:pt>
                <c:pt idx="4733">
                  <c:v>10.397500000000001</c:v>
                </c:pt>
                <c:pt idx="4734">
                  <c:v>54.093000000000004</c:v>
                </c:pt>
                <c:pt idx="4735">
                  <c:v>37.969125000000005</c:v>
                </c:pt>
                <c:pt idx="4736">
                  <c:v>32.783625000000001</c:v>
                </c:pt>
                <c:pt idx="4737">
                  <c:v>150.80000000000001</c:v>
                </c:pt>
                <c:pt idx="4738">
                  <c:v>28.6</c:v>
                </c:pt>
                <c:pt idx="4739">
                  <c:v>62.4</c:v>
                </c:pt>
                <c:pt idx="4740">
                  <c:v>32.224500000000006</c:v>
                </c:pt>
                <c:pt idx="4741">
                  <c:v>71.239999999999995</c:v>
                </c:pt>
                <c:pt idx="4742">
                  <c:v>21.84</c:v>
                </c:pt>
                <c:pt idx="4743">
                  <c:v>4.68</c:v>
                </c:pt>
                <c:pt idx="4744">
                  <c:v>47.828499999999991</c:v>
                </c:pt>
                <c:pt idx="4745">
                  <c:v>19.239999999999998</c:v>
                </c:pt>
                <c:pt idx="4746">
                  <c:v>87.36</c:v>
                </c:pt>
                <c:pt idx="4747">
                  <c:v>9.8776249999999983</c:v>
                </c:pt>
                <c:pt idx="4748">
                  <c:v>102.88574999999999</c:v>
                </c:pt>
                <c:pt idx="4749">
                  <c:v>56.639124999999993</c:v>
                </c:pt>
                <c:pt idx="4750">
                  <c:v>89.830250000000007</c:v>
                </c:pt>
                <c:pt idx="4751">
                  <c:v>39.453499999999998</c:v>
                </c:pt>
                <c:pt idx="4752">
                  <c:v>21.803250000000006</c:v>
                </c:pt>
                <c:pt idx="4753">
                  <c:v>25.95</c:v>
                </c:pt>
                <c:pt idx="4754">
                  <c:v>17.646000000000001</c:v>
                </c:pt>
                <c:pt idx="4755">
                  <c:v>38.915624999999999</c:v>
                </c:pt>
                <c:pt idx="4756">
                  <c:v>30.635750000000002</c:v>
                </c:pt>
                <c:pt idx="4757">
                  <c:v>15.57375</c:v>
                </c:pt>
                <c:pt idx="4758">
                  <c:v>#N/A</c:v>
                </c:pt>
                <c:pt idx="4759">
                  <c:v>#N/A</c:v>
                </c:pt>
                <c:pt idx="4760">
                  <c:v>18.178125000000001</c:v>
                </c:pt>
                <c:pt idx="4761">
                  <c:v>37.386000000000003</c:v>
                </c:pt>
                <c:pt idx="4762">
                  <c:v>24.923999999999996</c:v>
                </c:pt>
                <c:pt idx="4763">
                  <c:v>24.40475</c:v>
                </c:pt>
                <c:pt idx="4764">
                  <c:v>21.808499999999999</c:v>
                </c:pt>
                <c:pt idx="4765">
                  <c:v>45.661000000000001</c:v>
                </c:pt>
                <c:pt idx="4766">
                  <c:v>25.437125000000002</c:v>
                </c:pt>
                <c:pt idx="4767">
                  <c:v>24.40475</c:v>
                </c:pt>
                <c:pt idx="4768">
                  <c:v>37.905249999999995</c:v>
                </c:pt>
                <c:pt idx="4769">
                  <c:v>67.486249999999998</c:v>
                </c:pt>
                <c:pt idx="4770">
                  <c:v>31.147500000000001</c:v>
                </c:pt>
                <c:pt idx="4771">
                  <c:v>25.962499999999999</c:v>
                </c:pt>
                <c:pt idx="4772">
                  <c:v>8.8293750000000006</c:v>
                </c:pt>
                <c:pt idx="4773">
                  <c:v>24.410625</c:v>
                </c:pt>
                <c:pt idx="4774">
                  <c:v>21.813749999999999</c:v>
                </c:pt>
                <c:pt idx="4775">
                  <c:v>16.09675</c:v>
                </c:pt>
                <c:pt idx="4776">
                  <c:v>34.295250000000003</c:v>
                </c:pt>
                <c:pt idx="4777">
                  <c:v>12.987500000000001</c:v>
                </c:pt>
                <c:pt idx="4778">
                  <c:v>12.461999999999998</c:v>
                </c:pt>
                <c:pt idx="4779">
                  <c:v>6.230999999999999</c:v>
                </c:pt>
                <c:pt idx="4780">
                  <c:v>19.741000000000003</c:v>
                </c:pt>
                <c:pt idx="4781">
                  <c:v>6.7551249999999987</c:v>
                </c:pt>
                <c:pt idx="4782">
                  <c:v>#N/A</c:v>
                </c:pt>
                <c:pt idx="4783">
                  <c:v>#N/A</c:v>
                </c:pt>
                <c:pt idx="4784">
                  <c:v>#N/A</c:v>
                </c:pt>
                <c:pt idx="4785">
                  <c:v>17.667249999999999</c:v>
                </c:pt>
                <c:pt idx="4786">
                  <c:v>7.27475</c:v>
                </c:pt>
                <c:pt idx="4787">
                  <c:v>17.15175</c:v>
                </c:pt>
                <c:pt idx="4788">
                  <c:v>57.650624999999998</c:v>
                </c:pt>
                <c:pt idx="4789">
                  <c:v>16.09675</c:v>
                </c:pt>
                <c:pt idx="4790">
                  <c:v>48.797750000000008</c:v>
                </c:pt>
                <c:pt idx="4791">
                  <c:v>23.885499999999997</c:v>
                </c:pt>
                <c:pt idx="4792">
                  <c:v>40.472250000000003</c:v>
                </c:pt>
                <c:pt idx="4793">
                  <c:v>27.500375000000005</c:v>
                </c:pt>
                <c:pt idx="4794">
                  <c:v>20.245875000000002</c:v>
                </c:pt>
                <c:pt idx="4795">
                  <c:v>12.453000000000003</c:v>
                </c:pt>
                <c:pt idx="4796">
                  <c:v>10.896375000000001</c:v>
                </c:pt>
                <c:pt idx="4797">
                  <c:v>18.679500000000001</c:v>
                </c:pt>
                <c:pt idx="4798">
                  <c:v>19.717250000000003</c:v>
                </c:pt>
                <c:pt idx="4799">
                  <c:v>50.318750000000001</c:v>
                </c:pt>
                <c:pt idx="4800">
                  <c:v>38.378250000000001</c:v>
                </c:pt>
                <c:pt idx="4801">
                  <c:v>10.891125000000001</c:v>
                </c:pt>
                <c:pt idx="4802">
                  <c:v>26.987999999999996</c:v>
                </c:pt>
                <c:pt idx="4803">
                  <c:v>17.126999999999999</c:v>
                </c:pt>
                <c:pt idx="4804">
                  <c:v>15.56625</c:v>
                </c:pt>
                <c:pt idx="4805">
                  <c:v>39.434500000000007</c:v>
                </c:pt>
                <c:pt idx="4806">
                  <c:v>34.781375000000004</c:v>
                </c:pt>
                <c:pt idx="4807">
                  <c:v>22.830500000000001</c:v>
                </c:pt>
                <c:pt idx="4808">
                  <c:v>35.802374999999998</c:v>
                </c:pt>
                <c:pt idx="4809">
                  <c:v>11.93125</c:v>
                </c:pt>
                <c:pt idx="4810">
                  <c:v>16.596</c:v>
                </c:pt>
                <c:pt idx="4811">
                  <c:v>39.962999999999994</c:v>
                </c:pt>
                <c:pt idx="4812">
                  <c:v>10.896375000000001</c:v>
                </c:pt>
                <c:pt idx="4813">
                  <c:v>17.654499999999999</c:v>
                </c:pt>
                <c:pt idx="4814">
                  <c:v>34.270499999999998</c:v>
                </c:pt>
                <c:pt idx="4815">
                  <c:v>23.879750000000001</c:v>
                </c:pt>
                <c:pt idx="4816">
                  <c:v>25.418749999999999</c:v>
                </c:pt>
                <c:pt idx="4817">
                  <c:v>11.4125</c:v>
                </c:pt>
                <c:pt idx="4818">
                  <c:v>6.2279999999999998</c:v>
                </c:pt>
                <c:pt idx="4819">
                  <c:v>#N/A</c:v>
                </c:pt>
                <c:pt idx="4820">
                  <c:v>#N/A</c:v>
                </c:pt>
                <c:pt idx="4821">
                  <c:v>26.494500000000006</c:v>
                </c:pt>
                <c:pt idx="4822">
                  <c:v>39.991875</c:v>
                </c:pt>
                <c:pt idx="4823">
                  <c:v>11.942749999999998</c:v>
                </c:pt>
                <c:pt idx="4824">
                  <c:v>41.55</c:v>
                </c:pt>
                <c:pt idx="4825">
                  <c:v>54.573749999999997</c:v>
                </c:pt>
                <c:pt idx="4826">
                  <c:v>9.355500000000001</c:v>
                </c:pt>
                <c:pt idx="4827">
                  <c:v>30.145499999999998</c:v>
                </c:pt>
                <c:pt idx="4828">
                  <c:v>#N/A</c:v>
                </c:pt>
                <c:pt idx="4829">
                  <c:v>#N/A</c:v>
                </c:pt>
                <c:pt idx="4830">
                  <c:v>42.109875000000002</c:v>
                </c:pt>
                <c:pt idx="4831">
                  <c:v>57.186250000000001</c:v>
                </c:pt>
                <c:pt idx="4832">
                  <c:v>6.24</c:v>
                </c:pt>
                <c:pt idx="4833">
                  <c:v>14.56</c:v>
                </c:pt>
                <c:pt idx="4834">
                  <c:v>49.884</c:v>
                </c:pt>
                <c:pt idx="4835">
                  <c:v>28.059750000000001</c:v>
                </c:pt>
                <c:pt idx="4836">
                  <c:v>8.8336249999999996</c:v>
                </c:pt>
                <c:pt idx="4837">
                  <c:v>25.975000000000001</c:v>
                </c:pt>
                <c:pt idx="4838">
                  <c:v>3.6356250000000001</c:v>
                </c:pt>
                <c:pt idx="4839">
                  <c:v>5.1937499999999996</c:v>
                </c:pt>
                <c:pt idx="4840">
                  <c:v>28.046250000000001</c:v>
                </c:pt>
                <c:pt idx="4841">
                  <c:v>16.100625000000001</c:v>
                </c:pt>
                <c:pt idx="4842">
                  <c:v>#N/A</c:v>
                </c:pt>
                <c:pt idx="4843">
                  <c:v>#N/A</c:v>
                </c:pt>
                <c:pt idx="4844">
                  <c:v>8.3059999999999992</c:v>
                </c:pt>
                <c:pt idx="4845">
                  <c:v>65.944749999999985</c:v>
                </c:pt>
                <c:pt idx="4846">
                  <c:v>34.278750000000002</c:v>
                </c:pt>
                <c:pt idx="4847">
                  <c:v>4.1559999999999997</c:v>
                </c:pt>
                <c:pt idx="4848">
                  <c:v>4.1559999999999997</c:v>
                </c:pt>
                <c:pt idx="4849">
                  <c:v>22.858000000000001</c:v>
                </c:pt>
                <c:pt idx="4850">
                  <c:v>27.001000000000001</c:v>
                </c:pt>
                <c:pt idx="4851">
                  <c:v>#N/A</c:v>
                </c:pt>
                <c:pt idx="4852">
                  <c:v>#N/A</c:v>
                </c:pt>
                <c:pt idx="4853">
                  <c:v>21.808499999999999</c:v>
                </c:pt>
                <c:pt idx="4854">
                  <c:v>16.623999999999999</c:v>
                </c:pt>
                <c:pt idx="4855">
                  <c:v>6.230999999999999</c:v>
                </c:pt>
                <c:pt idx="4856">
                  <c:v>20.241</c:v>
                </c:pt>
                <c:pt idx="4857">
                  <c:v>27.507000000000001</c:v>
                </c:pt>
                <c:pt idx="4858">
                  <c:v>11.939875000000001</c:v>
                </c:pt>
                <c:pt idx="4859">
                  <c:v>11.417999999999999</c:v>
                </c:pt>
                <c:pt idx="4860">
                  <c:v>15.57</c:v>
                </c:pt>
                <c:pt idx="4861">
                  <c:v>28.551874999999999</c:v>
                </c:pt>
                <c:pt idx="4862">
                  <c:v>4.6732500000000003</c:v>
                </c:pt>
                <c:pt idx="4863">
                  <c:v>12.984375</c:v>
                </c:pt>
                <c:pt idx="4864">
                  <c:v>22.852499999999999</c:v>
                </c:pt>
                <c:pt idx="4865">
                  <c:v>19.212250000000001</c:v>
                </c:pt>
                <c:pt idx="4866">
                  <c:v>35.819625000000002</c:v>
                </c:pt>
                <c:pt idx="4867">
                  <c:v>5.1924999999999999</c:v>
                </c:pt>
                <c:pt idx="4868">
                  <c:v>10.385</c:v>
                </c:pt>
                <c:pt idx="4869">
                  <c:v>8.8293750000000006</c:v>
                </c:pt>
                <c:pt idx="4870">
                  <c:v>38.953125</c:v>
                </c:pt>
                <c:pt idx="4871">
                  <c:v>19.202999999999999</c:v>
                </c:pt>
                <c:pt idx="4872">
                  <c:v>18.683999999999997</c:v>
                </c:pt>
                <c:pt idx="4873">
                  <c:v>56.038499999999999</c:v>
                </c:pt>
                <c:pt idx="4874">
                  <c:v>16.603999999999999</c:v>
                </c:pt>
                <c:pt idx="4875">
                  <c:v>12.971875000000001</c:v>
                </c:pt>
                <c:pt idx="4876">
                  <c:v>85.573125000000005</c:v>
                </c:pt>
                <c:pt idx="4877">
                  <c:v>7.7793749999999999</c:v>
                </c:pt>
                <c:pt idx="4878">
                  <c:v>4.1500000000000004</c:v>
                </c:pt>
                <c:pt idx="4879">
                  <c:v>21.263624999999998</c:v>
                </c:pt>
                <c:pt idx="4880">
                  <c:v>10.888500000000002</c:v>
                </c:pt>
                <c:pt idx="4881">
                  <c:v>39.405999999999999</c:v>
                </c:pt>
                <c:pt idx="4882">
                  <c:v>69.946875000000006</c:v>
                </c:pt>
                <c:pt idx="4883">
                  <c:v>35.750624999999999</c:v>
                </c:pt>
                <c:pt idx="4884">
                  <c:v>23.31</c:v>
                </c:pt>
                <c:pt idx="4885">
                  <c:v>54.907999999999987</c:v>
                </c:pt>
                <c:pt idx="4886">
                  <c:v>24.346</c:v>
                </c:pt>
                <c:pt idx="4887">
                  <c:v>14.503999999999998</c:v>
                </c:pt>
                <c:pt idx="4888">
                  <c:v>9.3239999999999998</c:v>
                </c:pt>
                <c:pt idx="4889">
                  <c:v>22.7865</c:v>
                </c:pt>
                <c:pt idx="4890">
                  <c:v>28.994</c:v>
                </c:pt>
                <c:pt idx="4891">
                  <c:v>54.907999999999987</c:v>
                </c:pt>
                <c:pt idx="4892">
                  <c:v>35.759250000000002</c:v>
                </c:pt>
                <c:pt idx="4893">
                  <c:v>21.258500000000002</c:v>
                </c:pt>
                <c:pt idx="4894">
                  <c:v>25.406500000000001</c:v>
                </c:pt>
                <c:pt idx="4895">
                  <c:v>3.6295000000000002</c:v>
                </c:pt>
                <c:pt idx="4896">
                  <c:v>26.4435</c:v>
                </c:pt>
                <c:pt idx="4897">
                  <c:v>10.885874999999997</c:v>
                </c:pt>
                <c:pt idx="4898">
                  <c:v>5.1837499999999999</c:v>
                </c:pt>
                <c:pt idx="4899">
                  <c:v>2.0739999999999998</c:v>
                </c:pt>
                <c:pt idx="4900">
                  <c:v>1.0367500000000001</c:v>
                </c:pt>
                <c:pt idx="4901">
                  <c:v>0.51849999999999996</c:v>
                </c:pt>
                <c:pt idx="4902">
                  <c:v>31.094999999999999</c:v>
                </c:pt>
                <c:pt idx="4903">
                  <c:v>13.992749999999999</c:v>
                </c:pt>
                <c:pt idx="4904">
                  <c:v>16.069624999999998</c:v>
                </c:pt>
                <c:pt idx="4905">
                  <c:v>6.7356249999999998</c:v>
                </c:pt>
                <c:pt idx="4906">
                  <c:v>64.71875</c:v>
                </c:pt>
                <c:pt idx="4907">
                  <c:v>26.405249999999999</c:v>
                </c:pt>
                <c:pt idx="4908">
                  <c:v>43.512</c:v>
                </c:pt>
                <c:pt idx="4909">
                  <c:v>41.43</c:v>
                </c:pt>
                <c:pt idx="4910">
                  <c:v>11.913999999999998</c:v>
                </c:pt>
                <c:pt idx="4911">
                  <c:v>8.2899999999999991</c:v>
                </c:pt>
                <c:pt idx="4912">
                  <c:v>20.715</c:v>
                </c:pt>
                <c:pt idx="4913">
                  <c:v>48.692</c:v>
                </c:pt>
                <c:pt idx="4914">
                  <c:v>16.576000000000001</c:v>
                </c:pt>
                <c:pt idx="4915">
                  <c:v>11.905375000000003</c:v>
                </c:pt>
                <c:pt idx="4916">
                  <c:v>160.42500000000001</c:v>
                </c:pt>
                <c:pt idx="4917">
                  <c:v>42.97325</c:v>
                </c:pt>
                <c:pt idx="4918">
                  <c:v>18.63</c:v>
                </c:pt>
                <c:pt idx="4919">
                  <c:v>18.112500000000001</c:v>
                </c:pt>
                <c:pt idx="4920">
                  <c:v>21.734999999999999</c:v>
                </c:pt>
                <c:pt idx="4921">
                  <c:v>17.594999999999999</c:v>
                </c:pt>
                <c:pt idx="4922">
                  <c:v>49.667999999999992</c:v>
                </c:pt>
                <c:pt idx="4923">
                  <c:v>35.181499999999993</c:v>
                </c:pt>
                <c:pt idx="4924">
                  <c:v>34.672499999999999</c:v>
                </c:pt>
                <c:pt idx="4925">
                  <c:v>22.77</c:v>
                </c:pt>
                <c:pt idx="4926">
                  <c:v>11.9025</c:v>
                </c:pt>
                <c:pt idx="4927">
                  <c:v>16.564</c:v>
                </c:pt>
                <c:pt idx="4928">
                  <c:v>35.198500000000003</c:v>
                </c:pt>
                <c:pt idx="4929">
                  <c:v>18.12125</c:v>
                </c:pt>
                <c:pt idx="4930">
                  <c:v>11.913999999999998</c:v>
                </c:pt>
                <c:pt idx="4931">
                  <c:v>37.295999999999999</c:v>
                </c:pt>
                <c:pt idx="4932">
                  <c:v>16.058</c:v>
                </c:pt>
                <c:pt idx="4933">
                  <c:v>6.734</c:v>
                </c:pt>
                <c:pt idx="4934">
                  <c:v>67.825249999999997</c:v>
                </c:pt>
                <c:pt idx="4935">
                  <c:v>31.575125000000003</c:v>
                </c:pt>
                <c:pt idx="4936">
                  <c:v>13.464750000000002</c:v>
                </c:pt>
                <c:pt idx="4937">
                  <c:v>1.553625</c:v>
                </c:pt>
                <c:pt idx="4938">
                  <c:v>19.67925</c:v>
                </c:pt>
                <c:pt idx="4939">
                  <c:v>6.2145000000000001</c:v>
                </c:pt>
                <c:pt idx="4940">
                  <c:v>29.533124999999998</c:v>
                </c:pt>
                <c:pt idx="4941">
                  <c:v>22.803000000000001</c:v>
                </c:pt>
                <c:pt idx="4942">
                  <c:v>16.065750000000001</c:v>
                </c:pt>
                <c:pt idx="4943">
                  <c:v>12.946875</c:v>
                </c:pt>
                <c:pt idx="4944">
                  <c:v>3.1079999999999992</c:v>
                </c:pt>
                <c:pt idx="4945">
                  <c:v>2.59</c:v>
                </c:pt>
                <c:pt idx="4946">
                  <c:v>31.597999999999995</c:v>
                </c:pt>
                <c:pt idx="4947">
                  <c:v>18.13</c:v>
                </c:pt>
                <c:pt idx="4948">
                  <c:v>7.2519999999999989</c:v>
                </c:pt>
                <c:pt idx="4949">
                  <c:v>16.061875000000001</c:v>
                </c:pt>
                <c:pt idx="4950">
                  <c:v>19.156749999999999</c:v>
                </c:pt>
                <c:pt idx="4951">
                  <c:v>2.5887500000000001</c:v>
                </c:pt>
                <c:pt idx="4952">
                  <c:v>19.156749999999999</c:v>
                </c:pt>
                <c:pt idx="4953">
                  <c:v>0.517625</c:v>
                </c:pt>
                <c:pt idx="4954">
                  <c:v>5.6938750000000002</c:v>
                </c:pt>
                <c:pt idx="4955">
                  <c:v>23.287500000000001</c:v>
                </c:pt>
                <c:pt idx="4956">
                  <c:v>28.455625000000001</c:v>
                </c:pt>
                <c:pt idx="4957">
                  <c:v>15.52125</c:v>
                </c:pt>
                <c:pt idx="4958">
                  <c:v>#N/A</c:v>
                </c:pt>
                <c:pt idx="4959">
                  <c:v>#N/A</c:v>
                </c:pt>
                <c:pt idx="4960">
                  <c:v>83.774249999999995</c:v>
                </c:pt>
                <c:pt idx="4961">
                  <c:v>23.793500000000002</c:v>
                </c:pt>
                <c:pt idx="4962">
                  <c:v>25.856249999999999</c:v>
                </c:pt>
                <c:pt idx="4963">
                  <c:v>48.115875000000003</c:v>
                </c:pt>
                <c:pt idx="4964">
                  <c:v>18.112500000000001</c:v>
                </c:pt>
                <c:pt idx="4965">
                  <c:v>60.547499999999999</c:v>
                </c:pt>
                <c:pt idx="4966">
                  <c:v>13.9725</c:v>
                </c:pt>
                <c:pt idx="4967">
                  <c:v>4.141</c:v>
                </c:pt>
                <c:pt idx="4968">
                  <c:v>17.085750000000001</c:v>
                </c:pt>
                <c:pt idx="4969">
                  <c:v>9.8301249999999989</c:v>
                </c:pt>
                <c:pt idx="4970">
                  <c:v>11.9025</c:v>
                </c:pt>
                <c:pt idx="4971">
                  <c:v>20.177624999999999</c:v>
                </c:pt>
                <c:pt idx="4972">
                  <c:v>#N/A</c:v>
                </c:pt>
                <c:pt idx="4973">
                  <c:v>#N/A</c:v>
                </c:pt>
                <c:pt idx="4974">
                  <c:v>22.24175</c:v>
                </c:pt>
                <c:pt idx="4975">
                  <c:v>8.7932500000000005</c:v>
                </c:pt>
                <c:pt idx="4976">
                  <c:v>14.996625</c:v>
                </c:pt>
                <c:pt idx="4977">
                  <c:v>8.7911249999999992</c:v>
                </c:pt>
                <c:pt idx="4978">
                  <c:v>14.483000000000001</c:v>
                </c:pt>
                <c:pt idx="4979">
                  <c:v>15.5175</c:v>
                </c:pt>
                <c:pt idx="4980">
                  <c:v>11.893875</c:v>
                </c:pt>
                <c:pt idx="4981">
                  <c:v>11.893875</c:v>
                </c:pt>
                <c:pt idx="4982">
                  <c:v>2.5856249999999998</c:v>
                </c:pt>
                <c:pt idx="4983">
                  <c:v>44.462000000000003</c:v>
                </c:pt>
                <c:pt idx="4984">
                  <c:v>9.3059999999999992</c:v>
                </c:pt>
                <c:pt idx="4985">
                  <c:v>25.862500000000001</c:v>
                </c:pt>
                <c:pt idx="4986">
                  <c:v>13.448500000000003</c:v>
                </c:pt>
                <c:pt idx="4987">
                  <c:v>21.729749999999999</c:v>
                </c:pt>
                <c:pt idx="4988">
                  <c:v>#N/A</c:v>
                </c:pt>
                <c:pt idx="4989">
                  <c:v>#N/A</c:v>
                </c:pt>
                <c:pt idx="4990">
                  <c:v>5.1712499999999997</c:v>
                </c:pt>
                <c:pt idx="4991">
                  <c:v>7.7549999999999999</c:v>
                </c:pt>
                <c:pt idx="4992">
                  <c:v>40.316249999999997</c:v>
                </c:pt>
                <c:pt idx="4993">
                  <c:v>85.759749999999997</c:v>
                </c:pt>
                <c:pt idx="4994">
                  <c:v>43.39650000000001</c:v>
                </c:pt>
                <c:pt idx="4995">
                  <c:v>31.506499999999999</c:v>
                </c:pt>
                <c:pt idx="4996">
                  <c:v>46.473750000000003</c:v>
                </c:pt>
                <c:pt idx="4997">
                  <c:v>18.073125000000001</c:v>
                </c:pt>
                <c:pt idx="4998">
                  <c:v>12.396000000000001</c:v>
                </c:pt>
                <c:pt idx="4999">
                  <c:v>9.8111250000000005</c:v>
                </c:pt>
                <c:pt idx="5000">
                  <c:v>22.715</c:v>
                </c:pt>
                <c:pt idx="5001">
                  <c:v>94.473749999999995</c:v>
                </c:pt>
                <c:pt idx="5002">
                  <c:v>22.709499999999998</c:v>
                </c:pt>
                <c:pt idx="5003">
                  <c:v>27.354624999999995</c:v>
                </c:pt>
                <c:pt idx="5004">
                  <c:v>12.903124999999999</c:v>
                </c:pt>
                <c:pt idx="5005">
                  <c:v>79.960624999999993</c:v>
                </c:pt>
                <c:pt idx="5006">
                  <c:v>35.079500000000003</c:v>
                </c:pt>
                <c:pt idx="5007">
                  <c:v>20.123999999999999</c:v>
                </c:pt>
                <c:pt idx="5008">
                  <c:v>31.491250000000001</c:v>
                </c:pt>
                <c:pt idx="5009">
                  <c:v>26.328749999999999</c:v>
                </c:pt>
                <c:pt idx="5010">
                  <c:v>74.394000000000005</c:v>
                </c:pt>
                <c:pt idx="5011">
                  <c:v>38.728124999999999</c:v>
                </c:pt>
                <c:pt idx="5012">
                  <c:v>56.284875</c:v>
                </c:pt>
                <c:pt idx="5013">
                  <c:v>19.6175</c:v>
                </c:pt>
                <c:pt idx="5014">
                  <c:v>17.556750000000001</c:v>
                </c:pt>
                <c:pt idx="5015">
                  <c:v>17.552499999999998</c:v>
                </c:pt>
                <c:pt idx="5016">
                  <c:v>10.84125</c:v>
                </c:pt>
                <c:pt idx="5017">
                  <c:v>18.068750000000001</c:v>
                </c:pt>
                <c:pt idx="5018">
                  <c:v>41.816249999999997</c:v>
                </c:pt>
                <c:pt idx="5019">
                  <c:v>1.5487500000000001</c:v>
                </c:pt>
                <c:pt idx="5020">
                  <c:v>19.096625</c:v>
                </c:pt>
                <c:pt idx="5021">
                  <c:v>12.386999999999997</c:v>
                </c:pt>
                <c:pt idx="5022">
                  <c:v>10.836000000000002</c:v>
                </c:pt>
                <c:pt idx="5023">
                  <c:v>15.999874999999999</c:v>
                </c:pt>
                <c:pt idx="5024">
                  <c:v>23.736000000000001</c:v>
                </c:pt>
                <c:pt idx="5025">
                  <c:v>5.1624999999999996</c:v>
                </c:pt>
                <c:pt idx="5026">
                  <c:v>40.277250000000002</c:v>
                </c:pt>
                <c:pt idx="5027">
                  <c:v>26.335125000000005</c:v>
                </c:pt>
                <c:pt idx="5028">
                  <c:v>14.9785</c:v>
                </c:pt>
                <c:pt idx="5029">
                  <c:v>1.5491250000000003</c:v>
                </c:pt>
                <c:pt idx="5030">
                  <c:v>33.055999999999997</c:v>
                </c:pt>
                <c:pt idx="5031">
                  <c:v>19.110499999999998</c:v>
                </c:pt>
                <c:pt idx="5032">
                  <c:v>30.458749999999998</c:v>
                </c:pt>
                <c:pt idx="5033">
                  <c:v>20.133749999999999</c:v>
                </c:pt>
                <c:pt idx="5034">
                  <c:v>4.6462500000000002</c:v>
                </c:pt>
                <c:pt idx="5035">
                  <c:v>6.7112499999999997</c:v>
                </c:pt>
                <c:pt idx="5036">
                  <c:v>0.51624999999999999</c:v>
                </c:pt>
                <c:pt idx="5037">
                  <c:v>1.0322499999999999</c:v>
                </c:pt>
                <c:pt idx="5038">
                  <c:v>11.870874999999998</c:v>
                </c:pt>
                <c:pt idx="5039">
                  <c:v>13.41925</c:v>
                </c:pt>
                <c:pt idx="5040">
                  <c:v>40.238250000000001</c:v>
                </c:pt>
                <c:pt idx="5041">
                  <c:v>42.291500000000006</c:v>
                </c:pt>
                <c:pt idx="5042">
                  <c:v>9.7992500000000007</c:v>
                </c:pt>
                <c:pt idx="5043">
                  <c:v>2.578125</c:v>
                </c:pt>
                <c:pt idx="5044">
                  <c:v>177.375</c:v>
                </c:pt>
                <c:pt idx="5045">
                  <c:v>38.165500000000002</c:v>
                </c:pt>
                <c:pt idx="5046">
                  <c:v>45.375</c:v>
                </c:pt>
                <c:pt idx="5047">
                  <c:v>10.3125</c:v>
                </c:pt>
                <c:pt idx="5048">
                  <c:v>25.774999999999999</c:v>
                </c:pt>
                <c:pt idx="5049">
                  <c:v>14.4375</c:v>
                </c:pt>
                <c:pt idx="5050">
                  <c:v>33.515625</c:v>
                </c:pt>
                <c:pt idx="5051">
                  <c:v>38.15625</c:v>
                </c:pt>
                <c:pt idx="5052">
                  <c:v>#N/A</c:v>
                </c:pt>
                <c:pt idx="5053">
                  <c:v>#N/A</c:v>
                </c:pt>
                <c:pt idx="5054">
                  <c:v>8.25</c:v>
                </c:pt>
                <c:pt idx="5055">
                  <c:v>33.515625</c:v>
                </c:pt>
                <c:pt idx="5056">
                  <c:v>5.671875</c:v>
                </c:pt>
                <c:pt idx="5057">
                  <c:v>35.053999999999995</c:v>
                </c:pt>
                <c:pt idx="5058">
                  <c:v>9.7921250000000004</c:v>
                </c:pt>
                <c:pt idx="5059">
                  <c:v>39.683875000000008</c:v>
                </c:pt>
                <c:pt idx="5060">
                  <c:v>9.7897499999999997</c:v>
                </c:pt>
                <c:pt idx="5061">
                  <c:v>71.602374999999995</c:v>
                </c:pt>
                <c:pt idx="5062">
                  <c:v>48.936875000000001</c:v>
                </c:pt>
                <c:pt idx="5063">
                  <c:v>40.179750000000006</c:v>
                </c:pt>
                <c:pt idx="5064">
                  <c:v>15.4575</c:v>
                </c:pt>
                <c:pt idx="5065">
                  <c:v>7.2134999999999998</c:v>
                </c:pt>
                <c:pt idx="5066">
                  <c:v>11.853624999999999</c:v>
                </c:pt>
                <c:pt idx="5067">
                  <c:v>24.2285</c:v>
                </c:pt>
                <c:pt idx="5068">
                  <c:v>15.972749999999998</c:v>
                </c:pt>
                <c:pt idx="5069">
                  <c:v>13.904999999999999</c:v>
                </c:pt>
                <c:pt idx="5070">
                  <c:v>19.574750000000002</c:v>
                </c:pt>
                <c:pt idx="5071">
                  <c:v>113.3</c:v>
                </c:pt>
                <c:pt idx="5072">
                  <c:v>38.100749999999998</c:v>
                </c:pt>
                <c:pt idx="5073">
                  <c:v>59.710999999999999</c:v>
                </c:pt>
                <c:pt idx="5074">
                  <c:v>82.34</c:v>
                </c:pt>
                <c:pt idx="5075">
                  <c:v>136.37562500000001</c:v>
                </c:pt>
                <c:pt idx="5076">
                  <c:v>140.52675000000002</c:v>
                </c:pt>
                <c:pt idx="5077">
                  <c:v>88.515500000000003</c:v>
                </c:pt>
                <c:pt idx="5078">
                  <c:v>19.041125000000001</c:v>
                </c:pt>
                <c:pt idx="5079">
                  <c:v>27.796500000000002</c:v>
                </c:pt>
                <c:pt idx="5080">
                  <c:v>52.491750000000003</c:v>
                </c:pt>
                <c:pt idx="5081">
                  <c:v>43.207500000000003</c:v>
                </c:pt>
                <c:pt idx="5082">
                  <c:v>4.6282500000000004</c:v>
                </c:pt>
                <c:pt idx="5083">
                  <c:v>76.604625000000013</c:v>
                </c:pt>
                <c:pt idx="5084">
                  <c:v>22.621500000000001</c:v>
                </c:pt>
                <c:pt idx="5085">
                  <c:v>33.932250000000003</c:v>
                </c:pt>
                <c:pt idx="5086">
                  <c:v>99.177875</c:v>
                </c:pt>
                <c:pt idx="5087">
                  <c:v>71.959999999999994</c:v>
                </c:pt>
                <c:pt idx="5088">
                  <c:v>152.769375</c:v>
                </c:pt>
                <c:pt idx="5089">
                  <c:v>19.546250000000001</c:v>
                </c:pt>
                <c:pt idx="5090">
                  <c:v>31.906749999999995</c:v>
                </c:pt>
                <c:pt idx="5091">
                  <c:v>28.818999999999999</c:v>
                </c:pt>
                <c:pt idx="5092">
                  <c:v>22.134250000000002</c:v>
                </c:pt>
                <c:pt idx="5093">
                  <c:v>53.520999999999994</c:v>
                </c:pt>
                <c:pt idx="5094">
                  <c:v>13.380249999999998</c:v>
                </c:pt>
                <c:pt idx="5095">
                  <c:v>64.3125</c:v>
                </c:pt>
                <c:pt idx="5096">
                  <c:v>24.69</c:v>
                </c:pt>
                <c:pt idx="5097">
                  <c:v>19.551000000000002</c:v>
                </c:pt>
                <c:pt idx="5098">
                  <c:v>20.065500000000004</c:v>
                </c:pt>
                <c:pt idx="5099">
                  <c:v>15.438750000000001</c:v>
                </c:pt>
                <c:pt idx="5100">
                  <c:v>24.175625</c:v>
                </c:pt>
                <c:pt idx="5101">
                  <c:v>33.923999999999999</c:v>
                </c:pt>
                <c:pt idx="5102">
                  <c:v>72.491624999999999</c:v>
                </c:pt>
                <c:pt idx="5103">
                  <c:v>15.42375</c:v>
                </c:pt>
                <c:pt idx="5104">
                  <c:v>10.282500000000001</c:v>
                </c:pt>
                <c:pt idx="5105">
                  <c:v>19.018000000000001</c:v>
                </c:pt>
                <c:pt idx="5106">
                  <c:v>17.989999999999998</c:v>
                </c:pt>
                <c:pt idx="5107">
                  <c:v>19.536750000000001</c:v>
                </c:pt>
                <c:pt idx="5108">
                  <c:v>28.805</c:v>
                </c:pt>
                <c:pt idx="5109">
                  <c:v>2.0569999999999999</c:v>
                </c:pt>
                <c:pt idx="5110">
                  <c:v>31.346375000000005</c:v>
                </c:pt>
                <c:pt idx="5111">
                  <c:v>174.67500000000001</c:v>
                </c:pt>
                <c:pt idx="5112">
                  <c:v>33.393749999999997</c:v>
                </c:pt>
                <c:pt idx="5113">
                  <c:v>41.1</c:v>
                </c:pt>
                <c:pt idx="5114">
                  <c:v>24.653999999999996</c:v>
                </c:pt>
                <c:pt idx="5115">
                  <c:v>47.778750000000002</c:v>
                </c:pt>
                <c:pt idx="5116">
                  <c:v>#N/A</c:v>
                </c:pt>
                <c:pt idx="5117">
                  <c:v>#N/A</c:v>
                </c:pt>
                <c:pt idx="5118">
                  <c:v>42.6205</c:v>
                </c:pt>
                <c:pt idx="5119">
                  <c:v>34.909500000000001</c:v>
                </c:pt>
                <c:pt idx="5120">
                  <c:v>71.341750000000005</c:v>
                </c:pt>
                <c:pt idx="5121">
                  <c:v>43.626249999999999</c:v>
                </c:pt>
                <c:pt idx="5122">
                  <c:v>53.378</c:v>
                </c:pt>
                <c:pt idx="5123">
                  <c:v>57.525999999999989</c:v>
                </c:pt>
                <c:pt idx="5124">
                  <c:v>76.585999999999984</c:v>
                </c:pt>
                <c:pt idx="5125">
                  <c:v>38.054499999999997</c:v>
                </c:pt>
                <c:pt idx="5126">
                  <c:v>93.616249999999994</c:v>
                </c:pt>
                <c:pt idx="5127">
                  <c:v>69.457499999999996</c:v>
                </c:pt>
                <c:pt idx="5128">
                  <c:v>74.620625000000004</c:v>
                </c:pt>
                <c:pt idx="5129">
                  <c:v>18.0075</c:v>
                </c:pt>
                <c:pt idx="5130">
                  <c:v>39.616500000000002</c:v>
                </c:pt>
                <c:pt idx="5131">
                  <c:v>68.942999999999998</c:v>
                </c:pt>
                <c:pt idx="5132">
                  <c:v>144.750125</c:v>
                </c:pt>
                <c:pt idx="5133">
                  <c:v>77.765000000000001</c:v>
                </c:pt>
                <c:pt idx="5134">
                  <c:v>77.783875000000009</c:v>
                </c:pt>
                <c:pt idx="5135">
                  <c:v>71.637125000000012</c:v>
                </c:pt>
                <c:pt idx="5136">
                  <c:v>62.845250000000007</c:v>
                </c:pt>
                <c:pt idx="5137">
                  <c:v>21.635249999999999</c:v>
                </c:pt>
                <c:pt idx="5138">
                  <c:v>52.04025</c:v>
                </c:pt>
                <c:pt idx="5139">
                  <c:v>22.155750000000001</c:v>
                </c:pt>
                <c:pt idx="5140">
                  <c:v>64.952999999999989</c:v>
                </c:pt>
                <c:pt idx="5141">
                  <c:v>36.609375</c:v>
                </c:pt>
                <c:pt idx="5142">
                  <c:v>44.859375</c:v>
                </c:pt>
                <c:pt idx="5143">
                  <c:v>42.765749999999997</c:v>
                </c:pt>
                <c:pt idx="5144">
                  <c:v>22.155750000000001</c:v>
                </c:pt>
                <c:pt idx="5145">
                  <c:v>26.265000000000001</c:v>
                </c:pt>
                <c:pt idx="5146">
                  <c:v>57.178875000000012</c:v>
                </c:pt>
                <c:pt idx="5147">
                  <c:v>43.249499999999998</c:v>
                </c:pt>
                <c:pt idx="5148">
                  <c:v>27.288374999999995</c:v>
                </c:pt>
                <c:pt idx="5149">
                  <c:v>32.975999999999999</c:v>
                </c:pt>
                <c:pt idx="5150">
                  <c:v>15.968875000000001</c:v>
                </c:pt>
                <c:pt idx="5151">
                  <c:v>14.94225</c:v>
                </c:pt>
                <c:pt idx="5152">
                  <c:v>20.605</c:v>
                </c:pt>
                <c:pt idx="5153">
                  <c:v>22.161124999999998</c:v>
                </c:pt>
                <c:pt idx="5154">
                  <c:v>17.007375</c:v>
                </c:pt>
                <c:pt idx="5155">
                  <c:v>11.33825</c:v>
                </c:pt>
                <c:pt idx="5156">
                  <c:v>10.822875000000002</c:v>
                </c:pt>
                <c:pt idx="5157">
                  <c:v>23.712999999999994</c:v>
                </c:pt>
                <c:pt idx="5158">
                  <c:v>#N/A</c:v>
                </c:pt>
                <c:pt idx="5159">
                  <c:v>#N/A</c:v>
                </c:pt>
                <c:pt idx="5160">
                  <c:v>32.476499999999994</c:v>
                </c:pt>
                <c:pt idx="5161">
                  <c:v>45.835000000000001</c:v>
                </c:pt>
                <c:pt idx="5162">
                  <c:v>9.7873750000000008</c:v>
                </c:pt>
                <c:pt idx="5163">
                  <c:v>24.204999999999998</c:v>
                </c:pt>
                <c:pt idx="5164">
                  <c:v>52.491750000000003</c:v>
                </c:pt>
                <c:pt idx="5165">
                  <c:v>11.842124999999998</c:v>
                </c:pt>
                <c:pt idx="5166">
                  <c:v>14.42</c:v>
                </c:pt>
                <c:pt idx="5167">
                  <c:v>1.5449999999999999</c:v>
                </c:pt>
                <c:pt idx="5168">
                  <c:v>8.2379999999999995</c:v>
                </c:pt>
                <c:pt idx="5169">
                  <c:v>7.2082499999999987</c:v>
                </c:pt>
                <c:pt idx="5170">
                  <c:v>9.7778749999999999</c:v>
                </c:pt>
                <c:pt idx="5171">
                  <c:v>36.556124999999994</c:v>
                </c:pt>
                <c:pt idx="5172">
                  <c:v>47.883375000000001</c:v>
                </c:pt>
                <c:pt idx="5173">
                  <c:v>43.753749999999997</c:v>
                </c:pt>
                <c:pt idx="5174">
                  <c:v>#N/A</c:v>
                </c:pt>
                <c:pt idx="5175">
                  <c:v>#N/A</c:v>
                </c:pt>
                <c:pt idx="5176">
                  <c:v>44.29</c:v>
                </c:pt>
                <c:pt idx="5177">
                  <c:v>#N/A</c:v>
                </c:pt>
                <c:pt idx="5178">
                  <c:v>#N/A</c:v>
                </c:pt>
                <c:pt idx="5179">
                  <c:v>19.579499999999999</c:v>
                </c:pt>
                <c:pt idx="5180">
                  <c:v>45.308999999999997</c:v>
                </c:pt>
                <c:pt idx="5181">
                  <c:v>25.234999999999999</c:v>
                </c:pt>
                <c:pt idx="5182">
                  <c:v>#N/A</c:v>
                </c:pt>
                <c:pt idx="5183">
                  <c:v>#N/A</c:v>
                </c:pt>
                <c:pt idx="5184">
                  <c:v>33.475000000000001</c:v>
                </c:pt>
                <c:pt idx="5185">
                  <c:v>6.1784999999999988</c:v>
                </c:pt>
                <c:pt idx="5186">
                  <c:v>73.573499999999996</c:v>
                </c:pt>
                <c:pt idx="5187">
                  <c:v>6.6917500000000008</c:v>
                </c:pt>
                <c:pt idx="5188">
                  <c:v>12.865625</c:v>
                </c:pt>
                <c:pt idx="5189">
                  <c:v>#N/A</c:v>
                </c:pt>
                <c:pt idx="5190">
                  <c:v>#N/A</c:v>
                </c:pt>
                <c:pt idx="5191">
                  <c:v>7.7212500000000004</c:v>
                </c:pt>
                <c:pt idx="5192">
                  <c:v>9.2632499999999993</c:v>
                </c:pt>
                <c:pt idx="5193">
                  <c:v>8.234</c:v>
                </c:pt>
                <c:pt idx="5194">
                  <c:v>58.610250000000008</c:v>
                </c:pt>
                <c:pt idx="5195">
                  <c:v>55.02474999999999</c:v>
                </c:pt>
                <c:pt idx="5196">
                  <c:v>19.536750000000001</c:v>
                </c:pt>
                <c:pt idx="5197">
                  <c:v>87.38</c:v>
                </c:pt>
                <c:pt idx="5198">
                  <c:v>22.096625</c:v>
                </c:pt>
                <c:pt idx="5199">
                  <c:v>54.457500000000003</c:v>
                </c:pt>
                <c:pt idx="5200">
                  <c:v>25.173749999999998</c:v>
                </c:pt>
                <c:pt idx="5201">
                  <c:v>57.567999999999998</c:v>
                </c:pt>
                <c:pt idx="5202">
                  <c:v>28.27</c:v>
                </c:pt>
                <c:pt idx="5203">
                  <c:v>18.499500000000001</c:v>
                </c:pt>
                <c:pt idx="5204">
                  <c:v>15.937875000000002</c:v>
                </c:pt>
                <c:pt idx="5205">
                  <c:v>4.6282500000000004</c:v>
                </c:pt>
                <c:pt idx="5206">
                  <c:v>16.452000000000002</c:v>
                </c:pt>
                <c:pt idx="5207">
                  <c:v>23.141249999999999</c:v>
                </c:pt>
                <c:pt idx="5208">
                  <c:v>12.856249999999999</c:v>
                </c:pt>
                <c:pt idx="5209">
                  <c:v>16.46</c:v>
                </c:pt>
                <c:pt idx="5210">
                  <c:v>8.7465000000000011</c:v>
                </c:pt>
                <c:pt idx="5211">
                  <c:v>14.920500000000002</c:v>
                </c:pt>
                <c:pt idx="5212">
                  <c:v>20.070374999999999</c:v>
                </c:pt>
                <c:pt idx="5213">
                  <c:v>24.199124999999999</c:v>
                </c:pt>
                <c:pt idx="5214">
                  <c:v>21.114999999999998</c:v>
                </c:pt>
                <c:pt idx="5215">
                  <c:v>5.1487499999999997</c:v>
                </c:pt>
                <c:pt idx="5216">
                  <c:v>6.1784999999999988</c:v>
                </c:pt>
                <c:pt idx="5217">
                  <c:v>1.0297499999999999</c:v>
                </c:pt>
                <c:pt idx="5218">
                  <c:v>2.06</c:v>
                </c:pt>
                <c:pt idx="5219">
                  <c:v>46.293750000000003</c:v>
                </c:pt>
                <c:pt idx="5220">
                  <c:v>85.984125000000006</c:v>
                </c:pt>
                <c:pt idx="5221">
                  <c:v>64.89</c:v>
                </c:pt>
                <c:pt idx="5222">
                  <c:v>36.015000000000001</c:v>
                </c:pt>
                <c:pt idx="5223">
                  <c:v>21.094500000000004</c:v>
                </c:pt>
                <c:pt idx="5224">
                  <c:v>17.48875</c:v>
                </c:pt>
                <c:pt idx="5225">
                  <c:v>25.204374999999999</c:v>
                </c:pt>
                <c:pt idx="5226">
                  <c:v>44.772374999999997</c:v>
                </c:pt>
                <c:pt idx="5227">
                  <c:v>0.514625</c:v>
                </c:pt>
                <c:pt idx="5228">
                  <c:v>25.737500000000001</c:v>
                </c:pt>
                <c:pt idx="5229">
                  <c:v>18.535499999999999</c:v>
                </c:pt>
                <c:pt idx="5230">
                  <c:v>13.904999999999999</c:v>
                </c:pt>
                <c:pt idx="5231">
                  <c:v>120.62699999999998</c:v>
                </c:pt>
                <c:pt idx="5232">
                  <c:v>48.445250000000009</c:v>
                </c:pt>
                <c:pt idx="5233">
                  <c:v>79.4255</c:v>
                </c:pt>
                <c:pt idx="5234">
                  <c:v>23.197500000000002</c:v>
                </c:pt>
                <c:pt idx="5235">
                  <c:v>19.59375</c:v>
                </c:pt>
                <c:pt idx="5236">
                  <c:v>27.334750000000003</c:v>
                </c:pt>
                <c:pt idx="5237">
                  <c:v>40.754125000000002</c:v>
                </c:pt>
                <c:pt idx="5238">
                  <c:v>53.650999999999989</c:v>
                </c:pt>
                <c:pt idx="5239">
                  <c:v>41.25</c:v>
                </c:pt>
                <c:pt idx="5240">
                  <c:v>64.96875</c:v>
                </c:pt>
                <c:pt idx="5241">
                  <c:v>46.933250000000001</c:v>
                </c:pt>
                <c:pt idx="5242">
                  <c:v>3.0952500000000001</c:v>
                </c:pt>
                <c:pt idx="5243">
                  <c:v>76.405000000000001</c:v>
                </c:pt>
                <c:pt idx="5244">
                  <c:v>66.564000000000007</c:v>
                </c:pt>
                <c:pt idx="5245">
                  <c:v>48.515749999999997</c:v>
                </c:pt>
                <c:pt idx="5246">
                  <c:v>53.160874999999997</c:v>
                </c:pt>
                <c:pt idx="5247">
                  <c:v>31.475999999999999</c:v>
                </c:pt>
                <c:pt idx="5248">
                  <c:v>12.896875</c:v>
                </c:pt>
                <c:pt idx="5249">
                  <c:v>70.657750000000007</c:v>
                </c:pt>
                <c:pt idx="5250">
                  <c:v>75.317750000000004</c:v>
                </c:pt>
                <c:pt idx="5251">
                  <c:v>21.145750000000003</c:v>
                </c:pt>
                <c:pt idx="5252">
                  <c:v>25.78125</c:v>
                </c:pt>
                <c:pt idx="5253">
                  <c:v>63.875500000000002</c:v>
                </c:pt>
                <c:pt idx="5254">
                  <c:v>84.521500000000003</c:v>
                </c:pt>
                <c:pt idx="5255">
                  <c:v>24.222625000000004</c:v>
                </c:pt>
                <c:pt idx="5256">
                  <c:v>53.109375</c:v>
                </c:pt>
                <c:pt idx="5257">
                  <c:v>14.953125</c:v>
                </c:pt>
                <c:pt idx="5258">
                  <c:v>12.893750000000001</c:v>
                </c:pt>
                <c:pt idx="5259">
                  <c:v>23.730250000000002</c:v>
                </c:pt>
                <c:pt idx="5260">
                  <c:v>21.140625</c:v>
                </c:pt>
                <c:pt idx="5261">
                  <c:v>9.796875</c:v>
                </c:pt>
                <c:pt idx="5262">
                  <c:v>21.645750000000003</c:v>
                </c:pt>
                <c:pt idx="5263">
                  <c:v>20.104499999999998</c:v>
                </c:pt>
                <c:pt idx="5264">
                  <c:v>5.15625</c:v>
                </c:pt>
                <c:pt idx="5265">
                  <c:v>9.28125</c:v>
                </c:pt>
                <c:pt idx="5266">
                  <c:v>41.785874999999997</c:v>
                </c:pt>
                <c:pt idx="5267">
                  <c:v>47.4375</c:v>
                </c:pt>
                <c:pt idx="5268">
                  <c:v>9.796875</c:v>
                </c:pt>
                <c:pt idx="5269">
                  <c:v>21.65625</c:v>
                </c:pt>
                <c:pt idx="5270">
                  <c:v>45.396999999999998</c:v>
                </c:pt>
                <c:pt idx="5271">
                  <c:v>20.635000000000002</c:v>
                </c:pt>
                <c:pt idx="5272">
                  <c:v>14.964</c:v>
                </c:pt>
                <c:pt idx="5273">
                  <c:v>23.225625000000001</c:v>
                </c:pt>
                <c:pt idx="5274">
                  <c:v>41.29</c:v>
                </c:pt>
                <c:pt idx="5275">
                  <c:v>91.914749999999998</c:v>
                </c:pt>
                <c:pt idx="5276">
                  <c:v>39.244500000000002</c:v>
                </c:pt>
                <c:pt idx="5277">
                  <c:v>61.478375000000007</c:v>
                </c:pt>
                <c:pt idx="5278">
                  <c:v>22.7315</c:v>
                </c:pt>
                <c:pt idx="5279">
                  <c:v>30.473500000000001</c:v>
                </c:pt>
                <c:pt idx="5280">
                  <c:v>18.589500000000001</c:v>
                </c:pt>
                <c:pt idx="5281">
                  <c:v>28.393750000000001</c:v>
                </c:pt>
                <c:pt idx="5282">
                  <c:v>25.296250000000001</c:v>
                </c:pt>
                <c:pt idx="5283">
                  <c:v>12.9</c:v>
                </c:pt>
                <c:pt idx="5284">
                  <c:v>24.257874999999999</c:v>
                </c:pt>
                <c:pt idx="5285">
                  <c:v>9.8040000000000003</c:v>
                </c:pt>
                <c:pt idx="5286">
                  <c:v>14.451499999999998</c:v>
                </c:pt>
                <c:pt idx="5287">
                  <c:v>10.32</c:v>
                </c:pt>
                <c:pt idx="5288">
                  <c:v>#N/A</c:v>
                </c:pt>
                <c:pt idx="5289">
                  <c:v>#N/A</c:v>
                </c:pt>
                <c:pt idx="5290">
                  <c:v>18.585000000000001</c:v>
                </c:pt>
                <c:pt idx="5291">
                  <c:v>10.327500000000001</c:v>
                </c:pt>
                <c:pt idx="5292">
                  <c:v>3.6146250000000006</c:v>
                </c:pt>
                <c:pt idx="5293">
                  <c:v>24.786000000000005</c:v>
                </c:pt>
                <c:pt idx="5294">
                  <c:v>17.036249999999999</c:v>
                </c:pt>
                <c:pt idx="5295">
                  <c:v>21.687750000000001</c:v>
                </c:pt>
                <c:pt idx="5296">
                  <c:v>32.022999999999996</c:v>
                </c:pt>
                <c:pt idx="5297">
                  <c:v>25.824999999999999</c:v>
                </c:pt>
                <c:pt idx="5298">
                  <c:v>10.33</c:v>
                </c:pt>
                <c:pt idx="5299">
                  <c:v>17.556750000000001</c:v>
                </c:pt>
                <c:pt idx="5300">
                  <c:v>2.0655000000000001</c:v>
                </c:pt>
                <c:pt idx="5301">
                  <c:v>10.3325</c:v>
                </c:pt>
                <c:pt idx="5302">
                  <c:v>10.3325</c:v>
                </c:pt>
                <c:pt idx="5303">
                  <c:v>12.909375000000001</c:v>
                </c:pt>
                <c:pt idx="5304">
                  <c:v>34.588749999999997</c:v>
                </c:pt>
                <c:pt idx="5305">
                  <c:v>16.512</c:v>
                </c:pt>
                <c:pt idx="5306">
                  <c:v>36.644874999999992</c:v>
                </c:pt>
                <c:pt idx="5307">
                  <c:v>37.142999999999994</c:v>
                </c:pt>
                <c:pt idx="5308">
                  <c:v>30.443999999999999</c:v>
                </c:pt>
                <c:pt idx="5309">
                  <c:v>22.693000000000001</c:v>
                </c:pt>
                <c:pt idx="5310">
                  <c:v>44.375999999999998</c:v>
                </c:pt>
                <c:pt idx="5311">
                  <c:v>11.868</c:v>
                </c:pt>
                <c:pt idx="5312">
                  <c:v>32.015250000000002</c:v>
                </c:pt>
                <c:pt idx="5313">
                  <c:v>32.015250000000002</c:v>
                </c:pt>
                <c:pt idx="5314">
                  <c:v>7.7456250000000004</c:v>
                </c:pt>
                <c:pt idx="5315">
                  <c:v>6.1965000000000012</c:v>
                </c:pt>
                <c:pt idx="5316">
                  <c:v>10.33</c:v>
                </c:pt>
                <c:pt idx="5317">
                  <c:v>38.746875000000003</c:v>
                </c:pt>
                <c:pt idx="5318">
                  <c:v>10.3325</c:v>
                </c:pt>
                <c:pt idx="5319">
                  <c:v>33.04</c:v>
                </c:pt>
                <c:pt idx="5320">
                  <c:v>12.393000000000002</c:v>
                </c:pt>
                <c:pt idx="5321">
                  <c:v>21.698250000000005</c:v>
                </c:pt>
                <c:pt idx="5322">
                  <c:v>22.209499999999998</c:v>
                </c:pt>
                <c:pt idx="5323">
                  <c:v>6.1980000000000004</c:v>
                </c:pt>
                <c:pt idx="5324">
                  <c:v>37.197000000000003</c:v>
                </c:pt>
                <c:pt idx="5325">
                  <c:v>13.948874999999999</c:v>
                </c:pt>
                <c:pt idx="5326">
                  <c:v>#N/A</c:v>
                </c:pt>
                <c:pt idx="5327">
                  <c:v>#N/A</c:v>
                </c:pt>
                <c:pt idx="5328">
                  <c:v>7.2327500000000002</c:v>
                </c:pt>
                <c:pt idx="5329">
                  <c:v>8.7805</c:v>
                </c:pt>
                <c:pt idx="5330">
                  <c:v>#N/A</c:v>
                </c:pt>
                <c:pt idx="5331">
                  <c:v>#N/A</c:v>
                </c:pt>
                <c:pt idx="5332">
                  <c:v>#N/A</c:v>
                </c:pt>
                <c:pt idx="5333">
                  <c:v>#N/A</c:v>
                </c:pt>
                <c:pt idx="5334">
                  <c:v>#N/A</c:v>
                </c:pt>
                <c:pt idx="5335">
                  <c:v>95.714375000000004</c:v>
                </c:pt>
                <c:pt idx="5336">
                  <c:v>32.069500000000005</c:v>
                </c:pt>
                <c:pt idx="5337">
                  <c:v>21.207249999999998</c:v>
                </c:pt>
                <c:pt idx="5338">
                  <c:v>78.640999999999991</c:v>
                </c:pt>
                <c:pt idx="5339">
                  <c:v>26.386124999999996</c:v>
                </c:pt>
                <c:pt idx="5340">
                  <c:v>15.003874999999997</c:v>
                </c:pt>
                <c:pt idx="5341">
                  <c:v>67.710624999999993</c:v>
                </c:pt>
                <c:pt idx="5342">
                  <c:v>73.895250000000004</c:v>
                </c:pt>
                <c:pt idx="5343">
                  <c:v>18.607500000000002</c:v>
                </c:pt>
                <c:pt idx="5344">
                  <c:v>12.404999999999999</c:v>
                </c:pt>
                <c:pt idx="5345">
                  <c:v>71.380499999999998</c:v>
                </c:pt>
                <c:pt idx="5346">
                  <c:v>91.553250000000006</c:v>
                </c:pt>
                <c:pt idx="5347">
                  <c:v>22.753499999999999</c:v>
                </c:pt>
                <c:pt idx="5348">
                  <c:v>37.250999999999998</c:v>
                </c:pt>
                <c:pt idx="5349">
                  <c:v>32.586750000000002</c:v>
                </c:pt>
                <c:pt idx="5350">
                  <c:v>21.212374999999998</c:v>
                </c:pt>
                <c:pt idx="5351">
                  <c:v>7.2450000000000001</c:v>
                </c:pt>
                <c:pt idx="5352">
                  <c:v>38.295000000000002</c:v>
                </c:pt>
                <c:pt idx="5353">
                  <c:v>20.69</c:v>
                </c:pt>
                <c:pt idx="5354">
                  <c:v>28.428125000000001</c:v>
                </c:pt>
                <c:pt idx="5355">
                  <c:v>9.8206249999999997</c:v>
                </c:pt>
                <c:pt idx="5356">
                  <c:v>7.2362500000000001</c:v>
                </c:pt>
                <c:pt idx="5357">
                  <c:v>38.765625</c:v>
                </c:pt>
                <c:pt idx="5358">
                  <c:v>17.569499999999998</c:v>
                </c:pt>
                <c:pt idx="5359">
                  <c:v>10.854374999999999</c:v>
                </c:pt>
                <c:pt idx="5360">
                  <c:v>7.2344999999999988</c:v>
                </c:pt>
                <c:pt idx="5361">
                  <c:v>25.326875000000001</c:v>
                </c:pt>
                <c:pt idx="5362">
                  <c:v>33.596874999999997</c:v>
                </c:pt>
                <c:pt idx="5363">
                  <c:v>#N/A</c:v>
                </c:pt>
                <c:pt idx="5364">
                  <c:v>#N/A</c:v>
                </c:pt>
                <c:pt idx="5365">
                  <c:v>9.3015000000000008</c:v>
                </c:pt>
                <c:pt idx="5366">
                  <c:v>26.3415</c:v>
                </c:pt>
                <c:pt idx="5367">
                  <c:v>23.764749999999999</c:v>
                </c:pt>
                <c:pt idx="5368">
                  <c:v>13.952249999999999</c:v>
                </c:pt>
                <c:pt idx="5369">
                  <c:v>1.0335000000000001</c:v>
                </c:pt>
                <c:pt idx="5370">
                  <c:v>52.229624999999999</c:v>
                </c:pt>
                <c:pt idx="5371">
                  <c:v>48.58625</c:v>
                </c:pt>
                <c:pt idx="5372">
                  <c:v>29.971499999999995</c:v>
                </c:pt>
                <c:pt idx="5373">
                  <c:v>1.5502499999999997</c:v>
                </c:pt>
                <c:pt idx="5374">
                  <c:v>7.2327500000000002</c:v>
                </c:pt>
                <c:pt idx="5375">
                  <c:v>6.7161250000000008</c:v>
                </c:pt>
                <c:pt idx="5376">
                  <c:v>11.363</c:v>
                </c:pt>
                <c:pt idx="5377">
                  <c:v>18.593999999999998</c:v>
                </c:pt>
                <c:pt idx="5378">
                  <c:v>51.612499999999997</c:v>
                </c:pt>
                <c:pt idx="5379">
                  <c:v>62.982500000000002</c:v>
                </c:pt>
                <c:pt idx="5380">
                  <c:v>55.755000000000003</c:v>
                </c:pt>
                <c:pt idx="5381">
                  <c:v>19.622250000000001</c:v>
                </c:pt>
                <c:pt idx="5382">
                  <c:v>34.605499999999992</c:v>
                </c:pt>
                <c:pt idx="5383">
                  <c:v>27.904499999999999</c:v>
                </c:pt>
                <c:pt idx="5384">
                  <c:v>9.8134999999999994</c:v>
                </c:pt>
                <c:pt idx="5385">
                  <c:v>24.275499999999994</c:v>
                </c:pt>
                <c:pt idx="5386">
                  <c:v>10.849125000000003</c:v>
                </c:pt>
                <c:pt idx="5387">
                  <c:v>18.08625</c:v>
                </c:pt>
                <c:pt idx="5388">
                  <c:v>5.6814999999999998</c:v>
                </c:pt>
                <c:pt idx="5389">
                  <c:v>47.494999999999997</c:v>
                </c:pt>
                <c:pt idx="5390">
                  <c:v>34.580374999999997</c:v>
                </c:pt>
                <c:pt idx="5391">
                  <c:v>14.451499999999998</c:v>
                </c:pt>
                <c:pt idx="5392">
                  <c:v>9.288000000000002</c:v>
                </c:pt>
                <c:pt idx="5393">
                  <c:v>#N/A</c:v>
                </c:pt>
                <c:pt idx="5394">
                  <c:v>#N/A</c:v>
                </c:pt>
                <c:pt idx="5395">
                  <c:v>11.352</c:v>
                </c:pt>
                <c:pt idx="5396">
                  <c:v>15.48</c:v>
                </c:pt>
                <c:pt idx="5397">
                  <c:v>33.024000000000001</c:v>
                </c:pt>
                <c:pt idx="5398">
                  <c:v>15.47625</c:v>
                </c:pt>
                <c:pt idx="5399">
                  <c:v>25.271750000000001</c:v>
                </c:pt>
                <c:pt idx="5400">
                  <c:v>8.7677500000000013</c:v>
                </c:pt>
                <c:pt idx="5401">
                  <c:v>5.1574999999999998</c:v>
                </c:pt>
                <c:pt idx="5402">
                  <c:v>15.4725</c:v>
                </c:pt>
                <c:pt idx="5403">
                  <c:v>23.724500000000006</c:v>
                </c:pt>
                <c:pt idx="5404">
                  <c:v>11.859375</c:v>
                </c:pt>
                <c:pt idx="5405">
                  <c:v>21.65625</c:v>
                </c:pt>
                <c:pt idx="5406">
                  <c:v>44.34375</c:v>
                </c:pt>
                <c:pt idx="5407">
                  <c:v>#N/A</c:v>
                </c:pt>
                <c:pt idx="5408">
                  <c:v>#N/A</c:v>
                </c:pt>
                <c:pt idx="5409">
                  <c:v>18.576000000000004</c:v>
                </c:pt>
                <c:pt idx="5410">
                  <c:v>168.609375</c:v>
                </c:pt>
                <c:pt idx="5411">
                  <c:v>26.290499999999994</c:v>
                </c:pt>
                <c:pt idx="5412">
                  <c:v>33.008000000000003</c:v>
                </c:pt>
                <c:pt idx="5413">
                  <c:v>27.830249999999999</c:v>
                </c:pt>
                <c:pt idx="5414">
                  <c:v>30.407125000000001</c:v>
                </c:pt>
                <c:pt idx="5415">
                  <c:v>18.548999999999996</c:v>
                </c:pt>
                <c:pt idx="5416">
                  <c:v>41.21</c:v>
                </c:pt>
                <c:pt idx="5417">
                  <c:v>30.377624999999998</c:v>
                </c:pt>
                <c:pt idx="5418">
                  <c:v>29.340750000000003</c:v>
                </c:pt>
                <c:pt idx="5419">
                  <c:v>16.990874999999999</c:v>
                </c:pt>
                <c:pt idx="5420">
                  <c:v>163.17574999999999</c:v>
                </c:pt>
                <c:pt idx="5421">
                  <c:v>41.18</c:v>
                </c:pt>
                <c:pt idx="5422">
                  <c:v>33.957000000000008</c:v>
                </c:pt>
                <c:pt idx="5423">
                  <c:v>12.859375</c:v>
                </c:pt>
                <c:pt idx="5424">
                  <c:v>69.010000000000005</c:v>
                </c:pt>
                <c:pt idx="5425">
                  <c:v>27.288374999999995</c:v>
                </c:pt>
                <c:pt idx="5426">
                  <c:v>14.413</c:v>
                </c:pt>
                <c:pt idx="5427">
                  <c:v>1.5438750000000001</c:v>
                </c:pt>
                <c:pt idx="5428">
                  <c:v>16.463999999999999</c:v>
                </c:pt>
                <c:pt idx="5429">
                  <c:v>49.39200000000001</c:v>
                </c:pt>
                <c:pt idx="5430">
                  <c:v>75.631500000000003</c:v>
                </c:pt>
                <c:pt idx="5431">
                  <c:v>51.926625000000001</c:v>
                </c:pt>
                <c:pt idx="5432">
                  <c:v>60.137999999999998</c:v>
                </c:pt>
                <c:pt idx="5433">
                  <c:v>18.0075</c:v>
                </c:pt>
                <c:pt idx="5434">
                  <c:v>28.812000000000005</c:v>
                </c:pt>
                <c:pt idx="5435">
                  <c:v>31.914500000000004</c:v>
                </c:pt>
                <c:pt idx="5436">
                  <c:v>22.134250000000002</c:v>
                </c:pt>
                <c:pt idx="5437">
                  <c:v>15.957250000000002</c:v>
                </c:pt>
                <c:pt idx="5438">
                  <c:v>12.865625</c:v>
                </c:pt>
                <c:pt idx="5439">
                  <c:v>22.6435</c:v>
                </c:pt>
                <c:pt idx="5440">
                  <c:v>34.505000000000003</c:v>
                </c:pt>
                <c:pt idx="5441">
                  <c:v>#N/A</c:v>
                </c:pt>
                <c:pt idx="5442">
                  <c:v>#N/A</c:v>
                </c:pt>
                <c:pt idx="5443">
                  <c:v>14.42</c:v>
                </c:pt>
                <c:pt idx="5444">
                  <c:v>52.04025</c:v>
                </c:pt>
                <c:pt idx="5445">
                  <c:v>39.6935</c:v>
                </c:pt>
                <c:pt idx="5446">
                  <c:v>#N/A</c:v>
                </c:pt>
                <c:pt idx="5447">
                  <c:v>#N/A</c:v>
                </c:pt>
                <c:pt idx="5448">
                  <c:v>30.914999999999999</c:v>
                </c:pt>
                <c:pt idx="5449">
                  <c:v>30.892499999999998</c:v>
                </c:pt>
                <c:pt idx="5450">
                  <c:v>18.024999999999999</c:v>
                </c:pt>
                <c:pt idx="5451">
                  <c:v>33.99</c:v>
                </c:pt>
                <c:pt idx="5452">
                  <c:v>6.696625</c:v>
                </c:pt>
                <c:pt idx="5453">
                  <c:v>25.762499999999999</c:v>
                </c:pt>
                <c:pt idx="5454">
                  <c:v>17.5185</c:v>
                </c:pt>
                <c:pt idx="5455">
                  <c:v>7.2169999999999987</c:v>
                </c:pt>
                <c:pt idx="5456">
                  <c:v>1.0307500000000001</c:v>
                </c:pt>
                <c:pt idx="5457">
                  <c:v>13.396499999999998</c:v>
                </c:pt>
                <c:pt idx="5458">
                  <c:v>1.5453750000000004</c:v>
                </c:pt>
                <c:pt idx="5459">
                  <c:v>16.48</c:v>
                </c:pt>
                <c:pt idx="5460">
                  <c:v>9.27</c:v>
                </c:pt>
                <c:pt idx="5461">
                  <c:v>26.284125</c:v>
                </c:pt>
                <c:pt idx="5462">
                  <c:v>24.216749999999994</c:v>
                </c:pt>
                <c:pt idx="5463">
                  <c:v>2.0615000000000001</c:v>
                </c:pt>
                <c:pt idx="5464">
                  <c:v>17.007375</c:v>
                </c:pt>
                <c:pt idx="5465">
                  <c:v>5.1524999999999999</c:v>
                </c:pt>
                <c:pt idx="5466">
                  <c:v>24.204999999999998</c:v>
                </c:pt>
                <c:pt idx="5467">
                  <c:v>#N/A</c:v>
                </c:pt>
                <c:pt idx="5468">
                  <c:v>#N/A</c:v>
                </c:pt>
                <c:pt idx="5469">
                  <c:v>7.2082499999999987</c:v>
                </c:pt>
                <c:pt idx="5470">
                  <c:v>14.931374999999997</c:v>
                </c:pt>
                <c:pt idx="5471">
                  <c:v>22.649000000000001</c:v>
                </c:pt>
                <c:pt idx="5472">
                  <c:v>14.931374999999997</c:v>
                </c:pt>
                <c:pt idx="5473">
                  <c:v>36.573875000000008</c:v>
                </c:pt>
                <c:pt idx="5474">
                  <c:v>18.029375000000002</c:v>
                </c:pt>
                <c:pt idx="5475">
                  <c:v>7.21</c:v>
                </c:pt>
                <c:pt idx="5476">
                  <c:v>4.12</c:v>
                </c:pt>
                <c:pt idx="5477">
                  <c:v>#N/A</c:v>
                </c:pt>
                <c:pt idx="5478">
                  <c:v>#N/A</c:v>
                </c:pt>
                <c:pt idx="5479">
                  <c:v>10.817625</c:v>
                </c:pt>
                <c:pt idx="5480">
                  <c:v>1.03</c:v>
                </c:pt>
                <c:pt idx="5481">
                  <c:v>3.6058750000000006</c:v>
                </c:pt>
                <c:pt idx="5482">
                  <c:v>6.696625</c:v>
                </c:pt>
                <c:pt idx="5483">
                  <c:v>3.0907500000000008</c:v>
                </c:pt>
                <c:pt idx="5484">
                  <c:v>#N/A</c:v>
                </c:pt>
                <c:pt idx="5485">
                  <c:v>#N/A</c:v>
                </c:pt>
                <c:pt idx="5486">
                  <c:v>19.560500000000001</c:v>
                </c:pt>
                <c:pt idx="5487">
                  <c:v>12.871874999999999</c:v>
                </c:pt>
                <c:pt idx="5488">
                  <c:v>4.6327500000000006</c:v>
                </c:pt>
                <c:pt idx="5489">
                  <c:v>2.0594999999999999</c:v>
                </c:pt>
                <c:pt idx="5490">
                  <c:v>8.234</c:v>
                </c:pt>
                <c:pt idx="5491">
                  <c:v>44.247</c:v>
                </c:pt>
                <c:pt idx="5492">
                  <c:v>8.7486250000000005</c:v>
                </c:pt>
                <c:pt idx="5493">
                  <c:v>6.1740000000000013</c:v>
                </c:pt>
                <c:pt idx="5494">
                  <c:v>12.345000000000001</c:v>
                </c:pt>
                <c:pt idx="5495">
                  <c:v>17.48875</c:v>
                </c:pt>
                <c:pt idx="5496">
                  <c:v>54.52375</c:v>
                </c:pt>
                <c:pt idx="5497">
                  <c:v>5.6553750000000003</c:v>
                </c:pt>
                <c:pt idx="5498">
                  <c:v>20.050875000000001</c:v>
                </c:pt>
                <c:pt idx="5499">
                  <c:v>32.904000000000003</c:v>
                </c:pt>
                <c:pt idx="5500">
                  <c:v>49.367999999999988</c:v>
                </c:pt>
                <c:pt idx="5501">
                  <c:v>8.7422499999999985</c:v>
                </c:pt>
                <c:pt idx="5502">
                  <c:v>27.74925</c:v>
                </c:pt>
                <c:pt idx="5503">
                  <c:v>25.7</c:v>
                </c:pt>
                <c:pt idx="5504">
                  <c:v>39.064</c:v>
                </c:pt>
                <c:pt idx="5505">
                  <c:v>53.455999999999989</c:v>
                </c:pt>
                <c:pt idx="5506">
                  <c:v>15.933999999999997</c:v>
                </c:pt>
                <c:pt idx="5507">
                  <c:v>25.179874999999999</c:v>
                </c:pt>
                <c:pt idx="5508">
                  <c:v>35.971249999999998</c:v>
                </c:pt>
                <c:pt idx="5509">
                  <c:v>11.81625</c:v>
                </c:pt>
                <c:pt idx="5510">
                  <c:v>153.61125000000001</c:v>
                </c:pt>
                <c:pt idx="5511">
                  <c:v>30.824999999999999</c:v>
                </c:pt>
                <c:pt idx="5512">
                  <c:v>48.280749999999998</c:v>
                </c:pt>
                <c:pt idx="5513">
                  <c:v>19.513000000000002</c:v>
                </c:pt>
                <c:pt idx="5514">
                  <c:v>20.54</c:v>
                </c:pt>
                <c:pt idx="5515">
                  <c:v>33.899249999999995</c:v>
                </c:pt>
                <c:pt idx="5516">
                  <c:v>72.934749999999994</c:v>
                </c:pt>
                <c:pt idx="5517">
                  <c:v>12.8375</c:v>
                </c:pt>
                <c:pt idx="5518">
                  <c:v>33.882750000000001</c:v>
                </c:pt>
                <c:pt idx="5519">
                  <c:v>#N/A</c:v>
                </c:pt>
                <c:pt idx="5520">
                  <c:v>#N/A</c:v>
                </c:pt>
                <c:pt idx="5521">
                  <c:v>64.669500000000014</c:v>
                </c:pt>
                <c:pt idx="5522">
                  <c:v>29.269500000000004</c:v>
                </c:pt>
                <c:pt idx="5523">
                  <c:v>26.201250000000002</c:v>
                </c:pt>
                <c:pt idx="5524">
                  <c:v>76.034999999999997</c:v>
                </c:pt>
                <c:pt idx="5525">
                  <c:v>126.35175</c:v>
                </c:pt>
                <c:pt idx="5526">
                  <c:v>78.070999999999984</c:v>
                </c:pt>
                <c:pt idx="5527">
                  <c:v>22.096625</c:v>
                </c:pt>
                <c:pt idx="5528">
                  <c:v>32.904000000000003</c:v>
                </c:pt>
                <c:pt idx="5529">
                  <c:v>46.808124999999997</c:v>
                </c:pt>
                <c:pt idx="5530">
                  <c:v>32.389875000000004</c:v>
                </c:pt>
                <c:pt idx="5531">
                  <c:v>5.1412500000000003</c:v>
                </c:pt>
                <c:pt idx="5532">
                  <c:v>31.346375000000005</c:v>
                </c:pt>
                <c:pt idx="5533">
                  <c:v>23.135625000000001</c:v>
                </c:pt>
                <c:pt idx="5534">
                  <c:v>48.327750000000009</c:v>
                </c:pt>
                <c:pt idx="5535">
                  <c:v>10.282500000000001</c:v>
                </c:pt>
                <c:pt idx="5536">
                  <c:v>#N/A</c:v>
                </c:pt>
                <c:pt idx="5537">
                  <c:v>#N/A</c:v>
                </c:pt>
                <c:pt idx="5538">
                  <c:v>48.83</c:v>
                </c:pt>
                <c:pt idx="5539">
                  <c:v>8.2240000000000002</c:v>
                </c:pt>
                <c:pt idx="5540">
                  <c:v>35.483249999999998</c:v>
                </c:pt>
                <c:pt idx="5541">
                  <c:v>16.974374999999998</c:v>
                </c:pt>
                <c:pt idx="5542">
                  <c:v>21.089375</c:v>
                </c:pt>
                <c:pt idx="5543">
                  <c:v>18.513000000000002</c:v>
                </c:pt>
                <c:pt idx="5544">
                  <c:v>37.512875000000008</c:v>
                </c:pt>
                <c:pt idx="5545">
                  <c:v>25.693750000000001</c:v>
                </c:pt>
                <c:pt idx="5546">
                  <c:v>16.962</c:v>
                </c:pt>
                <c:pt idx="5547">
                  <c:v>26.734500000000004</c:v>
                </c:pt>
                <c:pt idx="5548">
                  <c:v>5.1412500000000003</c:v>
                </c:pt>
                <c:pt idx="5549">
                  <c:v>47.778750000000002</c:v>
                </c:pt>
                <c:pt idx="5550">
                  <c:v>33.907499999999999</c:v>
                </c:pt>
                <c:pt idx="5551">
                  <c:v>#N/A</c:v>
                </c:pt>
                <c:pt idx="5552">
                  <c:v>#N/A</c:v>
                </c:pt>
                <c:pt idx="5553">
                  <c:v>29.283750000000001</c:v>
                </c:pt>
                <c:pt idx="5554">
                  <c:v>12.33</c:v>
                </c:pt>
                <c:pt idx="5555">
                  <c:v>#N/A</c:v>
                </c:pt>
                <c:pt idx="5556">
                  <c:v>#N/A</c:v>
                </c:pt>
                <c:pt idx="5557">
                  <c:v>43.144500000000001</c:v>
                </c:pt>
                <c:pt idx="5558">
                  <c:v>6.1619999999999999</c:v>
                </c:pt>
                <c:pt idx="5559">
                  <c:v>23.101875</c:v>
                </c:pt>
                <c:pt idx="5560">
                  <c:v>8.7252500000000008</c:v>
                </c:pt>
                <c:pt idx="5561">
                  <c:v>7.6987500000000004</c:v>
                </c:pt>
                <c:pt idx="5562">
                  <c:v>27.202250000000006</c:v>
                </c:pt>
                <c:pt idx="5563">
                  <c:v>14.381499999999997</c:v>
                </c:pt>
                <c:pt idx="5564">
                  <c:v>14.374499999999999</c:v>
                </c:pt>
                <c:pt idx="5565">
                  <c:v>8.7273750000000003</c:v>
                </c:pt>
                <c:pt idx="5566">
                  <c:v>8.2140000000000004</c:v>
                </c:pt>
                <c:pt idx="5567">
                  <c:v>37.971249999999998</c:v>
                </c:pt>
                <c:pt idx="5568">
                  <c:v>19.498750000000001</c:v>
                </c:pt>
                <c:pt idx="5569">
                  <c:v>18.976375000000001</c:v>
                </c:pt>
                <c:pt idx="5570">
                  <c:v>24.105125000000005</c:v>
                </c:pt>
                <c:pt idx="5571">
                  <c:v>47.1845</c:v>
                </c:pt>
                <c:pt idx="5572">
                  <c:v>34.875500000000002</c:v>
                </c:pt>
                <c:pt idx="5573">
                  <c:v>19.484500000000001</c:v>
                </c:pt>
                <c:pt idx="5574">
                  <c:v>6.6657499999999992</c:v>
                </c:pt>
                <c:pt idx="5575">
                  <c:v>39.481749999999998</c:v>
                </c:pt>
                <c:pt idx="5576">
                  <c:v>78.944249999999997</c:v>
                </c:pt>
                <c:pt idx="5577">
                  <c:v>6.1529999999999996</c:v>
                </c:pt>
                <c:pt idx="5578">
                  <c:v>11.79325</c:v>
                </c:pt>
                <c:pt idx="5579">
                  <c:v>9.7398750000000014</c:v>
                </c:pt>
                <c:pt idx="5580">
                  <c:v>34.875500000000002</c:v>
                </c:pt>
                <c:pt idx="5581">
                  <c:v>32.832000000000001</c:v>
                </c:pt>
                <c:pt idx="5582">
                  <c:v>68.278874999999999</c:v>
                </c:pt>
                <c:pt idx="5583">
                  <c:v>63.627499999999998</c:v>
                </c:pt>
                <c:pt idx="5584">
                  <c:v>8.7252500000000008</c:v>
                </c:pt>
                <c:pt idx="5585">
                  <c:v>11.798999999999998</c:v>
                </c:pt>
                <c:pt idx="5586">
                  <c:v>9.7469999999999981</c:v>
                </c:pt>
                <c:pt idx="5587">
                  <c:v>10.775625</c:v>
                </c:pt>
                <c:pt idx="5588">
                  <c:v>9.2362500000000001</c:v>
                </c:pt>
                <c:pt idx="5589">
                  <c:v>25.143125000000001</c:v>
                </c:pt>
                <c:pt idx="5590">
                  <c:v>5.6443750000000001</c:v>
                </c:pt>
                <c:pt idx="5591">
                  <c:v>33.353124999999999</c:v>
                </c:pt>
                <c:pt idx="5592">
                  <c:v>3.5918749999999999</c:v>
                </c:pt>
                <c:pt idx="5593">
                  <c:v>27.202250000000006</c:v>
                </c:pt>
                <c:pt idx="5594">
                  <c:v>40.02375</c:v>
                </c:pt>
                <c:pt idx="5595">
                  <c:v>8.7209999999999983</c:v>
                </c:pt>
                <c:pt idx="5596">
                  <c:v>6.6706250000000002</c:v>
                </c:pt>
                <c:pt idx="5597">
                  <c:v>#N/A</c:v>
                </c:pt>
                <c:pt idx="5598">
                  <c:v>#N/A</c:v>
                </c:pt>
                <c:pt idx="5599">
                  <c:v>42.086500000000008</c:v>
                </c:pt>
                <c:pt idx="5600">
                  <c:v>12.321</c:v>
                </c:pt>
                <c:pt idx="5601">
                  <c:v>65.182750000000013</c:v>
                </c:pt>
                <c:pt idx="5602">
                  <c:v>11.29425</c:v>
                </c:pt>
                <c:pt idx="5603">
                  <c:v>53.404000000000011</c:v>
                </c:pt>
                <c:pt idx="5604">
                  <c:v>56.9985</c:v>
                </c:pt>
                <c:pt idx="5605">
                  <c:v>14.374499999999999</c:v>
                </c:pt>
                <c:pt idx="5606">
                  <c:v>#N/A</c:v>
                </c:pt>
                <c:pt idx="5607">
                  <c:v>#N/A</c:v>
                </c:pt>
                <c:pt idx="5608">
                  <c:v>18.985624999999999</c:v>
                </c:pt>
                <c:pt idx="5609">
                  <c:v>25.137</c:v>
                </c:pt>
                <c:pt idx="5610">
                  <c:v>28.742000000000004</c:v>
                </c:pt>
                <c:pt idx="5611">
                  <c:v>12.318000000000003</c:v>
                </c:pt>
                <c:pt idx="5612">
                  <c:v>29.269500000000004</c:v>
                </c:pt>
                <c:pt idx="5613">
                  <c:v>13.861124999999999</c:v>
                </c:pt>
                <c:pt idx="5614">
                  <c:v>18.994875</c:v>
                </c:pt>
                <c:pt idx="5615">
                  <c:v>15.918500000000002</c:v>
                </c:pt>
                <c:pt idx="5616">
                  <c:v>9.2430000000000003</c:v>
                </c:pt>
                <c:pt idx="5617">
                  <c:v>25.149249999999999</c:v>
                </c:pt>
                <c:pt idx="5618">
                  <c:v>20.021625</c:v>
                </c:pt>
                <c:pt idx="5619">
                  <c:v>23.107500000000002</c:v>
                </c:pt>
                <c:pt idx="5620">
                  <c:v>30.8325</c:v>
                </c:pt>
                <c:pt idx="5621">
                  <c:v>41.11</c:v>
                </c:pt>
                <c:pt idx="5622">
                  <c:v>35.457374999999999</c:v>
                </c:pt>
                <c:pt idx="5623">
                  <c:v>19.532</c:v>
                </c:pt>
                <c:pt idx="5624">
                  <c:v>22.621500000000001</c:v>
                </c:pt>
                <c:pt idx="5625">
                  <c:v>31.875750000000004</c:v>
                </c:pt>
                <c:pt idx="5626">
                  <c:v>13.88475</c:v>
                </c:pt>
                <c:pt idx="5627">
                  <c:v>23.135625000000001</c:v>
                </c:pt>
                <c:pt idx="5628">
                  <c:v>44.739749999999994</c:v>
                </c:pt>
                <c:pt idx="5629">
                  <c:v>22.621500000000001</c:v>
                </c:pt>
                <c:pt idx="5630">
                  <c:v>9.7683750000000007</c:v>
                </c:pt>
                <c:pt idx="5631">
                  <c:v>26.727999999999994</c:v>
                </c:pt>
                <c:pt idx="5632">
                  <c:v>25.179874999999999</c:v>
                </c:pt>
                <c:pt idx="5633">
                  <c:v>16.443999999999999</c:v>
                </c:pt>
                <c:pt idx="5634">
                  <c:v>67.814999999999998</c:v>
                </c:pt>
                <c:pt idx="5635">
                  <c:v>5.6498749999999998</c:v>
                </c:pt>
                <c:pt idx="5636">
                  <c:v>4.6237500000000002</c:v>
                </c:pt>
                <c:pt idx="5637">
                  <c:v>3.0840000000000001</c:v>
                </c:pt>
                <c:pt idx="5638">
                  <c:v>#N/A</c:v>
                </c:pt>
                <c:pt idx="5639">
                  <c:v>#N/A</c:v>
                </c:pt>
                <c:pt idx="5640">
                  <c:v>14.388500000000002</c:v>
                </c:pt>
                <c:pt idx="5641">
                  <c:v>43.144500000000001</c:v>
                </c:pt>
                <c:pt idx="5642">
                  <c:v>38.008249999999997</c:v>
                </c:pt>
                <c:pt idx="5643">
                  <c:v>10.786125</c:v>
                </c:pt>
                <c:pt idx="5644">
                  <c:v>5.1375000000000002</c:v>
                </c:pt>
                <c:pt idx="5645">
                  <c:v>14.887874999999999</c:v>
                </c:pt>
                <c:pt idx="5646">
                  <c:v>16.941375000000001</c:v>
                </c:pt>
                <c:pt idx="5647">
                  <c:v>25.662500000000001</c:v>
                </c:pt>
                <c:pt idx="5648">
                  <c:v>13.347749999999998</c:v>
                </c:pt>
                <c:pt idx="5649">
                  <c:v>18.490500000000001</c:v>
                </c:pt>
                <c:pt idx="5650">
                  <c:v>71.855000000000004</c:v>
                </c:pt>
                <c:pt idx="5651">
                  <c:v>15.91075</c:v>
                </c:pt>
                <c:pt idx="5652">
                  <c:v>23.113125</c:v>
                </c:pt>
                <c:pt idx="5653">
                  <c:v>#N/A</c:v>
                </c:pt>
                <c:pt idx="5654">
                  <c:v>#N/A</c:v>
                </c:pt>
                <c:pt idx="5655">
                  <c:v>4.1079999999999997</c:v>
                </c:pt>
                <c:pt idx="5656">
                  <c:v>20.545000000000002</c:v>
                </c:pt>
                <c:pt idx="5657">
                  <c:v>3.0817499999999995</c:v>
                </c:pt>
                <c:pt idx="5658">
                  <c:v>12.8375</c:v>
                </c:pt>
                <c:pt idx="5659">
                  <c:v>2.0539999999999998</c:v>
                </c:pt>
                <c:pt idx="5660">
                  <c:v>25.173749999999998</c:v>
                </c:pt>
                <c:pt idx="5661">
                  <c:v>22.107375000000001</c:v>
                </c:pt>
                <c:pt idx="5662">
                  <c:v>23.643999999999998</c:v>
                </c:pt>
                <c:pt idx="5663">
                  <c:v>17.480250000000002</c:v>
                </c:pt>
                <c:pt idx="5664">
                  <c:v>85.921499999999995</c:v>
                </c:pt>
                <c:pt idx="5665">
                  <c:v>28.290624999999999</c:v>
                </c:pt>
                <c:pt idx="5666">
                  <c:v>18.521999999999998</c:v>
                </c:pt>
                <c:pt idx="5667">
                  <c:v>43.71125</c:v>
                </c:pt>
                <c:pt idx="5668">
                  <c:v>22.626999999999999</c:v>
                </c:pt>
                <c:pt idx="5669">
                  <c:v>32.911999999999999</c:v>
                </c:pt>
                <c:pt idx="5670">
                  <c:v>25.192125000000001</c:v>
                </c:pt>
                <c:pt idx="5671">
                  <c:v>9.2542500000000008</c:v>
                </c:pt>
                <c:pt idx="5672">
                  <c:v>8.7422499999999985</c:v>
                </c:pt>
                <c:pt idx="5673">
                  <c:v>#N/A</c:v>
                </c:pt>
                <c:pt idx="5674">
                  <c:v>#N/A</c:v>
                </c:pt>
                <c:pt idx="5675">
                  <c:v>16.970249999999997</c:v>
                </c:pt>
                <c:pt idx="5676">
                  <c:v>8.2279999999999998</c:v>
                </c:pt>
                <c:pt idx="5677">
                  <c:v>9.2587499999999991</c:v>
                </c:pt>
                <c:pt idx="5678">
                  <c:v>52.993499999999997</c:v>
                </c:pt>
                <c:pt idx="5679">
                  <c:v>19.55575</c:v>
                </c:pt>
                <c:pt idx="5680">
                  <c:v>15.953374999999998</c:v>
                </c:pt>
                <c:pt idx="5681">
                  <c:v>45.308999999999997</c:v>
                </c:pt>
                <c:pt idx="5682">
                  <c:v>17.5015</c:v>
                </c:pt>
                <c:pt idx="5683">
                  <c:v>12.86875</c:v>
                </c:pt>
                <c:pt idx="5684">
                  <c:v>29.326499999999999</c:v>
                </c:pt>
                <c:pt idx="5685">
                  <c:v>17.484499999999997</c:v>
                </c:pt>
                <c:pt idx="5686">
                  <c:v>30.877500000000001</c:v>
                </c:pt>
                <c:pt idx="5687">
                  <c:v>21.614249999999995</c:v>
                </c:pt>
                <c:pt idx="5688">
                  <c:v>2.0585</c:v>
                </c:pt>
                <c:pt idx="5689">
                  <c:v>23.672750000000001</c:v>
                </c:pt>
                <c:pt idx="5690">
                  <c:v>6.1755000000000004</c:v>
                </c:pt>
                <c:pt idx="5691">
                  <c:v>29.862749999999995</c:v>
                </c:pt>
                <c:pt idx="5692">
                  <c:v>101.97</c:v>
                </c:pt>
                <c:pt idx="5693">
                  <c:v>31.414999999999999</c:v>
                </c:pt>
                <c:pt idx="5694">
                  <c:v>19.059625</c:v>
                </c:pt>
                <c:pt idx="5695">
                  <c:v>21.120125000000002</c:v>
                </c:pt>
                <c:pt idx="5696">
                  <c:v>21.109874999999999</c:v>
                </c:pt>
                <c:pt idx="5697">
                  <c:v>11.845000000000001</c:v>
                </c:pt>
                <c:pt idx="5698">
                  <c:v>4.1210000000000004</c:v>
                </c:pt>
                <c:pt idx="5699">
                  <c:v>101.99475</c:v>
                </c:pt>
                <c:pt idx="5700">
                  <c:v>5.6663750000000004</c:v>
                </c:pt>
                <c:pt idx="5701">
                  <c:v>15.965</c:v>
                </c:pt>
                <c:pt idx="5702">
                  <c:v>21.635249999999999</c:v>
                </c:pt>
                <c:pt idx="5703">
                  <c:v>18.024999999999999</c:v>
                </c:pt>
                <c:pt idx="5704">
                  <c:v>2.0605000000000002</c:v>
                </c:pt>
                <c:pt idx="5705">
                  <c:v>29.355</c:v>
                </c:pt>
                <c:pt idx="5706">
                  <c:v>22.145</c:v>
                </c:pt>
                <c:pt idx="5707">
                  <c:v>#N/A</c:v>
                </c:pt>
                <c:pt idx="5708">
                  <c:v>#N/A</c:v>
                </c:pt>
                <c:pt idx="5709">
                  <c:v>14.433999999999997</c:v>
                </c:pt>
                <c:pt idx="5710">
                  <c:v>14.945874999999999</c:v>
                </c:pt>
                <c:pt idx="5711">
                  <c:v>#N/A</c:v>
                </c:pt>
                <c:pt idx="5712">
                  <c:v>#N/A</c:v>
                </c:pt>
                <c:pt idx="5713">
                  <c:v>6.6982499999999989</c:v>
                </c:pt>
                <c:pt idx="5714">
                  <c:v>20.094750000000001</c:v>
                </c:pt>
                <c:pt idx="5715">
                  <c:v>52.027625000000008</c:v>
                </c:pt>
                <c:pt idx="5716">
                  <c:v>11.332750000000001</c:v>
                </c:pt>
                <c:pt idx="5717">
                  <c:v>12.871874999999999</c:v>
                </c:pt>
                <c:pt idx="5718">
                  <c:v>32.429250000000003</c:v>
                </c:pt>
                <c:pt idx="5719">
                  <c:v>79.252249999999989</c:v>
                </c:pt>
                <c:pt idx="5720">
                  <c:v>11.836375</c:v>
                </c:pt>
                <c:pt idx="5721">
                  <c:v>10.807124999999997</c:v>
                </c:pt>
                <c:pt idx="5722">
                  <c:v>11.319000000000001</c:v>
                </c:pt>
                <c:pt idx="5723">
                  <c:v>12.348000000000003</c:v>
                </c:pt>
                <c:pt idx="5724">
                  <c:v>19.041125000000001</c:v>
                </c:pt>
                <c:pt idx="5725">
                  <c:v>13.894875000000001</c:v>
                </c:pt>
                <c:pt idx="5726">
                  <c:v>20.59</c:v>
                </c:pt>
                <c:pt idx="5727">
                  <c:v>4.1189999999999998</c:v>
                </c:pt>
                <c:pt idx="5728">
                  <c:v>22.654499999999999</c:v>
                </c:pt>
                <c:pt idx="5729">
                  <c:v>11.83925</c:v>
                </c:pt>
                <c:pt idx="5730">
                  <c:v>14.4095</c:v>
                </c:pt>
                <c:pt idx="5731">
                  <c:v>12.859375</c:v>
                </c:pt>
                <c:pt idx="5732">
                  <c:v>10.285</c:v>
                </c:pt>
                <c:pt idx="5733">
                  <c:v>32.92</c:v>
                </c:pt>
                <c:pt idx="5734">
                  <c:v>31.883500000000002</c:v>
                </c:pt>
                <c:pt idx="5735">
                  <c:v>15.43125</c:v>
                </c:pt>
                <c:pt idx="5736">
                  <c:v>19.045750000000002</c:v>
                </c:pt>
                <c:pt idx="5737">
                  <c:v>28.311250000000001</c:v>
                </c:pt>
                <c:pt idx="5738">
                  <c:v>8.2379999999999995</c:v>
                </c:pt>
                <c:pt idx="5739">
                  <c:v>20.07525</c:v>
                </c:pt>
                <c:pt idx="5740">
                  <c:v>#N/A</c:v>
                </c:pt>
                <c:pt idx="5741">
                  <c:v>#N/A</c:v>
                </c:pt>
                <c:pt idx="5742">
                  <c:v>10.807124999999997</c:v>
                </c:pt>
                <c:pt idx="5743">
                  <c:v>19.551000000000002</c:v>
                </c:pt>
                <c:pt idx="5744">
                  <c:v>115.33199999999998</c:v>
                </c:pt>
                <c:pt idx="5745">
                  <c:v>#N/A</c:v>
                </c:pt>
                <c:pt idx="5746">
                  <c:v>#N/A</c:v>
                </c:pt>
                <c:pt idx="5747">
                  <c:v>#N/A</c:v>
                </c:pt>
                <c:pt idx="5748">
                  <c:v>#N/A</c:v>
                </c:pt>
                <c:pt idx="5749">
                  <c:v>7.7231249999999996</c:v>
                </c:pt>
                <c:pt idx="5750">
                  <c:v>0.51487499999999997</c:v>
                </c:pt>
                <c:pt idx="5751">
                  <c:v>32.951999999999998</c:v>
                </c:pt>
                <c:pt idx="5752">
                  <c:v>12.86875</c:v>
                </c:pt>
                <c:pt idx="5753">
                  <c:v>60.710999999999999</c:v>
                </c:pt>
                <c:pt idx="5754">
                  <c:v>5.6595000000000004</c:v>
                </c:pt>
                <c:pt idx="5755">
                  <c:v>4.6304999999999996</c:v>
                </c:pt>
                <c:pt idx="5756">
                  <c:v>3.0862500000000002</c:v>
                </c:pt>
                <c:pt idx="5757">
                  <c:v>41.654249999999998</c:v>
                </c:pt>
                <c:pt idx="5758">
                  <c:v>25.204374999999999</c:v>
                </c:pt>
                <c:pt idx="5759">
                  <c:v>41.664375</c:v>
                </c:pt>
                <c:pt idx="5760">
                  <c:v>57.067875000000001</c:v>
                </c:pt>
                <c:pt idx="5761">
                  <c:v>6.1695000000000002</c:v>
                </c:pt>
                <c:pt idx="5762">
                  <c:v>4.1150000000000002</c:v>
                </c:pt>
                <c:pt idx="5763">
                  <c:v>9.775500000000001</c:v>
                </c:pt>
                <c:pt idx="5764">
                  <c:v>7.7175000000000002</c:v>
                </c:pt>
                <c:pt idx="5765">
                  <c:v>18.0075</c:v>
                </c:pt>
                <c:pt idx="5766">
                  <c:v>6.6885000000000003</c:v>
                </c:pt>
                <c:pt idx="5767">
                  <c:v>8.7443749999999998</c:v>
                </c:pt>
                <c:pt idx="5768">
                  <c:v>#N/A</c:v>
                </c:pt>
                <c:pt idx="5769">
                  <c:v>#N/A</c:v>
                </c:pt>
                <c:pt idx="5770">
                  <c:v>6.1740000000000013</c:v>
                </c:pt>
                <c:pt idx="5771">
                  <c:v>27.789750000000002</c:v>
                </c:pt>
                <c:pt idx="5772">
                  <c:v>3.0870000000000006</c:v>
                </c:pt>
                <c:pt idx="5773">
                  <c:v>7.7175000000000002</c:v>
                </c:pt>
                <c:pt idx="5774">
                  <c:v>1.0287500000000001</c:v>
                </c:pt>
                <c:pt idx="5775">
                  <c:v>18.517499999999998</c:v>
                </c:pt>
                <c:pt idx="5776">
                  <c:v>14.916874999999999</c:v>
                </c:pt>
                <c:pt idx="5777">
                  <c:v>15.43125</c:v>
                </c:pt>
                <c:pt idx="5778">
                  <c:v>27.776250000000001</c:v>
                </c:pt>
                <c:pt idx="5779">
                  <c:v>14.4095</c:v>
                </c:pt>
                <c:pt idx="5780">
                  <c:v>9.775500000000001</c:v>
                </c:pt>
                <c:pt idx="5781">
                  <c:v>#N/A</c:v>
                </c:pt>
                <c:pt idx="5782">
                  <c:v>#N/A</c:v>
                </c:pt>
                <c:pt idx="5783">
                  <c:v>6.6885000000000003</c:v>
                </c:pt>
                <c:pt idx="5784">
                  <c:v>11.827749999999998</c:v>
                </c:pt>
                <c:pt idx="5785">
                  <c:v>5.1412500000000003</c:v>
                </c:pt>
                <c:pt idx="5786">
                  <c:v>38.036000000000001</c:v>
                </c:pt>
                <c:pt idx="5787">
                  <c:v>35.457374999999999</c:v>
                </c:pt>
                <c:pt idx="5788">
                  <c:v>32.358374999999995</c:v>
                </c:pt>
                <c:pt idx="5789">
                  <c:v>24.140374999999999</c:v>
                </c:pt>
                <c:pt idx="5790">
                  <c:v>22.091249999999999</c:v>
                </c:pt>
                <c:pt idx="5791">
                  <c:v>14.381499999999997</c:v>
                </c:pt>
                <c:pt idx="5792">
                  <c:v>13.3575</c:v>
                </c:pt>
                <c:pt idx="5793">
                  <c:v>19.013375</c:v>
                </c:pt>
                <c:pt idx="5794">
                  <c:v>25.186</c:v>
                </c:pt>
                <c:pt idx="5795">
                  <c:v>18.499500000000001</c:v>
                </c:pt>
                <c:pt idx="5796">
                  <c:v>1.0275000000000001</c:v>
                </c:pt>
                <c:pt idx="5797">
                  <c:v>2.0550000000000002</c:v>
                </c:pt>
                <c:pt idx="5798">
                  <c:v>51.375</c:v>
                </c:pt>
                <c:pt idx="5799">
                  <c:v>58.082000000000001</c:v>
                </c:pt>
                <c:pt idx="5800">
                  <c:v>23.124375000000001</c:v>
                </c:pt>
                <c:pt idx="5801">
                  <c:v>32.887999999999998</c:v>
                </c:pt>
                <c:pt idx="5802">
                  <c:v>27.756</c:v>
                </c:pt>
                <c:pt idx="5803">
                  <c:v>11.310750000000001</c:v>
                </c:pt>
                <c:pt idx="5804">
                  <c:v>13.363999999999997</c:v>
                </c:pt>
                <c:pt idx="5805">
                  <c:v>35.466000000000001</c:v>
                </c:pt>
                <c:pt idx="5806">
                  <c:v>11.827749999999998</c:v>
                </c:pt>
                <c:pt idx="5807">
                  <c:v>11.833500000000003</c:v>
                </c:pt>
                <c:pt idx="5808">
                  <c:v>20.58</c:v>
                </c:pt>
                <c:pt idx="5809">
                  <c:v>15.438750000000001</c:v>
                </c:pt>
                <c:pt idx="5810">
                  <c:v>45.298000000000002</c:v>
                </c:pt>
                <c:pt idx="5811">
                  <c:v>15.953374999999998</c:v>
                </c:pt>
                <c:pt idx="5812">
                  <c:v>27.281749999999999</c:v>
                </c:pt>
                <c:pt idx="5813">
                  <c:v>11.32175</c:v>
                </c:pt>
                <c:pt idx="5814">
                  <c:v>8.2319999999999993</c:v>
                </c:pt>
                <c:pt idx="5815">
                  <c:v>20.070374999999999</c:v>
                </c:pt>
                <c:pt idx="5816">
                  <c:v>16.472000000000001</c:v>
                </c:pt>
                <c:pt idx="5817">
                  <c:v>0.51475000000000004</c:v>
                </c:pt>
                <c:pt idx="5818">
                  <c:v>25.743749999999999</c:v>
                </c:pt>
                <c:pt idx="5819">
                  <c:v>16.475999999999999</c:v>
                </c:pt>
                <c:pt idx="5820">
                  <c:v>4.6338749999999997</c:v>
                </c:pt>
                <c:pt idx="5821">
                  <c:v>13.383500000000002</c:v>
                </c:pt>
                <c:pt idx="5822">
                  <c:v>12.865625</c:v>
                </c:pt>
                <c:pt idx="5823">
                  <c:v>#N/A</c:v>
                </c:pt>
                <c:pt idx="5824">
                  <c:v>#N/A</c:v>
                </c:pt>
                <c:pt idx="5825">
                  <c:v>7.2065000000000001</c:v>
                </c:pt>
                <c:pt idx="5826">
                  <c:v>8.2360000000000007</c:v>
                </c:pt>
                <c:pt idx="5827">
                  <c:v>37.043999999999997</c:v>
                </c:pt>
                <c:pt idx="5828">
                  <c:v>21.099625</c:v>
                </c:pt>
                <c:pt idx="5829">
                  <c:v>8.234</c:v>
                </c:pt>
                <c:pt idx="5830">
                  <c:v>16.986750000000001</c:v>
                </c:pt>
                <c:pt idx="5831">
                  <c:v>#N/A</c:v>
                </c:pt>
                <c:pt idx="5832">
                  <c:v>#N/A</c:v>
                </c:pt>
                <c:pt idx="5833">
                  <c:v>26.773499999999999</c:v>
                </c:pt>
                <c:pt idx="5834">
                  <c:v>31.414999999999999</c:v>
                </c:pt>
                <c:pt idx="5835">
                  <c:v>10.3</c:v>
                </c:pt>
                <c:pt idx="5836">
                  <c:v>11.327249999999999</c:v>
                </c:pt>
                <c:pt idx="5837">
                  <c:v>#N/A</c:v>
                </c:pt>
                <c:pt idx="5838">
                  <c:v>#N/A</c:v>
                </c:pt>
                <c:pt idx="5839">
                  <c:v>6.6933749999999996</c:v>
                </c:pt>
                <c:pt idx="5840">
                  <c:v>6.18</c:v>
                </c:pt>
                <c:pt idx="5841">
                  <c:v>32.452875000000006</c:v>
                </c:pt>
                <c:pt idx="5842">
                  <c:v>32.968000000000004</c:v>
                </c:pt>
                <c:pt idx="5843">
                  <c:v>4.1210000000000004</c:v>
                </c:pt>
                <c:pt idx="5844">
                  <c:v>20.089875000000003</c:v>
                </c:pt>
                <c:pt idx="5845">
                  <c:v>12.88125</c:v>
                </c:pt>
                <c:pt idx="5846">
                  <c:v>20.089875000000003</c:v>
                </c:pt>
                <c:pt idx="5847">
                  <c:v>14.94225</c:v>
                </c:pt>
                <c:pt idx="5848">
                  <c:v>26.290499999999994</c:v>
                </c:pt>
                <c:pt idx="5849">
                  <c:v>13.403</c:v>
                </c:pt>
                <c:pt idx="5850">
                  <c:v>24.222625000000004</c:v>
                </c:pt>
                <c:pt idx="5851">
                  <c:v>30.407125000000001</c:v>
                </c:pt>
                <c:pt idx="5852">
                  <c:v>36.609375</c:v>
                </c:pt>
                <c:pt idx="5853">
                  <c:v>73.200999999999993</c:v>
                </c:pt>
                <c:pt idx="5854">
                  <c:v>10.31</c:v>
                </c:pt>
                <c:pt idx="5855">
                  <c:v>16.5</c:v>
                </c:pt>
                <c:pt idx="5856">
                  <c:v>9.2789999999999999</c:v>
                </c:pt>
                <c:pt idx="5857">
                  <c:v>7.21875</c:v>
                </c:pt>
                <c:pt idx="5858">
                  <c:v>19.082750000000001</c:v>
                </c:pt>
                <c:pt idx="5859">
                  <c:v>20.64</c:v>
                </c:pt>
                <c:pt idx="5860">
                  <c:v>34.047750000000001</c:v>
                </c:pt>
                <c:pt idx="5861">
                  <c:v>10.833374999999998</c:v>
                </c:pt>
                <c:pt idx="5862">
                  <c:v>11.34925</c:v>
                </c:pt>
                <c:pt idx="5863">
                  <c:v>16.507999999999999</c:v>
                </c:pt>
                <c:pt idx="5864">
                  <c:v>16.512</c:v>
                </c:pt>
                <c:pt idx="5865">
                  <c:v>172.34399999999999</c:v>
                </c:pt>
                <c:pt idx="5866">
                  <c:v>34.072499999999998</c:v>
                </c:pt>
                <c:pt idx="5867">
                  <c:v>20.128874999999997</c:v>
                </c:pt>
                <c:pt idx="5868">
                  <c:v>26.825499999999995</c:v>
                </c:pt>
                <c:pt idx="5869">
                  <c:v>42.817625</c:v>
                </c:pt>
                <c:pt idx="5870">
                  <c:v>29.419125000000001</c:v>
                </c:pt>
                <c:pt idx="5871">
                  <c:v>39.722374999999992</c:v>
                </c:pt>
                <c:pt idx="5872">
                  <c:v>#N/A</c:v>
                </c:pt>
                <c:pt idx="5873">
                  <c:v>#N/A</c:v>
                </c:pt>
                <c:pt idx="5874">
                  <c:v>48.011249999999997</c:v>
                </c:pt>
                <c:pt idx="5875">
                  <c:v>12.39</c:v>
                </c:pt>
                <c:pt idx="5876">
                  <c:v>18.589500000000001</c:v>
                </c:pt>
                <c:pt idx="5877">
                  <c:v>8.26</c:v>
                </c:pt>
                <c:pt idx="5878">
                  <c:v>20.645</c:v>
                </c:pt>
                <c:pt idx="5879">
                  <c:v>21.672000000000004</c:v>
                </c:pt>
                <c:pt idx="5880">
                  <c:v>9.8040000000000003</c:v>
                </c:pt>
                <c:pt idx="5881">
                  <c:v>8.2579999999999991</c:v>
                </c:pt>
                <c:pt idx="5882">
                  <c:v>6.1934999999999985</c:v>
                </c:pt>
                <c:pt idx="5883">
                  <c:v>4.6451250000000002</c:v>
                </c:pt>
                <c:pt idx="5884">
                  <c:v>22.182625000000002</c:v>
                </c:pt>
                <c:pt idx="5885">
                  <c:v>54.682749999999999</c:v>
                </c:pt>
                <c:pt idx="5886">
                  <c:v>42.28125</c:v>
                </c:pt>
                <c:pt idx="5887">
                  <c:v>15.988250000000001</c:v>
                </c:pt>
                <c:pt idx="5888">
                  <c:v>59.856000000000002</c:v>
                </c:pt>
                <c:pt idx="5889">
                  <c:v>5.6760000000000002</c:v>
                </c:pt>
                <c:pt idx="5890">
                  <c:v>#N/A</c:v>
                </c:pt>
                <c:pt idx="5891">
                  <c:v>#N/A</c:v>
                </c:pt>
                <c:pt idx="5892">
                  <c:v>50.06412499999999</c:v>
                </c:pt>
                <c:pt idx="5893">
                  <c:v>24.269625000000001</c:v>
                </c:pt>
                <c:pt idx="5894">
                  <c:v>161.62537499999999</c:v>
                </c:pt>
                <c:pt idx="5895">
                  <c:v>13.945499999999999</c:v>
                </c:pt>
                <c:pt idx="5896">
                  <c:v>18.598500000000001</c:v>
                </c:pt>
                <c:pt idx="5897">
                  <c:v>14.4655</c:v>
                </c:pt>
                <c:pt idx="5898">
                  <c:v>13.432250000000002</c:v>
                </c:pt>
                <c:pt idx="5899">
                  <c:v>40.316249999999997</c:v>
                </c:pt>
                <c:pt idx="5900">
                  <c:v>14.468999999999998</c:v>
                </c:pt>
                <c:pt idx="5901">
                  <c:v>27.387749999999997</c:v>
                </c:pt>
                <c:pt idx="5902">
                  <c:v>34.113750000000003</c:v>
                </c:pt>
                <c:pt idx="5903">
                  <c:v>91.531125000000003</c:v>
                </c:pt>
                <c:pt idx="5904">
                  <c:v>87.351875000000007</c:v>
                </c:pt>
                <c:pt idx="5905">
                  <c:v>17.056875000000002</c:v>
                </c:pt>
                <c:pt idx="5906">
                  <c:v>8.2680000000000007</c:v>
                </c:pt>
                <c:pt idx="5907">
                  <c:v>7.7512499999999998</c:v>
                </c:pt>
                <c:pt idx="5908">
                  <c:v>9.818249999999999</c:v>
                </c:pt>
                <c:pt idx="5909">
                  <c:v>23.248125000000002</c:v>
                </c:pt>
                <c:pt idx="5910">
                  <c:v>9.3015000000000008</c:v>
                </c:pt>
                <c:pt idx="5911">
                  <c:v>33.055999999999997</c:v>
                </c:pt>
                <c:pt idx="5912">
                  <c:v>#N/A</c:v>
                </c:pt>
                <c:pt idx="5913">
                  <c:v>#N/A</c:v>
                </c:pt>
                <c:pt idx="5914">
                  <c:v>19.110499999999998</c:v>
                </c:pt>
                <c:pt idx="5915">
                  <c:v>13.948874999999999</c:v>
                </c:pt>
                <c:pt idx="5916">
                  <c:v>12.909375000000001</c:v>
                </c:pt>
                <c:pt idx="5917">
                  <c:v>24.78</c:v>
                </c:pt>
                <c:pt idx="5918">
                  <c:v>80.018749999999997</c:v>
                </c:pt>
                <c:pt idx="5919">
                  <c:v>28.91</c:v>
                </c:pt>
                <c:pt idx="5920">
                  <c:v>41.796000000000006</c:v>
                </c:pt>
                <c:pt idx="5921">
                  <c:v>26.315999999999999</c:v>
                </c:pt>
                <c:pt idx="5922">
                  <c:v>171.22900000000001</c:v>
                </c:pt>
                <c:pt idx="5923">
                  <c:v>24.24025</c:v>
                </c:pt>
                <c:pt idx="5924">
                  <c:v>42.291500000000006</c:v>
                </c:pt>
                <c:pt idx="5925">
                  <c:v>15.46875</c:v>
                </c:pt>
                <c:pt idx="5926">
                  <c:v>#N/A</c:v>
                </c:pt>
                <c:pt idx="5927">
                  <c:v>#N/A</c:v>
                </c:pt>
                <c:pt idx="5928">
                  <c:v>21.651</c:v>
                </c:pt>
                <c:pt idx="5929">
                  <c:v>15.980499999999999</c:v>
                </c:pt>
                <c:pt idx="5930">
                  <c:v>13.9185</c:v>
                </c:pt>
                <c:pt idx="5931">
                  <c:v>#N/A</c:v>
                </c:pt>
                <c:pt idx="5932">
                  <c:v>#N/A</c:v>
                </c:pt>
                <c:pt idx="5933">
                  <c:v>2.5775000000000001</c:v>
                </c:pt>
                <c:pt idx="5934">
                  <c:v>5.671875</c:v>
                </c:pt>
                <c:pt idx="5935">
                  <c:v>3.6102500000000006</c:v>
                </c:pt>
                <c:pt idx="5936">
                  <c:v>#N/A</c:v>
                </c:pt>
                <c:pt idx="5937">
                  <c:v>#N/A</c:v>
                </c:pt>
                <c:pt idx="5938">
                  <c:v>14.448</c:v>
                </c:pt>
                <c:pt idx="5939">
                  <c:v>12.9</c:v>
                </c:pt>
                <c:pt idx="5940">
                  <c:v>3.0967499999999992</c:v>
                </c:pt>
                <c:pt idx="5941">
                  <c:v>12.9</c:v>
                </c:pt>
                <c:pt idx="5942">
                  <c:v>30.945</c:v>
                </c:pt>
                <c:pt idx="5943">
                  <c:v>2.5787499999999999</c:v>
                </c:pt>
                <c:pt idx="5944">
                  <c:v>8.2520000000000007</c:v>
                </c:pt>
                <c:pt idx="5945">
                  <c:v>7.7381250000000001</c:v>
                </c:pt>
                <c:pt idx="5946">
                  <c:v>7.2205000000000013</c:v>
                </c:pt>
                <c:pt idx="5947">
                  <c:v>8.2520000000000007</c:v>
                </c:pt>
                <c:pt idx="5948">
                  <c:v>25.774999999999999</c:v>
                </c:pt>
                <c:pt idx="5949">
                  <c:v>105.651875</c:v>
                </c:pt>
                <c:pt idx="5950">
                  <c:v>17.007375</c:v>
                </c:pt>
                <c:pt idx="5951">
                  <c:v>14.94225</c:v>
                </c:pt>
                <c:pt idx="5952">
                  <c:v>16.492000000000001</c:v>
                </c:pt>
                <c:pt idx="5953">
                  <c:v>36.085000000000001</c:v>
                </c:pt>
                <c:pt idx="5954">
                  <c:v>6.7015000000000002</c:v>
                </c:pt>
                <c:pt idx="5955">
                  <c:v>46.428750000000001</c:v>
                </c:pt>
                <c:pt idx="5956">
                  <c:v>3.6111249999999999</c:v>
                </c:pt>
                <c:pt idx="5957">
                  <c:v>25.78125</c:v>
                </c:pt>
                <c:pt idx="5958">
                  <c:v>8.7677500000000013</c:v>
                </c:pt>
                <c:pt idx="5959">
                  <c:v>3.609375</c:v>
                </c:pt>
                <c:pt idx="5960">
                  <c:v>12.375</c:v>
                </c:pt>
                <c:pt idx="5961">
                  <c:v>11.340999999999999</c:v>
                </c:pt>
                <c:pt idx="5962">
                  <c:v>23.730250000000002</c:v>
                </c:pt>
                <c:pt idx="5963">
                  <c:v>4.64175</c:v>
                </c:pt>
                <c:pt idx="5964">
                  <c:v>4.125</c:v>
                </c:pt>
                <c:pt idx="5965">
                  <c:v>15.984375</c:v>
                </c:pt>
                <c:pt idx="5966">
                  <c:v>8.765625</c:v>
                </c:pt>
                <c:pt idx="5967">
                  <c:v>#N/A</c:v>
                </c:pt>
                <c:pt idx="5968">
                  <c:v>#N/A</c:v>
                </c:pt>
                <c:pt idx="5969">
                  <c:v>20.099625</c:v>
                </c:pt>
                <c:pt idx="5970">
                  <c:v>28.861000000000001</c:v>
                </c:pt>
                <c:pt idx="5971">
                  <c:v>14.4305</c:v>
                </c:pt>
                <c:pt idx="5972">
                  <c:v>#N/A</c:v>
                </c:pt>
                <c:pt idx="5973">
                  <c:v>#N/A</c:v>
                </c:pt>
                <c:pt idx="5974">
                  <c:v>2.5775000000000001</c:v>
                </c:pt>
                <c:pt idx="5975">
                  <c:v>#N/A</c:v>
                </c:pt>
                <c:pt idx="5976">
                  <c:v>#N/A</c:v>
                </c:pt>
                <c:pt idx="5977">
                  <c:v>#N/A</c:v>
                </c:pt>
                <c:pt idx="5978">
                  <c:v>#N/A</c:v>
                </c:pt>
                <c:pt idx="5979">
                  <c:v>5.6691250000000002</c:v>
                </c:pt>
                <c:pt idx="5980">
                  <c:v>3.0922499999999999</c:v>
                </c:pt>
                <c:pt idx="5981">
                  <c:v>6.6982499999999989</c:v>
                </c:pt>
                <c:pt idx="5982">
                  <c:v>99.443249999999978</c:v>
                </c:pt>
                <c:pt idx="5983">
                  <c:v>3.6058750000000006</c:v>
                </c:pt>
                <c:pt idx="5984">
                  <c:v>17.514250000000004</c:v>
                </c:pt>
                <c:pt idx="5985">
                  <c:v>14.423500000000002</c:v>
                </c:pt>
                <c:pt idx="5986">
                  <c:v>15.45</c:v>
                </c:pt>
                <c:pt idx="5987">
                  <c:v>42.734624999999994</c:v>
                </c:pt>
                <c:pt idx="5988">
                  <c:v>28.324999999999999</c:v>
                </c:pt>
                <c:pt idx="5989">
                  <c:v>8.7550000000000008</c:v>
                </c:pt>
                <c:pt idx="5990">
                  <c:v>11.33</c:v>
                </c:pt>
                <c:pt idx="5991">
                  <c:v>18.54</c:v>
                </c:pt>
                <c:pt idx="5992">
                  <c:v>5.1487499999999997</c:v>
                </c:pt>
                <c:pt idx="5993">
                  <c:v>6.6933749999999996</c:v>
                </c:pt>
                <c:pt idx="5994">
                  <c:v>6.6933749999999996</c:v>
                </c:pt>
                <c:pt idx="5995">
                  <c:v>#N/A</c:v>
                </c:pt>
                <c:pt idx="5996">
                  <c:v>#N/A</c:v>
                </c:pt>
                <c:pt idx="5997">
                  <c:v>#N/A</c:v>
                </c:pt>
                <c:pt idx="5998">
                  <c:v>#N/A</c:v>
                </c:pt>
                <c:pt idx="5999">
                  <c:v>63.875500000000002</c:v>
                </c:pt>
                <c:pt idx="6000">
                  <c:v>10.815</c:v>
                </c:pt>
                <c:pt idx="6001">
                  <c:v>10.815</c:v>
                </c:pt>
                <c:pt idx="6002">
                  <c:v>2.0605000000000002</c:v>
                </c:pt>
                <c:pt idx="6003">
                  <c:v>14.423500000000002</c:v>
                </c:pt>
                <c:pt idx="6004">
                  <c:v>8.7592499999999998</c:v>
                </c:pt>
                <c:pt idx="6005">
                  <c:v>6.1829999999999998</c:v>
                </c:pt>
                <c:pt idx="6006">
                  <c:v>8.2439999999999998</c:v>
                </c:pt>
                <c:pt idx="6007">
                  <c:v>15.972749999999998</c:v>
                </c:pt>
                <c:pt idx="6008">
                  <c:v>18.033750000000001</c:v>
                </c:pt>
                <c:pt idx="6009">
                  <c:v>1.0302500000000001</c:v>
                </c:pt>
                <c:pt idx="6010">
                  <c:v>9.2722499999999997</c:v>
                </c:pt>
                <c:pt idx="6011">
                  <c:v>3.0914999999999999</c:v>
                </c:pt>
                <c:pt idx="6012">
                  <c:v>20.099625</c:v>
                </c:pt>
                <c:pt idx="6013">
                  <c:v>9.2767500000000016</c:v>
                </c:pt>
                <c:pt idx="6014">
                  <c:v>17.5185</c:v>
                </c:pt>
                <c:pt idx="6015">
                  <c:v>#N/A</c:v>
                </c:pt>
                <c:pt idx="6016">
                  <c:v>#N/A</c:v>
                </c:pt>
                <c:pt idx="6017">
                  <c:v>16.999125000000003</c:v>
                </c:pt>
                <c:pt idx="6018">
                  <c:v>22.665500000000002</c:v>
                </c:pt>
                <c:pt idx="6019">
                  <c:v>21.635249999999999</c:v>
                </c:pt>
                <c:pt idx="6020">
                  <c:v>8.2379999999999995</c:v>
                </c:pt>
                <c:pt idx="6021">
                  <c:v>24.713999999999995</c:v>
                </c:pt>
                <c:pt idx="6022">
                  <c:v>5.1475</c:v>
                </c:pt>
                <c:pt idx="6023">
                  <c:v>3.0892499999999994</c:v>
                </c:pt>
                <c:pt idx="6024">
                  <c:v>13.39</c:v>
                </c:pt>
                <c:pt idx="6025">
                  <c:v>9.7873750000000008</c:v>
                </c:pt>
                <c:pt idx="6026">
                  <c:v>9.2677499999999995</c:v>
                </c:pt>
                <c:pt idx="6027">
                  <c:v>59.6965</c:v>
                </c:pt>
                <c:pt idx="6028">
                  <c:v>27.281749999999999</c:v>
                </c:pt>
                <c:pt idx="6029">
                  <c:v>4.6327500000000006</c:v>
                </c:pt>
                <c:pt idx="6030">
                  <c:v>4.1180000000000003</c:v>
                </c:pt>
                <c:pt idx="6031">
                  <c:v>5.6622500000000002</c:v>
                </c:pt>
                <c:pt idx="6032">
                  <c:v>29.84825</c:v>
                </c:pt>
                <c:pt idx="6033">
                  <c:v>3.6023749999999999</c:v>
                </c:pt>
                <c:pt idx="6034">
                  <c:v>33.458750000000002</c:v>
                </c:pt>
                <c:pt idx="6035">
                  <c:v>167.21250000000001</c:v>
                </c:pt>
                <c:pt idx="6036">
                  <c:v>20.574999999999999</c:v>
                </c:pt>
                <c:pt idx="6037">
                  <c:v>9.2587499999999991</c:v>
                </c:pt>
                <c:pt idx="6038">
                  <c:v>15.945625</c:v>
                </c:pt>
                <c:pt idx="6039">
                  <c:v>20.574999999999999</c:v>
                </c:pt>
                <c:pt idx="6040">
                  <c:v>25.2105</c:v>
                </c:pt>
                <c:pt idx="6041">
                  <c:v>8.2319999999999993</c:v>
                </c:pt>
                <c:pt idx="6042">
                  <c:v>#N/A</c:v>
                </c:pt>
                <c:pt idx="6043">
                  <c:v>#N/A</c:v>
                </c:pt>
                <c:pt idx="6044">
                  <c:v>#N/A</c:v>
                </c:pt>
                <c:pt idx="6045">
                  <c:v>11.836375</c:v>
                </c:pt>
                <c:pt idx="6046">
                  <c:v>15.438750000000001</c:v>
                </c:pt>
                <c:pt idx="6047">
                  <c:v>1.5438750000000001</c:v>
                </c:pt>
                <c:pt idx="6048">
                  <c:v>18.016249999999999</c:v>
                </c:pt>
                <c:pt idx="6049">
                  <c:v>6.6917500000000008</c:v>
                </c:pt>
                <c:pt idx="6050">
                  <c:v>2.0590000000000002</c:v>
                </c:pt>
                <c:pt idx="6051">
                  <c:v>18.531000000000002</c:v>
                </c:pt>
                <c:pt idx="6052">
                  <c:v>15.438750000000001</c:v>
                </c:pt>
                <c:pt idx="6053">
                  <c:v>#N/A</c:v>
                </c:pt>
                <c:pt idx="6054">
                  <c:v>#N/A</c:v>
                </c:pt>
                <c:pt idx="6055">
                  <c:v>0.51475000000000004</c:v>
                </c:pt>
                <c:pt idx="6056">
                  <c:v>8.75075</c:v>
                </c:pt>
                <c:pt idx="6057">
                  <c:v>36.547249999999998</c:v>
                </c:pt>
                <c:pt idx="6058">
                  <c:v>10.2925</c:v>
                </c:pt>
                <c:pt idx="6059">
                  <c:v>13.888125</c:v>
                </c:pt>
                <c:pt idx="6060">
                  <c:v>29.319375000000001</c:v>
                </c:pt>
                <c:pt idx="6061">
                  <c:v>4.6293749999999996</c:v>
                </c:pt>
                <c:pt idx="6062">
                  <c:v>5.6595000000000004</c:v>
                </c:pt>
                <c:pt idx="6063">
                  <c:v>51.964500000000008</c:v>
                </c:pt>
                <c:pt idx="6064">
                  <c:v>1.5435000000000003</c:v>
                </c:pt>
                <c:pt idx="6065">
                  <c:v>12.345000000000001</c:v>
                </c:pt>
                <c:pt idx="6066">
                  <c:v>6.1725000000000003</c:v>
                </c:pt>
                <c:pt idx="6067">
                  <c:v>1.5431250000000001</c:v>
                </c:pt>
                <c:pt idx="6068">
                  <c:v>#N/A</c:v>
                </c:pt>
                <c:pt idx="6069">
                  <c:v>#N/A</c:v>
                </c:pt>
                <c:pt idx="6070">
                  <c:v>3.0854999999999992</c:v>
                </c:pt>
                <c:pt idx="6071">
                  <c:v>33.418125000000003</c:v>
                </c:pt>
                <c:pt idx="6072">
                  <c:v>29.812000000000001</c:v>
                </c:pt>
                <c:pt idx="6073">
                  <c:v>29.804750000000006</c:v>
                </c:pt>
                <c:pt idx="6074">
                  <c:v>80.658749999999998</c:v>
                </c:pt>
                <c:pt idx="6075">
                  <c:v>16.953749999999999</c:v>
                </c:pt>
                <c:pt idx="6076">
                  <c:v>5.6512500000000001</c:v>
                </c:pt>
                <c:pt idx="6077">
                  <c:v>12.84375</c:v>
                </c:pt>
                <c:pt idx="6078">
                  <c:v>16.953749999999999</c:v>
                </c:pt>
                <c:pt idx="6079">
                  <c:v>10.275</c:v>
                </c:pt>
                <c:pt idx="6080">
                  <c:v>21.063749999999999</c:v>
                </c:pt>
                <c:pt idx="6081">
                  <c:v>#N/A</c:v>
                </c:pt>
                <c:pt idx="6082">
                  <c:v>#N/A</c:v>
                </c:pt>
                <c:pt idx="6083">
                  <c:v>24.128624999999996</c:v>
                </c:pt>
                <c:pt idx="6084">
                  <c:v>20.535</c:v>
                </c:pt>
                <c:pt idx="6085">
                  <c:v>39.549124999999997</c:v>
                </c:pt>
                <c:pt idx="6086">
                  <c:v>22.594000000000001</c:v>
                </c:pt>
                <c:pt idx="6087">
                  <c:v>#N/A</c:v>
                </c:pt>
                <c:pt idx="6088">
                  <c:v>#N/A</c:v>
                </c:pt>
                <c:pt idx="6089">
                  <c:v>3.0802499999999999</c:v>
                </c:pt>
                <c:pt idx="6090">
                  <c:v>16.941375000000001</c:v>
                </c:pt>
                <c:pt idx="6091">
                  <c:v>15.401249999999999</c:v>
                </c:pt>
                <c:pt idx="6092">
                  <c:v>12.831250000000001</c:v>
                </c:pt>
                <c:pt idx="6093">
                  <c:v>34.892499999999998</c:v>
                </c:pt>
                <c:pt idx="6094">
                  <c:v>39.520249999999997</c:v>
                </c:pt>
                <c:pt idx="6095">
                  <c:v>54.404500000000013</c:v>
                </c:pt>
                <c:pt idx="6096">
                  <c:v>14.371000000000002</c:v>
                </c:pt>
                <c:pt idx="6097">
                  <c:v>11.804750000000002</c:v>
                </c:pt>
                <c:pt idx="6098">
                  <c:v>14.371000000000002</c:v>
                </c:pt>
                <c:pt idx="6099">
                  <c:v>25.668749999999999</c:v>
                </c:pt>
                <c:pt idx="6100">
                  <c:v>24.648</c:v>
                </c:pt>
                <c:pt idx="6101">
                  <c:v>17.459</c:v>
                </c:pt>
                <c:pt idx="6102">
                  <c:v>24.653999999999996</c:v>
                </c:pt>
                <c:pt idx="6103">
                  <c:v>21.577500000000001</c:v>
                </c:pt>
                <c:pt idx="6104">
                  <c:v>67.781999999999996</c:v>
                </c:pt>
                <c:pt idx="6105">
                  <c:v>#N/A</c:v>
                </c:pt>
                <c:pt idx="6106">
                  <c:v>#N/A</c:v>
                </c:pt>
                <c:pt idx="6107">
                  <c:v>12.333000000000002</c:v>
                </c:pt>
                <c:pt idx="6108">
                  <c:v>30.84</c:v>
                </c:pt>
                <c:pt idx="6109">
                  <c:v>26.220375000000001</c:v>
                </c:pt>
                <c:pt idx="6110">
                  <c:v>11.824875</c:v>
                </c:pt>
                <c:pt idx="6111">
                  <c:v>32.911999999999999</c:v>
                </c:pt>
                <c:pt idx="6112">
                  <c:v>3.0862500000000002</c:v>
                </c:pt>
                <c:pt idx="6113">
                  <c:v>4.6293749999999996</c:v>
                </c:pt>
                <c:pt idx="6114">
                  <c:v>20.574999999999999</c:v>
                </c:pt>
                <c:pt idx="6115">
                  <c:v>20.055749999999996</c:v>
                </c:pt>
                <c:pt idx="6116">
                  <c:v>#N/A</c:v>
                </c:pt>
                <c:pt idx="6117">
                  <c:v>#N/A</c:v>
                </c:pt>
                <c:pt idx="6118">
                  <c:v>#N/A</c:v>
                </c:pt>
                <c:pt idx="6119">
                  <c:v>#N/A</c:v>
                </c:pt>
                <c:pt idx="6120">
                  <c:v>31.346375000000005</c:v>
                </c:pt>
                <c:pt idx="6121">
                  <c:v>6.1680000000000001</c:v>
                </c:pt>
                <c:pt idx="6122">
                  <c:v>20.56</c:v>
                </c:pt>
                <c:pt idx="6123">
                  <c:v>41.16</c:v>
                </c:pt>
                <c:pt idx="6124">
                  <c:v>17.48875</c:v>
                </c:pt>
                <c:pt idx="6125">
                  <c:v>12.859375</c:v>
                </c:pt>
                <c:pt idx="6126">
                  <c:v>16.456</c:v>
                </c:pt>
                <c:pt idx="6127">
                  <c:v>13.377000000000001</c:v>
                </c:pt>
                <c:pt idx="6128">
                  <c:v>24.696000000000005</c:v>
                </c:pt>
                <c:pt idx="6129">
                  <c:v>2.0579999999999998</c:v>
                </c:pt>
                <c:pt idx="6130">
                  <c:v>33.442500000000003</c:v>
                </c:pt>
                <c:pt idx="6131">
                  <c:v>23.1525</c:v>
                </c:pt>
                <c:pt idx="6132">
                  <c:v>32.936</c:v>
                </c:pt>
                <c:pt idx="6133">
                  <c:v>#N/A</c:v>
                </c:pt>
                <c:pt idx="6134">
                  <c:v>#N/A</c:v>
                </c:pt>
                <c:pt idx="6135">
                  <c:v>22.134250000000002</c:v>
                </c:pt>
                <c:pt idx="6136">
                  <c:v>65.936000000000007</c:v>
                </c:pt>
                <c:pt idx="6137">
                  <c:v>6.18</c:v>
                </c:pt>
                <c:pt idx="6138">
                  <c:v>11.33</c:v>
                </c:pt>
                <c:pt idx="6139">
                  <c:v>6.6950000000000003</c:v>
                </c:pt>
                <c:pt idx="6140">
                  <c:v>13.901624999999999</c:v>
                </c:pt>
                <c:pt idx="6141">
                  <c:v>6.696625</c:v>
                </c:pt>
                <c:pt idx="6142">
                  <c:v>7.21</c:v>
                </c:pt>
                <c:pt idx="6143">
                  <c:v>47.883375000000001</c:v>
                </c:pt>
                <c:pt idx="6144">
                  <c:v>21.624749999999999</c:v>
                </c:pt>
                <c:pt idx="6145">
                  <c:v>10.2925</c:v>
                </c:pt>
                <c:pt idx="6146">
                  <c:v>1.5442499999999999</c:v>
                </c:pt>
                <c:pt idx="6147">
                  <c:v>13.386749999999999</c:v>
                </c:pt>
                <c:pt idx="6148">
                  <c:v>#N/A</c:v>
                </c:pt>
                <c:pt idx="6149">
                  <c:v>#N/A</c:v>
                </c:pt>
                <c:pt idx="6150">
                  <c:v>#N/A</c:v>
                </c:pt>
                <c:pt idx="6151">
                  <c:v>8.7486250000000005</c:v>
                </c:pt>
                <c:pt idx="6152">
                  <c:v>33.948749999999997</c:v>
                </c:pt>
                <c:pt idx="6153">
                  <c:v>7.7175000000000002</c:v>
                </c:pt>
                <c:pt idx="6154">
                  <c:v>24.1815</c:v>
                </c:pt>
                <c:pt idx="6155">
                  <c:v>6.6885000000000003</c:v>
                </c:pt>
                <c:pt idx="6156">
                  <c:v>12.862500000000001</c:v>
                </c:pt>
                <c:pt idx="6157">
                  <c:v>9.2609999999999992</c:v>
                </c:pt>
                <c:pt idx="6158">
                  <c:v>4.6316249999999997</c:v>
                </c:pt>
                <c:pt idx="6159">
                  <c:v>4.1180000000000003</c:v>
                </c:pt>
                <c:pt idx="6160">
                  <c:v>12.356999999999998</c:v>
                </c:pt>
                <c:pt idx="6161">
                  <c:v>35.003</c:v>
                </c:pt>
                <c:pt idx="6162">
                  <c:v>13.898250000000001</c:v>
                </c:pt>
                <c:pt idx="6163">
                  <c:v>32.421374999999998</c:v>
                </c:pt>
                <c:pt idx="6164">
                  <c:v>7.7175000000000002</c:v>
                </c:pt>
                <c:pt idx="6165">
                  <c:v>26.754000000000001</c:v>
                </c:pt>
                <c:pt idx="6166">
                  <c:v>7.2030000000000012</c:v>
                </c:pt>
                <c:pt idx="6167">
                  <c:v>1.0289999999999999</c:v>
                </c:pt>
                <c:pt idx="6168">
                  <c:v>12.348000000000003</c:v>
                </c:pt>
                <c:pt idx="6169">
                  <c:v>10.804500000000001</c:v>
                </c:pt>
                <c:pt idx="6170">
                  <c:v>16.456</c:v>
                </c:pt>
                <c:pt idx="6171">
                  <c:v>18.513000000000002</c:v>
                </c:pt>
                <c:pt idx="6172">
                  <c:v>20.57</c:v>
                </c:pt>
                <c:pt idx="6173">
                  <c:v>10.285</c:v>
                </c:pt>
                <c:pt idx="6174">
                  <c:v>#N/A</c:v>
                </c:pt>
                <c:pt idx="6175">
                  <c:v>#N/A</c:v>
                </c:pt>
                <c:pt idx="6176">
                  <c:v>17.994375000000002</c:v>
                </c:pt>
                <c:pt idx="6177">
                  <c:v>41.15</c:v>
                </c:pt>
                <c:pt idx="6178">
                  <c:v>5.1437499999999998</c:v>
                </c:pt>
                <c:pt idx="6179">
                  <c:v>31.376874999999998</c:v>
                </c:pt>
                <c:pt idx="6180">
                  <c:v>10.801875000000001</c:v>
                </c:pt>
                <c:pt idx="6181">
                  <c:v>13.891500000000001</c:v>
                </c:pt>
                <c:pt idx="6182">
                  <c:v>37.567625</c:v>
                </c:pt>
                <c:pt idx="6183">
                  <c:v>9.2632499999999993</c:v>
                </c:pt>
                <c:pt idx="6184">
                  <c:v>3.0884999999999998</c:v>
                </c:pt>
                <c:pt idx="6185">
                  <c:v>#N/A</c:v>
                </c:pt>
                <c:pt idx="6186">
                  <c:v>#N/A</c:v>
                </c:pt>
                <c:pt idx="6187">
                  <c:v>19.55575</c:v>
                </c:pt>
                <c:pt idx="6188">
                  <c:v>11.836375</c:v>
                </c:pt>
                <c:pt idx="6189">
                  <c:v>17.5015</c:v>
                </c:pt>
                <c:pt idx="6190">
                  <c:v>12.36</c:v>
                </c:pt>
                <c:pt idx="6191">
                  <c:v>10.815</c:v>
                </c:pt>
                <c:pt idx="6192">
                  <c:v>1.5449999999999999</c:v>
                </c:pt>
                <c:pt idx="6193">
                  <c:v>6.6933749999999996</c:v>
                </c:pt>
                <c:pt idx="6194">
                  <c:v>#N/A</c:v>
                </c:pt>
                <c:pt idx="6195">
                  <c:v>#N/A</c:v>
                </c:pt>
                <c:pt idx="6196">
                  <c:v>#N/A</c:v>
                </c:pt>
                <c:pt idx="6197">
                  <c:v>4.1180000000000003</c:v>
                </c:pt>
                <c:pt idx="6198">
                  <c:v>9.7802500000000006</c:v>
                </c:pt>
                <c:pt idx="6199">
                  <c:v>6.1755000000000004</c:v>
                </c:pt>
                <c:pt idx="6200">
                  <c:v>1.02925</c:v>
                </c:pt>
                <c:pt idx="6201">
                  <c:v>#N/A</c:v>
                </c:pt>
                <c:pt idx="6202">
                  <c:v>#N/A</c:v>
                </c:pt>
                <c:pt idx="6203">
                  <c:v>#N/A</c:v>
                </c:pt>
                <c:pt idx="6204">
                  <c:v>#N/A</c:v>
                </c:pt>
                <c:pt idx="6205">
                  <c:v>#N/A</c:v>
                </c:pt>
                <c:pt idx="6206">
                  <c:v>27.756</c:v>
                </c:pt>
                <c:pt idx="6207">
                  <c:v>24.672000000000001</c:v>
                </c:pt>
                <c:pt idx="6208">
                  <c:v>17.471750000000004</c:v>
                </c:pt>
                <c:pt idx="6209">
                  <c:v>29.290875</c:v>
                </c:pt>
                <c:pt idx="6210">
                  <c:v>21.593250000000005</c:v>
                </c:pt>
                <c:pt idx="6211">
                  <c:v>16.452000000000002</c:v>
                </c:pt>
                <c:pt idx="6212">
                  <c:v>#N/A</c:v>
                </c:pt>
                <c:pt idx="6213">
                  <c:v>#N/A</c:v>
                </c:pt>
                <c:pt idx="6214">
                  <c:v>#N/A</c:v>
                </c:pt>
                <c:pt idx="6215">
                  <c:v>25.7</c:v>
                </c:pt>
                <c:pt idx="6216">
                  <c:v>23.643999999999998</c:v>
                </c:pt>
                <c:pt idx="6217">
                  <c:v>16.962</c:v>
                </c:pt>
                <c:pt idx="6218">
                  <c:v>14.385</c:v>
                </c:pt>
                <c:pt idx="6219">
                  <c:v>33.401874999999997</c:v>
                </c:pt>
                <c:pt idx="6220">
                  <c:v>3.0840000000000001</c:v>
                </c:pt>
                <c:pt idx="6221">
                  <c:v>69.39</c:v>
                </c:pt>
                <c:pt idx="6222">
                  <c:v>21.598500000000001</c:v>
                </c:pt>
                <c:pt idx="6223">
                  <c:v>#N/A</c:v>
                </c:pt>
                <c:pt idx="6224">
                  <c:v>#N/A</c:v>
                </c:pt>
                <c:pt idx="6225">
                  <c:v>17.480250000000002</c:v>
                </c:pt>
                <c:pt idx="6226">
                  <c:v>1.542</c:v>
                </c:pt>
                <c:pt idx="6227">
                  <c:v>13.878</c:v>
                </c:pt>
                <c:pt idx="6228">
                  <c:v>#N/A</c:v>
                </c:pt>
                <c:pt idx="6229">
                  <c:v>#N/A</c:v>
                </c:pt>
                <c:pt idx="6230">
                  <c:v>1.5427499999999996</c:v>
                </c:pt>
                <c:pt idx="6231">
                  <c:v>#N/A</c:v>
                </c:pt>
                <c:pt idx="6232">
                  <c:v>#N/A</c:v>
                </c:pt>
                <c:pt idx="6233">
                  <c:v>25.198250000000002</c:v>
                </c:pt>
                <c:pt idx="6234">
                  <c:v>106.44974999999998</c:v>
                </c:pt>
                <c:pt idx="6235">
                  <c:v>5.1425000000000001</c:v>
                </c:pt>
                <c:pt idx="6236">
                  <c:v>9.766</c:v>
                </c:pt>
                <c:pt idx="6237">
                  <c:v>3.5979999999999999</c:v>
                </c:pt>
                <c:pt idx="6238">
                  <c:v>8.2279999999999998</c:v>
                </c:pt>
                <c:pt idx="6239">
                  <c:v>10.799250000000001</c:v>
                </c:pt>
                <c:pt idx="6240">
                  <c:v>6.1680000000000001</c:v>
                </c:pt>
                <c:pt idx="6241">
                  <c:v>18.503999999999998</c:v>
                </c:pt>
                <c:pt idx="6242">
                  <c:v>#N/A</c:v>
                </c:pt>
                <c:pt idx="6243">
                  <c:v>#N/A</c:v>
                </c:pt>
                <c:pt idx="6244">
                  <c:v>10.801875000000001</c:v>
                </c:pt>
                <c:pt idx="6245">
                  <c:v>2.57125</c:v>
                </c:pt>
                <c:pt idx="6246">
                  <c:v>18.521999999999998</c:v>
                </c:pt>
                <c:pt idx="6247">
                  <c:v>16.463999999999999</c:v>
                </c:pt>
                <c:pt idx="6248">
                  <c:v>9.7731250000000003</c:v>
                </c:pt>
                <c:pt idx="6249">
                  <c:v>20.58</c:v>
                </c:pt>
                <c:pt idx="6250">
                  <c:v>7.2012499999999999</c:v>
                </c:pt>
                <c:pt idx="6251">
                  <c:v>3.0870000000000006</c:v>
                </c:pt>
                <c:pt idx="6252">
                  <c:v>13.894875000000001</c:v>
                </c:pt>
                <c:pt idx="6253">
                  <c:v>12.348000000000003</c:v>
                </c:pt>
                <c:pt idx="6254">
                  <c:v>3.0862500000000002</c:v>
                </c:pt>
                <c:pt idx="6255">
                  <c:v>8.2319999999999993</c:v>
                </c:pt>
                <c:pt idx="6256">
                  <c:v>6.1740000000000013</c:v>
                </c:pt>
                <c:pt idx="6257">
                  <c:v>0.51449999999999996</c:v>
                </c:pt>
                <c:pt idx="6258">
                  <c:v>#N/A</c:v>
                </c:pt>
                <c:pt idx="6259">
                  <c:v>#N/A</c:v>
                </c:pt>
                <c:pt idx="6260">
                  <c:v>1.0289999999999999</c:v>
                </c:pt>
                <c:pt idx="6261">
                  <c:v>1.02925</c:v>
                </c:pt>
                <c:pt idx="6262">
                  <c:v>11.83925</c:v>
                </c:pt>
                <c:pt idx="6263">
                  <c:v>14.416499999999997</c:v>
                </c:pt>
                <c:pt idx="6264">
                  <c:v>28.832999999999995</c:v>
                </c:pt>
                <c:pt idx="6265">
                  <c:v>37.08</c:v>
                </c:pt>
                <c:pt idx="6266">
                  <c:v>7.7249999999999996</c:v>
                </c:pt>
                <c:pt idx="6267">
                  <c:v>5.6636249999999997</c:v>
                </c:pt>
                <c:pt idx="6268">
                  <c:v>3.0892499999999994</c:v>
                </c:pt>
                <c:pt idx="6269">
                  <c:v>3.6041249999999994</c:v>
                </c:pt>
                <c:pt idx="6270">
                  <c:v>39.645375000000001</c:v>
                </c:pt>
                <c:pt idx="6271">
                  <c:v>#N/A</c:v>
                </c:pt>
                <c:pt idx="6272">
                  <c:v>#N/A</c:v>
                </c:pt>
                <c:pt idx="6273">
                  <c:v>34.986000000000004</c:v>
                </c:pt>
                <c:pt idx="6274">
                  <c:v>9.2677499999999995</c:v>
                </c:pt>
                <c:pt idx="6275">
                  <c:v>5.1475</c:v>
                </c:pt>
                <c:pt idx="6276">
                  <c:v>11.836375</c:v>
                </c:pt>
                <c:pt idx="6277">
                  <c:v>30.370249999999999</c:v>
                </c:pt>
                <c:pt idx="6278">
                  <c:v>11.3245</c:v>
                </c:pt>
                <c:pt idx="6279">
                  <c:v>4.1189999999999998</c:v>
                </c:pt>
                <c:pt idx="6280">
                  <c:v>7.21</c:v>
                </c:pt>
                <c:pt idx="6281">
                  <c:v>#N/A</c:v>
                </c:pt>
                <c:pt idx="6282">
                  <c:v>#N/A</c:v>
                </c:pt>
                <c:pt idx="6283">
                  <c:v>#N/A</c:v>
                </c:pt>
                <c:pt idx="6284">
                  <c:v>#N/A</c:v>
                </c:pt>
                <c:pt idx="6285">
                  <c:v>#N/A</c:v>
                </c:pt>
                <c:pt idx="6286">
                  <c:v>#N/A</c:v>
                </c:pt>
                <c:pt idx="6287">
                  <c:v>3.0877500000000002</c:v>
                </c:pt>
                <c:pt idx="6288">
                  <c:v>2.5731250000000001</c:v>
                </c:pt>
                <c:pt idx="6289">
                  <c:v>#N/A</c:v>
                </c:pt>
                <c:pt idx="6290">
                  <c:v>#N/A</c:v>
                </c:pt>
                <c:pt idx="6291">
                  <c:v>#N/A</c:v>
                </c:pt>
                <c:pt idx="6292">
                  <c:v>#N/A</c:v>
                </c:pt>
                <c:pt idx="6293">
                  <c:v>#N/A</c:v>
                </c:pt>
                <c:pt idx="6294">
                  <c:v>4.1180000000000003</c:v>
                </c:pt>
                <c:pt idx="6295">
                  <c:v>7.7212500000000004</c:v>
                </c:pt>
                <c:pt idx="6296">
                  <c:v>#N/A</c:v>
                </c:pt>
                <c:pt idx="6297">
                  <c:v>#N/A</c:v>
                </c:pt>
                <c:pt idx="6298">
                  <c:v>2.5731250000000001</c:v>
                </c:pt>
                <c:pt idx="6299">
                  <c:v>3.6032500000000001</c:v>
                </c:pt>
                <c:pt idx="6300">
                  <c:v>6.1769999999999996</c:v>
                </c:pt>
                <c:pt idx="6301">
                  <c:v>7.2065000000000001</c:v>
                </c:pt>
                <c:pt idx="6302">
                  <c:v>1.5442499999999999</c:v>
                </c:pt>
                <c:pt idx="6303">
                  <c:v>#N/A</c:v>
                </c:pt>
                <c:pt idx="6304">
                  <c:v>#N/A</c:v>
                </c:pt>
                <c:pt idx="6305">
                  <c:v>#N/A</c:v>
                </c:pt>
                <c:pt idx="6306">
                  <c:v>#N/A</c:v>
                </c:pt>
                <c:pt idx="6307">
                  <c:v>2.57375</c:v>
                </c:pt>
                <c:pt idx="6308">
                  <c:v>2.57375</c:v>
                </c:pt>
                <c:pt idx="6309">
                  <c:v>2.0590000000000002</c:v>
                </c:pt>
                <c:pt idx="6310">
                  <c:v>4.1180000000000003</c:v>
                </c:pt>
                <c:pt idx="6311">
                  <c:v>2.0590000000000002</c:v>
                </c:pt>
                <c:pt idx="6312">
                  <c:v>#N/A</c:v>
                </c:pt>
                <c:pt idx="6313">
                  <c:v>#N/A</c:v>
                </c:pt>
                <c:pt idx="6314">
                  <c:v>1.5442499999999999</c:v>
                </c:pt>
                <c:pt idx="6315">
                  <c:v>#N/A</c:v>
                </c:pt>
                <c:pt idx="6316">
                  <c:v>#N/A</c:v>
                </c:pt>
                <c:pt idx="6317">
                  <c:v>1.0287500000000001</c:v>
                </c:pt>
                <c:pt idx="6318">
                  <c:v>3.600625</c:v>
                </c:pt>
                <c:pt idx="6319">
                  <c:v>10.801875000000001</c:v>
                </c:pt>
                <c:pt idx="6320">
                  <c:v>#N/A</c:v>
                </c:pt>
                <c:pt idx="6321">
                  <c:v>#N/A</c:v>
                </c:pt>
                <c:pt idx="6322">
                  <c:v>24.169750000000001</c:v>
                </c:pt>
                <c:pt idx="6323">
                  <c:v>1.5427499999999996</c:v>
                </c:pt>
                <c:pt idx="6324">
                  <c:v>1.5427499999999996</c:v>
                </c:pt>
                <c:pt idx="6325">
                  <c:v>19.027249999999999</c:v>
                </c:pt>
                <c:pt idx="6326">
                  <c:v>2.0569999999999999</c:v>
                </c:pt>
                <c:pt idx="6327">
                  <c:v>3.598875</c:v>
                </c:pt>
                <c:pt idx="6328">
                  <c:v>#N/A</c:v>
                </c:pt>
                <c:pt idx="6329">
                  <c:v>#N/A</c:v>
                </c:pt>
                <c:pt idx="6330">
                  <c:v>#N/A</c:v>
                </c:pt>
                <c:pt idx="6331">
                  <c:v>#N/A</c:v>
                </c:pt>
                <c:pt idx="6332">
                  <c:v>#N/A</c:v>
                </c:pt>
                <c:pt idx="6333">
                  <c:v>30.326000000000001</c:v>
                </c:pt>
                <c:pt idx="6334">
                  <c:v>15.930125</c:v>
                </c:pt>
                <c:pt idx="6335">
                  <c:v>31.353999999999999</c:v>
                </c:pt>
                <c:pt idx="6336">
                  <c:v>#N/A</c:v>
                </c:pt>
                <c:pt idx="6337">
                  <c:v>#N/A</c:v>
                </c:pt>
                <c:pt idx="6338">
                  <c:v>5.6553750000000003</c:v>
                </c:pt>
                <c:pt idx="6339">
                  <c:v>9.766</c:v>
                </c:pt>
                <c:pt idx="6340">
                  <c:v>#N/A</c:v>
                </c:pt>
                <c:pt idx="6341">
                  <c:v>#N/A</c:v>
                </c:pt>
                <c:pt idx="6342">
                  <c:v>4.6271250000000004</c:v>
                </c:pt>
                <c:pt idx="6343">
                  <c:v>9.7683750000000007</c:v>
                </c:pt>
                <c:pt idx="6344">
                  <c:v>13.878</c:v>
                </c:pt>
                <c:pt idx="6345">
                  <c:v>4.6259999999999994</c:v>
                </c:pt>
                <c:pt idx="6346">
                  <c:v>12.85</c:v>
                </c:pt>
                <c:pt idx="6347">
                  <c:v>6.683625000000001</c:v>
                </c:pt>
                <c:pt idx="6348">
                  <c:v>#N/A</c:v>
                </c:pt>
                <c:pt idx="6349">
                  <c:v>#N/A</c:v>
                </c:pt>
                <c:pt idx="6350">
                  <c:v>7.2012499999999999</c:v>
                </c:pt>
                <c:pt idx="6351">
                  <c:v>5.1425000000000001</c:v>
                </c:pt>
                <c:pt idx="6352">
                  <c:v>2.0569999999999999</c:v>
                </c:pt>
                <c:pt idx="6353">
                  <c:v>5.1437499999999998</c:v>
                </c:pt>
                <c:pt idx="6354">
                  <c:v>9.2587499999999991</c:v>
                </c:pt>
                <c:pt idx="6355">
                  <c:v>#N/A</c:v>
                </c:pt>
                <c:pt idx="6356">
                  <c:v>#N/A</c:v>
                </c:pt>
                <c:pt idx="6357">
                  <c:v>#N/A</c:v>
                </c:pt>
                <c:pt idx="6358">
                  <c:v>#N/A</c:v>
                </c:pt>
                <c:pt idx="6359">
                  <c:v>#N/A</c:v>
                </c:pt>
                <c:pt idx="6360">
                  <c:v>#N/A</c:v>
                </c:pt>
                <c:pt idx="6361">
                  <c:v>4.1139999999999999</c:v>
                </c:pt>
                <c:pt idx="6362">
                  <c:v>3.600625</c:v>
                </c:pt>
                <c:pt idx="6363">
                  <c:v>5.6581250000000001</c:v>
                </c:pt>
                <c:pt idx="6364">
                  <c:v>5.1437499999999998</c:v>
                </c:pt>
                <c:pt idx="6365">
                  <c:v>#N/A</c:v>
                </c:pt>
                <c:pt idx="6366">
                  <c:v>#N/A</c:v>
                </c:pt>
                <c:pt idx="6367">
                  <c:v>6.683625000000001</c:v>
                </c:pt>
                <c:pt idx="6368">
                  <c:v>#N/A</c:v>
                </c:pt>
                <c:pt idx="6369">
                  <c:v>#N/A</c:v>
                </c:pt>
                <c:pt idx="6370">
                  <c:v>5.6539999999999999</c:v>
                </c:pt>
                <c:pt idx="6371">
                  <c:v>11.305249999999999</c:v>
                </c:pt>
                <c:pt idx="6372">
                  <c:v>8.7358750000000018</c:v>
                </c:pt>
                <c:pt idx="6373">
                  <c:v>#N/A</c:v>
                </c:pt>
                <c:pt idx="6374">
                  <c:v>#N/A</c:v>
                </c:pt>
                <c:pt idx="6375">
                  <c:v>4.1100000000000003</c:v>
                </c:pt>
                <c:pt idx="6376">
                  <c:v>25.681249999999999</c:v>
                </c:pt>
                <c:pt idx="6377">
                  <c:v>0.51349999999999996</c:v>
                </c:pt>
                <c:pt idx="6378">
                  <c:v>11.813374999999997</c:v>
                </c:pt>
                <c:pt idx="6379">
                  <c:v>4.6215000000000002</c:v>
                </c:pt>
                <c:pt idx="6380">
                  <c:v>6.1619999999999999</c:v>
                </c:pt>
                <c:pt idx="6381">
                  <c:v>#N/A</c:v>
                </c:pt>
                <c:pt idx="6382">
                  <c:v>#N/A</c:v>
                </c:pt>
                <c:pt idx="6383">
                  <c:v>28.235624999999999</c:v>
                </c:pt>
                <c:pt idx="6384">
                  <c:v>16.428000000000001</c:v>
                </c:pt>
                <c:pt idx="6385">
                  <c:v>9.7517500000000013</c:v>
                </c:pt>
                <c:pt idx="6386">
                  <c:v>4.6192500000000001</c:v>
                </c:pt>
                <c:pt idx="6387">
                  <c:v>4.6203749999999992</c:v>
                </c:pt>
                <c:pt idx="6388">
                  <c:v>20.535</c:v>
                </c:pt>
                <c:pt idx="6389">
                  <c:v>22.582999999999998</c:v>
                </c:pt>
                <c:pt idx="6390">
                  <c:v>22.064374999999998</c:v>
                </c:pt>
                <c:pt idx="6391">
                  <c:v>27.195625</c:v>
                </c:pt>
                <c:pt idx="6392">
                  <c:v>2.5656249999999998</c:v>
                </c:pt>
                <c:pt idx="6393">
                  <c:v>32.840000000000003</c:v>
                </c:pt>
                <c:pt idx="6394">
                  <c:v>33.361249999999998</c:v>
                </c:pt>
                <c:pt idx="6395">
                  <c:v>28.742000000000004</c:v>
                </c:pt>
                <c:pt idx="6396">
                  <c:v>13.851000000000001</c:v>
                </c:pt>
                <c:pt idx="6397">
                  <c:v>16.928999999999998</c:v>
                </c:pt>
                <c:pt idx="6398">
                  <c:v>22.075125</c:v>
                </c:pt>
                <c:pt idx="6399">
                  <c:v>21.567000000000004</c:v>
                </c:pt>
                <c:pt idx="6400">
                  <c:v>17.454750000000001</c:v>
                </c:pt>
                <c:pt idx="6401">
                  <c:v>6.6738749999999989</c:v>
                </c:pt>
                <c:pt idx="6402">
                  <c:v>17.968125000000001</c:v>
                </c:pt>
                <c:pt idx="6403">
                  <c:v>13.347749999999998</c:v>
                </c:pt>
                <c:pt idx="6404">
                  <c:v>5.1325000000000003</c:v>
                </c:pt>
                <c:pt idx="6405">
                  <c:v>5.647125</c:v>
                </c:pt>
                <c:pt idx="6406">
                  <c:v>26.175750000000004</c:v>
                </c:pt>
                <c:pt idx="6407">
                  <c:v>4.618125</c:v>
                </c:pt>
                <c:pt idx="6408">
                  <c:v>22.582999999999998</c:v>
                </c:pt>
                <c:pt idx="6409">
                  <c:v>#N/A</c:v>
                </c:pt>
                <c:pt idx="6410">
                  <c:v>#N/A</c:v>
                </c:pt>
                <c:pt idx="6411">
                  <c:v>0.51337500000000003</c:v>
                </c:pt>
                <c:pt idx="6412">
                  <c:v>12.828125</c:v>
                </c:pt>
                <c:pt idx="6413">
                  <c:v>13.857749999999999</c:v>
                </c:pt>
                <c:pt idx="6414">
                  <c:v>13.857749999999999</c:v>
                </c:pt>
                <c:pt idx="6415">
                  <c:v>17.9725</c:v>
                </c:pt>
                <c:pt idx="6416">
                  <c:v>2.0535000000000001</c:v>
                </c:pt>
                <c:pt idx="6417">
                  <c:v>9.2385000000000002</c:v>
                </c:pt>
                <c:pt idx="6418">
                  <c:v>2.5662500000000001</c:v>
                </c:pt>
                <c:pt idx="6419">
                  <c:v>0.51337500000000003</c:v>
                </c:pt>
                <c:pt idx="6420">
                  <c:v>20.535</c:v>
                </c:pt>
                <c:pt idx="6421">
                  <c:v>16.941375000000001</c:v>
                </c:pt>
                <c:pt idx="6422">
                  <c:v>#N/A</c:v>
                </c:pt>
                <c:pt idx="6423">
                  <c:v>#N/A</c:v>
                </c:pt>
                <c:pt idx="6424">
                  <c:v>37.485500000000002</c:v>
                </c:pt>
                <c:pt idx="6425">
                  <c:v>7.7043749999999998</c:v>
                </c:pt>
                <c:pt idx="6426">
                  <c:v>27.7425</c:v>
                </c:pt>
                <c:pt idx="6427">
                  <c:v>25.173749999999998</c:v>
                </c:pt>
                <c:pt idx="6428">
                  <c:v>2.0550000000000002</c:v>
                </c:pt>
                <c:pt idx="6429">
                  <c:v>25.7</c:v>
                </c:pt>
                <c:pt idx="6430">
                  <c:v>3.5971250000000006</c:v>
                </c:pt>
                <c:pt idx="6431">
                  <c:v>4.1109999999999998</c:v>
                </c:pt>
                <c:pt idx="6432">
                  <c:v>42.148000000000003</c:v>
                </c:pt>
                <c:pt idx="6433">
                  <c:v>24.672000000000001</c:v>
                </c:pt>
                <c:pt idx="6434">
                  <c:v>25.6875</c:v>
                </c:pt>
                <c:pt idx="6435">
                  <c:v>8.2219999999999995</c:v>
                </c:pt>
                <c:pt idx="6436">
                  <c:v>#N/A</c:v>
                </c:pt>
                <c:pt idx="6437">
                  <c:v>#N/A</c:v>
                </c:pt>
                <c:pt idx="6438">
                  <c:v>31.844750000000001</c:v>
                </c:pt>
                <c:pt idx="6439">
                  <c:v>8.2140000000000004</c:v>
                </c:pt>
                <c:pt idx="6440">
                  <c:v>#N/A</c:v>
                </c:pt>
                <c:pt idx="6441">
                  <c:v>#N/A</c:v>
                </c:pt>
                <c:pt idx="6442">
                  <c:v>#N/A</c:v>
                </c:pt>
                <c:pt idx="6443">
                  <c:v>15.401249999999999</c:v>
                </c:pt>
                <c:pt idx="6444">
                  <c:v>38.503124999999997</c:v>
                </c:pt>
                <c:pt idx="6445">
                  <c:v>15.397500000000001</c:v>
                </c:pt>
                <c:pt idx="6446">
                  <c:v>10.265000000000001</c:v>
                </c:pt>
                <c:pt idx="6447">
                  <c:v>5.1325000000000003</c:v>
                </c:pt>
                <c:pt idx="6448">
                  <c:v>#N/A</c:v>
                </c:pt>
                <c:pt idx="6449">
                  <c:v>#N/A</c:v>
                </c:pt>
                <c:pt idx="6450">
                  <c:v>13.861124999999999</c:v>
                </c:pt>
                <c:pt idx="6451">
                  <c:v>#N/A</c:v>
                </c:pt>
                <c:pt idx="6452">
                  <c:v>#N/A</c:v>
                </c:pt>
                <c:pt idx="6453">
                  <c:v>5.1325000000000003</c:v>
                </c:pt>
                <c:pt idx="6454">
                  <c:v>2.5662500000000001</c:v>
                </c:pt>
                <c:pt idx="6455">
                  <c:v>17.959375000000001</c:v>
                </c:pt>
                <c:pt idx="6456">
                  <c:v>#N/A</c:v>
                </c:pt>
                <c:pt idx="6457">
                  <c:v>#N/A</c:v>
                </c:pt>
                <c:pt idx="6458">
                  <c:v>41.552999999999997</c:v>
                </c:pt>
                <c:pt idx="6459">
                  <c:v>40.527000000000001</c:v>
                </c:pt>
                <c:pt idx="6460">
                  <c:v>11.28875</c:v>
                </c:pt>
                <c:pt idx="6461">
                  <c:v>4.1059999999999999</c:v>
                </c:pt>
                <c:pt idx="6462">
                  <c:v>30.795000000000002</c:v>
                </c:pt>
                <c:pt idx="6463">
                  <c:v>9.2407499999999985</c:v>
                </c:pt>
                <c:pt idx="6464">
                  <c:v>20.021625</c:v>
                </c:pt>
                <c:pt idx="6465">
                  <c:v>8.7252500000000008</c:v>
                </c:pt>
                <c:pt idx="6466">
                  <c:v>16.937250000000002</c:v>
                </c:pt>
                <c:pt idx="6467">
                  <c:v>5.6485000000000003</c:v>
                </c:pt>
                <c:pt idx="6468">
                  <c:v>#N/A</c:v>
                </c:pt>
                <c:pt idx="6469">
                  <c:v>#N/A</c:v>
                </c:pt>
                <c:pt idx="6470">
                  <c:v>3.081</c:v>
                </c:pt>
                <c:pt idx="6471">
                  <c:v>15.401249999999999</c:v>
                </c:pt>
                <c:pt idx="6472">
                  <c:v>36.962999999999994</c:v>
                </c:pt>
                <c:pt idx="6473">
                  <c:v>4.6215000000000002</c:v>
                </c:pt>
                <c:pt idx="6474">
                  <c:v>0.51349999999999996</c:v>
                </c:pt>
                <c:pt idx="6475">
                  <c:v>24.146249999999998</c:v>
                </c:pt>
                <c:pt idx="6476">
                  <c:v>#N/A</c:v>
                </c:pt>
                <c:pt idx="6477">
                  <c:v>#N/A</c:v>
                </c:pt>
                <c:pt idx="6478">
                  <c:v>9.758874999999998</c:v>
                </c:pt>
                <c:pt idx="6479">
                  <c:v>7.1907499999999986</c:v>
                </c:pt>
                <c:pt idx="6480">
                  <c:v>0.513625</c:v>
                </c:pt>
                <c:pt idx="6481">
                  <c:v>#N/A</c:v>
                </c:pt>
                <c:pt idx="6482">
                  <c:v>#N/A</c:v>
                </c:pt>
                <c:pt idx="6483">
                  <c:v>#N/A</c:v>
                </c:pt>
                <c:pt idx="6484">
                  <c:v>6.67225</c:v>
                </c:pt>
                <c:pt idx="6485">
                  <c:v>#N/A</c:v>
                </c:pt>
                <c:pt idx="6486">
                  <c:v>#N/A</c:v>
                </c:pt>
                <c:pt idx="6487">
                  <c:v>12.318000000000003</c:v>
                </c:pt>
                <c:pt idx="6488">
                  <c:v>10.77825</c:v>
                </c:pt>
                <c:pt idx="6489">
                  <c:v>11.807625</c:v>
                </c:pt>
                <c:pt idx="6490">
                  <c:v>7.7024999999999997</c:v>
                </c:pt>
                <c:pt idx="6491">
                  <c:v>26.188500000000001</c:v>
                </c:pt>
                <c:pt idx="6492">
                  <c:v>3.5953749999999993</c:v>
                </c:pt>
                <c:pt idx="6493">
                  <c:v>14.385</c:v>
                </c:pt>
                <c:pt idx="6494">
                  <c:v>48.315999999999988</c:v>
                </c:pt>
                <c:pt idx="6495">
                  <c:v>23.124375000000001</c:v>
                </c:pt>
                <c:pt idx="6496">
                  <c:v>4.6259999999999994</c:v>
                </c:pt>
                <c:pt idx="6497">
                  <c:v>22.616</c:v>
                </c:pt>
                <c:pt idx="6498">
                  <c:v>7.1942500000000011</c:v>
                </c:pt>
                <c:pt idx="6499">
                  <c:v>19.018000000000001</c:v>
                </c:pt>
                <c:pt idx="6500">
                  <c:v>2.57</c:v>
                </c:pt>
                <c:pt idx="6501">
                  <c:v>12.853125</c:v>
                </c:pt>
                <c:pt idx="6502">
                  <c:v>33.426250000000003</c:v>
                </c:pt>
                <c:pt idx="6503">
                  <c:v>41.644125000000003</c:v>
                </c:pt>
                <c:pt idx="6504">
                  <c:v>11.821999999999999</c:v>
                </c:pt>
                <c:pt idx="6505">
                  <c:v>4.6271250000000004</c:v>
                </c:pt>
                <c:pt idx="6506">
                  <c:v>0.51412500000000005</c:v>
                </c:pt>
                <c:pt idx="6507">
                  <c:v>5.1412500000000003</c:v>
                </c:pt>
                <c:pt idx="6508">
                  <c:v>5.6553750000000003</c:v>
                </c:pt>
                <c:pt idx="6509">
                  <c:v>10.282500000000001</c:v>
                </c:pt>
                <c:pt idx="6510">
                  <c:v>#N/A</c:v>
                </c:pt>
                <c:pt idx="6511">
                  <c:v>#N/A</c:v>
                </c:pt>
                <c:pt idx="6512">
                  <c:v>#N/A</c:v>
                </c:pt>
                <c:pt idx="6513">
                  <c:v>#N/A</c:v>
                </c:pt>
                <c:pt idx="6514">
                  <c:v>26.721499999999999</c:v>
                </c:pt>
                <c:pt idx="6515">
                  <c:v>42.641249999999999</c:v>
                </c:pt>
                <c:pt idx="6516">
                  <c:v>47.767125</c:v>
                </c:pt>
                <c:pt idx="6517">
                  <c:v>#N/A</c:v>
                </c:pt>
                <c:pt idx="6518">
                  <c:v>#N/A</c:v>
                </c:pt>
                <c:pt idx="6519">
                  <c:v>25.179874999999999</c:v>
                </c:pt>
                <c:pt idx="6520">
                  <c:v>14.891500000000001</c:v>
                </c:pt>
                <c:pt idx="6521">
                  <c:v>23.107500000000002</c:v>
                </c:pt>
                <c:pt idx="6522">
                  <c:v>4.6215000000000002</c:v>
                </c:pt>
                <c:pt idx="6523">
                  <c:v>#N/A</c:v>
                </c:pt>
                <c:pt idx="6524">
                  <c:v>#N/A</c:v>
                </c:pt>
                <c:pt idx="6525">
                  <c:v>2.566875</c:v>
                </c:pt>
                <c:pt idx="6526">
                  <c:v>25.662500000000001</c:v>
                </c:pt>
                <c:pt idx="6527">
                  <c:v>11.28875</c:v>
                </c:pt>
                <c:pt idx="6528">
                  <c:v>10.77825</c:v>
                </c:pt>
                <c:pt idx="6529">
                  <c:v>5.6443750000000001</c:v>
                </c:pt>
                <c:pt idx="6530">
                  <c:v>16.937250000000002</c:v>
                </c:pt>
                <c:pt idx="6531">
                  <c:v>13.861124999999999</c:v>
                </c:pt>
                <c:pt idx="6532">
                  <c:v>4.1070000000000002</c:v>
                </c:pt>
                <c:pt idx="6533">
                  <c:v>#N/A</c:v>
                </c:pt>
                <c:pt idx="6534">
                  <c:v>#N/A</c:v>
                </c:pt>
                <c:pt idx="6535">
                  <c:v>#N/A</c:v>
                </c:pt>
                <c:pt idx="6536">
                  <c:v>#N/A</c:v>
                </c:pt>
                <c:pt idx="6537">
                  <c:v>12.84375</c:v>
                </c:pt>
                <c:pt idx="6538">
                  <c:v>13.874625</c:v>
                </c:pt>
                <c:pt idx="6539">
                  <c:v>1.028</c:v>
                </c:pt>
                <c:pt idx="6540">
                  <c:v>7.1942500000000011</c:v>
                </c:pt>
                <c:pt idx="6541">
                  <c:v>#N/A</c:v>
                </c:pt>
                <c:pt idx="6542">
                  <c:v>#N/A</c:v>
                </c:pt>
                <c:pt idx="6543">
                  <c:v>16.957875000000001</c:v>
                </c:pt>
                <c:pt idx="6544">
                  <c:v>#N/A</c:v>
                </c:pt>
                <c:pt idx="6545">
                  <c:v>#N/A</c:v>
                </c:pt>
                <c:pt idx="6546">
                  <c:v>10.28</c:v>
                </c:pt>
                <c:pt idx="6547">
                  <c:v>4.1120000000000001</c:v>
                </c:pt>
                <c:pt idx="6548">
                  <c:v>32.381999999999998</c:v>
                </c:pt>
                <c:pt idx="6549">
                  <c:v>5.6539999999999999</c:v>
                </c:pt>
                <c:pt idx="6550">
                  <c:v>11.824875</c:v>
                </c:pt>
                <c:pt idx="6551">
                  <c:v>7.7137500000000001</c:v>
                </c:pt>
                <c:pt idx="6552">
                  <c:v>20.57</c:v>
                </c:pt>
                <c:pt idx="6553">
                  <c:v>7.1994999999999987</c:v>
                </c:pt>
                <c:pt idx="6554">
                  <c:v>4.1139999999999999</c:v>
                </c:pt>
                <c:pt idx="6555">
                  <c:v>6.1725000000000003</c:v>
                </c:pt>
                <c:pt idx="6556">
                  <c:v>#N/A</c:v>
                </c:pt>
                <c:pt idx="6557">
                  <c:v>#N/A</c:v>
                </c:pt>
                <c:pt idx="6558">
                  <c:v>#N/A</c:v>
                </c:pt>
                <c:pt idx="6559">
                  <c:v>8.7465000000000011</c:v>
                </c:pt>
                <c:pt idx="6560">
                  <c:v>#N/A</c:v>
                </c:pt>
                <c:pt idx="6561">
                  <c:v>#N/A</c:v>
                </c:pt>
                <c:pt idx="6562">
                  <c:v>2.0585</c:v>
                </c:pt>
                <c:pt idx="6563">
                  <c:v>39.616500000000002</c:v>
                </c:pt>
                <c:pt idx="6564">
                  <c:v>21.593250000000005</c:v>
                </c:pt>
                <c:pt idx="6565">
                  <c:v>38.568750000000001</c:v>
                </c:pt>
                <c:pt idx="6566">
                  <c:v>12.856249999999999</c:v>
                </c:pt>
                <c:pt idx="6567">
                  <c:v>#N/A</c:v>
                </c:pt>
                <c:pt idx="6568">
                  <c:v>#N/A</c:v>
                </c:pt>
                <c:pt idx="6569">
                  <c:v>#N/A</c:v>
                </c:pt>
                <c:pt idx="6570">
                  <c:v>#N/A</c:v>
                </c:pt>
                <c:pt idx="6571">
                  <c:v>6.1725000000000003</c:v>
                </c:pt>
                <c:pt idx="6572">
                  <c:v>6.1709999999999985</c:v>
                </c:pt>
                <c:pt idx="6573">
                  <c:v>8.2279999999999998</c:v>
                </c:pt>
                <c:pt idx="6574">
                  <c:v>3.5997499999999993</c:v>
                </c:pt>
                <c:pt idx="6575">
                  <c:v>5.6581250000000001</c:v>
                </c:pt>
                <c:pt idx="6576">
                  <c:v>2.5718749999999999</c:v>
                </c:pt>
                <c:pt idx="6577">
                  <c:v>5.1437499999999998</c:v>
                </c:pt>
                <c:pt idx="6578">
                  <c:v>25.204374999999999</c:v>
                </c:pt>
                <c:pt idx="6579">
                  <c:v>#N/A</c:v>
                </c:pt>
                <c:pt idx="6580">
                  <c:v>#N/A</c:v>
                </c:pt>
                <c:pt idx="6581">
                  <c:v>1.0287500000000001</c:v>
                </c:pt>
                <c:pt idx="6582">
                  <c:v>#N/A</c:v>
                </c:pt>
                <c:pt idx="6583">
                  <c:v>#N/A</c:v>
                </c:pt>
                <c:pt idx="6584">
                  <c:v>#N/A</c:v>
                </c:pt>
                <c:pt idx="6585">
                  <c:v>#N/A</c:v>
                </c:pt>
                <c:pt idx="6586">
                  <c:v>4.6304999999999996</c:v>
                </c:pt>
                <c:pt idx="6587">
                  <c:v>21.609000000000002</c:v>
                </c:pt>
                <c:pt idx="6588">
                  <c:v>13.88475</c:v>
                </c:pt>
                <c:pt idx="6589">
                  <c:v>#N/A</c:v>
                </c:pt>
                <c:pt idx="6590">
                  <c:v>#N/A</c:v>
                </c:pt>
                <c:pt idx="6591">
                  <c:v>#N/A</c:v>
                </c:pt>
                <c:pt idx="6592">
                  <c:v>18.503999999999998</c:v>
                </c:pt>
                <c:pt idx="6593">
                  <c:v>4.1130000000000004</c:v>
                </c:pt>
                <c:pt idx="6594">
                  <c:v>#N/A</c:v>
                </c:pt>
                <c:pt idx="6595">
                  <c:v>#N/A</c:v>
                </c:pt>
                <c:pt idx="6596">
                  <c:v>3.5997499999999993</c:v>
                </c:pt>
                <c:pt idx="6597">
                  <c:v>9.7707499999999996</c:v>
                </c:pt>
                <c:pt idx="6598">
                  <c:v>1.0285</c:v>
                </c:pt>
                <c:pt idx="6599">
                  <c:v>5.1425000000000001</c:v>
                </c:pt>
                <c:pt idx="6600">
                  <c:v>4.1150000000000002</c:v>
                </c:pt>
                <c:pt idx="6601">
                  <c:v>12.339</c:v>
                </c:pt>
                <c:pt idx="6602">
                  <c:v>22.096625</c:v>
                </c:pt>
                <c:pt idx="6603">
                  <c:v>#N/A</c:v>
                </c:pt>
                <c:pt idx="6604">
                  <c:v>#N/A</c:v>
                </c:pt>
                <c:pt idx="6605">
                  <c:v>1.5431250000000001</c:v>
                </c:pt>
                <c:pt idx="6606">
                  <c:v>#N/A</c:v>
                </c:pt>
                <c:pt idx="6607">
                  <c:v>#N/A</c:v>
                </c:pt>
                <c:pt idx="6608">
                  <c:v>#N/A</c:v>
                </c:pt>
                <c:pt idx="6609">
                  <c:v>#N/A</c:v>
                </c:pt>
                <c:pt idx="6610">
                  <c:v>#N/A</c:v>
                </c:pt>
                <c:pt idx="6611">
                  <c:v>11.824875</c:v>
                </c:pt>
                <c:pt idx="6612">
                  <c:v>#N/A</c:v>
                </c:pt>
                <c:pt idx="6613">
                  <c:v>#N/A</c:v>
                </c:pt>
                <c:pt idx="6614">
                  <c:v>10.282500000000001</c:v>
                </c:pt>
                <c:pt idx="6615">
                  <c:v>12.339</c:v>
                </c:pt>
                <c:pt idx="6616">
                  <c:v>4.6271250000000004</c:v>
                </c:pt>
                <c:pt idx="6617">
                  <c:v>5.1387499999999999</c:v>
                </c:pt>
                <c:pt idx="6618">
                  <c:v>17.471750000000004</c:v>
                </c:pt>
                <c:pt idx="6619">
                  <c:v>2.0554999999999999</c:v>
                </c:pt>
                <c:pt idx="6620">
                  <c:v>7.71</c:v>
                </c:pt>
                <c:pt idx="6621">
                  <c:v>9.7707499999999996</c:v>
                </c:pt>
                <c:pt idx="6622">
                  <c:v>#N/A</c:v>
                </c:pt>
                <c:pt idx="6623">
                  <c:v>#N/A</c:v>
                </c:pt>
                <c:pt idx="6624">
                  <c:v>#N/A</c:v>
                </c:pt>
                <c:pt idx="6625">
                  <c:v>#N/A</c:v>
                </c:pt>
                <c:pt idx="6626">
                  <c:v>#N/A</c:v>
                </c:pt>
                <c:pt idx="6627">
                  <c:v>#N/A</c:v>
                </c:pt>
                <c:pt idx="6628">
                  <c:v>7.7156250000000002</c:v>
                </c:pt>
                <c:pt idx="6629">
                  <c:v>12.341999999999997</c:v>
                </c:pt>
                <c:pt idx="6630">
                  <c:v>7.7137500000000001</c:v>
                </c:pt>
                <c:pt idx="6631">
                  <c:v>1.0285</c:v>
                </c:pt>
                <c:pt idx="6632">
                  <c:v>6.6852499999999999</c:v>
                </c:pt>
                <c:pt idx="6633">
                  <c:v>3.5997499999999993</c:v>
                </c:pt>
                <c:pt idx="6634">
                  <c:v>4.1139999999999999</c:v>
                </c:pt>
                <c:pt idx="6635">
                  <c:v>2.57125</c:v>
                </c:pt>
                <c:pt idx="6636">
                  <c:v>6.1709999999999985</c:v>
                </c:pt>
                <c:pt idx="6637">
                  <c:v>#N/A</c:v>
                </c:pt>
                <c:pt idx="6638">
                  <c:v>#N/A</c:v>
                </c:pt>
                <c:pt idx="6639">
                  <c:v>23.146875000000001</c:v>
                </c:pt>
                <c:pt idx="6640">
                  <c:v>7.7156250000000002</c:v>
                </c:pt>
                <c:pt idx="6641">
                  <c:v>17.484499999999997</c:v>
                </c:pt>
                <c:pt idx="6642">
                  <c:v>#N/A</c:v>
                </c:pt>
                <c:pt idx="6643">
                  <c:v>#N/A</c:v>
                </c:pt>
                <c:pt idx="6644">
                  <c:v>10.793999999999997</c:v>
                </c:pt>
                <c:pt idx="6645">
                  <c:v>21.074000000000002</c:v>
                </c:pt>
                <c:pt idx="6646">
                  <c:v>7.71</c:v>
                </c:pt>
                <c:pt idx="6647">
                  <c:v>6.1680000000000001</c:v>
                </c:pt>
                <c:pt idx="6648">
                  <c:v>#N/A</c:v>
                </c:pt>
                <c:pt idx="6649">
                  <c:v>#N/A</c:v>
                </c:pt>
                <c:pt idx="6650">
                  <c:v>#N/A</c:v>
                </c:pt>
                <c:pt idx="6651">
                  <c:v>#N/A</c:v>
                </c:pt>
                <c:pt idx="6652">
                  <c:v>#N/A</c:v>
                </c:pt>
                <c:pt idx="6653">
                  <c:v>0.51400000000000001</c:v>
                </c:pt>
                <c:pt idx="6654">
                  <c:v>#N/A</c:v>
                </c:pt>
                <c:pt idx="6655">
                  <c:v>#N/A</c:v>
                </c:pt>
                <c:pt idx="6656">
                  <c:v>#N/A</c:v>
                </c:pt>
                <c:pt idx="6657">
                  <c:v>#N/A</c:v>
                </c:pt>
                <c:pt idx="6658">
                  <c:v>#N/A</c:v>
                </c:pt>
                <c:pt idx="6659">
                  <c:v>#N/A</c:v>
                </c:pt>
                <c:pt idx="6660">
                  <c:v>#N/A</c:v>
                </c:pt>
                <c:pt idx="6661">
                  <c:v>#N/A</c:v>
                </c:pt>
                <c:pt idx="6662">
                  <c:v>#N/A</c:v>
                </c:pt>
                <c:pt idx="6663">
                  <c:v>#N/A</c:v>
                </c:pt>
                <c:pt idx="6664">
                  <c:v>#N/A</c:v>
                </c:pt>
                <c:pt idx="6665">
                  <c:v>#N/A</c:v>
                </c:pt>
                <c:pt idx="6666">
                  <c:v>#N/A</c:v>
                </c:pt>
                <c:pt idx="6667">
                  <c:v>#N/A</c:v>
                </c:pt>
                <c:pt idx="6668">
                  <c:v>5.6581250000000001</c:v>
                </c:pt>
                <c:pt idx="6669">
                  <c:v>4.1150000000000002</c:v>
                </c:pt>
                <c:pt idx="6670">
                  <c:v>10.2875</c:v>
                </c:pt>
                <c:pt idx="6671">
                  <c:v>5.1437499999999998</c:v>
                </c:pt>
                <c:pt idx="6672">
                  <c:v>#N/A</c:v>
                </c:pt>
                <c:pt idx="6673">
                  <c:v>#N/A</c:v>
                </c:pt>
                <c:pt idx="6674">
                  <c:v>#N/A</c:v>
                </c:pt>
                <c:pt idx="6675">
                  <c:v>#N/A</c:v>
                </c:pt>
                <c:pt idx="6676">
                  <c:v>#N/A</c:v>
                </c:pt>
                <c:pt idx="6677">
                  <c:v>#N/A</c:v>
                </c:pt>
                <c:pt idx="6678">
                  <c:v>#N/A</c:v>
                </c:pt>
                <c:pt idx="6679">
                  <c:v>#N/A</c:v>
                </c:pt>
                <c:pt idx="6680">
                  <c:v>0.51449999999999996</c:v>
                </c:pt>
                <c:pt idx="6681">
                  <c:v>10.801875000000001</c:v>
                </c:pt>
                <c:pt idx="6682">
                  <c:v>#N/A</c:v>
                </c:pt>
                <c:pt idx="6683">
                  <c:v>#N/A</c:v>
                </c:pt>
                <c:pt idx="6684">
                  <c:v>#N/A</c:v>
                </c:pt>
                <c:pt idx="6685">
                  <c:v>#N/A</c:v>
                </c:pt>
                <c:pt idx="6686">
                  <c:v>#N/A</c:v>
                </c:pt>
                <c:pt idx="6687">
                  <c:v>5.1437499999999998</c:v>
                </c:pt>
                <c:pt idx="6688">
                  <c:v>46.830874999999999</c:v>
                </c:pt>
                <c:pt idx="6689">
                  <c:v>31.376874999999998</c:v>
                </c:pt>
                <c:pt idx="6690">
                  <c:v>7.7156250000000002</c:v>
                </c:pt>
                <c:pt idx="6691">
                  <c:v>40.615875000000003</c:v>
                </c:pt>
                <c:pt idx="6692">
                  <c:v>#N/A</c:v>
                </c:pt>
                <c:pt idx="6693">
                  <c:v>#N/A</c:v>
                </c:pt>
                <c:pt idx="6694">
                  <c:v>#N/A</c:v>
                </c:pt>
                <c:pt idx="6695">
                  <c:v>#N/A</c:v>
                </c:pt>
                <c:pt idx="6696">
                  <c:v>5.6595000000000004</c:v>
                </c:pt>
                <c:pt idx="6697">
                  <c:v>1.0287500000000001</c:v>
                </c:pt>
                <c:pt idx="6698">
                  <c:v>#N/A</c:v>
                </c:pt>
                <c:pt idx="6699">
                  <c:v>#N/A</c:v>
                </c:pt>
                <c:pt idx="6700">
                  <c:v>#N/A</c:v>
                </c:pt>
                <c:pt idx="6701">
                  <c:v>#N/A</c:v>
                </c:pt>
                <c:pt idx="6702">
                  <c:v>5.1462500000000002</c:v>
                </c:pt>
                <c:pt idx="6703">
                  <c:v>16.982624999999999</c:v>
                </c:pt>
                <c:pt idx="6704">
                  <c:v>6.1740000000000013</c:v>
                </c:pt>
                <c:pt idx="6705">
                  <c:v>2.5724999999999998</c:v>
                </c:pt>
                <c:pt idx="6706">
                  <c:v>3.0870000000000006</c:v>
                </c:pt>
                <c:pt idx="6707">
                  <c:v>3.6023749999999999</c:v>
                </c:pt>
                <c:pt idx="6708">
                  <c:v>#N/A</c:v>
                </c:pt>
                <c:pt idx="6709">
                  <c:v>#N/A</c:v>
                </c:pt>
                <c:pt idx="6710">
                  <c:v>44.772374999999997</c:v>
                </c:pt>
                <c:pt idx="6711">
                  <c:v>9.7802500000000006</c:v>
                </c:pt>
                <c:pt idx="6712">
                  <c:v>3.6032500000000001</c:v>
                </c:pt>
                <c:pt idx="6713">
                  <c:v>11.836375</c:v>
                </c:pt>
                <c:pt idx="6714">
                  <c:v>42.724249999999998</c:v>
                </c:pt>
                <c:pt idx="6715">
                  <c:v>7.2065000000000001</c:v>
                </c:pt>
                <c:pt idx="6716">
                  <c:v>1.0297499999999999</c:v>
                </c:pt>
                <c:pt idx="6717">
                  <c:v>3.6041249999999994</c:v>
                </c:pt>
                <c:pt idx="6718">
                  <c:v>2.0594999999999999</c:v>
                </c:pt>
                <c:pt idx="6719">
                  <c:v>#N/A</c:v>
                </c:pt>
                <c:pt idx="6720">
                  <c:v>#N/A</c:v>
                </c:pt>
                <c:pt idx="6721">
                  <c:v>#N/A</c:v>
                </c:pt>
                <c:pt idx="6722">
                  <c:v>#N/A</c:v>
                </c:pt>
                <c:pt idx="6723">
                  <c:v>48.398249999999997</c:v>
                </c:pt>
                <c:pt idx="6724">
                  <c:v>6.6950000000000003</c:v>
                </c:pt>
                <c:pt idx="6725">
                  <c:v>36.556124999999994</c:v>
                </c:pt>
                <c:pt idx="6726">
                  <c:v>7.2082499999999987</c:v>
                </c:pt>
                <c:pt idx="6727">
                  <c:v>15.45</c:v>
                </c:pt>
                <c:pt idx="6728">
                  <c:v>115.93125000000001</c:v>
                </c:pt>
                <c:pt idx="6729">
                  <c:v>27.823499999999999</c:v>
                </c:pt>
                <c:pt idx="6730">
                  <c:v>14.94225</c:v>
                </c:pt>
                <c:pt idx="6731">
                  <c:v>46.899124999999998</c:v>
                </c:pt>
                <c:pt idx="6732">
                  <c:v>11.33825</c:v>
                </c:pt>
                <c:pt idx="6733">
                  <c:v>7.2152500000000002</c:v>
                </c:pt>
                <c:pt idx="6734">
                  <c:v>22.665500000000002</c:v>
                </c:pt>
                <c:pt idx="6735">
                  <c:v>5.6691250000000002</c:v>
                </c:pt>
                <c:pt idx="6736">
                  <c:v>42.776125</c:v>
                </c:pt>
                <c:pt idx="6737">
                  <c:v>25.768750000000001</c:v>
                </c:pt>
                <c:pt idx="6738">
                  <c:v>12.366</c:v>
                </c:pt>
                <c:pt idx="6739">
                  <c:v>24.210875000000001</c:v>
                </c:pt>
                <c:pt idx="6740">
                  <c:v>7.7249999999999996</c:v>
                </c:pt>
                <c:pt idx="6741">
                  <c:v>12.875</c:v>
                </c:pt>
                <c:pt idx="6742">
                  <c:v>10.817625</c:v>
                </c:pt>
                <c:pt idx="6743">
                  <c:v>13.396499999999998</c:v>
                </c:pt>
                <c:pt idx="6744">
                  <c:v>12.366</c:v>
                </c:pt>
                <c:pt idx="6745">
                  <c:v>#N/A</c:v>
                </c:pt>
                <c:pt idx="6746">
                  <c:v>#N/A</c:v>
                </c:pt>
                <c:pt idx="6747">
                  <c:v>11.856499999999997</c:v>
                </c:pt>
                <c:pt idx="6748">
                  <c:v>#N/A</c:v>
                </c:pt>
                <c:pt idx="6749">
                  <c:v>#N/A</c:v>
                </c:pt>
                <c:pt idx="6750">
                  <c:v>#N/A</c:v>
                </c:pt>
                <c:pt idx="6751">
                  <c:v>18.5625</c:v>
                </c:pt>
                <c:pt idx="6752">
                  <c:v>10.31</c:v>
                </c:pt>
                <c:pt idx="6753">
                  <c:v>9.2835000000000001</c:v>
                </c:pt>
                <c:pt idx="6754">
                  <c:v>69.592500000000001</c:v>
                </c:pt>
                <c:pt idx="6755">
                  <c:v>10.31</c:v>
                </c:pt>
                <c:pt idx="6756">
                  <c:v>#N/A</c:v>
                </c:pt>
                <c:pt idx="6757">
                  <c:v>#N/A</c:v>
                </c:pt>
                <c:pt idx="6758">
                  <c:v>28.331875</c:v>
                </c:pt>
                <c:pt idx="6759">
                  <c:v>12.369</c:v>
                </c:pt>
                <c:pt idx="6760">
                  <c:v>5.6691250000000002</c:v>
                </c:pt>
                <c:pt idx="6761">
                  <c:v>7.2152500000000002</c:v>
                </c:pt>
                <c:pt idx="6762">
                  <c:v>8.7634999999999987</c:v>
                </c:pt>
                <c:pt idx="6763">
                  <c:v>22.171875</c:v>
                </c:pt>
                <c:pt idx="6764">
                  <c:v>17.015625</c:v>
                </c:pt>
                <c:pt idx="6765">
                  <c:v>6.7047499999999998</c:v>
                </c:pt>
                <c:pt idx="6766">
                  <c:v>0.51575000000000004</c:v>
                </c:pt>
                <c:pt idx="6767">
                  <c:v>2.0630000000000002</c:v>
                </c:pt>
                <c:pt idx="6768">
                  <c:v>40.228500000000004</c:v>
                </c:pt>
                <c:pt idx="6769">
                  <c:v>#N/A</c:v>
                </c:pt>
                <c:pt idx="6770">
                  <c:v>#N/A</c:v>
                </c:pt>
                <c:pt idx="6771">
                  <c:v>16.504000000000001</c:v>
                </c:pt>
                <c:pt idx="6772">
                  <c:v>11.859375</c:v>
                </c:pt>
                <c:pt idx="6773">
                  <c:v>10.83075</c:v>
                </c:pt>
                <c:pt idx="6774">
                  <c:v>12.893750000000001</c:v>
                </c:pt>
                <c:pt idx="6775">
                  <c:v>2.0630000000000002</c:v>
                </c:pt>
                <c:pt idx="6776">
                  <c:v>33.531874999999999</c:v>
                </c:pt>
                <c:pt idx="6777">
                  <c:v>2.5793750000000002</c:v>
                </c:pt>
                <c:pt idx="6778">
                  <c:v>8.2539999999999996</c:v>
                </c:pt>
                <c:pt idx="6779">
                  <c:v>4.1269999999999998</c:v>
                </c:pt>
                <c:pt idx="6780">
                  <c:v>#N/A</c:v>
                </c:pt>
                <c:pt idx="6781">
                  <c:v>#N/A</c:v>
                </c:pt>
                <c:pt idx="6782">
                  <c:v>37.649750000000004</c:v>
                </c:pt>
                <c:pt idx="6783">
                  <c:v>10.317500000000001</c:v>
                </c:pt>
                <c:pt idx="6784">
                  <c:v>13.412749999999997</c:v>
                </c:pt>
                <c:pt idx="6785">
                  <c:v>3.6111249999999999</c:v>
                </c:pt>
                <c:pt idx="6786">
                  <c:v>0.51587499999999997</c:v>
                </c:pt>
                <c:pt idx="6787">
                  <c:v>5.1574999999999998</c:v>
                </c:pt>
                <c:pt idx="6788">
                  <c:v>1.0317499999999999</c:v>
                </c:pt>
                <c:pt idx="6789">
                  <c:v>9.8016249999999996</c:v>
                </c:pt>
                <c:pt idx="6790">
                  <c:v>3.0945000000000005</c:v>
                </c:pt>
                <c:pt idx="6791">
                  <c:v>12.893750000000001</c:v>
                </c:pt>
                <c:pt idx="6792">
                  <c:v>18.046875</c:v>
                </c:pt>
                <c:pt idx="6793">
                  <c:v>7.2205000000000013</c:v>
                </c:pt>
                <c:pt idx="6794">
                  <c:v>8.7677500000000013</c:v>
                </c:pt>
                <c:pt idx="6795">
                  <c:v>9.7992500000000007</c:v>
                </c:pt>
                <c:pt idx="6796">
                  <c:v>1.5472500000000002</c:v>
                </c:pt>
                <c:pt idx="6797">
                  <c:v>#N/A</c:v>
                </c:pt>
                <c:pt idx="6798">
                  <c:v>#N/A</c:v>
                </c:pt>
                <c:pt idx="6799">
                  <c:v>#N/A</c:v>
                </c:pt>
                <c:pt idx="6800">
                  <c:v>#N/A</c:v>
                </c:pt>
                <c:pt idx="6801">
                  <c:v>#N/A</c:v>
                </c:pt>
                <c:pt idx="6802">
                  <c:v>#N/A</c:v>
                </c:pt>
                <c:pt idx="6803">
                  <c:v>#N/A</c:v>
                </c:pt>
                <c:pt idx="6804">
                  <c:v>8.7698750000000008</c:v>
                </c:pt>
                <c:pt idx="6805">
                  <c:v>#N/A</c:v>
                </c:pt>
                <c:pt idx="6806">
                  <c:v>#N/A</c:v>
                </c:pt>
                <c:pt idx="6807">
                  <c:v>#N/A</c:v>
                </c:pt>
                <c:pt idx="6808">
                  <c:v>2.0625</c:v>
                </c:pt>
                <c:pt idx="6809">
                  <c:v>1.5472500000000002</c:v>
                </c:pt>
                <c:pt idx="6810">
                  <c:v>9.2857499999999984</c:v>
                </c:pt>
                <c:pt idx="6811">
                  <c:v>#N/A</c:v>
                </c:pt>
                <c:pt idx="6812">
                  <c:v>#N/A</c:v>
                </c:pt>
                <c:pt idx="6813">
                  <c:v>1.547625</c:v>
                </c:pt>
                <c:pt idx="6814">
                  <c:v>#N/A</c:v>
                </c:pt>
                <c:pt idx="6815">
                  <c:v>#N/A</c:v>
                </c:pt>
                <c:pt idx="6816">
                  <c:v>#N/A</c:v>
                </c:pt>
                <c:pt idx="6817">
                  <c:v>#N/A</c:v>
                </c:pt>
                <c:pt idx="6818">
                  <c:v>118.76625</c:v>
                </c:pt>
                <c:pt idx="6819">
                  <c:v>35.629874999999998</c:v>
                </c:pt>
                <c:pt idx="6820">
                  <c:v>29.949750000000005</c:v>
                </c:pt>
                <c:pt idx="6821">
                  <c:v>13.425750000000001</c:v>
                </c:pt>
                <c:pt idx="6822">
                  <c:v>13.938750000000001</c:v>
                </c:pt>
                <c:pt idx="6823">
                  <c:v>29.433375000000002</c:v>
                </c:pt>
                <c:pt idx="6824">
                  <c:v>26.335125000000005</c:v>
                </c:pt>
                <c:pt idx="6825">
                  <c:v>6.7144999999999992</c:v>
                </c:pt>
                <c:pt idx="6826">
                  <c:v>5.165</c:v>
                </c:pt>
                <c:pt idx="6827">
                  <c:v>4.1319999999999997</c:v>
                </c:pt>
                <c:pt idx="6828">
                  <c:v>9.8134999999999994</c:v>
                </c:pt>
                <c:pt idx="6829">
                  <c:v>26.844999999999999</c:v>
                </c:pt>
                <c:pt idx="6830">
                  <c:v>#N/A</c:v>
                </c:pt>
                <c:pt idx="6831">
                  <c:v>#N/A</c:v>
                </c:pt>
                <c:pt idx="6832">
                  <c:v>#N/A</c:v>
                </c:pt>
                <c:pt idx="6833">
                  <c:v>#N/A</c:v>
                </c:pt>
                <c:pt idx="6834">
                  <c:v>15.999874999999999</c:v>
                </c:pt>
                <c:pt idx="6835">
                  <c:v>10.836000000000002</c:v>
                </c:pt>
                <c:pt idx="6836">
                  <c:v>#N/A</c:v>
                </c:pt>
                <c:pt idx="6837">
                  <c:v>#N/A</c:v>
                </c:pt>
                <c:pt idx="6838">
                  <c:v>1.032</c:v>
                </c:pt>
                <c:pt idx="6839">
                  <c:v>1.548</c:v>
                </c:pt>
                <c:pt idx="6840">
                  <c:v>4.6451250000000002</c:v>
                </c:pt>
                <c:pt idx="6841">
                  <c:v>6.1950000000000003</c:v>
                </c:pt>
                <c:pt idx="6842">
                  <c:v>21.682500000000001</c:v>
                </c:pt>
                <c:pt idx="6843">
                  <c:v>#N/A</c:v>
                </c:pt>
                <c:pt idx="6844">
                  <c:v>#N/A</c:v>
                </c:pt>
                <c:pt idx="6845">
                  <c:v>6.1934999999999985</c:v>
                </c:pt>
                <c:pt idx="6846">
                  <c:v>#N/A</c:v>
                </c:pt>
                <c:pt idx="6847">
                  <c:v>#N/A</c:v>
                </c:pt>
                <c:pt idx="6848">
                  <c:v>#N/A</c:v>
                </c:pt>
                <c:pt idx="6849">
                  <c:v>#N/A</c:v>
                </c:pt>
                <c:pt idx="6850">
                  <c:v>#N/A</c:v>
                </c:pt>
                <c:pt idx="6851">
                  <c:v>#N/A</c:v>
                </c:pt>
                <c:pt idx="6852">
                  <c:v>8.2579999999999991</c:v>
                </c:pt>
                <c:pt idx="6853">
                  <c:v>#N/A</c:v>
                </c:pt>
                <c:pt idx="6854">
                  <c:v>#N/A</c:v>
                </c:pt>
                <c:pt idx="6855">
                  <c:v>#N/A</c:v>
                </c:pt>
                <c:pt idx="6856">
                  <c:v>7.7437500000000004</c:v>
                </c:pt>
                <c:pt idx="6857">
                  <c:v>6.1950000000000003</c:v>
                </c:pt>
                <c:pt idx="6858">
                  <c:v>#N/A</c:v>
                </c:pt>
                <c:pt idx="6859">
                  <c:v>#N/A</c:v>
                </c:pt>
                <c:pt idx="6860">
                  <c:v>#N/A</c:v>
                </c:pt>
                <c:pt idx="6861">
                  <c:v>15.487500000000001</c:v>
                </c:pt>
                <c:pt idx="6862">
                  <c:v>#N/A</c:v>
                </c:pt>
                <c:pt idx="6863">
                  <c:v>#N/A</c:v>
                </c:pt>
                <c:pt idx="6864">
                  <c:v>10.843875000000001</c:v>
                </c:pt>
                <c:pt idx="6865">
                  <c:v>3.6146250000000006</c:v>
                </c:pt>
                <c:pt idx="6866">
                  <c:v>15.498749999999999</c:v>
                </c:pt>
                <c:pt idx="6867">
                  <c:v>14.982125</c:v>
                </c:pt>
                <c:pt idx="6868">
                  <c:v>121.43625</c:v>
                </c:pt>
                <c:pt idx="6869">
                  <c:v>16.015375000000002</c:v>
                </c:pt>
                <c:pt idx="6870">
                  <c:v>3.1004999999999994</c:v>
                </c:pt>
                <c:pt idx="6871">
                  <c:v>3.6172499999999994</c:v>
                </c:pt>
                <c:pt idx="6872">
                  <c:v>14.468999999999998</c:v>
                </c:pt>
                <c:pt idx="6873">
                  <c:v>#N/A</c:v>
                </c:pt>
                <c:pt idx="6874">
                  <c:v>#N/A</c:v>
                </c:pt>
                <c:pt idx="6875">
                  <c:v>2.0674999999999999</c:v>
                </c:pt>
                <c:pt idx="6876">
                  <c:v>3.1004999999999994</c:v>
                </c:pt>
                <c:pt idx="6877">
                  <c:v>54.219374999999999</c:v>
                </c:pt>
                <c:pt idx="6878">
                  <c:v>33.572499999999998</c:v>
                </c:pt>
                <c:pt idx="6879">
                  <c:v>45.441000000000003</c:v>
                </c:pt>
                <c:pt idx="6880">
                  <c:v>41.31</c:v>
                </c:pt>
                <c:pt idx="6881">
                  <c:v>#N/A</c:v>
                </c:pt>
                <c:pt idx="6882">
                  <c:v>#N/A</c:v>
                </c:pt>
                <c:pt idx="6883">
                  <c:v>2.0649999999999999</c:v>
                </c:pt>
                <c:pt idx="6884">
                  <c:v>40.257749999999994</c:v>
                </c:pt>
                <c:pt idx="6885">
                  <c:v>#N/A</c:v>
                </c:pt>
                <c:pt idx="6886">
                  <c:v>#N/A</c:v>
                </c:pt>
                <c:pt idx="6887">
                  <c:v>2.5806249999999999</c:v>
                </c:pt>
                <c:pt idx="6888">
                  <c:v>5.6773749999999996</c:v>
                </c:pt>
                <c:pt idx="6889">
                  <c:v>6.709625</c:v>
                </c:pt>
                <c:pt idx="6890">
                  <c:v>27.354624999999995</c:v>
                </c:pt>
                <c:pt idx="6891">
                  <c:v>7.74</c:v>
                </c:pt>
                <c:pt idx="6892">
                  <c:v>70.159000000000006</c:v>
                </c:pt>
                <c:pt idx="6893">
                  <c:v>31.96875</c:v>
                </c:pt>
                <c:pt idx="6894">
                  <c:v>24.24025</c:v>
                </c:pt>
                <c:pt idx="6895">
                  <c:v>20.114250000000002</c:v>
                </c:pt>
                <c:pt idx="6896">
                  <c:v>12.378000000000002</c:v>
                </c:pt>
                <c:pt idx="6897">
                  <c:v>11.346500000000001</c:v>
                </c:pt>
                <c:pt idx="6898">
                  <c:v>10.3125</c:v>
                </c:pt>
                <c:pt idx="6899">
                  <c:v>18.046875</c:v>
                </c:pt>
                <c:pt idx="6900">
                  <c:v>20.099625</c:v>
                </c:pt>
                <c:pt idx="6901">
                  <c:v>9.796875</c:v>
                </c:pt>
                <c:pt idx="6902">
                  <c:v>13.40625</c:v>
                </c:pt>
                <c:pt idx="6903">
                  <c:v>4.125</c:v>
                </c:pt>
                <c:pt idx="6904">
                  <c:v>17.019750000000002</c:v>
                </c:pt>
                <c:pt idx="6905">
                  <c:v>18.055624999999999</c:v>
                </c:pt>
                <c:pt idx="6906">
                  <c:v>16.512</c:v>
                </c:pt>
                <c:pt idx="6907">
                  <c:v>33.008000000000003</c:v>
                </c:pt>
                <c:pt idx="6908">
                  <c:v>#N/A</c:v>
                </c:pt>
                <c:pt idx="6909">
                  <c:v>#N/A</c:v>
                </c:pt>
                <c:pt idx="6910">
                  <c:v>#N/A</c:v>
                </c:pt>
                <c:pt idx="6911">
                  <c:v>#N/A</c:v>
                </c:pt>
                <c:pt idx="6912">
                  <c:v>205.634625</c:v>
                </c:pt>
                <c:pt idx="6913">
                  <c:v>#N/A</c:v>
                </c:pt>
                <c:pt idx="6914">
                  <c:v>#N/A</c:v>
                </c:pt>
                <c:pt idx="6915">
                  <c:v>#N/A</c:v>
                </c:pt>
                <c:pt idx="6916">
                  <c:v>#N/A</c:v>
                </c:pt>
                <c:pt idx="6917">
                  <c:v>1.0307500000000001</c:v>
                </c:pt>
                <c:pt idx="6918">
                  <c:v>24.743999999999996</c:v>
                </c:pt>
                <c:pt idx="6919">
                  <c:v>14.433999999999997</c:v>
                </c:pt>
                <c:pt idx="6920">
                  <c:v>7.734375</c:v>
                </c:pt>
                <c:pt idx="6921">
                  <c:v>6.1875</c:v>
                </c:pt>
                <c:pt idx="6922">
                  <c:v>14.949499999999997</c:v>
                </c:pt>
                <c:pt idx="6923">
                  <c:v>1.0309999999999999</c:v>
                </c:pt>
                <c:pt idx="6924">
                  <c:v>#N/A</c:v>
                </c:pt>
                <c:pt idx="6925">
                  <c:v>#N/A</c:v>
                </c:pt>
                <c:pt idx="6926">
                  <c:v>7.2152500000000002</c:v>
                </c:pt>
                <c:pt idx="6927">
                  <c:v>10.31</c:v>
                </c:pt>
                <c:pt idx="6928">
                  <c:v>14.4375</c:v>
                </c:pt>
                <c:pt idx="6929">
                  <c:v>#N/A</c:v>
                </c:pt>
                <c:pt idx="6930">
                  <c:v>#N/A</c:v>
                </c:pt>
                <c:pt idx="6931">
                  <c:v>0.51549999999999996</c:v>
                </c:pt>
                <c:pt idx="6932">
                  <c:v>#N/A</c:v>
                </c:pt>
                <c:pt idx="6933">
                  <c:v>#N/A</c:v>
                </c:pt>
                <c:pt idx="6934">
                  <c:v>0.515625</c:v>
                </c:pt>
                <c:pt idx="6935">
                  <c:v>13.403</c:v>
                </c:pt>
                <c:pt idx="6936">
                  <c:v>23.214375</c:v>
                </c:pt>
                <c:pt idx="6937">
                  <c:v>21.651</c:v>
                </c:pt>
                <c:pt idx="6938">
                  <c:v>15.46875</c:v>
                </c:pt>
                <c:pt idx="6939">
                  <c:v>3.09375</c:v>
                </c:pt>
                <c:pt idx="6940">
                  <c:v>0.515625</c:v>
                </c:pt>
                <c:pt idx="6941">
                  <c:v>5.6732500000000003</c:v>
                </c:pt>
                <c:pt idx="6942">
                  <c:v>#N/A</c:v>
                </c:pt>
                <c:pt idx="6943">
                  <c:v>#N/A</c:v>
                </c:pt>
                <c:pt idx="6944">
                  <c:v>1.5472500000000002</c:v>
                </c:pt>
                <c:pt idx="6945">
                  <c:v>5.6732500000000003</c:v>
                </c:pt>
                <c:pt idx="6946">
                  <c:v>20.119125</c:v>
                </c:pt>
                <c:pt idx="6947">
                  <c:v>22.704000000000001</c:v>
                </c:pt>
                <c:pt idx="6948">
                  <c:v>11.352</c:v>
                </c:pt>
                <c:pt idx="6949">
                  <c:v>3.0967499999999992</c:v>
                </c:pt>
                <c:pt idx="6950">
                  <c:v>35.612625000000001</c:v>
                </c:pt>
                <c:pt idx="6951">
                  <c:v>2.5806249999999999</c:v>
                </c:pt>
                <c:pt idx="6952">
                  <c:v>10.3225</c:v>
                </c:pt>
                <c:pt idx="6953">
                  <c:v>#N/A</c:v>
                </c:pt>
                <c:pt idx="6954">
                  <c:v>#N/A</c:v>
                </c:pt>
                <c:pt idx="6955">
                  <c:v>#N/A</c:v>
                </c:pt>
                <c:pt idx="6956">
                  <c:v>#N/A</c:v>
                </c:pt>
                <c:pt idx="6957">
                  <c:v>#N/A</c:v>
                </c:pt>
                <c:pt idx="6958">
                  <c:v>10.3225</c:v>
                </c:pt>
                <c:pt idx="6959">
                  <c:v>5.6773749999999996</c:v>
                </c:pt>
                <c:pt idx="6960">
                  <c:v>9.2902500000000003</c:v>
                </c:pt>
                <c:pt idx="6961">
                  <c:v>40.783749999999998</c:v>
                </c:pt>
                <c:pt idx="6962">
                  <c:v>11.3575</c:v>
                </c:pt>
                <c:pt idx="6963">
                  <c:v>30.466125000000002</c:v>
                </c:pt>
                <c:pt idx="6964">
                  <c:v>11.360250000000001</c:v>
                </c:pt>
                <c:pt idx="6965">
                  <c:v>16.011499999999998</c:v>
                </c:pt>
                <c:pt idx="6966">
                  <c:v>#N/A</c:v>
                </c:pt>
                <c:pt idx="6967">
                  <c:v>#N/A</c:v>
                </c:pt>
                <c:pt idx="6968">
                  <c:v>#N/A</c:v>
                </c:pt>
                <c:pt idx="6969">
                  <c:v>#N/A</c:v>
                </c:pt>
                <c:pt idx="6970">
                  <c:v>#N/A</c:v>
                </c:pt>
                <c:pt idx="6971">
                  <c:v>#N/A</c:v>
                </c:pt>
                <c:pt idx="6972">
                  <c:v>10.84125</c:v>
                </c:pt>
                <c:pt idx="6973">
                  <c:v>0.51624999999999999</c:v>
                </c:pt>
                <c:pt idx="6974">
                  <c:v>1.0325</c:v>
                </c:pt>
                <c:pt idx="6975">
                  <c:v>19.10125</c:v>
                </c:pt>
                <c:pt idx="6976">
                  <c:v>9.2925000000000004</c:v>
                </c:pt>
                <c:pt idx="6977">
                  <c:v>#N/A</c:v>
                </c:pt>
                <c:pt idx="6978">
                  <c:v>#N/A</c:v>
                </c:pt>
                <c:pt idx="6979">
                  <c:v>#N/A</c:v>
                </c:pt>
                <c:pt idx="6980">
                  <c:v>#N/A</c:v>
                </c:pt>
                <c:pt idx="6981">
                  <c:v>#N/A</c:v>
                </c:pt>
                <c:pt idx="6982">
                  <c:v>12.90625</c:v>
                </c:pt>
                <c:pt idx="6983">
                  <c:v>7.7437500000000004</c:v>
                </c:pt>
                <c:pt idx="6984">
                  <c:v>14.455</c:v>
                </c:pt>
                <c:pt idx="6985">
                  <c:v>#N/A</c:v>
                </c:pt>
                <c:pt idx="6986">
                  <c:v>#N/A</c:v>
                </c:pt>
                <c:pt idx="6987">
                  <c:v>#N/A</c:v>
                </c:pt>
                <c:pt idx="6988">
                  <c:v>#N/A</c:v>
                </c:pt>
                <c:pt idx="6989">
                  <c:v>#N/A</c:v>
                </c:pt>
                <c:pt idx="6990">
                  <c:v>#N/A</c:v>
                </c:pt>
                <c:pt idx="6991">
                  <c:v>9.2947500000000005</c:v>
                </c:pt>
                <c:pt idx="6992">
                  <c:v>#N/A</c:v>
                </c:pt>
                <c:pt idx="6993">
                  <c:v>#N/A</c:v>
                </c:pt>
                <c:pt idx="6994">
                  <c:v>3.6128749999999994</c:v>
                </c:pt>
                <c:pt idx="6995">
                  <c:v>#N/A</c:v>
                </c:pt>
                <c:pt idx="6996">
                  <c:v>#N/A</c:v>
                </c:pt>
                <c:pt idx="6997">
                  <c:v>#N/A</c:v>
                </c:pt>
                <c:pt idx="6998">
                  <c:v>#N/A</c:v>
                </c:pt>
                <c:pt idx="6999">
                  <c:v>4.6451250000000002</c:v>
                </c:pt>
                <c:pt idx="7000">
                  <c:v>3.6128749999999994</c:v>
                </c:pt>
                <c:pt idx="7001">
                  <c:v>#N/A</c:v>
                </c:pt>
                <c:pt idx="7002">
                  <c:v>#N/A</c:v>
                </c:pt>
                <c:pt idx="7003">
                  <c:v>#N/A</c:v>
                </c:pt>
                <c:pt idx="7004">
                  <c:v>#N/A</c:v>
                </c:pt>
                <c:pt idx="7005">
                  <c:v>#N/A</c:v>
                </c:pt>
                <c:pt idx="7006">
                  <c:v>8.2539999999999996</c:v>
                </c:pt>
                <c:pt idx="7007">
                  <c:v>22.177250000000001</c:v>
                </c:pt>
                <c:pt idx="7008">
                  <c:v>11.34375</c:v>
                </c:pt>
                <c:pt idx="7009">
                  <c:v>#N/A</c:v>
                </c:pt>
                <c:pt idx="7010">
                  <c:v>#N/A</c:v>
                </c:pt>
                <c:pt idx="7011">
                  <c:v>#N/A</c:v>
                </c:pt>
                <c:pt idx="7012">
                  <c:v>#N/A</c:v>
                </c:pt>
                <c:pt idx="7013">
                  <c:v>#N/A</c:v>
                </c:pt>
                <c:pt idx="7014">
                  <c:v>9.7944999999999993</c:v>
                </c:pt>
                <c:pt idx="7015">
                  <c:v>18.0425</c:v>
                </c:pt>
                <c:pt idx="7016">
                  <c:v>13.399750000000003</c:v>
                </c:pt>
                <c:pt idx="7017">
                  <c:v>23.707249999999998</c:v>
                </c:pt>
                <c:pt idx="7018">
                  <c:v>10.822875000000002</c:v>
                </c:pt>
                <c:pt idx="7019">
                  <c:v>7.7287499999999998</c:v>
                </c:pt>
                <c:pt idx="7020">
                  <c:v>12.366</c:v>
                </c:pt>
                <c:pt idx="7021">
                  <c:v>12.366</c:v>
                </c:pt>
                <c:pt idx="7022">
                  <c:v>0.51524999999999999</c:v>
                </c:pt>
                <c:pt idx="7023">
                  <c:v>12.884375</c:v>
                </c:pt>
                <c:pt idx="7024">
                  <c:v>6.6998750000000014</c:v>
                </c:pt>
                <c:pt idx="7025">
                  <c:v>8.2460000000000004</c:v>
                </c:pt>
                <c:pt idx="7026">
                  <c:v>4.1239999999999997</c:v>
                </c:pt>
                <c:pt idx="7027">
                  <c:v>#N/A</c:v>
                </c:pt>
                <c:pt idx="7028">
                  <c:v>#N/A</c:v>
                </c:pt>
                <c:pt idx="7029">
                  <c:v>6.1890000000000009</c:v>
                </c:pt>
                <c:pt idx="7030">
                  <c:v>25.271750000000001</c:v>
                </c:pt>
                <c:pt idx="7031">
                  <c:v>9.2857499999999984</c:v>
                </c:pt>
                <c:pt idx="7032">
                  <c:v>15.992124999999998</c:v>
                </c:pt>
                <c:pt idx="7033">
                  <c:v>#N/A</c:v>
                </c:pt>
                <c:pt idx="7034">
                  <c:v>#N/A</c:v>
                </c:pt>
                <c:pt idx="7035">
                  <c:v>2.0640000000000001</c:v>
                </c:pt>
                <c:pt idx="7036">
                  <c:v>0.51600000000000001</c:v>
                </c:pt>
                <c:pt idx="7037">
                  <c:v>#N/A</c:v>
                </c:pt>
                <c:pt idx="7038">
                  <c:v>#N/A</c:v>
                </c:pt>
                <c:pt idx="7039">
                  <c:v>#N/A</c:v>
                </c:pt>
                <c:pt idx="7040">
                  <c:v>#N/A</c:v>
                </c:pt>
                <c:pt idx="7041">
                  <c:v>#N/A</c:v>
                </c:pt>
                <c:pt idx="7042">
                  <c:v>#N/A</c:v>
                </c:pt>
                <c:pt idx="7043">
                  <c:v>15.4725</c:v>
                </c:pt>
                <c:pt idx="7044">
                  <c:v>#N/A</c:v>
                </c:pt>
                <c:pt idx="7045">
                  <c:v>#N/A</c:v>
                </c:pt>
                <c:pt idx="7046">
                  <c:v>8.765625</c:v>
                </c:pt>
                <c:pt idx="7047">
                  <c:v>5.671875</c:v>
                </c:pt>
                <c:pt idx="7048">
                  <c:v>2.0619999999999998</c:v>
                </c:pt>
                <c:pt idx="7049">
                  <c:v>#N/A</c:v>
                </c:pt>
                <c:pt idx="7050">
                  <c:v>#N/A</c:v>
                </c:pt>
                <c:pt idx="7051">
                  <c:v>35.053999999999995</c:v>
                </c:pt>
                <c:pt idx="7052">
                  <c:v>#N/A</c:v>
                </c:pt>
                <c:pt idx="7053">
                  <c:v>#N/A</c:v>
                </c:pt>
                <c:pt idx="7054">
                  <c:v>#N/A</c:v>
                </c:pt>
                <c:pt idx="7055">
                  <c:v>#N/A</c:v>
                </c:pt>
                <c:pt idx="7056">
                  <c:v>13.915125</c:v>
                </c:pt>
                <c:pt idx="7057">
                  <c:v>5.6677499999999998</c:v>
                </c:pt>
                <c:pt idx="7058">
                  <c:v>1.0305</c:v>
                </c:pt>
                <c:pt idx="7059">
                  <c:v>11.33825</c:v>
                </c:pt>
                <c:pt idx="7060">
                  <c:v>6.1844999999999999</c:v>
                </c:pt>
                <c:pt idx="7061">
                  <c:v>5.1524999999999999</c:v>
                </c:pt>
                <c:pt idx="7062">
                  <c:v>4.1230000000000002</c:v>
                </c:pt>
                <c:pt idx="7063">
                  <c:v>8.7634999999999987</c:v>
                </c:pt>
                <c:pt idx="7064">
                  <c:v>10.828125</c:v>
                </c:pt>
                <c:pt idx="7065">
                  <c:v>#N/A</c:v>
                </c:pt>
                <c:pt idx="7066">
                  <c:v>#N/A</c:v>
                </c:pt>
                <c:pt idx="7067">
                  <c:v>#N/A</c:v>
                </c:pt>
                <c:pt idx="7068">
                  <c:v>#N/A</c:v>
                </c:pt>
                <c:pt idx="7069">
                  <c:v>#N/A</c:v>
                </c:pt>
                <c:pt idx="7070">
                  <c:v>19.082750000000001</c:v>
                </c:pt>
                <c:pt idx="7071">
                  <c:v>6.7047499999999998</c:v>
                </c:pt>
                <c:pt idx="7072">
                  <c:v>2.5793750000000002</c:v>
                </c:pt>
                <c:pt idx="7073">
                  <c:v>2.5793750000000002</c:v>
                </c:pt>
                <c:pt idx="7074">
                  <c:v>#N/A</c:v>
                </c:pt>
                <c:pt idx="7075">
                  <c:v>#N/A</c:v>
                </c:pt>
                <c:pt idx="7076">
                  <c:v>#N/A</c:v>
                </c:pt>
                <c:pt idx="7077">
                  <c:v>3.6120000000000001</c:v>
                </c:pt>
                <c:pt idx="7078">
                  <c:v>7.2205000000000013</c:v>
                </c:pt>
                <c:pt idx="7079">
                  <c:v>#N/A</c:v>
                </c:pt>
                <c:pt idx="7080">
                  <c:v>#N/A</c:v>
                </c:pt>
                <c:pt idx="7081">
                  <c:v>#N/A</c:v>
                </c:pt>
                <c:pt idx="7082">
                  <c:v>#N/A</c:v>
                </c:pt>
                <c:pt idx="7083">
                  <c:v>8.765625</c:v>
                </c:pt>
                <c:pt idx="7084">
                  <c:v>#N/A</c:v>
                </c:pt>
                <c:pt idx="7085">
                  <c:v>#N/A</c:v>
                </c:pt>
                <c:pt idx="7086">
                  <c:v>7.2169999999999987</c:v>
                </c:pt>
                <c:pt idx="7087">
                  <c:v>11.862250000000003</c:v>
                </c:pt>
                <c:pt idx="7088">
                  <c:v>1.03125</c:v>
                </c:pt>
                <c:pt idx="7089">
                  <c:v>#N/A</c:v>
                </c:pt>
                <c:pt idx="7090">
                  <c:v>#N/A</c:v>
                </c:pt>
                <c:pt idx="7091">
                  <c:v>#N/A</c:v>
                </c:pt>
                <c:pt idx="7092">
                  <c:v>#N/A</c:v>
                </c:pt>
                <c:pt idx="7093">
                  <c:v>11.862250000000003</c:v>
                </c:pt>
                <c:pt idx="7094">
                  <c:v>#N/A</c:v>
                </c:pt>
                <c:pt idx="7095">
                  <c:v>#N/A</c:v>
                </c:pt>
                <c:pt idx="7096">
                  <c:v>#N/A</c:v>
                </c:pt>
                <c:pt idx="7097">
                  <c:v>2.5793750000000002</c:v>
                </c:pt>
                <c:pt idx="7098">
                  <c:v>12.381</c:v>
                </c:pt>
                <c:pt idx="7099">
                  <c:v>#N/A</c:v>
                </c:pt>
                <c:pt idx="7100">
                  <c:v>#N/A</c:v>
                </c:pt>
                <c:pt idx="7101">
                  <c:v>#N/A</c:v>
                </c:pt>
                <c:pt idx="7102">
                  <c:v>10.836000000000002</c:v>
                </c:pt>
                <c:pt idx="7103">
                  <c:v>78.947999999999993</c:v>
                </c:pt>
                <c:pt idx="7104">
                  <c:v>1.548</c:v>
                </c:pt>
                <c:pt idx="7105">
                  <c:v>#N/A</c:v>
                </c:pt>
                <c:pt idx="7106">
                  <c:v>#N/A</c:v>
                </c:pt>
                <c:pt idx="7107">
                  <c:v>19.598500000000001</c:v>
                </c:pt>
                <c:pt idx="7108">
                  <c:v>13.412749999999997</c:v>
                </c:pt>
                <c:pt idx="7109">
                  <c:v>3.6120000000000001</c:v>
                </c:pt>
                <c:pt idx="7110">
                  <c:v>7.2240000000000002</c:v>
                </c:pt>
                <c:pt idx="7111">
                  <c:v>27.864000000000001</c:v>
                </c:pt>
                <c:pt idx="7112">
                  <c:v>#N/A</c:v>
                </c:pt>
                <c:pt idx="7113">
                  <c:v>#N/A</c:v>
                </c:pt>
                <c:pt idx="7114">
                  <c:v>#N/A</c:v>
                </c:pt>
                <c:pt idx="7115">
                  <c:v>#N/A</c:v>
                </c:pt>
                <c:pt idx="7116">
                  <c:v>7.7418750000000003</c:v>
                </c:pt>
                <c:pt idx="7117">
                  <c:v>#N/A</c:v>
                </c:pt>
                <c:pt idx="7118">
                  <c:v>#N/A</c:v>
                </c:pt>
                <c:pt idx="7119">
                  <c:v>#N/A</c:v>
                </c:pt>
                <c:pt idx="7120">
                  <c:v>#N/A</c:v>
                </c:pt>
                <c:pt idx="7121">
                  <c:v>#N/A</c:v>
                </c:pt>
                <c:pt idx="7122">
                  <c:v>#N/A</c:v>
                </c:pt>
                <c:pt idx="7123">
                  <c:v>#N/A</c:v>
                </c:pt>
                <c:pt idx="7124">
                  <c:v>#N/A</c:v>
                </c:pt>
                <c:pt idx="7125">
                  <c:v>#N/A</c:v>
                </c:pt>
                <c:pt idx="7126">
                  <c:v>#N/A</c:v>
                </c:pt>
                <c:pt idx="7127">
                  <c:v>63.9375</c:v>
                </c:pt>
                <c:pt idx="7128">
                  <c:v>#N/A</c:v>
                </c:pt>
                <c:pt idx="7129">
                  <c:v>#N/A</c:v>
                </c:pt>
                <c:pt idx="7130">
                  <c:v>4.1239999999999997</c:v>
                </c:pt>
                <c:pt idx="7131">
                  <c:v>1.0315000000000001</c:v>
                </c:pt>
                <c:pt idx="7132">
                  <c:v>2.578125</c:v>
                </c:pt>
                <c:pt idx="7133">
                  <c:v>#N/A</c:v>
                </c:pt>
                <c:pt idx="7134">
                  <c:v>#N/A</c:v>
                </c:pt>
                <c:pt idx="7135">
                  <c:v>#N/A</c:v>
                </c:pt>
                <c:pt idx="7136">
                  <c:v>#N/A</c:v>
                </c:pt>
                <c:pt idx="7137">
                  <c:v>#N/A</c:v>
                </c:pt>
                <c:pt idx="7138">
                  <c:v>#N/A</c:v>
                </c:pt>
                <c:pt idx="7139">
                  <c:v>#N/A</c:v>
                </c:pt>
                <c:pt idx="7140">
                  <c:v>16.504000000000001</c:v>
                </c:pt>
                <c:pt idx="7141">
                  <c:v>14.956750000000003</c:v>
                </c:pt>
                <c:pt idx="7142">
                  <c:v>#N/A</c:v>
                </c:pt>
                <c:pt idx="7143">
                  <c:v>#N/A</c:v>
                </c:pt>
                <c:pt idx="7144">
                  <c:v>#N/A</c:v>
                </c:pt>
                <c:pt idx="7145">
                  <c:v>#N/A</c:v>
                </c:pt>
                <c:pt idx="7146">
                  <c:v>#N/A</c:v>
                </c:pt>
                <c:pt idx="7147">
                  <c:v>#N/A</c:v>
                </c:pt>
                <c:pt idx="7148">
                  <c:v>#N/A</c:v>
                </c:pt>
                <c:pt idx="7149">
                  <c:v>#N/A</c:v>
                </c:pt>
                <c:pt idx="7150">
                  <c:v>36.085000000000001</c:v>
                </c:pt>
                <c:pt idx="7151">
                  <c:v>#N/A</c:v>
                </c:pt>
                <c:pt idx="7152">
                  <c:v>#N/A</c:v>
                </c:pt>
                <c:pt idx="7153">
                  <c:v>21.645750000000003</c:v>
                </c:pt>
                <c:pt idx="7154">
                  <c:v>47.391500000000008</c:v>
                </c:pt>
                <c:pt idx="7155">
                  <c:v>72.099999999999994</c:v>
                </c:pt>
                <c:pt idx="7156">
                  <c:v>24.199124999999999</c:v>
                </c:pt>
                <c:pt idx="7157">
                  <c:v>7.2082499999999987</c:v>
                </c:pt>
                <c:pt idx="7158">
                  <c:v>26.258624999999995</c:v>
                </c:pt>
                <c:pt idx="7159">
                  <c:v>18.024999999999999</c:v>
                </c:pt>
                <c:pt idx="7160">
                  <c:v>19.565249999999999</c:v>
                </c:pt>
                <c:pt idx="7161">
                  <c:v>22.134250000000002</c:v>
                </c:pt>
                <c:pt idx="7162">
                  <c:v>43.743124999999999</c:v>
                </c:pt>
                <c:pt idx="7163">
                  <c:v>27.268500000000003</c:v>
                </c:pt>
                <c:pt idx="7164">
                  <c:v>12.865625</c:v>
                </c:pt>
                <c:pt idx="7165">
                  <c:v>9.2632499999999993</c:v>
                </c:pt>
                <c:pt idx="7166">
                  <c:v>27.789750000000002</c:v>
                </c:pt>
                <c:pt idx="7167">
                  <c:v>28.818999999999999</c:v>
                </c:pt>
                <c:pt idx="7168">
                  <c:v>2.5731250000000001</c:v>
                </c:pt>
                <c:pt idx="7169">
                  <c:v>38.100749999999998</c:v>
                </c:pt>
                <c:pt idx="7170">
                  <c:v>25.228874999999999</c:v>
                </c:pt>
                <c:pt idx="7171">
                  <c:v>11.842124999999998</c:v>
                </c:pt>
                <c:pt idx="7172">
                  <c:v>22.128875000000001</c:v>
                </c:pt>
                <c:pt idx="7173">
                  <c:v>3.0877500000000002</c:v>
                </c:pt>
                <c:pt idx="7174">
                  <c:v>19.55575</c:v>
                </c:pt>
                <c:pt idx="7175">
                  <c:v>16.468</c:v>
                </c:pt>
                <c:pt idx="7176">
                  <c:v>5.1449999999999996</c:v>
                </c:pt>
                <c:pt idx="7177">
                  <c:v>1.0289999999999999</c:v>
                </c:pt>
                <c:pt idx="7178">
                  <c:v>7.2012499999999999</c:v>
                </c:pt>
                <c:pt idx="7179">
                  <c:v>0.51437500000000003</c:v>
                </c:pt>
                <c:pt idx="7180">
                  <c:v>38.568750000000001</c:v>
                </c:pt>
                <c:pt idx="7181">
                  <c:v>16.970249999999997</c:v>
                </c:pt>
                <c:pt idx="7182">
                  <c:v>22.107375000000001</c:v>
                </c:pt>
                <c:pt idx="7183">
                  <c:v>5.1412500000000003</c:v>
                </c:pt>
                <c:pt idx="7184">
                  <c:v>4.1130000000000004</c:v>
                </c:pt>
                <c:pt idx="7185">
                  <c:v>37.558500000000002</c:v>
                </c:pt>
                <c:pt idx="7186">
                  <c:v>24.175625</c:v>
                </c:pt>
                <c:pt idx="7187">
                  <c:v>#N/A</c:v>
                </c:pt>
                <c:pt idx="7188">
                  <c:v>#N/A</c:v>
                </c:pt>
                <c:pt idx="7189">
                  <c:v>#N/A</c:v>
                </c:pt>
                <c:pt idx="7190">
                  <c:v>#N/A</c:v>
                </c:pt>
                <c:pt idx="7191">
                  <c:v>#N/A</c:v>
                </c:pt>
                <c:pt idx="7192">
                  <c:v>#N/A</c:v>
                </c:pt>
                <c:pt idx="7193">
                  <c:v>#N/A</c:v>
                </c:pt>
                <c:pt idx="7194">
                  <c:v>2.0565000000000002</c:v>
                </c:pt>
                <c:pt idx="7195">
                  <c:v>1.5423750000000001</c:v>
                </c:pt>
                <c:pt idx="7196">
                  <c:v>10.793999999999997</c:v>
                </c:pt>
                <c:pt idx="7197">
                  <c:v>35.466000000000001</c:v>
                </c:pt>
                <c:pt idx="7198">
                  <c:v>31.353999999999999</c:v>
                </c:pt>
                <c:pt idx="7199">
                  <c:v>30.84</c:v>
                </c:pt>
                <c:pt idx="7200">
                  <c:v>9.766</c:v>
                </c:pt>
                <c:pt idx="7201">
                  <c:v>8.7379999999999995</c:v>
                </c:pt>
                <c:pt idx="7202">
                  <c:v>13.878</c:v>
                </c:pt>
                <c:pt idx="7203">
                  <c:v>23.638250000000006</c:v>
                </c:pt>
                <c:pt idx="7204">
                  <c:v>8.7337500000000006</c:v>
                </c:pt>
                <c:pt idx="7205">
                  <c:v>78.09</c:v>
                </c:pt>
                <c:pt idx="7206">
                  <c:v>23.6325</c:v>
                </c:pt>
                <c:pt idx="7207">
                  <c:v>39.054500000000004</c:v>
                </c:pt>
                <c:pt idx="7208">
                  <c:v>7.1924999999999999</c:v>
                </c:pt>
                <c:pt idx="7209">
                  <c:v>26.207625000000004</c:v>
                </c:pt>
                <c:pt idx="7210">
                  <c:v>51.914000000000001</c:v>
                </c:pt>
                <c:pt idx="7211">
                  <c:v>#N/A</c:v>
                </c:pt>
                <c:pt idx="7212">
                  <c:v>#N/A</c:v>
                </c:pt>
                <c:pt idx="7213">
                  <c:v>13.874625</c:v>
                </c:pt>
                <c:pt idx="7214">
                  <c:v>19.018000000000001</c:v>
                </c:pt>
                <c:pt idx="7215">
                  <c:v>#N/A</c:v>
                </c:pt>
                <c:pt idx="7216">
                  <c:v>#N/A</c:v>
                </c:pt>
                <c:pt idx="7217">
                  <c:v>26.734500000000004</c:v>
                </c:pt>
                <c:pt idx="7218">
                  <c:v>3.0847500000000001</c:v>
                </c:pt>
                <c:pt idx="7219">
                  <c:v>1.5423750000000001</c:v>
                </c:pt>
                <c:pt idx="7220">
                  <c:v>11.821999999999999</c:v>
                </c:pt>
                <c:pt idx="7221">
                  <c:v>11.305249999999999</c:v>
                </c:pt>
                <c:pt idx="7222">
                  <c:v>15.41625</c:v>
                </c:pt>
                <c:pt idx="7223">
                  <c:v>#N/A</c:v>
                </c:pt>
                <c:pt idx="7224">
                  <c:v>#N/A</c:v>
                </c:pt>
                <c:pt idx="7225">
                  <c:v>29.797499999999999</c:v>
                </c:pt>
                <c:pt idx="7226">
                  <c:v>10.2775</c:v>
                </c:pt>
                <c:pt idx="7227">
                  <c:v>#N/A</c:v>
                </c:pt>
                <c:pt idx="7228">
                  <c:v>#N/A</c:v>
                </c:pt>
                <c:pt idx="7229">
                  <c:v>#N/A</c:v>
                </c:pt>
                <c:pt idx="7230">
                  <c:v>#N/A</c:v>
                </c:pt>
                <c:pt idx="7231">
                  <c:v>#N/A</c:v>
                </c:pt>
                <c:pt idx="7232">
                  <c:v>#N/A</c:v>
                </c:pt>
                <c:pt idx="7233">
                  <c:v>38.578125</c:v>
                </c:pt>
                <c:pt idx="7234">
                  <c:v>39.616500000000002</c:v>
                </c:pt>
                <c:pt idx="7235">
                  <c:v>2.5724999999999998</c:v>
                </c:pt>
                <c:pt idx="7236">
                  <c:v>10.801875000000001</c:v>
                </c:pt>
                <c:pt idx="7237">
                  <c:v>18.0075</c:v>
                </c:pt>
                <c:pt idx="7238">
                  <c:v>1.0289999999999999</c:v>
                </c:pt>
                <c:pt idx="7239">
                  <c:v>20.58</c:v>
                </c:pt>
                <c:pt idx="7240">
                  <c:v>#N/A</c:v>
                </c:pt>
                <c:pt idx="7241">
                  <c:v>#N/A</c:v>
                </c:pt>
                <c:pt idx="7242">
                  <c:v>6.6868749999999997</c:v>
                </c:pt>
                <c:pt idx="7243">
                  <c:v>1.0287500000000001</c:v>
                </c:pt>
                <c:pt idx="7244">
                  <c:v>24.69</c:v>
                </c:pt>
                <c:pt idx="7245">
                  <c:v>#N/A</c:v>
                </c:pt>
                <c:pt idx="7246">
                  <c:v>#N/A</c:v>
                </c:pt>
                <c:pt idx="7247">
                  <c:v>5.6567499999999997</c:v>
                </c:pt>
                <c:pt idx="7248">
                  <c:v>18.517499999999998</c:v>
                </c:pt>
                <c:pt idx="7249">
                  <c:v>67.432249999999996</c:v>
                </c:pt>
                <c:pt idx="7250">
                  <c:v>5.1462500000000002</c:v>
                </c:pt>
                <c:pt idx="7251">
                  <c:v>6.1769999999999996</c:v>
                </c:pt>
                <c:pt idx="7252">
                  <c:v>0.51475000000000004</c:v>
                </c:pt>
                <c:pt idx="7253">
                  <c:v>3.0877500000000002</c:v>
                </c:pt>
                <c:pt idx="7254">
                  <c:v>#N/A</c:v>
                </c:pt>
                <c:pt idx="7255">
                  <c:v>#N/A</c:v>
                </c:pt>
                <c:pt idx="7256">
                  <c:v>9.7826249999999995</c:v>
                </c:pt>
                <c:pt idx="7257">
                  <c:v>4.6338749999999997</c:v>
                </c:pt>
                <c:pt idx="7258">
                  <c:v>11.83925</c:v>
                </c:pt>
                <c:pt idx="7259">
                  <c:v>6.6917500000000008</c:v>
                </c:pt>
                <c:pt idx="7260">
                  <c:v>4.6338749999999997</c:v>
                </c:pt>
                <c:pt idx="7261">
                  <c:v>7.7249999999999996</c:v>
                </c:pt>
                <c:pt idx="7262">
                  <c:v>9.7826249999999995</c:v>
                </c:pt>
                <c:pt idx="7263">
                  <c:v>#N/A</c:v>
                </c:pt>
                <c:pt idx="7264">
                  <c:v>#N/A</c:v>
                </c:pt>
                <c:pt idx="7265">
                  <c:v>#N/A</c:v>
                </c:pt>
                <c:pt idx="7266">
                  <c:v>16.982624999999999</c:v>
                </c:pt>
                <c:pt idx="7267">
                  <c:v>3.0877500000000002</c:v>
                </c:pt>
                <c:pt idx="7268">
                  <c:v>#N/A</c:v>
                </c:pt>
                <c:pt idx="7269">
                  <c:v>#N/A</c:v>
                </c:pt>
                <c:pt idx="7270">
                  <c:v>#N/A</c:v>
                </c:pt>
                <c:pt idx="7271">
                  <c:v>#N/A</c:v>
                </c:pt>
                <c:pt idx="7272">
                  <c:v>#N/A</c:v>
                </c:pt>
                <c:pt idx="7273">
                  <c:v>#N/A</c:v>
                </c:pt>
                <c:pt idx="7274">
                  <c:v>4.1139999999999999</c:v>
                </c:pt>
                <c:pt idx="7275">
                  <c:v>3.5997499999999993</c:v>
                </c:pt>
                <c:pt idx="7276">
                  <c:v>22.112749999999998</c:v>
                </c:pt>
                <c:pt idx="7277">
                  <c:v>3.0854999999999992</c:v>
                </c:pt>
                <c:pt idx="7278">
                  <c:v>10.2875</c:v>
                </c:pt>
                <c:pt idx="7279">
                  <c:v>6.6868749999999997</c:v>
                </c:pt>
                <c:pt idx="7280">
                  <c:v>5.1437499999999998</c:v>
                </c:pt>
                <c:pt idx="7281">
                  <c:v>28.290624999999999</c:v>
                </c:pt>
                <c:pt idx="7282">
                  <c:v>8.7443749999999998</c:v>
                </c:pt>
                <c:pt idx="7283">
                  <c:v>2.5718749999999999</c:v>
                </c:pt>
                <c:pt idx="7284">
                  <c:v>13.3705</c:v>
                </c:pt>
                <c:pt idx="7285">
                  <c:v>#N/A</c:v>
                </c:pt>
                <c:pt idx="7286">
                  <c:v>#N/A</c:v>
                </c:pt>
                <c:pt idx="7287">
                  <c:v>6.1709999999999985</c:v>
                </c:pt>
                <c:pt idx="7288">
                  <c:v>11.827749999999998</c:v>
                </c:pt>
                <c:pt idx="7289">
                  <c:v>#N/A</c:v>
                </c:pt>
                <c:pt idx="7290">
                  <c:v>#N/A</c:v>
                </c:pt>
                <c:pt idx="7291">
                  <c:v>23.655499999999996</c:v>
                </c:pt>
                <c:pt idx="7292">
                  <c:v>2.0565000000000002</c:v>
                </c:pt>
                <c:pt idx="7293">
                  <c:v>#N/A</c:v>
                </c:pt>
                <c:pt idx="7294">
                  <c:v>#N/A</c:v>
                </c:pt>
                <c:pt idx="7295">
                  <c:v>#N/A</c:v>
                </c:pt>
                <c:pt idx="7296">
                  <c:v>#N/A</c:v>
                </c:pt>
                <c:pt idx="7297">
                  <c:v>#N/A</c:v>
                </c:pt>
                <c:pt idx="7298">
                  <c:v>#N/A</c:v>
                </c:pt>
                <c:pt idx="7299">
                  <c:v>#N/A</c:v>
                </c:pt>
                <c:pt idx="7300">
                  <c:v>#N/A</c:v>
                </c:pt>
                <c:pt idx="7301">
                  <c:v>#N/A</c:v>
                </c:pt>
                <c:pt idx="7302">
                  <c:v>#N/A</c:v>
                </c:pt>
                <c:pt idx="7303">
                  <c:v>6.1725000000000003</c:v>
                </c:pt>
                <c:pt idx="7304">
                  <c:v>19.565249999999999</c:v>
                </c:pt>
                <c:pt idx="7305">
                  <c:v>#N/A</c:v>
                </c:pt>
                <c:pt idx="7306">
                  <c:v>#N/A</c:v>
                </c:pt>
                <c:pt idx="7307">
                  <c:v>22.649000000000001</c:v>
                </c:pt>
                <c:pt idx="7308">
                  <c:v>#N/A</c:v>
                </c:pt>
                <c:pt idx="7309">
                  <c:v>#N/A</c:v>
                </c:pt>
                <c:pt idx="7310">
                  <c:v>#N/A</c:v>
                </c:pt>
                <c:pt idx="7311">
                  <c:v>#N/A</c:v>
                </c:pt>
                <c:pt idx="7312">
                  <c:v>#N/A</c:v>
                </c:pt>
                <c:pt idx="7313">
                  <c:v>#N/A</c:v>
                </c:pt>
                <c:pt idx="7314">
                  <c:v>#N/A</c:v>
                </c:pt>
                <c:pt idx="7315">
                  <c:v>#N/A</c:v>
                </c:pt>
                <c:pt idx="7316">
                  <c:v>#N/A</c:v>
                </c:pt>
                <c:pt idx="7317">
                  <c:v>4.6338749999999997</c:v>
                </c:pt>
                <c:pt idx="7318">
                  <c:v>#N/A</c:v>
                </c:pt>
                <c:pt idx="7319">
                  <c:v>#N/A</c:v>
                </c:pt>
                <c:pt idx="7320">
                  <c:v>0.51487499999999997</c:v>
                </c:pt>
                <c:pt idx="7321">
                  <c:v>9.7802500000000006</c:v>
                </c:pt>
                <c:pt idx="7322">
                  <c:v>11.83925</c:v>
                </c:pt>
                <c:pt idx="7323">
                  <c:v>#N/A</c:v>
                </c:pt>
                <c:pt idx="7324">
                  <c:v>#N/A</c:v>
                </c:pt>
                <c:pt idx="7325">
                  <c:v>#N/A</c:v>
                </c:pt>
                <c:pt idx="7326">
                  <c:v>#N/A</c:v>
                </c:pt>
                <c:pt idx="7327">
                  <c:v>#N/A</c:v>
                </c:pt>
                <c:pt idx="7328">
                  <c:v>50.47</c:v>
                </c:pt>
                <c:pt idx="7329">
                  <c:v>2.06</c:v>
                </c:pt>
                <c:pt idx="7330">
                  <c:v>47.91825</c:v>
                </c:pt>
                <c:pt idx="7331">
                  <c:v>12.366</c:v>
                </c:pt>
                <c:pt idx="7332">
                  <c:v>11.85075</c:v>
                </c:pt>
                <c:pt idx="7333">
                  <c:v>8.2439999999999998</c:v>
                </c:pt>
                <c:pt idx="7334">
                  <c:v>89.71875</c:v>
                </c:pt>
                <c:pt idx="7335">
                  <c:v>27.837</c:v>
                </c:pt>
                <c:pt idx="7336">
                  <c:v>7.7324999999999999</c:v>
                </c:pt>
                <c:pt idx="7337">
                  <c:v>93.889250000000004</c:v>
                </c:pt>
                <c:pt idx="7338">
                  <c:v>53.122250000000001</c:v>
                </c:pt>
                <c:pt idx="7339">
                  <c:v>5.6732500000000003</c:v>
                </c:pt>
                <c:pt idx="7340">
                  <c:v>5.1574999999999998</c:v>
                </c:pt>
                <c:pt idx="7341">
                  <c:v>24.75</c:v>
                </c:pt>
                <c:pt idx="7342">
                  <c:v>23.197500000000002</c:v>
                </c:pt>
                <c:pt idx="7343">
                  <c:v>54.127499999999998</c:v>
                </c:pt>
                <c:pt idx="7344">
                  <c:v>0.51549999999999996</c:v>
                </c:pt>
                <c:pt idx="7345">
                  <c:v>21.135499999999997</c:v>
                </c:pt>
                <c:pt idx="7346">
                  <c:v>1.0307500000000001</c:v>
                </c:pt>
                <c:pt idx="7347">
                  <c:v>15.976625000000002</c:v>
                </c:pt>
                <c:pt idx="7348">
                  <c:v>90.3</c:v>
                </c:pt>
                <c:pt idx="7349">
                  <c:v>35.612625000000001</c:v>
                </c:pt>
                <c:pt idx="7350">
                  <c:v>11.865125000000001</c:v>
                </c:pt>
                <c:pt idx="7351">
                  <c:v>26.322374999999994</c:v>
                </c:pt>
                <c:pt idx="7352">
                  <c:v>24.257874999999999</c:v>
                </c:pt>
                <c:pt idx="7353">
                  <c:v>7.74</c:v>
                </c:pt>
                <c:pt idx="7354">
                  <c:v>3.0967499999999992</c:v>
                </c:pt>
                <c:pt idx="7355">
                  <c:v>9.2902500000000003</c:v>
                </c:pt>
                <c:pt idx="7356">
                  <c:v>11.870874999999998</c:v>
                </c:pt>
                <c:pt idx="7357">
                  <c:v>10.32</c:v>
                </c:pt>
                <c:pt idx="7358">
                  <c:v>10.317500000000001</c:v>
                </c:pt>
                <c:pt idx="7359">
                  <c:v>6.709625</c:v>
                </c:pt>
                <c:pt idx="7360">
                  <c:v>9.8063749999999992</c:v>
                </c:pt>
                <c:pt idx="7361">
                  <c:v>40.783749999999998</c:v>
                </c:pt>
                <c:pt idx="7362">
                  <c:v>21.155999999999999</c:v>
                </c:pt>
                <c:pt idx="7363">
                  <c:v>26.315999999999999</c:v>
                </c:pt>
                <c:pt idx="7364">
                  <c:v>10.3225</c:v>
                </c:pt>
                <c:pt idx="7365">
                  <c:v>#N/A</c:v>
                </c:pt>
                <c:pt idx="7366">
                  <c:v>#N/A</c:v>
                </c:pt>
                <c:pt idx="7367">
                  <c:v>7.2292500000000013</c:v>
                </c:pt>
                <c:pt idx="7368">
                  <c:v>9.8111250000000005</c:v>
                </c:pt>
                <c:pt idx="7369">
                  <c:v>12.39</c:v>
                </c:pt>
                <c:pt idx="7370">
                  <c:v>28.902999999999995</c:v>
                </c:pt>
                <c:pt idx="7371">
                  <c:v>6.1920000000000002</c:v>
                </c:pt>
                <c:pt idx="7372">
                  <c:v>#N/A</c:v>
                </c:pt>
                <c:pt idx="7373">
                  <c:v>#N/A</c:v>
                </c:pt>
                <c:pt idx="7374">
                  <c:v>107.40600000000001</c:v>
                </c:pt>
                <c:pt idx="7375">
                  <c:v>#N/A</c:v>
                </c:pt>
                <c:pt idx="7376">
                  <c:v>#N/A</c:v>
                </c:pt>
                <c:pt idx="7377">
                  <c:v>#N/A</c:v>
                </c:pt>
                <c:pt idx="7378">
                  <c:v>#N/A</c:v>
                </c:pt>
                <c:pt idx="7379">
                  <c:v>#N/A</c:v>
                </c:pt>
                <c:pt idx="7380">
                  <c:v>4.1269999999999998</c:v>
                </c:pt>
                <c:pt idx="7381">
                  <c:v>2.5793750000000002</c:v>
                </c:pt>
                <c:pt idx="7382">
                  <c:v>9.7992500000000007</c:v>
                </c:pt>
                <c:pt idx="7383">
                  <c:v>3.0945000000000005</c:v>
                </c:pt>
                <c:pt idx="7384">
                  <c:v>63.421875</c:v>
                </c:pt>
                <c:pt idx="7385">
                  <c:v>30.9375</c:v>
                </c:pt>
                <c:pt idx="7386">
                  <c:v>53.070749999999997</c:v>
                </c:pt>
                <c:pt idx="7387">
                  <c:v>21.130375000000001</c:v>
                </c:pt>
                <c:pt idx="7388">
                  <c:v>22.670999999999999</c:v>
                </c:pt>
                <c:pt idx="7389">
                  <c:v>13.904999999999999</c:v>
                </c:pt>
                <c:pt idx="7390">
                  <c:v>15.965</c:v>
                </c:pt>
                <c:pt idx="7391">
                  <c:v>19.059625</c:v>
                </c:pt>
                <c:pt idx="7392">
                  <c:v>31.422625000000004</c:v>
                </c:pt>
                <c:pt idx="7393">
                  <c:v>4.1210000000000004</c:v>
                </c:pt>
                <c:pt idx="7394">
                  <c:v>42.250500000000002</c:v>
                </c:pt>
                <c:pt idx="7395">
                  <c:v>8.2439999999999998</c:v>
                </c:pt>
                <c:pt idx="7396">
                  <c:v>#N/A</c:v>
                </c:pt>
                <c:pt idx="7397">
                  <c:v>#N/A</c:v>
                </c:pt>
                <c:pt idx="7398">
                  <c:v>#N/A</c:v>
                </c:pt>
                <c:pt idx="7399">
                  <c:v>#N/A</c:v>
                </c:pt>
                <c:pt idx="7400">
                  <c:v>#N/A</c:v>
                </c:pt>
                <c:pt idx="7401">
                  <c:v>#N/A</c:v>
                </c:pt>
                <c:pt idx="7402">
                  <c:v>9.7897499999999997</c:v>
                </c:pt>
                <c:pt idx="7403">
                  <c:v>#N/A</c:v>
                </c:pt>
                <c:pt idx="7404">
                  <c:v>#N/A</c:v>
                </c:pt>
                <c:pt idx="7405">
                  <c:v>2.0609999999999999</c:v>
                </c:pt>
                <c:pt idx="7406">
                  <c:v>14.4305</c:v>
                </c:pt>
                <c:pt idx="7407">
                  <c:v>#N/A</c:v>
                </c:pt>
                <c:pt idx="7408">
                  <c:v>#N/A</c:v>
                </c:pt>
                <c:pt idx="7409">
                  <c:v>9.2767500000000016</c:v>
                </c:pt>
                <c:pt idx="7410">
                  <c:v>30.385000000000002</c:v>
                </c:pt>
                <c:pt idx="7411">
                  <c:v>10.3025</c:v>
                </c:pt>
                <c:pt idx="7412">
                  <c:v>13.39325</c:v>
                </c:pt>
                <c:pt idx="7413">
                  <c:v>9.7850000000000001</c:v>
                </c:pt>
                <c:pt idx="7414">
                  <c:v>#N/A</c:v>
                </c:pt>
                <c:pt idx="7415">
                  <c:v>#N/A</c:v>
                </c:pt>
                <c:pt idx="7416">
                  <c:v>16.475999999999999</c:v>
                </c:pt>
                <c:pt idx="7417">
                  <c:v>6.1784999999999988</c:v>
                </c:pt>
                <c:pt idx="7418">
                  <c:v>70.022999999999996</c:v>
                </c:pt>
                <c:pt idx="7419">
                  <c:v>19.55575</c:v>
                </c:pt>
                <c:pt idx="7420">
                  <c:v>66.370500000000007</c:v>
                </c:pt>
                <c:pt idx="7421">
                  <c:v>30.885000000000002</c:v>
                </c:pt>
                <c:pt idx="7422">
                  <c:v>5.1462500000000002</c:v>
                </c:pt>
                <c:pt idx="7423">
                  <c:v>7.7193750000000003</c:v>
                </c:pt>
                <c:pt idx="7424">
                  <c:v>4.6316249999999997</c:v>
                </c:pt>
                <c:pt idx="7425">
                  <c:v>13.894875000000001</c:v>
                </c:pt>
                <c:pt idx="7426">
                  <c:v>7.7193750000000003</c:v>
                </c:pt>
                <c:pt idx="7427">
                  <c:v>2.0579999999999998</c:v>
                </c:pt>
                <c:pt idx="7428">
                  <c:v>11.32175</c:v>
                </c:pt>
                <c:pt idx="7429">
                  <c:v>#N/A</c:v>
                </c:pt>
                <c:pt idx="7430">
                  <c:v>#N/A</c:v>
                </c:pt>
                <c:pt idx="7431">
                  <c:v>5.1462500000000002</c:v>
                </c:pt>
                <c:pt idx="7432">
                  <c:v>10.2925</c:v>
                </c:pt>
                <c:pt idx="7433">
                  <c:v>#N/A</c:v>
                </c:pt>
                <c:pt idx="7434">
                  <c:v>#N/A</c:v>
                </c:pt>
                <c:pt idx="7435">
                  <c:v>19.045750000000002</c:v>
                </c:pt>
                <c:pt idx="7436">
                  <c:v>12.865625</c:v>
                </c:pt>
                <c:pt idx="7437">
                  <c:v>7.2030000000000012</c:v>
                </c:pt>
                <c:pt idx="7438">
                  <c:v>12.348000000000003</c:v>
                </c:pt>
                <c:pt idx="7439">
                  <c:v>#N/A</c:v>
                </c:pt>
                <c:pt idx="7440">
                  <c:v>#N/A</c:v>
                </c:pt>
                <c:pt idx="7441">
                  <c:v>3.6015000000000006</c:v>
                </c:pt>
                <c:pt idx="7442">
                  <c:v>7.7175000000000002</c:v>
                </c:pt>
                <c:pt idx="7443">
                  <c:v>16.986750000000001</c:v>
                </c:pt>
                <c:pt idx="7444">
                  <c:v>10.295</c:v>
                </c:pt>
                <c:pt idx="7445">
                  <c:v>5.6622500000000002</c:v>
                </c:pt>
                <c:pt idx="7446">
                  <c:v>3.0892499999999994</c:v>
                </c:pt>
                <c:pt idx="7447">
                  <c:v>9.7826249999999995</c:v>
                </c:pt>
                <c:pt idx="7448">
                  <c:v>41.21</c:v>
                </c:pt>
                <c:pt idx="7449">
                  <c:v>#N/A</c:v>
                </c:pt>
                <c:pt idx="7450">
                  <c:v>#N/A</c:v>
                </c:pt>
                <c:pt idx="7451">
                  <c:v>18.548999999999996</c:v>
                </c:pt>
                <c:pt idx="7452">
                  <c:v>#N/A</c:v>
                </c:pt>
                <c:pt idx="7453">
                  <c:v>#N/A</c:v>
                </c:pt>
                <c:pt idx="7454">
                  <c:v>1.0307500000000001</c:v>
                </c:pt>
                <c:pt idx="7455">
                  <c:v>20.099625</c:v>
                </c:pt>
                <c:pt idx="7456">
                  <c:v>4.6395</c:v>
                </c:pt>
                <c:pt idx="7457">
                  <c:v>15.980499999999999</c:v>
                </c:pt>
                <c:pt idx="7458">
                  <c:v>87.140625</c:v>
                </c:pt>
                <c:pt idx="7459">
                  <c:v>23.724500000000006</c:v>
                </c:pt>
                <c:pt idx="7460">
                  <c:v>32.508000000000003</c:v>
                </c:pt>
                <c:pt idx="7461">
                  <c:v>11.352</c:v>
                </c:pt>
                <c:pt idx="7462">
                  <c:v>8.2560000000000002</c:v>
                </c:pt>
                <c:pt idx="7463">
                  <c:v>35.586750000000002</c:v>
                </c:pt>
                <c:pt idx="7464">
                  <c:v>#N/A</c:v>
                </c:pt>
                <c:pt idx="7465">
                  <c:v>#N/A</c:v>
                </c:pt>
                <c:pt idx="7466">
                  <c:v>#N/A</c:v>
                </c:pt>
                <c:pt idx="7467">
                  <c:v>2.0625</c:v>
                </c:pt>
                <c:pt idx="7468">
                  <c:v>#N/A</c:v>
                </c:pt>
                <c:pt idx="7469">
                  <c:v>#N/A</c:v>
                </c:pt>
                <c:pt idx="7470">
                  <c:v>6.7015000000000002</c:v>
                </c:pt>
                <c:pt idx="7471">
                  <c:v>4.1230000000000002</c:v>
                </c:pt>
                <c:pt idx="7472">
                  <c:v>32.484375</c:v>
                </c:pt>
                <c:pt idx="7473">
                  <c:v>35.079500000000003</c:v>
                </c:pt>
                <c:pt idx="7474">
                  <c:v>20.635000000000002</c:v>
                </c:pt>
                <c:pt idx="7475">
                  <c:v>3.0952500000000001</c:v>
                </c:pt>
                <c:pt idx="7476">
                  <c:v>26.309625</c:v>
                </c:pt>
                <c:pt idx="7477">
                  <c:v>24.762</c:v>
                </c:pt>
                <c:pt idx="7478">
                  <c:v>7.2257499999999988</c:v>
                </c:pt>
                <c:pt idx="7479">
                  <c:v>#N/A</c:v>
                </c:pt>
                <c:pt idx="7480">
                  <c:v>#N/A</c:v>
                </c:pt>
                <c:pt idx="7481">
                  <c:v>29.942499999999999</c:v>
                </c:pt>
                <c:pt idx="7482">
                  <c:v>3.0975000000000001</c:v>
                </c:pt>
                <c:pt idx="7483">
                  <c:v>5.1624999999999996</c:v>
                </c:pt>
                <c:pt idx="7484">
                  <c:v>19.096625</c:v>
                </c:pt>
                <c:pt idx="7485">
                  <c:v>27.877500000000001</c:v>
                </c:pt>
                <c:pt idx="7486">
                  <c:v>7.7418750000000003</c:v>
                </c:pt>
                <c:pt idx="7487">
                  <c:v>19.091999999999999</c:v>
                </c:pt>
                <c:pt idx="7488">
                  <c:v>18.059999999999999</c:v>
                </c:pt>
                <c:pt idx="7489">
                  <c:v>30.421875</c:v>
                </c:pt>
                <c:pt idx="7490">
                  <c:v>20.109375</c:v>
                </c:pt>
                <c:pt idx="7491">
                  <c:v>25.271750000000001</c:v>
                </c:pt>
                <c:pt idx="7492">
                  <c:v>21.140625</c:v>
                </c:pt>
                <c:pt idx="7493">
                  <c:v>4.125</c:v>
                </c:pt>
                <c:pt idx="7494">
                  <c:v>#N/A</c:v>
                </c:pt>
                <c:pt idx="7495">
                  <c:v>#N/A</c:v>
                </c:pt>
                <c:pt idx="7496">
                  <c:v>#N/A</c:v>
                </c:pt>
                <c:pt idx="7497">
                  <c:v>#N/A</c:v>
                </c:pt>
                <c:pt idx="7498">
                  <c:v>#N/A</c:v>
                </c:pt>
                <c:pt idx="7499">
                  <c:v>6.703125</c:v>
                </c:pt>
                <c:pt idx="7500">
                  <c:v>0.51549999999999996</c:v>
                </c:pt>
                <c:pt idx="7501">
                  <c:v>#N/A</c:v>
                </c:pt>
                <c:pt idx="7502">
                  <c:v>#N/A</c:v>
                </c:pt>
                <c:pt idx="7503">
                  <c:v>#N/A</c:v>
                </c:pt>
                <c:pt idx="7504">
                  <c:v>0.51587499999999997</c:v>
                </c:pt>
                <c:pt idx="7505">
                  <c:v>8.2539999999999996</c:v>
                </c:pt>
                <c:pt idx="7506">
                  <c:v>6.7047499999999998</c:v>
                </c:pt>
                <c:pt idx="7507">
                  <c:v>#N/A</c:v>
                </c:pt>
                <c:pt idx="7508">
                  <c:v>#N/A</c:v>
                </c:pt>
                <c:pt idx="7509">
                  <c:v>4.125</c:v>
                </c:pt>
                <c:pt idx="7510">
                  <c:v>24.2285</c:v>
                </c:pt>
                <c:pt idx="7511">
                  <c:v>9.796875</c:v>
                </c:pt>
                <c:pt idx="7512">
                  <c:v>#N/A</c:v>
                </c:pt>
                <c:pt idx="7513">
                  <c:v>#N/A</c:v>
                </c:pt>
                <c:pt idx="7514">
                  <c:v>4.6383750000000008</c:v>
                </c:pt>
                <c:pt idx="7515">
                  <c:v>23.701499999999999</c:v>
                </c:pt>
                <c:pt idx="7516">
                  <c:v>22.670999999999999</c:v>
                </c:pt>
                <c:pt idx="7517">
                  <c:v>21.645750000000003</c:v>
                </c:pt>
                <c:pt idx="7518">
                  <c:v>12.369</c:v>
                </c:pt>
                <c:pt idx="7519">
                  <c:v>11.33825</c:v>
                </c:pt>
                <c:pt idx="7520">
                  <c:v>6.7015000000000002</c:v>
                </c:pt>
                <c:pt idx="7521">
                  <c:v>21.640499999999996</c:v>
                </c:pt>
                <c:pt idx="7522">
                  <c:v>34.513375000000003</c:v>
                </c:pt>
                <c:pt idx="7523">
                  <c:v>16.48</c:v>
                </c:pt>
                <c:pt idx="7524">
                  <c:v>9.7873750000000008</c:v>
                </c:pt>
                <c:pt idx="7525">
                  <c:v>#N/A</c:v>
                </c:pt>
                <c:pt idx="7526">
                  <c:v>#N/A</c:v>
                </c:pt>
                <c:pt idx="7527">
                  <c:v>16.492000000000001</c:v>
                </c:pt>
                <c:pt idx="7528">
                  <c:v>8.7592499999999998</c:v>
                </c:pt>
                <c:pt idx="7529">
                  <c:v>#N/A</c:v>
                </c:pt>
                <c:pt idx="7530">
                  <c:v>#N/A</c:v>
                </c:pt>
                <c:pt idx="7531">
                  <c:v>3.6067499999999999</c:v>
                </c:pt>
                <c:pt idx="7532">
                  <c:v>#N/A</c:v>
                </c:pt>
                <c:pt idx="7533">
                  <c:v>#N/A</c:v>
                </c:pt>
                <c:pt idx="7534">
                  <c:v>#N/A</c:v>
                </c:pt>
                <c:pt idx="7535">
                  <c:v>#N/A</c:v>
                </c:pt>
                <c:pt idx="7536">
                  <c:v>#N/A</c:v>
                </c:pt>
                <c:pt idx="7537">
                  <c:v>#N/A</c:v>
                </c:pt>
                <c:pt idx="7538">
                  <c:v>#N/A</c:v>
                </c:pt>
                <c:pt idx="7539">
                  <c:v>#N/A</c:v>
                </c:pt>
                <c:pt idx="7540">
                  <c:v>#N/A</c:v>
                </c:pt>
                <c:pt idx="7541">
                  <c:v>#N/A</c:v>
                </c:pt>
                <c:pt idx="7542">
                  <c:v>#N/A</c:v>
                </c:pt>
                <c:pt idx="7543">
                  <c:v>#N/A</c:v>
                </c:pt>
                <c:pt idx="7544">
                  <c:v>#N/A</c:v>
                </c:pt>
                <c:pt idx="7545">
                  <c:v>#N/A</c:v>
                </c:pt>
                <c:pt idx="7546">
                  <c:v>#N/A</c:v>
                </c:pt>
                <c:pt idx="7547">
                  <c:v>#N/A</c:v>
                </c:pt>
                <c:pt idx="7548">
                  <c:v>17.007375</c:v>
                </c:pt>
                <c:pt idx="7549">
                  <c:v>6.703125</c:v>
                </c:pt>
                <c:pt idx="7550">
                  <c:v>12.890625</c:v>
                </c:pt>
                <c:pt idx="7551">
                  <c:v>#N/A</c:v>
                </c:pt>
                <c:pt idx="7552">
                  <c:v>#N/A</c:v>
                </c:pt>
                <c:pt idx="7553">
                  <c:v>#N/A</c:v>
                </c:pt>
                <c:pt idx="7554">
                  <c:v>#N/A</c:v>
                </c:pt>
                <c:pt idx="7555">
                  <c:v>12.378000000000002</c:v>
                </c:pt>
                <c:pt idx="7556">
                  <c:v>4.6428749999999992</c:v>
                </c:pt>
                <c:pt idx="7557">
                  <c:v>#N/A</c:v>
                </c:pt>
                <c:pt idx="7558">
                  <c:v>#N/A</c:v>
                </c:pt>
                <c:pt idx="7559">
                  <c:v>#N/A</c:v>
                </c:pt>
                <c:pt idx="7560">
                  <c:v>#N/A</c:v>
                </c:pt>
                <c:pt idx="7561">
                  <c:v>#N/A</c:v>
                </c:pt>
                <c:pt idx="7562">
                  <c:v>10.836000000000002</c:v>
                </c:pt>
                <c:pt idx="7563">
                  <c:v>2.0640000000000001</c:v>
                </c:pt>
                <c:pt idx="7564">
                  <c:v>36.128749999999997</c:v>
                </c:pt>
                <c:pt idx="7565">
                  <c:v>40.257749999999994</c:v>
                </c:pt>
                <c:pt idx="7566">
                  <c:v>#N/A</c:v>
                </c:pt>
                <c:pt idx="7567">
                  <c:v>#N/A</c:v>
                </c:pt>
                <c:pt idx="7568">
                  <c:v>15.999874999999999</c:v>
                </c:pt>
                <c:pt idx="7569">
                  <c:v>12.386999999999997</c:v>
                </c:pt>
                <c:pt idx="7570">
                  <c:v>15.999874999999999</c:v>
                </c:pt>
                <c:pt idx="7571">
                  <c:v>49.524000000000001</c:v>
                </c:pt>
                <c:pt idx="7572">
                  <c:v>14.441000000000003</c:v>
                </c:pt>
                <c:pt idx="7573">
                  <c:v>#N/A</c:v>
                </c:pt>
                <c:pt idx="7574">
                  <c:v>#N/A</c:v>
                </c:pt>
                <c:pt idx="7575">
                  <c:v>#N/A</c:v>
                </c:pt>
                <c:pt idx="7576">
                  <c:v>#N/A</c:v>
                </c:pt>
                <c:pt idx="7577">
                  <c:v>#N/A</c:v>
                </c:pt>
                <c:pt idx="7578">
                  <c:v>7.7362500000000001</c:v>
                </c:pt>
                <c:pt idx="7579">
                  <c:v>0.515625</c:v>
                </c:pt>
                <c:pt idx="7580">
                  <c:v>4.125</c:v>
                </c:pt>
                <c:pt idx="7581">
                  <c:v>11.859375</c:v>
                </c:pt>
                <c:pt idx="7582">
                  <c:v>8.2520000000000007</c:v>
                </c:pt>
                <c:pt idx="7583">
                  <c:v>#N/A</c:v>
                </c:pt>
                <c:pt idx="7584">
                  <c:v>#N/A</c:v>
                </c:pt>
                <c:pt idx="7585">
                  <c:v>4.64175</c:v>
                </c:pt>
                <c:pt idx="7586">
                  <c:v>#N/A</c:v>
                </c:pt>
                <c:pt idx="7587">
                  <c:v>#N/A</c:v>
                </c:pt>
                <c:pt idx="7588">
                  <c:v>6.7063749999999986</c:v>
                </c:pt>
                <c:pt idx="7589">
                  <c:v>#N/A</c:v>
                </c:pt>
                <c:pt idx="7590">
                  <c:v>#N/A</c:v>
                </c:pt>
                <c:pt idx="7591">
                  <c:v>0.51575000000000004</c:v>
                </c:pt>
                <c:pt idx="7592">
                  <c:v>#N/A</c:v>
                </c:pt>
                <c:pt idx="7593">
                  <c:v>#N/A</c:v>
                </c:pt>
                <c:pt idx="7594">
                  <c:v>4.1260000000000003</c:v>
                </c:pt>
                <c:pt idx="7595">
                  <c:v>27.334750000000003</c:v>
                </c:pt>
                <c:pt idx="7596">
                  <c:v>#N/A</c:v>
                </c:pt>
                <c:pt idx="7597">
                  <c:v>#N/A</c:v>
                </c:pt>
                <c:pt idx="7598">
                  <c:v>#N/A</c:v>
                </c:pt>
                <c:pt idx="7599">
                  <c:v>#N/A</c:v>
                </c:pt>
                <c:pt idx="7600">
                  <c:v>#N/A</c:v>
                </c:pt>
                <c:pt idx="7601">
                  <c:v>17.548249999999996</c:v>
                </c:pt>
                <c:pt idx="7602">
                  <c:v>#N/A</c:v>
                </c:pt>
                <c:pt idx="7603">
                  <c:v>#N/A</c:v>
                </c:pt>
                <c:pt idx="7604">
                  <c:v>#N/A</c:v>
                </c:pt>
                <c:pt idx="7605">
                  <c:v>#N/A</c:v>
                </c:pt>
                <c:pt idx="7606">
                  <c:v>46.484999999999999</c:v>
                </c:pt>
                <c:pt idx="7607">
                  <c:v>3.0990000000000002</c:v>
                </c:pt>
                <c:pt idx="7608">
                  <c:v>36.671500000000002</c:v>
                </c:pt>
                <c:pt idx="7609">
                  <c:v>21.703499999999998</c:v>
                </c:pt>
                <c:pt idx="7610">
                  <c:v>80.612999999999985</c:v>
                </c:pt>
                <c:pt idx="7611">
                  <c:v>18.08625</c:v>
                </c:pt>
                <c:pt idx="7612">
                  <c:v>5.6842499999999996</c:v>
                </c:pt>
                <c:pt idx="7613">
                  <c:v>11.882375</c:v>
                </c:pt>
                <c:pt idx="7614">
                  <c:v>33.048000000000002</c:v>
                </c:pt>
                <c:pt idx="7615">
                  <c:v>#N/A</c:v>
                </c:pt>
                <c:pt idx="7616">
                  <c:v>#N/A</c:v>
                </c:pt>
                <c:pt idx="7617">
                  <c:v>24.803999999999995</c:v>
                </c:pt>
                <c:pt idx="7618">
                  <c:v>28.421250000000001</c:v>
                </c:pt>
                <c:pt idx="7619">
                  <c:v>27.387749999999997</c:v>
                </c:pt>
                <c:pt idx="7620">
                  <c:v>80.115624999999994</c:v>
                </c:pt>
                <c:pt idx="7621">
                  <c:v>103.917</c:v>
                </c:pt>
                <c:pt idx="7622">
                  <c:v>43.955624999999998</c:v>
                </c:pt>
                <c:pt idx="7623">
                  <c:v>105.00175000000002</c:v>
                </c:pt>
                <c:pt idx="7624">
                  <c:v>73.467249999999993</c:v>
                </c:pt>
                <c:pt idx="7625">
                  <c:v>116.98325</c:v>
                </c:pt>
                <c:pt idx="7626">
                  <c:v>67.275000000000006</c:v>
                </c:pt>
                <c:pt idx="7627">
                  <c:v>60.015499999999989</c:v>
                </c:pt>
                <c:pt idx="7628">
                  <c:v>68.277000000000001</c:v>
                </c:pt>
                <c:pt idx="7629">
                  <c:v>57.42862499999999</c:v>
                </c:pt>
                <c:pt idx="7630">
                  <c:v>22.753499999999999</c:v>
                </c:pt>
                <c:pt idx="7631">
                  <c:v>51.725000000000001</c:v>
                </c:pt>
                <c:pt idx="7632">
                  <c:v>39.33</c:v>
                </c:pt>
                <c:pt idx="7633">
                  <c:v>#N/A</c:v>
                </c:pt>
                <c:pt idx="7634">
                  <c:v>#N/A</c:v>
                </c:pt>
                <c:pt idx="7635">
                  <c:v>44.989874999999998</c:v>
                </c:pt>
                <c:pt idx="7636">
                  <c:v>31.02</c:v>
                </c:pt>
                <c:pt idx="7637">
                  <c:v>20.675000000000001</c:v>
                </c:pt>
                <c:pt idx="7638">
                  <c:v>59.986499999999999</c:v>
                </c:pt>
                <c:pt idx="7639">
                  <c:v>3.6207500000000001</c:v>
                </c:pt>
                <c:pt idx="7640">
                  <c:v>30.525124999999999</c:v>
                </c:pt>
                <c:pt idx="7641">
                  <c:v>71.432249999999996</c:v>
                </c:pt>
                <c:pt idx="7642">
                  <c:v>33.136000000000003</c:v>
                </c:pt>
                <c:pt idx="7643">
                  <c:v>59.03775000000001</c:v>
                </c:pt>
                <c:pt idx="7644">
                  <c:v>40.41375</c:v>
                </c:pt>
                <c:pt idx="7645">
                  <c:v>40.403999999999996</c:v>
                </c:pt>
                <c:pt idx="7646">
                  <c:v>114.47799999999999</c:v>
                </c:pt>
                <c:pt idx="7647">
                  <c:v>53.353999999999999</c:v>
                </c:pt>
                <c:pt idx="7648">
                  <c:v>44.558750000000003</c:v>
                </c:pt>
                <c:pt idx="7649">
                  <c:v>20.72</c:v>
                </c:pt>
                <c:pt idx="7650">
                  <c:v>77.200625000000002</c:v>
                </c:pt>
                <c:pt idx="7651">
                  <c:v>48.715499999999999</c:v>
                </c:pt>
                <c:pt idx="7652">
                  <c:v>35.232500000000002</c:v>
                </c:pt>
                <c:pt idx="7653">
                  <c:v>15.543749999999999</c:v>
                </c:pt>
                <c:pt idx="7654">
                  <c:v>50.233874999999998</c:v>
                </c:pt>
                <c:pt idx="7655">
                  <c:v>16.571999999999999</c:v>
                </c:pt>
                <c:pt idx="7656">
                  <c:v>19.67925</c:v>
                </c:pt>
                <c:pt idx="7657">
                  <c:v>10.3575</c:v>
                </c:pt>
                <c:pt idx="7658">
                  <c:v>41.957999999999998</c:v>
                </c:pt>
                <c:pt idx="7659">
                  <c:v>89.138999999999996</c:v>
                </c:pt>
                <c:pt idx="7660">
                  <c:v>26.424375000000001</c:v>
                </c:pt>
                <c:pt idx="7661">
                  <c:v>11.396000000000001</c:v>
                </c:pt>
                <c:pt idx="7662">
                  <c:v>#N/A</c:v>
                </c:pt>
                <c:pt idx="7663">
                  <c:v>#N/A</c:v>
                </c:pt>
                <c:pt idx="7664">
                  <c:v>16.568000000000001</c:v>
                </c:pt>
                <c:pt idx="7665">
                  <c:v>18.638999999999999</c:v>
                </c:pt>
                <c:pt idx="7666">
                  <c:v>15.536250000000001</c:v>
                </c:pt>
                <c:pt idx="7667">
                  <c:v>#N/A</c:v>
                </c:pt>
                <c:pt idx="7668">
                  <c:v>#N/A</c:v>
                </c:pt>
                <c:pt idx="7669">
                  <c:v>5.6938750000000002</c:v>
                </c:pt>
                <c:pt idx="7670">
                  <c:v>34.155000000000001</c:v>
                </c:pt>
                <c:pt idx="7671">
                  <c:v>5.1762499999999996</c:v>
                </c:pt>
                <c:pt idx="7672">
                  <c:v>31.567499999999999</c:v>
                </c:pt>
                <c:pt idx="7673">
                  <c:v>34.155000000000001</c:v>
                </c:pt>
                <c:pt idx="7674">
                  <c:v>11.9025</c:v>
                </c:pt>
                <c:pt idx="7675">
                  <c:v>#N/A</c:v>
                </c:pt>
                <c:pt idx="7676">
                  <c:v>#N/A</c:v>
                </c:pt>
                <c:pt idx="7677">
                  <c:v>#N/A</c:v>
                </c:pt>
                <c:pt idx="7678">
                  <c:v>20.187375000000003</c:v>
                </c:pt>
                <c:pt idx="7679">
                  <c:v>2.5887500000000001</c:v>
                </c:pt>
                <c:pt idx="7680">
                  <c:v>14.493500000000003</c:v>
                </c:pt>
                <c:pt idx="7681">
                  <c:v>6.7291249999999998</c:v>
                </c:pt>
                <c:pt idx="7682">
                  <c:v>11.38775</c:v>
                </c:pt>
                <c:pt idx="7683">
                  <c:v>17.594999999999999</c:v>
                </c:pt>
                <c:pt idx="7684">
                  <c:v>69.311500000000009</c:v>
                </c:pt>
                <c:pt idx="7685">
                  <c:v>30.532499999999999</c:v>
                </c:pt>
                <c:pt idx="7686">
                  <c:v>11.385</c:v>
                </c:pt>
                <c:pt idx="7687">
                  <c:v>#N/A</c:v>
                </c:pt>
                <c:pt idx="7688">
                  <c:v>#N/A</c:v>
                </c:pt>
                <c:pt idx="7689">
                  <c:v>4.6563749999999997</c:v>
                </c:pt>
                <c:pt idx="7690">
                  <c:v>5.6911250000000004</c:v>
                </c:pt>
                <c:pt idx="7691">
                  <c:v>14.483000000000001</c:v>
                </c:pt>
                <c:pt idx="7692">
                  <c:v>#N/A</c:v>
                </c:pt>
                <c:pt idx="7693">
                  <c:v>#N/A</c:v>
                </c:pt>
                <c:pt idx="7694">
                  <c:v>10.864875</c:v>
                </c:pt>
                <c:pt idx="7695">
                  <c:v>11.385</c:v>
                </c:pt>
                <c:pt idx="7696">
                  <c:v>1.0349999999999999</c:v>
                </c:pt>
                <c:pt idx="7697">
                  <c:v>53.832999999999998</c:v>
                </c:pt>
                <c:pt idx="7698">
                  <c:v>#N/A</c:v>
                </c:pt>
                <c:pt idx="7699">
                  <c:v>#N/A</c:v>
                </c:pt>
                <c:pt idx="7700">
                  <c:v>13.461499999999997</c:v>
                </c:pt>
                <c:pt idx="7701">
                  <c:v>4.141</c:v>
                </c:pt>
                <c:pt idx="7702">
                  <c:v>#N/A</c:v>
                </c:pt>
                <c:pt idx="7703">
                  <c:v>#N/A</c:v>
                </c:pt>
                <c:pt idx="7704">
                  <c:v>#N/A</c:v>
                </c:pt>
                <c:pt idx="7705">
                  <c:v>#N/A</c:v>
                </c:pt>
                <c:pt idx="7706">
                  <c:v>#N/A</c:v>
                </c:pt>
                <c:pt idx="7707">
                  <c:v>#N/A</c:v>
                </c:pt>
                <c:pt idx="7708">
                  <c:v>19.688749999999999</c:v>
                </c:pt>
                <c:pt idx="7709">
                  <c:v>8.2899999999999991</c:v>
                </c:pt>
                <c:pt idx="7710">
                  <c:v>23.833749999999998</c:v>
                </c:pt>
                <c:pt idx="7711">
                  <c:v>64.765625</c:v>
                </c:pt>
                <c:pt idx="7712">
                  <c:v>23.31</c:v>
                </c:pt>
                <c:pt idx="7713">
                  <c:v>18.12125</c:v>
                </c:pt>
                <c:pt idx="7714">
                  <c:v>7.7681250000000004</c:v>
                </c:pt>
                <c:pt idx="7715">
                  <c:v>9.3239999999999998</c:v>
                </c:pt>
                <c:pt idx="7716">
                  <c:v>22.284749999999999</c:v>
                </c:pt>
                <c:pt idx="7717">
                  <c:v>20.216625000000001</c:v>
                </c:pt>
                <c:pt idx="7718">
                  <c:v>51.319124999999993</c:v>
                </c:pt>
                <c:pt idx="7719">
                  <c:v>12.444000000000001</c:v>
                </c:pt>
                <c:pt idx="7720">
                  <c:v>45.639000000000003</c:v>
                </c:pt>
                <c:pt idx="7721">
                  <c:v>25.9375</c:v>
                </c:pt>
                <c:pt idx="7722">
                  <c:v>105.331625</c:v>
                </c:pt>
                <c:pt idx="7723">
                  <c:v>14.532</c:v>
                </c:pt>
                <c:pt idx="7724">
                  <c:v>54.46875</c:v>
                </c:pt>
                <c:pt idx="7725">
                  <c:v>57.539625000000001</c:v>
                </c:pt>
                <c:pt idx="7726">
                  <c:v>49.233750000000001</c:v>
                </c:pt>
                <c:pt idx="7727">
                  <c:v>19.702999999999999</c:v>
                </c:pt>
                <c:pt idx="7728">
                  <c:v>12.446999999999997</c:v>
                </c:pt>
                <c:pt idx="7729">
                  <c:v>35.266499999999994</c:v>
                </c:pt>
                <c:pt idx="7730">
                  <c:v>36.813499999999998</c:v>
                </c:pt>
                <c:pt idx="7731">
                  <c:v>62.174999999999997</c:v>
                </c:pt>
                <c:pt idx="7732">
                  <c:v>10.88325</c:v>
                </c:pt>
                <c:pt idx="7733">
                  <c:v>4.663125</c:v>
                </c:pt>
                <c:pt idx="7734">
                  <c:v>19.688749999999999</c:v>
                </c:pt>
                <c:pt idx="7735">
                  <c:v>9.8443749999999994</c:v>
                </c:pt>
                <c:pt idx="7736">
                  <c:v>4.1449999999999996</c:v>
                </c:pt>
                <c:pt idx="7737">
                  <c:v>8.2899999999999991</c:v>
                </c:pt>
                <c:pt idx="7738">
                  <c:v>15.543749999999999</c:v>
                </c:pt>
                <c:pt idx="7739">
                  <c:v>#N/A</c:v>
                </c:pt>
                <c:pt idx="7740">
                  <c:v>#N/A</c:v>
                </c:pt>
                <c:pt idx="7741">
                  <c:v>2.0724999999999998</c:v>
                </c:pt>
                <c:pt idx="7742">
                  <c:v>27.440750000000001</c:v>
                </c:pt>
                <c:pt idx="7743">
                  <c:v>82.282499999999999</c:v>
                </c:pt>
                <c:pt idx="7744">
                  <c:v>114.85724999999998</c:v>
                </c:pt>
                <c:pt idx="7745">
                  <c:v>17.590749999999996</c:v>
                </c:pt>
                <c:pt idx="7746">
                  <c:v>28.98</c:v>
                </c:pt>
                <c:pt idx="7747">
                  <c:v>19.156749999999999</c:v>
                </c:pt>
                <c:pt idx="7748">
                  <c:v>11.911125</c:v>
                </c:pt>
                <c:pt idx="7749">
                  <c:v>30.029499999999999</c:v>
                </c:pt>
                <c:pt idx="7750">
                  <c:v>12.940625000000001</c:v>
                </c:pt>
                <c:pt idx="7751">
                  <c:v>31.057500000000001</c:v>
                </c:pt>
                <c:pt idx="7752">
                  <c:v>4.6574999999999998</c:v>
                </c:pt>
                <c:pt idx="7753">
                  <c:v>11.9025</c:v>
                </c:pt>
                <c:pt idx="7754">
                  <c:v>8.2799999999999994</c:v>
                </c:pt>
                <c:pt idx="7755">
                  <c:v>12.423000000000002</c:v>
                </c:pt>
                <c:pt idx="7756">
                  <c:v>11.9025</c:v>
                </c:pt>
                <c:pt idx="7757">
                  <c:v>19.147500000000001</c:v>
                </c:pt>
                <c:pt idx="7758">
                  <c:v>27.440750000000001</c:v>
                </c:pt>
                <c:pt idx="7759">
                  <c:v>2.0710000000000002</c:v>
                </c:pt>
                <c:pt idx="7760">
                  <c:v>9.8372499999999992</c:v>
                </c:pt>
                <c:pt idx="7761">
                  <c:v>17.077500000000001</c:v>
                </c:pt>
                <c:pt idx="7762">
                  <c:v>21.217500000000001</c:v>
                </c:pt>
                <c:pt idx="7763">
                  <c:v>1.0349999999999999</c:v>
                </c:pt>
                <c:pt idx="7764">
                  <c:v>10.8675</c:v>
                </c:pt>
                <c:pt idx="7765">
                  <c:v>#N/A</c:v>
                </c:pt>
                <c:pt idx="7766">
                  <c:v>#N/A</c:v>
                </c:pt>
                <c:pt idx="7767">
                  <c:v>30.000499999999999</c:v>
                </c:pt>
                <c:pt idx="7768">
                  <c:v>123.59287500000001</c:v>
                </c:pt>
                <c:pt idx="7769">
                  <c:v>13.962375</c:v>
                </c:pt>
                <c:pt idx="7770">
                  <c:v>29.476124999999996</c:v>
                </c:pt>
                <c:pt idx="7771">
                  <c:v>5.6870000000000003</c:v>
                </c:pt>
                <c:pt idx="7772">
                  <c:v>14.989375000000001</c:v>
                </c:pt>
                <c:pt idx="7773">
                  <c:v>3.1020000000000008</c:v>
                </c:pt>
                <c:pt idx="7774">
                  <c:v>28.44875</c:v>
                </c:pt>
                <c:pt idx="7775">
                  <c:v>9.8253749999999993</c:v>
                </c:pt>
                <c:pt idx="7776">
                  <c:v>8.7911249999999992</c:v>
                </c:pt>
                <c:pt idx="7777">
                  <c:v>0.51724999999999999</c:v>
                </c:pt>
                <c:pt idx="7778">
                  <c:v>#N/A</c:v>
                </c:pt>
                <c:pt idx="7779">
                  <c:v>#N/A</c:v>
                </c:pt>
                <c:pt idx="7780">
                  <c:v>9.3082499999999992</c:v>
                </c:pt>
                <c:pt idx="7781">
                  <c:v>1.0342499999999999</c:v>
                </c:pt>
                <c:pt idx="7782">
                  <c:v>#N/A</c:v>
                </c:pt>
                <c:pt idx="7783">
                  <c:v>#N/A</c:v>
                </c:pt>
                <c:pt idx="7784">
                  <c:v>#N/A</c:v>
                </c:pt>
                <c:pt idx="7785">
                  <c:v>#N/A</c:v>
                </c:pt>
                <c:pt idx="7786">
                  <c:v>#N/A</c:v>
                </c:pt>
                <c:pt idx="7787">
                  <c:v>#N/A</c:v>
                </c:pt>
                <c:pt idx="7788">
                  <c:v>13.455</c:v>
                </c:pt>
                <c:pt idx="7789">
                  <c:v>25.875</c:v>
                </c:pt>
                <c:pt idx="7790">
                  <c:v>1.0349999999999999</c:v>
                </c:pt>
                <c:pt idx="7791">
                  <c:v>7.2432499999999989</c:v>
                </c:pt>
                <c:pt idx="7792">
                  <c:v>10.345000000000001</c:v>
                </c:pt>
                <c:pt idx="7793">
                  <c:v>11.891000000000002</c:v>
                </c:pt>
                <c:pt idx="7794">
                  <c:v>#N/A</c:v>
                </c:pt>
                <c:pt idx="7795">
                  <c:v>#N/A</c:v>
                </c:pt>
                <c:pt idx="7796">
                  <c:v>8.7932500000000005</c:v>
                </c:pt>
                <c:pt idx="7797">
                  <c:v>#N/A</c:v>
                </c:pt>
                <c:pt idx="7798">
                  <c:v>#N/A</c:v>
                </c:pt>
                <c:pt idx="7799">
                  <c:v>15.51375</c:v>
                </c:pt>
                <c:pt idx="7800">
                  <c:v>22.748000000000001</c:v>
                </c:pt>
                <c:pt idx="7801">
                  <c:v>12.925000000000001</c:v>
                </c:pt>
                <c:pt idx="7802">
                  <c:v>#N/A</c:v>
                </c:pt>
                <c:pt idx="7803">
                  <c:v>#N/A</c:v>
                </c:pt>
                <c:pt idx="7804">
                  <c:v>21.713999999999999</c:v>
                </c:pt>
                <c:pt idx="7805">
                  <c:v>8.7911249999999992</c:v>
                </c:pt>
                <c:pt idx="7806">
                  <c:v>#N/A</c:v>
                </c:pt>
                <c:pt idx="7807">
                  <c:v>#N/A</c:v>
                </c:pt>
                <c:pt idx="7808">
                  <c:v>7.2380000000000013</c:v>
                </c:pt>
                <c:pt idx="7809">
                  <c:v>48.139125</c:v>
                </c:pt>
                <c:pt idx="7810">
                  <c:v>37.777500000000003</c:v>
                </c:pt>
                <c:pt idx="7811">
                  <c:v>#N/A</c:v>
                </c:pt>
                <c:pt idx="7812">
                  <c:v>#N/A</c:v>
                </c:pt>
                <c:pt idx="7813">
                  <c:v>#N/A</c:v>
                </c:pt>
                <c:pt idx="7814">
                  <c:v>#N/A</c:v>
                </c:pt>
                <c:pt idx="7815">
                  <c:v>7.2467500000000014</c:v>
                </c:pt>
                <c:pt idx="7816">
                  <c:v>1.03525</c:v>
                </c:pt>
                <c:pt idx="7817">
                  <c:v>12.423000000000002</c:v>
                </c:pt>
                <c:pt idx="7818">
                  <c:v>18.116875</c:v>
                </c:pt>
                <c:pt idx="7819">
                  <c:v>7.2484999999999999</c:v>
                </c:pt>
                <c:pt idx="7820">
                  <c:v>169.426875</c:v>
                </c:pt>
                <c:pt idx="7821">
                  <c:v>68.910624999999996</c:v>
                </c:pt>
                <c:pt idx="7822">
                  <c:v>16.065750000000001</c:v>
                </c:pt>
                <c:pt idx="7823">
                  <c:v>20.211750000000002</c:v>
                </c:pt>
                <c:pt idx="7824">
                  <c:v>50.270250000000011</c:v>
                </c:pt>
                <c:pt idx="7825">
                  <c:v>31.094999999999999</c:v>
                </c:pt>
                <c:pt idx="7826">
                  <c:v>3.1087500000000001</c:v>
                </c:pt>
                <c:pt idx="7827">
                  <c:v>4.663125</c:v>
                </c:pt>
                <c:pt idx="7828">
                  <c:v>24.357749999999999</c:v>
                </c:pt>
                <c:pt idx="7829">
                  <c:v>#N/A</c:v>
                </c:pt>
                <c:pt idx="7830">
                  <c:v>#N/A</c:v>
                </c:pt>
                <c:pt idx="7831">
                  <c:v>0.51812499999999995</c:v>
                </c:pt>
                <c:pt idx="7832">
                  <c:v>31.620875000000002</c:v>
                </c:pt>
                <c:pt idx="7833">
                  <c:v>20.73</c:v>
                </c:pt>
                <c:pt idx="7834">
                  <c:v>41.988374999999998</c:v>
                </c:pt>
                <c:pt idx="7835">
                  <c:v>2.5918749999999999</c:v>
                </c:pt>
                <c:pt idx="7836">
                  <c:v>24.888000000000002</c:v>
                </c:pt>
                <c:pt idx="7837">
                  <c:v>5.7035</c:v>
                </c:pt>
                <c:pt idx="7838">
                  <c:v>#N/A</c:v>
                </c:pt>
                <c:pt idx="7839">
                  <c:v>#N/A</c:v>
                </c:pt>
                <c:pt idx="7840">
                  <c:v>5.7021249999999997</c:v>
                </c:pt>
                <c:pt idx="7841">
                  <c:v>134.38862500000002</c:v>
                </c:pt>
                <c:pt idx="7842">
                  <c:v>14.525</c:v>
                </c:pt>
                <c:pt idx="7843">
                  <c:v>53.405500000000004</c:v>
                </c:pt>
                <c:pt idx="7844">
                  <c:v>42.527249999999995</c:v>
                </c:pt>
                <c:pt idx="7845">
                  <c:v>9.8538749999999986</c:v>
                </c:pt>
                <c:pt idx="7846">
                  <c:v>3.6295000000000002</c:v>
                </c:pt>
                <c:pt idx="7847">
                  <c:v>34.220999999999997</c:v>
                </c:pt>
                <c:pt idx="7848">
                  <c:v>49.21</c:v>
                </c:pt>
                <c:pt idx="7849">
                  <c:v>7.77</c:v>
                </c:pt>
                <c:pt idx="7850">
                  <c:v>13.474500000000001</c:v>
                </c:pt>
                <c:pt idx="7851">
                  <c:v>#N/A</c:v>
                </c:pt>
                <c:pt idx="7852">
                  <c:v>#N/A</c:v>
                </c:pt>
                <c:pt idx="7853">
                  <c:v>2.0724999999999998</c:v>
                </c:pt>
                <c:pt idx="7854">
                  <c:v>13.47125</c:v>
                </c:pt>
                <c:pt idx="7855">
                  <c:v>1.5539999999999996</c:v>
                </c:pt>
                <c:pt idx="7856">
                  <c:v>94.771125000000012</c:v>
                </c:pt>
                <c:pt idx="7857">
                  <c:v>41.937749999999994</c:v>
                </c:pt>
                <c:pt idx="7858">
                  <c:v>27.972000000000001</c:v>
                </c:pt>
                <c:pt idx="7859">
                  <c:v>24.87</c:v>
                </c:pt>
                <c:pt idx="7860">
                  <c:v>26.417999999999996</c:v>
                </c:pt>
                <c:pt idx="7861">
                  <c:v>11.908250000000001</c:v>
                </c:pt>
                <c:pt idx="7862">
                  <c:v>8.2880000000000003</c:v>
                </c:pt>
                <c:pt idx="7863">
                  <c:v>11.390499999999999</c:v>
                </c:pt>
                <c:pt idx="7864">
                  <c:v>24.334249999999994</c:v>
                </c:pt>
                <c:pt idx="7865">
                  <c:v>1.5528750000000002</c:v>
                </c:pt>
                <c:pt idx="7866">
                  <c:v>24.322500000000002</c:v>
                </c:pt>
                <c:pt idx="7867">
                  <c:v>16.564</c:v>
                </c:pt>
                <c:pt idx="7868">
                  <c:v>1.03525</c:v>
                </c:pt>
                <c:pt idx="7869">
                  <c:v>8.8017500000000002</c:v>
                </c:pt>
                <c:pt idx="7870">
                  <c:v>35.707500000000003</c:v>
                </c:pt>
                <c:pt idx="7871">
                  <c:v>23.810750000000006</c:v>
                </c:pt>
                <c:pt idx="7872">
                  <c:v>25.887499999999999</c:v>
                </c:pt>
                <c:pt idx="7873">
                  <c:v>8.8017500000000002</c:v>
                </c:pt>
                <c:pt idx="7874">
                  <c:v>2.5881249999999998</c:v>
                </c:pt>
                <c:pt idx="7875">
                  <c:v>10.872749999999998</c:v>
                </c:pt>
                <c:pt idx="7876">
                  <c:v>3.1072500000000001</c:v>
                </c:pt>
                <c:pt idx="7877">
                  <c:v>6.2145000000000001</c:v>
                </c:pt>
                <c:pt idx="7878">
                  <c:v>11.396000000000001</c:v>
                </c:pt>
                <c:pt idx="7879">
                  <c:v>2.589375</c:v>
                </c:pt>
                <c:pt idx="7880">
                  <c:v>5.17875</c:v>
                </c:pt>
                <c:pt idx="7881">
                  <c:v>5.1775000000000002</c:v>
                </c:pt>
                <c:pt idx="7882">
                  <c:v>24.328375000000001</c:v>
                </c:pt>
                <c:pt idx="7883">
                  <c:v>45.022500000000001</c:v>
                </c:pt>
                <c:pt idx="7884">
                  <c:v>0.517625</c:v>
                </c:pt>
                <c:pt idx="7885">
                  <c:v>9.8324999999999996</c:v>
                </c:pt>
                <c:pt idx="7886">
                  <c:v>5.6952499999999997</c:v>
                </c:pt>
                <c:pt idx="7887">
                  <c:v>6.2130000000000001</c:v>
                </c:pt>
                <c:pt idx="7888">
                  <c:v>11.905375000000003</c:v>
                </c:pt>
                <c:pt idx="7889">
                  <c:v>9.834875000000002</c:v>
                </c:pt>
                <c:pt idx="7890">
                  <c:v>29.511749999999996</c:v>
                </c:pt>
                <c:pt idx="7891">
                  <c:v>6.7291249999999998</c:v>
                </c:pt>
                <c:pt idx="7892">
                  <c:v>17.081625000000003</c:v>
                </c:pt>
                <c:pt idx="7893">
                  <c:v>#N/A</c:v>
                </c:pt>
                <c:pt idx="7894">
                  <c:v>#N/A</c:v>
                </c:pt>
                <c:pt idx="7895">
                  <c:v>10.880625</c:v>
                </c:pt>
                <c:pt idx="7896">
                  <c:v>24.858000000000001</c:v>
                </c:pt>
                <c:pt idx="7897">
                  <c:v>24.858000000000001</c:v>
                </c:pt>
                <c:pt idx="7898">
                  <c:v>11.396000000000001</c:v>
                </c:pt>
                <c:pt idx="7899">
                  <c:v>#N/A</c:v>
                </c:pt>
                <c:pt idx="7900">
                  <c:v>#N/A</c:v>
                </c:pt>
                <c:pt idx="7901">
                  <c:v>3.6277500000000007</c:v>
                </c:pt>
                <c:pt idx="7902">
                  <c:v>38.859375</c:v>
                </c:pt>
                <c:pt idx="7903">
                  <c:v>29.029</c:v>
                </c:pt>
                <c:pt idx="7904">
                  <c:v>5.1837499999999999</c:v>
                </c:pt>
                <c:pt idx="7905">
                  <c:v>#N/A</c:v>
                </c:pt>
                <c:pt idx="7906">
                  <c:v>#N/A</c:v>
                </c:pt>
                <c:pt idx="7907">
                  <c:v>7.7756249999999998</c:v>
                </c:pt>
                <c:pt idx="7908">
                  <c:v>14.5145</c:v>
                </c:pt>
                <c:pt idx="7909">
                  <c:v>13.999499999999999</c:v>
                </c:pt>
                <c:pt idx="7910">
                  <c:v>39.905250000000002</c:v>
                </c:pt>
                <c:pt idx="7911">
                  <c:v>2.0735000000000001</c:v>
                </c:pt>
                <c:pt idx="7912">
                  <c:v>29.554500000000004</c:v>
                </c:pt>
                <c:pt idx="7913">
                  <c:v>10.3725</c:v>
                </c:pt>
                <c:pt idx="7914">
                  <c:v>38.896875000000001</c:v>
                </c:pt>
                <c:pt idx="7915">
                  <c:v>66.918750000000003</c:v>
                </c:pt>
                <c:pt idx="7916">
                  <c:v>15.56625</c:v>
                </c:pt>
                <c:pt idx="7917">
                  <c:v>16.603999999999999</c:v>
                </c:pt>
                <c:pt idx="7918">
                  <c:v>33.726875</c:v>
                </c:pt>
                <c:pt idx="7919">
                  <c:v>60.174999999999997</c:v>
                </c:pt>
                <c:pt idx="7920">
                  <c:v>31.11</c:v>
                </c:pt>
                <c:pt idx="7921">
                  <c:v>17.110499999999998</c:v>
                </c:pt>
                <c:pt idx="7922">
                  <c:v>2.5924999999999998</c:v>
                </c:pt>
                <c:pt idx="7923">
                  <c:v>#N/A</c:v>
                </c:pt>
                <c:pt idx="7924">
                  <c:v>#N/A</c:v>
                </c:pt>
                <c:pt idx="7925">
                  <c:v>#N/A</c:v>
                </c:pt>
                <c:pt idx="7926">
                  <c:v>#N/A</c:v>
                </c:pt>
                <c:pt idx="7927">
                  <c:v>19.702999999999999</c:v>
                </c:pt>
                <c:pt idx="7928">
                  <c:v>4.1479999999999997</c:v>
                </c:pt>
                <c:pt idx="7929">
                  <c:v>#N/A</c:v>
                </c:pt>
                <c:pt idx="7930">
                  <c:v>#N/A</c:v>
                </c:pt>
                <c:pt idx="7931">
                  <c:v>75.646249999999995</c:v>
                </c:pt>
                <c:pt idx="7932">
                  <c:v>4.1440000000000001</c:v>
                </c:pt>
                <c:pt idx="7933">
                  <c:v>19.170625000000001</c:v>
                </c:pt>
                <c:pt idx="7934">
                  <c:v>7.7718749999999996</c:v>
                </c:pt>
                <c:pt idx="7935">
                  <c:v>12.959375</c:v>
                </c:pt>
                <c:pt idx="7936">
                  <c:v>36.295000000000002</c:v>
                </c:pt>
                <c:pt idx="7937">
                  <c:v>17.102250000000002</c:v>
                </c:pt>
                <c:pt idx="7938">
                  <c:v>18.134374999999999</c:v>
                </c:pt>
                <c:pt idx="7939">
                  <c:v>#N/A</c:v>
                </c:pt>
                <c:pt idx="7940">
                  <c:v>#N/A</c:v>
                </c:pt>
                <c:pt idx="7941">
                  <c:v>5.6993749999999999</c:v>
                </c:pt>
                <c:pt idx="7942">
                  <c:v>10.3675</c:v>
                </c:pt>
                <c:pt idx="7943">
                  <c:v>5.7021249999999997</c:v>
                </c:pt>
                <c:pt idx="7944">
                  <c:v>34.229249999999993</c:v>
                </c:pt>
                <c:pt idx="7945">
                  <c:v>9.3375000000000004</c:v>
                </c:pt>
                <c:pt idx="7946">
                  <c:v>#N/A</c:v>
                </c:pt>
                <c:pt idx="7947">
                  <c:v>#N/A</c:v>
                </c:pt>
                <c:pt idx="7948">
                  <c:v>9.8610000000000007</c:v>
                </c:pt>
                <c:pt idx="7949">
                  <c:v>21.797999999999995</c:v>
                </c:pt>
                <c:pt idx="7950">
                  <c:v>11.936999999999999</c:v>
                </c:pt>
                <c:pt idx="7951">
                  <c:v>16.085125000000001</c:v>
                </c:pt>
                <c:pt idx="7952">
                  <c:v>#N/A</c:v>
                </c:pt>
                <c:pt idx="7953">
                  <c:v>#N/A</c:v>
                </c:pt>
                <c:pt idx="7954">
                  <c:v>62.31</c:v>
                </c:pt>
                <c:pt idx="7955">
                  <c:v>44.136249999999997</c:v>
                </c:pt>
                <c:pt idx="7956">
                  <c:v>20.765000000000001</c:v>
                </c:pt>
                <c:pt idx="7957">
                  <c:v>40.472250000000003</c:v>
                </c:pt>
                <c:pt idx="7958">
                  <c:v>8.8208750000000009</c:v>
                </c:pt>
                <c:pt idx="7959">
                  <c:v>18.160625</c:v>
                </c:pt>
                <c:pt idx="7960">
                  <c:v>#N/A</c:v>
                </c:pt>
                <c:pt idx="7961">
                  <c:v>#N/A</c:v>
                </c:pt>
                <c:pt idx="7962">
                  <c:v>20.77</c:v>
                </c:pt>
                <c:pt idx="7963">
                  <c:v>15.058249999999997</c:v>
                </c:pt>
                <c:pt idx="7964">
                  <c:v>9.3465000000000007</c:v>
                </c:pt>
                <c:pt idx="7965">
                  <c:v>24.917999999999999</c:v>
                </c:pt>
                <c:pt idx="7966">
                  <c:v>22.852499999999999</c:v>
                </c:pt>
                <c:pt idx="7967">
                  <c:v>23.371874999999999</c:v>
                </c:pt>
                <c:pt idx="7968">
                  <c:v>15.577500000000001</c:v>
                </c:pt>
                <c:pt idx="7969">
                  <c:v>3.6356250000000001</c:v>
                </c:pt>
                <c:pt idx="7970">
                  <c:v>5.1937499999999996</c:v>
                </c:pt>
                <c:pt idx="7971">
                  <c:v>16.100625000000001</c:v>
                </c:pt>
                <c:pt idx="7972">
                  <c:v>#N/A</c:v>
                </c:pt>
                <c:pt idx="7973">
                  <c:v>#N/A</c:v>
                </c:pt>
                <c:pt idx="7974">
                  <c:v>32.177999999999997</c:v>
                </c:pt>
                <c:pt idx="7975">
                  <c:v>5.7089999999999996</c:v>
                </c:pt>
                <c:pt idx="7976">
                  <c:v>#N/A</c:v>
                </c:pt>
                <c:pt idx="7977">
                  <c:v>#N/A</c:v>
                </c:pt>
                <c:pt idx="7978">
                  <c:v>29.575875</c:v>
                </c:pt>
                <c:pt idx="7979">
                  <c:v>30.087499999999999</c:v>
                </c:pt>
                <c:pt idx="7980">
                  <c:v>39.434500000000007</c:v>
                </c:pt>
                <c:pt idx="7981">
                  <c:v>1.03775</c:v>
                </c:pt>
                <c:pt idx="7982">
                  <c:v>#N/A</c:v>
                </c:pt>
                <c:pt idx="7983">
                  <c:v>#N/A</c:v>
                </c:pt>
                <c:pt idx="7984">
                  <c:v>#N/A</c:v>
                </c:pt>
                <c:pt idx="7985">
                  <c:v>25.962499999999999</c:v>
                </c:pt>
                <c:pt idx="7986">
                  <c:v>3.6347499999999995</c:v>
                </c:pt>
                <c:pt idx="7987">
                  <c:v>34.270499999999998</c:v>
                </c:pt>
                <c:pt idx="7988">
                  <c:v>16.623999999999999</c:v>
                </c:pt>
                <c:pt idx="7989">
                  <c:v>25.962499999999999</c:v>
                </c:pt>
                <c:pt idx="7990">
                  <c:v>12.461999999999998</c:v>
                </c:pt>
                <c:pt idx="7991">
                  <c:v>11.939875000000001</c:v>
                </c:pt>
                <c:pt idx="7992">
                  <c:v>61.805624999999999</c:v>
                </c:pt>
                <c:pt idx="7993">
                  <c:v>34.262250000000002</c:v>
                </c:pt>
                <c:pt idx="7994">
                  <c:v>18.169374999999999</c:v>
                </c:pt>
                <c:pt idx="7995">
                  <c:v>#N/A</c:v>
                </c:pt>
                <c:pt idx="7996">
                  <c:v>#N/A</c:v>
                </c:pt>
                <c:pt idx="7997">
                  <c:v>4.6743750000000004</c:v>
                </c:pt>
                <c:pt idx="7998">
                  <c:v>27.520249999999994</c:v>
                </c:pt>
                <c:pt idx="7999">
                  <c:v>0.51924999999999999</c:v>
                </c:pt>
                <c:pt idx="8000">
                  <c:v>1.558125</c:v>
                </c:pt>
                <c:pt idx="8001">
                  <c:v>53.001750000000001</c:v>
                </c:pt>
                <c:pt idx="8002">
                  <c:v>21.824249999999996</c:v>
                </c:pt>
                <c:pt idx="8003">
                  <c:v>36.373750000000001</c:v>
                </c:pt>
                <c:pt idx="8004">
                  <c:v>38.433750000000003</c:v>
                </c:pt>
                <c:pt idx="8005">
                  <c:v>22.858000000000001</c:v>
                </c:pt>
                <c:pt idx="8006">
                  <c:v>21.803250000000006</c:v>
                </c:pt>
                <c:pt idx="8007">
                  <c:v>#N/A</c:v>
                </c:pt>
                <c:pt idx="8008">
                  <c:v>#N/A</c:v>
                </c:pt>
                <c:pt idx="8009">
                  <c:v>24.911999999999999</c:v>
                </c:pt>
                <c:pt idx="8010">
                  <c:v>27.507000000000001</c:v>
                </c:pt>
                <c:pt idx="8011">
                  <c:v>55.519625000000012</c:v>
                </c:pt>
                <c:pt idx="8012">
                  <c:v>45.120374999999989</c:v>
                </c:pt>
                <c:pt idx="8013">
                  <c:v>25.943750000000001</c:v>
                </c:pt>
                <c:pt idx="8014">
                  <c:v>16.603999999999999</c:v>
                </c:pt>
                <c:pt idx="8015">
                  <c:v>9.3397500000000004</c:v>
                </c:pt>
                <c:pt idx="8016">
                  <c:v>2.0754999999999999</c:v>
                </c:pt>
                <c:pt idx="8017">
                  <c:v>1.0375000000000001</c:v>
                </c:pt>
                <c:pt idx="8018">
                  <c:v>14.525</c:v>
                </c:pt>
                <c:pt idx="8019">
                  <c:v>12.446999999999997</c:v>
                </c:pt>
                <c:pt idx="8020">
                  <c:v>5.1875</c:v>
                </c:pt>
                <c:pt idx="8021">
                  <c:v>19.717250000000003</c:v>
                </c:pt>
                <c:pt idx="8022">
                  <c:v>23.868250000000003</c:v>
                </c:pt>
                <c:pt idx="8023">
                  <c:v>1.5569999999999999</c:v>
                </c:pt>
                <c:pt idx="8024">
                  <c:v>5.710375</c:v>
                </c:pt>
                <c:pt idx="8025">
                  <c:v>41.02075</c:v>
                </c:pt>
                <c:pt idx="8026">
                  <c:v>3.1154999999999995</c:v>
                </c:pt>
                <c:pt idx="8027">
                  <c:v>32.720624999999998</c:v>
                </c:pt>
                <c:pt idx="8028">
                  <c:v>4.6732500000000003</c:v>
                </c:pt>
                <c:pt idx="8029">
                  <c:v>8.8251249999999999</c:v>
                </c:pt>
                <c:pt idx="8030">
                  <c:v>0.51924999999999999</c:v>
                </c:pt>
                <c:pt idx="8031">
                  <c:v>3.1154999999999995</c:v>
                </c:pt>
                <c:pt idx="8032">
                  <c:v>#N/A</c:v>
                </c:pt>
                <c:pt idx="8033">
                  <c:v>#N/A</c:v>
                </c:pt>
                <c:pt idx="8034">
                  <c:v>6.2324999999999999</c:v>
                </c:pt>
                <c:pt idx="8035">
                  <c:v>2.5968749999999998</c:v>
                </c:pt>
                <c:pt idx="8036">
                  <c:v>4.1539999999999999</c:v>
                </c:pt>
                <c:pt idx="8037">
                  <c:v>#N/A</c:v>
                </c:pt>
                <c:pt idx="8038">
                  <c:v>#N/A</c:v>
                </c:pt>
                <c:pt idx="8039">
                  <c:v>5.1950000000000003</c:v>
                </c:pt>
                <c:pt idx="8040">
                  <c:v>4.1559999999999997</c:v>
                </c:pt>
                <c:pt idx="8041">
                  <c:v>3.6365000000000007</c:v>
                </c:pt>
                <c:pt idx="8042">
                  <c:v>1.0389999999999999</c:v>
                </c:pt>
                <c:pt idx="8043">
                  <c:v>32.728500000000004</c:v>
                </c:pt>
                <c:pt idx="8044">
                  <c:v>19.226125</c:v>
                </c:pt>
                <c:pt idx="8045">
                  <c:v>2.5975000000000001</c:v>
                </c:pt>
                <c:pt idx="8046">
                  <c:v>17.663000000000004</c:v>
                </c:pt>
                <c:pt idx="8047">
                  <c:v>#N/A</c:v>
                </c:pt>
                <c:pt idx="8048">
                  <c:v>#N/A</c:v>
                </c:pt>
                <c:pt idx="8049">
                  <c:v>3.1170000000000004</c:v>
                </c:pt>
                <c:pt idx="8050">
                  <c:v>2.5968749999999998</c:v>
                </c:pt>
                <c:pt idx="8051">
                  <c:v>4.1550000000000002</c:v>
                </c:pt>
                <c:pt idx="8052">
                  <c:v>7.2712500000000002</c:v>
                </c:pt>
                <c:pt idx="8053">
                  <c:v>12.984375</c:v>
                </c:pt>
                <c:pt idx="8054">
                  <c:v>4.1550000000000002</c:v>
                </c:pt>
                <c:pt idx="8055">
                  <c:v>14.0265</c:v>
                </c:pt>
                <c:pt idx="8056">
                  <c:v>#N/A</c:v>
                </c:pt>
                <c:pt idx="8057">
                  <c:v>#N/A</c:v>
                </c:pt>
                <c:pt idx="8058">
                  <c:v>31.697125</c:v>
                </c:pt>
                <c:pt idx="8059">
                  <c:v>#N/A</c:v>
                </c:pt>
                <c:pt idx="8060">
                  <c:v>#N/A</c:v>
                </c:pt>
                <c:pt idx="8061">
                  <c:v>15.083625000000003</c:v>
                </c:pt>
                <c:pt idx="8062">
                  <c:v>19.244624999999999</c:v>
                </c:pt>
                <c:pt idx="8063">
                  <c:v>16.643999999999998</c:v>
                </c:pt>
                <c:pt idx="8064">
                  <c:v>8.3239999999999998</c:v>
                </c:pt>
                <c:pt idx="8065">
                  <c:v>119.19449999999998</c:v>
                </c:pt>
                <c:pt idx="8066">
                  <c:v>129.66675000000001</c:v>
                </c:pt>
                <c:pt idx="8067">
                  <c:v>98.966250000000002</c:v>
                </c:pt>
                <c:pt idx="8068">
                  <c:v>20.835000000000001</c:v>
                </c:pt>
                <c:pt idx="8069">
                  <c:v>49.992000000000012</c:v>
                </c:pt>
                <c:pt idx="8070">
                  <c:v>41.63</c:v>
                </c:pt>
                <c:pt idx="8071">
                  <c:v>30.174499999999998</c:v>
                </c:pt>
                <c:pt idx="8072">
                  <c:v>30.174499999999998</c:v>
                </c:pt>
                <c:pt idx="8073">
                  <c:v>17.69275</c:v>
                </c:pt>
                <c:pt idx="8074">
                  <c:v>55.159750000000003</c:v>
                </c:pt>
                <c:pt idx="8075">
                  <c:v>14.050125</c:v>
                </c:pt>
                <c:pt idx="8076">
                  <c:v>6.2430000000000003</c:v>
                </c:pt>
                <c:pt idx="8077">
                  <c:v>32.791499999999992</c:v>
                </c:pt>
                <c:pt idx="8078">
                  <c:v>17.696999999999999</c:v>
                </c:pt>
                <c:pt idx="8079">
                  <c:v>24.983999999999995</c:v>
                </c:pt>
                <c:pt idx="8080">
                  <c:v>6.7664999999999997</c:v>
                </c:pt>
                <c:pt idx="8081">
                  <c:v>19.258500000000002</c:v>
                </c:pt>
                <c:pt idx="8082">
                  <c:v>1.5611250000000001</c:v>
                </c:pt>
                <c:pt idx="8083">
                  <c:v>34.865125000000006</c:v>
                </c:pt>
                <c:pt idx="8084">
                  <c:v>4.6822499999999998</c:v>
                </c:pt>
                <c:pt idx="8085">
                  <c:v>6.2445000000000004</c:v>
                </c:pt>
                <c:pt idx="8086">
                  <c:v>16.131625000000003</c:v>
                </c:pt>
                <c:pt idx="8087">
                  <c:v>7.80375</c:v>
                </c:pt>
                <c:pt idx="8088">
                  <c:v>#N/A</c:v>
                </c:pt>
                <c:pt idx="8089">
                  <c:v>#N/A</c:v>
                </c:pt>
                <c:pt idx="8090">
                  <c:v>1.5603750000000003</c:v>
                </c:pt>
                <c:pt idx="8091">
                  <c:v>2.6012499999999998</c:v>
                </c:pt>
                <c:pt idx="8092">
                  <c:v>65.078125</c:v>
                </c:pt>
                <c:pt idx="8093">
                  <c:v>#N/A</c:v>
                </c:pt>
                <c:pt idx="8094">
                  <c:v>#N/A</c:v>
                </c:pt>
                <c:pt idx="8095">
                  <c:v>9.8894999999999982</c:v>
                </c:pt>
                <c:pt idx="8096">
                  <c:v>12.494999999999999</c:v>
                </c:pt>
                <c:pt idx="8097">
                  <c:v>0.52049999999999996</c:v>
                </c:pt>
                <c:pt idx="8098">
                  <c:v>14.577500000000001</c:v>
                </c:pt>
                <c:pt idx="8099">
                  <c:v>19.788500000000003</c:v>
                </c:pt>
                <c:pt idx="8100">
                  <c:v>51.058</c:v>
                </c:pt>
                <c:pt idx="8101">
                  <c:v>19.272375</c:v>
                </c:pt>
                <c:pt idx="8102">
                  <c:v>23.439374999999998</c:v>
                </c:pt>
                <c:pt idx="8103">
                  <c:v>146.50637499999999</c:v>
                </c:pt>
                <c:pt idx="8104">
                  <c:v>80.813124999999999</c:v>
                </c:pt>
                <c:pt idx="8105">
                  <c:v>18.765000000000001</c:v>
                </c:pt>
                <c:pt idx="8106">
                  <c:v>6.2549999999999999</c:v>
                </c:pt>
                <c:pt idx="8107">
                  <c:v>68.251000000000005</c:v>
                </c:pt>
                <c:pt idx="8108">
                  <c:v>16.151000000000003</c:v>
                </c:pt>
                <c:pt idx="8109">
                  <c:v>6.2519999999999998</c:v>
                </c:pt>
                <c:pt idx="8110">
                  <c:v>17.184750000000001</c:v>
                </c:pt>
                <c:pt idx="8111">
                  <c:v>43.76400000000001</c:v>
                </c:pt>
                <c:pt idx="8112">
                  <c:v>18.751499999999997</c:v>
                </c:pt>
                <c:pt idx="8113">
                  <c:v>8.8569999999999993</c:v>
                </c:pt>
                <c:pt idx="8114">
                  <c:v>5.7323750000000002</c:v>
                </c:pt>
                <c:pt idx="8115">
                  <c:v>#N/A</c:v>
                </c:pt>
                <c:pt idx="8116">
                  <c:v>#N/A</c:v>
                </c:pt>
                <c:pt idx="8117">
                  <c:v>17.7225</c:v>
                </c:pt>
                <c:pt idx="8118">
                  <c:v>17.205375000000004</c:v>
                </c:pt>
                <c:pt idx="8119">
                  <c:v>63.101500000000001</c:v>
                </c:pt>
                <c:pt idx="8120">
                  <c:v>24.492875000000002</c:v>
                </c:pt>
                <c:pt idx="8121">
                  <c:v>14.070375</c:v>
                </c:pt>
                <c:pt idx="8122">
                  <c:v>8.34</c:v>
                </c:pt>
                <c:pt idx="8123">
                  <c:v>16.162624999999998</c:v>
                </c:pt>
                <c:pt idx="8124">
                  <c:v>19.290875</c:v>
                </c:pt>
                <c:pt idx="8125">
                  <c:v>14.07375</c:v>
                </c:pt>
                <c:pt idx="8126">
                  <c:v>16.675999999999998</c:v>
                </c:pt>
                <c:pt idx="8127">
                  <c:v>15.633749999999999</c:v>
                </c:pt>
                <c:pt idx="8128">
                  <c:v>#N/A</c:v>
                </c:pt>
                <c:pt idx="8129">
                  <c:v>#N/A</c:v>
                </c:pt>
                <c:pt idx="8130">
                  <c:v>5.7309999999999999</c:v>
                </c:pt>
                <c:pt idx="8131">
                  <c:v>24.996000000000006</c:v>
                </c:pt>
                <c:pt idx="8132">
                  <c:v>57.803250000000013</c:v>
                </c:pt>
                <c:pt idx="8133">
                  <c:v>31.252500000000001</c:v>
                </c:pt>
                <c:pt idx="8134">
                  <c:v>12.504</c:v>
                </c:pt>
                <c:pt idx="8135">
                  <c:v>11.46475</c:v>
                </c:pt>
                <c:pt idx="8136">
                  <c:v>34.369500000000002</c:v>
                </c:pt>
                <c:pt idx="8137">
                  <c:v>11.980124999999999</c:v>
                </c:pt>
                <c:pt idx="8138">
                  <c:v>11.974375</c:v>
                </c:pt>
                <c:pt idx="8139">
                  <c:v>51.021250000000002</c:v>
                </c:pt>
                <c:pt idx="8140">
                  <c:v>23.422499999999999</c:v>
                </c:pt>
                <c:pt idx="8141">
                  <c:v>22.907499999999999</c:v>
                </c:pt>
                <c:pt idx="8142">
                  <c:v>23.422499999999999</c:v>
                </c:pt>
                <c:pt idx="8143">
                  <c:v>18.213125000000002</c:v>
                </c:pt>
                <c:pt idx="8144">
                  <c:v>43.722000000000001</c:v>
                </c:pt>
                <c:pt idx="8145">
                  <c:v>2.6025</c:v>
                </c:pt>
                <c:pt idx="8146">
                  <c:v>19.778999999999996</c:v>
                </c:pt>
                <c:pt idx="8147">
                  <c:v>9.8894999999999982</c:v>
                </c:pt>
                <c:pt idx="8148">
                  <c:v>11.974375</c:v>
                </c:pt>
                <c:pt idx="8149">
                  <c:v>28.11375</c:v>
                </c:pt>
                <c:pt idx="8150">
                  <c:v>#N/A</c:v>
                </c:pt>
                <c:pt idx="8151">
                  <c:v>#N/A</c:v>
                </c:pt>
                <c:pt idx="8152">
                  <c:v>6.7648750000000009</c:v>
                </c:pt>
                <c:pt idx="8153">
                  <c:v>12.486000000000001</c:v>
                </c:pt>
                <c:pt idx="8154">
                  <c:v>74.395750000000007</c:v>
                </c:pt>
                <c:pt idx="8155">
                  <c:v>10.4025</c:v>
                </c:pt>
                <c:pt idx="8156">
                  <c:v>46.291125000000001</c:v>
                </c:pt>
                <c:pt idx="8157">
                  <c:v>93.577500000000001</c:v>
                </c:pt>
                <c:pt idx="8158">
                  <c:v>28.08</c:v>
                </c:pt>
                <c:pt idx="8159">
                  <c:v>29.112999999999996</c:v>
                </c:pt>
                <c:pt idx="8160">
                  <c:v>15.08</c:v>
                </c:pt>
                <c:pt idx="8161">
                  <c:v>96.292500000000004</c:v>
                </c:pt>
                <c:pt idx="8162">
                  <c:v>14.0535</c:v>
                </c:pt>
                <c:pt idx="8163">
                  <c:v>31.215</c:v>
                </c:pt>
                <c:pt idx="8164">
                  <c:v>7.8</c:v>
                </c:pt>
                <c:pt idx="8165">
                  <c:v>2.600625</c:v>
                </c:pt>
                <c:pt idx="8166">
                  <c:v>24.434125000000002</c:v>
                </c:pt>
                <c:pt idx="8167">
                  <c:v>2.08</c:v>
                </c:pt>
                <c:pt idx="8168">
                  <c:v>45.76</c:v>
                </c:pt>
                <c:pt idx="8169">
                  <c:v>9.8800000000000008</c:v>
                </c:pt>
                <c:pt idx="8170">
                  <c:v>8.84</c:v>
                </c:pt>
                <c:pt idx="8171">
                  <c:v>6.2384999999999984</c:v>
                </c:pt>
                <c:pt idx="8172">
                  <c:v>18.715499999999999</c:v>
                </c:pt>
                <c:pt idx="8173">
                  <c:v>10.397500000000001</c:v>
                </c:pt>
                <c:pt idx="8174">
                  <c:v>9.8776249999999983</c:v>
                </c:pt>
                <c:pt idx="8175">
                  <c:v>8.8357500000000009</c:v>
                </c:pt>
                <c:pt idx="8176">
                  <c:v>32.216749999999998</c:v>
                </c:pt>
                <c:pt idx="8177">
                  <c:v>19.745750000000001</c:v>
                </c:pt>
                <c:pt idx="8178">
                  <c:v>10.3925</c:v>
                </c:pt>
                <c:pt idx="8179">
                  <c:v>3.1185</c:v>
                </c:pt>
                <c:pt idx="8180">
                  <c:v>2.598125</c:v>
                </c:pt>
                <c:pt idx="8181">
                  <c:v>28.579374999999999</c:v>
                </c:pt>
                <c:pt idx="8182">
                  <c:v>36.365000000000002</c:v>
                </c:pt>
                <c:pt idx="8183">
                  <c:v>#N/A</c:v>
                </c:pt>
                <c:pt idx="8184">
                  <c:v>#N/A</c:v>
                </c:pt>
                <c:pt idx="8185">
                  <c:v>31.184999999999999</c:v>
                </c:pt>
                <c:pt idx="8186">
                  <c:v>1.558875</c:v>
                </c:pt>
                <c:pt idx="8187">
                  <c:v>38.461500000000001</c:v>
                </c:pt>
                <c:pt idx="8188">
                  <c:v>#N/A</c:v>
                </c:pt>
                <c:pt idx="8189">
                  <c:v>#N/A</c:v>
                </c:pt>
                <c:pt idx="8190">
                  <c:v>#N/A</c:v>
                </c:pt>
                <c:pt idx="8191">
                  <c:v>#N/A</c:v>
                </c:pt>
                <c:pt idx="8192">
                  <c:v>#N/A</c:v>
                </c:pt>
                <c:pt idx="8193">
                  <c:v>#N/A</c:v>
                </c:pt>
                <c:pt idx="8194">
                  <c:v>1.5585000000000002</c:v>
                </c:pt>
                <c:pt idx="8195">
                  <c:v>25.455500000000001</c:v>
                </c:pt>
                <c:pt idx="8196">
                  <c:v>49.872000000000007</c:v>
                </c:pt>
                <c:pt idx="8197">
                  <c:v>14.0265</c:v>
                </c:pt>
                <c:pt idx="8198">
                  <c:v>#N/A</c:v>
                </c:pt>
                <c:pt idx="8199">
                  <c:v>#N/A</c:v>
                </c:pt>
                <c:pt idx="8200">
                  <c:v>75.901749999999993</c:v>
                </c:pt>
                <c:pt idx="8201">
                  <c:v>#N/A</c:v>
                </c:pt>
                <c:pt idx="8202">
                  <c:v>#N/A</c:v>
                </c:pt>
                <c:pt idx="8203">
                  <c:v>106.676875</c:v>
                </c:pt>
                <c:pt idx="8204">
                  <c:v>9.3689999999999998</c:v>
                </c:pt>
                <c:pt idx="8205">
                  <c:v>33.824375000000003</c:v>
                </c:pt>
                <c:pt idx="8206">
                  <c:v>37.996499999999997</c:v>
                </c:pt>
                <c:pt idx="8207">
                  <c:v>14.570499999999999</c:v>
                </c:pt>
                <c:pt idx="8208">
                  <c:v>34.8735</c:v>
                </c:pt>
                <c:pt idx="8209">
                  <c:v>41.119500000000002</c:v>
                </c:pt>
                <c:pt idx="8210">
                  <c:v>25.5045</c:v>
                </c:pt>
                <c:pt idx="8211">
                  <c:v>5.7268749999999997</c:v>
                </c:pt>
                <c:pt idx="8212">
                  <c:v>19.783750000000001</c:v>
                </c:pt>
                <c:pt idx="8213">
                  <c:v>25.5045</c:v>
                </c:pt>
                <c:pt idx="8214">
                  <c:v>7.8112500000000002</c:v>
                </c:pt>
                <c:pt idx="8215">
                  <c:v>50.512750000000011</c:v>
                </c:pt>
                <c:pt idx="8216">
                  <c:v>60.913125000000001</c:v>
                </c:pt>
                <c:pt idx="8217">
                  <c:v>106.75375</c:v>
                </c:pt>
                <c:pt idx="8218">
                  <c:v>42.190874999999998</c:v>
                </c:pt>
                <c:pt idx="8219">
                  <c:v>144.35162499999998</c:v>
                </c:pt>
                <c:pt idx="8220">
                  <c:v>52.633624999999988</c:v>
                </c:pt>
                <c:pt idx="8221">
                  <c:v>23.456250000000001</c:v>
                </c:pt>
                <c:pt idx="8222">
                  <c:v>48.464624999999998</c:v>
                </c:pt>
                <c:pt idx="8223">
                  <c:v>71.91525</c:v>
                </c:pt>
                <c:pt idx="8224">
                  <c:v>19.272375</c:v>
                </c:pt>
                <c:pt idx="8225">
                  <c:v>55.186250000000001</c:v>
                </c:pt>
                <c:pt idx="8226">
                  <c:v>23.428125000000001</c:v>
                </c:pt>
                <c:pt idx="8227">
                  <c:v>45.316125</c:v>
                </c:pt>
                <c:pt idx="8228">
                  <c:v>9.8989999999999991</c:v>
                </c:pt>
                <c:pt idx="8229">
                  <c:v>6.771374999999999</c:v>
                </c:pt>
                <c:pt idx="8230">
                  <c:v>8.8548749999999998</c:v>
                </c:pt>
                <c:pt idx="8231">
                  <c:v>17.705500000000001</c:v>
                </c:pt>
                <c:pt idx="8232">
                  <c:v>#N/A</c:v>
                </c:pt>
                <c:pt idx="8233">
                  <c:v>#N/A</c:v>
                </c:pt>
                <c:pt idx="8234">
                  <c:v>4.1669999999999998</c:v>
                </c:pt>
                <c:pt idx="8235">
                  <c:v>8.8548749999999998</c:v>
                </c:pt>
                <c:pt idx="8236">
                  <c:v>4.68675</c:v>
                </c:pt>
                <c:pt idx="8237">
                  <c:v>34.881875000000001</c:v>
                </c:pt>
                <c:pt idx="8238">
                  <c:v>3.6443750000000001</c:v>
                </c:pt>
                <c:pt idx="8239">
                  <c:v>13.5395</c:v>
                </c:pt>
                <c:pt idx="8240">
                  <c:v>8.8569999999999993</c:v>
                </c:pt>
                <c:pt idx="8241">
                  <c:v>23.450624999999999</c:v>
                </c:pt>
                <c:pt idx="8242">
                  <c:v>44.306249999999999</c:v>
                </c:pt>
                <c:pt idx="8243">
                  <c:v>10.946249999999999</c:v>
                </c:pt>
                <c:pt idx="8244">
                  <c:v>5.735125</c:v>
                </c:pt>
                <c:pt idx="8245">
                  <c:v>29.71125</c:v>
                </c:pt>
                <c:pt idx="8246">
                  <c:v>5.2137500000000001</c:v>
                </c:pt>
                <c:pt idx="8247">
                  <c:v>2.6068750000000001</c:v>
                </c:pt>
                <c:pt idx="8248">
                  <c:v>34.402500000000003</c:v>
                </c:pt>
                <c:pt idx="8249">
                  <c:v>34.940499999999993</c:v>
                </c:pt>
                <c:pt idx="8250">
                  <c:v>22.429874999999999</c:v>
                </c:pt>
                <c:pt idx="8251">
                  <c:v>56.870750000000001</c:v>
                </c:pt>
                <c:pt idx="8252">
                  <c:v>34.443750000000001</c:v>
                </c:pt>
                <c:pt idx="8253">
                  <c:v>24.006250000000001</c:v>
                </c:pt>
                <c:pt idx="8254">
                  <c:v>23.484375</c:v>
                </c:pt>
                <c:pt idx="8255">
                  <c:v>193.09375</c:v>
                </c:pt>
                <c:pt idx="8256">
                  <c:v>46.98</c:v>
                </c:pt>
                <c:pt idx="8257">
                  <c:v>9.918000000000001</c:v>
                </c:pt>
                <c:pt idx="8258">
                  <c:v>79.363</c:v>
                </c:pt>
                <c:pt idx="8259">
                  <c:v>17.743749999999999</c:v>
                </c:pt>
                <c:pt idx="8260">
                  <c:v>85.085999999999999</c:v>
                </c:pt>
                <c:pt idx="8261">
                  <c:v>51.690374999999989</c:v>
                </c:pt>
                <c:pt idx="8262">
                  <c:v>12.008875</c:v>
                </c:pt>
                <c:pt idx="8263">
                  <c:v>16.712</c:v>
                </c:pt>
                <c:pt idx="8264">
                  <c:v>54.849375000000002</c:v>
                </c:pt>
                <c:pt idx="8265">
                  <c:v>251.90525</c:v>
                </c:pt>
                <c:pt idx="8266">
                  <c:v>42.855250000000005</c:v>
                </c:pt>
                <c:pt idx="8267">
                  <c:v>36.061124999999997</c:v>
                </c:pt>
                <c:pt idx="8268">
                  <c:v>71.633875000000003</c:v>
                </c:pt>
                <c:pt idx="8269">
                  <c:v>51.253999999999998</c:v>
                </c:pt>
                <c:pt idx="8270">
                  <c:v>60.145000000000003</c:v>
                </c:pt>
                <c:pt idx="8271">
                  <c:v>34.526249999999997</c:v>
                </c:pt>
                <c:pt idx="8272">
                  <c:v>82.574749999999995</c:v>
                </c:pt>
                <c:pt idx="8273">
                  <c:v>110.273875</c:v>
                </c:pt>
                <c:pt idx="8274">
                  <c:v>36.061124999999997</c:v>
                </c:pt>
                <c:pt idx="8275">
                  <c:v>36.548749999999998</c:v>
                </c:pt>
                <c:pt idx="8276">
                  <c:v>46.480250000000012</c:v>
                </c:pt>
                <c:pt idx="8277">
                  <c:v>31.880125000000003</c:v>
                </c:pt>
                <c:pt idx="8278">
                  <c:v>3.6583750000000004</c:v>
                </c:pt>
                <c:pt idx="8279">
                  <c:v>56.457000000000001</c:v>
                </c:pt>
                <c:pt idx="8280">
                  <c:v>18.818999999999999</c:v>
                </c:pt>
                <c:pt idx="8281">
                  <c:v>38.169874999999998</c:v>
                </c:pt>
                <c:pt idx="8282">
                  <c:v>31.38</c:v>
                </c:pt>
                <c:pt idx="8283">
                  <c:v>55.974375000000002</c:v>
                </c:pt>
                <c:pt idx="8284">
                  <c:v>37.664999999999999</c:v>
                </c:pt>
                <c:pt idx="8285">
                  <c:v>35.049374999999998</c:v>
                </c:pt>
                <c:pt idx="8286">
                  <c:v>16.744</c:v>
                </c:pt>
                <c:pt idx="8287">
                  <c:v>30.341249999999999</c:v>
                </c:pt>
                <c:pt idx="8288">
                  <c:v>47.570250000000001</c:v>
                </c:pt>
                <c:pt idx="8289">
                  <c:v>31.902999999999995</c:v>
                </c:pt>
                <c:pt idx="8290">
                  <c:v>14.124375000000001</c:v>
                </c:pt>
                <c:pt idx="8291">
                  <c:v>41.317</c:v>
                </c:pt>
                <c:pt idx="8292">
                  <c:v>4.7069999999999999</c:v>
                </c:pt>
                <c:pt idx="8293">
                  <c:v>50.694625000000009</c:v>
                </c:pt>
                <c:pt idx="8294">
                  <c:v>33.986874999999998</c:v>
                </c:pt>
                <c:pt idx="8295">
                  <c:v>9.4094999999999995</c:v>
                </c:pt>
                <c:pt idx="8296">
                  <c:v>51.204999999999998</c:v>
                </c:pt>
                <c:pt idx="8297">
                  <c:v>21.945</c:v>
                </c:pt>
                <c:pt idx="8298">
                  <c:v>36.061124999999997</c:v>
                </c:pt>
                <c:pt idx="8299">
                  <c:v>14.110875</c:v>
                </c:pt>
                <c:pt idx="8300">
                  <c:v>12.023250000000001</c:v>
                </c:pt>
                <c:pt idx="8301">
                  <c:v>9.9298750000000009</c:v>
                </c:pt>
                <c:pt idx="8302">
                  <c:v>33.962499999999999</c:v>
                </c:pt>
                <c:pt idx="8303">
                  <c:v>12.54</c:v>
                </c:pt>
                <c:pt idx="8304">
                  <c:v>38.664999999999999</c:v>
                </c:pt>
                <c:pt idx="8305">
                  <c:v>30.297749999999994</c:v>
                </c:pt>
                <c:pt idx="8306">
                  <c:v>13.05625</c:v>
                </c:pt>
                <c:pt idx="8307">
                  <c:v>50.112000000000009</c:v>
                </c:pt>
                <c:pt idx="8308">
                  <c:v>57.969749999999998</c:v>
                </c:pt>
                <c:pt idx="8309">
                  <c:v>20.367750000000001</c:v>
                </c:pt>
                <c:pt idx="8310">
                  <c:v>26.647500000000001</c:v>
                </c:pt>
                <c:pt idx="8311">
                  <c:v>8.8846250000000015</c:v>
                </c:pt>
                <c:pt idx="8312">
                  <c:v>27.685874999999996</c:v>
                </c:pt>
                <c:pt idx="8313">
                  <c:v>8.3580000000000005</c:v>
                </c:pt>
                <c:pt idx="8314">
                  <c:v>12.536999999999997</c:v>
                </c:pt>
                <c:pt idx="8315">
                  <c:v>7.8337500000000002</c:v>
                </c:pt>
                <c:pt idx="8316">
                  <c:v>22.45675</c:v>
                </c:pt>
                <c:pt idx="8317">
                  <c:v>21.929249999999996</c:v>
                </c:pt>
                <c:pt idx="8318">
                  <c:v>17.748000000000001</c:v>
                </c:pt>
                <c:pt idx="8319">
                  <c:v>20.885000000000002</c:v>
                </c:pt>
                <c:pt idx="8320">
                  <c:v>31.842000000000006</c:v>
                </c:pt>
                <c:pt idx="8321">
                  <c:v>32.878124999999997</c:v>
                </c:pt>
                <c:pt idx="8322">
                  <c:v>20.87</c:v>
                </c:pt>
                <c:pt idx="8323">
                  <c:v>91.805999999999997</c:v>
                </c:pt>
                <c:pt idx="8324">
                  <c:v>43.826999999999998</c:v>
                </c:pt>
                <c:pt idx="8325">
                  <c:v>12.000249999999998</c:v>
                </c:pt>
                <c:pt idx="8326">
                  <c:v>6.7811250000000012</c:v>
                </c:pt>
                <c:pt idx="8327">
                  <c:v>8.3480000000000008</c:v>
                </c:pt>
                <c:pt idx="8328">
                  <c:v>2.6087500000000001</c:v>
                </c:pt>
                <c:pt idx="8329">
                  <c:v>21.396875000000001</c:v>
                </c:pt>
                <c:pt idx="8330">
                  <c:v>11.484</c:v>
                </c:pt>
                <c:pt idx="8331">
                  <c:v>5.21875</c:v>
                </c:pt>
                <c:pt idx="8332">
                  <c:v>26.087499999999999</c:v>
                </c:pt>
                <c:pt idx="8333">
                  <c:v>12.525</c:v>
                </c:pt>
                <c:pt idx="8334">
                  <c:v>9.9156250000000004</c:v>
                </c:pt>
                <c:pt idx="8335">
                  <c:v>9.9156250000000004</c:v>
                </c:pt>
                <c:pt idx="8336">
                  <c:v>7.3062500000000004</c:v>
                </c:pt>
                <c:pt idx="8337">
                  <c:v>17.735250000000001</c:v>
                </c:pt>
                <c:pt idx="8338">
                  <c:v>23.467500000000001</c:v>
                </c:pt>
                <c:pt idx="8339">
                  <c:v>45.881</c:v>
                </c:pt>
                <c:pt idx="8340">
                  <c:v>28.675625</c:v>
                </c:pt>
                <c:pt idx="8341">
                  <c:v>24.504625000000001</c:v>
                </c:pt>
                <c:pt idx="8342">
                  <c:v>28.682500000000001</c:v>
                </c:pt>
                <c:pt idx="8343">
                  <c:v>11.47025</c:v>
                </c:pt>
                <c:pt idx="8344">
                  <c:v>12.521999999999998</c:v>
                </c:pt>
                <c:pt idx="8345">
                  <c:v>56.389499999999998</c:v>
                </c:pt>
                <c:pt idx="8346">
                  <c:v>68.936999999999998</c:v>
                </c:pt>
                <c:pt idx="8347">
                  <c:v>33.954374999999999</c:v>
                </c:pt>
                <c:pt idx="8348">
                  <c:v>68.447500000000005</c:v>
                </c:pt>
                <c:pt idx="8349">
                  <c:v>45.44662499999999</c:v>
                </c:pt>
                <c:pt idx="8350">
                  <c:v>28.737500000000001</c:v>
                </c:pt>
                <c:pt idx="8351">
                  <c:v>44.423124999999999</c:v>
                </c:pt>
                <c:pt idx="8352">
                  <c:v>21.427625000000003</c:v>
                </c:pt>
                <c:pt idx="8353">
                  <c:v>21.422499999999999</c:v>
                </c:pt>
                <c:pt idx="8354">
                  <c:v>42.8245</c:v>
                </c:pt>
                <c:pt idx="8355">
                  <c:v>39.159374999999997</c:v>
                </c:pt>
                <c:pt idx="8356">
                  <c:v>12.531000000000001</c:v>
                </c:pt>
                <c:pt idx="8357">
                  <c:v>29.775375</c:v>
                </c:pt>
                <c:pt idx="8358">
                  <c:v>56.4435</c:v>
                </c:pt>
                <c:pt idx="8359">
                  <c:v>16.72</c:v>
                </c:pt>
                <c:pt idx="8360">
                  <c:v>24.023499999999999</c:v>
                </c:pt>
                <c:pt idx="8361">
                  <c:v>12.534000000000001</c:v>
                </c:pt>
                <c:pt idx="8362">
                  <c:v>1.0442499999999999</c:v>
                </c:pt>
                <c:pt idx="8363">
                  <c:v>47.524749999999997</c:v>
                </c:pt>
                <c:pt idx="8364">
                  <c:v>#N/A</c:v>
                </c:pt>
                <c:pt idx="8365">
                  <c:v>#N/A</c:v>
                </c:pt>
                <c:pt idx="8366">
                  <c:v>21.417374999999996</c:v>
                </c:pt>
                <c:pt idx="8367">
                  <c:v>9.9203749999999999</c:v>
                </c:pt>
                <c:pt idx="8368">
                  <c:v>0.52212499999999995</c:v>
                </c:pt>
                <c:pt idx="8369">
                  <c:v>14.616000000000003</c:v>
                </c:pt>
                <c:pt idx="8370">
                  <c:v>35.496000000000002</c:v>
                </c:pt>
                <c:pt idx="8371">
                  <c:v>19.84075</c:v>
                </c:pt>
                <c:pt idx="8372">
                  <c:v>5.2212500000000004</c:v>
                </c:pt>
                <c:pt idx="8373">
                  <c:v>#N/A</c:v>
                </c:pt>
                <c:pt idx="8374">
                  <c:v>#N/A</c:v>
                </c:pt>
                <c:pt idx="8375">
                  <c:v>1.0445</c:v>
                </c:pt>
                <c:pt idx="8376">
                  <c:v>10.967250000000002</c:v>
                </c:pt>
                <c:pt idx="8377">
                  <c:v>7.83</c:v>
                </c:pt>
                <c:pt idx="8378">
                  <c:v>8.35</c:v>
                </c:pt>
                <c:pt idx="8379">
                  <c:v>11.486750000000001</c:v>
                </c:pt>
                <c:pt idx="8380">
                  <c:v>12.534000000000001</c:v>
                </c:pt>
                <c:pt idx="8381">
                  <c:v>24.029249999999994</c:v>
                </c:pt>
                <c:pt idx="8382">
                  <c:v>17.765000000000001</c:v>
                </c:pt>
                <c:pt idx="8383">
                  <c:v>36.052500000000002</c:v>
                </c:pt>
                <c:pt idx="8384">
                  <c:v>5.7474999999999996</c:v>
                </c:pt>
                <c:pt idx="8385">
                  <c:v>9.4027499999999993</c:v>
                </c:pt>
                <c:pt idx="8386">
                  <c:v>19.845500000000001</c:v>
                </c:pt>
                <c:pt idx="8387">
                  <c:v>18.27</c:v>
                </c:pt>
                <c:pt idx="8388">
                  <c:v>#N/A</c:v>
                </c:pt>
                <c:pt idx="8389">
                  <c:v>#N/A</c:v>
                </c:pt>
                <c:pt idx="8390">
                  <c:v>5.7406249999999996</c:v>
                </c:pt>
                <c:pt idx="8391">
                  <c:v>33.91375</c:v>
                </c:pt>
                <c:pt idx="8392">
                  <c:v>16.692</c:v>
                </c:pt>
                <c:pt idx="8393">
                  <c:v>29.204000000000001</c:v>
                </c:pt>
                <c:pt idx="8394">
                  <c:v>31.803875000000005</c:v>
                </c:pt>
                <c:pt idx="8395">
                  <c:v>31.274999999999999</c:v>
                </c:pt>
                <c:pt idx="8396">
                  <c:v>82.878749999999997</c:v>
                </c:pt>
                <c:pt idx="8397">
                  <c:v>69.293000000000006</c:v>
                </c:pt>
                <c:pt idx="8398">
                  <c:v>61.492750000000001</c:v>
                </c:pt>
                <c:pt idx="8399">
                  <c:v>36.478749999999998</c:v>
                </c:pt>
                <c:pt idx="8400">
                  <c:v>58.929499999999997</c:v>
                </c:pt>
                <c:pt idx="8401">
                  <c:v>77.684875000000005</c:v>
                </c:pt>
                <c:pt idx="8402">
                  <c:v>12.516</c:v>
                </c:pt>
                <c:pt idx="8403">
                  <c:v>73.027500000000003</c:v>
                </c:pt>
                <c:pt idx="8404">
                  <c:v>45.902999999999999</c:v>
                </c:pt>
                <c:pt idx="8405">
                  <c:v>10.95675</c:v>
                </c:pt>
                <c:pt idx="8406">
                  <c:v>9.9156250000000004</c:v>
                </c:pt>
                <c:pt idx="8407">
                  <c:v>56.375999999999998</c:v>
                </c:pt>
                <c:pt idx="8408">
                  <c:v>38.124250000000004</c:v>
                </c:pt>
                <c:pt idx="8409">
                  <c:v>86.171250000000001</c:v>
                </c:pt>
                <c:pt idx="8410">
                  <c:v>13.56875</c:v>
                </c:pt>
                <c:pt idx="8411">
                  <c:v>26.615625000000001</c:v>
                </c:pt>
                <c:pt idx="8412">
                  <c:v>38.618749999999999</c:v>
                </c:pt>
                <c:pt idx="8413">
                  <c:v>41.78</c:v>
                </c:pt>
                <c:pt idx="8414">
                  <c:v>8.3559999999999999</c:v>
                </c:pt>
                <c:pt idx="8415">
                  <c:v>26.112500000000001</c:v>
                </c:pt>
                <c:pt idx="8416">
                  <c:v>14.097375</c:v>
                </c:pt>
                <c:pt idx="8417">
                  <c:v>13.046875</c:v>
                </c:pt>
                <c:pt idx="8418">
                  <c:v>9.3937500000000007</c:v>
                </c:pt>
                <c:pt idx="8419">
                  <c:v>12.531000000000001</c:v>
                </c:pt>
                <c:pt idx="8420">
                  <c:v>19.845500000000001</c:v>
                </c:pt>
                <c:pt idx="8421">
                  <c:v>26.118749999999999</c:v>
                </c:pt>
                <c:pt idx="8422">
                  <c:v>46.491374999999998</c:v>
                </c:pt>
                <c:pt idx="8423">
                  <c:v>11.494999999999999</c:v>
                </c:pt>
                <c:pt idx="8424">
                  <c:v>79.98075</c:v>
                </c:pt>
                <c:pt idx="8425">
                  <c:v>86.295000000000002</c:v>
                </c:pt>
                <c:pt idx="8426">
                  <c:v>63.267874999999997</c:v>
                </c:pt>
                <c:pt idx="8427">
                  <c:v>74.806875000000005</c:v>
                </c:pt>
                <c:pt idx="8428">
                  <c:v>109.85625</c:v>
                </c:pt>
                <c:pt idx="8429">
                  <c:v>21.971250000000001</c:v>
                </c:pt>
                <c:pt idx="8430">
                  <c:v>55.411499999999997</c:v>
                </c:pt>
                <c:pt idx="8431">
                  <c:v>17.769250000000003</c:v>
                </c:pt>
                <c:pt idx="8432">
                  <c:v>42.865499999999997</c:v>
                </c:pt>
                <c:pt idx="8433">
                  <c:v>10.977749999999997</c:v>
                </c:pt>
                <c:pt idx="8434">
                  <c:v>28.765000000000001</c:v>
                </c:pt>
                <c:pt idx="8435">
                  <c:v>9.9322499999999998</c:v>
                </c:pt>
                <c:pt idx="8436">
                  <c:v>25.086000000000006</c:v>
                </c:pt>
                <c:pt idx="8437">
                  <c:v>4.7036249999999997</c:v>
                </c:pt>
                <c:pt idx="8438">
                  <c:v>17.246625000000002</c:v>
                </c:pt>
                <c:pt idx="8439">
                  <c:v>8.8825000000000003</c:v>
                </c:pt>
                <c:pt idx="8440">
                  <c:v>14.104125</c:v>
                </c:pt>
                <c:pt idx="8441">
                  <c:v>14.10075</c:v>
                </c:pt>
                <c:pt idx="8442">
                  <c:v>31.849625</c:v>
                </c:pt>
                <c:pt idx="8443">
                  <c:v>34.999124999999999</c:v>
                </c:pt>
                <c:pt idx="8444">
                  <c:v>23.512499999999999</c:v>
                </c:pt>
                <c:pt idx="8445">
                  <c:v>5.2262500000000003</c:v>
                </c:pt>
                <c:pt idx="8446">
                  <c:v>7.8412499999999996</c:v>
                </c:pt>
                <c:pt idx="8447">
                  <c:v>7.8393750000000004</c:v>
                </c:pt>
                <c:pt idx="8448">
                  <c:v>#N/A</c:v>
                </c:pt>
                <c:pt idx="8449">
                  <c:v>#N/A</c:v>
                </c:pt>
                <c:pt idx="8450">
                  <c:v>28.20825</c:v>
                </c:pt>
                <c:pt idx="8451">
                  <c:v>7.8393750000000004</c:v>
                </c:pt>
                <c:pt idx="8452">
                  <c:v>11.500500000000001</c:v>
                </c:pt>
                <c:pt idx="8453">
                  <c:v>#N/A</c:v>
                </c:pt>
                <c:pt idx="8454">
                  <c:v>#N/A</c:v>
                </c:pt>
                <c:pt idx="8455">
                  <c:v>1.5682499999999999</c:v>
                </c:pt>
                <c:pt idx="8456">
                  <c:v>5.2275</c:v>
                </c:pt>
                <c:pt idx="8457">
                  <c:v>13.598000000000001</c:v>
                </c:pt>
                <c:pt idx="8458">
                  <c:v>25.097999999999999</c:v>
                </c:pt>
                <c:pt idx="8459">
                  <c:v>6.7973750000000015</c:v>
                </c:pt>
                <c:pt idx="8460">
                  <c:v>11.50325</c:v>
                </c:pt>
                <c:pt idx="8461">
                  <c:v>18.296250000000001</c:v>
                </c:pt>
                <c:pt idx="8462">
                  <c:v>46.52474999999999</c:v>
                </c:pt>
                <c:pt idx="8463">
                  <c:v>#N/A</c:v>
                </c:pt>
                <c:pt idx="8464">
                  <c:v>#N/A</c:v>
                </c:pt>
                <c:pt idx="8465">
                  <c:v>18.823500000000003</c:v>
                </c:pt>
                <c:pt idx="8466">
                  <c:v>30.864374999999999</c:v>
                </c:pt>
                <c:pt idx="8467">
                  <c:v>14.124375000000001</c:v>
                </c:pt>
                <c:pt idx="8468">
                  <c:v>19.346374999999998</c:v>
                </c:pt>
                <c:pt idx="8469">
                  <c:v>16.731999999999999</c:v>
                </c:pt>
                <c:pt idx="8470">
                  <c:v>14.117625</c:v>
                </c:pt>
                <c:pt idx="8471">
                  <c:v>25.633125</c:v>
                </c:pt>
                <c:pt idx="8472">
                  <c:v>48.127499999999998</c:v>
                </c:pt>
                <c:pt idx="8473">
                  <c:v>17.781999999999996</c:v>
                </c:pt>
                <c:pt idx="8474">
                  <c:v>17.258999999999997</c:v>
                </c:pt>
                <c:pt idx="8475">
                  <c:v>20.93</c:v>
                </c:pt>
                <c:pt idx="8476">
                  <c:v>10.988250000000001</c:v>
                </c:pt>
                <c:pt idx="8477">
                  <c:v>5.2312500000000002</c:v>
                </c:pt>
                <c:pt idx="8478">
                  <c:v>45.522750000000009</c:v>
                </c:pt>
                <c:pt idx="8479">
                  <c:v>52.835625</c:v>
                </c:pt>
                <c:pt idx="8480">
                  <c:v>17.773499999999999</c:v>
                </c:pt>
                <c:pt idx="8481">
                  <c:v>10.983000000000001</c:v>
                </c:pt>
                <c:pt idx="8482">
                  <c:v>20.406750000000002</c:v>
                </c:pt>
                <c:pt idx="8483">
                  <c:v>25.116000000000003</c:v>
                </c:pt>
                <c:pt idx="8484">
                  <c:v>15.6975</c:v>
                </c:pt>
                <c:pt idx="8485">
                  <c:v>6.8006250000000001</c:v>
                </c:pt>
                <c:pt idx="8486">
                  <c:v>4.1849999999999996</c:v>
                </c:pt>
                <c:pt idx="8487">
                  <c:v>24.586874999999999</c:v>
                </c:pt>
                <c:pt idx="8488">
                  <c:v>5.2312500000000002</c:v>
                </c:pt>
                <c:pt idx="8489">
                  <c:v>8.3680000000000003</c:v>
                </c:pt>
                <c:pt idx="8490">
                  <c:v>10.4575</c:v>
                </c:pt>
                <c:pt idx="8491">
                  <c:v>#N/A</c:v>
                </c:pt>
                <c:pt idx="8492">
                  <c:v>#N/A</c:v>
                </c:pt>
                <c:pt idx="8493">
                  <c:v>33.488</c:v>
                </c:pt>
                <c:pt idx="8494">
                  <c:v>18.841499999999996</c:v>
                </c:pt>
                <c:pt idx="8495">
                  <c:v>#N/A</c:v>
                </c:pt>
                <c:pt idx="8496">
                  <c:v>#N/A</c:v>
                </c:pt>
                <c:pt idx="8497">
                  <c:v>47.115000000000002</c:v>
                </c:pt>
                <c:pt idx="8498">
                  <c:v>5.2350000000000003</c:v>
                </c:pt>
                <c:pt idx="8499">
                  <c:v>9.9465000000000003</c:v>
                </c:pt>
                <c:pt idx="8500">
                  <c:v>144.58949999999999</c:v>
                </c:pt>
                <c:pt idx="8501">
                  <c:v>35.615000000000002</c:v>
                </c:pt>
                <c:pt idx="8502">
                  <c:v>10.475</c:v>
                </c:pt>
                <c:pt idx="8503">
                  <c:v>40.338374999999999</c:v>
                </c:pt>
                <c:pt idx="8504">
                  <c:v>30.916</c:v>
                </c:pt>
                <c:pt idx="8505">
                  <c:v>53.435250000000011</c:v>
                </c:pt>
                <c:pt idx="8506">
                  <c:v>26.71125</c:v>
                </c:pt>
                <c:pt idx="8507">
                  <c:v>9.4275000000000002</c:v>
                </c:pt>
                <c:pt idx="8508">
                  <c:v>14.661499999999998</c:v>
                </c:pt>
                <c:pt idx="8509">
                  <c:v>13.090624999999999</c:v>
                </c:pt>
                <c:pt idx="8510">
                  <c:v>16.236249999999998</c:v>
                </c:pt>
                <c:pt idx="8511">
                  <c:v>23.557500000000001</c:v>
                </c:pt>
                <c:pt idx="8512">
                  <c:v>12.043374999999997</c:v>
                </c:pt>
                <c:pt idx="8513">
                  <c:v>#N/A</c:v>
                </c:pt>
                <c:pt idx="8514">
                  <c:v>#N/A</c:v>
                </c:pt>
                <c:pt idx="8515">
                  <c:v>13.09375</c:v>
                </c:pt>
                <c:pt idx="8516">
                  <c:v>8.3800000000000008</c:v>
                </c:pt>
                <c:pt idx="8517">
                  <c:v>10.998749999999999</c:v>
                </c:pt>
                <c:pt idx="8518">
                  <c:v>22.532</c:v>
                </c:pt>
                <c:pt idx="8519">
                  <c:v>12.573000000000002</c:v>
                </c:pt>
                <c:pt idx="8520">
                  <c:v>15.71625</c:v>
                </c:pt>
                <c:pt idx="8521">
                  <c:v>56.027874999999987</c:v>
                </c:pt>
                <c:pt idx="8522">
                  <c:v>36.112875000000003</c:v>
                </c:pt>
                <c:pt idx="8523">
                  <c:v>18.837</c:v>
                </c:pt>
                <c:pt idx="8524">
                  <c:v>24.069500000000005</c:v>
                </c:pt>
                <c:pt idx="8525">
                  <c:v>15.69375</c:v>
                </c:pt>
                <c:pt idx="8526">
                  <c:v>39.243749999999999</c:v>
                </c:pt>
                <c:pt idx="8527">
                  <c:v>38.197250000000004</c:v>
                </c:pt>
                <c:pt idx="8528">
                  <c:v>3.6627500000000004</c:v>
                </c:pt>
                <c:pt idx="8529">
                  <c:v>32.980499999999999</c:v>
                </c:pt>
                <c:pt idx="8530">
                  <c:v>43.440125000000002</c:v>
                </c:pt>
                <c:pt idx="8531">
                  <c:v>28.262250000000002</c:v>
                </c:pt>
                <c:pt idx="8532">
                  <c:v>43.440125000000002</c:v>
                </c:pt>
                <c:pt idx="8533">
                  <c:v>7.8487499999999999</c:v>
                </c:pt>
                <c:pt idx="8534">
                  <c:v>23.023</c:v>
                </c:pt>
                <c:pt idx="8535">
                  <c:v>12.034750000000003</c:v>
                </c:pt>
                <c:pt idx="8536">
                  <c:v>0.52324999999999999</c:v>
                </c:pt>
                <c:pt idx="8537">
                  <c:v>5.2337499999999997</c:v>
                </c:pt>
                <c:pt idx="8538">
                  <c:v>13.084375</c:v>
                </c:pt>
                <c:pt idx="8539">
                  <c:v>24.592749999999999</c:v>
                </c:pt>
                <c:pt idx="8540">
                  <c:v>4.7092499999999999</c:v>
                </c:pt>
                <c:pt idx="8541">
                  <c:v>22.505125</c:v>
                </c:pt>
                <c:pt idx="8542">
                  <c:v>47.092500000000001</c:v>
                </c:pt>
                <c:pt idx="8543">
                  <c:v>9.4184999999999999</c:v>
                </c:pt>
                <c:pt idx="8544">
                  <c:v>10.467499999999999</c:v>
                </c:pt>
                <c:pt idx="8545">
                  <c:v>28.778749999999999</c:v>
                </c:pt>
                <c:pt idx="8546">
                  <c:v>98.347499999999997</c:v>
                </c:pt>
                <c:pt idx="8547">
                  <c:v>26.15</c:v>
                </c:pt>
                <c:pt idx="8548">
                  <c:v>100.36799999999999</c:v>
                </c:pt>
                <c:pt idx="8549">
                  <c:v>68.480249999999998</c:v>
                </c:pt>
                <c:pt idx="8550">
                  <c:v>117.5625</c:v>
                </c:pt>
                <c:pt idx="8551">
                  <c:v>45.957999999999998</c:v>
                </c:pt>
                <c:pt idx="8552">
                  <c:v>43.377875000000003</c:v>
                </c:pt>
                <c:pt idx="8553">
                  <c:v>45.991</c:v>
                </c:pt>
                <c:pt idx="8554">
                  <c:v>51.204999999999998</c:v>
                </c:pt>
                <c:pt idx="8555">
                  <c:v>15.682499999999999</c:v>
                </c:pt>
                <c:pt idx="8556">
                  <c:v>19.8645</c:v>
                </c:pt>
                <c:pt idx="8557">
                  <c:v>13.071875</c:v>
                </c:pt>
                <c:pt idx="8558">
                  <c:v>34.5015</c:v>
                </c:pt>
                <c:pt idx="8559">
                  <c:v>19.8645</c:v>
                </c:pt>
                <c:pt idx="8560">
                  <c:v>37.124124999999999</c:v>
                </c:pt>
                <c:pt idx="8561">
                  <c:v>40.261375000000008</c:v>
                </c:pt>
                <c:pt idx="8562">
                  <c:v>42.855250000000005</c:v>
                </c:pt>
                <c:pt idx="8563">
                  <c:v>8.3620000000000001</c:v>
                </c:pt>
                <c:pt idx="8564">
                  <c:v>9.4072499999999994</c:v>
                </c:pt>
                <c:pt idx="8565">
                  <c:v>7.8412499999999996</c:v>
                </c:pt>
                <c:pt idx="8566">
                  <c:v>12.023250000000001</c:v>
                </c:pt>
                <c:pt idx="8567">
                  <c:v>16.205249999999996</c:v>
                </c:pt>
                <c:pt idx="8568">
                  <c:v>23.535</c:v>
                </c:pt>
                <c:pt idx="8569">
                  <c:v>26.143750000000001</c:v>
                </c:pt>
                <c:pt idx="8570">
                  <c:v>15.170624999999999</c:v>
                </c:pt>
                <c:pt idx="8571">
                  <c:v>19.350999999999999</c:v>
                </c:pt>
                <c:pt idx="8572">
                  <c:v>4.1829999999999998</c:v>
                </c:pt>
                <c:pt idx="8573">
                  <c:v>5.7516249999999998</c:v>
                </c:pt>
                <c:pt idx="8574">
                  <c:v>10.980375000000002</c:v>
                </c:pt>
                <c:pt idx="8575">
                  <c:v>#N/A</c:v>
                </c:pt>
                <c:pt idx="8576">
                  <c:v>#N/A</c:v>
                </c:pt>
                <c:pt idx="8577">
                  <c:v>#N/A</c:v>
                </c:pt>
                <c:pt idx="8578">
                  <c:v>#N/A</c:v>
                </c:pt>
                <c:pt idx="8579">
                  <c:v>#N/A</c:v>
                </c:pt>
                <c:pt idx="8580">
                  <c:v>#N/A</c:v>
                </c:pt>
                <c:pt idx="8581">
                  <c:v>16.728000000000002</c:v>
                </c:pt>
                <c:pt idx="8582">
                  <c:v>5.23</c:v>
                </c:pt>
                <c:pt idx="8583">
                  <c:v>21.442999999999998</c:v>
                </c:pt>
                <c:pt idx="8584">
                  <c:v>28.235250000000001</c:v>
                </c:pt>
                <c:pt idx="8585">
                  <c:v>1.046</c:v>
                </c:pt>
                <c:pt idx="8586">
                  <c:v>#N/A</c:v>
                </c:pt>
                <c:pt idx="8587">
                  <c:v>#N/A</c:v>
                </c:pt>
                <c:pt idx="8588">
                  <c:v>12.555</c:v>
                </c:pt>
                <c:pt idx="8589">
                  <c:v>11.5115</c:v>
                </c:pt>
                <c:pt idx="8590">
                  <c:v>1.0465</c:v>
                </c:pt>
                <c:pt idx="8591">
                  <c:v>13.084375</c:v>
                </c:pt>
                <c:pt idx="8592">
                  <c:v>40.299874999999993</c:v>
                </c:pt>
                <c:pt idx="8593">
                  <c:v>54.980625000000003</c:v>
                </c:pt>
                <c:pt idx="8594">
                  <c:v>40.338374999999999</c:v>
                </c:pt>
                <c:pt idx="8595">
                  <c:v>39.814500000000002</c:v>
                </c:pt>
                <c:pt idx="8596">
                  <c:v>15.196</c:v>
                </c:pt>
                <c:pt idx="8597">
                  <c:v>20.954999999999998</c:v>
                </c:pt>
                <c:pt idx="8598">
                  <c:v>25.669875000000001</c:v>
                </c:pt>
                <c:pt idx="8599">
                  <c:v>40.862250000000003</c:v>
                </c:pt>
                <c:pt idx="8600">
                  <c:v>28.289249999999999</c:v>
                </c:pt>
                <c:pt idx="8601">
                  <c:v>2.6193749999999998</c:v>
                </c:pt>
                <c:pt idx="8602">
                  <c:v>61.308</c:v>
                </c:pt>
                <c:pt idx="8603">
                  <c:v>40.881749999999997</c:v>
                </c:pt>
                <c:pt idx="8604">
                  <c:v>30.93075</c:v>
                </c:pt>
                <c:pt idx="8605">
                  <c:v>16.78</c:v>
                </c:pt>
                <c:pt idx="8606">
                  <c:v>45.63150000000001</c:v>
                </c:pt>
                <c:pt idx="8607">
                  <c:v>108.047</c:v>
                </c:pt>
                <c:pt idx="8608">
                  <c:v>12.588000000000003</c:v>
                </c:pt>
                <c:pt idx="8609">
                  <c:v>57.156874999999999</c:v>
                </c:pt>
                <c:pt idx="8610">
                  <c:v>13.109375</c:v>
                </c:pt>
                <c:pt idx="8611">
                  <c:v>21.489125000000001</c:v>
                </c:pt>
                <c:pt idx="8612">
                  <c:v>40.338374999999999</c:v>
                </c:pt>
                <c:pt idx="8613">
                  <c:v>19.907250000000001</c:v>
                </c:pt>
                <c:pt idx="8614">
                  <c:v>16.763999999999999</c:v>
                </c:pt>
                <c:pt idx="8615">
                  <c:v>29.337000000000003</c:v>
                </c:pt>
                <c:pt idx="8616">
                  <c:v>27.2285</c:v>
                </c:pt>
                <c:pt idx="8617">
                  <c:v>31.925875000000001</c:v>
                </c:pt>
                <c:pt idx="8618">
                  <c:v>116.18925</c:v>
                </c:pt>
                <c:pt idx="8619">
                  <c:v>31.918250000000004</c:v>
                </c:pt>
                <c:pt idx="8620">
                  <c:v>63.267874999999997</c:v>
                </c:pt>
                <c:pt idx="8621">
                  <c:v>43.408999999999999</c:v>
                </c:pt>
                <c:pt idx="8622">
                  <c:v>82.594499999999996</c:v>
                </c:pt>
                <c:pt idx="8623">
                  <c:v>85.187875000000005</c:v>
                </c:pt>
                <c:pt idx="8624">
                  <c:v>99.773624999999996</c:v>
                </c:pt>
                <c:pt idx="8625">
                  <c:v>66.325749999999999</c:v>
                </c:pt>
                <c:pt idx="8626">
                  <c:v>67.418625000000006</c:v>
                </c:pt>
                <c:pt idx="8627">
                  <c:v>42.342749999999995</c:v>
                </c:pt>
                <c:pt idx="8628">
                  <c:v>29.287999999999997</c:v>
                </c:pt>
                <c:pt idx="8629">
                  <c:v>36.078375000000001</c:v>
                </c:pt>
                <c:pt idx="8630">
                  <c:v>6.2759999999999989</c:v>
                </c:pt>
                <c:pt idx="8631">
                  <c:v>8.3659999999999997</c:v>
                </c:pt>
                <c:pt idx="8632">
                  <c:v>25.608625</c:v>
                </c:pt>
                <c:pt idx="8633">
                  <c:v>54.875624999999999</c:v>
                </c:pt>
                <c:pt idx="8634">
                  <c:v>27.17</c:v>
                </c:pt>
                <c:pt idx="8635">
                  <c:v>33.448</c:v>
                </c:pt>
                <c:pt idx="8636">
                  <c:v>9.9322499999999998</c:v>
                </c:pt>
                <c:pt idx="8637">
                  <c:v>61.6845</c:v>
                </c:pt>
                <c:pt idx="8638">
                  <c:v>19.346374999999998</c:v>
                </c:pt>
                <c:pt idx="8639">
                  <c:v>21.960750000000004</c:v>
                </c:pt>
                <c:pt idx="8640">
                  <c:v>17.254874999999998</c:v>
                </c:pt>
                <c:pt idx="8641">
                  <c:v>28.771875000000001</c:v>
                </c:pt>
                <c:pt idx="8642">
                  <c:v>38.178999999999995</c:v>
                </c:pt>
                <c:pt idx="8643">
                  <c:v>13.078125</c:v>
                </c:pt>
                <c:pt idx="8644">
                  <c:v>30.871749999999999</c:v>
                </c:pt>
                <c:pt idx="8645">
                  <c:v>33.496000000000002</c:v>
                </c:pt>
                <c:pt idx="8646">
                  <c:v>#N/A</c:v>
                </c:pt>
                <c:pt idx="8647">
                  <c:v>#N/A</c:v>
                </c:pt>
                <c:pt idx="8648">
                  <c:v>42.957750000000011</c:v>
                </c:pt>
                <c:pt idx="8649">
                  <c:v>10.477499999999999</c:v>
                </c:pt>
                <c:pt idx="8650">
                  <c:v>43.994999999999997</c:v>
                </c:pt>
                <c:pt idx="8651">
                  <c:v>45.042499999999997</c:v>
                </c:pt>
                <c:pt idx="8652">
                  <c:v>48.708750000000002</c:v>
                </c:pt>
                <c:pt idx="8653">
                  <c:v>9.9536250000000006</c:v>
                </c:pt>
                <c:pt idx="8654">
                  <c:v>42.413625000000003</c:v>
                </c:pt>
                <c:pt idx="8655">
                  <c:v>27.752124999999996</c:v>
                </c:pt>
                <c:pt idx="8656">
                  <c:v>24.092500000000001</c:v>
                </c:pt>
                <c:pt idx="8657">
                  <c:v>36.130125</c:v>
                </c:pt>
                <c:pt idx="8658">
                  <c:v>43.429749999999999</c:v>
                </c:pt>
                <c:pt idx="8659">
                  <c:v>13.078125</c:v>
                </c:pt>
                <c:pt idx="8660">
                  <c:v>3.1387499999999999</c:v>
                </c:pt>
                <c:pt idx="8661">
                  <c:v>23.017499999999998</c:v>
                </c:pt>
                <c:pt idx="8662">
                  <c:v>6.2774999999999999</c:v>
                </c:pt>
                <c:pt idx="8663">
                  <c:v>33.472000000000001</c:v>
                </c:pt>
                <c:pt idx="8664">
                  <c:v>13.60125</c:v>
                </c:pt>
                <c:pt idx="8665">
                  <c:v>41.336750000000002</c:v>
                </c:pt>
                <c:pt idx="8666">
                  <c:v>16.739999999999998</c:v>
                </c:pt>
                <c:pt idx="8667">
                  <c:v>27.732250000000004</c:v>
                </c:pt>
                <c:pt idx="8668">
                  <c:v>16.739999999999998</c:v>
                </c:pt>
                <c:pt idx="8669">
                  <c:v>#N/A</c:v>
                </c:pt>
                <c:pt idx="8670">
                  <c:v>#N/A</c:v>
                </c:pt>
                <c:pt idx="8671">
                  <c:v>17.781999999999996</c:v>
                </c:pt>
                <c:pt idx="8672">
                  <c:v>44.465625000000003</c:v>
                </c:pt>
                <c:pt idx="8673">
                  <c:v>28.242000000000001</c:v>
                </c:pt>
                <c:pt idx="8674">
                  <c:v>55.464500000000008</c:v>
                </c:pt>
                <c:pt idx="8675">
                  <c:v>46.535875000000011</c:v>
                </c:pt>
                <c:pt idx="8676">
                  <c:v>12.555</c:v>
                </c:pt>
                <c:pt idx="8677">
                  <c:v>10.4625</c:v>
                </c:pt>
                <c:pt idx="8678">
                  <c:v>4.1859999999999999</c:v>
                </c:pt>
                <c:pt idx="8679">
                  <c:v>103.6035</c:v>
                </c:pt>
                <c:pt idx="8680">
                  <c:v>8.3699999999999992</c:v>
                </c:pt>
                <c:pt idx="8681">
                  <c:v>15.166999999999998</c:v>
                </c:pt>
                <c:pt idx="8682">
                  <c:v>8.8888750000000005</c:v>
                </c:pt>
                <c:pt idx="8683">
                  <c:v>62.73</c:v>
                </c:pt>
                <c:pt idx="8684">
                  <c:v>61.655000000000001</c:v>
                </c:pt>
                <c:pt idx="8685">
                  <c:v>39.71</c:v>
                </c:pt>
                <c:pt idx="8686">
                  <c:v>77.833875000000006</c:v>
                </c:pt>
                <c:pt idx="8687">
                  <c:v>72.105000000000004</c:v>
                </c:pt>
                <c:pt idx="8688">
                  <c:v>31.35</c:v>
                </c:pt>
                <c:pt idx="8689">
                  <c:v>21.93975</c:v>
                </c:pt>
                <c:pt idx="8690">
                  <c:v>32.933250000000001</c:v>
                </c:pt>
                <c:pt idx="8691">
                  <c:v>#N/A</c:v>
                </c:pt>
                <c:pt idx="8692">
                  <c:v>#N/A</c:v>
                </c:pt>
                <c:pt idx="8693">
                  <c:v>26.647500000000001</c:v>
                </c:pt>
                <c:pt idx="8694">
                  <c:v>24.035</c:v>
                </c:pt>
                <c:pt idx="8695">
                  <c:v>17.765000000000001</c:v>
                </c:pt>
                <c:pt idx="8696">
                  <c:v>#N/A</c:v>
                </c:pt>
                <c:pt idx="8697">
                  <c:v>#N/A</c:v>
                </c:pt>
                <c:pt idx="8698">
                  <c:v>#N/A</c:v>
                </c:pt>
                <c:pt idx="8699">
                  <c:v>24.563375000000001</c:v>
                </c:pt>
                <c:pt idx="8700">
                  <c:v>50.207999999999991</c:v>
                </c:pt>
                <c:pt idx="8701">
                  <c:v>14.117625</c:v>
                </c:pt>
                <c:pt idx="8702">
                  <c:v>16.213000000000001</c:v>
                </c:pt>
                <c:pt idx="8703">
                  <c:v>9.4094999999999995</c:v>
                </c:pt>
                <c:pt idx="8704">
                  <c:v>#N/A</c:v>
                </c:pt>
                <c:pt idx="8705">
                  <c:v>#N/A</c:v>
                </c:pt>
                <c:pt idx="8706">
                  <c:v>53.804625000000001</c:v>
                </c:pt>
                <c:pt idx="8707">
                  <c:v>35.53</c:v>
                </c:pt>
                <c:pt idx="8708">
                  <c:v>34.990750000000006</c:v>
                </c:pt>
                <c:pt idx="8709">
                  <c:v>61.074000000000012</c:v>
                </c:pt>
                <c:pt idx="8710">
                  <c:v>68.904000000000011</c:v>
                </c:pt>
                <c:pt idx="8711">
                  <c:v>26.615625000000001</c:v>
                </c:pt>
                <c:pt idx="8712">
                  <c:v>13.571999999999999</c:v>
                </c:pt>
                <c:pt idx="8713">
                  <c:v>71.496875000000003</c:v>
                </c:pt>
                <c:pt idx="8714">
                  <c:v>93.370874999999998</c:v>
                </c:pt>
                <c:pt idx="8715">
                  <c:v>40.686750000000004</c:v>
                </c:pt>
                <c:pt idx="8716">
                  <c:v>64.712500000000006</c:v>
                </c:pt>
                <c:pt idx="8717">
                  <c:v>15.6525</c:v>
                </c:pt>
                <c:pt idx="8718">
                  <c:v>9.3937500000000007</c:v>
                </c:pt>
                <c:pt idx="8719">
                  <c:v>14.090624999999999</c:v>
                </c:pt>
                <c:pt idx="8720">
                  <c:v>16.174250000000001</c:v>
                </c:pt>
                <c:pt idx="8721">
                  <c:v>45.924999999999997</c:v>
                </c:pt>
                <c:pt idx="8722">
                  <c:v>48.035499999999999</c:v>
                </c:pt>
                <c:pt idx="8723">
                  <c:v>56.389499999999998</c:v>
                </c:pt>
                <c:pt idx="8724">
                  <c:v>34.460250000000002</c:v>
                </c:pt>
                <c:pt idx="8725">
                  <c:v>#N/A</c:v>
                </c:pt>
                <c:pt idx="8726">
                  <c:v>#N/A</c:v>
                </c:pt>
                <c:pt idx="8727">
                  <c:v>5.7433750000000003</c:v>
                </c:pt>
                <c:pt idx="8728">
                  <c:v>18.805499999999999</c:v>
                </c:pt>
                <c:pt idx="8729">
                  <c:v>88.302499999999995</c:v>
                </c:pt>
                <c:pt idx="8730">
                  <c:v>83.6</c:v>
                </c:pt>
                <c:pt idx="8731">
                  <c:v>27.150499999999994</c:v>
                </c:pt>
                <c:pt idx="8732">
                  <c:v>14.6195</c:v>
                </c:pt>
                <c:pt idx="8733">
                  <c:v>15.6675</c:v>
                </c:pt>
                <c:pt idx="8734">
                  <c:v>49.126750000000001</c:v>
                </c:pt>
                <c:pt idx="8735">
                  <c:v>9.4072499999999994</c:v>
                </c:pt>
                <c:pt idx="8736">
                  <c:v>#N/A</c:v>
                </c:pt>
                <c:pt idx="8737">
                  <c:v>#N/A</c:v>
                </c:pt>
                <c:pt idx="8738">
                  <c:v>55.880749999999999</c:v>
                </c:pt>
                <c:pt idx="8739">
                  <c:v>20.367750000000001</c:v>
                </c:pt>
                <c:pt idx="8740">
                  <c:v>14.6195</c:v>
                </c:pt>
                <c:pt idx="8741">
                  <c:v>2.6106250000000002</c:v>
                </c:pt>
                <c:pt idx="8742">
                  <c:v>16.193625000000001</c:v>
                </c:pt>
                <c:pt idx="8743">
                  <c:v>17.234249999999999</c:v>
                </c:pt>
                <c:pt idx="8744">
                  <c:v>10.967250000000002</c:v>
                </c:pt>
                <c:pt idx="8745">
                  <c:v>6.7892500000000009</c:v>
                </c:pt>
                <c:pt idx="8746">
                  <c:v>12.014624999999997</c:v>
                </c:pt>
                <c:pt idx="8747">
                  <c:v>13.0625</c:v>
                </c:pt>
                <c:pt idx="8748">
                  <c:v>27.157000000000004</c:v>
                </c:pt>
                <c:pt idx="8749">
                  <c:v>2.6106250000000002</c:v>
                </c:pt>
                <c:pt idx="8750">
                  <c:v>3.1327500000000001</c:v>
                </c:pt>
                <c:pt idx="8751">
                  <c:v>1.0442499999999999</c:v>
                </c:pt>
                <c:pt idx="8752">
                  <c:v>17.226000000000003</c:v>
                </c:pt>
                <c:pt idx="8753">
                  <c:v>20.885000000000002</c:v>
                </c:pt>
                <c:pt idx="8754">
                  <c:v>8.3580000000000005</c:v>
                </c:pt>
                <c:pt idx="8755">
                  <c:v>23.512499999999999</c:v>
                </c:pt>
                <c:pt idx="8756">
                  <c:v>12.54</c:v>
                </c:pt>
                <c:pt idx="8757">
                  <c:v>32.402749999999997</c:v>
                </c:pt>
                <c:pt idx="8758">
                  <c:v>14.104125</c:v>
                </c:pt>
                <c:pt idx="8759">
                  <c:v>39.700499999999998</c:v>
                </c:pt>
                <c:pt idx="8760">
                  <c:v>48.557625000000002</c:v>
                </c:pt>
                <c:pt idx="8761">
                  <c:v>#N/A</c:v>
                </c:pt>
                <c:pt idx="8762">
                  <c:v>#N/A</c:v>
                </c:pt>
                <c:pt idx="8763">
                  <c:v>28.730625</c:v>
                </c:pt>
                <c:pt idx="8764">
                  <c:v>4.7002500000000005</c:v>
                </c:pt>
                <c:pt idx="8765">
                  <c:v>#N/A</c:v>
                </c:pt>
                <c:pt idx="8766">
                  <c:v>#N/A</c:v>
                </c:pt>
                <c:pt idx="8767">
                  <c:v>7.8318750000000001</c:v>
                </c:pt>
                <c:pt idx="8768">
                  <c:v>11.4895</c:v>
                </c:pt>
                <c:pt idx="8769">
                  <c:v>#N/A</c:v>
                </c:pt>
                <c:pt idx="8770">
                  <c:v>#N/A</c:v>
                </c:pt>
                <c:pt idx="8771">
                  <c:v>2.6112500000000001</c:v>
                </c:pt>
                <c:pt idx="8772">
                  <c:v>#N/A</c:v>
                </c:pt>
                <c:pt idx="8773">
                  <c:v>#N/A</c:v>
                </c:pt>
                <c:pt idx="8774">
                  <c:v>18.801000000000002</c:v>
                </c:pt>
                <c:pt idx="8775">
                  <c:v>0.52224999999999999</c:v>
                </c:pt>
                <c:pt idx="8776">
                  <c:v>1.5671249999999997</c:v>
                </c:pt>
                <c:pt idx="8777">
                  <c:v>50.670374999999993</c:v>
                </c:pt>
                <c:pt idx="8778">
                  <c:v>18.809999999999999</c:v>
                </c:pt>
                <c:pt idx="8779">
                  <c:v>27.699125000000006</c:v>
                </c:pt>
                <c:pt idx="8780">
                  <c:v>20.382375000000003</c:v>
                </c:pt>
                <c:pt idx="8781">
                  <c:v>4.7036249999999997</c:v>
                </c:pt>
                <c:pt idx="8782">
                  <c:v>62.222125000000013</c:v>
                </c:pt>
                <c:pt idx="8783">
                  <c:v>36.61</c:v>
                </c:pt>
                <c:pt idx="8784">
                  <c:v>33.978749999999998</c:v>
                </c:pt>
                <c:pt idx="8785">
                  <c:v>82.535250000000005</c:v>
                </c:pt>
                <c:pt idx="8786">
                  <c:v>16.193625000000001</c:v>
                </c:pt>
                <c:pt idx="8787">
                  <c:v>#N/A</c:v>
                </c:pt>
                <c:pt idx="8788">
                  <c:v>#N/A</c:v>
                </c:pt>
                <c:pt idx="8789">
                  <c:v>18.801000000000002</c:v>
                </c:pt>
                <c:pt idx="8790">
                  <c:v>60.552000000000007</c:v>
                </c:pt>
                <c:pt idx="8791">
                  <c:v>26.112500000000001</c:v>
                </c:pt>
                <c:pt idx="8792">
                  <c:v>25.602499999999999</c:v>
                </c:pt>
                <c:pt idx="8793">
                  <c:v>29.775375</c:v>
                </c:pt>
                <c:pt idx="8794">
                  <c:v>5.7461250000000001</c:v>
                </c:pt>
                <c:pt idx="8795">
                  <c:v>12.014624999999997</c:v>
                </c:pt>
                <c:pt idx="8796">
                  <c:v>28.730625</c:v>
                </c:pt>
                <c:pt idx="8797">
                  <c:v>13.58175</c:v>
                </c:pt>
                <c:pt idx="8798">
                  <c:v>#N/A</c:v>
                </c:pt>
                <c:pt idx="8799">
                  <c:v>#N/A</c:v>
                </c:pt>
                <c:pt idx="8800">
                  <c:v>2.6131250000000001</c:v>
                </c:pt>
                <c:pt idx="8801">
                  <c:v>28.730625</c:v>
                </c:pt>
                <c:pt idx="8802">
                  <c:v>21.41225</c:v>
                </c:pt>
                <c:pt idx="8803">
                  <c:v>3.6557499999999998</c:v>
                </c:pt>
                <c:pt idx="8804">
                  <c:v>4.1779999999999999</c:v>
                </c:pt>
                <c:pt idx="8805">
                  <c:v>#N/A</c:v>
                </c:pt>
                <c:pt idx="8806">
                  <c:v>#N/A</c:v>
                </c:pt>
                <c:pt idx="8807">
                  <c:v>17.246625000000002</c:v>
                </c:pt>
                <c:pt idx="8808">
                  <c:v>50.670374999999993</c:v>
                </c:pt>
                <c:pt idx="8809">
                  <c:v>16.716000000000001</c:v>
                </c:pt>
                <c:pt idx="8810">
                  <c:v>37.097499999999997</c:v>
                </c:pt>
                <c:pt idx="8811">
                  <c:v>13.059374999999999</c:v>
                </c:pt>
                <c:pt idx="8812">
                  <c:v>33.946249999999999</c:v>
                </c:pt>
                <c:pt idx="8813">
                  <c:v>39.672000000000004</c:v>
                </c:pt>
                <c:pt idx="8814">
                  <c:v>70.992000000000004</c:v>
                </c:pt>
                <c:pt idx="8815">
                  <c:v>31.842000000000006</c:v>
                </c:pt>
                <c:pt idx="8816">
                  <c:v>27.666000000000004</c:v>
                </c:pt>
                <c:pt idx="8817">
                  <c:v>27.137499999999999</c:v>
                </c:pt>
                <c:pt idx="8818">
                  <c:v>44.8705</c:v>
                </c:pt>
                <c:pt idx="8819">
                  <c:v>9.9108750000000008</c:v>
                </c:pt>
                <c:pt idx="8820">
                  <c:v>9.3915000000000006</c:v>
                </c:pt>
                <c:pt idx="8821">
                  <c:v>34.957250000000002</c:v>
                </c:pt>
                <c:pt idx="8822">
                  <c:v>31.819125</c:v>
                </c:pt>
                <c:pt idx="8823">
                  <c:v>4.1719999999999997</c:v>
                </c:pt>
                <c:pt idx="8824">
                  <c:v>33.375999999999998</c:v>
                </c:pt>
                <c:pt idx="8825">
                  <c:v>1.5645</c:v>
                </c:pt>
                <c:pt idx="8826">
                  <c:v>21.391749999999998</c:v>
                </c:pt>
                <c:pt idx="8827">
                  <c:v>25.571874999999999</c:v>
                </c:pt>
                <c:pt idx="8828">
                  <c:v>10.959375</c:v>
                </c:pt>
                <c:pt idx="8829">
                  <c:v>6.2640000000000011</c:v>
                </c:pt>
                <c:pt idx="8830">
                  <c:v>53.753124999999997</c:v>
                </c:pt>
                <c:pt idx="8831">
                  <c:v>8.8676250000000003</c:v>
                </c:pt>
                <c:pt idx="8832">
                  <c:v>26.602875000000001</c:v>
                </c:pt>
                <c:pt idx="8833">
                  <c:v>7.8224999999999998</c:v>
                </c:pt>
                <c:pt idx="8834">
                  <c:v>73.496250000000003</c:v>
                </c:pt>
                <c:pt idx="8835">
                  <c:v>46.901249999999997</c:v>
                </c:pt>
                <c:pt idx="8836">
                  <c:v>63.056124999999987</c:v>
                </c:pt>
                <c:pt idx="8837">
                  <c:v>77.666250000000005</c:v>
                </c:pt>
                <c:pt idx="8838">
                  <c:v>5.735125</c:v>
                </c:pt>
                <c:pt idx="8839">
                  <c:v>33.36</c:v>
                </c:pt>
                <c:pt idx="8840">
                  <c:v>14.595000000000001</c:v>
                </c:pt>
                <c:pt idx="8841">
                  <c:v>22.402999999999999</c:v>
                </c:pt>
                <c:pt idx="8842">
                  <c:v>9.8989999999999991</c:v>
                </c:pt>
                <c:pt idx="8843">
                  <c:v>45.847999999999999</c:v>
                </c:pt>
                <c:pt idx="8844">
                  <c:v>55.747</c:v>
                </c:pt>
                <c:pt idx="8845">
                  <c:v>25.007999999999999</c:v>
                </c:pt>
                <c:pt idx="8846">
                  <c:v>10.943625000000001</c:v>
                </c:pt>
                <c:pt idx="8847">
                  <c:v>30.218</c:v>
                </c:pt>
                <c:pt idx="8848">
                  <c:v>14.067</c:v>
                </c:pt>
                <c:pt idx="8849">
                  <c:v>21.887250000000002</c:v>
                </c:pt>
                <c:pt idx="8850">
                  <c:v>8.3360000000000003</c:v>
                </c:pt>
                <c:pt idx="8851">
                  <c:v>23.445</c:v>
                </c:pt>
                <c:pt idx="8852">
                  <c:v>28.134</c:v>
                </c:pt>
                <c:pt idx="8853">
                  <c:v>23.977499999999999</c:v>
                </c:pt>
                <c:pt idx="8854">
                  <c:v>64.129125000000002</c:v>
                </c:pt>
                <c:pt idx="8855">
                  <c:v>40.647749999999995</c:v>
                </c:pt>
                <c:pt idx="8856">
                  <c:v>29.19</c:v>
                </c:pt>
                <c:pt idx="8857">
                  <c:v>3.6496250000000008</c:v>
                </c:pt>
                <c:pt idx="8858">
                  <c:v>#N/A</c:v>
                </c:pt>
                <c:pt idx="8859">
                  <c:v>#N/A</c:v>
                </c:pt>
                <c:pt idx="8860">
                  <c:v>13.034375000000001</c:v>
                </c:pt>
                <c:pt idx="8861">
                  <c:v>36.487499999999997</c:v>
                </c:pt>
                <c:pt idx="8862">
                  <c:v>32.309750000000001</c:v>
                </c:pt>
                <c:pt idx="8863">
                  <c:v>6.7746250000000003</c:v>
                </c:pt>
                <c:pt idx="8864">
                  <c:v>8.8633750000000013</c:v>
                </c:pt>
                <c:pt idx="8865">
                  <c:v>39.643500000000003</c:v>
                </c:pt>
                <c:pt idx="8866">
                  <c:v>26.081250000000001</c:v>
                </c:pt>
                <c:pt idx="8867">
                  <c:v>24.52225</c:v>
                </c:pt>
                <c:pt idx="8868">
                  <c:v>14.087249999999999</c:v>
                </c:pt>
                <c:pt idx="8869">
                  <c:v>10.959375</c:v>
                </c:pt>
                <c:pt idx="8870">
                  <c:v>55.305499999999988</c:v>
                </c:pt>
                <c:pt idx="8871">
                  <c:v>11.997375</c:v>
                </c:pt>
                <c:pt idx="8872">
                  <c:v>6.7827500000000001</c:v>
                </c:pt>
                <c:pt idx="8873">
                  <c:v>13.5655</c:v>
                </c:pt>
                <c:pt idx="8874">
                  <c:v>6.2609999999999992</c:v>
                </c:pt>
                <c:pt idx="8875">
                  <c:v>#N/A</c:v>
                </c:pt>
                <c:pt idx="8876">
                  <c:v>#N/A</c:v>
                </c:pt>
                <c:pt idx="8877">
                  <c:v>2.609375</c:v>
                </c:pt>
                <c:pt idx="8878">
                  <c:v>13.043749999999999</c:v>
                </c:pt>
                <c:pt idx="8879">
                  <c:v>15.64875</c:v>
                </c:pt>
                <c:pt idx="8880">
                  <c:v>#N/A</c:v>
                </c:pt>
                <c:pt idx="8881">
                  <c:v>#N/A</c:v>
                </c:pt>
                <c:pt idx="8882">
                  <c:v>92.915999999999997</c:v>
                </c:pt>
                <c:pt idx="8883">
                  <c:v>32.371749999999999</c:v>
                </c:pt>
                <c:pt idx="8884">
                  <c:v>8.8782499999999995</c:v>
                </c:pt>
                <c:pt idx="8885">
                  <c:v>52.237499999999997</c:v>
                </c:pt>
                <c:pt idx="8886">
                  <c:v>32.917499999999997</c:v>
                </c:pt>
                <c:pt idx="8887">
                  <c:v>30.312250000000006</c:v>
                </c:pt>
                <c:pt idx="8888">
                  <c:v>64.790000000000006</c:v>
                </c:pt>
                <c:pt idx="8889">
                  <c:v>34.484999999999999</c:v>
                </c:pt>
                <c:pt idx="8890">
                  <c:v>20.895</c:v>
                </c:pt>
                <c:pt idx="8891">
                  <c:v>55.880749999999999</c:v>
                </c:pt>
                <c:pt idx="8892">
                  <c:v>10.4475</c:v>
                </c:pt>
                <c:pt idx="8893">
                  <c:v>9.9227500000000006</c:v>
                </c:pt>
                <c:pt idx="8894">
                  <c:v>25.596374999999998</c:v>
                </c:pt>
                <c:pt idx="8895">
                  <c:v>7.3114999999999997</c:v>
                </c:pt>
                <c:pt idx="8896">
                  <c:v>7.3114999999999997</c:v>
                </c:pt>
                <c:pt idx="8897">
                  <c:v>13.58175</c:v>
                </c:pt>
                <c:pt idx="8898">
                  <c:v>7.8356250000000003</c:v>
                </c:pt>
                <c:pt idx="8899">
                  <c:v>26.653875000000006</c:v>
                </c:pt>
                <c:pt idx="8900">
                  <c:v>6.7957499999999991</c:v>
                </c:pt>
                <c:pt idx="8901">
                  <c:v>14.11425</c:v>
                </c:pt>
                <c:pt idx="8902">
                  <c:v>8.3620000000000001</c:v>
                </c:pt>
                <c:pt idx="8903">
                  <c:v>11.494999999999999</c:v>
                </c:pt>
                <c:pt idx="8904">
                  <c:v>19.859750000000002</c:v>
                </c:pt>
                <c:pt idx="8905">
                  <c:v>23.529375000000002</c:v>
                </c:pt>
                <c:pt idx="8906">
                  <c:v>5.7516249999999998</c:v>
                </c:pt>
                <c:pt idx="8907">
                  <c:v>21.442999999999998</c:v>
                </c:pt>
                <c:pt idx="8908">
                  <c:v>6.7990000000000004</c:v>
                </c:pt>
                <c:pt idx="8909">
                  <c:v>3.1379999999999995</c:v>
                </c:pt>
                <c:pt idx="8910">
                  <c:v>69.558999999999997</c:v>
                </c:pt>
                <c:pt idx="8911">
                  <c:v>44.465625000000003</c:v>
                </c:pt>
                <c:pt idx="8912">
                  <c:v>17.263124999999999</c:v>
                </c:pt>
                <c:pt idx="8913">
                  <c:v>32.433750000000003</c:v>
                </c:pt>
                <c:pt idx="8914">
                  <c:v>23.023</c:v>
                </c:pt>
                <c:pt idx="8915">
                  <c:v>59.650500000000001</c:v>
                </c:pt>
                <c:pt idx="8916">
                  <c:v>39.206249999999997</c:v>
                </c:pt>
                <c:pt idx="8917">
                  <c:v>5.2275</c:v>
                </c:pt>
                <c:pt idx="8918">
                  <c:v>26.666625</c:v>
                </c:pt>
                <c:pt idx="8919">
                  <c:v>28.235250000000001</c:v>
                </c:pt>
                <c:pt idx="8920">
                  <c:v>7.8412499999999996</c:v>
                </c:pt>
                <c:pt idx="8921">
                  <c:v>8.3640000000000008</c:v>
                </c:pt>
                <c:pt idx="8922">
                  <c:v>20.905000000000001</c:v>
                </c:pt>
                <c:pt idx="8923">
                  <c:v>9.9322499999999998</c:v>
                </c:pt>
                <c:pt idx="8924">
                  <c:v>15.159750000000001</c:v>
                </c:pt>
                <c:pt idx="8925">
                  <c:v>5.2275</c:v>
                </c:pt>
                <c:pt idx="8926">
                  <c:v>#N/A</c:v>
                </c:pt>
                <c:pt idx="8927">
                  <c:v>#N/A</c:v>
                </c:pt>
                <c:pt idx="8928">
                  <c:v>#N/A</c:v>
                </c:pt>
                <c:pt idx="8929">
                  <c:v>#N/A</c:v>
                </c:pt>
                <c:pt idx="8930">
                  <c:v>9.9275000000000002</c:v>
                </c:pt>
                <c:pt idx="8931">
                  <c:v>10.9725</c:v>
                </c:pt>
                <c:pt idx="8932">
                  <c:v>9.9275000000000002</c:v>
                </c:pt>
                <c:pt idx="8933">
                  <c:v>2.6131250000000001</c:v>
                </c:pt>
                <c:pt idx="8934">
                  <c:v>6.2715000000000014</c:v>
                </c:pt>
                <c:pt idx="8935">
                  <c:v>7.3202499999999997</c:v>
                </c:pt>
                <c:pt idx="8936">
                  <c:v>8.8867499999999993</c:v>
                </c:pt>
                <c:pt idx="8937">
                  <c:v>6.2744999999999997</c:v>
                </c:pt>
                <c:pt idx="8938">
                  <c:v>13.594750000000003</c:v>
                </c:pt>
                <c:pt idx="8939">
                  <c:v>39.747999999999998</c:v>
                </c:pt>
                <c:pt idx="8940">
                  <c:v>15.69</c:v>
                </c:pt>
                <c:pt idx="8941">
                  <c:v>6.7990000000000004</c:v>
                </c:pt>
                <c:pt idx="8942">
                  <c:v>10.455</c:v>
                </c:pt>
                <c:pt idx="8943">
                  <c:v>18.291875000000001</c:v>
                </c:pt>
                <c:pt idx="8944">
                  <c:v>#N/A</c:v>
                </c:pt>
                <c:pt idx="8945">
                  <c:v>#N/A</c:v>
                </c:pt>
                <c:pt idx="8946">
                  <c:v>#N/A</c:v>
                </c:pt>
                <c:pt idx="8947">
                  <c:v>#N/A</c:v>
                </c:pt>
                <c:pt idx="8948">
                  <c:v>19.855</c:v>
                </c:pt>
                <c:pt idx="8949">
                  <c:v>6.7957499999999991</c:v>
                </c:pt>
                <c:pt idx="8950">
                  <c:v>#N/A</c:v>
                </c:pt>
                <c:pt idx="8951">
                  <c:v>#N/A</c:v>
                </c:pt>
                <c:pt idx="8952">
                  <c:v>8.8888750000000005</c:v>
                </c:pt>
                <c:pt idx="8953">
                  <c:v>16.216875000000002</c:v>
                </c:pt>
                <c:pt idx="8954">
                  <c:v>21.966000000000001</c:v>
                </c:pt>
                <c:pt idx="8955">
                  <c:v>5.23</c:v>
                </c:pt>
                <c:pt idx="8956">
                  <c:v>5.2287499999999998</c:v>
                </c:pt>
                <c:pt idx="8957">
                  <c:v>9.4072499999999994</c:v>
                </c:pt>
                <c:pt idx="8958">
                  <c:v>20.387250000000002</c:v>
                </c:pt>
                <c:pt idx="8959">
                  <c:v>2.6143749999999999</c:v>
                </c:pt>
                <c:pt idx="8960">
                  <c:v>3.6601249999999999</c:v>
                </c:pt>
                <c:pt idx="8961">
                  <c:v>16.731999999999999</c:v>
                </c:pt>
                <c:pt idx="8962">
                  <c:v>5.23</c:v>
                </c:pt>
                <c:pt idx="8963">
                  <c:v>2.6150000000000002</c:v>
                </c:pt>
                <c:pt idx="8964">
                  <c:v>19.355625</c:v>
                </c:pt>
                <c:pt idx="8965">
                  <c:v>7.8449999999999998</c:v>
                </c:pt>
                <c:pt idx="8966">
                  <c:v>#N/A</c:v>
                </c:pt>
                <c:pt idx="8967">
                  <c:v>#N/A</c:v>
                </c:pt>
                <c:pt idx="8968">
                  <c:v>7.8449999999999998</c:v>
                </c:pt>
                <c:pt idx="8969">
                  <c:v>2.0914999999999999</c:v>
                </c:pt>
                <c:pt idx="8970">
                  <c:v>4.7069999999999999</c:v>
                </c:pt>
                <c:pt idx="8971">
                  <c:v>84.725999999999999</c:v>
                </c:pt>
                <c:pt idx="8972">
                  <c:v>52.287500000000001</c:v>
                </c:pt>
                <c:pt idx="8973">
                  <c:v>8.3680000000000003</c:v>
                </c:pt>
                <c:pt idx="8974">
                  <c:v>41.336750000000002</c:v>
                </c:pt>
                <c:pt idx="8975">
                  <c:v>45.522750000000009</c:v>
                </c:pt>
                <c:pt idx="8976">
                  <c:v>10.465</c:v>
                </c:pt>
                <c:pt idx="8977">
                  <c:v>29.811</c:v>
                </c:pt>
                <c:pt idx="8978">
                  <c:v>31.880125000000003</c:v>
                </c:pt>
                <c:pt idx="8979">
                  <c:v>76.807500000000005</c:v>
                </c:pt>
                <c:pt idx="8980">
                  <c:v>31.357500000000002</c:v>
                </c:pt>
                <c:pt idx="8981">
                  <c:v>9.9298750000000009</c:v>
                </c:pt>
                <c:pt idx="8982">
                  <c:v>25.103999999999996</c:v>
                </c:pt>
                <c:pt idx="8983">
                  <c:v>27.189500000000006</c:v>
                </c:pt>
                <c:pt idx="8984">
                  <c:v>33.463999999999999</c:v>
                </c:pt>
                <c:pt idx="8985">
                  <c:v>35.032625000000003</c:v>
                </c:pt>
                <c:pt idx="8986">
                  <c:v>43.3675</c:v>
                </c:pt>
                <c:pt idx="8987">
                  <c:v>17.769250000000003</c:v>
                </c:pt>
                <c:pt idx="8988">
                  <c:v>10.45</c:v>
                </c:pt>
                <c:pt idx="8989">
                  <c:v>1.5671249999999997</c:v>
                </c:pt>
                <c:pt idx="8990">
                  <c:v>3.6566249999999996</c:v>
                </c:pt>
                <c:pt idx="8991">
                  <c:v>4.1790000000000003</c:v>
                </c:pt>
                <c:pt idx="8992">
                  <c:v>3.6575000000000002</c:v>
                </c:pt>
                <c:pt idx="8993">
                  <c:v>21.422499999999999</c:v>
                </c:pt>
                <c:pt idx="8994">
                  <c:v>#N/A</c:v>
                </c:pt>
                <c:pt idx="8995">
                  <c:v>#N/A</c:v>
                </c:pt>
                <c:pt idx="8996">
                  <c:v>#N/A</c:v>
                </c:pt>
                <c:pt idx="8997">
                  <c:v>#N/A</c:v>
                </c:pt>
                <c:pt idx="8998">
                  <c:v>18.274374999999999</c:v>
                </c:pt>
                <c:pt idx="8999">
                  <c:v>21.929249999999996</c:v>
                </c:pt>
                <c:pt idx="9000">
                  <c:v>9.3960000000000008</c:v>
                </c:pt>
                <c:pt idx="9001">
                  <c:v>18.283124999999998</c:v>
                </c:pt>
                <c:pt idx="9002">
                  <c:v>27.143999999999998</c:v>
                </c:pt>
                <c:pt idx="9003">
                  <c:v>#N/A</c:v>
                </c:pt>
                <c:pt idx="9004">
                  <c:v>#N/A</c:v>
                </c:pt>
                <c:pt idx="9005">
                  <c:v>0.52212499999999995</c:v>
                </c:pt>
                <c:pt idx="9006">
                  <c:v>80.890625</c:v>
                </c:pt>
                <c:pt idx="9007">
                  <c:v>35.478999999999992</c:v>
                </c:pt>
                <c:pt idx="9008">
                  <c:v>29.210999999999999</c:v>
                </c:pt>
                <c:pt idx="9009">
                  <c:v>32.340750000000007</c:v>
                </c:pt>
                <c:pt idx="9010">
                  <c:v>70.924000000000007</c:v>
                </c:pt>
                <c:pt idx="9011">
                  <c:v>57.365000000000002</c:v>
                </c:pt>
                <c:pt idx="9012">
                  <c:v>12.519</c:v>
                </c:pt>
                <c:pt idx="9013">
                  <c:v>74.628124999999997</c:v>
                </c:pt>
                <c:pt idx="9014">
                  <c:v>12.528000000000002</c:v>
                </c:pt>
                <c:pt idx="9015">
                  <c:v>2.0874999999999999</c:v>
                </c:pt>
                <c:pt idx="9016">
                  <c:v>21.396875000000001</c:v>
                </c:pt>
                <c:pt idx="9017">
                  <c:v>21.396875000000001</c:v>
                </c:pt>
                <c:pt idx="9018">
                  <c:v>30.290500000000002</c:v>
                </c:pt>
                <c:pt idx="9019">
                  <c:v>50.658250000000002</c:v>
                </c:pt>
                <c:pt idx="9020">
                  <c:v>28.20825</c:v>
                </c:pt>
                <c:pt idx="9021">
                  <c:v>128.01249999999999</c:v>
                </c:pt>
                <c:pt idx="9022">
                  <c:v>30.297749999999994</c:v>
                </c:pt>
                <c:pt idx="9023">
                  <c:v>45.957999999999998</c:v>
                </c:pt>
                <c:pt idx="9024">
                  <c:v>19.845500000000001</c:v>
                </c:pt>
                <c:pt idx="9025">
                  <c:v>24.539874999999995</c:v>
                </c:pt>
                <c:pt idx="9026">
                  <c:v>6.7892500000000009</c:v>
                </c:pt>
                <c:pt idx="9027">
                  <c:v>9.9227500000000006</c:v>
                </c:pt>
                <c:pt idx="9028">
                  <c:v>6.7876249999999985</c:v>
                </c:pt>
                <c:pt idx="9029">
                  <c:v>2.6106250000000002</c:v>
                </c:pt>
                <c:pt idx="9030">
                  <c:v>8.3580000000000005</c:v>
                </c:pt>
                <c:pt idx="9031">
                  <c:v>5.2225000000000001</c:v>
                </c:pt>
                <c:pt idx="9032">
                  <c:v>7.8318750000000001</c:v>
                </c:pt>
                <c:pt idx="9033">
                  <c:v>15.66375</c:v>
                </c:pt>
                <c:pt idx="9034">
                  <c:v>7.8318750000000001</c:v>
                </c:pt>
                <c:pt idx="9035">
                  <c:v>2.0884999999999998</c:v>
                </c:pt>
                <c:pt idx="9036">
                  <c:v>62.147750000000009</c:v>
                </c:pt>
                <c:pt idx="9037">
                  <c:v>5.2225000000000001</c:v>
                </c:pt>
                <c:pt idx="9038">
                  <c:v>#N/A</c:v>
                </c:pt>
                <c:pt idx="9039">
                  <c:v>#N/A</c:v>
                </c:pt>
                <c:pt idx="9040">
                  <c:v>52.722000000000008</c:v>
                </c:pt>
                <c:pt idx="9041">
                  <c:v>22.957000000000001</c:v>
                </c:pt>
                <c:pt idx="9042">
                  <c:v>92.394000000000005</c:v>
                </c:pt>
                <c:pt idx="9043">
                  <c:v>25.590250000000001</c:v>
                </c:pt>
                <c:pt idx="9044">
                  <c:v>12.534000000000001</c:v>
                </c:pt>
                <c:pt idx="9045">
                  <c:v>15.6675</c:v>
                </c:pt>
                <c:pt idx="9046">
                  <c:v>10.442500000000001</c:v>
                </c:pt>
                <c:pt idx="9047">
                  <c:v>9.9156250000000004</c:v>
                </c:pt>
                <c:pt idx="9048">
                  <c:v>1.5660000000000003</c:v>
                </c:pt>
                <c:pt idx="9049">
                  <c:v>#N/A</c:v>
                </c:pt>
                <c:pt idx="9050">
                  <c:v>#N/A</c:v>
                </c:pt>
                <c:pt idx="9051">
                  <c:v>17.739499999999996</c:v>
                </c:pt>
                <c:pt idx="9052">
                  <c:v>20.864999999999998</c:v>
                </c:pt>
                <c:pt idx="9053">
                  <c:v>14.605499999999999</c:v>
                </c:pt>
                <c:pt idx="9054">
                  <c:v>25.547374999999999</c:v>
                </c:pt>
                <c:pt idx="9055">
                  <c:v>54.222999999999999</c:v>
                </c:pt>
                <c:pt idx="9056">
                  <c:v>22.9405</c:v>
                </c:pt>
                <c:pt idx="9057">
                  <c:v>15.641249999999999</c:v>
                </c:pt>
                <c:pt idx="9058">
                  <c:v>10.425000000000001</c:v>
                </c:pt>
                <c:pt idx="9059">
                  <c:v>#N/A</c:v>
                </c:pt>
                <c:pt idx="9060">
                  <c:v>#N/A</c:v>
                </c:pt>
                <c:pt idx="9061">
                  <c:v>4.6946250000000003</c:v>
                </c:pt>
                <c:pt idx="9062">
                  <c:v>7.8262499999999999</c:v>
                </c:pt>
                <c:pt idx="9063">
                  <c:v>7.3010000000000002</c:v>
                </c:pt>
                <c:pt idx="9064">
                  <c:v>4.6946250000000003</c:v>
                </c:pt>
                <c:pt idx="9065">
                  <c:v>14.087249999999999</c:v>
                </c:pt>
                <c:pt idx="9066">
                  <c:v>#N/A</c:v>
                </c:pt>
                <c:pt idx="9067">
                  <c:v>#N/A</c:v>
                </c:pt>
                <c:pt idx="9068">
                  <c:v>31.282499999999999</c:v>
                </c:pt>
                <c:pt idx="9069">
                  <c:v>#N/A</c:v>
                </c:pt>
                <c:pt idx="9070">
                  <c:v>#N/A</c:v>
                </c:pt>
                <c:pt idx="9071">
                  <c:v>10.43</c:v>
                </c:pt>
                <c:pt idx="9072">
                  <c:v>19.295500000000001</c:v>
                </c:pt>
                <c:pt idx="9073">
                  <c:v>27.117999999999995</c:v>
                </c:pt>
                <c:pt idx="9074">
                  <c:v>3.1282500000000004</c:v>
                </c:pt>
                <c:pt idx="9075">
                  <c:v>#N/A</c:v>
                </c:pt>
                <c:pt idx="9076">
                  <c:v>#N/A</c:v>
                </c:pt>
                <c:pt idx="9077">
                  <c:v>10.946249999999999</c:v>
                </c:pt>
                <c:pt idx="9078">
                  <c:v>29.71125</c:v>
                </c:pt>
                <c:pt idx="9079">
                  <c:v>3.1274999999999999</c:v>
                </c:pt>
                <c:pt idx="9080">
                  <c:v>20.318999999999999</c:v>
                </c:pt>
                <c:pt idx="9081">
                  <c:v>62.505000000000003</c:v>
                </c:pt>
                <c:pt idx="9082">
                  <c:v>45.826000000000001</c:v>
                </c:pt>
                <c:pt idx="9083">
                  <c:v>82.298249999999996</c:v>
                </c:pt>
                <c:pt idx="9084">
                  <c:v>30.218</c:v>
                </c:pt>
                <c:pt idx="9085">
                  <c:v>32.294249999999998</c:v>
                </c:pt>
                <c:pt idx="9086">
                  <c:v>#N/A</c:v>
                </c:pt>
                <c:pt idx="9087">
                  <c:v>#N/A</c:v>
                </c:pt>
                <c:pt idx="9088">
                  <c:v>51.045749999999998</c:v>
                </c:pt>
                <c:pt idx="9089">
                  <c:v>#N/A</c:v>
                </c:pt>
                <c:pt idx="9090">
                  <c:v>#N/A</c:v>
                </c:pt>
                <c:pt idx="9091">
                  <c:v>11.4565</c:v>
                </c:pt>
                <c:pt idx="9092">
                  <c:v>29.169</c:v>
                </c:pt>
                <c:pt idx="9093">
                  <c:v>#N/A</c:v>
                </c:pt>
                <c:pt idx="9094">
                  <c:v>#N/A</c:v>
                </c:pt>
                <c:pt idx="9095">
                  <c:v>40.107374999999998</c:v>
                </c:pt>
                <c:pt idx="9096">
                  <c:v>29.689874999999994</c:v>
                </c:pt>
                <c:pt idx="9097">
                  <c:v>11.983000000000001</c:v>
                </c:pt>
                <c:pt idx="9098">
                  <c:v>33.865000000000002</c:v>
                </c:pt>
                <c:pt idx="9099">
                  <c:v>2.605</c:v>
                </c:pt>
                <c:pt idx="9100">
                  <c:v>2.6043750000000001</c:v>
                </c:pt>
                <c:pt idx="9101">
                  <c:v>7.2922500000000001</c:v>
                </c:pt>
                <c:pt idx="9102">
                  <c:v>14.063625</c:v>
                </c:pt>
                <c:pt idx="9103">
                  <c:v>47.376874999999998</c:v>
                </c:pt>
                <c:pt idx="9104">
                  <c:v>42.150375000000004</c:v>
                </c:pt>
                <c:pt idx="9105">
                  <c:v>41.109625000000008</c:v>
                </c:pt>
                <c:pt idx="9106">
                  <c:v>18.733500000000003</c:v>
                </c:pt>
                <c:pt idx="9107">
                  <c:v>61.909749999999988</c:v>
                </c:pt>
                <c:pt idx="9108">
                  <c:v>36.417499999999997</c:v>
                </c:pt>
                <c:pt idx="9109">
                  <c:v>48.394874999999999</c:v>
                </c:pt>
                <c:pt idx="9110">
                  <c:v>17.180624999999999</c:v>
                </c:pt>
                <c:pt idx="9111">
                  <c:v>23.428125000000001</c:v>
                </c:pt>
                <c:pt idx="9112">
                  <c:v>6.2474999999999996</c:v>
                </c:pt>
                <c:pt idx="9113">
                  <c:v>4.6844999999999999</c:v>
                </c:pt>
                <c:pt idx="9114">
                  <c:v>4.1639999999999997</c:v>
                </c:pt>
                <c:pt idx="9115">
                  <c:v>27.059500000000003</c:v>
                </c:pt>
                <c:pt idx="9116">
                  <c:v>10.407500000000001</c:v>
                </c:pt>
                <c:pt idx="9117">
                  <c:v>7.805625</c:v>
                </c:pt>
                <c:pt idx="9118">
                  <c:v>22.890999999999998</c:v>
                </c:pt>
                <c:pt idx="9119">
                  <c:v>6.7616250000000004</c:v>
                </c:pt>
                <c:pt idx="9120">
                  <c:v>56.693624999999997</c:v>
                </c:pt>
                <c:pt idx="9121">
                  <c:v>47.32</c:v>
                </c:pt>
                <c:pt idx="9122">
                  <c:v>47.828499999999991</c:v>
                </c:pt>
                <c:pt idx="9123">
                  <c:v>77.461375000000004</c:v>
                </c:pt>
                <c:pt idx="9124">
                  <c:v>41.58</c:v>
                </c:pt>
                <c:pt idx="9125">
                  <c:v>27.546749999999999</c:v>
                </c:pt>
                <c:pt idx="9126">
                  <c:v>99.248374999999996</c:v>
                </c:pt>
                <c:pt idx="9127">
                  <c:v>43.637999999999998</c:v>
                </c:pt>
                <c:pt idx="9128">
                  <c:v>16.100625000000001</c:v>
                </c:pt>
                <c:pt idx="9129">
                  <c:v>26.494500000000006</c:v>
                </c:pt>
                <c:pt idx="9130">
                  <c:v>31.184999999999999</c:v>
                </c:pt>
                <c:pt idx="9131">
                  <c:v>17.155874999999998</c:v>
                </c:pt>
                <c:pt idx="9132">
                  <c:v>43.16</c:v>
                </c:pt>
                <c:pt idx="9133">
                  <c:v>21.829500000000003</c:v>
                </c:pt>
                <c:pt idx="9134">
                  <c:v>20.785</c:v>
                </c:pt>
                <c:pt idx="9135">
                  <c:v>14.0265</c:v>
                </c:pt>
                <c:pt idx="9136">
                  <c:v>47.297249999999998</c:v>
                </c:pt>
                <c:pt idx="9137">
                  <c:v>9.355500000000001</c:v>
                </c:pt>
                <c:pt idx="9138">
                  <c:v>#N/A</c:v>
                </c:pt>
                <c:pt idx="9139">
                  <c:v>#N/A</c:v>
                </c:pt>
                <c:pt idx="9140">
                  <c:v>18.182500000000001</c:v>
                </c:pt>
                <c:pt idx="9141">
                  <c:v>35.317500000000003</c:v>
                </c:pt>
                <c:pt idx="9142">
                  <c:v>24.416499999999999</c:v>
                </c:pt>
                <c:pt idx="9143">
                  <c:v>20.774999999999999</c:v>
                </c:pt>
                <c:pt idx="9144">
                  <c:v>7.7925000000000004</c:v>
                </c:pt>
                <c:pt idx="9145">
                  <c:v>14.546000000000003</c:v>
                </c:pt>
                <c:pt idx="9146">
                  <c:v>32.752124999999992</c:v>
                </c:pt>
                <c:pt idx="9147">
                  <c:v>60.305499999999988</c:v>
                </c:pt>
                <c:pt idx="9148">
                  <c:v>33.256</c:v>
                </c:pt>
                <c:pt idx="9149">
                  <c:v>20.79</c:v>
                </c:pt>
                <c:pt idx="9150">
                  <c:v>17.15175</c:v>
                </c:pt>
                <c:pt idx="9151">
                  <c:v>6.7567500000000011</c:v>
                </c:pt>
                <c:pt idx="9152">
                  <c:v>28.059750000000001</c:v>
                </c:pt>
                <c:pt idx="9153">
                  <c:v>26.494500000000006</c:v>
                </c:pt>
                <c:pt idx="9154">
                  <c:v>10.387499999999999</c:v>
                </c:pt>
                <c:pt idx="9155">
                  <c:v>2.5975000000000001</c:v>
                </c:pt>
                <c:pt idx="9156">
                  <c:v>46.732500000000002</c:v>
                </c:pt>
                <c:pt idx="9157">
                  <c:v>58.675249999999998</c:v>
                </c:pt>
                <c:pt idx="9158">
                  <c:v>32.728500000000004</c:v>
                </c:pt>
                <c:pt idx="9159">
                  <c:v>12.465</c:v>
                </c:pt>
                <c:pt idx="9160">
                  <c:v>31.681875000000002</c:v>
                </c:pt>
                <c:pt idx="9161">
                  <c:v>17.135249999999999</c:v>
                </c:pt>
                <c:pt idx="9162">
                  <c:v>21.289249999999999</c:v>
                </c:pt>
                <c:pt idx="9163">
                  <c:v>37.377000000000002</c:v>
                </c:pt>
                <c:pt idx="9164">
                  <c:v>8.8251249999999999</c:v>
                </c:pt>
                <c:pt idx="9165">
                  <c:v>89.830250000000007</c:v>
                </c:pt>
                <c:pt idx="9166">
                  <c:v>34.262250000000002</c:v>
                </c:pt>
                <c:pt idx="9167">
                  <c:v>19.202999999999999</c:v>
                </c:pt>
                <c:pt idx="9168">
                  <c:v>28.545000000000002</c:v>
                </c:pt>
                <c:pt idx="9169">
                  <c:v>24.392999999999994</c:v>
                </c:pt>
                <c:pt idx="9170">
                  <c:v>4.1520000000000001</c:v>
                </c:pt>
                <c:pt idx="9171">
                  <c:v>4.1520000000000001</c:v>
                </c:pt>
                <c:pt idx="9172">
                  <c:v>1.038</c:v>
                </c:pt>
                <c:pt idx="9173">
                  <c:v>47.770999999999994</c:v>
                </c:pt>
                <c:pt idx="9174">
                  <c:v>25.449375</c:v>
                </c:pt>
                <c:pt idx="9175">
                  <c:v>57.131250000000001</c:v>
                </c:pt>
                <c:pt idx="9176">
                  <c:v>41.53</c:v>
                </c:pt>
                <c:pt idx="9177">
                  <c:v>20.765000000000001</c:v>
                </c:pt>
                <c:pt idx="9178">
                  <c:v>15.054625</c:v>
                </c:pt>
                <c:pt idx="9179">
                  <c:v>44.115000000000002</c:v>
                </c:pt>
                <c:pt idx="9180">
                  <c:v>8.3019999999999996</c:v>
                </c:pt>
                <c:pt idx="9181">
                  <c:v>5.7089999999999996</c:v>
                </c:pt>
                <c:pt idx="9182">
                  <c:v>20.241</c:v>
                </c:pt>
                <c:pt idx="9183">
                  <c:v>22.852499999999999</c:v>
                </c:pt>
                <c:pt idx="9184">
                  <c:v>90.371250000000003</c:v>
                </c:pt>
                <c:pt idx="9185">
                  <c:v>7.7925000000000004</c:v>
                </c:pt>
                <c:pt idx="9186">
                  <c:v>14.5425</c:v>
                </c:pt>
                <c:pt idx="9187">
                  <c:v>9.8681249999999991</c:v>
                </c:pt>
                <c:pt idx="9188">
                  <c:v>11.429</c:v>
                </c:pt>
                <c:pt idx="9189">
                  <c:v>41.050374999999995</c:v>
                </c:pt>
                <c:pt idx="9190">
                  <c:v>16.628</c:v>
                </c:pt>
                <c:pt idx="9191">
                  <c:v>40.530749999999998</c:v>
                </c:pt>
                <c:pt idx="9192">
                  <c:v>9.8705000000000016</c:v>
                </c:pt>
                <c:pt idx="9193">
                  <c:v>17.139375000000001</c:v>
                </c:pt>
                <c:pt idx="9194">
                  <c:v>9.3487500000000008</c:v>
                </c:pt>
                <c:pt idx="9195">
                  <c:v>20.774999999999999</c:v>
                </c:pt>
                <c:pt idx="9196">
                  <c:v>6.7534999999999998</c:v>
                </c:pt>
                <c:pt idx="9197">
                  <c:v>14.029875000000001</c:v>
                </c:pt>
                <c:pt idx="9198">
                  <c:v>22.333124999999999</c:v>
                </c:pt>
                <c:pt idx="9199">
                  <c:v>22.852499999999999</c:v>
                </c:pt>
                <c:pt idx="9200">
                  <c:v>11.942749999999998</c:v>
                </c:pt>
                <c:pt idx="9201">
                  <c:v>53.482750000000003</c:v>
                </c:pt>
                <c:pt idx="9202">
                  <c:v>35.3005</c:v>
                </c:pt>
                <c:pt idx="9203">
                  <c:v>29.057000000000006</c:v>
                </c:pt>
                <c:pt idx="9204">
                  <c:v>62.265000000000001</c:v>
                </c:pt>
                <c:pt idx="9205">
                  <c:v>25.9375</c:v>
                </c:pt>
                <c:pt idx="9206">
                  <c:v>5.1887499999999998</c:v>
                </c:pt>
                <c:pt idx="9207">
                  <c:v>12.96875</c:v>
                </c:pt>
                <c:pt idx="9208">
                  <c:v>21.273875000000004</c:v>
                </c:pt>
                <c:pt idx="9209">
                  <c:v>38.405999999999999</c:v>
                </c:pt>
                <c:pt idx="9210">
                  <c:v>60.722999999999999</c:v>
                </c:pt>
                <c:pt idx="9211">
                  <c:v>15.047375000000002</c:v>
                </c:pt>
                <c:pt idx="9212">
                  <c:v>10.38</c:v>
                </c:pt>
                <c:pt idx="9213">
                  <c:v>38.396749999999997</c:v>
                </c:pt>
                <c:pt idx="9214">
                  <c:v>56.543750000000003</c:v>
                </c:pt>
                <c:pt idx="9215">
                  <c:v>17.641750000000002</c:v>
                </c:pt>
                <c:pt idx="9216">
                  <c:v>21.273875000000004</c:v>
                </c:pt>
                <c:pt idx="9217">
                  <c:v>26.975000000000001</c:v>
                </c:pt>
                <c:pt idx="9218">
                  <c:v>31.1175</c:v>
                </c:pt>
                <c:pt idx="9219">
                  <c:v>#N/A</c:v>
                </c:pt>
                <c:pt idx="9220">
                  <c:v>#N/A</c:v>
                </c:pt>
                <c:pt idx="9221">
                  <c:v>71.535749999999993</c:v>
                </c:pt>
                <c:pt idx="9222">
                  <c:v>52.343250000000012</c:v>
                </c:pt>
                <c:pt idx="9223">
                  <c:v>12.959375</c:v>
                </c:pt>
                <c:pt idx="9224">
                  <c:v>27.480499999999999</c:v>
                </c:pt>
                <c:pt idx="9225">
                  <c:v>8.298</c:v>
                </c:pt>
                <c:pt idx="9226">
                  <c:v>67.405000000000001</c:v>
                </c:pt>
                <c:pt idx="9227">
                  <c:v>31.125</c:v>
                </c:pt>
                <c:pt idx="9228">
                  <c:v>38.924999999999997</c:v>
                </c:pt>
                <c:pt idx="9229">
                  <c:v>33.734999999999999</c:v>
                </c:pt>
                <c:pt idx="9230">
                  <c:v>13.497250000000003</c:v>
                </c:pt>
                <c:pt idx="9231">
                  <c:v>20.76</c:v>
                </c:pt>
                <c:pt idx="9232">
                  <c:v>30.620999999999999</c:v>
                </c:pt>
                <c:pt idx="9233">
                  <c:v>94.412499999999994</c:v>
                </c:pt>
                <c:pt idx="9234">
                  <c:v>15.0365</c:v>
                </c:pt>
                <c:pt idx="9235">
                  <c:v>20.74</c:v>
                </c:pt>
                <c:pt idx="9236">
                  <c:v>25.9375</c:v>
                </c:pt>
                <c:pt idx="9237">
                  <c:v>17.637499999999999</c:v>
                </c:pt>
                <c:pt idx="9238">
                  <c:v>26.456250000000001</c:v>
                </c:pt>
                <c:pt idx="9239">
                  <c:v>4.1509999999999998</c:v>
                </c:pt>
                <c:pt idx="9240">
                  <c:v>9.3375000000000004</c:v>
                </c:pt>
                <c:pt idx="9241">
                  <c:v>16.085125000000001</c:v>
                </c:pt>
                <c:pt idx="9242">
                  <c:v>26.449874999999995</c:v>
                </c:pt>
                <c:pt idx="9243">
                  <c:v>12.446999999999997</c:v>
                </c:pt>
                <c:pt idx="9244">
                  <c:v>38.378250000000001</c:v>
                </c:pt>
                <c:pt idx="9245">
                  <c:v>16.077375</c:v>
                </c:pt>
                <c:pt idx="9246">
                  <c:v>16.081250000000001</c:v>
                </c:pt>
                <c:pt idx="9247">
                  <c:v>11.93125</c:v>
                </c:pt>
                <c:pt idx="9248">
                  <c:v>2.59375</c:v>
                </c:pt>
                <c:pt idx="9249">
                  <c:v>18.160625</c:v>
                </c:pt>
                <c:pt idx="9250">
                  <c:v>41.52</c:v>
                </c:pt>
                <c:pt idx="9251">
                  <c:v>20.76</c:v>
                </c:pt>
                <c:pt idx="9252">
                  <c:v>52.950749999999999</c:v>
                </c:pt>
                <c:pt idx="9253">
                  <c:v>32.712749999999993</c:v>
                </c:pt>
                <c:pt idx="9254">
                  <c:v>117.407</c:v>
                </c:pt>
                <c:pt idx="9255">
                  <c:v>7.2730000000000015</c:v>
                </c:pt>
                <c:pt idx="9256">
                  <c:v>18.706499999999998</c:v>
                </c:pt>
                <c:pt idx="9257">
                  <c:v>33.247999999999998</c:v>
                </c:pt>
                <c:pt idx="9258">
                  <c:v>32.216749999999998</c:v>
                </c:pt>
                <c:pt idx="9259">
                  <c:v>35.317500000000003</c:v>
                </c:pt>
                <c:pt idx="9260">
                  <c:v>50.886499999999998</c:v>
                </c:pt>
                <c:pt idx="9261">
                  <c:v>15.581250000000001</c:v>
                </c:pt>
                <c:pt idx="9262">
                  <c:v>24.422374999999995</c:v>
                </c:pt>
                <c:pt idx="9263">
                  <c:v>29.106000000000002</c:v>
                </c:pt>
                <c:pt idx="9264">
                  <c:v>134.12774999999999</c:v>
                </c:pt>
                <c:pt idx="9265">
                  <c:v>43.669499999999999</c:v>
                </c:pt>
                <c:pt idx="9266">
                  <c:v>28.073250000000002</c:v>
                </c:pt>
                <c:pt idx="9267">
                  <c:v>23.9085</c:v>
                </c:pt>
                <c:pt idx="9268">
                  <c:v>18.186875000000001</c:v>
                </c:pt>
                <c:pt idx="9269">
                  <c:v>16.62</c:v>
                </c:pt>
                <c:pt idx="9270">
                  <c:v>57.145000000000003</c:v>
                </c:pt>
                <c:pt idx="9271">
                  <c:v>24.410625</c:v>
                </c:pt>
                <c:pt idx="9272">
                  <c:v>26.500875000000001</c:v>
                </c:pt>
                <c:pt idx="9273">
                  <c:v>5.1950000000000003</c:v>
                </c:pt>
                <c:pt idx="9274">
                  <c:v>19.221499999999999</c:v>
                </c:pt>
                <c:pt idx="9275">
                  <c:v>12.468000000000002</c:v>
                </c:pt>
                <c:pt idx="9276">
                  <c:v>15.581250000000001</c:v>
                </c:pt>
                <c:pt idx="9277">
                  <c:v>34.278750000000002</c:v>
                </c:pt>
                <c:pt idx="9278">
                  <c:v>34.270499999999998</c:v>
                </c:pt>
                <c:pt idx="9279">
                  <c:v>18.186875000000001</c:v>
                </c:pt>
                <c:pt idx="9280">
                  <c:v>30.123750000000001</c:v>
                </c:pt>
                <c:pt idx="9281">
                  <c:v>5.7131249999999998</c:v>
                </c:pt>
                <c:pt idx="9282">
                  <c:v>5.1937499999999996</c:v>
                </c:pt>
                <c:pt idx="9283">
                  <c:v>8.8272499999999994</c:v>
                </c:pt>
                <c:pt idx="9284">
                  <c:v>28.55875</c:v>
                </c:pt>
                <c:pt idx="9285">
                  <c:v>19.736249999999998</c:v>
                </c:pt>
                <c:pt idx="9286">
                  <c:v>#N/A</c:v>
                </c:pt>
                <c:pt idx="9287">
                  <c:v>#N/A</c:v>
                </c:pt>
                <c:pt idx="9288">
                  <c:v>17.667249999999999</c:v>
                </c:pt>
                <c:pt idx="9289">
                  <c:v>5.7145000000000001</c:v>
                </c:pt>
                <c:pt idx="9290">
                  <c:v>2.598125</c:v>
                </c:pt>
                <c:pt idx="9291">
                  <c:v>12.996874999999999</c:v>
                </c:pt>
                <c:pt idx="9292">
                  <c:v>20.795000000000002</c:v>
                </c:pt>
                <c:pt idx="9293">
                  <c:v>8.8357500000000009</c:v>
                </c:pt>
                <c:pt idx="9294">
                  <c:v>9.8776249999999983</c:v>
                </c:pt>
                <c:pt idx="9295">
                  <c:v>44.2</c:v>
                </c:pt>
                <c:pt idx="9296">
                  <c:v>42.12</c:v>
                </c:pt>
                <c:pt idx="9297">
                  <c:v>14.04</c:v>
                </c:pt>
                <c:pt idx="9298">
                  <c:v>9.8847500000000004</c:v>
                </c:pt>
                <c:pt idx="9299">
                  <c:v>7.2835000000000001</c:v>
                </c:pt>
                <c:pt idx="9300">
                  <c:v>32.255499999999998</c:v>
                </c:pt>
                <c:pt idx="9301">
                  <c:v>48.371625000000002</c:v>
                </c:pt>
                <c:pt idx="9302">
                  <c:v>16.116125</c:v>
                </c:pt>
                <c:pt idx="9303">
                  <c:v>15.59625</c:v>
                </c:pt>
                <c:pt idx="9304">
                  <c:v>24.434125000000002</c:v>
                </c:pt>
                <c:pt idx="9305">
                  <c:v>28.593125000000001</c:v>
                </c:pt>
                <c:pt idx="9306">
                  <c:v>22.88</c:v>
                </c:pt>
                <c:pt idx="9307">
                  <c:v>20.284875000000003</c:v>
                </c:pt>
                <c:pt idx="9308">
                  <c:v>14.046749999999999</c:v>
                </c:pt>
                <c:pt idx="9309">
                  <c:v>19.244624999999999</c:v>
                </c:pt>
                <c:pt idx="9310">
                  <c:v>32.24</c:v>
                </c:pt>
                <c:pt idx="9311">
                  <c:v>1.56</c:v>
                </c:pt>
                <c:pt idx="9312">
                  <c:v>8.32</c:v>
                </c:pt>
                <c:pt idx="9313">
                  <c:v>15.083625000000003</c:v>
                </c:pt>
                <c:pt idx="9314">
                  <c:v>15.08</c:v>
                </c:pt>
                <c:pt idx="9315">
                  <c:v>14.553000000000001</c:v>
                </c:pt>
                <c:pt idx="9316">
                  <c:v>19.750499999999999</c:v>
                </c:pt>
                <c:pt idx="9317">
                  <c:v>23.902750000000001</c:v>
                </c:pt>
                <c:pt idx="9318">
                  <c:v>25.96875</c:v>
                </c:pt>
                <c:pt idx="9319">
                  <c:v>23.891249999999999</c:v>
                </c:pt>
                <c:pt idx="9320">
                  <c:v>36.365000000000002</c:v>
                </c:pt>
                <c:pt idx="9321">
                  <c:v>8.3119999999999994</c:v>
                </c:pt>
                <c:pt idx="9322">
                  <c:v>12.471</c:v>
                </c:pt>
                <c:pt idx="9323">
                  <c:v>3.1170000000000004</c:v>
                </c:pt>
                <c:pt idx="9324">
                  <c:v>2.0779999999999998</c:v>
                </c:pt>
                <c:pt idx="9325">
                  <c:v>15.065500000000002</c:v>
                </c:pt>
                <c:pt idx="9326">
                  <c:v>6.2340000000000009</c:v>
                </c:pt>
                <c:pt idx="9327">
                  <c:v>9.8728750000000005</c:v>
                </c:pt>
                <c:pt idx="9328">
                  <c:v>5.1950000000000003</c:v>
                </c:pt>
                <c:pt idx="9329">
                  <c:v>25.96875</c:v>
                </c:pt>
                <c:pt idx="9330">
                  <c:v>19.207625</c:v>
                </c:pt>
                <c:pt idx="9331">
                  <c:v>16.09675</c:v>
                </c:pt>
                <c:pt idx="9332">
                  <c:v>43.595999999999989</c:v>
                </c:pt>
                <c:pt idx="9333">
                  <c:v>30.620999999999999</c:v>
                </c:pt>
                <c:pt idx="9334">
                  <c:v>66.432000000000002</c:v>
                </c:pt>
                <c:pt idx="9335">
                  <c:v>50.318750000000001</c:v>
                </c:pt>
                <c:pt idx="9336">
                  <c:v>118.73650000000001</c:v>
                </c:pt>
                <c:pt idx="9337">
                  <c:v>12.444000000000001</c:v>
                </c:pt>
                <c:pt idx="9338">
                  <c:v>14.00625</c:v>
                </c:pt>
                <c:pt idx="9339">
                  <c:v>8.8166249999999984</c:v>
                </c:pt>
                <c:pt idx="9340">
                  <c:v>21.782250000000001</c:v>
                </c:pt>
                <c:pt idx="9341">
                  <c:v>5.1862500000000002</c:v>
                </c:pt>
                <c:pt idx="9342">
                  <c:v>19.702999999999999</c:v>
                </c:pt>
                <c:pt idx="9343">
                  <c:v>26.462625000000006</c:v>
                </c:pt>
                <c:pt idx="9344">
                  <c:v>9.8586250000000017</c:v>
                </c:pt>
                <c:pt idx="9345">
                  <c:v>12.456</c:v>
                </c:pt>
                <c:pt idx="9346">
                  <c:v>2.0754999999999999</c:v>
                </c:pt>
                <c:pt idx="9347">
                  <c:v>7.2642500000000014</c:v>
                </c:pt>
                <c:pt idx="9348">
                  <c:v>20.754999999999999</c:v>
                </c:pt>
                <c:pt idx="9349">
                  <c:v>36.3125</c:v>
                </c:pt>
                <c:pt idx="9350">
                  <c:v>31.620875000000002</c:v>
                </c:pt>
                <c:pt idx="9351">
                  <c:v>6.2234999999999987</c:v>
                </c:pt>
                <c:pt idx="9352">
                  <c:v>9.8538749999999986</c:v>
                </c:pt>
                <c:pt idx="9353">
                  <c:v>15.0365</c:v>
                </c:pt>
                <c:pt idx="9354">
                  <c:v>11.407</c:v>
                </c:pt>
                <c:pt idx="9355">
                  <c:v>34.229249999999993</c:v>
                </c:pt>
                <c:pt idx="9356">
                  <c:v>#N/A</c:v>
                </c:pt>
                <c:pt idx="9357">
                  <c:v>#N/A</c:v>
                </c:pt>
                <c:pt idx="9358">
                  <c:v>29.022000000000006</c:v>
                </c:pt>
                <c:pt idx="9359">
                  <c:v>64.796875</c:v>
                </c:pt>
                <c:pt idx="9360">
                  <c:v>98.538749999999993</c:v>
                </c:pt>
                <c:pt idx="9361">
                  <c:v>16.073500000000003</c:v>
                </c:pt>
                <c:pt idx="9362">
                  <c:v>19.698250000000002</c:v>
                </c:pt>
                <c:pt idx="9363">
                  <c:v>12.438000000000002</c:v>
                </c:pt>
                <c:pt idx="9364">
                  <c:v>3.628625</c:v>
                </c:pt>
                <c:pt idx="9365">
                  <c:v>4.666500000000001</c:v>
                </c:pt>
                <c:pt idx="9366">
                  <c:v>#N/A</c:v>
                </c:pt>
                <c:pt idx="9367">
                  <c:v>#N/A</c:v>
                </c:pt>
                <c:pt idx="9368">
                  <c:v>46.135374999999989</c:v>
                </c:pt>
                <c:pt idx="9369">
                  <c:v>#N/A</c:v>
                </c:pt>
                <c:pt idx="9370">
                  <c:v>#N/A</c:v>
                </c:pt>
                <c:pt idx="9371">
                  <c:v>10.88325</c:v>
                </c:pt>
                <c:pt idx="9372">
                  <c:v>92.789124999999999</c:v>
                </c:pt>
                <c:pt idx="9373">
                  <c:v>27.460625</c:v>
                </c:pt>
                <c:pt idx="9374">
                  <c:v>4.1449999999999996</c:v>
                </c:pt>
                <c:pt idx="9375">
                  <c:v>26.424375000000001</c:v>
                </c:pt>
                <c:pt idx="9376">
                  <c:v>11.39875</c:v>
                </c:pt>
                <c:pt idx="9377">
                  <c:v>29.022000000000006</c:v>
                </c:pt>
                <c:pt idx="9378">
                  <c:v>8.2919999999999998</c:v>
                </c:pt>
                <c:pt idx="9379">
                  <c:v>#N/A</c:v>
                </c:pt>
                <c:pt idx="9380">
                  <c:v>#N/A</c:v>
                </c:pt>
                <c:pt idx="9381">
                  <c:v>13.47125</c:v>
                </c:pt>
                <c:pt idx="9382">
                  <c:v>2.5906250000000002</c:v>
                </c:pt>
                <c:pt idx="9383">
                  <c:v>22.290125</c:v>
                </c:pt>
                <c:pt idx="9384">
                  <c:v>#N/A</c:v>
                </c:pt>
                <c:pt idx="9385">
                  <c:v>#N/A</c:v>
                </c:pt>
                <c:pt idx="9386">
                  <c:v>5.1837499999999999</c:v>
                </c:pt>
                <c:pt idx="9387">
                  <c:v>6.7388749999999984</c:v>
                </c:pt>
                <c:pt idx="9388">
                  <c:v>6.2205000000000004</c:v>
                </c:pt>
                <c:pt idx="9389">
                  <c:v>4.1459999999999999</c:v>
                </c:pt>
                <c:pt idx="9390">
                  <c:v>8.2940000000000005</c:v>
                </c:pt>
                <c:pt idx="9391">
                  <c:v>44.051250000000003</c:v>
                </c:pt>
                <c:pt idx="9392">
                  <c:v>#N/A</c:v>
                </c:pt>
                <c:pt idx="9393">
                  <c:v>#N/A</c:v>
                </c:pt>
                <c:pt idx="9394">
                  <c:v>9.8467500000000019</c:v>
                </c:pt>
                <c:pt idx="9395">
                  <c:v>10.3675</c:v>
                </c:pt>
                <c:pt idx="9396">
                  <c:v>3.6277500000000007</c:v>
                </c:pt>
                <c:pt idx="9397">
                  <c:v>#N/A</c:v>
                </c:pt>
                <c:pt idx="9398">
                  <c:v>#N/A</c:v>
                </c:pt>
                <c:pt idx="9399">
                  <c:v>#N/A</c:v>
                </c:pt>
                <c:pt idx="9400">
                  <c:v>2.0724999999999998</c:v>
                </c:pt>
                <c:pt idx="9401">
                  <c:v>26.437125000000002</c:v>
                </c:pt>
                <c:pt idx="9402">
                  <c:v>7.7756249999999998</c:v>
                </c:pt>
                <c:pt idx="9403">
                  <c:v>14.511000000000003</c:v>
                </c:pt>
                <c:pt idx="9404">
                  <c:v>21.243124999999999</c:v>
                </c:pt>
                <c:pt idx="9405">
                  <c:v>13.47125</c:v>
                </c:pt>
                <c:pt idx="9406">
                  <c:v>#N/A</c:v>
                </c:pt>
                <c:pt idx="9407">
                  <c:v>#N/A</c:v>
                </c:pt>
                <c:pt idx="9408">
                  <c:v>12.431999999999997</c:v>
                </c:pt>
                <c:pt idx="9409">
                  <c:v>86.981999999999985</c:v>
                </c:pt>
                <c:pt idx="9410">
                  <c:v>17.085750000000001</c:v>
                </c:pt>
                <c:pt idx="9411">
                  <c:v>83.357749999999996</c:v>
                </c:pt>
                <c:pt idx="9412">
                  <c:v>46.068624999999997</c:v>
                </c:pt>
                <c:pt idx="9413">
                  <c:v>77.126125000000002</c:v>
                </c:pt>
                <c:pt idx="9414">
                  <c:v>19.669750000000004</c:v>
                </c:pt>
                <c:pt idx="9415">
                  <c:v>23.293125</c:v>
                </c:pt>
                <c:pt idx="9416">
                  <c:v>15.0075</c:v>
                </c:pt>
                <c:pt idx="9417">
                  <c:v>9.8324999999999996</c:v>
                </c:pt>
                <c:pt idx="9418">
                  <c:v>6.7291249999999998</c:v>
                </c:pt>
                <c:pt idx="9419">
                  <c:v>35.707500000000003</c:v>
                </c:pt>
                <c:pt idx="9420">
                  <c:v>109.16612499999999</c:v>
                </c:pt>
                <c:pt idx="9421">
                  <c:v>22.24175</c:v>
                </c:pt>
                <c:pt idx="9422">
                  <c:v>23.793500000000002</c:v>
                </c:pt>
                <c:pt idx="9423">
                  <c:v>49.126874999999998</c:v>
                </c:pt>
                <c:pt idx="9424">
                  <c:v>31.544625</c:v>
                </c:pt>
                <c:pt idx="9425">
                  <c:v>24.304874999999996</c:v>
                </c:pt>
                <c:pt idx="9426">
                  <c:v>16.030874999999998</c:v>
                </c:pt>
                <c:pt idx="9427">
                  <c:v>13.959</c:v>
                </c:pt>
                <c:pt idx="9428">
                  <c:v>49.655999999999999</c:v>
                </c:pt>
                <c:pt idx="9429">
                  <c:v>21.719249999999995</c:v>
                </c:pt>
                <c:pt idx="9430">
                  <c:v>29.986000000000004</c:v>
                </c:pt>
                <c:pt idx="9431">
                  <c:v>19.650749999999999</c:v>
                </c:pt>
                <c:pt idx="9432">
                  <c:v>8.7932500000000005</c:v>
                </c:pt>
                <c:pt idx="9433">
                  <c:v>63.621749999999999</c:v>
                </c:pt>
                <c:pt idx="9434">
                  <c:v>49.667999999999992</c:v>
                </c:pt>
                <c:pt idx="9435">
                  <c:v>#N/A</c:v>
                </c:pt>
                <c:pt idx="9436">
                  <c:v>#N/A</c:v>
                </c:pt>
                <c:pt idx="9437">
                  <c:v>71.432249999999996</c:v>
                </c:pt>
                <c:pt idx="9438">
                  <c:v>97.360500000000016</c:v>
                </c:pt>
                <c:pt idx="9439">
                  <c:v>16.571999999999999</c:v>
                </c:pt>
                <c:pt idx="9440">
                  <c:v>45.594999999999999</c:v>
                </c:pt>
                <c:pt idx="9441">
                  <c:v>21.750750000000004</c:v>
                </c:pt>
                <c:pt idx="9442">
                  <c:v>31.575125000000003</c:v>
                </c:pt>
                <c:pt idx="9443">
                  <c:v>18.12125</c:v>
                </c:pt>
                <c:pt idx="9444">
                  <c:v>11.908250000000001</c:v>
                </c:pt>
                <c:pt idx="9445">
                  <c:v>18.12125</c:v>
                </c:pt>
                <c:pt idx="9446">
                  <c:v>52.305374999999998</c:v>
                </c:pt>
                <c:pt idx="9447">
                  <c:v>20.71</c:v>
                </c:pt>
                <c:pt idx="9448">
                  <c:v>26.916499999999999</c:v>
                </c:pt>
                <c:pt idx="9449">
                  <c:v>8.7996250000000007</c:v>
                </c:pt>
                <c:pt idx="9450">
                  <c:v>9.3172499999999996</c:v>
                </c:pt>
                <c:pt idx="9451">
                  <c:v>11.38775</c:v>
                </c:pt>
                <c:pt idx="9452">
                  <c:v>2.0705</c:v>
                </c:pt>
                <c:pt idx="9453">
                  <c:v>43.998125000000002</c:v>
                </c:pt>
                <c:pt idx="9454">
                  <c:v>5.6952499999999997</c:v>
                </c:pt>
                <c:pt idx="9455">
                  <c:v>#N/A</c:v>
                </c:pt>
                <c:pt idx="9456">
                  <c:v>#N/A</c:v>
                </c:pt>
                <c:pt idx="9457">
                  <c:v>22.797499999999999</c:v>
                </c:pt>
                <c:pt idx="9458">
                  <c:v>22.279375000000002</c:v>
                </c:pt>
                <c:pt idx="9459">
                  <c:v>5.6993749999999999</c:v>
                </c:pt>
                <c:pt idx="9460">
                  <c:v>39.895625000000003</c:v>
                </c:pt>
                <c:pt idx="9461">
                  <c:v>62.16</c:v>
                </c:pt>
                <c:pt idx="9462">
                  <c:v>8.8059999999999992</c:v>
                </c:pt>
                <c:pt idx="9463">
                  <c:v>23.827999999999996</c:v>
                </c:pt>
                <c:pt idx="9464">
                  <c:v>29.001000000000001</c:v>
                </c:pt>
                <c:pt idx="9465">
                  <c:v>22.257874999999999</c:v>
                </c:pt>
                <c:pt idx="9466">
                  <c:v>46.597499999999997</c:v>
                </c:pt>
                <c:pt idx="9467">
                  <c:v>10.870125</c:v>
                </c:pt>
                <c:pt idx="9468">
                  <c:v>17.077500000000001</c:v>
                </c:pt>
                <c:pt idx="9469">
                  <c:v>28.987000000000005</c:v>
                </c:pt>
                <c:pt idx="9470">
                  <c:v>11.38775</c:v>
                </c:pt>
                <c:pt idx="9471">
                  <c:v>5.1762499999999996</c:v>
                </c:pt>
                <c:pt idx="9472">
                  <c:v>44.019374999999997</c:v>
                </c:pt>
                <c:pt idx="9473">
                  <c:v>9.3217500000000015</c:v>
                </c:pt>
                <c:pt idx="9474">
                  <c:v>#N/A</c:v>
                </c:pt>
                <c:pt idx="9475">
                  <c:v>#N/A</c:v>
                </c:pt>
                <c:pt idx="9476">
                  <c:v>15.532500000000001</c:v>
                </c:pt>
                <c:pt idx="9477">
                  <c:v>6.2130000000000001</c:v>
                </c:pt>
                <c:pt idx="9478">
                  <c:v>9.3217500000000015</c:v>
                </c:pt>
                <c:pt idx="9479">
                  <c:v>24.858000000000001</c:v>
                </c:pt>
                <c:pt idx="9480">
                  <c:v>#N/A</c:v>
                </c:pt>
                <c:pt idx="9481">
                  <c:v>#N/A</c:v>
                </c:pt>
                <c:pt idx="9482">
                  <c:v>#N/A</c:v>
                </c:pt>
                <c:pt idx="9483">
                  <c:v>#N/A</c:v>
                </c:pt>
                <c:pt idx="9484">
                  <c:v>2.0720000000000001</c:v>
                </c:pt>
                <c:pt idx="9485">
                  <c:v>28.496874999999999</c:v>
                </c:pt>
                <c:pt idx="9486">
                  <c:v>15.025625</c:v>
                </c:pt>
                <c:pt idx="9487">
                  <c:v>12.431999999999997</c:v>
                </c:pt>
                <c:pt idx="9488">
                  <c:v>20.201999999999998</c:v>
                </c:pt>
                <c:pt idx="9489">
                  <c:v>21.756</c:v>
                </c:pt>
                <c:pt idx="9490">
                  <c:v>36.277500000000003</c:v>
                </c:pt>
                <c:pt idx="9491">
                  <c:v>89.203500000000005</c:v>
                </c:pt>
                <c:pt idx="9492">
                  <c:v>33.710625</c:v>
                </c:pt>
                <c:pt idx="9493">
                  <c:v>14.5145</c:v>
                </c:pt>
                <c:pt idx="9494">
                  <c:v>28.510625000000001</c:v>
                </c:pt>
                <c:pt idx="9495">
                  <c:v>40.951625</c:v>
                </c:pt>
                <c:pt idx="9496">
                  <c:v>25.406500000000001</c:v>
                </c:pt>
                <c:pt idx="9497">
                  <c:v>3.1102500000000002</c:v>
                </c:pt>
                <c:pt idx="9498">
                  <c:v>7.2590000000000003</c:v>
                </c:pt>
                <c:pt idx="9499">
                  <c:v>5.7035</c:v>
                </c:pt>
                <c:pt idx="9500">
                  <c:v>23.850999999999999</c:v>
                </c:pt>
                <c:pt idx="9501">
                  <c:v>2.5924999999999998</c:v>
                </c:pt>
                <c:pt idx="9502">
                  <c:v>10.888500000000002</c:v>
                </c:pt>
                <c:pt idx="9503">
                  <c:v>67.453749999999999</c:v>
                </c:pt>
                <c:pt idx="9504">
                  <c:v>11.4125</c:v>
                </c:pt>
                <c:pt idx="9505">
                  <c:v>31.125</c:v>
                </c:pt>
                <c:pt idx="9506">
                  <c:v>7.7793749999999999</c:v>
                </c:pt>
                <c:pt idx="9507">
                  <c:v>18.670500000000001</c:v>
                </c:pt>
                <c:pt idx="9508">
                  <c:v>38.878124999999997</c:v>
                </c:pt>
                <c:pt idx="9509">
                  <c:v>5.7035</c:v>
                </c:pt>
                <c:pt idx="9510">
                  <c:v>16.588000000000001</c:v>
                </c:pt>
                <c:pt idx="9511">
                  <c:v>3.6295000000000002</c:v>
                </c:pt>
                <c:pt idx="9512">
                  <c:v>10.885874999999997</c:v>
                </c:pt>
                <c:pt idx="9513">
                  <c:v>22.814</c:v>
                </c:pt>
                <c:pt idx="9514">
                  <c:v>20.221499999999999</c:v>
                </c:pt>
                <c:pt idx="9515">
                  <c:v>#N/A</c:v>
                </c:pt>
                <c:pt idx="9516">
                  <c:v>#N/A</c:v>
                </c:pt>
                <c:pt idx="9517">
                  <c:v>26.449874999999995</c:v>
                </c:pt>
                <c:pt idx="9518">
                  <c:v>20.216625000000001</c:v>
                </c:pt>
                <c:pt idx="9519">
                  <c:v>9.3285</c:v>
                </c:pt>
                <c:pt idx="9520">
                  <c:v>20.206875</c:v>
                </c:pt>
                <c:pt idx="9521">
                  <c:v>#N/A</c:v>
                </c:pt>
                <c:pt idx="9522">
                  <c:v>#N/A</c:v>
                </c:pt>
                <c:pt idx="9523">
                  <c:v>62.647750000000002</c:v>
                </c:pt>
                <c:pt idx="9524">
                  <c:v>40.892375000000001</c:v>
                </c:pt>
                <c:pt idx="9525">
                  <c:v>41.927624999999999</c:v>
                </c:pt>
                <c:pt idx="9526">
                  <c:v>7.2450000000000001</c:v>
                </c:pt>
                <c:pt idx="9527">
                  <c:v>46.07974999999999</c:v>
                </c:pt>
                <c:pt idx="9528">
                  <c:v>1.0355000000000001</c:v>
                </c:pt>
                <c:pt idx="9529">
                  <c:v>11.38775</c:v>
                </c:pt>
                <c:pt idx="9530">
                  <c:v>2.0705</c:v>
                </c:pt>
                <c:pt idx="9531">
                  <c:v>2.5887500000000001</c:v>
                </c:pt>
                <c:pt idx="9532">
                  <c:v>18.112500000000001</c:v>
                </c:pt>
                <c:pt idx="9533">
                  <c:v>10.870125</c:v>
                </c:pt>
                <c:pt idx="9534">
                  <c:v>12.423000000000002</c:v>
                </c:pt>
                <c:pt idx="9535">
                  <c:v>#N/A</c:v>
                </c:pt>
                <c:pt idx="9536">
                  <c:v>#N/A</c:v>
                </c:pt>
                <c:pt idx="9537">
                  <c:v>1.55325</c:v>
                </c:pt>
                <c:pt idx="9538">
                  <c:v>10.870125</c:v>
                </c:pt>
                <c:pt idx="9539">
                  <c:v>10.870125</c:v>
                </c:pt>
                <c:pt idx="9540">
                  <c:v>6.7291249999999998</c:v>
                </c:pt>
                <c:pt idx="9541">
                  <c:v>31.0425</c:v>
                </c:pt>
                <c:pt idx="9542">
                  <c:v>37.250999999999998</c:v>
                </c:pt>
                <c:pt idx="9543">
                  <c:v>86.338999999999999</c:v>
                </c:pt>
                <c:pt idx="9544">
                  <c:v>25.339124999999999</c:v>
                </c:pt>
                <c:pt idx="9545">
                  <c:v>23.793500000000002</c:v>
                </c:pt>
                <c:pt idx="9546">
                  <c:v>#N/A</c:v>
                </c:pt>
                <c:pt idx="9547">
                  <c:v>#N/A</c:v>
                </c:pt>
                <c:pt idx="9548">
                  <c:v>33.112000000000002</c:v>
                </c:pt>
                <c:pt idx="9549">
                  <c:v>24.833999999999996</c:v>
                </c:pt>
                <c:pt idx="9550">
                  <c:v>9.8301249999999989</c:v>
                </c:pt>
                <c:pt idx="9551">
                  <c:v>33.629375000000003</c:v>
                </c:pt>
                <c:pt idx="9552">
                  <c:v>25.856249999999999</c:v>
                </c:pt>
                <c:pt idx="9553">
                  <c:v>66.176000000000002</c:v>
                </c:pt>
                <c:pt idx="9554">
                  <c:v>27.911249999999999</c:v>
                </c:pt>
                <c:pt idx="9555">
                  <c:v>31.02</c:v>
                </c:pt>
                <c:pt idx="9556">
                  <c:v>16.027000000000001</c:v>
                </c:pt>
                <c:pt idx="9557">
                  <c:v>35.156000000000006</c:v>
                </c:pt>
                <c:pt idx="9558">
                  <c:v>23.270624999999999</c:v>
                </c:pt>
                <c:pt idx="9559">
                  <c:v>19.129000000000001</c:v>
                </c:pt>
                <c:pt idx="9560">
                  <c:v>#N/A</c:v>
                </c:pt>
                <c:pt idx="9561">
                  <c:v>#N/A</c:v>
                </c:pt>
                <c:pt idx="9562">
                  <c:v>49.103124999999999</c:v>
                </c:pt>
                <c:pt idx="9563">
                  <c:v>24.81</c:v>
                </c:pt>
                <c:pt idx="9564">
                  <c:v>#N/A</c:v>
                </c:pt>
                <c:pt idx="9565">
                  <c:v>#N/A</c:v>
                </c:pt>
                <c:pt idx="9566">
                  <c:v>13.438750000000001</c:v>
                </c:pt>
                <c:pt idx="9567">
                  <c:v>2.0680000000000001</c:v>
                </c:pt>
                <c:pt idx="9568">
                  <c:v>64.65625</c:v>
                </c:pt>
                <c:pt idx="9569">
                  <c:v>5.6897500000000001</c:v>
                </c:pt>
                <c:pt idx="9570">
                  <c:v>16.027000000000001</c:v>
                </c:pt>
                <c:pt idx="9571">
                  <c:v>25.84375</c:v>
                </c:pt>
                <c:pt idx="9572">
                  <c:v>6.7193750000000003</c:v>
                </c:pt>
                <c:pt idx="9573">
                  <c:v>7.2362500000000001</c:v>
                </c:pt>
                <c:pt idx="9574">
                  <c:v>12.928125</c:v>
                </c:pt>
                <c:pt idx="9575">
                  <c:v>6.2054999999999998</c:v>
                </c:pt>
                <c:pt idx="9576">
                  <c:v>24.298999999999999</c:v>
                </c:pt>
                <c:pt idx="9577">
                  <c:v>8.7868750000000002</c:v>
                </c:pt>
                <c:pt idx="9578">
                  <c:v>5.17</c:v>
                </c:pt>
                <c:pt idx="9579">
                  <c:v>17.056875000000002</c:v>
                </c:pt>
                <c:pt idx="9580">
                  <c:v>18.611999999999998</c:v>
                </c:pt>
                <c:pt idx="9581">
                  <c:v>3.1020000000000008</c:v>
                </c:pt>
                <c:pt idx="9582">
                  <c:v>27.9315</c:v>
                </c:pt>
                <c:pt idx="9583">
                  <c:v>13.451750000000001</c:v>
                </c:pt>
                <c:pt idx="9584">
                  <c:v>3.6207500000000001</c:v>
                </c:pt>
                <c:pt idx="9585">
                  <c:v>76.035749999999993</c:v>
                </c:pt>
                <c:pt idx="9586">
                  <c:v>15.5175</c:v>
                </c:pt>
                <c:pt idx="9587">
                  <c:v>5.1725000000000003</c:v>
                </c:pt>
                <c:pt idx="9588">
                  <c:v>4.6541249999999996</c:v>
                </c:pt>
                <c:pt idx="9589">
                  <c:v>66.176000000000002</c:v>
                </c:pt>
                <c:pt idx="9590">
                  <c:v>#N/A</c:v>
                </c:pt>
                <c:pt idx="9591">
                  <c:v>#N/A</c:v>
                </c:pt>
                <c:pt idx="9592">
                  <c:v>1.5506249999999999</c:v>
                </c:pt>
                <c:pt idx="9593">
                  <c:v>2.5837500000000002</c:v>
                </c:pt>
                <c:pt idx="9594">
                  <c:v>43.406999999999996</c:v>
                </c:pt>
                <c:pt idx="9595">
                  <c:v>40.833125000000003</c:v>
                </c:pt>
                <c:pt idx="9596">
                  <c:v>3.1012499999999998</c:v>
                </c:pt>
                <c:pt idx="9597">
                  <c:v>12.411</c:v>
                </c:pt>
                <c:pt idx="9598">
                  <c:v>8.7911249999999992</c:v>
                </c:pt>
                <c:pt idx="9599">
                  <c:v>31.537000000000006</c:v>
                </c:pt>
                <c:pt idx="9600">
                  <c:v>24.293125</c:v>
                </c:pt>
                <c:pt idx="9601">
                  <c:v>54.802000000000007</c:v>
                </c:pt>
                <c:pt idx="9602">
                  <c:v>#N/A</c:v>
                </c:pt>
                <c:pt idx="9603">
                  <c:v>#N/A</c:v>
                </c:pt>
                <c:pt idx="9604">
                  <c:v>#N/A</c:v>
                </c:pt>
                <c:pt idx="9605">
                  <c:v>3.1012499999999998</c:v>
                </c:pt>
                <c:pt idx="9606">
                  <c:v>35.156000000000006</c:v>
                </c:pt>
                <c:pt idx="9607">
                  <c:v>1.5513749999999999</c:v>
                </c:pt>
                <c:pt idx="9608">
                  <c:v>13.445249999999998</c:v>
                </c:pt>
                <c:pt idx="9609">
                  <c:v>17.57375</c:v>
                </c:pt>
                <c:pt idx="9610">
                  <c:v>27.394375</c:v>
                </c:pt>
                <c:pt idx="9611">
                  <c:v>7.2380000000000013</c:v>
                </c:pt>
                <c:pt idx="9612">
                  <c:v>12.925000000000001</c:v>
                </c:pt>
                <c:pt idx="9613">
                  <c:v>5.17</c:v>
                </c:pt>
                <c:pt idx="9614">
                  <c:v>4.6541249999999996</c:v>
                </c:pt>
                <c:pt idx="9615">
                  <c:v>#N/A</c:v>
                </c:pt>
                <c:pt idx="9616">
                  <c:v>#N/A</c:v>
                </c:pt>
                <c:pt idx="9617">
                  <c:v>2.069</c:v>
                </c:pt>
                <c:pt idx="9618">
                  <c:v>9.82775</c:v>
                </c:pt>
                <c:pt idx="9619">
                  <c:v>9.82775</c:v>
                </c:pt>
                <c:pt idx="9620">
                  <c:v>37.777500000000003</c:v>
                </c:pt>
                <c:pt idx="9621">
                  <c:v>29.497499999999999</c:v>
                </c:pt>
                <c:pt idx="9622">
                  <c:v>27.434125000000005</c:v>
                </c:pt>
                <c:pt idx="9623">
                  <c:v>20.71</c:v>
                </c:pt>
                <c:pt idx="9624">
                  <c:v>3.6233750000000007</c:v>
                </c:pt>
                <c:pt idx="9625">
                  <c:v>#N/A</c:v>
                </c:pt>
                <c:pt idx="9626">
                  <c:v>#N/A</c:v>
                </c:pt>
                <c:pt idx="9627">
                  <c:v>16.038625</c:v>
                </c:pt>
                <c:pt idx="9628">
                  <c:v>34.146749999999997</c:v>
                </c:pt>
                <c:pt idx="9629">
                  <c:v>23.276250000000001</c:v>
                </c:pt>
                <c:pt idx="9630">
                  <c:v>5.6911250000000004</c:v>
                </c:pt>
                <c:pt idx="9631">
                  <c:v>26.903500000000001</c:v>
                </c:pt>
                <c:pt idx="9632">
                  <c:v>5.6911250000000004</c:v>
                </c:pt>
                <c:pt idx="9633">
                  <c:v>3.1042499999999995</c:v>
                </c:pt>
                <c:pt idx="9634">
                  <c:v>12.940625000000001</c:v>
                </c:pt>
                <c:pt idx="9635">
                  <c:v>15.52875</c:v>
                </c:pt>
                <c:pt idx="9636">
                  <c:v>23.82225</c:v>
                </c:pt>
                <c:pt idx="9637">
                  <c:v>48.162374999999997</c:v>
                </c:pt>
                <c:pt idx="9638">
                  <c:v>36.777999999999999</c:v>
                </c:pt>
                <c:pt idx="9639">
                  <c:v>24.351875</c:v>
                </c:pt>
                <c:pt idx="9640">
                  <c:v>78.293499999999995</c:v>
                </c:pt>
                <c:pt idx="9641">
                  <c:v>23.326875000000001</c:v>
                </c:pt>
                <c:pt idx="9642">
                  <c:v>33.176000000000002</c:v>
                </c:pt>
                <c:pt idx="9643">
                  <c:v>19.170625000000001</c:v>
                </c:pt>
                <c:pt idx="9644">
                  <c:v>8.8081250000000004</c:v>
                </c:pt>
                <c:pt idx="9645">
                  <c:v>37.823124999999997</c:v>
                </c:pt>
                <c:pt idx="9646">
                  <c:v>4.6619999999999999</c:v>
                </c:pt>
                <c:pt idx="9647">
                  <c:v>11.404249999999999</c:v>
                </c:pt>
                <c:pt idx="9648">
                  <c:v>20.734999999999999</c:v>
                </c:pt>
                <c:pt idx="9649">
                  <c:v>29.036000000000001</c:v>
                </c:pt>
                <c:pt idx="9650">
                  <c:v>27.998999999999999</c:v>
                </c:pt>
                <c:pt idx="9651">
                  <c:v>55.984499999999997</c:v>
                </c:pt>
                <c:pt idx="9652">
                  <c:v>21.248250000000002</c:v>
                </c:pt>
                <c:pt idx="9653">
                  <c:v>22.290125</c:v>
                </c:pt>
                <c:pt idx="9654">
                  <c:v>17.624749999999999</c:v>
                </c:pt>
                <c:pt idx="9655">
                  <c:v>13.996124999999999</c:v>
                </c:pt>
                <c:pt idx="9656">
                  <c:v>18.138750000000002</c:v>
                </c:pt>
                <c:pt idx="9657">
                  <c:v>10.88325</c:v>
                </c:pt>
                <c:pt idx="9658">
                  <c:v>54.934500000000007</c:v>
                </c:pt>
                <c:pt idx="9659">
                  <c:v>25.912500000000001</c:v>
                </c:pt>
                <c:pt idx="9660">
                  <c:v>6.7372500000000004</c:v>
                </c:pt>
                <c:pt idx="9661">
                  <c:v>19.175249999999998</c:v>
                </c:pt>
                <c:pt idx="9662">
                  <c:v>5.1825000000000001</c:v>
                </c:pt>
                <c:pt idx="9663">
                  <c:v>17.616250000000001</c:v>
                </c:pt>
                <c:pt idx="9664">
                  <c:v>22.290125</c:v>
                </c:pt>
                <c:pt idx="9665">
                  <c:v>20.221499999999999</c:v>
                </c:pt>
                <c:pt idx="9666">
                  <c:v>4.1479999999999997</c:v>
                </c:pt>
                <c:pt idx="9667">
                  <c:v>47.194875000000003</c:v>
                </c:pt>
                <c:pt idx="9668">
                  <c:v>2.0745</c:v>
                </c:pt>
                <c:pt idx="9669">
                  <c:v>2.5931250000000001</c:v>
                </c:pt>
                <c:pt idx="9670">
                  <c:v>3.1117499999999993</c:v>
                </c:pt>
                <c:pt idx="9671">
                  <c:v>42.018749999999997</c:v>
                </c:pt>
                <c:pt idx="9672">
                  <c:v>20.75</c:v>
                </c:pt>
                <c:pt idx="9673">
                  <c:v>51.380999999999993</c:v>
                </c:pt>
                <c:pt idx="9674">
                  <c:v>113.68837499999999</c:v>
                </c:pt>
                <c:pt idx="9675">
                  <c:v>26.994500000000006</c:v>
                </c:pt>
                <c:pt idx="9676">
                  <c:v>11.42075</c:v>
                </c:pt>
                <c:pt idx="9677">
                  <c:v>4.1529999999999996</c:v>
                </c:pt>
                <c:pt idx="9678">
                  <c:v>22.847000000000001</c:v>
                </c:pt>
                <c:pt idx="9679">
                  <c:v>5.1924999999999999</c:v>
                </c:pt>
                <c:pt idx="9680">
                  <c:v>143.27850000000001</c:v>
                </c:pt>
                <c:pt idx="9681">
                  <c:v>41.000999999999998</c:v>
                </c:pt>
                <c:pt idx="9682">
                  <c:v>2.5943749999999999</c:v>
                </c:pt>
                <c:pt idx="9683">
                  <c:v>11.417999999999999</c:v>
                </c:pt>
                <c:pt idx="9684">
                  <c:v>30.102</c:v>
                </c:pt>
                <c:pt idx="9685">
                  <c:v>7.7850000000000001</c:v>
                </c:pt>
                <c:pt idx="9686">
                  <c:v>19.726749999999999</c:v>
                </c:pt>
                <c:pt idx="9687">
                  <c:v>26.469000000000001</c:v>
                </c:pt>
                <c:pt idx="9688">
                  <c:v>1.0382499999999999</c:v>
                </c:pt>
                <c:pt idx="9689">
                  <c:v>12.459</c:v>
                </c:pt>
                <c:pt idx="9690">
                  <c:v>32.697000000000003</c:v>
                </c:pt>
                <c:pt idx="9691">
                  <c:v>13.497250000000003</c:v>
                </c:pt>
                <c:pt idx="9692">
                  <c:v>3.6338750000000002</c:v>
                </c:pt>
                <c:pt idx="9693">
                  <c:v>2.077</c:v>
                </c:pt>
                <c:pt idx="9694">
                  <c:v>16.09675</c:v>
                </c:pt>
                <c:pt idx="9695">
                  <c:v>18.173749999999998</c:v>
                </c:pt>
                <c:pt idx="9696">
                  <c:v>36.356250000000003</c:v>
                </c:pt>
                <c:pt idx="9697">
                  <c:v>6.2340000000000009</c:v>
                </c:pt>
                <c:pt idx="9698">
                  <c:v>4.6755000000000004</c:v>
                </c:pt>
                <c:pt idx="9699">
                  <c:v>65.960624999999993</c:v>
                </c:pt>
                <c:pt idx="9700">
                  <c:v>15.061875000000001</c:v>
                </c:pt>
                <c:pt idx="9701">
                  <c:v>11.945625</c:v>
                </c:pt>
                <c:pt idx="9702">
                  <c:v>24.917999999999999</c:v>
                </c:pt>
                <c:pt idx="9703">
                  <c:v>44.104374999999997</c:v>
                </c:pt>
                <c:pt idx="9704">
                  <c:v>28.538125000000001</c:v>
                </c:pt>
                <c:pt idx="9705">
                  <c:v>11.934125000000002</c:v>
                </c:pt>
                <c:pt idx="9706">
                  <c:v>56.543750000000003</c:v>
                </c:pt>
                <c:pt idx="9707">
                  <c:v>45.142125000000007</c:v>
                </c:pt>
                <c:pt idx="9708">
                  <c:v>14.009625</c:v>
                </c:pt>
                <c:pt idx="9709">
                  <c:v>10.898999999999997</c:v>
                </c:pt>
                <c:pt idx="9710">
                  <c:v>39.962999999999994</c:v>
                </c:pt>
                <c:pt idx="9711">
                  <c:v>#N/A</c:v>
                </c:pt>
                <c:pt idx="9712">
                  <c:v>#N/A</c:v>
                </c:pt>
                <c:pt idx="9713">
                  <c:v>17.646000000000001</c:v>
                </c:pt>
                <c:pt idx="9714">
                  <c:v>5.19</c:v>
                </c:pt>
                <c:pt idx="9715">
                  <c:v>5.7089999999999996</c:v>
                </c:pt>
                <c:pt idx="9716">
                  <c:v>3.1147499999999999</c:v>
                </c:pt>
                <c:pt idx="9717">
                  <c:v>2.0760000000000001</c:v>
                </c:pt>
                <c:pt idx="9718">
                  <c:v>4.6709999999999994</c:v>
                </c:pt>
                <c:pt idx="9719">
                  <c:v>4.6709999999999994</c:v>
                </c:pt>
                <c:pt idx="9720">
                  <c:v>9.8633749999999996</c:v>
                </c:pt>
                <c:pt idx="9721">
                  <c:v>29.590125000000004</c:v>
                </c:pt>
                <c:pt idx="9722">
                  <c:v>7.7850000000000001</c:v>
                </c:pt>
                <c:pt idx="9723">
                  <c:v>8.3040000000000003</c:v>
                </c:pt>
                <c:pt idx="9724">
                  <c:v>1.038</c:v>
                </c:pt>
                <c:pt idx="9725">
                  <c:v>0.51912499999999995</c:v>
                </c:pt>
                <c:pt idx="9726">
                  <c:v>25.962499999999999</c:v>
                </c:pt>
                <c:pt idx="9727">
                  <c:v>11.939875000000001</c:v>
                </c:pt>
                <c:pt idx="9728">
                  <c:v>21.294374999999999</c:v>
                </c:pt>
                <c:pt idx="9729">
                  <c:v>2.5968749999999998</c:v>
                </c:pt>
                <c:pt idx="9730">
                  <c:v>2.0775000000000001</c:v>
                </c:pt>
                <c:pt idx="9731">
                  <c:v>22.333124999999999</c:v>
                </c:pt>
                <c:pt idx="9732">
                  <c:v>1.5577499999999997</c:v>
                </c:pt>
                <c:pt idx="9733">
                  <c:v>74.324250000000006</c:v>
                </c:pt>
                <c:pt idx="9734">
                  <c:v>24.953999999999994</c:v>
                </c:pt>
                <c:pt idx="9735">
                  <c:v>65.504249999999985</c:v>
                </c:pt>
                <c:pt idx="9736">
                  <c:v>14.036625000000001</c:v>
                </c:pt>
                <c:pt idx="9737">
                  <c:v>54.586874999999999</c:v>
                </c:pt>
                <c:pt idx="9738">
                  <c:v>9.8776249999999983</c:v>
                </c:pt>
                <c:pt idx="9739">
                  <c:v>42.099750000000007</c:v>
                </c:pt>
                <c:pt idx="9740">
                  <c:v>32.736375000000002</c:v>
                </c:pt>
                <c:pt idx="9741">
                  <c:v>#N/A</c:v>
                </c:pt>
                <c:pt idx="9742">
                  <c:v>#N/A</c:v>
                </c:pt>
                <c:pt idx="9743">
                  <c:v>36.902250000000002</c:v>
                </c:pt>
                <c:pt idx="9744">
                  <c:v>6.2370000000000001</c:v>
                </c:pt>
                <c:pt idx="9745">
                  <c:v>16.112250000000003</c:v>
                </c:pt>
                <c:pt idx="9746">
                  <c:v>48.336750000000002</c:v>
                </c:pt>
                <c:pt idx="9747">
                  <c:v>85.738124999999997</c:v>
                </c:pt>
                <c:pt idx="9748">
                  <c:v>33.247999999999998</c:v>
                </c:pt>
                <c:pt idx="9749">
                  <c:v>43.637999999999998</c:v>
                </c:pt>
                <c:pt idx="9750">
                  <c:v>41.030625000000001</c:v>
                </c:pt>
                <c:pt idx="9751">
                  <c:v>7.7906250000000004</c:v>
                </c:pt>
                <c:pt idx="9752">
                  <c:v>28.0395</c:v>
                </c:pt>
                <c:pt idx="9753">
                  <c:v>7.269499999999999</c:v>
                </c:pt>
                <c:pt idx="9754">
                  <c:v>15.577500000000001</c:v>
                </c:pt>
                <c:pt idx="9755">
                  <c:v>6.2294999999999998</c:v>
                </c:pt>
                <c:pt idx="9756">
                  <c:v>2.5962499999999999</c:v>
                </c:pt>
                <c:pt idx="9757">
                  <c:v>17.654499999999999</c:v>
                </c:pt>
                <c:pt idx="9758">
                  <c:v>5.1924999999999999</c:v>
                </c:pt>
                <c:pt idx="9759">
                  <c:v>23.873999999999999</c:v>
                </c:pt>
                <c:pt idx="9760">
                  <c:v>22.835999999999999</c:v>
                </c:pt>
                <c:pt idx="9761">
                  <c:v>5.7089999999999996</c:v>
                </c:pt>
                <c:pt idx="9762">
                  <c:v>18.178125000000001</c:v>
                </c:pt>
                <c:pt idx="9763">
                  <c:v>20.78</c:v>
                </c:pt>
                <c:pt idx="9764">
                  <c:v>7.269499999999999</c:v>
                </c:pt>
                <c:pt idx="9765">
                  <c:v>#N/A</c:v>
                </c:pt>
                <c:pt idx="9766">
                  <c:v>#N/A</c:v>
                </c:pt>
                <c:pt idx="9767">
                  <c:v>8.8251249999999999</c:v>
                </c:pt>
                <c:pt idx="9768">
                  <c:v>22.317</c:v>
                </c:pt>
                <c:pt idx="9769">
                  <c:v>18.688500000000001</c:v>
                </c:pt>
                <c:pt idx="9770">
                  <c:v>21.279</c:v>
                </c:pt>
                <c:pt idx="9771">
                  <c:v>43.066625000000002</c:v>
                </c:pt>
                <c:pt idx="9772">
                  <c:v>56.530124999999998</c:v>
                </c:pt>
                <c:pt idx="9773">
                  <c:v>34.229249999999993</c:v>
                </c:pt>
                <c:pt idx="9774">
                  <c:v>11.409750000000001</c:v>
                </c:pt>
                <c:pt idx="9775">
                  <c:v>25.943750000000001</c:v>
                </c:pt>
                <c:pt idx="9776">
                  <c:v>50.813000000000002</c:v>
                </c:pt>
                <c:pt idx="9777">
                  <c:v>31.1175</c:v>
                </c:pt>
                <c:pt idx="9778">
                  <c:v>3.6303749999999995</c:v>
                </c:pt>
                <c:pt idx="9779">
                  <c:v>22.290125</c:v>
                </c:pt>
                <c:pt idx="9780">
                  <c:v>35.249499999999998</c:v>
                </c:pt>
                <c:pt idx="9781">
                  <c:v>31.125</c:v>
                </c:pt>
                <c:pt idx="9782">
                  <c:v>8.298</c:v>
                </c:pt>
                <c:pt idx="9783">
                  <c:v>16.591999999999999</c:v>
                </c:pt>
                <c:pt idx="9784">
                  <c:v>#N/A</c:v>
                </c:pt>
                <c:pt idx="9785">
                  <c:v>#N/A</c:v>
                </c:pt>
                <c:pt idx="9786">
                  <c:v>3.6303749999999995</c:v>
                </c:pt>
                <c:pt idx="9787">
                  <c:v>29.036000000000001</c:v>
                </c:pt>
                <c:pt idx="9788">
                  <c:v>43.076999999999998</c:v>
                </c:pt>
                <c:pt idx="9789">
                  <c:v>32.697000000000003</c:v>
                </c:pt>
                <c:pt idx="9790">
                  <c:v>20.245875000000002</c:v>
                </c:pt>
                <c:pt idx="9791">
                  <c:v>31.666625</c:v>
                </c:pt>
                <c:pt idx="9792">
                  <c:v>32.177999999999997</c:v>
                </c:pt>
                <c:pt idx="9793">
                  <c:v>46.179875000000003</c:v>
                </c:pt>
                <c:pt idx="9794">
                  <c:v>39.453499999999998</c:v>
                </c:pt>
                <c:pt idx="9795">
                  <c:v>3.6338750000000002</c:v>
                </c:pt>
                <c:pt idx="9796">
                  <c:v>#N/A</c:v>
                </c:pt>
                <c:pt idx="9797">
                  <c:v>#N/A</c:v>
                </c:pt>
                <c:pt idx="9798">
                  <c:v>42.578499999999998</c:v>
                </c:pt>
                <c:pt idx="9799">
                  <c:v>21.803250000000006</c:v>
                </c:pt>
                <c:pt idx="9800">
                  <c:v>36.866749999999996</c:v>
                </c:pt>
                <c:pt idx="9801">
                  <c:v>#N/A</c:v>
                </c:pt>
                <c:pt idx="9802">
                  <c:v>#N/A</c:v>
                </c:pt>
                <c:pt idx="9803">
                  <c:v>#N/A</c:v>
                </c:pt>
                <c:pt idx="9804">
                  <c:v>#N/A</c:v>
                </c:pt>
                <c:pt idx="9805">
                  <c:v>18.178125000000001</c:v>
                </c:pt>
                <c:pt idx="9806">
                  <c:v>33.247999999999998</c:v>
                </c:pt>
                <c:pt idx="9807">
                  <c:v>47.805500000000002</c:v>
                </c:pt>
                <c:pt idx="9808">
                  <c:v>24.942</c:v>
                </c:pt>
                <c:pt idx="9809">
                  <c:v>14.033250000000001</c:v>
                </c:pt>
                <c:pt idx="9810">
                  <c:v>27.553374999999996</c:v>
                </c:pt>
                <c:pt idx="9811">
                  <c:v>94.662750000000003</c:v>
                </c:pt>
                <c:pt idx="9812">
                  <c:v>29.654249999999994</c:v>
                </c:pt>
                <c:pt idx="9813">
                  <c:v>23.925750000000004</c:v>
                </c:pt>
                <c:pt idx="9814">
                  <c:v>51.48</c:v>
                </c:pt>
                <c:pt idx="9815">
                  <c:v>11.44</c:v>
                </c:pt>
                <c:pt idx="9816">
                  <c:v>27.04</c:v>
                </c:pt>
                <c:pt idx="9817">
                  <c:v>28.606874999999999</c:v>
                </c:pt>
                <c:pt idx="9818">
                  <c:v>51.504749999999987</c:v>
                </c:pt>
                <c:pt idx="9819">
                  <c:v>48.383249999999997</c:v>
                </c:pt>
                <c:pt idx="9820">
                  <c:v>63.470500000000001</c:v>
                </c:pt>
                <c:pt idx="9821">
                  <c:v>12.486000000000001</c:v>
                </c:pt>
                <c:pt idx="9822">
                  <c:v>60.913125000000001</c:v>
                </c:pt>
                <c:pt idx="9823">
                  <c:v>64.542000000000002</c:v>
                </c:pt>
                <c:pt idx="9824">
                  <c:v>8.3279999999999994</c:v>
                </c:pt>
                <c:pt idx="9825">
                  <c:v>31.742875000000002</c:v>
                </c:pt>
                <c:pt idx="9826">
                  <c:v>11.44825</c:v>
                </c:pt>
                <c:pt idx="9827">
                  <c:v>32.775750000000002</c:v>
                </c:pt>
                <c:pt idx="9828">
                  <c:v>69.696749999999994</c:v>
                </c:pt>
                <c:pt idx="9829">
                  <c:v>4.6822499999999998</c:v>
                </c:pt>
                <c:pt idx="9830">
                  <c:v>31.735250000000001</c:v>
                </c:pt>
                <c:pt idx="9831">
                  <c:v>121.21824999999998</c:v>
                </c:pt>
                <c:pt idx="9832">
                  <c:v>87.381</c:v>
                </c:pt>
                <c:pt idx="9833">
                  <c:v>16.64</c:v>
                </c:pt>
                <c:pt idx="9834">
                  <c:v>17.675749999999997</c:v>
                </c:pt>
                <c:pt idx="9835">
                  <c:v>18.715499999999999</c:v>
                </c:pt>
                <c:pt idx="9836">
                  <c:v>5.2</c:v>
                </c:pt>
                <c:pt idx="9837">
                  <c:v>22.354624999999999</c:v>
                </c:pt>
                <c:pt idx="9838">
                  <c:v>6.2415000000000012</c:v>
                </c:pt>
                <c:pt idx="9839">
                  <c:v>27.573250000000002</c:v>
                </c:pt>
                <c:pt idx="9840">
                  <c:v>11.96575</c:v>
                </c:pt>
                <c:pt idx="9841">
                  <c:v>10.925249999999998</c:v>
                </c:pt>
                <c:pt idx="9842">
                  <c:v>23.411249999999999</c:v>
                </c:pt>
                <c:pt idx="9843">
                  <c:v>16.652000000000001</c:v>
                </c:pt>
                <c:pt idx="9844">
                  <c:v>42.691249999999997</c:v>
                </c:pt>
                <c:pt idx="9845">
                  <c:v>9.8942500000000013</c:v>
                </c:pt>
                <c:pt idx="9846">
                  <c:v>51.554250000000003</c:v>
                </c:pt>
                <c:pt idx="9847">
                  <c:v>18.747</c:v>
                </c:pt>
                <c:pt idx="9848">
                  <c:v>52.583125000000003</c:v>
                </c:pt>
                <c:pt idx="9849">
                  <c:v>105.76300000000002</c:v>
                </c:pt>
                <c:pt idx="9850">
                  <c:v>49.483125000000001</c:v>
                </c:pt>
                <c:pt idx="9851">
                  <c:v>29.689874999999994</c:v>
                </c:pt>
                <c:pt idx="9852">
                  <c:v>8.8569999999999993</c:v>
                </c:pt>
                <c:pt idx="9853">
                  <c:v>69.309624999999997</c:v>
                </c:pt>
                <c:pt idx="9854">
                  <c:v>74.485124999999996</c:v>
                </c:pt>
                <c:pt idx="9855">
                  <c:v>41.149124999999998</c:v>
                </c:pt>
                <c:pt idx="9856">
                  <c:v>81.237000000000009</c:v>
                </c:pt>
                <c:pt idx="9857">
                  <c:v>35.411000000000001</c:v>
                </c:pt>
                <c:pt idx="9858">
                  <c:v>43.201500000000003</c:v>
                </c:pt>
                <c:pt idx="9859">
                  <c:v>19.778999999999996</c:v>
                </c:pt>
                <c:pt idx="9860">
                  <c:v>14.573999999999998</c:v>
                </c:pt>
                <c:pt idx="9861">
                  <c:v>31.750499999999995</c:v>
                </c:pt>
                <c:pt idx="9862">
                  <c:v>#N/A</c:v>
                </c:pt>
                <c:pt idx="9863">
                  <c:v>#N/A</c:v>
                </c:pt>
                <c:pt idx="9864">
                  <c:v>4.6833750000000007</c:v>
                </c:pt>
                <c:pt idx="9865">
                  <c:v>42.160499999999999</c:v>
                </c:pt>
                <c:pt idx="9866">
                  <c:v>40.088124999999998</c:v>
                </c:pt>
                <c:pt idx="9867">
                  <c:v>27.593125000000001</c:v>
                </c:pt>
                <c:pt idx="9868">
                  <c:v>7.2887500000000003</c:v>
                </c:pt>
                <c:pt idx="9869">
                  <c:v>16.66</c:v>
                </c:pt>
                <c:pt idx="9870">
                  <c:v>39.567500000000003</c:v>
                </c:pt>
                <c:pt idx="9871">
                  <c:v>16.139375000000001</c:v>
                </c:pt>
                <c:pt idx="9872">
                  <c:v>23.942999999999994</c:v>
                </c:pt>
                <c:pt idx="9873">
                  <c:v>11.44825</c:v>
                </c:pt>
                <c:pt idx="9874">
                  <c:v>19.778999999999996</c:v>
                </c:pt>
                <c:pt idx="9875">
                  <c:v>30.196249999999999</c:v>
                </c:pt>
                <c:pt idx="9876">
                  <c:v>6.7681250000000004</c:v>
                </c:pt>
                <c:pt idx="9877">
                  <c:v>17.176499999999997</c:v>
                </c:pt>
                <c:pt idx="9878">
                  <c:v>27.593125000000001</c:v>
                </c:pt>
                <c:pt idx="9879">
                  <c:v>27.079000000000001</c:v>
                </c:pt>
                <c:pt idx="9880">
                  <c:v>#N/A</c:v>
                </c:pt>
                <c:pt idx="9881">
                  <c:v>#N/A</c:v>
                </c:pt>
                <c:pt idx="9882">
                  <c:v>100.008</c:v>
                </c:pt>
                <c:pt idx="9883">
                  <c:v>26.043749999999999</c:v>
                </c:pt>
                <c:pt idx="9884">
                  <c:v>14.06025</c:v>
                </c:pt>
                <c:pt idx="9885">
                  <c:v>34.352999999999994</c:v>
                </c:pt>
                <c:pt idx="9886">
                  <c:v>#N/A</c:v>
                </c:pt>
                <c:pt idx="9887">
                  <c:v>#N/A</c:v>
                </c:pt>
                <c:pt idx="9888">
                  <c:v>20.82</c:v>
                </c:pt>
                <c:pt idx="9889">
                  <c:v>36.973250000000007</c:v>
                </c:pt>
                <c:pt idx="9890">
                  <c:v>12.500999999999999</c:v>
                </c:pt>
                <c:pt idx="9891">
                  <c:v>3.6469999999999998</c:v>
                </c:pt>
                <c:pt idx="9892">
                  <c:v>17.184750000000001</c:v>
                </c:pt>
                <c:pt idx="9893">
                  <c:v>44.284999999999997</c:v>
                </c:pt>
                <c:pt idx="9894">
                  <c:v>16.672000000000001</c:v>
                </c:pt>
                <c:pt idx="9895">
                  <c:v>17.713999999999999</c:v>
                </c:pt>
                <c:pt idx="9896">
                  <c:v>39.615000000000002</c:v>
                </c:pt>
                <c:pt idx="9897">
                  <c:v>17.197124999999996</c:v>
                </c:pt>
                <c:pt idx="9898">
                  <c:v>24.492875000000002</c:v>
                </c:pt>
                <c:pt idx="9899">
                  <c:v>41.178750000000001</c:v>
                </c:pt>
                <c:pt idx="9900">
                  <c:v>59.943750000000001</c:v>
                </c:pt>
                <c:pt idx="9901">
                  <c:v>27.626249999999999</c:v>
                </c:pt>
                <c:pt idx="9902">
                  <c:v>39.084375000000001</c:v>
                </c:pt>
                <c:pt idx="9903">
                  <c:v>15.112624999999998</c:v>
                </c:pt>
                <c:pt idx="9904">
                  <c:v>42.211125000000003</c:v>
                </c:pt>
                <c:pt idx="9905">
                  <c:v>103.679</c:v>
                </c:pt>
                <c:pt idx="9906">
                  <c:v>17.184750000000001</c:v>
                </c:pt>
                <c:pt idx="9907">
                  <c:v>25.516749999999998</c:v>
                </c:pt>
                <c:pt idx="9908">
                  <c:v>19.783750000000001</c:v>
                </c:pt>
                <c:pt idx="9909">
                  <c:v>12.498000000000003</c:v>
                </c:pt>
                <c:pt idx="9910">
                  <c:v>45.837000000000003</c:v>
                </c:pt>
                <c:pt idx="9911">
                  <c:v>31.252500000000001</c:v>
                </c:pt>
                <c:pt idx="9912">
                  <c:v>19.788500000000003</c:v>
                </c:pt>
                <c:pt idx="9913">
                  <c:v>34.8735</c:v>
                </c:pt>
                <c:pt idx="9914">
                  <c:v>27.065999999999999</c:v>
                </c:pt>
                <c:pt idx="9915">
                  <c:v>5.2037500000000003</c:v>
                </c:pt>
                <c:pt idx="9916">
                  <c:v>17.16825</c:v>
                </c:pt>
                <c:pt idx="9917">
                  <c:v>69.16</c:v>
                </c:pt>
                <c:pt idx="9918">
                  <c:v>45.229124999999989</c:v>
                </c:pt>
                <c:pt idx="9919">
                  <c:v>38.470750000000002</c:v>
                </c:pt>
                <c:pt idx="9920">
                  <c:v>59.785625000000003</c:v>
                </c:pt>
                <c:pt idx="9921">
                  <c:v>44.741500000000002</c:v>
                </c:pt>
                <c:pt idx="9922">
                  <c:v>27.046500000000002</c:v>
                </c:pt>
                <c:pt idx="9923">
                  <c:v>23.925750000000004</c:v>
                </c:pt>
                <c:pt idx="9924">
                  <c:v>#N/A</c:v>
                </c:pt>
                <c:pt idx="9925">
                  <c:v>#N/A</c:v>
                </c:pt>
                <c:pt idx="9926">
                  <c:v>15.087249999999999</c:v>
                </c:pt>
                <c:pt idx="9927">
                  <c:v>17.688500000000001</c:v>
                </c:pt>
                <c:pt idx="9928">
                  <c:v>3.1215000000000002</c:v>
                </c:pt>
                <c:pt idx="9929">
                  <c:v>6.2430000000000003</c:v>
                </c:pt>
                <c:pt idx="9930">
                  <c:v>11.44825</c:v>
                </c:pt>
                <c:pt idx="9931">
                  <c:v>25.492249999999999</c:v>
                </c:pt>
                <c:pt idx="9932">
                  <c:v>86.32</c:v>
                </c:pt>
                <c:pt idx="9933">
                  <c:v>36.391249999999999</c:v>
                </c:pt>
                <c:pt idx="9934">
                  <c:v>13.52</c:v>
                </c:pt>
                <c:pt idx="9935">
                  <c:v>52.024999999999999</c:v>
                </c:pt>
                <c:pt idx="9936">
                  <c:v>15.61125</c:v>
                </c:pt>
                <c:pt idx="9937">
                  <c:v>48.418125000000003</c:v>
                </c:pt>
                <c:pt idx="9938">
                  <c:v>8.8484999999999996</c:v>
                </c:pt>
                <c:pt idx="9939">
                  <c:v>18.217500000000001</c:v>
                </c:pt>
                <c:pt idx="9940">
                  <c:v>18.213125000000002</c:v>
                </c:pt>
                <c:pt idx="9941">
                  <c:v>27.579875000000001</c:v>
                </c:pt>
                <c:pt idx="9942">
                  <c:v>8.33</c:v>
                </c:pt>
                <c:pt idx="9943">
                  <c:v>7.2905000000000015</c:v>
                </c:pt>
                <c:pt idx="9944">
                  <c:v>47.897500000000001</c:v>
                </c:pt>
                <c:pt idx="9945">
                  <c:v>36.435000000000002</c:v>
                </c:pt>
                <c:pt idx="9946">
                  <c:v>15.61125</c:v>
                </c:pt>
                <c:pt idx="9947">
                  <c:v>#N/A</c:v>
                </c:pt>
                <c:pt idx="9948">
                  <c:v>#N/A</c:v>
                </c:pt>
                <c:pt idx="9949">
                  <c:v>#N/A</c:v>
                </c:pt>
                <c:pt idx="9950">
                  <c:v>10.41</c:v>
                </c:pt>
                <c:pt idx="9951">
                  <c:v>#N/A</c:v>
                </c:pt>
                <c:pt idx="9952">
                  <c:v>#N/A</c:v>
                </c:pt>
                <c:pt idx="9953">
                  <c:v>#N/A</c:v>
                </c:pt>
                <c:pt idx="9954">
                  <c:v>0.52049999999999996</c:v>
                </c:pt>
                <c:pt idx="9955">
                  <c:v>19.253875000000001</c:v>
                </c:pt>
                <c:pt idx="9956">
                  <c:v>2.6012499999999998</c:v>
                </c:pt>
                <c:pt idx="9957">
                  <c:v>16.127749999999999</c:v>
                </c:pt>
                <c:pt idx="9958">
                  <c:v>3.64175</c:v>
                </c:pt>
                <c:pt idx="9959">
                  <c:v>#N/A</c:v>
                </c:pt>
                <c:pt idx="9960">
                  <c:v>#N/A</c:v>
                </c:pt>
                <c:pt idx="9961">
                  <c:v>0.52049999999999996</c:v>
                </c:pt>
                <c:pt idx="9962">
                  <c:v>6.2459999999999987</c:v>
                </c:pt>
                <c:pt idx="9963">
                  <c:v>14.573999999999998</c:v>
                </c:pt>
                <c:pt idx="9964">
                  <c:v>0.52049999999999996</c:v>
                </c:pt>
                <c:pt idx="9965">
                  <c:v>75.526875000000004</c:v>
                </c:pt>
                <c:pt idx="9966">
                  <c:v>34.898624999999996</c:v>
                </c:pt>
                <c:pt idx="9967">
                  <c:v>11.462</c:v>
                </c:pt>
                <c:pt idx="9968">
                  <c:v>13.546000000000003</c:v>
                </c:pt>
                <c:pt idx="9969">
                  <c:v>10.42</c:v>
                </c:pt>
                <c:pt idx="9970">
                  <c:v>49.506875000000001</c:v>
                </c:pt>
                <c:pt idx="9971">
                  <c:v>48.985750000000003</c:v>
                </c:pt>
                <c:pt idx="9972">
                  <c:v>27.092000000000006</c:v>
                </c:pt>
                <c:pt idx="9973">
                  <c:v>8.3360000000000003</c:v>
                </c:pt>
                <c:pt idx="9974">
                  <c:v>25.007999999999999</c:v>
                </c:pt>
                <c:pt idx="9975">
                  <c:v>2.0840000000000001</c:v>
                </c:pt>
                <c:pt idx="9976">
                  <c:v>10.42</c:v>
                </c:pt>
                <c:pt idx="9977">
                  <c:v>16.672000000000001</c:v>
                </c:pt>
                <c:pt idx="9978">
                  <c:v>28.661874999999998</c:v>
                </c:pt>
                <c:pt idx="9979">
                  <c:v>7.2939999999999996</c:v>
                </c:pt>
                <c:pt idx="9980">
                  <c:v>57.831000000000003</c:v>
                </c:pt>
                <c:pt idx="9981">
                  <c:v>5.21</c:v>
                </c:pt>
                <c:pt idx="9982">
                  <c:v>46.380125</c:v>
                </c:pt>
                <c:pt idx="9983">
                  <c:v>7.2957499999999991</c:v>
                </c:pt>
                <c:pt idx="9984">
                  <c:v>15.112624999999998</c:v>
                </c:pt>
                <c:pt idx="9985">
                  <c:v>14.591499999999998</c:v>
                </c:pt>
                <c:pt idx="9986">
                  <c:v>7.8168749999999996</c:v>
                </c:pt>
                <c:pt idx="9987">
                  <c:v>13.546000000000003</c:v>
                </c:pt>
                <c:pt idx="9988">
                  <c:v>4.1680000000000001</c:v>
                </c:pt>
                <c:pt idx="9989">
                  <c:v>7.2939999999999996</c:v>
                </c:pt>
                <c:pt idx="9990">
                  <c:v>#N/A</c:v>
                </c:pt>
                <c:pt idx="9991">
                  <c:v>#N/A</c:v>
                </c:pt>
                <c:pt idx="9992">
                  <c:v>34.386000000000003</c:v>
                </c:pt>
                <c:pt idx="9993">
                  <c:v>14.067</c:v>
                </c:pt>
                <c:pt idx="9994">
                  <c:v>53.103749999999998</c:v>
                </c:pt>
                <c:pt idx="9995">
                  <c:v>9.8942500000000013</c:v>
                </c:pt>
                <c:pt idx="9996">
                  <c:v>42.190874999999998</c:v>
                </c:pt>
                <c:pt idx="9997">
                  <c:v>8.3360000000000003</c:v>
                </c:pt>
                <c:pt idx="9998">
                  <c:v>9.8966250000000002</c:v>
                </c:pt>
                <c:pt idx="9999">
                  <c:v>2.6043750000000001</c:v>
                </c:pt>
                <c:pt idx="10000">
                  <c:v>13.028124999999999</c:v>
                </c:pt>
                <c:pt idx="10001">
                  <c:v>61.5075</c:v>
                </c:pt>
                <c:pt idx="10002">
                  <c:v>22.402999999999999</c:v>
                </c:pt>
                <c:pt idx="10003">
                  <c:v>#N/A</c:v>
                </c:pt>
                <c:pt idx="10004">
                  <c:v>#N/A</c:v>
                </c:pt>
                <c:pt idx="10005">
                  <c:v>#N/A</c:v>
                </c:pt>
                <c:pt idx="10006">
                  <c:v>9.901374999999998</c:v>
                </c:pt>
                <c:pt idx="10007">
                  <c:v>15.116250000000001</c:v>
                </c:pt>
                <c:pt idx="10008">
                  <c:v>17.7225</c:v>
                </c:pt>
                <c:pt idx="10009">
                  <c:v>43.253374999999998</c:v>
                </c:pt>
                <c:pt idx="10010">
                  <c:v>1.0425</c:v>
                </c:pt>
                <c:pt idx="10011">
                  <c:v>57.858750000000001</c:v>
                </c:pt>
                <c:pt idx="10012">
                  <c:v>2.0855000000000001</c:v>
                </c:pt>
                <c:pt idx="10013">
                  <c:v>32.325249999999997</c:v>
                </c:pt>
                <c:pt idx="10014">
                  <c:v>7.2992500000000016</c:v>
                </c:pt>
                <c:pt idx="10015">
                  <c:v>47.467874999999999</c:v>
                </c:pt>
                <c:pt idx="10016">
                  <c:v>13.040625</c:v>
                </c:pt>
                <c:pt idx="10017">
                  <c:v>6.7794999999999987</c:v>
                </c:pt>
                <c:pt idx="10018">
                  <c:v>#N/A</c:v>
                </c:pt>
                <c:pt idx="10019">
                  <c:v>#N/A</c:v>
                </c:pt>
                <c:pt idx="10020">
                  <c:v>13.558999999999997</c:v>
                </c:pt>
                <c:pt idx="10021">
                  <c:v>3.129</c:v>
                </c:pt>
                <c:pt idx="10022">
                  <c:v>30.247</c:v>
                </c:pt>
                <c:pt idx="10023">
                  <c:v>9.3869999999999987</c:v>
                </c:pt>
                <c:pt idx="10024">
                  <c:v>21.376375000000003</c:v>
                </c:pt>
                <c:pt idx="10025">
                  <c:v>46.923749999999998</c:v>
                </c:pt>
                <c:pt idx="10026">
                  <c:v>#N/A</c:v>
                </c:pt>
                <c:pt idx="10027">
                  <c:v>#N/A</c:v>
                </c:pt>
                <c:pt idx="10028">
                  <c:v>70.402500000000003</c:v>
                </c:pt>
                <c:pt idx="10029">
                  <c:v>2.6068750000000001</c:v>
                </c:pt>
                <c:pt idx="10030">
                  <c:v>46.901249999999997</c:v>
                </c:pt>
                <c:pt idx="10031">
                  <c:v>5.2125000000000004</c:v>
                </c:pt>
                <c:pt idx="10032">
                  <c:v>20.844999999999999</c:v>
                </c:pt>
                <c:pt idx="10033">
                  <c:v>20.85</c:v>
                </c:pt>
                <c:pt idx="10034">
                  <c:v>1.56375</c:v>
                </c:pt>
                <c:pt idx="10035">
                  <c:v>3.6496250000000008</c:v>
                </c:pt>
                <c:pt idx="10036">
                  <c:v>15.1235</c:v>
                </c:pt>
                <c:pt idx="10037">
                  <c:v>37.026499999999999</c:v>
                </c:pt>
                <c:pt idx="10038">
                  <c:v>20.328749999999999</c:v>
                </c:pt>
                <c:pt idx="10039">
                  <c:v>1.56375</c:v>
                </c:pt>
                <c:pt idx="10040">
                  <c:v>#N/A</c:v>
                </c:pt>
                <c:pt idx="10041">
                  <c:v>#N/A</c:v>
                </c:pt>
                <c:pt idx="10042">
                  <c:v>4.1710000000000003</c:v>
                </c:pt>
                <c:pt idx="10043">
                  <c:v>#N/A</c:v>
                </c:pt>
                <c:pt idx="10044">
                  <c:v>#N/A</c:v>
                </c:pt>
                <c:pt idx="10045">
                  <c:v>1.5645</c:v>
                </c:pt>
                <c:pt idx="10046">
                  <c:v>25.547374999999999</c:v>
                </c:pt>
                <c:pt idx="10047">
                  <c:v>1.56375</c:v>
                </c:pt>
                <c:pt idx="10048">
                  <c:v>112.67100000000001</c:v>
                </c:pt>
                <c:pt idx="10049">
                  <c:v>1.564875</c:v>
                </c:pt>
                <c:pt idx="10050">
                  <c:v>86.589749999999995</c:v>
                </c:pt>
                <c:pt idx="10051">
                  <c:v>6.2609999999999992</c:v>
                </c:pt>
                <c:pt idx="10052">
                  <c:v>223.30899999999997</c:v>
                </c:pt>
                <c:pt idx="10053">
                  <c:v>39.140625</c:v>
                </c:pt>
                <c:pt idx="10054">
                  <c:v>16.7</c:v>
                </c:pt>
                <c:pt idx="10055">
                  <c:v>4.6968750000000004</c:v>
                </c:pt>
                <c:pt idx="10056">
                  <c:v>41.74</c:v>
                </c:pt>
                <c:pt idx="10057">
                  <c:v>33.384</c:v>
                </c:pt>
                <c:pt idx="10058">
                  <c:v>10.4375</c:v>
                </c:pt>
                <c:pt idx="10059">
                  <c:v>27.666000000000004</c:v>
                </c:pt>
                <c:pt idx="10060">
                  <c:v>44.892000000000003</c:v>
                </c:pt>
                <c:pt idx="10061">
                  <c:v>15.66</c:v>
                </c:pt>
                <c:pt idx="10062">
                  <c:v>27.150499999999994</c:v>
                </c:pt>
                <c:pt idx="10063">
                  <c:v>17.230125000000001</c:v>
                </c:pt>
                <c:pt idx="10064">
                  <c:v>4.6980000000000004</c:v>
                </c:pt>
                <c:pt idx="10065">
                  <c:v>8.8740000000000006</c:v>
                </c:pt>
                <c:pt idx="10066">
                  <c:v>9.3960000000000008</c:v>
                </c:pt>
                <c:pt idx="10067">
                  <c:v>13.05</c:v>
                </c:pt>
                <c:pt idx="10068">
                  <c:v>2.0880000000000001</c:v>
                </c:pt>
                <c:pt idx="10069">
                  <c:v>49.601875</c:v>
                </c:pt>
                <c:pt idx="10070">
                  <c:v>9.9227500000000006</c:v>
                </c:pt>
                <c:pt idx="10071">
                  <c:v>3.6557499999999998</c:v>
                </c:pt>
                <c:pt idx="10072">
                  <c:v>21.934500000000003</c:v>
                </c:pt>
                <c:pt idx="10073">
                  <c:v>62.685000000000002</c:v>
                </c:pt>
                <c:pt idx="10074">
                  <c:v>12.011749999999999</c:v>
                </c:pt>
                <c:pt idx="10075">
                  <c:v>44.380625000000002</c:v>
                </c:pt>
                <c:pt idx="10076">
                  <c:v>12.008875</c:v>
                </c:pt>
                <c:pt idx="10077">
                  <c:v>5.7447499999999998</c:v>
                </c:pt>
                <c:pt idx="10078">
                  <c:v>58.464000000000013</c:v>
                </c:pt>
                <c:pt idx="10079">
                  <c:v>86.150625000000005</c:v>
                </c:pt>
                <c:pt idx="10080">
                  <c:v>37.602000000000004</c:v>
                </c:pt>
                <c:pt idx="10081">
                  <c:v>16.185874999999999</c:v>
                </c:pt>
                <c:pt idx="10082">
                  <c:v>15.138000000000002</c:v>
                </c:pt>
                <c:pt idx="10083">
                  <c:v>39.15</c:v>
                </c:pt>
                <c:pt idx="10084">
                  <c:v>5.21875</c:v>
                </c:pt>
                <c:pt idx="10085">
                  <c:v>34.957250000000002</c:v>
                </c:pt>
                <c:pt idx="10086">
                  <c:v>6.7843749999999998</c:v>
                </c:pt>
                <c:pt idx="10087">
                  <c:v>30.261499999999995</c:v>
                </c:pt>
                <c:pt idx="10088">
                  <c:v>17.739499999999996</c:v>
                </c:pt>
                <c:pt idx="10089">
                  <c:v>7.3027499999999996</c:v>
                </c:pt>
                <c:pt idx="10090">
                  <c:v>23.983250000000005</c:v>
                </c:pt>
                <c:pt idx="10091">
                  <c:v>16.162624999999998</c:v>
                </c:pt>
                <c:pt idx="10092">
                  <c:v>23.461874999999999</c:v>
                </c:pt>
                <c:pt idx="10093">
                  <c:v>45.87</c:v>
                </c:pt>
                <c:pt idx="10094">
                  <c:v>41.69</c:v>
                </c:pt>
                <c:pt idx="10095">
                  <c:v>68.283749999999998</c:v>
                </c:pt>
                <c:pt idx="10096">
                  <c:v>3.1282500000000004</c:v>
                </c:pt>
                <c:pt idx="10097">
                  <c:v>24.510499999999997</c:v>
                </c:pt>
                <c:pt idx="10098">
                  <c:v>10.954125000000003</c:v>
                </c:pt>
                <c:pt idx="10099">
                  <c:v>9.3847500000000004</c:v>
                </c:pt>
                <c:pt idx="10100">
                  <c:v>4.1710000000000003</c:v>
                </c:pt>
                <c:pt idx="10101">
                  <c:v>8.8633750000000013</c:v>
                </c:pt>
                <c:pt idx="10102">
                  <c:v>20.85</c:v>
                </c:pt>
                <c:pt idx="10103">
                  <c:v>6.2534999999999989</c:v>
                </c:pt>
                <c:pt idx="10104">
                  <c:v>21.882000000000005</c:v>
                </c:pt>
                <c:pt idx="10105">
                  <c:v>3.6469999999999998</c:v>
                </c:pt>
                <c:pt idx="10106">
                  <c:v>19.797999999999998</c:v>
                </c:pt>
                <c:pt idx="10107">
                  <c:v>10.4175</c:v>
                </c:pt>
                <c:pt idx="10108">
                  <c:v>29.689874999999994</c:v>
                </c:pt>
                <c:pt idx="10109">
                  <c:v>11.980124999999999</c:v>
                </c:pt>
                <c:pt idx="10110">
                  <c:v>22.408374999999999</c:v>
                </c:pt>
                <c:pt idx="10111">
                  <c:v>3.6478749999999995</c:v>
                </c:pt>
                <c:pt idx="10112">
                  <c:v>24.498750000000001</c:v>
                </c:pt>
                <c:pt idx="10113">
                  <c:v>22.41375</c:v>
                </c:pt>
                <c:pt idx="10114">
                  <c:v>19.281624999999998</c:v>
                </c:pt>
                <c:pt idx="10115">
                  <c:v>29.689874999999994</c:v>
                </c:pt>
                <c:pt idx="10116">
                  <c:v>11.462</c:v>
                </c:pt>
                <c:pt idx="10117">
                  <c:v>2.0834999999999999</c:v>
                </c:pt>
                <c:pt idx="10118">
                  <c:v>15.63</c:v>
                </c:pt>
                <c:pt idx="10119">
                  <c:v>23.450624999999999</c:v>
                </c:pt>
                <c:pt idx="10120">
                  <c:v>38.535499999999999</c:v>
                </c:pt>
                <c:pt idx="10121">
                  <c:v>4.1669999999999998</c:v>
                </c:pt>
                <c:pt idx="10122">
                  <c:v>2.0834999999999999</c:v>
                </c:pt>
                <c:pt idx="10123">
                  <c:v>24.475249999999999</c:v>
                </c:pt>
                <c:pt idx="10124">
                  <c:v>14.063625</c:v>
                </c:pt>
                <c:pt idx="10125">
                  <c:v>106.75375</c:v>
                </c:pt>
                <c:pt idx="10126">
                  <c:v>59.857500000000002</c:v>
                </c:pt>
                <c:pt idx="10127">
                  <c:v>88.506249999999994</c:v>
                </c:pt>
                <c:pt idx="10128">
                  <c:v>30.709499999999998</c:v>
                </c:pt>
                <c:pt idx="10129">
                  <c:v>40.58925</c:v>
                </c:pt>
                <c:pt idx="10130">
                  <c:v>#N/A</c:v>
                </c:pt>
                <c:pt idx="10131">
                  <c:v>#N/A</c:v>
                </c:pt>
                <c:pt idx="10132">
                  <c:v>26.018750000000001</c:v>
                </c:pt>
                <c:pt idx="10133">
                  <c:v>16.652000000000001</c:v>
                </c:pt>
                <c:pt idx="10134">
                  <c:v>10.41</c:v>
                </c:pt>
                <c:pt idx="10135">
                  <c:v>8.8463750000000001</c:v>
                </c:pt>
                <c:pt idx="10136">
                  <c:v>18.7425</c:v>
                </c:pt>
                <c:pt idx="10137">
                  <c:v>22.902000000000001</c:v>
                </c:pt>
                <c:pt idx="10138">
                  <c:v>28.106999999999999</c:v>
                </c:pt>
                <c:pt idx="10139">
                  <c:v>#N/A</c:v>
                </c:pt>
                <c:pt idx="10140">
                  <c:v>#N/A</c:v>
                </c:pt>
                <c:pt idx="10141">
                  <c:v>32.791499999999992</c:v>
                </c:pt>
                <c:pt idx="10142">
                  <c:v>12.494999999999999</c:v>
                </c:pt>
                <c:pt idx="10143">
                  <c:v>33.32</c:v>
                </c:pt>
                <c:pt idx="10144">
                  <c:v>8.3279999999999994</c:v>
                </c:pt>
                <c:pt idx="10145">
                  <c:v>24.457625000000004</c:v>
                </c:pt>
                <c:pt idx="10146">
                  <c:v>2.0819999999999999</c:v>
                </c:pt>
                <c:pt idx="10147">
                  <c:v>121.70925000000003</c:v>
                </c:pt>
                <c:pt idx="10148">
                  <c:v>22.890999999999998</c:v>
                </c:pt>
                <c:pt idx="10149">
                  <c:v>53.598624999999998</c:v>
                </c:pt>
                <c:pt idx="10150">
                  <c:v>30.167250000000006</c:v>
                </c:pt>
                <c:pt idx="10151">
                  <c:v>18.724499999999999</c:v>
                </c:pt>
                <c:pt idx="10152">
                  <c:v>9.8823750000000015</c:v>
                </c:pt>
                <c:pt idx="10153">
                  <c:v>2.0804999999999998</c:v>
                </c:pt>
                <c:pt idx="10154">
                  <c:v>33.808124999999997</c:v>
                </c:pt>
                <c:pt idx="10155">
                  <c:v>9.8823750000000015</c:v>
                </c:pt>
                <c:pt idx="10156">
                  <c:v>41.089874999999999</c:v>
                </c:pt>
                <c:pt idx="10157">
                  <c:v>#N/A</c:v>
                </c:pt>
                <c:pt idx="10158">
                  <c:v>#N/A</c:v>
                </c:pt>
                <c:pt idx="10159">
                  <c:v>9.3689999999999998</c:v>
                </c:pt>
                <c:pt idx="10160">
                  <c:v>37.996499999999997</c:v>
                </c:pt>
                <c:pt idx="10161">
                  <c:v>92.626750000000015</c:v>
                </c:pt>
                <c:pt idx="10162">
                  <c:v>6.7648750000000009</c:v>
                </c:pt>
                <c:pt idx="10163">
                  <c:v>3.1222500000000002</c:v>
                </c:pt>
                <c:pt idx="10164">
                  <c:v>#N/A</c:v>
                </c:pt>
                <c:pt idx="10165">
                  <c:v>#N/A</c:v>
                </c:pt>
                <c:pt idx="10166">
                  <c:v>4.6844999999999999</c:v>
                </c:pt>
                <c:pt idx="10167">
                  <c:v>#N/A</c:v>
                </c:pt>
                <c:pt idx="10168">
                  <c:v>#N/A</c:v>
                </c:pt>
                <c:pt idx="10169">
                  <c:v>11.974375</c:v>
                </c:pt>
                <c:pt idx="10170">
                  <c:v>17.701250000000002</c:v>
                </c:pt>
                <c:pt idx="10171">
                  <c:v>5.7255000000000003</c:v>
                </c:pt>
                <c:pt idx="10172">
                  <c:v>14.573999999999998</c:v>
                </c:pt>
                <c:pt idx="10173">
                  <c:v>#N/A</c:v>
                </c:pt>
                <c:pt idx="10174">
                  <c:v>#N/A</c:v>
                </c:pt>
                <c:pt idx="10175">
                  <c:v>15.61125</c:v>
                </c:pt>
                <c:pt idx="10176">
                  <c:v>7.2852499999999996</c:v>
                </c:pt>
                <c:pt idx="10177">
                  <c:v>#N/A</c:v>
                </c:pt>
                <c:pt idx="10178">
                  <c:v>#N/A</c:v>
                </c:pt>
                <c:pt idx="10179">
                  <c:v>#N/A</c:v>
                </c:pt>
                <c:pt idx="10180">
                  <c:v>14.570499999999999</c:v>
                </c:pt>
                <c:pt idx="10181">
                  <c:v>37.457999999999998</c:v>
                </c:pt>
                <c:pt idx="10182">
                  <c:v>6.7632499999999984</c:v>
                </c:pt>
                <c:pt idx="10183">
                  <c:v>10.4025</c:v>
                </c:pt>
                <c:pt idx="10184">
                  <c:v>25.492249999999999</c:v>
                </c:pt>
                <c:pt idx="10185">
                  <c:v>1.0402499999999999</c:v>
                </c:pt>
                <c:pt idx="10186">
                  <c:v>4.1609999999999996</c:v>
                </c:pt>
                <c:pt idx="10187">
                  <c:v>#N/A</c:v>
                </c:pt>
                <c:pt idx="10188">
                  <c:v>#N/A</c:v>
                </c:pt>
                <c:pt idx="10189">
                  <c:v>5.7227499999999996</c:v>
                </c:pt>
                <c:pt idx="10190">
                  <c:v>13.009375</c:v>
                </c:pt>
                <c:pt idx="10191">
                  <c:v>#N/A</c:v>
                </c:pt>
                <c:pt idx="10192">
                  <c:v>#N/A</c:v>
                </c:pt>
                <c:pt idx="10193">
                  <c:v>#N/A</c:v>
                </c:pt>
                <c:pt idx="10194">
                  <c:v>#N/A</c:v>
                </c:pt>
                <c:pt idx="10195">
                  <c:v>13.009375</c:v>
                </c:pt>
                <c:pt idx="10196">
                  <c:v>8.8484999999999996</c:v>
                </c:pt>
                <c:pt idx="10197">
                  <c:v>26.551874999999999</c:v>
                </c:pt>
                <c:pt idx="10198">
                  <c:v>20.309250000000002</c:v>
                </c:pt>
                <c:pt idx="10199">
                  <c:v>31.245000000000001</c:v>
                </c:pt>
                <c:pt idx="10200">
                  <c:v>52.621000000000002</c:v>
                </c:pt>
                <c:pt idx="10201">
                  <c:v>35.445</c:v>
                </c:pt>
                <c:pt idx="10202">
                  <c:v>19.797999999999998</c:v>
                </c:pt>
                <c:pt idx="10203">
                  <c:v>47.920499999999997</c:v>
                </c:pt>
                <c:pt idx="10204">
                  <c:v>28.648125</c:v>
                </c:pt>
                <c:pt idx="10205">
                  <c:v>11.980124999999999</c:v>
                </c:pt>
                <c:pt idx="10206">
                  <c:v>4.6878749999999991</c:v>
                </c:pt>
                <c:pt idx="10207">
                  <c:v>1.5626249999999999</c:v>
                </c:pt>
                <c:pt idx="10208">
                  <c:v>13.542749999999998</c:v>
                </c:pt>
                <c:pt idx="10209">
                  <c:v>26.551874999999999</c:v>
                </c:pt>
                <c:pt idx="10210">
                  <c:v>53.611499999999999</c:v>
                </c:pt>
                <c:pt idx="10211">
                  <c:v>6.7681250000000004</c:v>
                </c:pt>
                <c:pt idx="10212">
                  <c:v>7.2905000000000015</c:v>
                </c:pt>
                <c:pt idx="10213">
                  <c:v>4.68675</c:v>
                </c:pt>
                <c:pt idx="10214">
                  <c:v>33.840625000000003</c:v>
                </c:pt>
                <c:pt idx="10215">
                  <c:v>3.6434999999999995</c:v>
                </c:pt>
                <c:pt idx="10216">
                  <c:v>2.6031249999999999</c:v>
                </c:pt>
                <c:pt idx="10217">
                  <c:v>9.3712499999999999</c:v>
                </c:pt>
                <c:pt idx="10218">
                  <c:v>2.6031249999999999</c:v>
                </c:pt>
                <c:pt idx="10219">
                  <c:v>5.7268749999999997</c:v>
                </c:pt>
                <c:pt idx="10220">
                  <c:v>1.0415000000000001</c:v>
                </c:pt>
                <c:pt idx="10221">
                  <c:v>32.294249999999998</c:v>
                </c:pt>
                <c:pt idx="10222">
                  <c:v>14.067</c:v>
                </c:pt>
                <c:pt idx="10223">
                  <c:v>11.462</c:v>
                </c:pt>
                <c:pt idx="10224">
                  <c:v>12.500999999999999</c:v>
                </c:pt>
                <c:pt idx="10225">
                  <c:v>40.628250000000001</c:v>
                </c:pt>
                <c:pt idx="10226">
                  <c:v>#N/A</c:v>
                </c:pt>
                <c:pt idx="10227">
                  <c:v>#N/A</c:v>
                </c:pt>
                <c:pt idx="10228">
                  <c:v>19.807500000000001</c:v>
                </c:pt>
                <c:pt idx="10229">
                  <c:v>27.105</c:v>
                </c:pt>
                <c:pt idx="10230">
                  <c:v>#N/A</c:v>
                </c:pt>
                <c:pt idx="10231">
                  <c:v>#N/A</c:v>
                </c:pt>
                <c:pt idx="10232">
                  <c:v>5.2112499999999997</c:v>
                </c:pt>
                <c:pt idx="10233">
                  <c:v>23.445</c:v>
                </c:pt>
                <c:pt idx="10234">
                  <c:v>5.7309999999999999</c:v>
                </c:pt>
                <c:pt idx="10235">
                  <c:v>11.46475</c:v>
                </c:pt>
                <c:pt idx="10236">
                  <c:v>11.985874999999998</c:v>
                </c:pt>
                <c:pt idx="10237">
                  <c:v>1.0422499999999999</c:v>
                </c:pt>
                <c:pt idx="10238">
                  <c:v>4.6901250000000001</c:v>
                </c:pt>
                <c:pt idx="10239">
                  <c:v>3.6478749999999995</c:v>
                </c:pt>
                <c:pt idx="10240">
                  <c:v>29.704125000000001</c:v>
                </c:pt>
                <c:pt idx="10241">
                  <c:v>16.68</c:v>
                </c:pt>
                <c:pt idx="10242">
                  <c:v>37.53</c:v>
                </c:pt>
                <c:pt idx="10243">
                  <c:v>30.746375</c:v>
                </c:pt>
                <c:pt idx="10244">
                  <c:v>8.3379999999999992</c:v>
                </c:pt>
                <c:pt idx="10245">
                  <c:v>1.0422499999999999</c:v>
                </c:pt>
                <c:pt idx="10246">
                  <c:v>6.7746250000000003</c:v>
                </c:pt>
                <c:pt idx="10247">
                  <c:v>6.2534999999999989</c:v>
                </c:pt>
                <c:pt idx="10248">
                  <c:v>1.0422499999999999</c:v>
                </c:pt>
                <c:pt idx="10249">
                  <c:v>#N/A</c:v>
                </c:pt>
                <c:pt idx="10250">
                  <c:v>#N/A</c:v>
                </c:pt>
                <c:pt idx="10251">
                  <c:v>#N/A</c:v>
                </c:pt>
                <c:pt idx="10252">
                  <c:v>#N/A</c:v>
                </c:pt>
                <c:pt idx="10253">
                  <c:v>#N/A</c:v>
                </c:pt>
                <c:pt idx="10254">
                  <c:v>#N/A</c:v>
                </c:pt>
                <c:pt idx="10255">
                  <c:v>#N/A</c:v>
                </c:pt>
                <c:pt idx="10256">
                  <c:v>#N/A</c:v>
                </c:pt>
                <c:pt idx="10257">
                  <c:v>#N/A</c:v>
                </c:pt>
                <c:pt idx="10258">
                  <c:v>24.99</c:v>
                </c:pt>
                <c:pt idx="10259">
                  <c:v>20.824999999999999</c:v>
                </c:pt>
                <c:pt idx="10260">
                  <c:v>22.386875</c:v>
                </c:pt>
                <c:pt idx="10261">
                  <c:v>9.3734999999999999</c:v>
                </c:pt>
                <c:pt idx="10262">
                  <c:v>13.015625</c:v>
                </c:pt>
                <c:pt idx="10263">
                  <c:v>3.6443750000000001</c:v>
                </c:pt>
                <c:pt idx="10264">
                  <c:v>7.2887500000000003</c:v>
                </c:pt>
                <c:pt idx="10265">
                  <c:v>8.33</c:v>
                </c:pt>
                <c:pt idx="10266">
                  <c:v>#N/A</c:v>
                </c:pt>
                <c:pt idx="10267">
                  <c:v>#N/A</c:v>
                </c:pt>
                <c:pt idx="10268">
                  <c:v>8.33</c:v>
                </c:pt>
                <c:pt idx="10269">
                  <c:v>8.3320000000000007</c:v>
                </c:pt>
                <c:pt idx="10270">
                  <c:v>23.428125000000001</c:v>
                </c:pt>
                <c:pt idx="10271">
                  <c:v>13.536250000000001</c:v>
                </c:pt>
                <c:pt idx="10272">
                  <c:v>12.491999999999997</c:v>
                </c:pt>
                <c:pt idx="10273">
                  <c:v>43.722000000000001</c:v>
                </c:pt>
                <c:pt idx="10274">
                  <c:v>9.3667500000000015</c:v>
                </c:pt>
                <c:pt idx="10275">
                  <c:v>54.105999999999987</c:v>
                </c:pt>
                <c:pt idx="10276">
                  <c:v>50.44</c:v>
                </c:pt>
                <c:pt idx="10277">
                  <c:v>27.046500000000002</c:v>
                </c:pt>
                <c:pt idx="10278">
                  <c:v>4.1609999999999996</c:v>
                </c:pt>
                <c:pt idx="10279">
                  <c:v>11.44825</c:v>
                </c:pt>
                <c:pt idx="10280">
                  <c:v>1.5607500000000001</c:v>
                </c:pt>
                <c:pt idx="10281">
                  <c:v>4.1619999999999999</c:v>
                </c:pt>
                <c:pt idx="10282">
                  <c:v>7.80375</c:v>
                </c:pt>
                <c:pt idx="10283">
                  <c:v>29.64</c:v>
                </c:pt>
                <c:pt idx="10284">
                  <c:v>3.6408750000000007</c:v>
                </c:pt>
                <c:pt idx="10285">
                  <c:v>2.600625</c:v>
                </c:pt>
                <c:pt idx="10286">
                  <c:v>16.64</c:v>
                </c:pt>
                <c:pt idx="10287">
                  <c:v>66.040000000000006</c:v>
                </c:pt>
                <c:pt idx="10288">
                  <c:v>36.911124999999998</c:v>
                </c:pt>
                <c:pt idx="10289">
                  <c:v>30.152749999999994</c:v>
                </c:pt>
                <c:pt idx="10290">
                  <c:v>19.750499999999999</c:v>
                </c:pt>
                <c:pt idx="10291">
                  <c:v>12.476999999999997</c:v>
                </c:pt>
                <c:pt idx="10292">
                  <c:v>26.52</c:v>
                </c:pt>
                <c:pt idx="10293">
                  <c:v>5.7186250000000003</c:v>
                </c:pt>
                <c:pt idx="10294">
                  <c:v>8.3179999999999996</c:v>
                </c:pt>
                <c:pt idx="10295">
                  <c:v>#N/A</c:v>
                </c:pt>
                <c:pt idx="10296">
                  <c:v>#N/A</c:v>
                </c:pt>
                <c:pt idx="10297">
                  <c:v>11.445499999999999</c:v>
                </c:pt>
                <c:pt idx="10298">
                  <c:v>11.445499999999999</c:v>
                </c:pt>
                <c:pt idx="10299">
                  <c:v>0.52012499999999995</c:v>
                </c:pt>
                <c:pt idx="10300">
                  <c:v>9.8823750000000015</c:v>
                </c:pt>
                <c:pt idx="10301">
                  <c:v>3.6408750000000007</c:v>
                </c:pt>
                <c:pt idx="10302">
                  <c:v>3.6408750000000007</c:v>
                </c:pt>
                <c:pt idx="10303">
                  <c:v>4.16</c:v>
                </c:pt>
                <c:pt idx="10304">
                  <c:v>3.1207500000000006</c:v>
                </c:pt>
                <c:pt idx="10305">
                  <c:v>#N/A</c:v>
                </c:pt>
                <c:pt idx="10306">
                  <c:v>#N/A</c:v>
                </c:pt>
                <c:pt idx="10307">
                  <c:v>1.5596249999999996</c:v>
                </c:pt>
                <c:pt idx="10308">
                  <c:v>#N/A</c:v>
                </c:pt>
                <c:pt idx="10309">
                  <c:v>#N/A</c:v>
                </c:pt>
                <c:pt idx="10310">
                  <c:v>6.76</c:v>
                </c:pt>
                <c:pt idx="10311">
                  <c:v>8.84</c:v>
                </c:pt>
                <c:pt idx="10312">
                  <c:v>0.52</c:v>
                </c:pt>
                <c:pt idx="10313">
                  <c:v>4.1589999999999998</c:v>
                </c:pt>
                <c:pt idx="10314">
                  <c:v>28.606874999999999</c:v>
                </c:pt>
                <c:pt idx="10315">
                  <c:v>#N/A</c:v>
                </c:pt>
                <c:pt idx="10316">
                  <c:v>#N/A</c:v>
                </c:pt>
                <c:pt idx="10317">
                  <c:v>1.0402499999999999</c:v>
                </c:pt>
                <c:pt idx="10318">
                  <c:v>#N/A</c:v>
                </c:pt>
                <c:pt idx="10319">
                  <c:v>#N/A</c:v>
                </c:pt>
                <c:pt idx="10320">
                  <c:v>#N/A</c:v>
                </c:pt>
                <c:pt idx="10321">
                  <c:v>48.903499999999994</c:v>
                </c:pt>
                <c:pt idx="10322">
                  <c:v>#N/A</c:v>
                </c:pt>
                <c:pt idx="10323">
                  <c:v>#N/A</c:v>
                </c:pt>
                <c:pt idx="10324">
                  <c:v>1.5607500000000001</c:v>
                </c:pt>
                <c:pt idx="10325">
                  <c:v>35.89725</c:v>
                </c:pt>
                <c:pt idx="10326">
                  <c:v>8.3239999999999998</c:v>
                </c:pt>
                <c:pt idx="10327">
                  <c:v>10.4025</c:v>
                </c:pt>
                <c:pt idx="10328">
                  <c:v>6.7616250000000004</c:v>
                </c:pt>
                <c:pt idx="10329">
                  <c:v>#N/A</c:v>
                </c:pt>
                <c:pt idx="10330">
                  <c:v>#N/A</c:v>
                </c:pt>
                <c:pt idx="10331">
                  <c:v>81.620374999999996</c:v>
                </c:pt>
                <c:pt idx="10332">
                  <c:v>7.7962499999999997</c:v>
                </c:pt>
                <c:pt idx="10333">
                  <c:v>192.92</c:v>
                </c:pt>
                <c:pt idx="10334">
                  <c:v>18.195625</c:v>
                </c:pt>
                <c:pt idx="10335">
                  <c:v>3.6408750000000007</c:v>
                </c:pt>
                <c:pt idx="10336">
                  <c:v>8.8442500000000006</c:v>
                </c:pt>
                <c:pt idx="10337">
                  <c:v>10.92</c:v>
                </c:pt>
                <c:pt idx="10338">
                  <c:v>5.2</c:v>
                </c:pt>
                <c:pt idx="10339">
                  <c:v>4.68</c:v>
                </c:pt>
                <c:pt idx="10340">
                  <c:v>#N/A</c:v>
                </c:pt>
                <c:pt idx="10341">
                  <c:v>#N/A</c:v>
                </c:pt>
                <c:pt idx="10342">
                  <c:v>#N/A</c:v>
                </c:pt>
                <c:pt idx="10343">
                  <c:v>42.140249999999995</c:v>
                </c:pt>
                <c:pt idx="10344">
                  <c:v>77.034000000000006</c:v>
                </c:pt>
                <c:pt idx="10345">
                  <c:v>60.377999999999993</c:v>
                </c:pt>
                <c:pt idx="10346">
                  <c:v>18.22625</c:v>
                </c:pt>
                <c:pt idx="10347">
                  <c:v>44.795250000000003</c:v>
                </c:pt>
                <c:pt idx="10348">
                  <c:v>9.8966250000000002</c:v>
                </c:pt>
                <c:pt idx="10349">
                  <c:v>14.063625</c:v>
                </c:pt>
                <c:pt idx="10350">
                  <c:v>14.581000000000003</c:v>
                </c:pt>
                <c:pt idx="10351">
                  <c:v>31.765750000000004</c:v>
                </c:pt>
                <c:pt idx="10352">
                  <c:v>21.355875000000001</c:v>
                </c:pt>
                <c:pt idx="10353">
                  <c:v>19.277000000000001</c:v>
                </c:pt>
                <c:pt idx="10354">
                  <c:v>43.222250000000003</c:v>
                </c:pt>
                <c:pt idx="10355">
                  <c:v>8.3339999999999996</c:v>
                </c:pt>
                <c:pt idx="10356">
                  <c:v>2.0830000000000002</c:v>
                </c:pt>
                <c:pt idx="10357">
                  <c:v>8.33</c:v>
                </c:pt>
                <c:pt idx="10358">
                  <c:v>2.0825</c:v>
                </c:pt>
                <c:pt idx="10359">
                  <c:v>7.8075000000000001</c:v>
                </c:pt>
                <c:pt idx="10360">
                  <c:v>1.5614999999999997</c:v>
                </c:pt>
                <c:pt idx="10361">
                  <c:v>23.954500000000003</c:v>
                </c:pt>
                <c:pt idx="10362">
                  <c:v>4.68675</c:v>
                </c:pt>
                <c:pt idx="10363">
                  <c:v>#N/A</c:v>
                </c:pt>
                <c:pt idx="10364">
                  <c:v>#N/A</c:v>
                </c:pt>
                <c:pt idx="10365">
                  <c:v>7.8131250000000003</c:v>
                </c:pt>
                <c:pt idx="10366">
                  <c:v>4.6878749999999991</c:v>
                </c:pt>
                <c:pt idx="10367">
                  <c:v>14.06025</c:v>
                </c:pt>
                <c:pt idx="10368">
                  <c:v>2.6037499999999998</c:v>
                </c:pt>
                <c:pt idx="10369">
                  <c:v>56.213999999999999</c:v>
                </c:pt>
                <c:pt idx="10370">
                  <c:v>60.883875000000003</c:v>
                </c:pt>
                <c:pt idx="10371">
                  <c:v>10.9305</c:v>
                </c:pt>
                <c:pt idx="10372">
                  <c:v>#N/A</c:v>
                </c:pt>
                <c:pt idx="10373">
                  <c:v>#N/A</c:v>
                </c:pt>
                <c:pt idx="10374">
                  <c:v>8.8506250000000009</c:v>
                </c:pt>
                <c:pt idx="10375">
                  <c:v>6.7697500000000002</c:v>
                </c:pt>
                <c:pt idx="10376">
                  <c:v>5.2062499999999998</c:v>
                </c:pt>
                <c:pt idx="10377">
                  <c:v>#N/A</c:v>
                </c:pt>
                <c:pt idx="10378">
                  <c:v>#N/A</c:v>
                </c:pt>
                <c:pt idx="10379">
                  <c:v>#N/A</c:v>
                </c:pt>
                <c:pt idx="10380">
                  <c:v>#N/A</c:v>
                </c:pt>
                <c:pt idx="10381">
                  <c:v>15.109</c:v>
                </c:pt>
                <c:pt idx="10382">
                  <c:v>1.5626249999999999</c:v>
                </c:pt>
                <c:pt idx="10383">
                  <c:v>14.5845</c:v>
                </c:pt>
                <c:pt idx="10384">
                  <c:v>26.564624999999999</c:v>
                </c:pt>
                <c:pt idx="10385">
                  <c:v>20.835000000000001</c:v>
                </c:pt>
                <c:pt idx="10386">
                  <c:v>7.2922500000000001</c:v>
                </c:pt>
                <c:pt idx="10387">
                  <c:v>27.072500000000002</c:v>
                </c:pt>
                <c:pt idx="10388">
                  <c:v>19.263124999999999</c:v>
                </c:pt>
                <c:pt idx="10389">
                  <c:v>9.8918750000000006</c:v>
                </c:pt>
                <c:pt idx="10390">
                  <c:v>40.598999999999997</c:v>
                </c:pt>
                <c:pt idx="10391">
                  <c:v>4.6856249999999999</c:v>
                </c:pt>
                <c:pt idx="10392">
                  <c:v>6.7681250000000004</c:v>
                </c:pt>
                <c:pt idx="10393">
                  <c:v>0.52049999999999996</c:v>
                </c:pt>
                <c:pt idx="10394">
                  <c:v>0.52049999999999996</c:v>
                </c:pt>
                <c:pt idx="10395">
                  <c:v>#N/A</c:v>
                </c:pt>
                <c:pt idx="10396">
                  <c:v>#N/A</c:v>
                </c:pt>
                <c:pt idx="10397">
                  <c:v>1.5611250000000001</c:v>
                </c:pt>
                <c:pt idx="10398">
                  <c:v>#N/A</c:v>
                </c:pt>
                <c:pt idx="10399">
                  <c:v>#N/A</c:v>
                </c:pt>
                <c:pt idx="10400">
                  <c:v>#N/A</c:v>
                </c:pt>
                <c:pt idx="10401">
                  <c:v>2.0830000000000002</c:v>
                </c:pt>
                <c:pt idx="10402">
                  <c:v>21.350750000000001</c:v>
                </c:pt>
                <c:pt idx="10403">
                  <c:v>10.414999999999999</c:v>
                </c:pt>
                <c:pt idx="10404">
                  <c:v>1.0415000000000001</c:v>
                </c:pt>
                <c:pt idx="10405">
                  <c:v>17.705500000000001</c:v>
                </c:pt>
                <c:pt idx="10406">
                  <c:v>5.2074999999999996</c:v>
                </c:pt>
                <c:pt idx="10407">
                  <c:v>4.6878749999999991</c:v>
                </c:pt>
                <c:pt idx="10408">
                  <c:v>#N/A</c:v>
                </c:pt>
                <c:pt idx="10409">
                  <c:v>#N/A</c:v>
                </c:pt>
                <c:pt idx="10410">
                  <c:v>#N/A</c:v>
                </c:pt>
                <c:pt idx="10411">
                  <c:v>18.234999999999999</c:v>
                </c:pt>
                <c:pt idx="10412">
                  <c:v>124.57875</c:v>
                </c:pt>
                <c:pt idx="10413">
                  <c:v>21.897749999999998</c:v>
                </c:pt>
                <c:pt idx="10414">
                  <c:v>36.487499999999997</c:v>
                </c:pt>
                <c:pt idx="10415">
                  <c:v>39.615000000000002</c:v>
                </c:pt>
                <c:pt idx="10416">
                  <c:v>19.290875</c:v>
                </c:pt>
                <c:pt idx="10417">
                  <c:v>26.068750000000001</c:v>
                </c:pt>
                <c:pt idx="10418">
                  <c:v>35.462000000000003</c:v>
                </c:pt>
                <c:pt idx="10419">
                  <c:v>56.308500000000002</c:v>
                </c:pt>
                <c:pt idx="10420">
                  <c:v>28.161000000000001</c:v>
                </c:pt>
                <c:pt idx="10421">
                  <c:v>31.811499999999999</c:v>
                </c:pt>
                <c:pt idx="10422">
                  <c:v>58.915374999999997</c:v>
                </c:pt>
                <c:pt idx="10423">
                  <c:v>17.201250000000002</c:v>
                </c:pt>
                <c:pt idx="10424">
                  <c:v>8.8591249999999988</c:v>
                </c:pt>
                <c:pt idx="10425">
                  <c:v>18.7605</c:v>
                </c:pt>
                <c:pt idx="10426">
                  <c:v>#N/A</c:v>
                </c:pt>
                <c:pt idx="10427">
                  <c:v>#N/A</c:v>
                </c:pt>
                <c:pt idx="10428">
                  <c:v>11.980124999999999</c:v>
                </c:pt>
                <c:pt idx="10429">
                  <c:v>24.492875000000002</c:v>
                </c:pt>
                <c:pt idx="10430">
                  <c:v>15.63</c:v>
                </c:pt>
                <c:pt idx="10431">
                  <c:v>59.394000000000013</c:v>
                </c:pt>
                <c:pt idx="10432">
                  <c:v>11.46475</c:v>
                </c:pt>
                <c:pt idx="10433">
                  <c:v>15.116250000000001</c:v>
                </c:pt>
                <c:pt idx="10434">
                  <c:v>18.765000000000001</c:v>
                </c:pt>
                <c:pt idx="10435">
                  <c:v>35.445</c:v>
                </c:pt>
                <c:pt idx="10436">
                  <c:v>6.2534999999999989</c:v>
                </c:pt>
                <c:pt idx="10437">
                  <c:v>3.1267499999999995</c:v>
                </c:pt>
                <c:pt idx="10438">
                  <c:v>18.239374999999999</c:v>
                </c:pt>
                <c:pt idx="10439">
                  <c:v>#N/A</c:v>
                </c:pt>
                <c:pt idx="10440">
                  <c:v>#N/A</c:v>
                </c:pt>
                <c:pt idx="10441">
                  <c:v>19.812250000000002</c:v>
                </c:pt>
                <c:pt idx="10442">
                  <c:v>#N/A</c:v>
                </c:pt>
                <c:pt idx="10443">
                  <c:v>#N/A</c:v>
                </c:pt>
                <c:pt idx="10444">
                  <c:v>41.178750000000001</c:v>
                </c:pt>
                <c:pt idx="10445">
                  <c:v>18.239374999999999</c:v>
                </c:pt>
                <c:pt idx="10446">
                  <c:v>7.8168749999999996</c:v>
                </c:pt>
                <c:pt idx="10447">
                  <c:v>45.859000000000002</c:v>
                </c:pt>
                <c:pt idx="10448">
                  <c:v>27.098500000000001</c:v>
                </c:pt>
                <c:pt idx="10449">
                  <c:v>4.1689999999999996</c:v>
                </c:pt>
                <c:pt idx="10450">
                  <c:v>#N/A</c:v>
                </c:pt>
                <c:pt idx="10451">
                  <c:v>#N/A</c:v>
                </c:pt>
                <c:pt idx="10452">
                  <c:v>4.1710000000000003</c:v>
                </c:pt>
                <c:pt idx="10453">
                  <c:v>#N/A</c:v>
                </c:pt>
                <c:pt idx="10454">
                  <c:v>#N/A</c:v>
                </c:pt>
                <c:pt idx="10455">
                  <c:v>35.462000000000003</c:v>
                </c:pt>
                <c:pt idx="10456">
                  <c:v>2.0859999999999999</c:v>
                </c:pt>
                <c:pt idx="10457">
                  <c:v>42.773249999999997</c:v>
                </c:pt>
                <c:pt idx="10458">
                  <c:v>1.04325</c:v>
                </c:pt>
                <c:pt idx="10459">
                  <c:v>38.078625000000002</c:v>
                </c:pt>
                <c:pt idx="10460">
                  <c:v>11.473000000000001</c:v>
                </c:pt>
                <c:pt idx="10461">
                  <c:v>10.43</c:v>
                </c:pt>
                <c:pt idx="10462">
                  <c:v>3.129</c:v>
                </c:pt>
                <c:pt idx="10463">
                  <c:v>#N/A</c:v>
                </c:pt>
                <c:pt idx="10464">
                  <c:v>#N/A</c:v>
                </c:pt>
                <c:pt idx="10465">
                  <c:v>9.9108750000000008</c:v>
                </c:pt>
                <c:pt idx="10466">
                  <c:v>26.087499999999999</c:v>
                </c:pt>
                <c:pt idx="10467">
                  <c:v>43.826999999999998</c:v>
                </c:pt>
                <c:pt idx="10468">
                  <c:v>33.91375</c:v>
                </c:pt>
                <c:pt idx="10469">
                  <c:v>18.26125</c:v>
                </c:pt>
                <c:pt idx="10470">
                  <c:v>35.470500000000001</c:v>
                </c:pt>
                <c:pt idx="10471">
                  <c:v>41.72</c:v>
                </c:pt>
                <c:pt idx="10472">
                  <c:v>11.9945</c:v>
                </c:pt>
                <c:pt idx="10473">
                  <c:v>9.3869999999999987</c:v>
                </c:pt>
                <c:pt idx="10474">
                  <c:v>19.817</c:v>
                </c:pt>
                <c:pt idx="10475">
                  <c:v>28.167750000000002</c:v>
                </c:pt>
                <c:pt idx="10476">
                  <c:v>4.1719999999999997</c:v>
                </c:pt>
                <c:pt idx="10477">
                  <c:v>2.0865</c:v>
                </c:pt>
                <c:pt idx="10478">
                  <c:v>18.26125</c:v>
                </c:pt>
                <c:pt idx="10479">
                  <c:v>6.2609999999999992</c:v>
                </c:pt>
                <c:pt idx="10480">
                  <c:v>19.309374999999999</c:v>
                </c:pt>
                <c:pt idx="10481">
                  <c:v>#N/A</c:v>
                </c:pt>
                <c:pt idx="10482">
                  <c:v>#N/A</c:v>
                </c:pt>
                <c:pt idx="10483">
                  <c:v>6.2595000000000001</c:v>
                </c:pt>
                <c:pt idx="10484">
                  <c:v>2.6087500000000001</c:v>
                </c:pt>
                <c:pt idx="10485">
                  <c:v>17.739499999999996</c:v>
                </c:pt>
                <c:pt idx="10486">
                  <c:v>16.696000000000002</c:v>
                </c:pt>
                <c:pt idx="10487">
                  <c:v>13.5655</c:v>
                </c:pt>
                <c:pt idx="10488">
                  <c:v>3.1312500000000001</c:v>
                </c:pt>
                <c:pt idx="10489">
                  <c:v>51.665624999999999</c:v>
                </c:pt>
                <c:pt idx="10490">
                  <c:v>12.003125000000001</c:v>
                </c:pt>
                <c:pt idx="10491">
                  <c:v>14.090624999999999</c:v>
                </c:pt>
                <c:pt idx="10492">
                  <c:v>2.61</c:v>
                </c:pt>
                <c:pt idx="10493">
                  <c:v>#N/A</c:v>
                </c:pt>
                <c:pt idx="10494">
                  <c:v>#N/A</c:v>
                </c:pt>
                <c:pt idx="10495">
                  <c:v>28.187999999999999</c:v>
                </c:pt>
                <c:pt idx="10496">
                  <c:v>12.528000000000002</c:v>
                </c:pt>
                <c:pt idx="10497">
                  <c:v>14.093999999999999</c:v>
                </c:pt>
                <c:pt idx="10498">
                  <c:v>#N/A</c:v>
                </c:pt>
                <c:pt idx="10499">
                  <c:v>#N/A</c:v>
                </c:pt>
                <c:pt idx="10500">
                  <c:v>13.56875</c:v>
                </c:pt>
                <c:pt idx="10501">
                  <c:v>#N/A</c:v>
                </c:pt>
                <c:pt idx="10502">
                  <c:v>#N/A</c:v>
                </c:pt>
                <c:pt idx="10503">
                  <c:v>30.276000000000003</c:v>
                </c:pt>
                <c:pt idx="10504">
                  <c:v>23.49</c:v>
                </c:pt>
                <c:pt idx="10505">
                  <c:v>10.44</c:v>
                </c:pt>
                <c:pt idx="10506">
                  <c:v>6.2640000000000011</c:v>
                </c:pt>
                <c:pt idx="10507">
                  <c:v>36.026625000000003</c:v>
                </c:pt>
                <c:pt idx="10508">
                  <c:v>30.283249999999999</c:v>
                </c:pt>
                <c:pt idx="10509">
                  <c:v>#N/A</c:v>
                </c:pt>
                <c:pt idx="10510">
                  <c:v>#N/A</c:v>
                </c:pt>
                <c:pt idx="10511">
                  <c:v>11.486750000000001</c:v>
                </c:pt>
                <c:pt idx="10512">
                  <c:v>34.468499999999999</c:v>
                </c:pt>
                <c:pt idx="10513">
                  <c:v>5.7433750000000003</c:v>
                </c:pt>
                <c:pt idx="10514">
                  <c:v>45.424875</c:v>
                </c:pt>
                <c:pt idx="10515">
                  <c:v>1.5667500000000001</c:v>
                </c:pt>
                <c:pt idx="10516">
                  <c:v>33.938124999999999</c:v>
                </c:pt>
                <c:pt idx="10517">
                  <c:v>1.044</c:v>
                </c:pt>
                <c:pt idx="10518">
                  <c:v>17.226000000000003</c:v>
                </c:pt>
                <c:pt idx="10519">
                  <c:v>3.1327500000000001</c:v>
                </c:pt>
                <c:pt idx="10520">
                  <c:v>13.05</c:v>
                </c:pt>
                <c:pt idx="10521">
                  <c:v>#N/A</c:v>
                </c:pt>
                <c:pt idx="10522">
                  <c:v>#N/A</c:v>
                </c:pt>
                <c:pt idx="10523">
                  <c:v>13.05</c:v>
                </c:pt>
                <c:pt idx="10524">
                  <c:v>#N/A</c:v>
                </c:pt>
                <c:pt idx="10525">
                  <c:v>#N/A</c:v>
                </c:pt>
                <c:pt idx="10526">
                  <c:v>#N/A</c:v>
                </c:pt>
                <c:pt idx="10527">
                  <c:v>103.43025</c:v>
                </c:pt>
                <c:pt idx="10528">
                  <c:v>6.7908749999999998</c:v>
                </c:pt>
                <c:pt idx="10529">
                  <c:v>21.945</c:v>
                </c:pt>
                <c:pt idx="10530">
                  <c:v>89.368875000000003</c:v>
                </c:pt>
                <c:pt idx="10531">
                  <c:v>106.6665</c:v>
                </c:pt>
                <c:pt idx="10532">
                  <c:v>56.470500000000001</c:v>
                </c:pt>
                <c:pt idx="10533">
                  <c:v>49.161999999999999</c:v>
                </c:pt>
                <c:pt idx="10534">
                  <c:v>57.543750000000003</c:v>
                </c:pt>
                <c:pt idx="10535">
                  <c:v>53.881875000000001</c:v>
                </c:pt>
                <c:pt idx="10536">
                  <c:v>50.22</c:v>
                </c:pt>
                <c:pt idx="10537">
                  <c:v>78.393749999999997</c:v>
                </c:pt>
                <c:pt idx="10538">
                  <c:v>12.545999999999999</c:v>
                </c:pt>
                <c:pt idx="10539">
                  <c:v>15.69</c:v>
                </c:pt>
                <c:pt idx="10540">
                  <c:v>16.744</c:v>
                </c:pt>
                <c:pt idx="10541">
                  <c:v>48.115999999999993</c:v>
                </c:pt>
                <c:pt idx="10542">
                  <c:v>26.162500000000001</c:v>
                </c:pt>
                <c:pt idx="10543">
                  <c:v>65.945250000000001</c:v>
                </c:pt>
                <c:pt idx="10544">
                  <c:v>56.001125000000002</c:v>
                </c:pt>
                <c:pt idx="10545">
                  <c:v>35.597999999999999</c:v>
                </c:pt>
                <c:pt idx="10546">
                  <c:v>33.496000000000002</c:v>
                </c:pt>
                <c:pt idx="10547">
                  <c:v>65.390625</c:v>
                </c:pt>
                <c:pt idx="10548">
                  <c:v>47.07</c:v>
                </c:pt>
                <c:pt idx="10549">
                  <c:v>27.196000000000002</c:v>
                </c:pt>
                <c:pt idx="10550">
                  <c:v>26.672999999999995</c:v>
                </c:pt>
                <c:pt idx="10551">
                  <c:v>23.535</c:v>
                </c:pt>
                <c:pt idx="10552">
                  <c:v>26.679375</c:v>
                </c:pt>
                <c:pt idx="10553">
                  <c:v>19.87875</c:v>
                </c:pt>
                <c:pt idx="10554">
                  <c:v>1.569375</c:v>
                </c:pt>
                <c:pt idx="10555">
                  <c:v>41.317</c:v>
                </c:pt>
                <c:pt idx="10556">
                  <c:v>21.960750000000004</c:v>
                </c:pt>
                <c:pt idx="10557">
                  <c:v>14.637</c:v>
                </c:pt>
                <c:pt idx="10558">
                  <c:v>52.785125000000008</c:v>
                </c:pt>
                <c:pt idx="10559">
                  <c:v>50.16</c:v>
                </c:pt>
                <c:pt idx="10560">
                  <c:v>49.625624999999999</c:v>
                </c:pt>
                <c:pt idx="10561">
                  <c:v>91.35</c:v>
                </c:pt>
                <c:pt idx="10562">
                  <c:v>54.287999999999997</c:v>
                </c:pt>
                <c:pt idx="10563">
                  <c:v>66.847999999999999</c:v>
                </c:pt>
                <c:pt idx="10564">
                  <c:v>44.391249999999999</c:v>
                </c:pt>
                <c:pt idx="10565">
                  <c:v>21.929249999999996</c:v>
                </c:pt>
                <c:pt idx="10566">
                  <c:v>70.436250000000001</c:v>
                </c:pt>
                <c:pt idx="10567">
                  <c:v>58.943624999999997</c:v>
                </c:pt>
                <c:pt idx="10568">
                  <c:v>106.88187499999999</c:v>
                </c:pt>
                <c:pt idx="10569">
                  <c:v>74.556624999999997</c:v>
                </c:pt>
                <c:pt idx="10570">
                  <c:v>65.140625</c:v>
                </c:pt>
                <c:pt idx="10571">
                  <c:v>50.561250000000001</c:v>
                </c:pt>
                <c:pt idx="10572">
                  <c:v>49.020999999999994</c:v>
                </c:pt>
                <c:pt idx="10573">
                  <c:v>50.064</c:v>
                </c:pt>
                <c:pt idx="10574">
                  <c:v>46.935000000000002</c:v>
                </c:pt>
                <c:pt idx="10575">
                  <c:v>#N/A</c:v>
                </c:pt>
                <c:pt idx="10576">
                  <c:v>#N/A</c:v>
                </c:pt>
                <c:pt idx="10577">
                  <c:v>120.40875</c:v>
                </c:pt>
                <c:pt idx="10578">
                  <c:v>7.2957499999999991</c:v>
                </c:pt>
                <c:pt idx="10579">
                  <c:v>12.51</c:v>
                </c:pt>
                <c:pt idx="10580">
                  <c:v>17.197124999999996</c:v>
                </c:pt>
                <c:pt idx="10581">
                  <c:v>10.946249999999999</c:v>
                </c:pt>
                <c:pt idx="10582">
                  <c:v>4.17</c:v>
                </c:pt>
                <c:pt idx="10583">
                  <c:v>6.2549999999999999</c:v>
                </c:pt>
                <c:pt idx="10584">
                  <c:v>20.855</c:v>
                </c:pt>
                <c:pt idx="10585">
                  <c:v>20.343375000000002</c:v>
                </c:pt>
                <c:pt idx="10586">
                  <c:v>8.8676250000000003</c:v>
                </c:pt>
                <c:pt idx="10587">
                  <c:v>25.565750000000001</c:v>
                </c:pt>
                <c:pt idx="10588">
                  <c:v>87.674999999999997</c:v>
                </c:pt>
                <c:pt idx="10589">
                  <c:v>56.389499999999998</c:v>
                </c:pt>
                <c:pt idx="10590">
                  <c:v>36.035249999999998</c:v>
                </c:pt>
                <c:pt idx="10591">
                  <c:v>52.747250000000001</c:v>
                </c:pt>
                <c:pt idx="10592">
                  <c:v>42.804000000000002</c:v>
                </c:pt>
                <c:pt idx="10593">
                  <c:v>82.436499999999995</c:v>
                </c:pt>
                <c:pt idx="10594">
                  <c:v>60.537500000000001</c:v>
                </c:pt>
                <c:pt idx="10595">
                  <c:v>24.516375000000004</c:v>
                </c:pt>
                <c:pt idx="10596">
                  <c:v>12.000249999999998</c:v>
                </c:pt>
                <c:pt idx="10597">
                  <c:v>16.170375000000003</c:v>
                </c:pt>
                <c:pt idx="10598">
                  <c:v>17.209499999999998</c:v>
                </c:pt>
                <c:pt idx="10599">
                  <c:v>9.9108750000000008</c:v>
                </c:pt>
                <c:pt idx="10600">
                  <c:v>3.12975</c:v>
                </c:pt>
                <c:pt idx="10601">
                  <c:v>22.43525</c:v>
                </c:pt>
                <c:pt idx="10602">
                  <c:v>8.8718749999999993</c:v>
                </c:pt>
                <c:pt idx="10603">
                  <c:v>13.56875</c:v>
                </c:pt>
                <c:pt idx="10604">
                  <c:v>21.908250000000006</c:v>
                </c:pt>
                <c:pt idx="10605">
                  <c:v>8.3460000000000001</c:v>
                </c:pt>
                <c:pt idx="10606">
                  <c:v>20.348249999999997</c:v>
                </c:pt>
                <c:pt idx="10607">
                  <c:v>6.2625000000000002</c:v>
                </c:pt>
                <c:pt idx="10608">
                  <c:v>3.1312500000000001</c:v>
                </c:pt>
                <c:pt idx="10609">
                  <c:v>37.053125000000001</c:v>
                </c:pt>
                <c:pt idx="10610">
                  <c:v>2.609375</c:v>
                </c:pt>
                <c:pt idx="10611">
                  <c:v>28.194749999999999</c:v>
                </c:pt>
                <c:pt idx="10612">
                  <c:v>8.876125</c:v>
                </c:pt>
                <c:pt idx="10613">
                  <c:v>10.964624999999998</c:v>
                </c:pt>
                <c:pt idx="10614">
                  <c:v>31.327500000000001</c:v>
                </c:pt>
                <c:pt idx="10615">
                  <c:v>17.75225</c:v>
                </c:pt>
                <c:pt idx="10616">
                  <c:v>19.84075</c:v>
                </c:pt>
                <c:pt idx="10617">
                  <c:v>9.3982499999999991</c:v>
                </c:pt>
                <c:pt idx="10618">
                  <c:v>37.584000000000003</c:v>
                </c:pt>
                <c:pt idx="10619">
                  <c:v>14.093999999999999</c:v>
                </c:pt>
                <c:pt idx="10620">
                  <c:v>10.962</c:v>
                </c:pt>
                <c:pt idx="10621">
                  <c:v>19.318625000000001</c:v>
                </c:pt>
                <c:pt idx="10622">
                  <c:v>21.93975</c:v>
                </c:pt>
                <c:pt idx="10623">
                  <c:v>9.9251249999999995</c:v>
                </c:pt>
                <c:pt idx="10624">
                  <c:v>46.502499999999998</c:v>
                </c:pt>
                <c:pt idx="10625">
                  <c:v>30.305</c:v>
                </c:pt>
                <c:pt idx="10626">
                  <c:v>6.2684999999999986</c:v>
                </c:pt>
                <c:pt idx="10627">
                  <c:v>12.536999999999997</c:v>
                </c:pt>
                <c:pt idx="10628">
                  <c:v>49.115000000000002</c:v>
                </c:pt>
                <c:pt idx="10629">
                  <c:v>12.543000000000003</c:v>
                </c:pt>
                <c:pt idx="10630">
                  <c:v>#N/A</c:v>
                </c:pt>
                <c:pt idx="10631">
                  <c:v>#N/A</c:v>
                </c:pt>
                <c:pt idx="10632">
                  <c:v>5.7447499999999998</c:v>
                </c:pt>
                <c:pt idx="10633">
                  <c:v>64.206000000000003</c:v>
                </c:pt>
                <c:pt idx="10634">
                  <c:v>#N/A</c:v>
                </c:pt>
                <c:pt idx="10635">
                  <c:v>#N/A</c:v>
                </c:pt>
                <c:pt idx="10636">
                  <c:v>7.3062500000000004</c:v>
                </c:pt>
                <c:pt idx="10637">
                  <c:v>#N/A</c:v>
                </c:pt>
                <c:pt idx="10638">
                  <c:v>#N/A</c:v>
                </c:pt>
                <c:pt idx="10639">
                  <c:v>9.3892500000000005</c:v>
                </c:pt>
                <c:pt idx="10640">
                  <c:v>3.1304999999999996</c:v>
                </c:pt>
                <c:pt idx="10641">
                  <c:v>16.696000000000002</c:v>
                </c:pt>
                <c:pt idx="10642">
                  <c:v>26.615625000000001</c:v>
                </c:pt>
                <c:pt idx="10643">
                  <c:v>9.3915000000000006</c:v>
                </c:pt>
                <c:pt idx="10644">
                  <c:v>21.391749999999998</c:v>
                </c:pt>
                <c:pt idx="10645">
                  <c:v>#N/A</c:v>
                </c:pt>
                <c:pt idx="10646">
                  <c:v>#N/A</c:v>
                </c:pt>
                <c:pt idx="10647">
                  <c:v>3.6531250000000002</c:v>
                </c:pt>
                <c:pt idx="10648">
                  <c:v>28.696249999999999</c:v>
                </c:pt>
                <c:pt idx="10649">
                  <c:v>8.869749999999998</c:v>
                </c:pt>
                <c:pt idx="10650">
                  <c:v>4.1749999999999998</c:v>
                </c:pt>
                <c:pt idx="10651">
                  <c:v>46.98</c:v>
                </c:pt>
                <c:pt idx="10652">
                  <c:v>19.831250000000001</c:v>
                </c:pt>
                <c:pt idx="10653">
                  <c:v>9.9132499999999997</c:v>
                </c:pt>
                <c:pt idx="10654">
                  <c:v>5.7406249999999996</c:v>
                </c:pt>
                <c:pt idx="10655">
                  <c:v>29.761124999999996</c:v>
                </c:pt>
                <c:pt idx="10656">
                  <c:v>8.8718749999999993</c:v>
                </c:pt>
                <c:pt idx="10657">
                  <c:v>15.65625</c:v>
                </c:pt>
                <c:pt idx="10658">
                  <c:v>15.65625</c:v>
                </c:pt>
                <c:pt idx="10659">
                  <c:v>20.348249999999997</c:v>
                </c:pt>
                <c:pt idx="10660">
                  <c:v>6.2625000000000002</c:v>
                </c:pt>
                <c:pt idx="10661">
                  <c:v>22.968</c:v>
                </c:pt>
                <c:pt idx="10662">
                  <c:v>#N/A</c:v>
                </c:pt>
                <c:pt idx="10663">
                  <c:v>#N/A</c:v>
                </c:pt>
                <c:pt idx="10664">
                  <c:v>#N/A</c:v>
                </c:pt>
                <c:pt idx="10665">
                  <c:v>#N/A</c:v>
                </c:pt>
                <c:pt idx="10666">
                  <c:v>24.539874999999995</c:v>
                </c:pt>
                <c:pt idx="10667">
                  <c:v>6.7892500000000009</c:v>
                </c:pt>
                <c:pt idx="10668">
                  <c:v>6.2670000000000003</c:v>
                </c:pt>
                <c:pt idx="10669">
                  <c:v>45.44662499999999</c:v>
                </c:pt>
                <c:pt idx="10670">
                  <c:v>42.322499999999998</c:v>
                </c:pt>
                <c:pt idx="10671">
                  <c:v>17.769250000000003</c:v>
                </c:pt>
                <c:pt idx="10672">
                  <c:v>28.744375000000002</c:v>
                </c:pt>
                <c:pt idx="10673">
                  <c:v>#N/A</c:v>
                </c:pt>
                <c:pt idx="10674">
                  <c:v>#N/A</c:v>
                </c:pt>
                <c:pt idx="10675">
                  <c:v>31.880125000000003</c:v>
                </c:pt>
                <c:pt idx="10676">
                  <c:v>2.0905</c:v>
                </c:pt>
                <c:pt idx="10677">
                  <c:v>6.27</c:v>
                </c:pt>
                <c:pt idx="10678">
                  <c:v>59.084874999999997</c:v>
                </c:pt>
                <c:pt idx="10679">
                  <c:v>2.0914999999999999</c:v>
                </c:pt>
                <c:pt idx="10680">
                  <c:v>12.026125</c:v>
                </c:pt>
                <c:pt idx="10681">
                  <c:v>17.258999999999997</c:v>
                </c:pt>
                <c:pt idx="10682">
                  <c:v>29.280999999999999</c:v>
                </c:pt>
                <c:pt idx="10683">
                  <c:v>9.4117500000000014</c:v>
                </c:pt>
                <c:pt idx="10684">
                  <c:v>16.731999999999999</c:v>
                </c:pt>
                <c:pt idx="10685">
                  <c:v>35.563999999999993</c:v>
                </c:pt>
                <c:pt idx="10686">
                  <c:v>22.494375000000002</c:v>
                </c:pt>
                <c:pt idx="10687">
                  <c:v>9.9393750000000001</c:v>
                </c:pt>
                <c:pt idx="10688">
                  <c:v>13.60125</c:v>
                </c:pt>
                <c:pt idx="10689">
                  <c:v>29.302000000000003</c:v>
                </c:pt>
                <c:pt idx="10690">
                  <c:v>21.453250000000004</c:v>
                </c:pt>
                <c:pt idx="10691">
                  <c:v>58.575999999999993</c:v>
                </c:pt>
                <c:pt idx="10692">
                  <c:v>24.052250000000001</c:v>
                </c:pt>
                <c:pt idx="10693">
                  <c:v>29.280999999999999</c:v>
                </c:pt>
                <c:pt idx="10694">
                  <c:v>12.026125</c:v>
                </c:pt>
                <c:pt idx="10695">
                  <c:v>13.598000000000001</c:v>
                </c:pt>
                <c:pt idx="10696">
                  <c:v>5.23</c:v>
                </c:pt>
                <c:pt idx="10697">
                  <c:v>19.869250000000001</c:v>
                </c:pt>
                <c:pt idx="10698">
                  <c:v>19.355625</c:v>
                </c:pt>
                <c:pt idx="10699">
                  <c:v>12.028999999999998</c:v>
                </c:pt>
                <c:pt idx="10700">
                  <c:v>#N/A</c:v>
                </c:pt>
                <c:pt idx="10701">
                  <c:v>#N/A</c:v>
                </c:pt>
                <c:pt idx="10702">
                  <c:v>16.216875000000002</c:v>
                </c:pt>
                <c:pt idx="10703">
                  <c:v>#N/A</c:v>
                </c:pt>
                <c:pt idx="10704">
                  <c:v>#N/A</c:v>
                </c:pt>
                <c:pt idx="10705">
                  <c:v>13.60125</c:v>
                </c:pt>
                <c:pt idx="10706">
                  <c:v>22.494375000000002</c:v>
                </c:pt>
                <c:pt idx="10707">
                  <c:v>4.7081249999999999</c:v>
                </c:pt>
                <c:pt idx="10708">
                  <c:v>15.174250000000002</c:v>
                </c:pt>
                <c:pt idx="10709">
                  <c:v>7.8468749999999998</c:v>
                </c:pt>
                <c:pt idx="10710">
                  <c:v>35.572499999999998</c:v>
                </c:pt>
                <c:pt idx="10711">
                  <c:v>9.9417500000000008</c:v>
                </c:pt>
                <c:pt idx="10712">
                  <c:v>57.03425</c:v>
                </c:pt>
                <c:pt idx="10713">
                  <c:v>22.494375000000002</c:v>
                </c:pt>
                <c:pt idx="10714">
                  <c:v>37.655999999999999</c:v>
                </c:pt>
                <c:pt idx="10715">
                  <c:v>15.163375</c:v>
                </c:pt>
                <c:pt idx="10716">
                  <c:v>69.019499999999994</c:v>
                </c:pt>
                <c:pt idx="10717">
                  <c:v>13.594750000000003</c:v>
                </c:pt>
                <c:pt idx="10718">
                  <c:v>49.696874999999999</c:v>
                </c:pt>
                <c:pt idx="10719">
                  <c:v>#N/A</c:v>
                </c:pt>
                <c:pt idx="10720">
                  <c:v>#N/A</c:v>
                </c:pt>
                <c:pt idx="10721">
                  <c:v>14.647500000000001</c:v>
                </c:pt>
                <c:pt idx="10722">
                  <c:v>70.098749999999995</c:v>
                </c:pt>
                <c:pt idx="10723">
                  <c:v>1.5697500000000002</c:v>
                </c:pt>
                <c:pt idx="10724">
                  <c:v>2.6156250000000001</c:v>
                </c:pt>
                <c:pt idx="10725">
                  <c:v>#N/A</c:v>
                </c:pt>
                <c:pt idx="10726">
                  <c:v>#N/A</c:v>
                </c:pt>
                <c:pt idx="10727">
                  <c:v>#N/A</c:v>
                </c:pt>
                <c:pt idx="10728">
                  <c:v>#N/A</c:v>
                </c:pt>
                <c:pt idx="10729">
                  <c:v>10.996124999999999</c:v>
                </c:pt>
                <c:pt idx="10730">
                  <c:v>38.748249999999999</c:v>
                </c:pt>
                <c:pt idx="10731">
                  <c:v>64.405874999999995</c:v>
                </c:pt>
                <c:pt idx="10732">
                  <c:v>64.944999999999993</c:v>
                </c:pt>
                <c:pt idx="10733">
                  <c:v>61.293375000000012</c:v>
                </c:pt>
                <c:pt idx="10734">
                  <c:v>18.331250000000001</c:v>
                </c:pt>
                <c:pt idx="10735">
                  <c:v>79.123999999999995</c:v>
                </c:pt>
                <c:pt idx="10736">
                  <c:v>45.074750000000002</c:v>
                </c:pt>
                <c:pt idx="10737">
                  <c:v>8.9101250000000007</c:v>
                </c:pt>
                <c:pt idx="10738">
                  <c:v>20.445749999999997</c:v>
                </c:pt>
                <c:pt idx="10739">
                  <c:v>46.669375000000002</c:v>
                </c:pt>
                <c:pt idx="10740">
                  <c:v>50.840125</c:v>
                </c:pt>
                <c:pt idx="10741">
                  <c:v>17.824499999999997</c:v>
                </c:pt>
                <c:pt idx="10742">
                  <c:v>64.451999999999998</c:v>
                </c:pt>
                <c:pt idx="10743">
                  <c:v>21.484000000000002</c:v>
                </c:pt>
                <c:pt idx="10744">
                  <c:v>34.043750000000003</c:v>
                </c:pt>
                <c:pt idx="10745">
                  <c:v>33.520000000000003</c:v>
                </c:pt>
                <c:pt idx="10746">
                  <c:v>13.09375</c:v>
                </c:pt>
                <c:pt idx="10747">
                  <c:v>23.574375</c:v>
                </c:pt>
                <c:pt idx="10748">
                  <c:v>7.3360000000000003</c:v>
                </c:pt>
                <c:pt idx="10749">
                  <c:v>31.971625</c:v>
                </c:pt>
                <c:pt idx="10750">
                  <c:v>14.678999999999998</c:v>
                </c:pt>
                <c:pt idx="10751">
                  <c:v>28.833749999999998</c:v>
                </c:pt>
                <c:pt idx="10752">
                  <c:v>72.329250000000002</c:v>
                </c:pt>
                <c:pt idx="10753">
                  <c:v>9.9583750000000002</c:v>
                </c:pt>
                <c:pt idx="10754">
                  <c:v>38.785249999999998</c:v>
                </c:pt>
                <c:pt idx="10755">
                  <c:v>31.44</c:v>
                </c:pt>
                <c:pt idx="10756">
                  <c:v>15.196</c:v>
                </c:pt>
                <c:pt idx="10757">
                  <c:v>12.052</c:v>
                </c:pt>
                <c:pt idx="10758">
                  <c:v>26.717625000000005</c:v>
                </c:pt>
                <c:pt idx="10759">
                  <c:v>15.188750000000001</c:v>
                </c:pt>
                <c:pt idx="10760">
                  <c:v>1.5716250000000003</c:v>
                </c:pt>
                <c:pt idx="10761">
                  <c:v>39.805</c:v>
                </c:pt>
                <c:pt idx="10762">
                  <c:v>3.6662499999999998</c:v>
                </c:pt>
                <c:pt idx="10763">
                  <c:v>8.3800000000000008</c:v>
                </c:pt>
                <c:pt idx="10764">
                  <c:v>#N/A</c:v>
                </c:pt>
                <c:pt idx="10765">
                  <c:v>#N/A</c:v>
                </c:pt>
                <c:pt idx="10766">
                  <c:v>7.3307499999999992</c:v>
                </c:pt>
                <c:pt idx="10767">
                  <c:v>15.705</c:v>
                </c:pt>
                <c:pt idx="10768">
                  <c:v>83.296125000000004</c:v>
                </c:pt>
                <c:pt idx="10769">
                  <c:v>11.522500000000001</c:v>
                </c:pt>
                <c:pt idx="10770">
                  <c:v>39.318750000000001</c:v>
                </c:pt>
                <c:pt idx="10771">
                  <c:v>95.390749999999997</c:v>
                </c:pt>
                <c:pt idx="10772">
                  <c:v>40.891499999999994</c:v>
                </c:pt>
                <c:pt idx="10773">
                  <c:v>12.579000000000001</c:v>
                </c:pt>
                <c:pt idx="10774">
                  <c:v>17.815999999999999</c:v>
                </c:pt>
                <c:pt idx="10775">
                  <c:v>28.82</c:v>
                </c:pt>
                <c:pt idx="10776">
                  <c:v>6.2880000000000003</c:v>
                </c:pt>
                <c:pt idx="10777">
                  <c:v>51.351999999999997</c:v>
                </c:pt>
                <c:pt idx="10778">
                  <c:v>14.148</c:v>
                </c:pt>
                <c:pt idx="10779">
                  <c:v>16.771999999999998</c:v>
                </c:pt>
                <c:pt idx="10780">
                  <c:v>15.192375000000002</c:v>
                </c:pt>
                <c:pt idx="10781">
                  <c:v>24.622125</c:v>
                </c:pt>
                <c:pt idx="10782">
                  <c:v>8.3819999999999997</c:v>
                </c:pt>
                <c:pt idx="10783">
                  <c:v>27.234999999999999</c:v>
                </c:pt>
                <c:pt idx="10784">
                  <c:v>17.803249999999998</c:v>
                </c:pt>
                <c:pt idx="10785">
                  <c:v>14.661499999999998</c:v>
                </c:pt>
                <c:pt idx="10786">
                  <c:v>7.8543750000000001</c:v>
                </c:pt>
                <c:pt idx="10787">
                  <c:v>14.661499999999998</c:v>
                </c:pt>
                <c:pt idx="10788">
                  <c:v>69.085499999999996</c:v>
                </c:pt>
                <c:pt idx="10789">
                  <c:v>16.748000000000001</c:v>
                </c:pt>
                <c:pt idx="10790">
                  <c:v>19.893000000000001</c:v>
                </c:pt>
                <c:pt idx="10791">
                  <c:v>17.271374999999999</c:v>
                </c:pt>
                <c:pt idx="10792">
                  <c:v>64.867500000000007</c:v>
                </c:pt>
                <c:pt idx="10793">
                  <c:v>9.4162499999999998</c:v>
                </c:pt>
                <c:pt idx="10794">
                  <c:v>19.87875</c:v>
                </c:pt>
                <c:pt idx="10795">
                  <c:v>14.124375000000001</c:v>
                </c:pt>
                <c:pt idx="10796">
                  <c:v>57.006999999999998</c:v>
                </c:pt>
                <c:pt idx="10797">
                  <c:v>47.058750000000003</c:v>
                </c:pt>
                <c:pt idx="10798">
                  <c:v>76.35799999999999</c:v>
                </c:pt>
                <c:pt idx="10799">
                  <c:v>42.885999999999996</c:v>
                </c:pt>
                <c:pt idx="10800">
                  <c:v>63.313250000000011</c:v>
                </c:pt>
                <c:pt idx="10801">
                  <c:v>27.209</c:v>
                </c:pt>
                <c:pt idx="10802">
                  <c:v>34.526249999999997</c:v>
                </c:pt>
                <c:pt idx="10803">
                  <c:v>9.9369999999999994</c:v>
                </c:pt>
                <c:pt idx="10804">
                  <c:v>5.7530000000000001</c:v>
                </c:pt>
                <c:pt idx="10805">
                  <c:v>9.9346250000000005</c:v>
                </c:pt>
                <c:pt idx="10806">
                  <c:v>62.744999999999997</c:v>
                </c:pt>
                <c:pt idx="10807">
                  <c:v>7.8449999999999998</c:v>
                </c:pt>
                <c:pt idx="10808">
                  <c:v>11.50325</c:v>
                </c:pt>
                <c:pt idx="10809">
                  <c:v>17.781999999999996</c:v>
                </c:pt>
                <c:pt idx="10810">
                  <c:v>23.540624999999999</c:v>
                </c:pt>
                <c:pt idx="10811">
                  <c:v>#N/A</c:v>
                </c:pt>
                <c:pt idx="10812">
                  <c:v>#N/A</c:v>
                </c:pt>
                <c:pt idx="10813">
                  <c:v>67.024000000000001</c:v>
                </c:pt>
                <c:pt idx="10814">
                  <c:v>95.277000000000001</c:v>
                </c:pt>
                <c:pt idx="10815">
                  <c:v>31.94875</c:v>
                </c:pt>
                <c:pt idx="10816">
                  <c:v>37.701000000000001</c:v>
                </c:pt>
                <c:pt idx="10817">
                  <c:v>26.704874999999994</c:v>
                </c:pt>
                <c:pt idx="10818">
                  <c:v>2.0939999999999999</c:v>
                </c:pt>
                <c:pt idx="10819">
                  <c:v>14.141249999999999</c:v>
                </c:pt>
                <c:pt idx="10820">
                  <c:v>13.620749999999999</c:v>
                </c:pt>
                <c:pt idx="10821">
                  <c:v>4.1909999999999998</c:v>
                </c:pt>
                <c:pt idx="10822">
                  <c:v>44.026500000000013</c:v>
                </c:pt>
                <c:pt idx="10823">
                  <c:v>14.148</c:v>
                </c:pt>
                <c:pt idx="10824">
                  <c:v>39.814500000000002</c:v>
                </c:pt>
                <c:pt idx="10825">
                  <c:v>14.668500000000002</c:v>
                </c:pt>
                <c:pt idx="10826">
                  <c:v>#N/A</c:v>
                </c:pt>
                <c:pt idx="10827">
                  <c:v>#N/A</c:v>
                </c:pt>
                <c:pt idx="10828">
                  <c:v>55.543999999999997</c:v>
                </c:pt>
                <c:pt idx="10829">
                  <c:v>15.199624999999999</c:v>
                </c:pt>
                <c:pt idx="10830">
                  <c:v>34.068125000000002</c:v>
                </c:pt>
                <c:pt idx="10831">
                  <c:v>34.608750000000001</c:v>
                </c:pt>
                <c:pt idx="10832">
                  <c:v>123.782</c:v>
                </c:pt>
                <c:pt idx="10833">
                  <c:v>75.003500000000003</c:v>
                </c:pt>
                <c:pt idx="10834">
                  <c:v>#N/A</c:v>
                </c:pt>
                <c:pt idx="10835">
                  <c:v>#N/A</c:v>
                </c:pt>
                <c:pt idx="10836">
                  <c:v>52.4375</c:v>
                </c:pt>
                <c:pt idx="10837">
                  <c:v>34.59225</c:v>
                </c:pt>
                <c:pt idx="10838">
                  <c:v>52.424999999999997</c:v>
                </c:pt>
                <c:pt idx="10839">
                  <c:v>42.998750000000001</c:v>
                </c:pt>
                <c:pt idx="10840">
                  <c:v>0.52437500000000004</c:v>
                </c:pt>
                <c:pt idx="10841">
                  <c:v>30.428249999999998</c:v>
                </c:pt>
                <c:pt idx="10842">
                  <c:v>#N/A</c:v>
                </c:pt>
                <c:pt idx="10843">
                  <c:v>#N/A</c:v>
                </c:pt>
                <c:pt idx="10844">
                  <c:v>81.297499999999999</c:v>
                </c:pt>
                <c:pt idx="10845">
                  <c:v>30.938124999999999</c:v>
                </c:pt>
                <c:pt idx="10846">
                  <c:v>53.460749999999997</c:v>
                </c:pt>
                <c:pt idx="10847">
                  <c:v>18.348749999999999</c:v>
                </c:pt>
                <c:pt idx="10848">
                  <c:v>55.02</c:v>
                </c:pt>
                <c:pt idx="10849">
                  <c:v>31.44</c:v>
                </c:pt>
                <c:pt idx="10850">
                  <c:v>97.032499999999999</c:v>
                </c:pt>
                <c:pt idx="10851">
                  <c:v>48.778500000000001</c:v>
                </c:pt>
                <c:pt idx="10852">
                  <c:v>6.8201249999999991</c:v>
                </c:pt>
                <c:pt idx="10853">
                  <c:v>40.911000000000001</c:v>
                </c:pt>
                <c:pt idx="10854">
                  <c:v>#N/A</c:v>
                </c:pt>
                <c:pt idx="10855">
                  <c:v>#N/A</c:v>
                </c:pt>
                <c:pt idx="10856">
                  <c:v>97.626750000000001</c:v>
                </c:pt>
                <c:pt idx="10857">
                  <c:v>45.674999999999997</c:v>
                </c:pt>
                <c:pt idx="10858">
                  <c:v>128.59437500000001</c:v>
                </c:pt>
                <c:pt idx="10859">
                  <c:v>20.470124999999996</c:v>
                </c:pt>
                <c:pt idx="10860">
                  <c:v>25.2</c:v>
                </c:pt>
                <c:pt idx="10861">
                  <c:v>106.07525000000003</c:v>
                </c:pt>
                <c:pt idx="10862">
                  <c:v>44.13150000000001</c:v>
                </c:pt>
                <c:pt idx="10863">
                  <c:v>42.02</c:v>
                </c:pt>
                <c:pt idx="10864">
                  <c:v>26.262499999999999</c:v>
                </c:pt>
                <c:pt idx="10865">
                  <c:v>48.871499999999997</c:v>
                </c:pt>
                <c:pt idx="10866">
                  <c:v>11.035500000000001</c:v>
                </c:pt>
                <c:pt idx="10867">
                  <c:v>31.545000000000002</c:v>
                </c:pt>
                <c:pt idx="10868">
                  <c:v>113.508</c:v>
                </c:pt>
                <c:pt idx="10869">
                  <c:v>42.5655</c:v>
                </c:pt>
                <c:pt idx="10870">
                  <c:v>34.149374999999999</c:v>
                </c:pt>
                <c:pt idx="10871">
                  <c:v>39.9285</c:v>
                </c:pt>
                <c:pt idx="10872">
                  <c:v>29.414000000000001</c:v>
                </c:pt>
                <c:pt idx="10873">
                  <c:v>82.503500000000003</c:v>
                </c:pt>
                <c:pt idx="10874">
                  <c:v>12.615</c:v>
                </c:pt>
                <c:pt idx="10875">
                  <c:v>27.864750000000004</c:v>
                </c:pt>
                <c:pt idx="10876">
                  <c:v>49.420499999999997</c:v>
                </c:pt>
                <c:pt idx="10877">
                  <c:v>66.770250000000004</c:v>
                </c:pt>
                <c:pt idx="10878">
                  <c:v>20.504250000000003</c:v>
                </c:pt>
                <c:pt idx="10879">
                  <c:v>113.03625</c:v>
                </c:pt>
                <c:pt idx="10880">
                  <c:v>40.473125000000003</c:v>
                </c:pt>
                <c:pt idx="10881">
                  <c:v>42.07</c:v>
                </c:pt>
                <c:pt idx="10882">
                  <c:v>12.089375</c:v>
                </c:pt>
                <c:pt idx="10883">
                  <c:v>25.767875</c:v>
                </c:pt>
                <c:pt idx="10884">
                  <c:v>13.672749999999997</c:v>
                </c:pt>
                <c:pt idx="10885">
                  <c:v>25.248000000000001</c:v>
                </c:pt>
                <c:pt idx="10886">
                  <c:v>48.403499999999994</c:v>
                </c:pt>
                <c:pt idx="10887">
                  <c:v>54.716999999999999</c:v>
                </c:pt>
                <c:pt idx="10888">
                  <c:v>25.780125000000002</c:v>
                </c:pt>
                <c:pt idx="10889">
                  <c:v>7.3657499999999985</c:v>
                </c:pt>
                <c:pt idx="10890">
                  <c:v>21.045000000000002</c:v>
                </c:pt>
                <c:pt idx="10891">
                  <c:v>130.57199999999997</c:v>
                </c:pt>
                <c:pt idx="10892">
                  <c:v>30.529750000000003</c:v>
                </c:pt>
                <c:pt idx="10893">
                  <c:v>11.056499999999998</c:v>
                </c:pt>
                <c:pt idx="10894">
                  <c:v>14.738500000000002</c:v>
                </c:pt>
                <c:pt idx="10895">
                  <c:v>62.683250000000001</c:v>
                </c:pt>
                <c:pt idx="10896">
                  <c:v>30.017625000000006</c:v>
                </c:pt>
                <c:pt idx="10897">
                  <c:v>40.032999999999994</c:v>
                </c:pt>
                <c:pt idx="10898">
                  <c:v>26.34375</c:v>
                </c:pt>
                <c:pt idx="10899">
                  <c:v>30.031874999999999</c:v>
                </c:pt>
                <c:pt idx="10900">
                  <c:v>12.648000000000003</c:v>
                </c:pt>
                <c:pt idx="10901">
                  <c:v>54.795000000000002</c:v>
                </c:pt>
                <c:pt idx="10902">
                  <c:v>22.661000000000001</c:v>
                </c:pt>
                <c:pt idx="10903">
                  <c:v>18.445</c:v>
                </c:pt>
                <c:pt idx="10904">
                  <c:v>50.592000000000013</c:v>
                </c:pt>
                <c:pt idx="10905">
                  <c:v>126.94674999999999</c:v>
                </c:pt>
                <c:pt idx="10906">
                  <c:v>91.062875000000005</c:v>
                </c:pt>
                <c:pt idx="10907">
                  <c:v>68.922374999999988</c:v>
                </c:pt>
                <c:pt idx="10908">
                  <c:v>36.837499999999999</c:v>
                </c:pt>
                <c:pt idx="10909">
                  <c:v>47.900125000000003</c:v>
                </c:pt>
                <c:pt idx="10910">
                  <c:v>24.757249999999999</c:v>
                </c:pt>
                <c:pt idx="10911">
                  <c:v>63.736749999999994</c:v>
                </c:pt>
                <c:pt idx="10912">
                  <c:v>19.494375000000002</c:v>
                </c:pt>
                <c:pt idx="10913">
                  <c:v>6.8477499999999996</c:v>
                </c:pt>
                <c:pt idx="10914">
                  <c:v>#N/A</c:v>
                </c:pt>
                <c:pt idx="10915">
                  <c:v>#N/A</c:v>
                </c:pt>
                <c:pt idx="10916">
                  <c:v>72.691500000000005</c:v>
                </c:pt>
                <c:pt idx="10917">
                  <c:v>110.0385</c:v>
                </c:pt>
                <c:pt idx="10918">
                  <c:v>60.590625000000003</c:v>
                </c:pt>
                <c:pt idx="10919">
                  <c:v>43.203749999999999</c:v>
                </c:pt>
                <c:pt idx="10920">
                  <c:v>43.72025</c:v>
                </c:pt>
                <c:pt idx="10921">
                  <c:v>56.915999999999997</c:v>
                </c:pt>
                <c:pt idx="10922">
                  <c:v>36.354374999999997</c:v>
                </c:pt>
                <c:pt idx="10923">
                  <c:v>57.442999999999998</c:v>
                </c:pt>
                <c:pt idx="10924">
                  <c:v>11.5885</c:v>
                </c:pt>
                <c:pt idx="10925">
                  <c:v>60.576250000000002</c:v>
                </c:pt>
                <c:pt idx="10926">
                  <c:v>11.059125000000002</c:v>
                </c:pt>
                <c:pt idx="10927">
                  <c:v>40.032999999999994</c:v>
                </c:pt>
                <c:pt idx="10928">
                  <c:v>15.8025</c:v>
                </c:pt>
                <c:pt idx="10929">
                  <c:v>32.658499999999997</c:v>
                </c:pt>
                <c:pt idx="10930">
                  <c:v>7.3727499999999999</c:v>
                </c:pt>
                <c:pt idx="10931">
                  <c:v>17.374500000000001</c:v>
                </c:pt>
                <c:pt idx="10932">
                  <c:v>66.881375000000006</c:v>
                </c:pt>
                <c:pt idx="10933">
                  <c:v>21.055</c:v>
                </c:pt>
                <c:pt idx="10934">
                  <c:v>58.968000000000004</c:v>
                </c:pt>
                <c:pt idx="10935">
                  <c:v>25.271999999999998</c:v>
                </c:pt>
                <c:pt idx="10936">
                  <c:v>17.892499999999998</c:v>
                </c:pt>
                <c:pt idx="10937">
                  <c:v>55.756</c:v>
                </c:pt>
                <c:pt idx="10938">
                  <c:v>19.457374999999999</c:v>
                </c:pt>
                <c:pt idx="10939">
                  <c:v>50.496000000000002</c:v>
                </c:pt>
                <c:pt idx="10940">
                  <c:v>26.832374999999995</c:v>
                </c:pt>
                <c:pt idx="10941">
                  <c:v>13.676000000000002</c:v>
                </c:pt>
                <c:pt idx="10942">
                  <c:v>33.169499999999999</c:v>
                </c:pt>
                <c:pt idx="10943">
                  <c:v>92.641999999999996</c:v>
                </c:pt>
                <c:pt idx="10944">
                  <c:v>13.688999999999998</c:v>
                </c:pt>
                <c:pt idx="10945">
                  <c:v>21.06</c:v>
                </c:pt>
                <c:pt idx="10946">
                  <c:v>35.275499999999994</c:v>
                </c:pt>
                <c:pt idx="10947">
                  <c:v>9.4747500000000002</c:v>
                </c:pt>
                <c:pt idx="10948">
                  <c:v>19.475874999999998</c:v>
                </c:pt>
                <c:pt idx="10949">
                  <c:v>10.53</c:v>
                </c:pt>
                <c:pt idx="10950">
                  <c:v>8.9483750000000004</c:v>
                </c:pt>
                <c:pt idx="10951">
                  <c:v>18.958500000000001</c:v>
                </c:pt>
                <c:pt idx="10952">
                  <c:v>120.1275</c:v>
                </c:pt>
                <c:pt idx="10953">
                  <c:v>13.69875</c:v>
                </c:pt>
                <c:pt idx="10954">
                  <c:v>25.283999999999995</c:v>
                </c:pt>
                <c:pt idx="10955">
                  <c:v>24.242000000000004</c:v>
                </c:pt>
                <c:pt idx="10956">
                  <c:v>74.834000000000003</c:v>
                </c:pt>
                <c:pt idx="10957">
                  <c:v>27.397500000000001</c:v>
                </c:pt>
                <c:pt idx="10958">
                  <c:v>26.870625</c:v>
                </c:pt>
                <c:pt idx="10959">
                  <c:v>36.881250000000001</c:v>
                </c:pt>
                <c:pt idx="10960">
                  <c:v>15.283000000000003</c:v>
                </c:pt>
                <c:pt idx="10961">
                  <c:v>24.757249999999999</c:v>
                </c:pt>
                <c:pt idx="10962">
                  <c:v>16.852</c:v>
                </c:pt>
                <c:pt idx="10963">
                  <c:v>31.5975</c:v>
                </c:pt>
                <c:pt idx="10964">
                  <c:v>2.1070000000000002</c:v>
                </c:pt>
                <c:pt idx="10965">
                  <c:v>8.9547499999999989</c:v>
                </c:pt>
                <c:pt idx="10966">
                  <c:v>2.6331250000000002</c:v>
                </c:pt>
                <c:pt idx="10967">
                  <c:v>2.1065</c:v>
                </c:pt>
                <c:pt idx="10968">
                  <c:v>16.86</c:v>
                </c:pt>
                <c:pt idx="10969">
                  <c:v>36.354374999999997</c:v>
                </c:pt>
                <c:pt idx="10970">
                  <c:v>4.2160000000000002</c:v>
                </c:pt>
                <c:pt idx="10971">
                  <c:v>39.534374999999997</c:v>
                </c:pt>
                <c:pt idx="10972">
                  <c:v>15.817500000000001</c:v>
                </c:pt>
                <c:pt idx="10973">
                  <c:v>36.380249999999997</c:v>
                </c:pt>
                <c:pt idx="10974">
                  <c:v>28.991875</c:v>
                </c:pt>
                <c:pt idx="10975">
                  <c:v>60.648125</c:v>
                </c:pt>
                <c:pt idx="10976">
                  <c:v>98.138249999999999</c:v>
                </c:pt>
                <c:pt idx="10977">
                  <c:v>61.219000000000001</c:v>
                </c:pt>
                <c:pt idx="10978">
                  <c:v>14.252625</c:v>
                </c:pt>
                <c:pt idx="10979">
                  <c:v>46.463999999999999</c:v>
                </c:pt>
                <c:pt idx="10980">
                  <c:v>76.541875000000005</c:v>
                </c:pt>
                <c:pt idx="10981">
                  <c:v>42.778125000000003</c:v>
                </c:pt>
                <c:pt idx="10982">
                  <c:v>61.805250000000008</c:v>
                </c:pt>
                <c:pt idx="10983">
                  <c:v>21.125</c:v>
                </c:pt>
                <c:pt idx="10984">
                  <c:v>94.028499999999994</c:v>
                </c:pt>
                <c:pt idx="10985">
                  <c:v>109.32187500000001</c:v>
                </c:pt>
                <c:pt idx="10986">
                  <c:v>40.127999999999993</c:v>
                </c:pt>
                <c:pt idx="10987">
                  <c:v>10.031999999999998</c:v>
                </c:pt>
                <c:pt idx="10988">
                  <c:v>12.675000000000001</c:v>
                </c:pt>
                <c:pt idx="10989">
                  <c:v>19.007999999999999</c:v>
                </c:pt>
                <c:pt idx="10990">
                  <c:v>30.081749999999996</c:v>
                </c:pt>
                <c:pt idx="10991">
                  <c:v>35.375999999999998</c:v>
                </c:pt>
                <c:pt idx="10992">
                  <c:v>34.33625</c:v>
                </c:pt>
                <c:pt idx="10993">
                  <c:v>98.254499999999993</c:v>
                </c:pt>
                <c:pt idx="10994">
                  <c:v>73.426749999999998</c:v>
                </c:pt>
                <c:pt idx="10995">
                  <c:v>51.228124999999999</c:v>
                </c:pt>
                <c:pt idx="10996">
                  <c:v>24.827750000000002</c:v>
                </c:pt>
                <c:pt idx="10997">
                  <c:v>9.5084999999999997</c:v>
                </c:pt>
                <c:pt idx="10998">
                  <c:v>30.638500000000004</c:v>
                </c:pt>
                <c:pt idx="10999">
                  <c:v>43.316500000000012</c:v>
                </c:pt>
                <c:pt idx="11000">
                  <c:v>21.658250000000006</c:v>
                </c:pt>
                <c:pt idx="11001">
                  <c:v>8.452</c:v>
                </c:pt>
                <c:pt idx="11002">
                  <c:v>22.175999999999998</c:v>
                </c:pt>
                <c:pt idx="11003">
                  <c:v>#N/A</c:v>
                </c:pt>
                <c:pt idx="11004">
                  <c:v>#N/A</c:v>
                </c:pt>
                <c:pt idx="11005">
                  <c:v>35.895499999999998</c:v>
                </c:pt>
                <c:pt idx="11006">
                  <c:v>12.138249999999999</c:v>
                </c:pt>
                <c:pt idx="11007">
                  <c:v>12.143999999999998</c:v>
                </c:pt>
                <c:pt idx="11008">
                  <c:v>81.898124999999993</c:v>
                </c:pt>
                <c:pt idx="11009">
                  <c:v>25.343999999999994</c:v>
                </c:pt>
                <c:pt idx="11010">
                  <c:v>13.2</c:v>
                </c:pt>
                <c:pt idx="11011">
                  <c:v>5.2824999999999998</c:v>
                </c:pt>
                <c:pt idx="11012">
                  <c:v>14.794499999999999</c:v>
                </c:pt>
                <c:pt idx="11013">
                  <c:v>50.76</c:v>
                </c:pt>
                <c:pt idx="11014">
                  <c:v>30.6675</c:v>
                </c:pt>
                <c:pt idx="11015">
                  <c:v>35.434624999999997</c:v>
                </c:pt>
                <c:pt idx="11016">
                  <c:v>72.490125000000006</c:v>
                </c:pt>
                <c:pt idx="11017">
                  <c:v>36.518250000000002</c:v>
                </c:pt>
                <c:pt idx="11018">
                  <c:v>25.403999999999996</c:v>
                </c:pt>
                <c:pt idx="11019">
                  <c:v>82.582499999999996</c:v>
                </c:pt>
                <c:pt idx="11020">
                  <c:v>43.408749999999998</c:v>
                </c:pt>
                <c:pt idx="11021">
                  <c:v>55.584375000000001</c:v>
                </c:pt>
                <c:pt idx="11022">
                  <c:v>104.71725000000001</c:v>
                </c:pt>
                <c:pt idx="11023">
                  <c:v>94.691000000000003</c:v>
                </c:pt>
                <c:pt idx="11024">
                  <c:v>57.131999999999998</c:v>
                </c:pt>
                <c:pt idx="11025">
                  <c:v>43.938124999999999</c:v>
                </c:pt>
                <c:pt idx="11026">
                  <c:v>30.174375000000001</c:v>
                </c:pt>
                <c:pt idx="11027">
                  <c:v>83.661000000000001</c:v>
                </c:pt>
                <c:pt idx="11028">
                  <c:v>51.33724999999999</c:v>
                </c:pt>
                <c:pt idx="11029">
                  <c:v>70.423500000000004</c:v>
                </c:pt>
                <c:pt idx="11030">
                  <c:v>41.810749999999999</c:v>
                </c:pt>
                <c:pt idx="11031">
                  <c:v>26.462499999999999</c:v>
                </c:pt>
                <c:pt idx="11032">
                  <c:v>78.328999999999994</c:v>
                </c:pt>
                <c:pt idx="11033">
                  <c:v>#N/A</c:v>
                </c:pt>
                <c:pt idx="11034">
                  <c:v>#N/A</c:v>
                </c:pt>
                <c:pt idx="11035">
                  <c:v>10.58</c:v>
                </c:pt>
                <c:pt idx="11036">
                  <c:v>55.584375000000001</c:v>
                </c:pt>
                <c:pt idx="11037">
                  <c:v>31.240500000000001</c:v>
                </c:pt>
                <c:pt idx="11038">
                  <c:v>174.73500000000001</c:v>
                </c:pt>
                <c:pt idx="11039">
                  <c:v>47.125500000000002</c:v>
                </c:pt>
                <c:pt idx="11040">
                  <c:v>17.465249999999997</c:v>
                </c:pt>
                <c:pt idx="11041">
                  <c:v>18.532499999999999</c:v>
                </c:pt>
                <c:pt idx="11042">
                  <c:v>5.8244999999999996</c:v>
                </c:pt>
                <c:pt idx="11043">
                  <c:v>45.536999999999999</c:v>
                </c:pt>
                <c:pt idx="11044">
                  <c:v>11.1195</c:v>
                </c:pt>
                <c:pt idx="11045">
                  <c:v>13.766999999999999</c:v>
                </c:pt>
                <c:pt idx="11046">
                  <c:v>11.1195</c:v>
                </c:pt>
                <c:pt idx="11047">
                  <c:v>25.933250000000001</c:v>
                </c:pt>
                <c:pt idx="11048">
                  <c:v>68.289375000000007</c:v>
                </c:pt>
                <c:pt idx="11049">
                  <c:v>19.582249999999998</c:v>
                </c:pt>
                <c:pt idx="11050">
                  <c:v>2.117</c:v>
                </c:pt>
                <c:pt idx="11051">
                  <c:v>22.7685</c:v>
                </c:pt>
                <c:pt idx="11052">
                  <c:v>20.116250000000001</c:v>
                </c:pt>
                <c:pt idx="11053">
                  <c:v>65.113124999999997</c:v>
                </c:pt>
                <c:pt idx="11054">
                  <c:v>5.8231250000000001</c:v>
                </c:pt>
                <c:pt idx="11055">
                  <c:v>8.468</c:v>
                </c:pt>
                <c:pt idx="11056">
                  <c:v>6.8802500000000002</c:v>
                </c:pt>
                <c:pt idx="11057">
                  <c:v>1.588125</c:v>
                </c:pt>
                <c:pt idx="11058">
                  <c:v>90.565875000000005</c:v>
                </c:pt>
                <c:pt idx="11059">
                  <c:v>36.544125000000001</c:v>
                </c:pt>
                <c:pt idx="11060">
                  <c:v>33.896000000000001</c:v>
                </c:pt>
                <c:pt idx="11061">
                  <c:v>74.694749999999999</c:v>
                </c:pt>
                <c:pt idx="11062">
                  <c:v>77.891624999999991</c:v>
                </c:pt>
                <c:pt idx="11063">
                  <c:v>128.79</c:v>
                </c:pt>
                <c:pt idx="11064">
                  <c:v>45.569249999999997</c:v>
                </c:pt>
                <c:pt idx="11065">
                  <c:v>72.558625000000006</c:v>
                </c:pt>
                <c:pt idx="11066">
                  <c:v>40.261000000000003</c:v>
                </c:pt>
                <c:pt idx="11067">
                  <c:v>57.213000000000001</c:v>
                </c:pt>
                <c:pt idx="11068">
                  <c:v>12.714</c:v>
                </c:pt>
                <c:pt idx="11069">
                  <c:v>19.066499999999998</c:v>
                </c:pt>
                <c:pt idx="11070">
                  <c:v>86.879000000000005</c:v>
                </c:pt>
                <c:pt idx="11071">
                  <c:v>12.714</c:v>
                </c:pt>
                <c:pt idx="11072">
                  <c:v>64.644749999999988</c:v>
                </c:pt>
                <c:pt idx="11073">
                  <c:v>44.499000000000009</c:v>
                </c:pt>
                <c:pt idx="11074">
                  <c:v>18.541250000000002</c:v>
                </c:pt>
                <c:pt idx="11075">
                  <c:v>17.481750000000002</c:v>
                </c:pt>
                <c:pt idx="11076">
                  <c:v>26.5</c:v>
                </c:pt>
                <c:pt idx="11077">
                  <c:v>16.956</c:v>
                </c:pt>
                <c:pt idx="11078">
                  <c:v>57.729124999999989</c:v>
                </c:pt>
                <c:pt idx="11079">
                  <c:v>17.473500000000001</c:v>
                </c:pt>
                <c:pt idx="11080">
                  <c:v>118.02275</c:v>
                </c:pt>
                <c:pt idx="11081">
                  <c:v>50.290624999999999</c:v>
                </c:pt>
                <c:pt idx="11082">
                  <c:v>12.705</c:v>
                </c:pt>
                <c:pt idx="11083">
                  <c:v>16.410625</c:v>
                </c:pt>
                <c:pt idx="11084">
                  <c:v>34.922249999999998</c:v>
                </c:pt>
                <c:pt idx="11085">
                  <c:v>35.988999999999997</c:v>
                </c:pt>
                <c:pt idx="11086">
                  <c:v>15.873749999999999</c:v>
                </c:pt>
                <c:pt idx="11087">
                  <c:v>19.043999999999997</c:v>
                </c:pt>
                <c:pt idx="11088">
                  <c:v>13.757250000000003</c:v>
                </c:pt>
                <c:pt idx="11089">
                  <c:v>7.9349999999999996</c:v>
                </c:pt>
                <c:pt idx="11090">
                  <c:v>24.862999999999996</c:v>
                </c:pt>
                <c:pt idx="11091">
                  <c:v>23.799375000000001</c:v>
                </c:pt>
                <c:pt idx="11092">
                  <c:v>25.38</c:v>
                </c:pt>
                <c:pt idx="11093">
                  <c:v>28.017124999999997</c:v>
                </c:pt>
                <c:pt idx="11094">
                  <c:v>38.580500000000001</c:v>
                </c:pt>
                <c:pt idx="11095">
                  <c:v>23.782499999999999</c:v>
                </c:pt>
                <c:pt idx="11096">
                  <c:v>74.536124999999984</c:v>
                </c:pt>
                <c:pt idx="11097">
                  <c:v>28.0105</c:v>
                </c:pt>
                <c:pt idx="11098">
                  <c:v>42.28</c:v>
                </c:pt>
                <c:pt idx="11099">
                  <c:v>42.3</c:v>
                </c:pt>
                <c:pt idx="11100">
                  <c:v>29.617000000000004</c:v>
                </c:pt>
                <c:pt idx="11101">
                  <c:v>68.208749999999995</c:v>
                </c:pt>
                <c:pt idx="11102">
                  <c:v>15.337375000000002</c:v>
                </c:pt>
                <c:pt idx="11103">
                  <c:v>51.792999999999999</c:v>
                </c:pt>
                <c:pt idx="11104">
                  <c:v>15.85125</c:v>
                </c:pt>
                <c:pt idx="11105">
                  <c:v>7.9275000000000002</c:v>
                </c:pt>
                <c:pt idx="11106">
                  <c:v>102.45625</c:v>
                </c:pt>
                <c:pt idx="11107">
                  <c:v>41.183999999999997</c:v>
                </c:pt>
                <c:pt idx="11108">
                  <c:v>43.823999999999998</c:v>
                </c:pt>
                <c:pt idx="11109">
                  <c:v>62.318750000000001</c:v>
                </c:pt>
                <c:pt idx="11110">
                  <c:v>90.287999999999997</c:v>
                </c:pt>
                <c:pt idx="11111">
                  <c:v>53.830500000000001</c:v>
                </c:pt>
                <c:pt idx="11112">
                  <c:v>15.308375</c:v>
                </c:pt>
                <c:pt idx="11113">
                  <c:v>15.84</c:v>
                </c:pt>
                <c:pt idx="11114">
                  <c:v>69.167999999999992</c:v>
                </c:pt>
                <c:pt idx="11115">
                  <c:v>47.014249999999997</c:v>
                </c:pt>
                <c:pt idx="11116">
                  <c:v>20.596875000000001</c:v>
                </c:pt>
                <c:pt idx="11117">
                  <c:v>17.951999999999998</c:v>
                </c:pt>
                <c:pt idx="11118">
                  <c:v>17.423999999999996</c:v>
                </c:pt>
                <c:pt idx="11119">
                  <c:v>2.6393749999999998</c:v>
                </c:pt>
                <c:pt idx="11120">
                  <c:v>1.5839999999999996</c:v>
                </c:pt>
                <c:pt idx="11121">
                  <c:v>41.702125000000002</c:v>
                </c:pt>
                <c:pt idx="11122">
                  <c:v>30.088875000000005</c:v>
                </c:pt>
                <c:pt idx="11123">
                  <c:v>10.557499999999999</c:v>
                </c:pt>
                <c:pt idx="11124">
                  <c:v>3.1672500000000001</c:v>
                </c:pt>
                <c:pt idx="11125">
                  <c:v>14.776999999999999</c:v>
                </c:pt>
                <c:pt idx="11126">
                  <c:v>114.44037499999997</c:v>
                </c:pt>
                <c:pt idx="11127">
                  <c:v>24.798375</c:v>
                </c:pt>
                <c:pt idx="11128">
                  <c:v>7.386750000000001</c:v>
                </c:pt>
                <c:pt idx="11129">
                  <c:v>72.335999999999984</c:v>
                </c:pt>
                <c:pt idx="11130">
                  <c:v>32.743749999999999</c:v>
                </c:pt>
                <c:pt idx="11131">
                  <c:v>55.994500000000009</c:v>
                </c:pt>
                <c:pt idx="11132">
                  <c:v>54.435499999999998</c:v>
                </c:pt>
                <c:pt idx="11133">
                  <c:v>70.307124999999999</c:v>
                </c:pt>
                <c:pt idx="11134">
                  <c:v>43.855125000000001</c:v>
                </c:pt>
                <c:pt idx="11135">
                  <c:v>40.684874999999998</c:v>
                </c:pt>
                <c:pt idx="11136">
                  <c:v>6.3419999999999996</c:v>
                </c:pt>
                <c:pt idx="11137">
                  <c:v>70.835750000000004</c:v>
                </c:pt>
                <c:pt idx="11138">
                  <c:v>34.897500000000001</c:v>
                </c:pt>
                <c:pt idx="11139">
                  <c:v>53.365875000000003</c:v>
                </c:pt>
                <c:pt idx="11140">
                  <c:v>49.138874999999999</c:v>
                </c:pt>
                <c:pt idx="11141">
                  <c:v>70.785499999999999</c:v>
                </c:pt>
                <c:pt idx="11142">
                  <c:v>48.587499999999999</c:v>
                </c:pt>
                <c:pt idx="11143">
                  <c:v>84.54</c:v>
                </c:pt>
                <c:pt idx="11144">
                  <c:v>32.238500000000002</c:v>
                </c:pt>
                <c:pt idx="11145">
                  <c:v>5.8107499999999996</c:v>
                </c:pt>
                <c:pt idx="11146">
                  <c:v>8.4540000000000006</c:v>
                </c:pt>
                <c:pt idx="11147">
                  <c:v>25.356000000000005</c:v>
                </c:pt>
                <c:pt idx="11148">
                  <c:v>8.9845000000000006</c:v>
                </c:pt>
                <c:pt idx="11149">
                  <c:v>34.897500000000001</c:v>
                </c:pt>
                <c:pt idx="11150">
                  <c:v>26.972625000000004</c:v>
                </c:pt>
                <c:pt idx="11151">
                  <c:v>37.021250000000002</c:v>
                </c:pt>
                <c:pt idx="11152">
                  <c:v>40.732999999999997</c:v>
                </c:pt>
                <c:pt idx="11153">
                  <c:v>65.051625000000001</c:v>
                </c:pt>
                <c:pt idx="11154">
                  <c:v>28.539000000000001</c:v>
                </c:pt>
                <c:pt idx="11155">
                  <c:v>8.9823749999999993</c:v>
                </c:pt>
                <c:pt idx="11156">
                  <c:v>22.7255</c:v>
                </c:pt>
                <c:pt idx="11157">
                  <c:v>21.683875000000004</c:v>
                </c:pt>
                <c:pt idx="11158">
                  <c:v>10.574999999999999</c:v>
                </c:pt>
                <c:pt idx="11159">
                  <c:v>19.035</c:v>
                </c:pt>
                <c:pt idx="11160">
                  <c:v>23.793749999999999</c:v>
                </c:pt>
                <c:pt idx="11161">
                  <c:v>19.0395</c:v>
                </c:pt>
                <c:pt idx="11162">
                  <c:v>#N/A</c:v>
                </c:pt>
                <c:pt idx="11163">
                  <c:v>#N/A</c:v>
                </c:pt>
                <c:pt idx="11164">
                  <c:v>58.691249999999997</c:v>
                </c:pt>
                <c:pt idx="11165">
                  <c:v>38.079000000000001</c:v>
                </c:pt>
                <c:pt idx="11166">
                  <c:v>23.276</c:v>
                </c:pt>
                <c:pt idx="11167">
                  <c:v>58.732875</c:v>
                </c:pt>
                <c:pt idx="11168">
                  <c:v>24.868875000000006</c:v>
                </c:pt>
                <c:pt idx="11169">
                  <c:v>33.334874999999997</c:v>
                </c:pt>
                <c:pt idx="11170">
                  <c:v>13.7605</c:v>
                </c:pt>
                <c:pt idx="11171">
                  <c:v>53.479500000000009</c:v>
                </c:pt>
                <c:pt idx="11172">
                  <c:v>76.265999999999991</c:v>
                </c:pt>
                <c:pt idx="11173">
                  <c:v>20.12575</c:v>
                </c:pt>
                <c:pt idx="11174">
                  <c:v>40.2515</c:v>
                </c:pt>
                <c:pt idx="11175">
                  <c:v>21.714625000000002</c:v>
                </c:pt>
                <c:pt idx="11176">
                  <c:v>28.593</c:v>
                </c:pt>
                <c:pt idx="11177">
                  <c:v>70.986500000000007</c:v>
                </c:pt>
                <c:pt idx="11178">
                  <c:v>58.816124999999992</c:v>
                </c:pt>
                <c:pt idx="11179">
                  <c:v>388.30675000000002</c:v>
                </c:pt>
                <c:pt idx="11180">
                  <c:v>55.636875000000003</c:v>
                </c:pt>
                <c:pt idx="11181">
                  <c:v>33.911999999999999</c:v>
                </c:pt>
                <c:pt idx="11182">
                  <c:v>51.41</c:v>
                </c:pt>
                <c:pt idx="11183">
                  <c:v>33.397875000000006</c:v>
                </c:pt>
                <c:pt idx="11184">
                  <c:v>27.036375000000003</c:v>
                </c:pt>
                <c:pt idx="11185">
                  <c:v>28.096625000000003</c:v>
                </c:pt>
                <c:pt idx="11186">
                  <c:v>29.693999999999999</c:v>
                </c:pt>
                <c:pt idx="11187">
                  <c:v>52.507125000000009</c:v>
                </c:pt>
                <c:pt idx="11188">
                  <c:v>50.361874999999998</c:v>
                </c:pt>
                <c:pt idx="11189">
                  <c:v>56.750124999999997</c:v>
                </c:pt>
                <c:pt idx="11190">
                  <c:v>46.153499999999994</c:v>
                </c:pt>
                <c:pt idx="11191">
                  <c:v>122.574375</c:v>
                </c:pt>
                <c:pt idx="11192">
                  <c:v>54.072750000000006</c:v>
                </c:pt>
                <c:pt idx="11193">
                  <c:v>59.91825</c:v>
                </c:pt>
                <c:pt idx="11194">
                  <c:v>41.899625000000007</c:v>
                </c:pt>
                <c:pt idx="11195">
                  <c:v>8.484</c:v>
                </c:pt>
                <c:pt idx="11196">
                  <c:v>21.21</c:v>
                </c:pt>
                <c:pt idx="11197">
                  <c:v>17.498249999999999</c:v>
                </c:pt>
                <c:pt idx="11198">
                  <c:v>69.943499999999986</c:v>
                </c:pt>
                <c:pt idx="11199">
                  <c:v>51.41</c:v>
                </c:pt>
                <c:pt idx="11200">
                  <c:v>14.306625</c:v>
                </c:pt>
                <c:pt idx="11201">
                  <c:v>58.272500000000001</c:v>
                </c:pt>
                <c:pt idx="11202">
                  <c:v>56.643124999999998</c:v>
                </c:pt>
                <c:pt idx="11203">
                  <c:v>40.2515</c:v>
                </c:pt>
                <c:pt idx="11204">
                  <c:v>29.129375</c:v>
                </c:pt>
                <c:pt idx="11205">
                  <c:v>60.95</c:v>
                </c:pt>
                <c:pt idx="11206">
                  <c:v>30.747250000000005</c:v>
                </c:pt>
                <c:pt idx="11207">
                  <c:v>27.572999999999997</c:v>
                </c:pt>
                <c:pt idx="11208">
                  <c:v>122.98900000000002</c:v>
                </c:pt>
                <c:pt idx="11209">
                  <c:v>34.996499999999997</c:v>
                </c:pt>
                <c:pt idx="11210">
                  <c:v>19.093500000000002</c:v>
                </c:pt>
                <c:pt idx="11211">
                  <c:v>20.689499999999999</c:v>
                </c:pt>
                <c:pt idx="11212">
                  <c:v>18.03275</c:v>
                </c:pt>
                <c:pt idx="11213">
                  <c:v>11.670999999999999</c:v>
                </c:pt>
                <c:pt idx="11214">
                  <c:v>37.674374999999998</c:v>
                </c:pt>
                <c:pt idx="11215">
                  <c:v>59.43</c:v>
                </c:pt>
                <c:pt idx="11216">
                  <c:v>84.389250000000004</c:v>
                </c:pt>
                <c:pt idx="11217">
                  <c:v>52.494749999999989</c:v>
                </c:pt>
                <c:pt idx="11218">
                  <c:v>50.904000000000003</c:v>
                </c:pt>
                <c:pt idx="11219">
                  <c:v>37.647750000000002</c:v>
                </c:pt>
                <c:pt idx="11220">
                  <c:v>25.457999999999998</c:v>
                </c:pt>
                <c:pt idx="11221">
                  <c:v>51.976750000000003</c:v>
                </c:pt>
                <c:pt idx="11222">
                  <c:v>30.747250000000005</c:v>
                </c:pt>
                <c:pt idx="11223">
                  <c:v>24.385750000000005</c:v>
                </c:pt>
                <c:pt idx="11224">
                  <c:v>29.15</c:v>
                </c:pt>
                <c:pt idx="11225">
                  <c:v>25.97</c:v>
                </c:pt>
                <c:pt idx="11226">
                  <c:v>71.566874999999996</c:v>
                </c:pt>
                <c:pt idx="11227">
                  <c:v>15.907500000000001</c:v>
                </c:pt>
                <c:pt idx="11228">
                  <c:v>55.65</c:v>
                </c:pt>
                <c:pt idx="11229">
                  <c:v>57.756374999999998</c:v>
                </c:pt>
                <c:pt idx="11230">
                  <c:v>49.278374999999997</c:v>
                </c:pt>
                <c:pt idx="11231">
                  <c:v>18.015749999999997</c:v>
                </c:pt>
                <c:pt idx="11232">
                  <c:v>24.362749999999998</c:v>
                </c:pt>
                <c:pt idx="11233">
                  <c:v>58.244999999999997</c:v>
                </c:pt>
                <c:pt idx="11234">
                  <c:v>121.284125</c:v>
                </c:pt>
                <c:pt idx="11235">
                  <c:v>22.244249999999994</c:v>
                </c:pt>
                <c:pt idx="11236">
                  <c:v>49.808250000000001</c:v>
                </c:pt>
                <c:pt idx="11237">
                  <c:v>40.800375000000003</c:v>
                </c:pt>
                <c:pt idx="11238">
                  <c:v>9.5377500000000008</c:v>
                </c:pt>
                <c:pt idx="11239">
                  <c:v>17.481750000000002</c:v>
                </c:pt>
                <c:pt idx="11240">
                  <c:v>40.800375000000003</c:v>
                </c:pt>
                <c:pt idx="11241">
                  <c:v>64.6905</c:v>
                </c:pt>
                <c:pt idx="11242">
                  <c:v>15.373625000000002</c:v>
                </c:pt>
                <c:pt idx="11243">
                  <c:v>23.331</c:v>
                </c:pt>
                <c:pt idx="11244">
                  <c:v>40.28</c:v>
                </c:pt>
                <c:pt idx="11245">
                  <c:v>14.313375000000001</c:v>
                </c:pt>
                <c:pt idx="11246">
                  <c:v>11.662750000000001</c:v>
                </c:pt>
                <c:pt idx="11247">
                  <c:v>24.921749999999996</c:v>
                </c:pt>
                <c:pt idx="11248">
                  <c:v>41.899625000000007</c:v>
                </c:pt>
                <c:pt idx="11249">
                  <c:v>55.159000000000006</c:v>
                </c:pt>
                <c:pt idx="11250">
                  <c:v>21.750499999999995</c:v>
                </c:pt>
                <c:pt idx="11251">
                  <c:v>31.83</c:v>
                </c:pt>
                <c:pt idx="11252">
                  <c:v>50.92799999999999</c:v>
                </c:pt>
                <c:pt idx="11253">
                  <c:v>22.286249999999999</c:v>
                </c:pt>
                <c:pt idx="11254">
                  <c:v>12.204375000000001</c:v>
                </c:pt>
                <c:pt idx="11255">
                  <c:v>64.705749999999995</c:v>
                </c:pt>
                <c:pt idx="11256">
                  <c:v>11.140499999999999</c:v>
                </c:pt>
                <c:pt idx="11257">
                  <c:v>42.45</c:v>
                </c:pt>
                <c:pt idx="11258">
                  <c:v>16.984000000000002</c:v>
                </c:pt>
                <c:pt idx="11259">
                  <c:v>22.291499999999999</c:v>
                </c:pt>
                <c:pt idx="11260">
                  <c:v>128.94187500000001</c:v>
                </c:pt>
                <c:pt idx="11261">
                  <c:v>47.778750000000002</c:v>
                </c:pt>
                <c:pt idx="11262">
                  <c:v>97.173000000000016</c:v>
                </c:pt>
                <c:pt idx="11263">
                  <c:v>45.134999999999998</c:v>
                </c:pt>
                <c:pt idx="11264">
                  <c:v>46.197000000000003</c:v>
                </c:pt>
                <c:pt idx="11265">
                  <c:v>89.144999999999996</c:v>
                </c:pt>
                <c:pt idx="11266">
                  <c:v>46.164375</c:v>
                </c:pt>
                <c:pt idx="11267">
                  <c:v>29.19125</c:v>
                </c:pt>
                <c:pt idx="11268">
                  <c:v>13.802749999999998</c:v>
                </c:pt>
                <c:pt idx="11269">
                  <c:v>22.30725</c:v>
                </c:pt>
                <c:pt idx="11270">
                  <c:v>18.585000000000001</c:v>
                </c:pt>
                <c:pt idx="11271">
                  <c:v>30.28125</c:v>
                </c:pt>
                <c:pt idx="11272">
                  <c:v>138.125</c:v>
                </c:pt>
                <c:pt idx="11273">
                  <c:v>21.25</c:v>
                </c:pt>
                <c:pt idx="11274">
                  <c:v>34.547499999999999</c:v>
                </c:pt>
                <c:pt idx="11275">
                  <c:v>55.820625</c:v>
                </c:pt>
                <c:pt idx="11276">
                  <c:v>63.81</c:v>
                </c:pt>
                <c:pt idx="11277">
                  <c:v>13.822250000000002</c:v>
                </c:pt>
                <c:pt idx="11278">
                  <c:v>138.255</c:v>
                </c:pt>
                <c:pt idx="11279">
                  <c:v>57.974375000000002</c:v>
                </c:pt>
                <c:pt idx="11280">
                  <c:v>45.752000000000002</c:v>
                </c:pt>
                <c:pt idx="11281">
                  <c:v>77.158124999999998</c:v>
                </c:pt>
                <c:pt idx="11282">
                  <c:v>62.244000000000007</c:v>
                </c:pt>
                <c:pt idx="11283">
                  <c:v>86.183999999999997</c:v>
                </c:pt>
                <c:pt idx="11284">
                  <c:v>39.358750000000001</c:v>
                </c:pt>
                <c:pt idx="11285">
                  <c:v>33.516000000000005</c:v>
                </c:pt>
                <c:pt idx="11286">
                  <c:v>24.472000000000005</c:v>
                </c:pt>
                <c:pt idx="11287">
                  <c:v>47.347999999999999</c:v>
                </c:pt>
                <c:pt idx="11288">
                  <c:v>10.110374999999999</c:v>
                </c:pt>
                <c:pt idx="11289">
                  <c:v>20.220749999999999</c:v>
                </c:pt>
                <c:pt idx="11290">
                  <c:v>20.748000000000001</c:v>
                </c:pt>
                <c:pt idx="11291">
                  <c:v>158.61050000000003</c:v>
                </c:pt>
                <c:pt idx="11292">
                  <c:v>91.546999999999997</c:v>
                </c:pt>
                <c:pt idx="11293">
                  <c:v>24.489249999999995</c:v>
                </c:pt>
                <c:pt idx="11294">
                  <c:v>67.063500000000005</c:v>
                </c:pt>
                <c:pt idx="11295">
                  <c:v>70.224000000000004</c:v>
                </c:pt>
                <c:pt idx="11296">
                  <c:v>96.801249999999996</c:v>
                </c:pt>
                <c:pt idx="11297">
                  <c:v>138.75412499999999</c:v>
                </c:pt>
                <c:pt idx="11298">
                  <c:v>49.441125</c:v>
                </c:pt>
                <c:pt idx="11299">
                  <c:v>27.125624999999999</c:v>
                </c:pt>
                <c:pt idx="11300">
                  <c:v>18.088000000000001</c:v>
                </c:pt>
                <c:pt idx="11301">
                  <c:v>50.031500000000008</c:v>
                </c:pt>
                <c:pt idx="11302">
                  <c:v>48.446125000000002</c:v>
                </c:pt>
                <c:pt idx="11303">
                  <c:v>126.735</c:v>
                </c:pt>
                <c:pt idx="11304">
                  <c:v>89.950249999999997</c:v>
                </c:pt>
                <c:pt idx="11305">
                  <c:v>29.812999999999995</c:v>
                </c:pt>
                <c:pt idx="11306">
                  <c:v>27.677000000000003</c:v>
                </c:pt>
                <c:pt idx="11307">
                  <c:v>33.547499999999999</c:v>
                </c:pt>
                <c:pt idx="11308">
                  <c:v>72.402999999999992</c:v>
                </c:pt>
                <c:pt idx="11309">
                  <c:v>21.29</c:v>
                </c:pt>
                <c:pt idx="11310">
                  <c:v>25.015750000000004</c:v>
                </c:pt>
                <c:pt idx="11311">
                  <c:v>44.688000000000002</c:v>
                </c:pt>
                <c:pt idx="11312">
                  <c:v>145.69949999999997</c:v>
                </c:pt>
                <c:pt idx="11313">
                  <c:v>121.21050000000002</c:v>
                </c:pt>
                <c:pt idx="11314">
                  <c:v>41.466749999999998</c:v>
                </c:pt>
                <c:pt idx="11315">
                  <c:v>67.548124999999999</c:v>
                </c:pt>
                <c:pt idx="11316">
                  <c:v>52.148249999999997</c:v>
                </c:pt>
                <c:pt idx="11317">
                  <c:v>27.670499999999997</c:v>
                </c:pt>
                <c:pt idx="11318">
                  <c:v>14.8995</c:v>
                </c:pt>
                <c:pt idx="11319">
                  <c:v>26.606249999999999</c:v>
                </c:pt>
                <c:pt idx="11320">
                  <c:v>59.625999999999991</c:v>
                </c:pt>
                <c:pt idx="11321">
                  <c:v>78.81</c:v>
                </c:pt>
                <c:pt idx="11322">
                  <c:v>15.97125</c:v>
                </c:pt>
                <c:pt idx="11323">
                  <c:v>14.370749999999999</c:v>
                </c:pt>
                <c:pt idx="11324">
                  <c:v>61.784500000000008</c:v>
                </c:pt>
                <c:pt idx="11325">
                  <c:v>42.077375000000004</c:v>
                </c:pt>
                <c:pt idx="11326">
                  <c:v>37.283749999999998</c:v>
                </c:pt>
                <c:pt idx="11327">
                  <c:v>14.917</c:v>
                </c:pt>
                <c:pt idx="11328">
                  <c:v>47.403624999999998</c:v>
                </c:pt>
                <c:pt idx="11329">
                  <c:v>22.908249999999999</c:v>
                </c:pt>
                <c:pt idx="11330">
                  <c:v>18.641874999999999</c:v>
                </c:pt>
                <c:pt idx="11331">
                  <c:v>28.761749999999999</c:v>
                </c:pt>
                <c:pt idx="11332">
                  <c:v>10.654999999999999</c:v>
                </c:pt>
                <c:pt idx="11333">
                  <c:v>32.490125000000006</c:v>
                </c:pt>
                <c:pt idx="11334">
                  <c:v>18.646249999999998</c:v>
                </c:pt>
                <c:pt idx="11335">
                  <c:v>36.751125000000002</c:v>
                </c:pt>
                <c:pt idx="11336">
                  <c:v>32.490125000000006</c:v>
                </c:pt>
                <c:pt idx="11337">
                  <c:v>14.913500000000003</c:v>
                </c:pt>
                <c:pt idx="11338">
                  <c:v>28.229125000000003</c:v>
                </c:pt>
                <c:pt idx="11339">
                  <c:v>47.403624999999998</c:v>
                </c:pt>
                <c:pt idx="11340">
                  <c:v>34.620624999999997</c:v>
                </c:pt>
                <c:pt idx="11341">
                  <c:v>76.129625000000004</c:v>
                </c:pt>
                <c:pt idx="11342">
                  <c:v>15.442500000000001</c:v>
                </c:pt>
                <c:pt idx="11343">
                  <c:v>54.327750000000009</c:v>
                </c:pt>
                <c:pt idx="11344">
                  <c:v>34.088000000000001</c:v>
                </c:pt>
                <c:pt idx="11345">
                  <c:v>67.126499999999993</c:v>
                </c:pt>
                <c:pt idx="11346">
                  <c:v>29.834</c:v>
                </c:pt>
                <c:pt idx="11347">
                  <c:v>46.349249999999998</c:v>
                </c:pt>
                <c:pt idx="11348">
                  <c:v>11.720499999999999</c:v>
                </c:pt>
                <c:pt idx="11349">
                  <c:v>40.479500000000002</c:v>
                </c:pt>
                <c:pt idx="11350">
                  <c:v>28.754999999999999</c:v>
                </c:pt>
                <c:pt idx="11351">
                  <c:v>75.632750000000016</c:v>
                </c:pt>
                <c:pt idx="11352">
                  <c:v>9.5894999999999992</c:v>
                </c:pt>
                <c:pt idx="11353">
                  <c:v>49.012999999999998</c:v>
                </c:pt>
                <c:pt idx="11354">
                  <c:v>19.174499999999998</c:v>
                </c:pt>
                <c:pt idx="11355">
                  <c:v>36.21</c:v>
                </c:pt>
                <c:pt idx="11356">
                  <c:v>21.3</c:v>
                </c:pt>
                <c:pt idx="11357">
                  <c:v>25.566000000000006</c:v>
                </c:pt>
                <c:pt idx="11358">
                  <c:v>20.234999999999999</c:v>
                </c:pt>
                <c:pt idx="11359">
                  <c:v>18.109250000000003</c:v>
                </c:pt>
                <c:pt idx="11360">
                  <c:v>9.5872499999999992</c:v>
                </c:pt>
                <c:pt idx="11361">
                  <c:v>25.56</c:v>
                </c:pt>
                <c:pt idx="11362">
                  <c:v>15.446125000000002</c:v>
                </c:pt>
                <c:pt idx="11363">
                  <c:v>30.359625000000001</c:v>
                </c:pt>
                <c:pt idx="11364">
                  <c:v>20.772375000000004</c:v>
                </c:pt>
                <c:pt idx="11365">
                  <c:v>30.885000000000002</c:v>
                </c:pt>
                <c:pt idx="11366">
                  <c:v>52.185000000000002</c:v>
                </c:pt>
                <c:pt idx="11367">
                  <c:v>125.67</c:v>
                </c:pt>
                <c:pt idx="11368">
                  <c:v>76.697999999999993</c:v>
                </c:pt>
                <c:pt idx="11369">
                  <c:v>30.892250000000004</c:v>
                </c:pt>
                <c:pt idx="11370">
                  <c:v>124.72199999999998</c:v>
                </c:pt>
                <c:pt idx="11371">
                  <c:v>36.243999999999993</c:v>
                </c:pt>
                <c:pt idx="11372">
                  <c:v>116.72699999999998</c:v>
                </c:pt>
                <c:pt idx="11373">
                  <c:v>40.507999999999996</c:v>
                </c:pt>
                <c:pt idx="11374">
                  <c:v>25.583999999999996</c:v>
                </c:pt>
                <c:pt idx="11375">
                  <c:v>47.448124999999997</c:v>
                </c:pt>
                <c:pt idx="11376">
                  <c:v>32.528250000000007</c:v>
                </c:pt>
                <c:pt idx="11377">
                  <c:v>519.38549999999998</c:v>
                </c:pt>
                <c:pt idx="11378">
                  <c:v>27.195750000000004</c:v>
                </c:pt>
                <c:pt idx="11379">
                  <c:v>49.59225</c:v>
                </c:pt>
                <c:pt idx="11380">
                  <c:v>44.792999999999999</c:v>
                </c:pt>
                <c:pt idx="11381">
                  <c:v>23.99625</c:v>
                </c:pt>
                <c:pt idx="11382">
                  <c:v>9.5984999999999996</c:v>
                </c:pt>
                <c:pt idx="11383">
                  <c:v>26.129249999999999</c:v>
                </c:pt>
                <c:pt idx="11384">
                  <c:v>51.18</c:v>
                </c:pt>
                <c:pt idx="11385">
                  <c:v>57.51</c:v>
                </c:pt>
                <c:pt idx="11386">
                  <c:v>33.547499999999999</c:v>
                </c:pt>
                <c:pt idx="11387">
                  <c:v>26.086375</c:v>
                </c:pt>
                <c:pt idx="11388">
                  <c:v>59.654000000000011</c:v>
                </c:pt>
                <c:pt idx="11389">
                  <c:v>29.834</c:v>
                </c:pt>
                <c:pt idx="11390">
                  <c:v>131.0565</c:v>
                </c:pt>
                <c:pt idx="11391">
                  <c:v>48.457500000000003</c:v>
                </c:pt>
                <c:pt idx="11392">
                  <c:v>13.845000000000001</c:v>
                </c:pt>
                <c:pt idx="11393">
                  <c:v>47.414749999999991</c:v>
                </c:pt>
                <c:pt idx="11394">
                  <c:v>22.913625</c:v>
                </c:pt>
                <c:pt idx="11395">
                  <c:v>23.973749999999999</c:v>
                </c:pt>
                <c:pt idx="11396">
                  <c:v>18.113499999999998</c:v>
                </c:pt>
                <c:pt idx="11397">
                  <c:v>12.25325</c:v>
                </c:pt>
                <c:pt idx="11398">
                  <c:v>51.664625000000008</c:v>
                </c:pt>
                <c:pt idx="11399">
                  <c:v>28.761749999999999</c:v>
                </c:pt>
                <c:pt idx="11400">
                  <c:v>19.707125000000001</c:v>
                </c:pt>
                <c:pt idx="11401">
                  <c:v>60.733499999999992</c:v>
                </c:pt>
                <c:pt idx="11402">
                  <c:v>67.706874999999997</c:v>
                </c:pt>
                <c:pt idx="11403">
                  <c:v>63.441875000000003</c:v>
                </c:pt>
                <c:pt idx="11404">
                  <c:v>40.517499999999998</c:v>
                </c:pt>
                <c:pt idx="11405">
                  <c:v>200.50200000000001</c:v>
                </c:pt>
                <c:pt idx="11406">
                  <c:v>28.262250000000005</c:v>
                </c:pt>
                <c:pt idx="11407">
                  <c:v>25.062750000000001</c:v>
                </c:pt>
                <c:pt idx="11408">
                  <c:v>11.7315</c:v>
                </c:pt>
                <c:pt idx="11409">
                  <c:v>73.588499999999996</c:v>
                </c:pt>
                <c:pt idx="11410">
                  <c:v>6.3990000000000009</c:v>
                </c:pt>
                <c:pt idx="11411">
                  <c:v>27.195750000000004</c:v>
                </c:pt>
                <c:pt idx="11412">
                  <c:v>33.061500000000002</c:v>
                </c:pt>
                <c:pt idx="11413">
                  <c:v>33.594750000000005</c:v>
                </c:pt>
                <c:pt idx="11414">
                  <c:v>15.9975</c:v>
                </c:pt>
                <c:pt idx="11415">
                  <c:v>13.331250000000001</c:v>
                </c:pt>
                <c:pt idx="11416">
                  <c:v>15.464250000000002</c:v>
                </c:pt>
                <c:pt idx="11417">
                  <c:v>5.3324999999999996</c:v>
                </c:pt>
                <c:pt idx="11418">
                  <c:v>20.263500000000004</c:v>
                </c:pt>
                <c:pt idx="11419">
                  <c:v>13.8645</c:v>
                </c:pt>
                <c:pt idx="11420">
                  <c:v>2.133</c:v>
                </c:pt>
                <c:pt idx="11421">
                  <c:v>9.5984999999999996</c:v>
                </c:pt>
                <c:pt idx="11422">
                  <c:v>#N/A</c:v>
                </c:pt>
                <c:pt idx="11423">
                  <c:v>#N/A</c:v>
                </c:pt>
                <c:pt idx="11424">
                  <c:v>6.3990000000000009</c:v>
                </c:pt>
                <c:pt idx="11425">
                  <c:v>86.386499999999998</c:v>
                </c:pt>
                <c:pt idx="11426">
                  <c:v>3.1995000000000005</c:v>
                </c:pt>
                <c:pt idx="11427">
                  <c:v>#N/A</c:v>
                </c:pt>
                <c:pt idx="11428">
                  <c:v>#N/A</c:v>
                </c:pt>
                <c:pt idx="11429">
                  <c:v>8.532</c:v>
                </c:pt>
                <c:pt idx="11430">
                  <c:v>1.5997500000000002</c:v>
                </c:pt>
                <c:pt idx="11431">
                  <c:v>12.264750000000003</c:v>
                </c:pt>
                <c:pt idx="11432">
                  <c:v>3.7327500000000007</c:v>
                </c:pt>
                <c:pt idx="11433">
                  <c:v>1.5997500000000002</c:v>
                </c:pt>
                <c:pt idx="11434">
                  <c:v>1.0665</c:v>
                </c:pt>
                <c:pt idx="11435">
                  <c:v>0.53325</c:v>
                </c:pt>
                <c:pt idx="11436">
                  <c:v>0.53325</c:v>
                </c:pt>
                <c:pt idx="11437">
                  <c:v>#N/A</c:v>
                </c:pt>
                <c:pt idx="11438">
                  <c:v>#N/A</c:v>
                </c:pt>
                <c:pt idx="11439">
                  <c:v>#N/A</c:v>
                </c:pt>
                <c:pt idx="11440">
                  <c:v>#N/A</c:v>
                </c:pt>
                <c:pt idx="11441">
                  <c:v>#N/A</c:v>
                </c:pt>
                <c:pt idx="11442">
                  <c:v>1.5997500000000002</c:v>
                </c:pt>
                <c:pt idx="11443">
                  <c:v>3.1995000000000005</c:v>
                </c:pt>
                <c:pt idx="11444">
                  <c:v>1.5997500000000002</c:v>
                </c:pt>
                <c:pt idx="11445">
                  <c:v>0.53325</c:v>
                </c:pt>
                <c:pt idx="11446">
                  <c:v>7.4655000000000014</c:v>
                </c:pt>
                <c:pt idx="11447">
                  <c:v>#N/A</c:v>
                </c:pt>
                <c:pt idx="11448">
                  <c:v>#N/A</c:v>
                </c:pt>
                <c:pt idx="11449">
                  <c:v>#N/A</c:v>
                </c:pt>
                <c:pt idx="11450">
                  <c:v>1.5997500000000002</c:v>
                </c:pt>
                <c:pt idx="11451">
                  <c:v>#N/A</c:v>
                </c:pt>
                <c:pt idx="11452">
                  <c:v>#N/A</c:v>
                </c:pt>
                <c:pt idx="11453">
                  <c:v>3.7327500000000007</c:v>
                </c:pt>
                <c:pt idx="11454">
                  <c:v>11.19825</c:v>
                </c:pt>
                <c:pt idx="11455">
                  <c:v>7.4655000000000014</c:v>
                </c:pt>
                <c:pt idx="11456">
                  <c:v>50.658749999999998</c:v>
                </c:pt>
                <c:pt idx="11457">
                  <c:v>86.386499999999998</c:v>
                </c:pt>
                <c:pt idx="11458">
                  <c:v>1.0665</c:v>
                </c:pt>
                <c:pt idx="11459">
                  <c:v>#N/A</c:v>
                </c:pt>
                <c:pt idx="11460">
                  <c:v>#N/A</c:v>
                </c:pt>
                <c:pt idx="11461">
                  <c:v>138.64500000000001</c:v>
                </c:pt>
                <c:pt idx="11462">
                  <c:v>10.131750000000002</c:v>
                </c:pt>
                <c:pt idx="11463">
                  <c:v>9.5984999999999996</c:v>
                </c:pt>
                <c:pt idx="11464">
                  <c:v>29.328749999999999</c:v>
                </c:pt>
                <c:pt idx="11465">
                  <c:v>17.064</c:v>
                </c:pt>
                <c:pt idx="11466">
                  <c:v>#N/A</c:v>
                </c:pt>
                <c:pt idx="11467">
                  <c:v>#N/A</c:v>
                </c:pt>
                <c:pt idx="11468">
                  <c:v>#N/A</c:v>
                </c:pt>
                <c:pt idx="11469">
                  <c:v>132.77925000000002</c:v>
                </c:pt>
                <c:pt idx="11470">
                  <c:v>191.30212499999999</c:v>
                </c:pt>
                <c:pt idx="11471">
                  <c:v>73.554000000000002</c:v>
                </c:pt>
                <c:pt idx="11472">
                  <c:v>115.182</c:v>
                </c:pt>
                <c:pt idx="11473">
                  <c:v>136.512</c:v>
                </c:pt>
                <c:pt idx="11474">
                  <c:v>13.331250000000001</c:v>
                </c:pt>
                <c:pt idx="11475">
                  <c:v>13.8645</c:v>
                </c:pt>
                <c:pt idx="11476">
                  <c:v>17.597250000000003</c:v>
                </c:pt>
                <c:pt idx="11477">
                  <c:v>2.6662499999999998</c:v>
                </c:pt>
                <c:pt idx="11478">
                  <c:v>7.9987500000000002</c:v>
                </c:pt>
                <c:pt idx="11479">
                  <c:v>3.7327500000000007</c:v>
                </c:pt>
                <c:pt idx="11480">
                  <c:v>1.5997500000000002</c:v>
                </c:pt>
                <c:pt idx="11481">
                  <c:v>#N/A</c:v>
                </c:pt>
                <c:pt idx="11482">
                  <c:v>#N/A</c:v>
                </c:pt>
                <c:pt idx="11483">
                  <c:v>#N/A</c:v>
                </c:pt>
                <c:pt idx="11484">
                  <c:v>0.53325</c:v>
                </c:pt>
                <c:pt idx="11485">
                  <c:v>1.5997500000000002</c:v>
                </c:pt>
                <c:pt idx="11486">
                  <c:v>9.5984999999999996</c:v>
                </c:pt>
                <c:pt idx="11487">
                  <c:v>5.8657500000000002</c:v>
                </c:pt>
                <c:pt idx="11488">
                  <c:v>6.3990000000000009</c:v>
                </c:pt>
                <c:pt idx="11489">
                  <c:v>#N/A</c:v>
                </c:pt>
                <c:pt idx="11490">
                  <c:v>#N/A</c:v>
                </c:pt>
                <c:pt idx="11491">
                  <c:v>3.7327500000000007</c:v>
                </c:pt>
                <c:pt idx="11492">
                  <c:v>0.53325</c:v>
                </c:pt>
                <c:pt idx="11493">
                  <c:v>1.5997500000000002</c:v>
                </c:pt>
                <c:pt idx="11494">
                  <c:v>3.1995000000000005</c:v>
                </c:pt>
                <c:pt idx="11495">
                  <c:v>#N/A</c:v>
                </c:pt>
                <c:pt idx="11496">
                  <c:v>#N/A</c:v>
                </c:pt>
                <c:pt idx="11497">
                  <c:v>#N/A</c:v>
                </c:pt>
                <c:pt idx="11498">
                  <c:v>#N/A</c:v>
                </c:pt>
                <c:pt idx="11499">
                  <c:v>1.0665</c:v>
                </c:pt>
                <c:pt idx="11500">
                  <c:v>0.53325</c:v>
                </c:pt>
                <c:pt idx="11501">
                  <c:v>#N/A</c:v>
                </c:pt>
                <c:pt idx="11502">
                  <c:v>#N/A</c:v>
                </c:pt>
                <c:pt idx="11503">
                  <c:v>#N/A</c:v>
                </c:pt>
                <c:pt idx="11504">
                  <c:v>#N/A</c:v>
                </c:pt>
                <c:pt idx="11505">
                  <c:v>78.387750000000011</c:v>
                </c:pt>
                <c:pt idx="11506">
                  <c:v>11.7315</c:v>
                </c:pt>
                <c:pt idx="11507">
                  <c:v>10.664999999999999</c:v>
                </c:pt>
                <c:pt idx="11508">
                  <c:v>13.331250000000001</c:v>
                </c:pt>
                <c:pt idx="11509">
                  <c:v>20.263500000000004</c:v>
                </c:pt>
                <c:pt idx="11510">
                  <c:v>#N/A</c:v>
                </c:pt>
                <c:pt idx="11511">
                  <c:v>#N/A</c:v>
                </c:pt>
                <c:pt idx="11512">
                  <c:v>#N/A</c:v>
                </c:pt>
                <c:pt idx="11513">
                  <c:v>#N/A</c:v>
                </c:pt>
                <c:pt idx="11514">
                  <c:v>3.7327500000000007</c:v>
                </c:pt>
                <c:pt idx="11515">
                  <c:v>5.8657500000000002</c:v>
                </c:pt>
                <c:pt idx="11516">
                  <c:v>#N/A</c:v>
                </c:pt>
                <c:pt idx="11517">
                  <c:v>#N/A</c:v>
                </c:pt>
                <c:pt idx="11518">
                  <c:v>#N/A</c:v>
                </c:pt>
                <c:pt idx="11519">
                  <c:v>#N/A</c:v>
                </c:pt>
                <c:pt idx="11520">
                  <c:v>#N/A</c:v>
                </c:pt>
                <c:pt idx="11521">
                  <c:v>#N/A</c:v>
                </c:pt>
                <c:pt idx="11522">
                  <c:v>#N/A</c:v>
                </c:pt>
                <c:pt idx="11523">
                  <c:v>#N/A</c:v>
                </c:pt>
                <c:pt idx="11524">
                  <c:v>#N/A</c:v>
                </c:pt>
                <c:pt idx="11525">
                  <c:v>27.393374999999999</c:v>
                </c:pt>
                <c:pt idx="11526">
                  <c:v>79.124499999999998</c:v>
                </c:pt>
                <c:pt idx="11527">
                  <c:v>17.103999999999999</c:v>
                </c:pt>
                <c:pt idx="11528">
                  <c:v>50.442750000000011</c:v>
                </c:pt>
                <c:pt idx="11529">
                  <c:v>28.381499999999996</c:v>
                </c:pt>
                <c:pt idx="11530">
                  <c:v>65.209000000000003</c:v>
                </c:pt>
                <c:pt idx="11531">
                  <c:v>28.335125000000001</c:v>
                </c:pt>
                <c:pt idx="11532">
                  <c:v>67.347000000000008</c:v>
                </c:pt>
                <c:pt idx="11533">
                  <c:v>21.904249999999994</c:v>
                </c:pt>
                <c:pt idx="11534">
                  <c:v>23.507000000000001</c:v>
                </c:pt>
                <c:pt idx="11535">
                  <c:v>63.056249999999999</c:v>
                </c:pt>
                <c:pt idx="11536">
                  <c:v>123.1075</c:v>
                </c:pt>
                <c:pt idx="11537">
                  <c:v>82.983125000000001</c:v>
                </c:pt>
                <c:pt idx="11538">
                  <c:v>41.768999999999998</c:v>
                </c:pt>
                <c:pt idx="11539">
                  <c:v>64.825750000000014</c:v>
                </c:pt>
                <c:pt idx="11540">
                  <c:v>33.760125000000002</c:v>
                </c:pt>
                <c:pt idx="11541">
                  <c:v>47.156999999999996</c:v>
                </c:pt>
                <c:pt idx="11542">
                  <c:v>50.360500000000002</c:v>
                </c:pt>
                <c:pt idx="11543">
                  <c:v>49.265999999999991</c:v>
                </c:pt>
                <c:pt idx="11544">
                  <c:v>135.35499999999999</c:v>
                </c:pt>
                <c:pt idx="11545">
                  <c:v>36.388500000000008</c:v>
                </c:pt>
                <c:pt idx="11546">
                  <c:v>18.725000000000001</c:v>
                </c:pt>
                <c:pt idx="11547">
                  <c:v>27.813500000000001</c:v>
                </c:pt>
                <c:pt idx="11548">
                  <c:v>20.320499999999999</c:v>
                </c:pt>
                <c:pt idx="11549">
                  <c:v>9.6322500000000009</c:v>
                </c:pt>
                <c:pt idx="11550">
                  <c:v>34.807499999999997</c:v>
                </c:pt>
                <c:pt idx="11551">
                  <c:v>108.731875</c:v>
                </c:pt>
                <c:pt idx="11552">
                  <c:v>45.549374999999998</c:v>
                </c:pt>
                <c:pt idx="11553">
                  <c:v>30.009</c:v>
                </c:pt>
                <c:pt idx="11554">
                  <c:v>38.073749999999997</c:v>
                </c:pt>
                <c:pt idx="11555">
                  <c:v>86.336250000000007</c:v>
                </c:pt>
                <c:pt idx="11556">
                  <c:v>65.943375000000003</c:v>
                </c:pt>
                <c:pt idx="11557">
                  <c:v>59.509874999999994</c:v>
                </c:pt>
                <c:pt idx="11558">
                  <c:v>79.826750000000004</c:v>
                </c:pt>
                <c:pt idx="11559">
                  <c:v>38.573999999999998</c:v>
                </c:pt>
                <c:pt idx="11560">
                  <c:v>41.798250000000003</c:v>
                </c:pt>
                <c:pt idx="11561">
                  <c:v>94.248000000000005</c:v>
                </c:pt>
                <c:pt idx="11562">
                  <c:v>41.204625000000007</c:v>
                </c:pt>
                <c:pt idx="11563">
                  <c:v>55.614000000000011</c:v>
                </c:pt>
                <c:pt idx="11564">
                  <c:v>41.166125000000001</c:v>
                </c:pt>
                <c:pt idx="11565">
                  <c:v>32.085000000000001</c:v>
                </c:pt>
                <c:pt idx="11566">
                  <c:v>26.196625000000001</c:v>
                </c:pt>
                <c:pt idx="11567">
                  <c:v>16.577250000000003</c:v>
                </c:pt>
                <c:pt idx="11568">
                  <c:v>33.681375000000003</c:v>
                </c:pt>
                <c:pt idx="11569">
                  <c:v>13.897</c:v>
                </c:pt>
                <c:pt idx="11570">
                  <c:v>10.6875</c:v>
                </c:pt>
                <c:pt idx="11571">
                  <c:v>20.315750000000001</c:v>
                </c:pt>
                <c:pt idx="11572">
                  <c:v>58.274124999999991</c:v>
                </c:pt>
                <c:pt idx="11573">
                  <c:v>72.709000000000003</c:v>
                </c:pt>
                <c:pt idx="11574">
                  <c:v>8.5540000000000003</c:v>
                </c:pt>
                <c:pt idx="11575">
                  <c:v>48.685000000000002</c:v>
                </c:pt>
                <c:pt idx="11576">
                  <c:v>48.696375000000003</c:v>
                </c:pt>
                <c:pt idx="11577">
                  <c:v>31.051749999999998</c:v>
                </c:pt>
                <c:pt idx="11578">
                  <c:v>21.950375000000001</c:v>
                </c:pt>
                <c:pt idx="11579">
                  <c:v>50.313499999999991</c:v>
                </c:pt>
                <c:pt idx="11580">
                  <c:v>66.953125</c:v>
                </c:pt>
                <c:pt idx="11581">
                  <c:v>55.744000000000007</c:v>
                </c:pt>
                <c:pt idx="11582">
                  <c:v>46.085250000000002</c:v>
                </c:pt>
                <c:pt idx="11583">
                  <c:v>42.88</c:v>
                </c:pt>
                <c:pt idx="11584">
                  <c:v>26.263999999999999</c:v>
                </c:pt>
                <c:pt idx="11585">
                  <c:v>63.203749999999999</c:v>
                </c:pt>
                <c:pt idx="11586">
                  <c:v>50.884374999999999</c:v>
                </c:pt>
                <c:pt idx="11587">
                  <c:v>43.921250000000001</c:v>
                </c:pt>
                <c:pt idx="11588">
                  <c:v>28.394750000000005</c:v>
                </c:pt>
                <c:pt idx="11589">
                  <c:v>17.679750000000002</c:v>
                </c:pt>
                <c:pt idx="11590">
                  <c:v>46.599375000000002</c:v>
                </c:pt>
                <c:pt idx="11591">
                  <c:v>44.415374999999997</c:v>
                </c:pt>
                <c:pt idx="11592">
                  <c:v>28.88325</c:v>
                </c:pt>
                <c:pt idx="11593">
                  <c:v>114.57025</c:v>
                </c:pt>
                <c:pt idx="11594">
                  <c:v>34.287999999999997</c:v>
                </c:pt>
                <c:pt idx="11595">
                  <c:v>64.275000000000006</c:v>
                </c:pt>
                <c:pt idx="11596">
                  <c:v>31.601875</c:v>
                </c:pt>
                <c:pt idx="11597">
                  <c:v>28.917000000000002</c:v>
                </c:pt>
                <c:pt idx="11598">
                  <c:v>28.923749999999998</c:v>
                </c:pt>
                <c:pt idx="11599">
                  <c:v>56.802750000000003</c:v>
                </c:pt>
                <c:pt idx="11600">
                  <c:v>52.004124999999988</c:v>
                </c:pt>
                <c:pt idx="11601">
                  <c:v>106.25175000000002</c:v>
                </c:pt>
                <c:pt idx="11602">
                  <c:v>48.832875000000001</c:v>
                </c:pt>
                <c:pt idx="11603">
                  <c:v>26.294625</c:v>
                </c:pt>
                <c:pt idx="11604">
                  <c:v>22.532999999999994</c:v>
                </c:pt>
                <c:pt idx="11605">
                  <c:v>53.637500000000003</c:v>
                </c:pt>
                <c:pt idx="11606">
                  <c:v>82.543999999999997</c:v>
                </c:pt>
                <c:pt idx="11607">
                  <c:v>158.65600000000001</c:v>
                </c:pt>
                <c:pt idx="11608">
                  <c:v>41.252750000000006</c:v>
                </c:pt>
                <c:pt idx="11609">
                  <c:v>37.493749999999999</c:v>
                </c:pt>
                <c:pt idx="11610">
                  <c:v>30.002000000000006</c:v>
                </c:pt>
                <c:pt idx="11611">
                  <c:v>51.991999999999997</c:v>
                </c:pt>
                <c:pt idx="11612">
                  <c:v>31.073500000000006</c:v>
                </c:pt>
                <c:pt idx="11613">
                  <c:v>90.499499999999983</c:v>
                </c:pt>
                <c:pt idx="11614">
                  <c:v>61.018499999999989</c:v>
                </c:pt>
                <c:pt idx="11615">
                  <c:v>90.95</c:v>
                </c:pt>
                <c:pt idx="11616">
                  <c:v>75.435000000000002</c:v>
                </c:pt>
                <c:pt idx="11617">
                  <c:v>97.905000000000001</c:v>
                </c:pt>
                <c:pt idx="11618">
                  <c:v>83.995000000000005</c:v>
                </c:pt>
                <c:pt idx="11619">
                  <c:v>35.853375</c:v>
                </c:pt>
                <c:pt idx="11620">
                  <c:v>57.271749999999997</c:v>
                </c:pt>
                <c:pt idx="11621">
                  <c:v>66.370999999999995</c:v>
                </c:pt>
                <c:pt idx="11622">
                  <c:v>52.503500000000003</c:v>
                </c:pt>
                <c:pt idx="11623">
                  <c:v>58.946249999999999</c:v>
                </c:pt>
                <c:pt idx="11624">
                  <c:v>74.469250000000002</c:v>
                </c:pt>
                <c:pt idx="11625">
                  <c:v>70.685999999999993</c:v>
                </c:pt>
                <c:pt idx="11626">
                  <c:v>40.190624999999997</c:v>
                </c:pt>
                <c:pt idx="11627">
                  <c:v>56.789500000000011</c:v>
                </c:pt>
                <c:pt idx="11628">
                  <c:v>16.076250000000002</c:v>
                </c:pt>
                <c:pt idx="11629">
                  <c:v>98.600999999999999</c:v>
                </c:pt>
                <c:pt idx="11630">
                  <c:v>56.816000000000003</c:v>
                </c:pt>
                <c:pt idx="11631">
                  <c:v>18.224</c:v>
                </c:pt>
                <c:pt idx="11632">
                  <c:v>36.456499999999998</c:v>
                </c:pt>
                <c:pt idx="11633">
                  <c:v>52.004124999999988</c:v>
                </c:pt>
                <c:pt idx="11634">
                  <c:v>39.137124999999997</c:v>
                </c:pt>
                <c:pt idx="11635">
                  <c:v>52.564749999999997</c:v>
                </c:pt>
                <c:pt idx="11636">
                  <c:v>45.065999999999988</c:v>
                </c:pt>
                <c:pt idx="11637">
                  <c:v>78.347250000000003</c:v>
                </c:pt>
                <c:pt idx="11638">
                  <c:v>63.843499999999992</c:v>
                </c:pt>
                <c:pt idx="11639">
                  <c:v>22.001625000000001</c:v>
                </c:pt>
                <c:pt idx="11640">
                  <c:v>33.278500000000001</c:v>
                </c:pt>
                <c:pt idx="11641">
                  <c:v>71.924499999999995</c:v>
                </c:pt>
                <c:pt idx="11642">
                  <c:v>54.761249999999997</c:v>
                </c:pt>
                <c:pt idx="11643">
                  <c:v>68.736000000000004</c:v>
                </c:pt>
                <c:pt idx="11644">
                  <c:v>85.402874999999995</c:v>
                </c:pt>
                <c:pt idx="11645">
                  <c:v>166.01025000000001</c:v>
                </c:pt>
                <c:pt idx="11646">
                  <c:v>81.143624999999986</c:v>
                </c:pt>
                <c:pt idx="11647">
                  <c:v>112.82250000000001</c:v>
                </c:pt>
                <c:pt idx="11648">
                  <c:v>115.5625</c:v>
                </c:pt>
                <c:pt idx="11649">
                  <c:v>131.02800000000002</c:v>
                </c:pt>
                <c:pt idx="11650">
                  <c:v>175.47637499999999</c:v>
                </c:pt>
                <c:pt idx="11651">
                  <c:v>111.08137499999999</c:v>
                </c:pt>
                <c:pt idx="11652">
                  <c:v>105.715125</c:v>
                </c:pt>
                <c:pt idx="11653">
                  <c:v>67.630499999999984</c:v>
                </c:pt>
                <c:pt idx="11654">
                  <c:v>183.97662500000004</c:v>
                </c:pt>
                <c:pt idx="11655">
                  <c:v>40.21875</c:v>
                </c:pt>
                <c:pt idx="11656">
                  <c:v>48.798749999999998</c:v>
                </c:pt>
                <c:pt idx="11657">
                  <c:v>48.798749999999998</c:v>
                </c:pt>
                <c:pt idx="11658">
                  <c:v>72.879000000000005</c:v>
                </c:pt>
                <c:pt idx="11659">
                  <c:v>71.287999999999997</c:v>
                </c:pt>
                <c:pt idx="11660">
                  <c:v>65.912625000000006</c:v>
                </c:pt>
                <c:pt idx="11661">
                  <c:v>90.541750000000022</c:v>
                </c:pt>
                <c:pt idx="11662">
                  <c:v>44.456874999999997</c:v>
                </c:pt>
                <c:pt idx="11663">
                  <c:v>65.330999999999989</c:v>
                </c:pt>
                <c:pt idx="11664">
                  <c:v>111.306</c:v>
                </c:pt>
                <c:pt idx="11665">
                  <c:v>81.319999999999993</c:v>
                </c:pt>
                <c:pt idx="11666">
                  <c:v>119.756</c:v>
                </c:pt>
                <c:pt idx="11667">
                  <c:v>109.598125</c:v>
                </c:pt>
                <c:pt idx="11668">
                  <c:v>280.546875</c:v>
                </c:pt>
                <c:pt idx="11669">
                  <c:v>121.69499999999999</c:v>
                </c:pt>
                <c:pt idx="11670">
                  <c:v>254.24100000000001</c:v>
                </c:pt>
                <c:pt idx="11671">
                  <c:v>325.739375</c:v>
                </c:pt>
                <c:pt idx="11672">
                  <c:v>132.215</c:v>
                </c:pt>
                <c:pt idx="11673">
                  <c:v>279.95625000000001</c:v>
                </c:pt>
                <c:pt idx="11674">
                  <c:v>111.475375</c:v>
                </c:pt>
                <c:pt idx="11675">
                  <c:v>104.0325</c:v>
                </c:pt>
                <c:pt idx="11676">
                  <c:v>138.67750000000001</c:v>
                </c:pt>
                <c:pt idx="11677">
                  <c:v>138.61250000000001</c:v>
                </c:pt>
                <c:pt idx="11678">
                  <c:v>50.658749999999998</c:v>
                </c:pt>
                <c:pt idx="11679">
                  <c:v>92.230625000000003</c:v>
                </c:pt>
                <c:pt idx="11680">
                  <c:v>77.266874999999999</c:v>
                </c:pt>
                <c:pt idx="11681">
                  <c:v>204.76800000000003</c:v>
                </c:pt>
                <c:pt idx="11682">
                  <c:v>178.59687500000001</c:v>
                </c:pt>
                <c:pt idx="11683">
                  <c:v>104.49250000000001</c:v>
                </c:pt>
                <c:pt idx="11684">
                  <c:v>125.284375</c:v>
                </c:pt>
                <c:pt idx="11685">
                  <c:v>76.290499999999994</c:v>
                </c:pt>
                <c:pt idx="11686">
                  <c:v>58.165125000000003</c:v>
                </c:pt>
                <c:pt idx="11687">
                  <c:v>86.447249999999997</c:v>
                </c:pt>
                <c:pt idx="11688">
                  <c:v>32.017499999999998</c:v>
                </c:pt>
                <c:pt idx="11689">
                  <c:v>53.375</c:v>
                </c:pt>
                <c:pt idx="11690">
                  <c:v>56.564249999999987</c:v>
                </c:pt>
                <c:pt idx="11691">
                  <c:v>50.16075</c:v>
                </c:pt>
                <c:pt idx="11692">
                  <c:v>58.72625</c:v>
                </c:pt>
                <c:pt idx="11693">
                  <c:v>107.334</c:v>
                </c:pt>
                <c:pt idx="11694">
                  <c:v>59.822000000000003</c:v>
                </c:pt>
                <c:pt idx="11695">
                  <c:v>120.5145</c:v>
                </c:pt>
                <c:pt idx="11696">
                  <c:v>29.862000000000005</c:v>
                </c:pt>
                <c:pt idx="11697">
                  <c:v>57.057750000000013</c:v>
                </c:pt>
                <c:pt idx="11698">
                  <c:v>29.335625</c:v>
                </c:pt>
                <c:pt idx="11699">
                  <c:v>69.855750000000015</c:v>
                </c:pt>
                <c:pt idx="11700">
                  <c:v>33.578999999999994</c:v>
                </c:pt>
                <c:pt idx="11701">
                  <c:v>154.95750000000001</c:v>
                </c:pt>
                <c:pt idx="11702">
                  <c:v>63.382375000000003</c:v>
                </c:pt>
                <c:pt idx="11703">
                  <c:v>136.78825000000001</c:v>
                </c:pt>
                <c:pt idx="11704">
                  <c:v>106.957125</c:v>
                </c:pt>
                <c:pt idx="11705">
                  <c:v>56.937375000000003</c:v>
                </c:pt>
                <c:pt idx="11706">
                  <c:v>80.350875000000002</c:v>
                </c:pt>
                <c:pt idx="11707">
                  <c:v>101.68362500000001</c:v>
                </c:pt>
                <c:pt idx="11708">
                  <c:v>51.132000000000012</c:v>
                </c:pt>
                <c:pt idx="11709">
                  <c:v>60.214874999999999</c:v>
                </c:pt>
                <c:pt idx="11710">
                  <c:v>56.49799999999999</c:v>
                </c:pt>
                <c:pt idx="11711">
                  <c:v>55.419000000000011</c:v>
                </c:pt>
                <c:pt idx="11712">
                  <c:v>122.08562499999999</c:v>
                </c:pt>
                <c:pt idx="11713">
                  <c:v>101.65975</c:v>
                </c:pt>
                <c:pt idx="11714">
                  <c:v>76.129625000000004</c:v>
                </c:pt>
                <c:pt idx="11715">
                  <c:v>50.551875000000003</c:v>
                </c:pt>
                <c:pt idx="11716">
                  <c:v>43.091999999999999</c:v>
                </c:pt>
                <c:pt idx="11717">
                  <c:v>55.340999999999994</c:v>
                </c:pt>
                <c:pt idx="11718">
                  <c:v>32.999500000000005</c:v>
                </c:pt>
                <c:pt idx="11719">
                  <c:v>81.947249999999997</c:v>
                </c:pt>
                <c:pt idx="11720">
                  <c:v>71.836875000000006</c:v>
                </c:pt>
                <c:pt idx="11721">
                  <c:v>49.475999999999999</c:v>
                </c:pt>
                <c:pt idx="11722">
                  <c:v>56.897249999999993</c:v>
                </c:pt>
                <c:pt idx="11723">
                  <c:v>79.286624999999987</c:v>
                </c:pt>
                <c:pt idx="11724">
                  <c:v>30.324000000000002</c:v>
                </c:pt>
                <c:pt idx="11725">
                  <c:v>67.079249999999988</c:v>
                </c:pt>
                <c:pt idx="11726">
                  <c:v>65.512874999999994</c:v>
                </c:pt>
                <c:pt idx="11727">
                  <c:v>77.708500000000001</c:v>
                </c:pt>
                <c:pt idx="11728">
                  <c:v>83.582875000000001</c:v>
                </c:pt>
                <c:pt idx="11729">
                  <c:v>32.474874999999997</c:v>
                </c:pt>
                <c:pt idx="11730">
                  <c:v>61.741</c:v>
                </c:pt>
                <c:pt idx="11731">
                  <c:v>32.474874999999997</c:v>
                </c:pt>
                <c:pt idx="11732">
                  <c:v>18.105</c:v>
                </c:pt>
                <c:pt idx="11733">
                  <c:v>53.782499999999999</c:v>
                </c:pt>
                <c:pt idx="11734">
                  <c:v>35.153250000000007</c:v>
                </c:pt>
                <c:pt idx="11735">
                  <c:v>48.468874999999997</c:v>
                </c:pt>
                <c:pt idx="11736">
                  <c:v>14.91</c:v>
                </c:pt>
                <c:pt idx="11737">
                  <c:v>59.64</c:v>
                </c:pt>
                <c:pt idx="11738">
                  <c:v>17.580749999999998</c:v>
                </c:pt>
                <c:pt idx="11739">
                  <c:v>58.083375000000011</c:v>
                </c:pt>
                <c:pt idx="11740">
                  <c:v>38.908999999999992</c:v>
                </c:pt>
                <c:pt idx="11741">
                  <c:v>42.116875</c:v>
                </c:pt>
                <c:pt idx="11742">
                  <c:v>30.388124999999999</c:v>
                </c:pt>
                <c:pt idx="11743">
                  <c:v>56.004375000000003</c:v>
                </c:pt>
                <c:pt idx="11744">
                  <c:v>36.802875</c:v>
                </c:pt>
                <c:pt idx="11745">
                  <c:v>42.67</c:v>
                </c:pt>
                <c:pt idx="11746">
                  <c:v>115.26300000000001</c:v>
                </c:pt>
                <c:pt idx="11747">
                  <c:v>83.245499999999993</c:v>
                </c:pt>
                <c:pt idx="11748">
                  <c:v>66.734375</c:v>
                </c:pt>
                <c:pt idx="11749">
                  <c:v>78.479625000000013</c:v>
                </c:pt>
                <c:pt idx="11750">
                  <c:v>49.650374999999997</c:v>
                </c:pt>
                <c:pt idx="11751">
                  <c:v>24.03</c:v>
                </c:pt>
                <c:pt idx="11752">
                  <c:v>90.245999999999995</c:v>
                </c:pt>
                <c:pt idx="11753">
                  <c:v>131.48699999999999</c:v>
                </c:pt>
                <c:pt idx="11754">
                  <c:v>83.421000000000006</c:v>
                </c:pt>
                <c:pt idx="11755">
                  <c:v>75.9345</c:v>
                </c:pt>
                <c:pt idx="11756">
                  <c:v>80.212500000000006</c:v>
                </c:pt>
                <c:pt idx="11757">
                  <c:v>48.15</c:v>
                </c:pt>
                <c:pt idx="11758">
                  <c:v>83.46</c:v>
                </c:pt>
                <c:pt idx="11759">
                  <c:v>71.155000000000001</c:v>
                </c:pt>
                <c:pt idx="11760">
                  <c:v>49.755000000000003</c:v>
                </c:pt>
                <c:pt idx="11761">
                  <c:v>14223.605625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FE1-4889-918C-55818B78EA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82134495"/>
        <c:axId val="382125343"/>
      </c:lineChart>
      <c:catAx>
        <c:axId val="101445049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+mn-cs"/>
              </a:defRPr>
            </a:pPr>
            <a:endParaRPr lang="ko-KR"/>
          </a:p>
        </c:txPr>
        <c:crossAx val="1014447999"/>
        <c:crosses val="autoZero"/>
        <c:auto val="0"/>
        <c:lblAlgn val="ctr"/>
        <c:lblOffset val="100"/>
        <c:noMultiLvlLbl val="0"/>
      </c:catAx>
      <c:valAx>
        <c:axId val="10144479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oPub돋움체_Pro Light" panose="02020603020101020101" pitchFamily="18" charset="-127"/>
                    <a:ea typeface="KoPub돋움체_Pro Light" panose="02020603020101020101" pitchFamily="18" charset="-127"/>
                    <a:cs typeface="+mn-cs"/>
                  </a:defRPr>
                </a:pPr>
                <a:r>
                  <a:rPr lang="ko-KR"/>
                  <a:t>일간 누적수익률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_Pro Light" panose="02020603020101020101" pitchFamily="18" charset="-127"/>
                  <a:ea typeface="KoPub돋움체_Pro Light" panose="02020603020101020101" pitchFamily="18" charset="-127"/>
                  <a:cs typeface="+mn-cs"/>
                </a:defRPr>
              </a:pPr>
              <a:endParaRPr lang="ko-KR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+mn-cs"/>
              </a:defRPr>
            </a:pPr>
            <a:endParaRPr lang="ko-KR"/>
          </a:p>
        </c:txPr>
        <c:crossAx val="1014450495"/>
        <c:crosses val="autoZero"/>
        <c:crossBetween val="between"/>
      </c:valAx>
      <c:valAx>
        <c:axId val="382125343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oPub돋움체_Pro Light" panose="02020603020101020101" pitchFamily="18" charset="-127"/>
                    <a:ea typeface="KoPub돋움체_Pro Light" panose="02020603020101020101" pitchFamily="18" charset="-127"/>
                    <a:cs typeface="+mn-cs"/>
                  </a:defRPr>
                </a:pPr>
                <a:r>
                  <a:rPr lang="en-US" dirty="0"/>
                  <a:t>KOSPI200 </a:t>
                </a:r>
                <a:r>
                  <a:rPr lang="ko-KR" dirty="0"/>
                  <a:t>선물 거래대금</a:t>
                </a:r>
                <a:r>
                  <a:rPr lang="en-US" altLang="ko-KR" dirty="0"/>
                  <a:t> </a:t>
                </a:r>
                <a:r>
                  <a:rPr lang="en-US" dirty="0"/>
                  <a:t>(</a:t>
                </a:r>
                <a:r>
                  <a:rPr lang="ko-KR" dirty="0"/>
                  <a:t>억</a:t>
                </a:r>
                <a:r>
                  <a:rPr lang="en-US" dirty="0"/>
                  <a:t>)</a:t>
                </a:r>
                <a:endParaRPr lang="ko-KR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_Pro Light" panose="02020603020101020101" pitchFamily="18" charset="-127"/>
                  <a:ea typeface="KoPub돋움체_Pro Light" panose="02020603020101020101" pitchFamily="18" charset="-127"/>
                  <a:cs typeface="+mn-cs"/>
                </a:defRPr>
              </a:pPr>
              <a:endParaRPr lang="ko-KR"/>
            </a:p>
          </c:txPr>
        </c:title>
        <c:numFmt formatCode="#,##0_);[Red]\(#,##0\)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+mn-cs"/>
              </a:defRPr>
            </a:pPr>
            <a:endParaRPr lang="ko-KR"/>
          </a:p>
        </c:txPr>
        <c:crossAx val="382134495"/>
        <c:crosses val="max"/>
        <c:crossBetween val="between"/>
      </c:valAx>
      <c:catAx>
        <c:axId val="38213449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82125343"/>
        <c:crosses val="autoZero"/>
        <c:auto val="0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800">
          <a:latin typeface="KoPub돋움체_Pro Light" panose="02020603020101020101" pitchFamily="18" charset="-127"/>
          <a:ea typeface="KoPub돋움체_Pro Light" panose="02020603020101020101" pitchFamily="18" charset="-127"/>
        </a:defRPr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454618278200456"/>
          <c:y val="2.9569892473118281E-2"/>
          <c:w val="0.77613047314233397"/>
          <c:h val="0.83690246380492761"/>
        </c:manualLayout>
      </c:layout>
      <c:areaChart>
        <c:grouping val="standard"/>
        <c:varyColors val="0"/>
        <c:ser>
          <c:idx val="1"/>
          <c:order val="0"/>
          <c:tx>
            <c:strRef>
              <c:f>Sheet4!$AM$14</c:f>
              <c:strCache>
                <c:ptCount val="1"/>
                <c:pt idx="0">
                  <c:v>일일재조정거래 (억) (좌)</c:v>
                </c:pt>
              </c:strCache>
            </c:strRef>
          </c:tx>
          <c:spPr>
            <a:solidFill>
              <a:schemeClr val="accent2"/>
            </a:solidFill>
            <a:ln w="25400">
              <a:noFill/>
            </a:ln>
            <a:effectLst/>
          </c:spPr>
          <c:cat>
            <c:numRef>
              <c:f>Sheet4!$AK$15:$AK$2551</c:f>
              <c:numCache>
                <c:formatCode>yyyy\-mm\-dd</c:formatCode>
                <c:ptCount val="2537"/>
                <c:pt idx="0">
                  <c:v>40182</c:v>
                </c:pt>
                <c:pt idx="1">
                  <c:v>40183</c:v>
                </c:pt>
                <c:pt idx="2">
                  <c:v>40184</c:v>
                </c:pt>
                <c:pt idx="3">
                  <c:v>40185</c:v>
                </c:pt>
                <c:pt idx="4">
                  <c:v>40186</c:v>
                </c:pt>
                <c:pt idx="5">
                  <c:v>40189</c:v>
                </c:pt>
                <c:pt idx="6">
                  <c:v>40190</c:v>
                </c:pt>
                <c:pt idx="7">
                  <c:v>40191</c:v>
                </c:pt>
                <c:pt idx="8">
                  <c:v>40192</c:v>
                </c:pt>
                <c:pt idx="9">
                  <c:v>40193</c:v>
                </c:pt>
                <c:pt idx="10">
                  <c:v>40196</c:v>
                </c:pt>
                <c:pt idx="11">
                  <c:v>40197</c:v>
                </c:pt>
                <c:pt idx="12">
                  <c:v>40198</c:v>
                </c:pt>
                <c:pt idx="13">
                  <c:v>40199</c:v>
                </c:pt>
                <c:pt idx="14">
                  <c:v>40200</c:v>
                </c:pt>
                <c:pt idx="15">
                  <c:v>40203</c:v>
                </c:pt>
                <c:pt idx="16">
                  <c:v>40204</c:v>
                </c:pt>
                <c:pt idx="17">
                  <c:v>40205</c:v>
                </c:pt>
                <c:pt idx="18">
                  <c:v>40206</c:v>
                </c:pt>
                <c:pt idx="19">
                  <c:v>40207</c:v>
                </c:pt>
                <c:pt idx="20">
                  <c:v>40210</c:v>
                </c:pt>
                <c:pt idx="21">
                  <c:v>40211</c:v>
                </c:pt>
                <c:pt idx="22">
                  <c:v>40212</c:v>
                </c:pt>
                <c:pt idx="23">
                  <c:v>40213</c:v>
                </c:pt>
                <c:pt idx="24">
                  <c:v>40214</c:v>
                </c:pt>
                <c:pt idx="25">
                  <c:v>40217</c:v>
                </c:pt>
                <c:pt idx="26">
                  <c:v>40218</c:v>
                </c:pt>
                <c:pt idx="27">
                  <c:v>40219</c:v>
                </c:pt>
                <c:pt idx="28">
                  <c:v>40220</c:v>
                </c:pt>
                <c:pt idx="29">
                  <c:v>40221</c:v>
                </c:pt>
                <c:pt idx="30">
                  <c:v>40225</c:v>
                </c:pt>
                <c:pt idx="31">
                  <c:v>40226</c:v>
                </c:pt>
                <c:pt idx="32">
                  <c:v>40227</c:v>
                </c:pt>
                <c:pt idx="33">
                  <c:v>40228</c:v>
                </c:pt>
                <c:pt idx="34">
                  <c:v>40231</c:v>
                </c:pt>
                <c:pt idx="35">
                  <c:v>40232</c:v>
                </c:pt>
                <c:pt idx="36">
                  <c:v>40233</c:v>
                </c:pt>
                <c:pt idx="37">
                  <c:v>40234</c:v>
                </c:pt>
                <c:pt idx="38">
                  <c:v>40235</c:v>
                </c:pt>
                <c:pt idx="39">
                  <c:v>40239</c:v>
                </c:pt>
                <c:pt idx="40">
                  <c:v>40240</c:v>
                </c:pt>
                <c:pt idx="41">
                  <c:v>40241</c:v>
                </c:pt>
                <c:pt idx="42">
                  <c:v>40242</c:v>
                </c:pt>
                <c:pt idx="43">
                  <c:v>40245</c:v>
                </c:pt>
                <c:pt idx="44">
                  <c:v>40246</c:v>
                </c:pt>
                <c:pt idx="45">
                  <c:v>40247</c:v>
                </c:pt>
                <c:pt idx="46">
                  <c:v>40248</c:v>
                </c:pt>
                <c:pt idx="47">
                  <c:v>40249</c:v>
                </c:pt>
                <c:pt idx="48">
                  <c:v>40252</c:v>
                </c:pt>
                <c:pt idx="49">
                  <c:v>40253</c:v>
                </c:pt>
                <c:pt idx="50">
                  <c:v>40254</c:v>
                </c:pt>
                <c:pt idx="51">
                  <c:v>40255</c:v>
                </c:pt>
                <c:pt idx="52">
                  <c:v>40256</c:v>
                </c:pt>
                <c:pt idx="53">
                  <c:v>40259</c:v>
                </c:pt>
                <c:pt idx="54">
                  <c:v>40260</c:v>
                </c:pt>
                <c:pt idx="55">
                  <c:v>40261</c:v>
                </c:pt>
                <c:pt idx="56">
                  <c:v>40262</c:v>
                </c:pt>
                <c:pt idx="57">
                  <c:v>40263</c:v>
                </c:pt>
                <c:pt idx="58">
                  <c:v>40266</c:v>
                </c:pt>
                <c:pt idx="59">
                  <c:v>40267</c:v>
                </c:pt>
                <c:pt idx="60">
                  <c:v>40268</c:v>
                </c:pt>
                <c:pt idx="61">
                  <c:v>40269</c:v>
                </c:pt>
                <c:pt idx="62">
                  <c:v>40270</c:v>
                </c:pt>
                <c:pt idx="63">
                  <c:v>40273</c:v>
                </c:pt>
                <c:pt idx="64">
                  <c:v>40274</c:v>
                </c:pt>
                <c:pt idx="65">
                  <c:v>40275</c:v>
                </c:pt>
                <c:pt idx="66">
                  <c:v>40276</c:v>
                </c:pt>
                <c:pt idx="67">
                  <c:v>40277</c:v>
                </c:pt>
                <c:pt idx="68">
                  <c:v>40280</c:v>
                </c:pt>
                <c:pt idx="69">
                  <c:v>40281</c:v>
                </c:pt>
                <c:pt idx="70">
                  <c:v>40282</c:v>
                </c:pt>
                <c:pt idx="71">
                  <c:v>40283</c:v>
                </c:pt>
                <c:pt idx="72">
                  <c:v>40284</c:v>
                </c:pt>
                <c:pt idx="73">
                  <c:v>40287</c:v>
                </c:pt>
                <c:pt idx="74">
                  <c:v>40288</c:v>
                </c:pt>
                <c:pt idx="75">
                  <c:v>40289</c:v>
                </c:pt>
                <c:pt idx="76">
                  <c:v>40290</c:v>
                </c:pt>
                <c:pt idx="77">
                  <c:v>40291</c:v>
                </c:pt>
                <c:pt idx="78">
                  <c:v>40294</c:v>
                </c:pt>
                <c:pt idx="79">
                  <c:v>40295</c:v>
                </c:pt>
                <c:pt idx="80">
                  <c:v>40296</c:v>
                </c:pt>
                <c:pt idx="81">
                  <c:v>40297</c:v>
                </c:pt>
                <c:pt idx="82">
                  <c:v>40298</c:v>
                </c:pt>
                <c:pt idx="83">
                  <c:v>40301</c:v>
                </c:pt>
                <c:pt idx="84">
                  <c:v>40302</c:v>
                </c:pt>
                <c:pt idx="85">
                  <c:v>40304</c:v>
                </c:pt>
                <c:pt idx="86">
                  <c:v>40305</c:v>
                </c:pt>
                <c:pt idx="87">
                  <c:v>40308</c:v>
                </c:pt>
                <c:pt idx="88">
                  <c:v>40309</c:v>
                </c:pt>
                <c:pt idx="89">
                  <c:v>40310</c:v>
                </c:pt>
                <c:pt idx="90">
                  <c:v>40311</c:v>
                </c:pt>
                <c:pt idx="91">
                  <c:v>40312</c:v>
                </c:pt>
                <c:pt idx="92">
                  <c:v>40315</c:v>
                </c:pt>
                <c:pt idx="93">
                  <c:v>40316</c:v>
                </c:pt>
                <c:pt idx="94">
                  <c:v>40317</c:v>
                </c:pt>
                <c:pt idx="95">
                  <c:v>40318</c:v>
                </c:pt>
                <c:pt idx="96">
                  <c:v>40322</c:v>
                </c:pt>
                <c:pt idx="97">
                  <c:v>40323</c:v>
                </c:pt>
                <c:pt idx="98">
                  <c:v>40324</c:v>
                </c:pt>
                <c:pt idx="99">
                  <c:v>40325</c:v>
                </c:pt>
                <c:pt idx="100">
                  <c:v>40326</c:v>
                </c:pt>
                <c:pt idx="101">
                  <c:v>40329</c:v>
                </c:pt>
                <c:pt idx="102">
                  <c:v>40330</c:v>
                </c:pt>
                <c:pt idx="103">
                  <c:v>40332</c:v>
                </c:pt>
                <c:pt idx="104">
                  <c:v>40333</c:v>
                </c:pt>
                <c:pt idx="105">
                  <c:v>40336</c:v>
                </c:pt>
                <c:pt idx="106">
                  <c:v>40337</c:v>
                </c:pt>
                <c:pt idx="107">
                  <c:v>40338</c:v>
                </c:pt>
                <c:pt idx="108">
                  <c:v>40339</c:v>
                </c:pt>
                <c:pt idx="109">
                  <c:v>40340</c:v>
                </c:pt>
                <c:pt idx="110">
                  <c:v>40343</c:v>
                </c:pt>
                <c:pt idx="111">
                  <c:v>40344</c:v>
                </c:pt>
                <c:pt idx="112">
                  <c:v>40345</c:v>
                </c:pt>
                <c:pt idx="113">
                  <c:v>40346</c:v>
                </c:pt>
                <c:pt idx="114">
                  <c:v>40347</c:v>
                </c:pt>
                <c:pt idx="115">
                  <c:v>40350</c:v>
                </c:pt>
                <c:pt idx="116">
                  <c:v>40351</c:v>
                </c:pt>
                <c:pt idx="117">
                  <c:v>40352</c:v>
                </c:pt>
                <c:pt idx="118">
                  <c:v>40353</c:v>
                </c:pt>
                <c:pt idx="119">
                  <c:v>40354</c:v>
                </c:pt>
                <c:pt idx="120">
                  <c:v>40357</c:v>
                </c:pt>
                <c:pt idx="121">
                  <c:v>40358</c:v>
                </c:pt>
                <c:pt idx="122">
                  <c:v>40359</c:v>
                </c:pt>
                <c:pt idx="123">
                  <c:v>40360</c:v>
                </c:pt>
                <c:pt idx="124">
                  <c:v>40361</c:v>
                </c:pt>
                <c:pt idx="125">
                  <c:v>40364</c:v>
                </c:pt>
                <c:pt idx="126">
                  <c:v>40365</c:v>
                </c:pt>
                <c:pt idx="127">
                  <c:v>40366</c:v>
                </c:pt>
                <c:pt idx="128">
                  <c:v>40367</c:v>
                </c:pt>
                <c:pt idx="129">
                  <c:v>40368</c:v>
                </c:pt>
                <c:pt idx="130">
                  <c:v>40371</c:v>
                </c:pt>
                <c:pt idx="131">
                  <c:v>40372</c:v>
                </c:pt>
                <c:pt idx="132">
                  <c:v>40373</c:v>
                </c:pt>
                <c:pt idx="133">
                  <c:v>40374</c:v>
                </c:pt>
                <c:pt idx="134">
                  <c:v>40375</c:v>
                </c:pt>
                <c:pt idx="135">
                  <c:v>40378</c:v>
                </c:pt>
                <c:pt idx="136">
                  <c:v>40379</c:v>
                </c:pt>
                <c:pt idx="137">
                  <c:v>40380</c:v>
                </c:pt>
                <c:pt idx="138">
                  <c:v>40381</c:v>
                </c:pt>
                <c:pt idx="139">
                  <c:v>40382</c:v>
                </c:pt>
                <c:pt idx="140">
                  <c:v>40385</c:v>
                </c:pt>
                <c:pt idx="141">
                  <c:v>40386</c:v>
                </c:pt>
                <c:pt idx="142">
                  <c:v>40387</c:v>
                </c:pt>
                <c:pt idx="143">
                  <c:v>40388</c:v>
                </c:pt>
                <c:pt idx="144">
                  <c:v>40389</c:v>
                </c:pt>
                <c:pt idx="145">
                  <c:v>40392</c:v>
                </c:pt>
                <c:pt idx="146">
                  <c:v>40393</c:v>
                </c:pt>
                <c:pt idx="147">
                  <c:v>40394</c:v>
                </c:pt>
                <c:pt idx="148">
                  <c:v>40395</c:v>
                </c:pt>
                <c:pt idx="149">
                  <c:v>40396</c:v>
                </c:pt>
                <c:pt idx="150">
                  <c:v>40399</c:v>
                </c:pt>
                <c:pt idx="151">
                  <c:v>40400</c:v>
                </c:pt>
                <c:pt idx="152">
                  <c:v>40401</c:v>
                </c:pt>
                <c:pt idx="153">
                  <c:v>40402</c:v>
                </c:pt>
                <c:pt idx="154">
                  <c:v>40403</c:v>
                </c:pt>
                <c:pt idx="155">
                  <c:v>40406</c:v>
                </c:pt>
                <c:pt idx="156">
                  <c:v>40407</c:v>
                </c:pt>
                <c:pt idx="157">
                  <c:v>40408</c:v>
                </c:pt>
                <c:pt idx="158">
                  <c:v>40409</c:v>
                </c:pt>
                <c:pt idx="159">
                  <c:v>40410</c:v>
                </c:pt>
                <c:pt idx="160">
                  <c:v>40413</c:v>
                </c:pt>
                <c:pt idx="161">
                  <c:v>40414</c:v>
                </c:pt>
                <c:pt idx="162">
                  <c:v>40415</c:v>
                </c:pt>
                <c:pt idx="163">
                  <c:v>40416</c:v>
                </c:pt>
                <c:pt idx="164">
                  <c:v>40417</c:v>
                </c:pt>
                <c:pt idx="165">
                  <c:v>40420</c:v>
                </c:pt>
                <c:pt idx="166">
                  <c:v>40421</c:v>
                </c:pt>
                <c:pt idx="167">
                  <c:v>40422</c:v>
                </c:pt>
                <c:pt idx="168">
                  <c:v>40423</c:v>
                </c:pt>
                <c:pt idx="169">
                  <c:v>40424</c:v>
                </c:pt>
                <c:pt idx="170">
                  <c:v>40427</c:v>
                </c:pt>
                <c:pt idx="171">
                  <c:v>40428</c:v>
                </c:pt>
                <c:pt idx="172">
                  <c:v>40429</c:v>
                </c:pt>
                <c:pt idx="173">
                  <c:v>40430</c:v>
                </c:pt>
                <c:pt idx="174">
                  <c:v>40431</c:v>
                </c:pt>
                <c:pt idx="175">
                  <c:v>40434</c:v>
                </c:pt>
                <c:pt idx="176">
                  <c:v>40435</c:v>
                </c:pt>
                <c:pt idx="177">
                  <c:v>40436</c:v>
                </c:pt>
                <c:pt idx="178">
                  <c:v>40437</c:v>
                </c:pt>
                <c:pt idx="179">
                  <c:v>40438</c:v>
                </c:pt>
                <c:pt idx="180">
                  <c:v>40441</c:v>
                </c:pt>
                <c:pt idx="181">
                  <c:v>40445</c:v>
                </c:pt>
                <c:pt idx="182">
                  <c:v>40448</c:v>
                </c:pt>
                <c:pt idx="183">
                  <c:v>40449</c:v>
                </c:pt>
                <c:pt idx="184">
                  <c:v>40450</c:v>
                </c:pt>
                <c:pt idx="185">
                  <c:v>40451</c:v>
                </c:pt>
                <c:pt idx="186">
                  <c:v>40452</c:v>
                </c:pt>
                <c:pt idx="187">
                  <c:v>40455</c:v>
                </c:pt>
                <c:pt idx="188">
                  <c:v>40456</c:v>
                </c:pt>
                <c:pt idx="189">
                  <c:v>40457</c:v>
                </c:pt>
                <c:pt idx="190">
                  <c:v>40458</c:v>
                </c:pt>
                <c:pt idx="191">
                  <c:v>40459</c:v>
                </c:pt>
                <c:pt idx="192">
                  <c:v>40462</c:v>
                </c:pt>
                <c:pt idx="193">
                  <c:v>40463</c:v>
                </c:pt>
                <c:pt idx="194">
                  <c:v>40464</c:v>
                </c:pt>
                <c:pt idx="195">
                  <c:v>40465</c:v>
                </c:pt>
                <c:pt idx="196">
                  <c:v>40466</c:v>
                </c:pt>
                <c:pt idx="197">
                  <c:v>40469</c:v>
                </c:pt>
                <c:pt idx="198">
                  <c:v>40470</c:v>
                </c:pt>
                <c:pt idx="199">
                  <c:v>40471</c:v>
                </c:pt>
                <c:pt idx="200">
                  <c:v>40472</c:v>
                </c:pt>
                <c:pt idx="201">
                  <c:v>40473</c:v>
                </c:pt>
                <c:pt idx="202">
                  <c:v>40476</c:v>
                </c:pt>
                <c:pt idx="203">
                  <c:v>40477</c:v>
                </c:pt>
                <c:pt idx="204">
                  <c:v>40478</c:v>
                </c:pt>
                <c:pt idx="205">
                  <c:v>40479</c:v>
                </c:pt>
                <c:pt idx="206">
                  <c:v>40480</c:v>
                </c:pt>
                <c:pt idx="207">
                  <c:v>40483</c:v>
                </c:pt>
                <c:pt idx="208">
                  <c:v>40484</c:v>
                </c:pt>
                <c:pt idx="209">
                  <c:v>40485</c:v>
                </c:pt>
                <c:pt idx="210">
                  <c:v>40486</c:v>
                </c:pt>
                <c:pt idx="211">
                  <c:v>40487</c:v>
                </c:pt>
                <c:pt idx="212">
                  <c:v>40490</c:v>
                </c:pt>
                <c:pt idx="213">
                  <c:v>40491</c:v>
                </c:pt>
                <c:pt idx="214">
                  <c:v>40492</c:v>
                </c:pt>
                <c:pt idx="215">
                  <c:v>40493</c:v>
                </c:pt>
                <c:pt idx="216">
                  <c:v>40494</c:v>
                </c:pt>
                <c:pt idx="217">
                  <c:v>40497</c:v>
                </c:pt>
                <c:pt idx="218">
                  <c:v>40498</c:v>
                </c:pt>
                <c:pt idx="219">
                  <c:v>40499</c:v>
                </c:pt>
                <c:pt idx="220">
                  <c:v>40500</c:v>
                </c:pt>
                <c:pt idx="221">
                  <c:v>40501</c:v>
                </c:pt>
                <c:pt idx="222">
                  <c:v>40504</c:v>
                </c:pt>
                <c:pt idx="223">
                  <c:v>40505</c:v>
                </c:pt>
                <c:pt idx="224">
                  <c:v>40506</c:v>
                </c:pt>
                <c:pt idx="225">
                  <c:v>40507</c:v>
                </c:pt>
                <c:pt idx="226">
                  <c:v>40508</c:v>
                </c:pt>
                <c:pt idx="227">
                  <c:v>40511</c:v>
                </c:pt>
                <c:pt idx="228">
                  <c:v>40512</c:v>
                </c:pt>
                <c:pt idx="229">
                  <c:v>40513</c:v>
                </c:pt>
                <c:pt idx="230">
                  <c:v>40514</c:v>
                </c:pt>
                <c:pt idx="231">
                  <c:v>40515</c:v>
                </c:pt>
                <c:pt idx="232">
                  <c:v>40518</c:v>
                </c:pt>
                <c:pt idx="233">
                  <c:v>40519</c:v>
                </c:pt>
                <c:pt idx="234">
                  <c:v>40520</c:v>
                </c:pt>
                <c:pt idx="235">
                  <c:v>40521</c:v>
                </c:pt>
                <c:pt idx="236">
                  <c:v>40522</c:v>
                </c:pt>
                <c:pt idx="237">
                  <c:v>40525</c:v>
                </c:pt>
                <c:pt idx="238">
                  <c:v>40526</c:v>
                </c:pt>
                <c:pt idx="239">
                  <c:v>40527</c:v>
                </c:pt>
                <c:pt idx="240">
                  <c:v>40528</c:v>
                </c:pt>
                <c:pt idx="241">
                  <c:v>40529</c:v>
                </c:pt>
                <c:pt idx="242">
                  <c:v>40532</c:v>
                </c:pt>
                <c:pt idx="243">
                  <c:v>40533</c:v>
                </c:pt>
                <c:pt idx="244">
                  <c:v>40534</c:v>
                </c:pt>
                <c:pt idx="245">
                  <c:v>40535</c:v>
                </c:pt>
                <c:pt idx="246">
                  <c:v>40536</c:v>
                </c:pt>
                <c:pt idx="247">
                  <c:v>40539</c:v>
                </c:pt>
                <c:pt idx="248">
                  <c:v>40540</c:v>
                </c:pt>
                <c:pt idx="249">
                  <c:v>40541</c:v>
                </c:pt>
                <c:pt idx="250">
                  <c:v>40542</c:v>
                </c:pt>
                <c:pt idx="251">
                  <c:v>40546</c:v>
                </c:pt>
                <c:pt idx="252">
                  <c:v>40547</c:v>
                </c:pt>
                <c:pt idx="253">
                  <c:v>40548</c:v>
                </c:pt>
                <c:pt idx="254">
                  <c:v>40549</c:v>
                </c:pt>
                <c:pt idx="255">
                  <c:v>40550</c:v>
                </c:pt>
                <c:pt idx="256">
                  <c:v>40553</c:v>
                </c:pt>
                <c:pt idx="257">
                  <c:v>40554</c:v>
                </c:pt>
                <c:pt idx="258">
                  <c:v>40555</c:v>
                </c:pt>
                <c:pt idx="259">
                  <c:v>40556</c:v>
                </c:pt>
                <c:pt idx="260">
                  <c:v>40557</c:v>
                </c:pt>
                <c:pt idx="261">
                  <c:v>40560</c:v>
                </c:pt>
                <c:pt idx="262">
                  <c:v>40561</c:v>
                </c:pt>
                <c:pt idx="263">
                  <c:v>40562</c:v>
                </c:pt>
                <c:pt idx="264">
                  <c:v>40563</c:v>
                </c:pt>
                <c:pt idx="265">
                  <c:v>40564</c:v>
                </c:pt>
                <c:pt idx="266">
                  <c:v>40567</c:v>
                </c:pt>
                <c:pt idx="267">
                  <c:v>40568</c:v>
                </c:pt>
                <c:pt idx="268">
                  <c:v>40569</c:v>
                </c:pt>
                <c:pt idx="269">
                  <c:v>40570</c:v>
                </c:pt>
                <c:pt idx="270">
                  <c:v>40571</c:v>
                </c:pt>
                <c:pt idx="271">
                  <c:v>40574</c:v>
                </c:pt>
                <c:pt idx="272">
                  <c:v>40575</c:v>
                </c:pt>
                <c:pt idx="273">
                  <c:v>40581</c:v>
                </c:pt>
                <c:pt idx="274">
                  <c:v>40582</c:v>
                </c:pt>
                <c:pt idx="275">
                  <c:v>40583</c:v>
                </c:pt>
                <c:pt idx="276">
                  <c:v>40584</c:v>
                </c:pt>
                <c:pt idx="277">
                  <c:v>40585</c:v>
                </c:pt>
                <c:pt idx="278">
                  <c:v>40588</c:v>
                </c:pt>
                <c:pt idx="279">
                  <c:v>40589</c:v>
                </c:pt>
                <c:pt idx="280">
                  <c:v>40590</c:v>
                </c:pt>
                <c:pt idx="281">
                  <c:v>40591</c:v>
                </c:pt>
                <c:pt idx="282">
                  <c:v>40592</c:v>
                </c:pt>
                <c:pt idx="283">
                  <c:v>40595</c:v>
                </c:pt>
                <c:pt idx="284">
                  <c:v>40596</c:v>
                </c:pt>
                <c:pt idx="285">
                  <c:v>40597</c:v>
                </c:pt>
                <c:pt idx="286">
                  <c:v>40598</c:v>
                </c:pt>
                <c:pt idx="287">
                  <c:v>40599</c:v>
                </c:pt>
                <c:pt idx="288">
                  <c:v>40602</c:v>
                </c:pt>
                <c:pt idx="289">
                  <c:v>40604</c:v>
                </c:pt>
                <c:pt idx="290">
                  <c:v>40605</c:v>
                </c:pt>
                <c:pt idx="291">
                  <c:v>40606</c:v>
                </c:pt>
                <c:pt idx="292">
                  <c:v>40609</c:v>
                </c:pt>
                <c:pt idx="293">
                  <c:v>40610</c:v>
                </c:pt>
                <c:pt idx="294">
                  <c:v>40611</c:v>
                </c:pt>
                <c:pt idx="295">
                  <c:v>40612</c:v>
                </c:pt>
                <c:pt idx="296">
                  <c:v>40613</c:v>
                </c:pt>
                <c:pt idx="297">
                  <c:v>40616</c:v>
                </c:pt>
                <c:pt idx="298">
                  <c:v>40617</c:v>
                </c:pt>
                <c:pt idx="299">
                  <c:v>40618</c:v>
                </c:pt>
                <c:pt idx="300">
                  <c:v>40619</c:v>
                </c:pt>
                <c:pt idx="301">
                  <c:v>40620</c:v>
                </c:pt>
                <c:pt idx="302">
                  <c:v>40623</c:v>
                </c:pt>
                <c:pt idx="303">
                  <c:v>40624</c:v>
                </c:pt>
                <c:pt idx="304">
                  <c:v>40625</c:v>
                </c:pt>
                <c:pt idx="305">
                  <c:v>40626</c:v>
                </c:pt>
                <c:pt idx="306">
                  <c:v>40627</c:v>
                </c:pt>
                <c:pt idx="307">
                  <c:v>40630</c:v>
                </c:pt>
                <c:pt idx="308">
                  <c:v>40631</c:v>
                </c:pt>
                <c:pt idx="309">
                  <c:v>40632</c:v>
                </c:pt>
                <c:pt idx="310">
                  <c:v>40633</c:v>
                </c:pt>
                <c:pt idx="311">
                  <c:v>40634</c:v>
                </c:pt>
                <c:pt idx="312">
                  <c:v>40637</c:v>
                </c:pt>
                <c:pt idx="313">
                  <c:v>40638</c:v>
                </c:pt>
                <c:pt idx="314">
                  <c:v>40639</c:v>
                </c:pt>
                <c:pt idx="315">
                  <c:v>40640</c:v>
                </c:pt>
                <c:pt idx="316">
                  <c:v>40641</c:v>
                </c:pt>
                <c:pt idx="317">
                  <c:v>40644</c:v>
                </c:pt>
                <c:pt idx="318">
                  <c:v>40645</c:v>
                </c:pt>
                <c:pt idx="319">
                  <c:v>40646</c:v>
                </c:pt>
                <c:pt idx="320">
                  <c:v>40647</c:v>
                </c:pt>
                <c:pt idx="321">
                  <c:v>40648</c:v>
                </c:pt>
                <c:pt idx="322">
                  <c:v>40651</c:v>
                </c:pt>
                <c:pt idx="323">
                  <c:v>40652</c:v>
                </c:pt>
                <c:pt idx="324">
                  <c:v>40653</c:v>
                </c:pt>
                <c:pt idx="325">
                  <c:v>40654</c:v>
                </c:pt>
                <c:pt idx="326">
                  <c:v>40655</c:v>
                </c:pt>
                <c:pt idx="327">
                  <c:v>40658</c:v>
                </c:pt>
                <c:pt idx="328">
                  <c:v>40659</c:v>
                </c:pt>
                <c:pt idx="329">
                  <c:v>40660</c:v>
                </c:pt>
                <c:pt idx="330">
                  <c:v>40661</c:v>
                </c:pt>
                <c:pt idx="331">
                  <c:v>40662</c:v>
                </c:pt>
                <c:pt idx="332">
                  <c:v>40665</c:v>
                </c:pt>
                <c:pt idx="333">
                  <c:v>40666</c:v>
                </c:pt>
                <c:pt idx="334">
                  <c:v>40667</c:v>
                </c:pt>
                <c:pt idx="335">
                  <c:v>40669</c:v>
                </c:pt>
                <c:pt idx="336">
                  <c:v>40672</c:v>
                </c:pt>
                <c:pt idx="337">
                  <c:v>40674</c:v>
                </c:pt>
                <c:pt idx="338">
                  <c:v>40675</c:v>
                </c:pt>
                <c:pt idx="339">
                  <c:v>40676</c:v>
                </c:pt>
                <c:pt idx="340">
                  <c:v>40679</c:v>
                </c:pt>
                <c:pt idx="341">
                  <c:v>40680</c:v>
                </c:pt>
                <c:pt idx="342">
                  <c:v>40681</c:v>
                </c:pt>
                <c:pt idx="343">
                  <c:v>40682</c:v>
                </c:pt>
                <c:pt idx="344">
                  <c:v>40683</c:v>
                </c:pt>
                <c:pt idx="345">
                  <c:v>40686</c:v>
                </c:pt>
                <c:pt idx="346">
                  <c:v>40687</c:v>
                </c:pt>
                <c:pt idx="347">
                  <c:v>40688</c:v>
                </c:pt>
                <c:pt idx="348">
                  <c:v>40689</c:v>
                </c:pt>
                <c:pt idx="349">
                  <c:v>40690</c:v>
                </c:pt>
                <c:pt idx="350">
                  <c:v>40693</c:v>
                </c:pt>
                <c:pt idx="351">
                  <c:v>40694</c:v>
                </c:pt>
                <c:pt idx="352">
                  <c:v>40695</c:v>
                </c:pt>
                <c:pt idx="353">
                  <c:v>40696</c:v>
                </c:pt>
                <c:pt idx="354">
                  <c:v>40697</c:v>
                </c:pt>
                <c:pt idx="355">
                  <c:v>40701</c:v>
                </c:pt>
                <c:pt idx="356">
                  <c:v>40702</c:v>
                </c:pt>
                <c:pt idx="357">
                  <c:v>40703</c:v>
                </c:pt>
                <c:pt idx="358">
                  <c:v>40704</c:v>
                </c:pt>
                <c:pt idx="359">
                  <c:v>40707</c:v>
                </c:pt>
                <c:pt idx="360">
                  <c:v>40708</c:v>
                </c:pt>
                <c:pt idx="361">
                  <c:v>40709</c:v>
                </c:pt>
                <c:pt idx="362">
                  <c:v>40710</c:v>
                </c:pt>
                <c:pt idx="363">
                  <c:v>40711</c:v>
                </c:pt>
                <c:pt idx="364">
                  <c:v>40714</c:v>
                </c:pt>
                <c:pt idx="365">
                  <c:v>40715</c:v>
                </c:pt>
                <c:pt idx="366">
                  <c:v>40716</c:v>
                </c:pt>
                <c:pt idx="367">
                  <c:v>40717</c:v>
                </c:pt>
                <c:pt idx="368">
                  <c:v>40718</c:v>
                </c:pt>
                <c:pt idx="369">
                  <c:v>40721</c:v>
                </c:pt>
                <c:pt idx="370">
                  <c:v>40722</c:v>
                </c:pt>
                <c:pt idx="371">
                  <c:v>40723</c:v>
                </c:pt>
                <c:pt idx="372">
                  <c:v>40724</c:v>
                </c:pt>
                <c:pt idx="373">
                  <c:v>40725</c:v>
                </c:pt>
                <c:pt idx="374">
                  <c:v>40728</c:v>
                </c:pt>
                <c:pt idx="375">
                  <c:v>40729</c:v>
                </c:pt>
                <c:pt idx="376">
                  <c:v>40730</c:v>
                </c:pt>
                <c:pt idx="377">
                  <c:v>40731</c:v>
                </c:pt>
                <c:pt idx="378">
                  <c:v>40732</c:v>
                </c:pt>
                <c:pt idx="379">
                  <c:v>40735</c:v>
                </c:pt>
                <c:pt idx="380">
                  <c:v>40736</c:v>
                </c:pt>
                <c:pt idx="381">
                  <c:v>40737</c:v>
                </c:pt>
                <c:pt idx="382">
                  <c:v>40738</c:v>
                </c:pt>
                <c:pt idx="383">
                  <c:v>40739</c:v>
                </c:pt>
                <c:pt idx="384">
                  <c:v>40742</c:v>
                </c:pt>
                <c:pt idx="385">
                  <c:v>40743</c:v>
                </c:pt>
                <c:pt idx="386">
                  <c:v>40744</c:v>
                </c:pt>
                <c:pt idx="387">
                  <c:v>40745</c:v>
                </c:pt>
                <c:pt idx="388">
                  <c:v>40746</c:v>
                </c:pt>
                <c:pt idx="389">
                  <c:v>40749</c:v>
                </c:pt>
                <c:pt idx="390">
                  <c:v>40750</c:v>
                </c:pt>
                <c:pt idx="391">
                  <c:v>40751</c:v>
                </c:pt>
                <c:pt idx="392">
                  <c:v>40752</c:v>
                </c:pt>
                <c:pt idx="393">
                  <c:v>40753</c:v>
                </c:pt>
                <c:pt idx="394">
                  <c:v>40756</c:v>
                </c:pt>
                <c:pt idx="395">
                  <c:v>40757</c:v>
                </c:pt>
                <c:pt idx="396">
                  <c:v>40758</c:v>
                </c:pt>
                <c:pt idx="397">
                  <c:v>40759</c:v>
                </c:pt>
                <c:pt idx="398">
                  <c:v>40760</c:v>
                </c:pt>
                <c:pt idx="399">
                  <c:v>40763</c:v>
                </c:pt>
                <c:pt idx="400">
                  <c:v>40764</c:v>
                </c:pt>
                <c:pt idx="401">
                  <c:v>40765</c:v>
                </c:pt>
                <c:pt idx="402">
                  <c:v>40766</c:v>
                </c:pt>
                <c:pt idx="403">
                  <c:v>40767</c:v>
                </c:pt>
                <c:pt idx="404">
                  <c:v>40771</c:v>
                </c:pt>
                <c:pt idx="405">
                  <c:v>40772</c:v>
                </c:pt>
                <c:pt idx="406">
                  <c:v>40773</c:v>
                </c:pt>
                <c:pt idx="407">
                  <c:v>40774</c:v>
                </c:pt>
                <c:pt idx="408">
                  <c:v>40777</c:v>
                </c:pt>
                <c:pt idx="409">
                  <c:v>40778</c:v>
                </c:pt>
                <c:pt idx="410">
                  <c:v>40779</c:v>
                </c:pt>
                <c:pt idx="411">
                  <c:v>40780</c:v>
                </c:pt>
                <c:pt idx="412">
                  <c:v>40781</c:v>
                </c:pt>
                <c:pt idx="413">
                  <c:v>40784</c:v>
                </c:pt>
                <c:pt idx="414">
                  <c:v>40785</c:v>
                </c:pt>
                <c:pt idx="415">
                  <c:v>40786</c:v>
                </c:pt>
                <c:pt idx="416">
                  <c:v>40787</c:v>
                </c:pt>
                <c:pt idx="417">
                  <c:v>40788</c:v>
                </c:pt>
                <c:pt idx="418">
                  <c:v>40791</c:v>
                </c:pt>
                <c:pt idx="419">
                  <c:v>40792</c:v>
                </c:pt>
                <c:pt idx="420">
                  <c:v>40793</c:v>
                </c:pt>
                <c:pt idx="421">
                  <c:v>40794</c:v>
                </c:pt>
                <c:pt idx="422">
                  <c:v>40795</c:v>
                </c:pt>
                <c:pt idx="423">
                  <c:v>40800</c:v>
                </c:pt>
                <c:pt idx="424">
                  <c:v>40801</c:v>
                </c:pt>
                <c:pt idx="425">
                  <c:v>40802</c:v>
                </c:pt>
                <c:pt idx="426">
                  <c:v>40805</c:v>
                </c:pt>
                <c:pt idx="427">
                  <c:v>40806</c:v>
                </c:pt>
                <c:pt idx="428">
                  <c:v>40807</c:v>
                </c:pt>
                <c:pt idx="429">
                  <c:v>40808</c:v>
                </c:pt>
                <c:pt idx="430">
                  <c:v>40809</c:v>
                </c:pt>
                <c:pt idx="431">
                  <c:v>40812</c:v>
                </c:pt>
                <c:pt idx="432">
                  <c:v>40813</c:v>
                </c:pt>
                <c:pt idx="433">
                  <c:v>40814</c:v>
                </c:pt>
                <c:pt idx="434">
                  <c:v>40815</c:v>
                </c:pt>
                <c:pt idx="435">
                  <c:v>40816</c:v>
                </c:pt>
                <c:pt idx="436">
                  <c:v>40820</c:v>
                </c:pt>
                <c:pt idx="437">
                  <c:v>40821</c:v>
                </c:pt>
                <c:pt idx="438">
                  <c:v>40822</c:v>
                </c:pt>
                <c:pt idx="439">
                  <c:v>40823</c:v>
                </c:pt>
                <c:pt idx="440">
                  <c:v>40826</c:v>
                </c:pt>
                <c:pt idx="441">
                  <c:v>40827</c:v>
                </c:pt>
                <c:pt idx="442">
                  <c:v>40828</c:v>
                </c:pt>
                <c:pt idx="443">
                  <c:v>40829</c:v>
                </c:pt>
                <c:pt idx="444">
                  <c:v>40830</c:v>
                </c:pt>
                <c:pt idx="445">
                  <c:v>40833</c:v>
                </c:pt>
                <c:pt idx="446">
                  <c:v>40834</c:v>
                </c:pt>
                <c:pt idx="447">
                  <c:v>40835</c:v>
                </c:pt>
                <c:pt idx="448">
                  <c:v>40836</c:v>
                </c:pt>
                <c:pt idx="449">
                  <c:v>40837</c:v>
                </c:pt>
                <c:pt idx="450">
                  <c:v>40840</c:v>
                </c:pt>
                <c:pt idx="451">
                  <c:v>40841</c:v>
                </c:pt>
                <c:pt idx="452">
                  <c:v>40842</c:v>
                </c:pt>
                <c:pt idx="453">
                  <c:v>40843</c:v>
                </c:pt>
                <c:pt idx="454">
                  <c:v>40844</c:v>
                </c:pt>
                <c:pt idx="455">
                  <c:v>40847</c:v>
                </c:pt>
                <c:pt idx="456">
                  <c:v>40848</c:v>
                </c:pt>
                <c:pt idx="457">
                  <c:v>40849</c:v>
                </c:pt>
                <c:pt idx="458">
                  <c:v>40850</c:v>
                </c:pt>
                <c:pt idx="459">
                  <c:v>40851</c:v>
                </c:pt>
                <c:pt idx="460">
                  <c:v>40854</c:v>
                </c:pt>
                <c:pt idx="461">
                  <c:v>40855</c:v>
                </c:pt>
                <c:pt idx="462">
                  <c:v>40856</c:v>
                </c:pt>
                <c:pt idx="463">
                  <c:v>40857</c:v>
                </c:pt>
                <c:pt idx="464">
                  <c:v>40858</c:v>
                </c:pt>
                <c:pt idx="465">
                  <c:v>40861</c:v>
                </c:pt>
                <c:pt idx="466">
                  <c:v>40862</c:v>
                </c:pt>
                <c:pt idx="467">
                  <c:v>40863</c:v>
                </c:pt>
                <c:pt idx="468">
                  <c:v>40864</c:v>
                </c:pt>
                <c:pt idx="469">
                  <c:v>40865</c:v>
                </c:pt>
                <c:pt idx="470">
                  <c:v>40868</c:v>
                </c:pt>
                <c:pt idx="471">
                  <c:v>40869</c:v>
                </c:pt>
                <c:pt idx="472">
                  <c:v>40870</c:v>
                </c:pt>
                <c:pt idx="473">
                  <c:v>40871</c:v>
                </c:pt>
                <c:pt idx="474">
                  <c:v>40872</c:v>
                </c:pt>
                <c:pt idx="475">
                  <c:v>40875</c:v>
                </c:pt>
                <c:pt idx="476">
                  <c:v>40876</c:v>
                </c:pt>
                <c:pt idx="477">
                  <c:v>40877</c:v>
                </c:pt>
                <c:pt idx="478">
                  <c:v>40878</c:v>
                </c:pt>
                <c:pt idx="479">
                  <c:v>40879</c:v>
                </c:pt>
                <c:pt idx="480">
                  <c:v>40882</c:v>
                </c:pt>
                <c:pt idx="481">
                  <c:v>40883</c:v>
                </c:pt>
                <c:pt idx="482">
                  <c:v>40884</c:v>
                </c:pt>
                <c:pt idx="483">
                  <c:v>40885</c:v>
                </c:pt>
                <c:pt idx="484">
                  <c:v>40886</c:v>
                </c:pt>
                <c:pt idx="485">
                  <c:v>40889</c:v>
                </c:pt>
                <c:pt idx="486">
                  <c:v>40890</c:v>
                </c:pt>
                <c:pt idx="487">
                  <c:v>40891</c:v>
                </c:pt>
                <c:pt idx="488">
                  <c:v>40892</c:v>
                </c:pt>
                <c:pt idx="489">
                  <c:v>40893</c:v>
                </c:pt>
                <c:pt idx="490">
                  <c:v>40896</c:v>
                </c:pt>
                <c:pt idx="491">
                  <c:v>40897</c:v>
                </c:pt>
                <c:pt idx="492">
                  <c:v>40898</c:v>
                </c:pt>
                <c:pt idx="493">
                  <c:v>40899</c:v>
                </c:pt>
                <c:pt idx="494">
                  <c:v>40900</c:v>
                </c:pt>
                <c:pt idx="495">
                  <c:v>40903</c:v>
                </c:pt>
                <c:pt idx="496">
                  <c:v>40904</c:v>
                </c:pt>
                <c:pt idx="497">
                  <c:v>40905</c:v>
                </c:pt>
                <c:pt idx="498">
                  <c:v>40906</c:v>
                </c:pt>
                <c:pt idx="499">
                  <c:v>40910</c:v>
                </c:pt>
                <c:pt idx="500">
                  <c:v>40911</c:v>
                </c:pt>
                <c:pt idx="501">
                  <c:v>40912</c:v>
                </c:pt>
                <c:pt idx="502">
                  <c:v>40913</c:v>
                </c:pt>
                <c:pt idx="503">
                  <c:v>40914</c:v>
                </c:pt>
                <c:pt idx="504">
                  <c:v>40917</c:v>
                </c:pt>
                <c:pt idx="505">
                  <c:v>40918</c:v>
                </c:pt>
                <c:pt idx="506">
                  <c:v>40919</c:v>
                </c:pt>
                <c:pt idx="507">
                  <c:v>40920</c:v>
                </c:pt>
                <c:pt idx="508">
                  <c:v>40921</c:v>
                </c:pt>
                <c:pt idx="509">
                  <c:v>40924</c:v>
                </c:pt>
                <c:pt idx="510">
                  <c:v>40925</c:v>
                </c:pt>
                <c:pt idx="511">
                  <c:v>40926</c:v>
                </c:pt>
                <c:pt idx="512">
                  <c:v>40927</c:v>
                </c:pt>
                <c:pt idx="513">
                  <c:v>40928</c:v>
                </c:pt>
                <c:pt idx="514">
                  <c:v>40933</c:v>
                </c:pt>
                <c:pt idx="515">
                  <c:v>40934</c:v>
                </c:pt>
                <c:pt idx="516">
                  <c:v>40935</c:v>
                </c:pt>
                <c:pt idx="517">
                  <c:v>40938</c:v>
                </c:pt>
                <c:pt idx="518">
                  <c:v>40939</c:v>
                </c:pt>
                <c:pt idx="519">
                  <c:v>40940</c:v>
                </c:pt>
                <c:pt idx="520">
                  <c:v>40941</c:v>
                </c:pt>
                <c:pt idx="521">
                  <c:v>40942</c:v>
                </c:pt>
                <c:pt idx="522">
                  <c:v>40945</c:v>
                </c:pt>
                <c:pt idx="523">
                  <c:v>40946</c:v>
                </c:pt>
                <c:pt idx="524">
                  <c:v>40947</c:v>
                </c:pt>
                <c:pt idx="525">
                  <c:v>40948</c:v>
                </c:pt>
                <c:pt idx="526">
                  <c:v>40949</c:v>
                </c:pt>
                <c:pt idx="527">
                  <c:v>40952</c:v>
                </c:pt>
                <c:pt idx="528">
                  <c:v>40953</c:v>
                </c:pt>
                <c:pt idx="529">
                  <c:v>40954</c:v>
                </c:pt>
                <c:pt idx="530">
                  <c:v>40955</c:v>
                </c:pt>
                <c:pt idx="531">
                  <c:v>40956</c:v>
                </c:pt>
                <c:pt idx="532">
                  <c:v>40959</c:v>
                </c:pt>
                <c:pt idx="533">
                  <c:v>40960</c:v>
                </c:pt>
                <c:pt idx="534">
                  <c:v>40961</c:v>
                </c:pt>
                <c:pt idx="535">
                  <c:v>40962</c:v>
                </c:pt>
                <c:pt idx="536">
                  <c:v>40963</c:v>
                </c:pt>
                <c:pt idx="537">
                  <c:v>40966</c:v>
                </c:pt>
                <c:pt idx="538">
                  <c:v>40967</c:v>
                </c:pt>
                <c:pt idx="539">
                  <c:v>40968</c:v>
                </c:pt>
                <c:pt idx="540">
                  <c:v>40970</c:v>
                </c:pt>
                <c:pt idx="541">
                  <c:v>40973</c:v>
                </c:pt>
                <c:pt idx="542">
                  <c:v>40974</c:v>
                </c:pt>
                <c:pt idx="543">
                  <c:v>40975</c:v>
                </c:pt>
                <c:pt idx="544">
                  <c:v>40976</c:v>
                </c:pt>
                <c:pt idx="545">
                  <c:v>40977</c:v>
                </c:pt>
                <c:pt idx="546">
                  <c:v>40980</c:v>
                </c:pt>
                <c:pt idx="547">
                  <c:v>40981</c:v>
                </c:pt>
                <c:pt idx="548">
                  <c:v>40982</c:v>
                </c:pt>
                <c:pt idx="549">
                  <c:v>40983</c:v>
                </c:pt>
                <c:pt idx="550">
                  <c:v>40984</c:v>
                </c:pt>
                <c:pt idx="551">
                  <c:v>40987</c:v>
                </c:pt>
                <c:pt idx="552">
                  <c:v>40988</c:v>
                </c:pt>
                <c:pt idx="553">
                  <c:v>40989</c:v>
                </c:pt>
                <c:pt idx="554">
                  <c:v>40990</c:v>
                </c:pt>
                <c:pt idx="555">
                  <c:v>40991</c:v>
                </c:pt>
                <c:pt idx="556">
                  <c:v>40994</c:v>
                </c:pt>
                <c:pt idx="557">
                  <c:v>40995</c:v>
                </c:pt>
                <c:pt idx="558">
                  <c:v>40996</c:v>
                </c:pt>
                <c:pt idx="559">
                  <c:v>40997</c:v>
                </c:pt>
                <c:pt idx="560">
                  <c:v>40998</c:v>
                </c:pt>
                <c:pt idx="561">
                  <c:v>41001</c:v>
                </c:pt>
                <c:pt idx="562">
                  <c:v>41002</c:v>
                </c:pt>
                <c:pt idx="563">
                  <c:v>41003</c:v>
                </c:pt>
                <c:pt idx="564">
                  <c:v>41004</c:v>
                </c:pt>
                <c:pt idx="565">
                  <c:v>41005</c:v>
                </c:pt>
                <c:pt idx="566">
                  <c:v>41008</c:v>
                </c:pt>
                <c:pt idx="567">
                  <c:v>41009</c:v>
                </c:pt>
                <c:pt idx="568">
                  <c:v>41011</c:v>
                </c:pt>
                <c:pt idx="569">
                  <c:v>41012</c:v>
                </c:pt>
                <c:pt idx="570">
                  <c:v>41015</c:v>
                </c:pt>
                <c:pt idx="571">
                  <c:v>41016</c:v>
                </c:pt>
                <c:pt idx="572">
                  <c:v>41017</c:v>
                </c:pt>
                <c:pt idx="573">
                  <c:v>41018</c:v>
                </c:pt>
                <c:pt idx="574">
                  <c:v>41019</c:v>
                </c:pt>
                <c:pt idx="575">
                  <c:v>41022</c:v>
                </c:pt>
                <c:pt idx="576">
                  <c:v>41023</c:v>
                </c:pt>
                <c:pt idx="577">
                  <c:v>41024</c:v>
                </c:pt>
                <c:pt idx="578">
                  <c:v>41025</c:v>
                </c:pt>
                <c:pt idx="579">
                  <c:v>41026</c:v>
                </c:pt>
                <c:pt idx="580">
                  <c:v>41029</c:v>
                </c:pt>
                <c:pt idx="581">
                  <c:v>41031</c:v>
                </c:pt>
                <c:pt idx="582">
                  <c:v>41032</c:v>
                </c:pt>
                <c:pt idx="583">
                  <c:v>41033</c:v>
                </c:pt>
                <c:pt idx="584">
                  <c:v>41036</c:v>
                </c:pt>
                <c:pt idx="585">
                  <c:v>41037</c:v>
                </c:pt>
                <c:pt idx="586">
                  <c:v>41038</c:v>
                </c:pt>
                <c:pt idx="587">
                  <c:v>41039</c:v>
                </c:pt>
                <c:pt idx="588">
                  <c:v>41040</c:v>
                </c:pt>
                <c:pt idx="589">
                  <c:v>41043</c:v>
                </c:pt>
                <c:pt idx="590">
                  <c:v>41044</c:v>
                </c:pt>
                <c:pt idx="591">
                  <c:v>41045</c:v>
                </c:pt>
                <c:pt idx="592">
                  <c:v>41046</c:v>
                </c:pt>
                <c:pt idx="593">
                  <c:v>41047</c:v>
                </c:pt>
                <c:pt idx="594">
                  <c:v>41050</c:v>
                </c:pt>
                <c:pt idx="595">
                  <c:v>41051</c:v>
                </c:pt>
                <c:pt idx="596">
                  <c:v>41052</c:v>
                </c:pt>
                <c:pt idx="597">
                  <c:v>41053</c:v>
                </c:pt>
                <c:pt idx="598">
                  <c:v>41054</c:v>
                </c:pt>
                <c:pt idx="599">
                  <c:v>41058</c:v>
                </c:pt>
                <c:pt idx="600">
                  <c:v>41059</c:v>
                </c:pt>
                <c:pt idx="601">
                  <c:v>41060</c:v>
                </c:pt>
                <c:pt idx="602">
                  <c:v>41061</c:v>
                </c:pt>
                <c:pt idx="603">
                  <c:v>41064</c:v>
                </c:pt>
                <c:pt idx="604">
                  <c:v>41065</c:v>
                </c:pt>
                <c:pt idx="605">
                  <c:v>41067</c:v>
                </c:pt>
                <c:pt idx="606">
                  <c:v>41068</c:v>
                </c:pt>
                <c:pt idx="607">
                  <c:v>41071</c:v>
                </c:pt>
                <c:pt idx="608">
                  <c:v>41072</c:v>
                </c:pt>
                <c:pt idx="609">
                  <c:v>41073</c:v>
                </c:pt>
                <c:pt idx="610">
                  <c:v>41074</c:v>
                </c:pt>
                <c:pt idx="611">
                  <c:v>41075</c:v>
                </c:pt>
                <c:pt idx="612">
                  <c:v>41078</c:v>
                </c:pt>
                <c:pt idx="613">
                  <c:v>41079</c:v>
                </c:pt>
                <c:pt idx="614">
                  <c:v>41080</c:v>
                </c:pt>
                <c:pt idx="615">
                  <c:v>41081</c:v>
                </c:pt>
                <c:pt idx="616">
                  <c:v>41082</c:v>
                </c:pt>
                <c:pt idx="617">
                  <c:v>41085</c:v>
                </c:pt>
                <c:pt idx="618">
                  <c:v>41086</c:v>
                </c:pt>
                <c:pt idx="619">
                  <c:v>41087</c:v>
                </c:pt>
                <c:pt idx="620">
                  <c:v>41088</c:v>
                </c:pt>
                <c:pt idx="621">
                  <c:v>41089</c:v>
                </c:pt>
                <c:pt idx="622">
                  <c:v>41092</c:v>
                </c:pt>
                <c:pt idx="623">
                  <c:v>41093</c:v>
                </c:pt>
                <c:pt idx="624">
                  <c:v>41094</c:v>
                </c:pt>
                <c:pt idx="625">
                  <c:v>41095</c:v>
                </c:pt>
                <c:pt idx="626">
                  <c:v>41096</c:v>
                </c:pt>
                <c:pt idx="627">
                  <c:v>41099</c:v>
                </c:pt>
                <c:pt idx="628">
                  <c:v>41100</c:v>
                </c:pt>
                <c:pt idx="629">
                  <c:v>41101</c:v>
                </c:pt>
                <c:pt idx="630">
                  <c:v>41102</c:v>
                </c:pt>
                <c:pt idx="631">
                  <c:v>41103</c:v>
                </c:pt>
                <c:pt idx="632">
                  <c:v>41106</c:v>
                </c:pt>
                <c:pt idx="633">
                  <c:v>41107</c:v>
                </c:pt>
                <c:pt idx="634">
                  <c:v>41108</c:v>
                </c:pt>
                <c:pt idx="635">
                  <c:v>41109</c:v>
                </c:pt>
                <c:pt idx="636">
                  <c:v>41110</c:v>
                </c:pt>
                <c:pt idx="637">
                  <c:v>41113</c:v>
                </c:pt>
                <c:pt idx="638">
                  <c:v>41114</c:v>
                </c:pt>
                <c:pt idx="639">
                  <c:v>41115</c:v>
                </c:pt>
                <c:pt idx="640">
                  <c:v>41116</c:v>
                </c:pt>
                <c:pt idx="641">
                  <c:v>41117</c:v>
                </c:pt>
                <c:pt idx="642">
                  <c:v>41120</c:v>
                </c:pt>
                <c:pt idx="643">
                  <c:v>41121</c:v>
                </c:pt>
                <c:pt idx="644">
                  <c:v>41122</c:v>
                </c:pt>
                <c:pt idx="645">
                  <c:v>41123</c:v>
                </c:pt>
                <c:pt idx="646">
                  <c:v>41124</c:v>
                </c:pt>
                <c:pt idx="647">
                  <c:v>41127</c:v>
                </c:pt>
                <c:pt idx="648">
                  <c:v>41128</c:v>
                </c:pt>
                <c:pt idx="649">
                  <c:v>41129</c:v>
                </c:pt>
                <c:pt idx="650">
                  <c:v>41130</c:v>
                </c:pt>
                <c:pt idx="651">
                  <c:v>41131</c:v>
                </c:pt>
                <c:pt idx="652">
                  <c:v>41134</c:v>
                </c:pt>
                <c:pt idx="653">
                  <c:v>41135</c:v>
                </c:pt>
                <c:pt idx="654">
                  <c:v>41137</c:v>
                </c:pt>
                <c:pt idx="655">
                  <c:v>41138</c:v>
                </c:pt>
                <c:pt idx="656">
                  <c:v>41141</c:v>
                </c:pt>
                <c:pt idx="657">
                  <c:v>41142</c:v>
                </c:pt>
                <c:pt idx="658">
                  <c:v>41143</c:v>
                </c:pt>
                <c:pt idx="659">
                  <c:v>41144</c:v>
                </c:pt>
                <c:pt idx="660">
                  <c:v>41145</c:v>
                </c:pt>
                <c:pt idx="661">
                  <c:v>41148</c:v>
                </c:pt>
                <c:pt idx="662">
                  <c:v>41149</c:v>
                </c:pt>
                <c:pt idx="663">
                  <c:v>41150</c:v>
                </c:pt>
                <c:pt idx="664">
                  <c:v>41151</c:v>
                </c:pt>
                <c:pt idx="665">
                  <c:v>41152</c:v>
                </c:pt>
                <c:pt idx="666">
                  <c:v>41155</c:v>
                </c:pt>
                <c:pt idx="667">
                  <c:v>41156</c:v>
                </c:pt>
                <c:pt idx="668">
                  <c:v>41157</c:v>
                </c:pt>
                <c:pt idx="669">
                  <c:v>41158</c:v>
                </c:pt>
                <c:pt idx="670">
                  <c:v>41159</c:v>
                </c:pt>
                <c:pt idx="671">
                  <c:v>41162</c:v>
                </c:pt>
                <c:pt idx="672">
                  <c:v>41163</c:v>
                </c:pt>
                <c:pt idx="673">
                  <c:v>41164</c:v>
                </c:pt>
                <c:pt idx="674">
                  <c:v>41165</c:v>
                </c:pt>
                <c:pt idx="675">
                  <c:v>41166</c:v>
                </c:pt>
                <c:pt idx="676">
                  <c:v>41169</c:v>
                </c:pt>
                <c:pt idx="677">
                  <c:v>41170</c:v>
                </c:pt>
                <c:pt idx="678">
                  <c:v>41171</c:v>
                </c:pt>
                <c:pt idx="679">
                  <c:v>41172</c:v>
                </c:pt>
                <c:pt idx="680">
                  <c:v>41173</c:v>
                </c:pt>
                <c:pt idx="681">
                  <c:v>41176</c:v>
                </c:pt>
                <c:pt idx="682">
                  <c:v>41177</c:v>
                </c:pt>
                <c:pt idx="683">
                  <c:v>41178</c:v>
                </c:pt>
                <c:pt idx="684">
                  <c:v>41179</c:v>
                </c:pt>
                <c:pt idx="685">
                  <c:v>41180</c:v>
                </c:pt>
                <c:pt idx="686">
                  <c:v>41184</c:v>
                </c:pt>
                <c:pt idx="687">
                  <c:v>41186</c:v>
                </c:pt>
                <c:pt idx="688">
                  <c:v>41187</c:v>
                </c:pt>
                <c:pt idx="689">
                  <c:v>41190</c:v>
                </c:pt>
                <c:pt idx="690">
                  <c:v>41191</c:v>
                </c:pt>
                <c:pt idx="691">
                  <c:v>41192</c:v>
                </c:pt>
                <c:pt idx="692">
                  <c:v>41193</c:v>
                </c:pt>
                <c:pt idx="693">
                  <c:v>41194</c:v>
                </c:pt>
                <c:pt idx="694">
                  <c:v>41197</c:v>
                </c:pt>
                <c:pt idx="695">
                  <c:v>41198</c:v>
                </c:pt>
                <c:pt idx="696">
                  <c:v>41199</c:v>
                </c:pt>
                <c:pt idx="697">
                  <c:v>41200</c:v>
                </c:pt>
                <c:pt idx="698">
                  <c:v>41201</c:v>
                </c:pt>
                <c:pt idx="699">
                  <c:v>41204</c:v>
                </c:pt>
                <c:pt idx="700">
                  <c:v>41205</c:v>
                </c:pt>
                <c:pt idx="701">
                  <c:v>41206</c:v>
                </c:pt>
                <c:pt idx="702">
                  <c:v>41207</c:v>
                </c:pt>
                <c:pt idx="703">
                  <c:v>41208</c:v>
                </c:pt>
                <c:pt idx="704">
                  <c:v>41211</c:v>
                </c:pt>
                <c:pt idx="705">
                  <c:v>41212</c:v>
                </c:pt>
                <c:pt idx="706">
                  <c:v>41213</c:v>
                </c:pt>
                <c:pt idx="707">
                  <c:v>41214</c:v>
                </c:pt>
                <c:pt idx="708">
                  <c:v>41215</c:v>
                </c:pt>
                <c:pt idx="709">
                  <c:v>41218</c:v>
                </c:pt>
                <c:pt idx="710">
                  <c:v>41219</c:v>
                </c:pt>
                <c:pt idx="711">
                  <c:v>41220</c:v>
                </c:pt>
                <c:pt idx="712">
                  <c:v>41221</c:v>
                </c:pt>
                <c:pt idx="713">
                  <c:v>41222</c:v>
                </c:pt>
                <c:pt idx="714">
                  <c:v>41225</c:v>
                </c:pt>
                <c:pt idx="715">
                  <c:v>41226</c:v>
                </c:pt>
                <c:pt idx="716">
                  <c:v>41227</c:v>
                </c:pt>
                <c:pt idx="717">
                  <c:v>41228</c:v>
                </c:pt>
                <c:pt idx="718">
                  <c:v>41229</c:v>
                </c:pt>
                <c:pt idx="719">
                  <c:v>41232</c:v>
                </c:pt>
                <c:pt idx="720">
                  <c:v>41233</c:v>
                </c:pt>
                <c:pt idx="721">
                  <c:v>41234</c:v>
                </c:pt>
                <c:pt idx="722">
                  <c:v>41235</c:v>
                </c:pt>
                <c:pt idx="723">
                  <c:v>41236</c:v>
                </c:pt>
                <c:pt idx="724">
                  <c:v>41239</c:v>
                </c:pt>
                <c:pt idx="725">
                  <c:v>41240</c:v>
                </c:pt>
                <c:pt idx="726">
                  <c:v>41241</c:v>
                </c:pt>
                <c:pt idx="727">
                  <c:v>41242</c:v>
                </c:pt>
                <c:pt idx="728">
                  <c:v>41243</c:v>
                </c:pt>
                <c:pt idx="729">
                  <c:v>41246</c:v>
                </c:pt>
                <c:pt idx="730">
                  <c:v>41247</c:v>
                </c:pt>
                <c:pt idx="731">
                  <c:v>41248</c:v>
                </c:pt>
                <c:pt idx="732">
                  <c:v>41249</c:v>
                </c:pt>
                <c:pt idx="733">
                  <c:v>41250</c:v>
                </c:pt>
                <c:pt idx="734">
                  <c:v>41253</c:v>
                </c:pt>
                <c:pt idx="735">
                  <c:v>41254</c:v>
                </c:pt>
                <c:pt idx="736">
                  <c:v>41255</c:v>
                </c:pt>
                <c:pt idx="737">
                  <c:v>41256</c:v>
                </c:pt>
                <c:pt idx="738">
                  <c:v>41257</c:v>
                </c:pt>
                <c:pt idx="739">
                  <c:v>41260</c:v>
                </c:pt>
                <c:pt idx="740">
                  <c:v>41261</c:v>
                </c:pt>
                <c:pt idx="741">
                  <c:v>41263</c:v>
                </c:pt>
                <c:pt idx="742">
                  <c:v>41264</c:v>
                </c:pt>
                <c:pt idx="743">
                  <c:v>41267</c:v>
                </c:pt>
                <c:pt idx="744">
                  <c:v>41269</c:v>
                </c:pt>
                <c:pt idx="745">
                  <c:v>41270</c:v>
                </c:pt>
                <c:pt idx="746">
                  <c:v>41271</c:v>
                </c:pt>
                <c:pt idx="747">
                  <c:v>41276</c:v>
                </c:pt>
                <c:pt idx="748">
                  <c:v>41277</c:v>
                </c:pt>
                <c:pt idx="749">
                  <c:v>41278</c:v>
                </c:pt>
                <c:pt idx="750">
                  <c:v>41281</c:v>
                </c:pt>
                <c:pt idx="751">
                  <c:v>41282</c:v>
                </c:pt>
                <c:pt idx="752">
                  <c:v>41283</c:v>
                </c:pt>
                <c:pt idx="753">
                  <c:v>41284</c:v>
                </c:pt>
                <c:pt idx="754">
                  <c:v>41285</c:v>
                </c:pt>
                <c:pt idx="755">
                  <c:v>41288</c:v>
                </c:pt>
                <c:pt idx="756">
                  <c:v>41289</c:v>
                </c:pt>
                <c:pt idx="757">
                  <c:v>41290</c:v>
                </c:pt>
                <c:pt idx="758">
                  <c:v>41291</c:v>
                </c:pt>
                <c:pt idx="759">
                  <c:v>41292</c:v>
                </c:pt>
                <c:pt idx="760">
                  <c:v>41295</c:v>
                </c:pt>
                <c:pt idx="761">
                  <c:v>41296</c:v>
                </c:pt>
                <c:pt idx="762">
                  <c:v>41297</c:v>
                </c:pt>
                <c:pt idx="763">
                  <c:v>41298</c:v>
                </c:pt>
                <c:pt idx="764">
                  <c:v>41299</c:v>
                </c:pt>
                <c:pt idx="765">
                  <c:v>41302</c:v>
                </c:pt>
                <c:pt idx="766">
                  <c:v>41303</c:v>
                </c:pt>
                <c:pt idx="767">
                  <c:v>41304</c:v>
                </c:pt>
                <c:pt idx="768">
                  <c:v>41305</c:v>
                </c:pt>
                <c:pt idx="769">
                  <c:v>41306</c:v>
                </c:pt>
                <c:pt idx="770">
                  <c:v>41309</c:v>
                </c:pt>
                <c:pt idx="771">
                  <c:v>41310</c:v>
                </c:pt>
                <c:pt idx="772">
                  <c:v>41311</c:v>
                </c:pt>
                <c:pt idx="773">
                  <c:v>41312</c:v>
                </c:pt>
                <c:pt idx="774">
                  <c:v>41313</c:v>
                </c:pt>
                <c:pt idx="775">
                  <c:v>41317</c:v>
                </c:pt>
                <c:pt idx="776">
                  <c:v>41318</c:v>
                </c:pt>
                <c:pt idx="777">
                  <c:v>41319</c:v>
                </c:pt>
                <c:pt idx="778">
                  <c:v>41320</c:v>
                </c:pt>
                <c:pt idx="779">
                  <c:v>41323</c:v>
                </c:pt>
                <c:pt idx="780">
                  <c:v>41324</c:v>
                </c:pt>
                <c:pt idx="781">
                  <c:v>41325</c:v>
                </c:pt>
                <c:pt idx="782">
                  <c:v>41326</c:v>
                </c:pt>
                <c:pt idx="783">
                  <c:v>41327</c:v>
                </c:pt>
                <c:pt idx="784">
                  <c:v>41330</c:v>
                </c:pt>
                <c:pt idx="785">
                  <c:v>41331</c:v>
                </c:pt>
                <c:pt idx="786">
                  <c:v>41332</c:v>
                </c:pt>
                <c:pt idx="787">
                  <c:v>41333</c:v>
                </c:pt>
                <c:pt idx="788">
                  <c:v>41337</c:v>
                </c:pt>
                <c:pt idx="789">
                  <c:v>41338</c:v>
                </c:pt>
                <c:pt idx="790">
                  <c:v>41339</c:v>
                </c:pt>
                <c:pt idx="791">
                  <c:v>41340</c:v>
                </c:pt>
                <c:pt idx="792">
                  <c:v>41341</c:v>
                </c:pt>
                <c:pt idx="793">
                  <c:v>41344</c:v>
                </c:pt>
                <c:pt idx="794">
                  <c:v>41345</c:v>
                </c:pt>
                <c:pt idx="795">
                  <c:v>41346</c:v>
                </c:pt>
                <c:pt idx="796">
                  <c:v>41347</c:v>
                </c:pt>
                <c:pt idx="797">
                  <c:v>41348</c:v>
                </c:pt>
                <c:pt idx="798">
                  <c:v>41351</c:v>
                </c:pt>
                <c:pt idx="799">
                  <c:v>41352</c:v>
                </c:pt>
                <c:pt idx="800">
                  <c:v>41353</c:v>
                </c:pt>
                <c:pt idx="801">
                  <c:v>41354</c:v>
                </c:pt>
                <c:pt idx="802">
                  <c:v>41355</c:v>
                </c:pt>
                <c:pt idx="803">
                  <c:v>41358</c:v>
                </c:pt>
                <c:pt idx="804">
                  <c:v>41359</c:v>
                </c:pt>
                <c:pt idx="805">
                  <c:v>41360</c:v>
                </c:pt>
                <c:pt idx="806">
                  <c:v>41361</c:v>
                </c:pt>
                <c:pt idx="807">
                  <c:v>41362</c:v>
                </c:pt>
                <c:pt idx="808">
                  <c:v>41365</c:v>
                </c:pt>
                <c:pt idx="809">
                  <c:v>41366</c:v>
                </c:pt>
                <c:pt idx="810">
                  <c:v>41367</c:v>
                </c:pt>
                <c:pt idx="811">
                  <c:v>41368</c:v>
                </c:pt>
                <c:pt idx="812">
                  <c:v>41369</c:v>
                </c:pt>
                <c:pt idx="813">
                  <c:v>41372</c:v>
                </c:pt>
                <c:pt idx="814">
                  <c:v>41373</c:v>
                </c:pt>
                <c:pt idx="815">
                  <c:v>41374</c:v>
                </c:pt>
                <c:pt idx="816">
                  <c:v>41375</c:v>
                </c:pt>
                <c:pt idx="817">
                  <c:v>41376</c:v>
                </c:pt>
                <c:pt idx="818">
                  <c:v>41379</c:v>
                </c:pt>
                <c:pt idx="819">
                  <c:v>41380</c:v>
                </c:pt>
                <c:pt idx="820">
                  <c:v>41381</c:v>
                </c:pt>
                <c:pt idx="821">
                  <c:v>41382</c:v>
                </c:pt>
                <c:pt idx="822">
                  <c:v>41383</c:v>
                </c:pt>
                <c:pt idx="823">
                  <c:v>41386</c:v>
                </c:pt>
                <c:pt idx="824">
                  <c:v>41387</c:v>
                </c:pt>
                <c:pt idx="825">
                  <c:v>41388</c:v>
                </c:pt>
                <c:pt idx="826">
                  <c:v>41389</c:v>
                </c:pt>
                <c:pt idx="827">
                  <c:v>41390</c:v>
                </c:pt>
                <c:pt idx="828">
                  <c:v>41393</c:v>
                </c:pt>
                <c:pt idx="829">
                  <c:v>41394</c:v>
                </c:pt>
                <c:pt idx="830">
                  <c:v>41396</c:v>
                </c:pt>
                <c:pt idx="831">
                  <c:v>41397</c:v>
                </c:pt>
                <c:pt idx="832">
                  <c:v>41400</c:v>
                </c:pt>
                <c:pt idx="833">
                  <c:v>41401</c:v>
                </c:pt>
                <c:pt idx="834">
                  <c:v>41402</c:v>
                </c:pt>
                <c:pt idx="835">
                  <c:v>41403</c:v>
                </c:pt>
                <c:pt idx="836">
                  <c:v>41404</c:v>
                </c:pt>
                <c:pt idx="837">
                  <c:v>41407</c:v>
                </c:pt>
                <c:pt idx="838">
                  <c:v>41408</c:v>
                </c:pt>
                <c:pt idx="839">
                  <c:v>41409</c:v>
                </c:pt>
                <c:pt idx="840">
                  <c:v>41410</c:v>
                </c:pt>
                <c:pt idx="841">
                  <c:v>41414</c:v>
                </c:pt>
                <c:pt idx="842">
                  <c:v>41415</c:v>
                </c:pt>
                <c:pt idx="843">
                  <c:v>41416</c:v>
                </c:pt>
                <c:pt idx="844">
                  <c:v>41417</c:v>
                </c:pt>
                <c:pt idx="845">
                  <c:v>41418</c:v>
                </c:pt>
                <c:pt idx="846">
                  <c:v>41421</c:v>
                </c:pt>
                <c:pt idx="847">
                  <c:v>41422</c:v>
                </c:pt>
                <c:pt idx="848">
                  <c:v>41423</c:v>
                </c:pt>
                <c:pt idx="849">
                  <c:v>41424</c:v>
                </c:pt>
                <c:pt idx="850">
                  <c:v>41425</c:v>
                </c:pt>
                <c:pt idx="851">
                  <c:v>41428</c:v>
                </c:pt>
                <c:pt idx="852">
                  <c:v>41429</c:v>
                </c:pt>
                <c:pt idx="853">
                  <c:v>41430</c:v>
                </c:pt>
                <c:pt idx="854">
                  <c:v>41432</c:v>
                </c:pt>
                <c:pt idx="855">
                  <c:v>41435</c:v>
                </c:pt>
                <c:pt idx="856">
                  <c:v>41436</c:v>
                </c:pt>
                <c:pt idx="857">
                  <c:v>41437</c:v>
                </c:pt>
                <c:pt idx="858">
                  <c:v>41438</c:v>
                </c:pt>
                <c:pt idx="859">
                  <c:v>41439</c:v>
                </c:pt>
                <c:pt idx="860">
                  <c:v>41442</c:v>
                </c:pt>
                <c:pt idx="861">
                  <c:v>41443</c:v>
                </c:pt>
                <c:pt idx="862">
                  <c:v>41444</c:v>
                </c:pt>
                <c:pt idx="863">
                  <c:v>41445</c:v>
                </c:pt>
                <c:pt idx="864">
                  <c:v>41446</c:v>
                </c:pt>
                <c:pt idx="865">
                  <c:v>41449</c:v>
                </c:pt>
                <c:pt idx="866">
                  <c:v>41450</c:v>
                </c:pt>
                <c:pt idx="867">
                  <c:v>41451</c:v>
                </c:pt>
                <c:pt idx="868">
                  <c:v>41452</c:v>
                </c:pt>
                <c:pt idx="869">
                  <c:v>41453</c:v>
                </c:pt>
                <c:pt idx="870">
                  <c:v>41456</c:v>
                </c:pt>
                <c:pt idx="871">
                  <c:v>41457</c:v>
                </c:pt>
                <c:pt idx="872">
                  <c:v>41458</c:v>
                </c:pt>
                <c:pt idx="873">
                  <c:v>41459</c:v>
                </c:pt>
                <c:pt idx="874">
                  <c:v>41460</c:v>
                </c:pt>
                <c:pt idx="875">
                  <c:v>41463</c:v>
                </c:pt>
                <c:pt idx="876">
                  <c:v>41464</c:v>
                </c:pt>
                <c:pt idx="877">
                  <c:v>41465</c:v>
                </c:pt>
                <c:pt idx="878">
                  <c:v>41466</c:v>
                </c:pt>
                <c:pt idx="879">
                  <c:v>41467</c:v>
                </c:pt>
                <c:pt idx="880">
                  <c:v>41470</c:v>
                </c:pt>
                <c:pt idx="881">
                  <c:v>41471</c:v>
                </c:pt>
                <c:pt idx="882">
                  <c:v>41472</c:v>
                </c:pt>
                <c:pt idx="883">
                  <c:v>41473</c:v>
                </c:pt>
                <c:pt idx="884">
                  <c:v>41474</c:v>
                </c:pt>
                <c:pt idx="885">
                  <c:v>41477</c:v>
                </c:pt>
                <c:pt idx="886">
                  <c:v>41478</c:v>
                </c:pt>
                <c:pt idx="887">
                  <c:v>41479</c:v>
                </c:pt>
                <c:pt idx="888">
                  <c:v>41480</c:v>
                </c:pt>
                <c:pt idx="889">
                  <c:v>41481</c:v>
                </c:pt>
                <c:pt idx="890">
                  <c:v>41484</c:v>
                </c:pt>
                <c:pt idx="891">
                  <c:v>41485</c:v>
                </c:pt>
                <c:pt idx="892">
                  <c:v>41486</c:v>
                </c:pt>
                <c:pt idx="893">
                  <c:v>41487</c:v>
                </c:pt>
                <c:pt idx="894">
                  <c:v>41488</c:v>
                </c:pt>
                <c:pt idx="895">
                  <c:v>41491</c:v>
                </c:pt>
                <c:pt idx="896">
                  <c:v>41492</c:v>
                </c:pt>
                <c:pt idx="897">
                  <c:v>41493</c:v>
                </c:pt>
                <c:pt idx="898">
                  <c:v>41494</c:v>
                </c:pt>
                <c:pt idx="899">
                  <c:v>41495</c:v>
                </c:pt>
                <c:pt idx="900">
                  <c:v>41498</c:v>
                </c:pt>
                <c:pt idx="901">
                  <c:v>41499</c:v>
                </c:pt>
                <c:pt idx="902">
                  <c:v>41500</c:v>
                </c:pt>
                <c:pt idx="903">
                  <c:v>41502</c:v>
                </c:pt>
                <c:pt idx="904">
                  <c:v>41505</c:v>
                </c:pt>
                <c:pt idx="905">
                  <c:v>41506</c:v>
                </c:pt>
                <c:pt idx="906">
                  <c:v>41507</c:v>
                </c:pt>
                <c:pt idx="907">
                  <c:v>41508</c:v>
                </c:pt>
                <c:pt idx="908">
                  <c:v>41509</c:v>
                </c:pt>
                <c:pt idx="909">
                  <c:v>41512</c:v>
                </c:pt>
                <c:pt idx="910">
                  <c:v>41513</c:v>
                </c:pt>
                <c:pt idx="911">
                  <c:v>41514</c:v>
                </c:pt>
                <c:pt idx="912">
                  <c:v>41515</c:v>
                </c:pt>
                <c:pt idx="913">
                  <c:v>41516</c:v>
                </c:pt>
                <c:pt idx="914">
                  <c:v>41519</c:v>
                </c:pt>
                <c:pt idx="915">
                  <c:v>41520</c:v>
                </c:pt>
                <c:pt idx="916">
                  <c:v>41521</c:v>
                </c:pt>
                <c:pt idx="917">
                  <c:v>41522</c:v>
                </c:pt>
                <c:pt idx="918">
                  <c:v>41523</c:v>
                </c:pt>
                <c:pt idx="919">
                  <c:v>41526</c:v>
                </c:pt>
                <c:pt idx="920">
                  <c:v>41527</c:v>
                </c:pt>
                <c:pt idx="921">
                  <c:v>41528</c:v>
                </c:pt>
                <c:pt idx="922">
                  <c:v>41529</c:v>
                </c:pt>
                <c:pt idx="923">
                  <c:v>41530</c:v>
                </c:pt>
                <c:pt idx="924">
                  <c:v>41533</c:v>
                </c:pt>
                <c:pt idx="925">
                  <c:v>41534</c:v>
                </c:pt>
                <c:pt idx="926">
                  <c:v>41540</c:v>
                </c:pt>
                <c:pt idx="927">
                  <c:v>41541</c:v>
                </c:pt>
                <c:pt idx="928">
                  <c:v>41542</c:v>
                </c:pt>
                <c:pt idx="929">
                  <c:v>41543</c:v>
                </c:pt>
                <c:pt idx="930">
                  <c:v>41544</c:v>
                </c:pt>
                <c:pt idx="931">
                  <c:v>41547</c:v>
                </c:pt>
                <c:pt idx="932">
                  <c:v>41548</c:v>
                </c:pt>
                <c:pt idx="933">
                  <c:v>41549</c:v>
                </c:pt>
                <c:pt idx="934">
                  <c:v>41551</c:v>
                </c:pt>
                <c:pt idx="935">
                  <c:v>41554</c:v>
                </c:pt>
                <c:pt idx="936">
                  <c:v>41555</c:v>
                </c:pt>
                <c:pt idx="937">
                  <c:v>41557</c:v>
                </c:pt>
                <c:pt idx="938">
                  <c:v>41558</c:v>
                </c:pt>
                <c:pt idx="939">
                  <c:v>41561</c:v>
                </c:pt>
                <c:pt idx="940">
                  <c:v>41562</c:v>
                </c:pt>
                <c:pt idx="941">
                  <c:v>41563</c:v>
                </c:pt>
                <c:pt idx="942">
                  <c:v>41564</c:v>
                </c:pt>
                <c:pt idx="943">
                  <c:v>41565</c:v>
                </c:pt>
                <c:pt idx="944">
                  <c:v>41568</c:v>
                </c:pt>
                <c:pt idx="945">
                  <c:v>41569</c:v>
                </c:pt>
                <c:pt idx="946">
                  <c:v>41570</c:v>
                </c:pt>
                <c:pt idx="947">
                  <c:v>41571</c:v>
                </c:pt>
                <c:pt idx="948">
                  <c:v>41572</c:v>
                </c:pt>
                <c:pt idx="949">
                  <c:v>41575</c:v>
                </c:pt>
                <c:pt idx="950">
                  <c:v>41576</c:v>
                </c:pt>
                <c:pt idx="951">
                  <c:v>41577</c:v>
                </c:pt>
                <c:pt idx="952">
                  <c:v>41578</c:v>
                </c:pt>
                <c:pt idx="953">
                  <c:v>41579</c:v>
                </c:pt>
                <c:pt idx="954">
                  <c:v>41582</c:v>
                </c:pt>
                <c:pt idx="955">
                  <c:v>41583</c:v>
                </c:pt>
                <c:pt idx="956">
                  <c:v>41584</c:v>
                </c:pt>
                <c:pt idx="957">
                  <c:v>41585</c:v>
                </c:pt>
                <c:pt idx="958">
                  <c:v>41586</c:v>
                </c:pt>
                <c:pt idx="959">
                  <c:v>41589</c:v>
                </c:pt>
                <c:pt idx="960">
                  <c:v>41590</c:v>
                </c:pt>
                <c:pt idx="961">
                  <c:v>41591</c:v>
                </c:pt>
                <c:pt idx="962">
                  <c:v>41592</c:v>
                </c:pt>
                <c:pt idx="963">
                  <c:v>41593</c:v>
                </c:pt>
                <c:pt idx="964">
                  <c:v>41596</c:v>
                </c:pt>
                <c:pt idx="965">
                  <c:v>41597</c:v>
                </c:pt>
                <c:pt idx="966">
                  <c:v>41598</c:v>
                </c:pt>
                <c:pt idx="967">
                  <c:v>41599</c:v>
                </c:pt>
                <c:pt idx="968">
                  <c:v>41600</c:v>
                </c:pt>
                <c:pt idx="969">
                  <c:v>41603</c:v>
                </c:pt>
                <c:pt idx="970">
                  <c:v>41604</c:v>
                </c:pt>
                <c:pt idx="971">
                  <c:v>41605</c:v>
                </c:pt>
                <c:pt idx="972">
                  <c:v>41606</c:v>
                </c:pt>
                <c:pt idx="973">
                  <c:v>41607</c:v>
                </c:pt>
                <c:pt idx="974">
                  <c:v>41610</c:v>
                </c:pt>
                <c:pt idx="975">
                  <c:v>41611</c:v>
                </c:pt>
                <c:pt idx="976">
                  <c:v>41612</c:v>
                </c:pt>
                <c:pt idx="977">
                  <c:v>41613</c:v>
                </c:pt>
                <c:pt idx="978">
                  <c:v>41614</c:v>
                </c:pt>
                <c:pt idx="979">
                  <c:v>41617</c:v>
                </c:pt>
                <c:pt idx="980">
                  <c:v>41618</c:v>
                </c:pt>
                <c:pt idx="981">
                  <c:v>41619</c:v>
                </c:pt>
                <c:pt idx="982">
                  <c:v>41620</c:v>
                </c:pt>
                <c:pt idx="983">
                  <c:v>41621</c:v>
                </c:pt>
                <c:pt idx="984">
                  <c:v>41624</c:v>
                </c:pt>
                <c:pt idx="985">
                  <c:v>41625</c:v>
                </c:pt>
                <c:pt idx="986">
                  <c:v>41626</c:v>
                </c:pt>
                <c:pt idx="987">
                  <c:v>41627</c:v>
                </c:pt>
                <c:pt idx="988">
                  <c:v>41628</c:v>
                </c:pt>
                <c:pt idx="989">
                  <c:v>41631</c:v>
                </c:pt>
                <c:pt idx="990">
                  <c:v>41632</c:v>
                </c:pt>
                <c:pt idx="991">
                  <c:v>41634</c:v>
                </c:pt>
                <c:pt idx="992">
                  <c:v>41635</c:v>
                </c:pt>
                <c:pt idx="993">
                  <c:v>41638</c:v>
                </c:pt>
                <c:pt idx="994">
                  <c:v>41641</c:v>
                </c:pt>
                <c:pt idx="995">
                  <c:v>41642</c:v>
                </c:pt>
                <c:pt idx="996">
                  <c:v>41645</c:v>
                </c:pt>
                <c:pt idx="997">
                  <c:v>41646</c:v>
                </c:pt>
                <c:pt idx="998">
                  <c:v>41647</c:v>
                </c:pt>
                <c:pt idx="999">
                  <c:v>41648</c:v>
                </c:pt>
                <c:pt idx="1000">
                  <c:v>41649</c:v>
                </c:pt>
                <c:pt idx="1001">
                  <c:v>41652</c:v>
                </c:pt>
                <c:pt idx="1002">
                  <c:v>41653</c:v>
                </c:pt>
                <c:pt idx="1003">
                  <c:v>41654</c:v>
                </c:pt>
                <c:pt idx="1004">
                  <c:v>41655</c:v>
                </c:pt>
                <c:pt idx="1005">
                  <c:v>41656</c:v>
                </c:pt>
                <c:pt idx="1006">
                  <c:v>41659</c:v>
                </c:pt>
                <c:pt idx="1007">
                  <c:v>41660</c:v>
                </c:pt>
                <c:pt idx="1008">
                  <c:v>41661</c:v>
                </c:pt>
                <c:pt idx="1009">
                  <c:v>41662</c:v>
                </c:pt>
                <c:pt idx="1010">
                  <c:v>41663</c:v>
                </c:pt>
                <c:pt idx="1011">
                  <c:v>41666</c:v>
                </c:pt>
                <c:pt idx="1012">
                  <c:v>41667</c:v>
                </c:pt>
                <c:pt idx="1013">
                  <c:v>41668</c:v>
                </c:pt>
                <c:pt idx="1014">
                  <c:v>41673</c:v>
                </c:pt>
                <c:pt idx="1015">
                  <c:v>41674</c:v>
                </c:pt>
                <c:pt idx="1016">
                  <c:v>41675</c:v>
                </c:pt>
                <c:pt idx="1017">
                  <c:v>41676</c:v>
                </c:pt>
                <c:pt idx="1018">
                  <c:v>41677</c:v>
                </c:pt>
                <c:pt idx="1019">
                  <c:v>41680</c:v>
                </c:pt>
                <c:pt idx="1020">
                  <c:v>41681</c:v>
                </c:pt>
                <c:pt idx="1021">
                  <c:v>41682</c:v>
                </c:pt>
                <c:pt idx="1022">
                  <c:v>41683</c:v>
                </c:pt>
                <c:pt idx="1023">
                  <c:v>41684</c:v>
                </c:pt>
                <c:pt idx="1024">
                  <c:v>41687</c:v>
                </c:pt>
                <c:pt idx="1025">
                  <c:v>41688</c:v>
                </c:pt>
                <c:pt idx="1026">
                  <c:v>41689</c:v>
                </c:pt>
                <c:pt idx="1027">
                  <c:v>41690</c:v>
                </c:pt>
                <c:pt idx="1028">
                  <c:v>41691</c:v>
                </c:pt>
                <c:pt idx="1029">
                  <c:v>41694</c:v>
                </c:pt>
                <c:pt idx="1030">
                  <c:v>41695</c:v>
                </c:pt>
                <c:pt idx="1031">
                  <c:v>41696</c:v>
                </c:pt>
                <c:pt idx="1032">
                  <c:v>41697</c:v>
                </c:pt>
                <c:pt idx="1033">
                  <c:v>41698</c:v>
                </c:pt>
                <c:pt idx="1034">
                  <c:v>41701</c:v>
                </c:pt>
                <c:pt idx="1035">
                  <c:v>41702</c:v>
                </c:pt>
                <c:pt idx="1036">
                  <c:v>41703</c:v>
                </c:pt>
                <c:pt idx="1037">
                  <c:v>41704</c:v>
                </c:pt>
                <c:pt idx="1038">
                  <c:v>41705</c:v>
                </c:pt>
                <c:pt idx="1039">
                  <c:v>41708</c:v>
                </c:pt>
                <c:pt idx="1040">
                  <c:v>41709</c:v>
                </c:pt>
                <c:pt idx="1041">
                  <c:v>41710</c:v>
                </c:pt>
                <c:pt idx="1042">
                  <c:v>41711</c:v>
                </c:pt>
                <c:pt idx="1043">
                  <c:v>41712</c:v>
                </c:pt>
                <c:pt idx="1044">
                  <c:v>41715</c:v>
                </c:pt>
                <c:pt idx="1045">
                  <c:v>41716</c:v>
                </c:pt>
                <c:pt idx="1046">
                  <c:v>41717</c:v>
                </c:pt>
                <c:pt idx="1047">
                  <c:v>41718</c:v>
                </c:pt>
                <c:pt idx="1048">
                  <c:v>41719</c:v>
                </c:pt>
                <c:pt idx="1049">
                  <c:v>41722</c:v>
                </c:pt>
                <c:pt idx="1050">
                  <c:v>41723</c:v>
                </c:pt>
                <c:pt idx="1051">
                  <c:v>41724</c:v>
                </c:pt>
                <c:pt idx="1052">
                  <c:v>41725</c:v>
                </c:pt>
                <c:pt idx="1053">
                  <c:v>41726</c:v>
                </c:pt>
                <c:pt idx="1054">
                  <c:v>41729</c:v>
                </c:pt>
                <c:pt idx="1055">
                  <c:v>41730</c:v>
                </c:pt>
                <c:pt idx="1056">
                  <c:v>41731</c:v>
                </c:pt>
                <c:pt idx="1057">
                  <c:v>41732</c:v>
                </c:pt>
                <c:pt idx="1058">
                  <c:v>41733</c:v>
                </c:pt>
                <c:pt idx="1059">
                  <c:v>41736</c:v>
                </c:pt>
                <c:pt idx="1060">
                  <c:v>41737</c:v>
                </c:pt>
                <c:pt idx="1061">
                  <c:v>41738</c:v>
                </c:pt>
                <c:pt idx="1062">
                  <c:v>41739</c:v>
                </c:pt>
                <c:pt idx="1063">
                  <c:v>41740</c:v>
                </c:pt>
                <c:pt idx="1064">
                  <c:v>41743</c:v>
                </c:pt>
                <c:pt idx="1065">
                  <c:v>41744</c:v>
                </c:pt>
                <c:pt idx="1066">
                  <c:v>41745</c:v>
                </c:pt>
                <c:pt idx="1067">
                  <c:v>41746</c:v>
                </c:pt>
                <c:pt idx="1068">
                  <c:v>41747</c:v>
                </c:pt>
                <c:pt idx="1069">
                  <c:v>41750</c:v>
                </c:pt>
                <c:pt idx="1070">
                  <c:v>41751</c:v>
                </c:pt>
                <c:pt idx="1071">
                  <c:v>41752</c:v>
                </c:pt>
                <c:pt idx="1072">
                  <c:v>41753</c:v>
                </c:pt>
                <c:pt idx="1073">
                  <c:v>41754</c:v>
                </c:pt>
                <c:pt idx="1074">
                  <c:v>41757</c:v>
                </c:pt>
                <c:pt idx="1075">
                  <c:v>41758</c:v>
                </c:pt>
                <c:pt idx="1076">
                  <c:v>41759</c:v>
                </c:pt>
                <c:pt idx="1077">
                  <c:v>41761</c:v>
                </c:pt>
                <c:pt idx="1078">
                  <c:v>41766</c:v>
                </c:pt>
                <c:pt idx="1079">
                  <c:v>41767</c:v>
                </c:pt>
                <c:pt idx="1080">
                  <c:v>41768</c:v>
                </c:pt>
                <c:pt idx="1081">
                  <c:v>41771</c:v>
                </c:pt>
                <c:pt idx="1082">
                  <c:v>41772</c:v>
                </c:pt>
                <c:pt idx="1083">
                  <c:v>41773</c:v>
                </c:pt>
                <c:pt idx="1084">
                  <c:v>41774</c:v>
                </c:pt>
                <c:pt idx="1085">
                  <c:v>41775</c:v>
                </c:pt>
                <c:pt idx="1086">
                  <c:v>41778</c:v>
                </c:pt>
                <c:pt idx="1087">
                  <c:v>41779</c:v>
                </c:pt>
                <c:pt idx="1088">
                  <c:v>41780</c:v>
                </c:pt>
                <c:pt idx="1089">
                  <c:v>41781</c:v>
                </c:pt>
                <c:pt idx="1090">
                  <c:v>41782</c:v>
                </c:pt>
                <c:pt idx="1091">
                  <c:v>41785</c:v>
                </c:pt>
                <c:pt idx="1092">
                  <c:v>41786</c:v>
                </c:pt>
                <c:pt idx="1093">
                  <c:v>41787</c:v>
                </c:pt>
                <c:pt idx="1094">
                  <c:v>41788</c:v>
                </c:pt>
                <c:pt idx="1095">
                  <c:v>41789</c:v>
                </c:pt>
                <c:pt idx="1096">
                  <c:v>41792</c:v>
                </c:pt>
                <c:pt idx="1097">
                  <c:v>41793</c:v>
                </c:pt>
                <c:pt idx="1098">
                  <c:v>41795</c:v>
                </c:pt>
                <c:pt idx="1099">
                  <c:v>41799</c:v>
                </c:pt>
                <c:pt idx="1100">
                  <c:v>41800</c:v>
                </c:pt>
                <c:pt idx="1101">
                  <c:v>41801</c:v>
                </c:pt>
                <c:pt idx="1102">
                  <c:v>41802</c:v>
                </c:pt>
                <c:pt idx="1103">
                  <c:v>41803</c:v>
                </c:pt>
                <c:pt idx="1104">
                  <c:v>41806</c:v>
                </c:pt>
                <c:pt idx="1105">
                  <c:v>41807</c:v>
                </c:pt>
                <c:pt idx="1106">
                  <c:v>41808</c:v>
                </c:pt>
                <c:pt idx="1107">
                  <c:v>41809</c:v>
                </c:pt>
                <c:pt idx="1108">
                  <c:v>41810</c:v>
                </c:pt>
                <c:pt idx="1109">
                  <c:v>41813</c:v>
                </c:pt>
                <c:pt idx="1110">
                  <c:v>41814</c:v>
                </c:pt>
                <c:pt idx="1111">
                  <c:v>41815</c:v>
                </c:pt>
                <c:pt idx="1112">
                  <c:v>41816</c:v>
                </c:pt>
                <c:pt idx="1113">
                  <c:v>41817</c:v>
                </c:pt>
                <c:pt idx="1114">
                  <c:v>41820</c:v>
                </c:pt>
                <c:pt idx="1115">
                  <c:v>41821</c:v>
                </c:pt>
                <c:pt idx="1116">
                  <c:v>41822</c:v>
                </c:pt>
                <c:pt idx="1117">
                  <c:v>41823</c:v>
                </c:pt>
                <c:pt idx="1118">
                  <c:v>41824</c:v>
                </c:pt>
                <c:pt idx="1119">
                  <c:v>41827</c:v>
                </c:pt>
                <c:pt idx="1120">
                  <c:v>41828</c:v>
                </c:pt>
                <c:pt idx="1121">
                  <c:v>41829</c:v>
                </c:pt>
                <c:pt idx="1122">
                  <c:v>41830</c:v>
                </c:pt>
                <c:pt idx="1123">
                  <c:v>41831</c:v>
                </c:pt>
                <c:pt idx="1124">
                  <c:v>41834</c:v>
                </c:pt>
                <c:pt idx="1125">
                  <c:v>41835</c:v>
                </c:pt>
                <c:pt idx="1126">
                  <c:v>41836</c:v>
                </c:pt>
                <c:pt idx="1127">
                  <c:v>41837</c:v>
                </c:pt>
                <c:pt idx="1128">
                  <c:v>41838</c:v>
                </c:pt>
                <c:pt idx="1129">
                  <c:v>41841</c:v>
                </c:pt>
                <c:pt idx="1130">
                  <c:v>41842</c:v>
                </c:pt>
                <c:pt idx="1131">
                  <c:v>41843</c:v>
                </c:pt>
                <c:pt idx="1132">
                  <c:v>41844</c:v>
                </c:pt>
                <c:pt idx="1133">
                  <c:v>41845</c:v>
                </c:pt>
                <c:pt idx="1134">
                  <c:v>41848</c:v>
                </c:pt>
                <c:pt idx="1135">
                  <c:v>41849</c:v>
                </c:pt>
                <c:pt idx="1136">
                  <c:v>41850</c:v>
                </c:pt>
                <c:pt idx="1137">
                  <c:v>41851</c:v>
                </c:pt>
                <c:pt idx="1138">
                  <c:v>41852</c:v>
                </c:pt>
                <c:pt idx="1139">
                  <c:v>41855</c:v>
                </c:pt>
                <c:pt idx="1140">
                  <c:v>41856</c:v>
                </c:pt>
                <c:pt idx="1141">
                  <c:v>41857</c:v>
                </c:pt>
                <c:pt idx="1142">
                  <c:v>41858</c:v>
                </c:pt>
                <c:pt idx="1143">
                  <c:v>41859</c:v>
                </c:pt>
                <c:pt idx="1144">
                  <c:v>41862</c:v>
                </c:pt>
                <c:pt idx="1145">
                  <c:v>41863</c:v>
                </c:pt>
                <c:pt idx="1146">
                  <c:v>41864</c:v>
                </c:pt>
                <c:pt idx="1147">
                  <c:v>41865</c:v>
                </c:pt>
                <c:pt idx="1148">
                  <c:v>41869</c:v>
                </c:pt>
                <c:pt idx="1149">
                  <c:v>41870</c:v>
                </c:pt>
                <c:pt idx="1150">
                  <c:v>41871</c:v>
                </c:pt>
                <c:pt idx="1151">
                  <c:v>41872</c:v>
                </c:pt>
                <c:pt idx="1152">
                  <c:v>41873</c:v>
                </c:pt>
                <c:pt idx="1153">
                  <c:v>41876</c:v>
                </c:pt>
                <c:pt idx="1154">
                  <c:v>41877</c:v>
                </c:pt>
                <c:pt idx="1155">
                  <c:v>41878</c:v>
                </c:pt>
                <c:pt idx="1156">
                  <c:v>41879</c:v>
                </c:pt>
                <c:pt idx="1157">
                  <c:v>41880</c:v>
                </c:pt>
                <c:pt idx="1158">
                  <c:v>41883</c:v>
                </c:pt>
                <c:pt idx="1159">
                  <c:v>41884</c:v>
                </c:pt>
                <c:pt idx="1160">
                  <c:v>41885</c:v>
                </c:pt>
                <c:pt idx="1161">
                  <c:v>41886</c:v>
                </c:pt>
                <c:pt idx="1162">
                  <c:v>41887</c:v>
                </c:pt>
                <c:pt idx="1163">
                  <c:v>41893</c:v>
                </c:pt>
                <c:pt idx="1164">
                  <c:v>41894</c:v>
                </c:pt>
                <c:pt idx="1165">
                  <c:v>41897</c:v>
                </c:pt>
                <c:pt idx="1166">
                  <c:v>41898</c:v>
                </c:pt>
                <c:pt idx="1167">
                  <c:v>41899</c:v>
                </c:pt>
                <c:pt idx="1168">
                  <c:v>41900</c:v>
                </c:pt>
                <c:pt idx="1169">
                  <c:v>41901</c:v>
                </c:pt>
                <c:pt idx="1170">
                  <c:v>41904</c:v>
                </c:pt>
                <c:pt idx="1171">
                  <c:v>41905</c:v>
                </c:pt>
                <c:pt idx="1172">
                  <c:v>41906</c:v>
                </c:pt>
                <c:pt idx="1173">
                  <c:v>41907</c:v>
                </c:pt>
                <c:pt idx="1174">
                  <c:v>41908</c:v>
                </c:pt>
                <c:pt idx="1175">
                  <c:v>41911</c:v>
                </c:pt>
                <c:pt idx="1176">
                  <c:v>41912</c:v>
                </c:pt>
                <c:pt idx="1177">
                  <c:v>41913</c:v>
                </c:pt>
                <c:pt idx="1178">
                  <c:v>41914</c:v>
                </c:pt>
                <c:pt idx="1179">
                  <c:v>41918</c:v>
                </c:pt>
                <c:pt idx="1180">
                  <c:v>41919</c:v>
                </c:pt>
                <c:pt idx="1181">
                  <c:v>41920</c:v>
                </c:pt>
                <c:pt idx="1182">
                  <c:v>41922</c:v>
                </c:pt>
                <c:pt idx="1183">
                  <c:v>41925</c:v>
                </c:pt>
                <c:pt idx="1184">
                  <c:v>41926</c:v>
                </c:pt>
                <c:pt idx="1185">
                  <c:v>41927</c:v>
                </c:pt>
                <c:pt idx="1186">
                  <c:v>41928</c:v>
                </c:pt>
                <c:pt idx="1187">
                  <c:v>41929</c:v>
                </c:pt>
                <c:pt idx="1188">
                  <c:v>41932</c:v>
                </c:pt>
                <c:pt idx="1189">
                  <c:v>41933</c:v>
                </c:pt>
                <c:pt idx="1190">
                  <c:v>41934</c:v>
                </c:pt>
                <c:pt idx="1191">
                  <c:v>41935</c:v>
                </c:pt>
                <c:pt idx="1192">
                  <c:v>41936</c:v>
                </c:pt>
                <c:pt idx="1193">
                  <c:v>41939</c:v>
                </c:pt>
                <c:pt idx="1194">
                  <c:v>41940</c:v>
                </c:pt>
                <c:pt idx="1195">
                  <c:v>41941</c:v>
                </c:pt>
                <c:pt idx="1196">
                  <c:v>41942</c:v>
                </c:pt>
                <c:pt idx="1197">
                  <c:v>41943</c:v>
                </c:pt>
                <c:pt idx="1198">
                  <c:v>41946</c:v>
                </c:pt>
                <c:pt idx="1199">
                  <c:v>41947</c:v>
                </c:pt>
                <c:pt idx="1200">
                  <c:v>41948</c:v>
                </c:pt>
                <c:pt idx="1201">
                  <c:v>41949</c:v>
                </c:pt>
                <c:pt idx="1202">
                  <c:v>41950</c:v>
                </c:pt>
                <c:pt idx="1203">
                  <c:v>41953</c:v>
                </c:pt>
                <c:pt idx="1204">
                  <c:v>41954</c:v>
                </c:pt>
                <c:pt idx="1205">
                  <c:v>41955</c:v>
                </c:pt>
                <c:pt idx="1206">
                  <c:v>41956</c:v>
                </c:pt>
                <c:pt idx="1207">
                  <c:v>41957</c:v>
                </c:pt>
                <c:pt idx="1208">
                  <c:v>41960</c:v>
                </c:pt>
                <c:pt idx="1209">
                  <c:v>41961</c:v>
                </c:pt>
                <c:pt idx="1210">
                  <c:v>41962</c:v>
                </c:pt>
                <c:pt idx="1211">
                  <c:v>41963</c:v>
                </c:pt>
                <c:pt idx="1212">
                  <c:v>41964</c:v>
                </c:pt>
                <c:pt idx="1213">
                  <c:v>41967</c:v>
                </c:pt>
                <c:pt idx="1214">
                  <c:v>41968</c:v>
                </c:pt>
                <c:pt idx="1215">
                  <c:v>41969</c:v>
                </c:pt>
                <c:pt idx="1216">
                  <c:v>41970</c:v>
                </c:pt>
                <c:pt idx="1217">
                  <c:v>41971</c:v>
                </c:pt>
                <c:pt idx="1218">
                  <c:v>41974</c:v>
                </c:pt>
                <c:pt idx="1219">
                  <c:v>41975</c:v>
                </c:pt>
                <c:pt idx="1220">
                  <c:v>41976</c:v>
                </c:pt>
                <c:pt idx="1221">
                  <c:v>41977</c:v>
                </c:pt>
                <c:pt idx="1222">
                  <c:v>41978</c:v>
                </c:pt>
                <c:pt idx="1223">
                  <c:v>41981</c:v>
                </c:pt>
                <c:pt idx="1224">
                  <c:v>41982</c:v>
                </c:pt>
                <c:pt idx="1225">
                  <c:v>41983</c:v>
                </c:pt>
                <c:pt idx="1226">
                  <c:v>41984</c:v>
                </c:pt>
                <c:pt idx="1227">
                  <c:v>41985</c:v>
                </c:pt>
                <c:pt idx="1228">
                  <c:v>41988</c:v>
                </c:pt>
                <c:pt idx="1229">
                  <c:v>41989</c:v>
                </c:pt>
                <c:pt idx="1230">
                  <c:v>41990</c:v>
                </c:pt>
                <c:pt idx="1231">
                  <c:v>41991</c:v>
                </c:pt>
                <c:pt idx="1232">
                  <c:v>41992</c:v>
                </c:pt>
                <c:pt idx="1233">
                  <c:v>41995</c:v>
                </c:pt>
                <c:pt idx="1234">
                  <c:v>41996</c:v>
                </c:pt>
                <c:pt idx="1235">
                  <c:v>41997</c:v>
                </c:pt>
                <c:pt idx="1236">
                  <c:v>41999</c:v>
                </c:pt>
                <c:pt idx="1237">
                  <c:v>42002</c:v>
                </c:pt>
                <c:pt idx="1238">
                  <c:v>42003</c:v>
                </c:pt>
                <c:pt idx="1239">
                  <c:v>42006</c:v>
                </c:pt>
                <c:pt idx="1240">
                  <c:v>42009</c:v>
                </c:pt>
                <c:pt idx="1241">
                  <c:v>42010</c:v>
                </c:pt>
                <c:pt idx="1242">
                  <c:v>42011</c:v>
                </c:pt>
                <c:pt idx="1243">
                  <c:v>42012</c:v>
                </c:pt>
                <c:pt idx="1244">
                  <c:v>42013</c:v>
                </c:pt>
                <c:pt idx="1245">
                  <c:v>42016</c:v>
                </c:pt>
                <c:pt idx="1246">
                  <c:v>42017</c:v>
                </c:pt>
                <c:pt idx="1247">
                  <c:v>42018</c:v>
                </c:pt>
                <c:pt idx="1248">
                  <c:v>42019</c:v>
                </c:pt>
                <c:pt idx="1249">
                  <c:v>42020</c:v>
                </c:pt>
                <c:pt idx="1250">
                  <c:v>42023</c:v>
                </c:pt>
                <c:pt idx="1251">
                  <c:v>42024</c:v>
                </c:pt>
                <c:pt idx="1252">
                  <c:v>42025</c:v>
                </c:pt>
                <c:pt idx="1253">
                  <c:v>42026</c:v>
                </c:pt>
                <c:pt idx="1254">
                  <c:v>42027</c:v>
                </c:pt>
                <c:pt idx="1255">
                  <c:v>42030</c:v>
                </c:pt>
                <c:pt idx="1256">
                  <c:v>42031</c:v>
                </c:pt>
                <c:pt idx="1257">
                  <c:v>42032</c:v>
                </c:pt>
                <c:pt idx="1258">
                  <c:v>42033</c:v>
                </c:pt>
                <c:pt idx="1259">
                  <c:v>42034</c:v>
                </c:pt>
                <c:pt idx="1260">
                  <c:v>42037</c:v>
                </c:pt>
                <c:pt idx="1261">
                  <c:v>42038</c:v>
                </c:pt>
                <c:pt idx="1262">
                  <c:v>42039</c:v>
                </c:pt>
                <c:pt idx="1263">
                  <c:v>42040</c:v>
                </c:pt>
                <c:pt idx="1264">
                  <c:v>42041</c:v>
                </c:pt>
                <c:pt idx="1265">
                  <c:v>42044</c:v>
                </c:pt>
                <c:pt idx="1266">
                  <c:v>42045</c:v>
                </c:pt>
                <c:pt idx="1267">
                  <c:v>42046</c:v>
                </c:pt>
                <c:pt idx="1268">
                  <c:v>42047</c:v>
                </c:pt>
                <c:pt idx="1269">
                  <c:v>42048</c:v>
                </c:pt>
                <c:pt idx="1270">
                  <c:v>42051</c:v>
                </c:pt>
                <c:pt idx="1271">
                  <c:v>42052</c:v>
                </c:pt>
                <c:pt idx="1272">
                  <c:v>42058</c:v>
                </c:pt>
                <c:pt idx="1273">
                  <c:v>42059</c:v>
                </c:pt>
                <c:pt idx="1274">
                  <c:v>42060</c:v>
                </c:pt>
                <c:pt idx="1275">
                  <c:v>42061</c:v>
                </c:pt>
                <c:pt idx="1276">
                  <c:v>42062</c:v>
                </c:pt>
                <c:pt idx="1277">
                  <c:v>42065</c:v>
                </c:pt>
                <c:pt idx="1278">
                  <c:v>42066</c:v>
                </c:pt>
                <c:pt idx="1279">
                  <c:v>42067</c:v>
                </c:pt>
                <c:pt idx="1280">
                  <c:v>42068</c:v>
                </c:pt>
                <c:pt idx="1281">
                  <c:v>42069</c:v>
                </c:pt>
                <c:pt idx="1282">
                  <c:v>42072</c:v>
                </c:pt>
                <c:pt idx="1283">
                  <c:v>42073</c:v>
                </c:pt>
                <c:pt idx="1284">
                  <c:v>42074</c:v>
                </c:pt>
                <c:pt idx="1285">
                  <c:v>42075</c:v>
                </c:pt>
                <c:pt idx="1286">
                  <c:v>42076</c:v>
                </c:pt>
                <c:pt idx="1287">
                  <c:v>42079</c:v>
                </c:pt>
                <c:pt idx="1288">
                  <c:v>42080</c:v>
                </c:pt>
                <c:pt idx="1289">
                  <c:v>42081</c:v>
                </c:pt>
                <c:pt idx="1290">
                  <c:v>42082</c:v>
                </c:pt>
                <c:pt idx="1291">
                  <c:v>42083</c:v>
                </c:pt>
                <c:pt idx="1292">
                  <c:v>42086</c:v>
                </c:pt>
                <c:pt idx="1293">
                  <c:v>42087</c:v>
                </c:pt>
                <c:pt idx="1294">
                  <c:v>42088</c:v>
                </c:pt>
                <c:pt idx="1295">
                  <c:v>42089</c:v>
                </c:pt>
                <c:pt idx="1296">
                  <c:v>42090</c:v>
                </c:pt>
                <c:pt idx="1297">
                  <c:v>42093</c:v>
                </c:pt>
                <c:pt idx="1298">
                  <c:v>42094</c:v>
                </c:pt>
                <c:pt idx="1299">
                  <c:v>42095</c:v>
                </c:pt>
                <c:pt idx="1300">
                  <c:v>42096</c:v>
                </c:pt>
                <c:pt idx="1301">
                  <c:v>42097</c:v>
                </c:pt>
                <c:pt idx="1302">
                  <c:v>42100</c:v>
                </c:pt>
                <c:pt idx="1303">
                  <c:v>42101</c:v>
                </c:pt>
                <c:pt idx="1304">
                  <c:v>42102</c:v>
                </c:pt>
                <c:pt idx="1305">
                  <c:v>42103</c:v>
                </c:pt>
                <c:pt idx="1306">
                  <c:v>42104</c:v>
                </c:pt>
                <c:pt idx="1307">
                  <c:v>42107</c:v>
                </c:pt>
                <c:pt idx="1308">
                  <c:v>42108</c:v>
                </c:pt>
                <c:pt idx="1309">
                  <c:v>42109</c:v>
                </c:pt>
                <c:pt idx="1310">
                  <c:v>42110</c:v>
                </c:pt>
                <c:pt idx="1311">
                  <c:v>42111</c:v>
                </c:pt>
                <c:pt idx="1312">
                  <c:v>42114</c:v>
                </c:pt>
                <c:pt idx="1313">
                  <c:v>42115</c:v>
                </c:pt>
                <c:pt idx="1314">
                  <c:v>42116</c:v>
                </c:pt>
                <c:pt idx="1315">
                  <c:v>42117</c:v>
                </c:pt>
                <c:pt idx="1316">
                  <c:v>42118</c:v>
                </c:pt>
                <c:pt idx="1317">
                  <c:v>42121</c:v>
                </c:pt>
                <c:pt idx="1318">
                  <c:v>42122</c:v>
                </c:pt>
                <c:pt idx="1319">
                  <c:v>42123</c:v>
                </c:pt>
                <c:pt idx="1320">
                  <c:v>42124</c:v>
                </c:pt>
                <c:pt idx="1321">
                  <c:v>42128</c:v>
                </c:pt>
                <c:pt idx="1322">
                  <c:v>42130</c:v>
                </c:pt>
                <c:pt idx="1323">
                  <c:v>42131</c:v>
                </c:pt>
                <c:pt idx="1324">
                  <c:v>42132</c:v>
                </c:pt>
                <c:pt idx="1325">
                  <c:v>42135</c:v>
                </c:pt>
                <c:pt idx="1326">
                  <c:v>42136</c:v>
                </c:pt>
                <c:pt idx="1327">
                  <c:v>42137</c:v>
                </c:pt>
                <c:pt idx="1328">
                  <c:v>42138</c:v>
                </c:pt>
                <c:pt idx="1329">
                  <c:v>42139</c:v>
                </c:pt>
                <c:pt idx="1330">
                  <c:v>42142</c:v>
                </c:pt>
                <c:pt idx="1331">
                  <c:v>42143</c:v>
                </c:pt>
                <c:pt idx="1332">
                  <c:v>42144</c:v>
                </c:pt>
                <c:pt idx="1333">
                  <c:v>42145</c:v>
                </c:pt>
                <c:pt idx="1334">
                  <c:v>42146</c:v>
                </c:pt>
                <c:pt idx="1335">
                  <c:v>42150</c:v>
                </c:pt>
                <c:pt idx="1336">
                  <c:v>42151</c:v>
                </c:pt>
                <c:pt idx="1337">
                  <c:v>42152</c:v>
                </c:pt>
                <c:pt idx="1338">
                  <c:v>42153</c:v>
                </c:pt>
                <c:pt idx="1339">
                  <c:v>42156</c:v>
                </c:pt>
                <c:pt idx="1340">
                  <c:v>42157</c:v>
                </c:pt>
                <c:pt idx="1341">
                  <c:v>42158</c:v>
                </c:pt>
                <c:pt idx="1342">
                  <c:v>42159</c:v>
                </c:pt>
                <c:pt idx="1343">
                  <c:v>42160</c:v>
                </c:pt>
                <c:pt idx="1344">
                  <c:v>42163</c:v>
                </c:pt>
                <c:pt idx="1345">
                  <c:v>42164</c:v>
                </c:pt>
                <c:pt idx="1346">
                  <c:v>42165</c:v>
                </c:pt>
                <c:pt idx="1347">
                  <c:v>42166</c:v>
                </c:pt>
                <c:pt idx="1348">
                  <c:v>42167</c:v>
                </c:pt>
                <c:pt idx="1349">
                  <c:v>42170</c:v>
                </c:pt>
                <c:pt idx="1350">
                  <c:v>42171</c:v>
                </c:pt>
                <c:pt idx="1351">
                  <c:v>42172</c:v>
                </c:pt>
                <c:pt idx="1352">
                  <c:v>42173</c:v>
                </c:pt>
                <c:pt idx="1353">
                  <c:v>42174</c:v>
                </c:pt>
                <c:pt idx="1354">
                  <c:v>42177</c:v>
                </c:pt>
                <c:pt idx="1355">
                  <c:v>42178</c:v>
                </c:pt>
                <c:pt idx="1356">
                  <c:v>42179</c:v>
                </c:pt>
                <c:pt idx="1357">
                  <c:v>42180</c:v>
                </c:pt>
                <c:pt idx="1358">
                  <c:v>42181</c:v>
                </c:pt>
                <c:pt idx="1359">
                  <c:v>42184</c:v>
                </c:pt>
                <c:pt idx="1360">
                  <c:v>42185</c:v>
                </c:pt>
                <c:pt idx="1361">
                  <c:v>42186</c:v>
                </c:pt>
                <c:pt idx="1362">
                  <c:v>42187</c:v>
                </c:pt>
                <c:pt idx="1363">
                  <c:v>42188</c:v>
                </c:pt>
                <c:pt idx="1364">
                  <c:v>42191</c:v>
                </c:pt>
                <c:pt idx="1365">
                  <c:v>42192</c:v>
                </c:pt>
                <c:pt idx="1366">
                  <c:v>42193</c:v>
                </c:pt>
                <c:pt idx="1367">
                  <c:v>42194</c:v>
                </c:pt>
                <c:pt idx="1368">
                  <c:v>42195</c:v>
                </c:pt>
                <c:pt idx="1369">
                  <c:v>42198</c:v>
                </c:pt>
                <c:pt idx="1370">
                  <c:v>42199</c:v>
                </c:pt>
                <c:pt idx="1371">
                  <c:v>42200</c:v>
                </c:pt>
                <c:pt idx="1372">
                  <c:v>42201</c:v>
                </c:pt>
                <c:pt idx="1373">
                  <c:v>42202</c:v>
                </c:pt>
                <c:pt idx="1374">
                  <c:v>42205</c:v>
                </c:pt>
                <c:pt idx="1375">
                  <c:v>42206</c:v>
                </c:pt>
                <c:pt idx="1376">
                  <c:v>42207</c:v>
                </c:pt>
                <c:pt idx="1377">
                  <c:v>42208</c:v>
                </c:pt>
                <c:pt idx="1378">
                  <c:v>42209</c:v>
                </c:pt>
                <c:pt idx="1379">
                  <c:v>42212</c:v>
                </c:pt>
                <c:pt idx="1380">
                  <c:v>42213</c:v>
                </c:pt>
                <c:pt idx="1381">
                  <c:v>42214</c:v>
                </c:pt>
                <c:pt idx="1382">
                  <c:v>42215</c:v>
                </c:pt>
                <c:pt idx="1383">
                  <c:v>42216</c:v>
                </c:pt>
                <c:pt idx="1384">
                  <c:v>42219</c:v>
                </c:pt>
                <c:pt idx="1385">
                  <c:v>42220</c:v>
                </c:pt>
                <c:pt idx="1386">
                  <c:v>42221</c:v>
                </c:pt>
                <c:pt idx="1387">
                  <c:v>42222</c:v>
                </c:pt>
                <c:pt idx="1388">
                  <c:v>42223</c:v>
                </c:pt>
                <c:pt idx="1389">
                  <c:v>42226</c:v>
                </c:pt>
                <c:pt idx="1390">
                  <c:v>42227</c:v>
                </c:pt>
                <c:pt idx="1391">
                  <c:v>42228</c:v>
                </c:pt>
                <c:pt idx="1392">
                  <c:v>42229</c:v>
                </c:pt>
                <c:pt idx="1393">
                  <c:v>42233</c:v>
                </c:pt>
                <c:pt idx="1394">
                  <c:v>42234</c:v>
                </c:pt>
                <c:pt idx="1395">
                  <c:v>42235</c:v>
                </c:pt>
                <c:pt idx="1396">
                  <c:v>42236</c:v>
                </c:pt>
                <c:pt idx="1397">
                  <c:v>42237</c:v>
                </c:pt>
                <c:pt idx="1398">
                  <c:v>42240</c:v>
                </c:pt>
                <c:pt idx="1399">
                  <c:v>42241</c:v>
                </c:pt>
                <c:pt idx="1400">
                  <c:v>42242</c:v>
                </c:pt>
                <c:pt idx="1401">
                  <c:v>42243</c:v>
                </c:pt>
                <c:pt idx="1402">
                  <c:v>42244</c:v>
                </c:pt>
                <c:pt idx="1403">
                  <c:v>42247</c:v>
                </c:pt>
                <c:pt idx="1404">
                  <c:v>42248</c:v>
                </c:pt>
                <c:pt idx="1405">
                  <c:v>42249</c:v>
                </c:pt>
                <c:pt idx="1406">
                  <c:v>42250</c:v>
                </c:pt>
                <c:pt idx="1407">
                  <c:v>42251</c:v>
                </c:pt>
                <c:pt idx="1408">
                  <c:v>42254</c:v>
                </c:pt>
                <c:pt idx="1409">
                  <c:v>42255</c:v>
                </c:pt>
                <c:pt idx="1410">
                  <c:v>42256</c:v>
                </c:pt>
                <c:pt idx="1411">
                  <c:v>42257</c:v>
                </c:pt>
                <c:pt idx="1412">
                  <c:v>42258</c:v>
                </c:pt>
                <c:pt idx="1413">
                  <c:v>42261</c:v>
                </c:pt>
                <c:pt idx="1414">
                  <c:v>42262</c:v>
                </c:pt>
                <c:pt idx="1415">
                  <c:v>42263</c:v>
                </c:pt>
                <c:pt idx="1416">
                  <c:v>42264</c:v>
                </c:pt>
                <c:pt idx="1417">
                  <c:v>42265</c:v>
                </c:pt>
                <c:pt idx="1418">
                  <c:v>42268</c:v>
                </c:pt>
                <c:pt idx="1419">
                  <c:v>42269</c:v>
                </c:pt>
                <c:pt idx="1420">
                  <c:v>42270</c:v>
                </c:pt>
                <c:pt idx="1421">
                  <c:v>42271</c:v>
                </c:pt>
                <c:pt idx="1422">
                  <c:v>42272</c:v>
                </c:pt>
                <c:pt idx="1423">
                  <c:v>42277</c:v>
                </c:pt>
                <c:pt idx="1424">
                  <c:v>42278</c:v>
                </c:pt>
                <c:pt idx="1425">
                  <c:v>42279</c:v>
                </c:pt>
                <c:pt idx="1426">
                  <c:v>42282</c:v>
                </c:pt>
                <c:pt idx="1427">
                  <c:v>42283</c:v>
                </c:pt>
                <c:pt idx="1428">
                  <c:v>42284</c:v>
                </c:pt>
                <c:pt idx="1429">
                  <c:v>42285</c:v>
                </c:pt>
                <c:pt idx="1430">
                  <c:v>42289</c:v>
                </c:pt>
                <c:pt idx="1431">
                  <c:v>42290</c:v>
                </c:pt>
                <c:pt idx="1432">
                  <c:v>42291</c:v>
                </c:pt>
                <c:pt idx="1433">
                  <c:v>42292</c:v>
                </c:pt>
                <c:pt idx="1434">
                  <c:v>42293</c:v>
                </c:pt>
                <c:pt idx="1435">
                  <c:v>42296</c:v>
                </c:pt>
                <c:pt idx="1436">
                  <c:v>42297</c:v>
                </c:pt>
                <c:pt idx="1437">
                  <c:v>42298</c:v>
                </c:pt>
                <c:pt idx="1438">
                  <c:v>42299</c:v>
                </c:pt>
                <c:pt idx="1439">
                  <c:v>42300</c:v>
                </c:pt>
                <c:pt idx="1440">
                  <c:v>42303</c:v>
                </c:pt>
                <c:pt idx="1441">
                  <c:v>42304</c:v>
                </c:pt>
                <c:pt idx="1442">
                  <c:v>42305</c:v>
                </c:pt>
                <c:pt idx="1443">
                  <c:v>42306</c:v>
                </c:pt>
                <c:pt idx="1444">
                  <c:v>42307</c:v>
                </c:pt>
                <c:pt idx="1445">
                  <c:v>42310</c:v>
                </c:pt>
                <c:pt idx="1446">
                  <c:v>42311</c:v>
                </c:pt>
                <c:pt idx="1447">
                  <c:v>42312</c:v>
                </c:pt>
                <c:pt idx="1448">
                  <c:v>42313</c:v>
                </c:pt>
                <c:pt idx="1449">
                  <c:v>42314</c:v>
                </c:pt>
                <c:pt idx="1450">
                  <c:v>42317</c:v>
                </c:pt>
                <c:pt idx="1451">
                  <c:v>42318</c:v>
                </c:pt>
                <c:pt idx="1452">
                  <c:v>42319</c:v>
                </c:pt>
                <c:pt idx="1453">
                  <c:v>42320</c:v>
                </c:pt>
                <c:pt idx="1454">
                  <c:v>42321</c:v>
                </c:pt>
                <c:pt idx="1455">
                  <c:v>42324</c:v>
                </c:pt>
                <c:pt idx="1456">
                  <c:v>42325</c:v>
                </c:pt>
                <c:pt idx="1457">
                  <c:v>42326</c:v>
                </c:pt>
                <c:pt idx="1458">
                  <c:v>42327</c:v>
                </c:pt>
                <c:pt idx="1459">
                  <c:v>42328</c:v>
                </c:pt>
                <c:pt idx="1460">
                  <c:v>42331</c:v>
                </c:pt>
                <c:pt idx="1461">
                  <c:v>42332</c:v>
                </c:pt>
                <c:pt idx="1462">
                  <c:v>42333</c:v>
                </c:pt>
                <c:pt idx="1463">
                  <c:v>42334</c:v>
                </c:pt>
                <c:pt idx="1464">
                  <c:v>42335</c:v>
                </c:pt>
                <c:pt idx="1465">
                  <c:v>42338</c:v>
                </c:pt>
                <c:pt idx="1466">
                  <c:v>42339</c:v>
                </c:pt>
                <c:pt idx="1467">
                  <c:v>42340</c:v>
                </c:pt>
                <c:pt idx="1468">
                  <c:v>42341</c:v>
                </c:pt>
                <c:pt idx="1469">
                  <c:v>42342</c:v>
                </c:pt>
                <c:pt idx="1470">
                  <c:v>42345</c:v>
                </c:pt>
                <c:pt idx="1471">
                  <c:v>42346</c:v>
                </c:pt>
                <c:pt idx="1472">
                  <c:v>42347</c:v>
                </c:pt>
                <c:pt idx="1473">
                  <c:v>42348</c:v>
                </c:pt>
                <c:pt idx="1474">
                  <c:v>42349</c:v>
                </c:pt>
                <c:pt idx="1475">
                  <c:v>42352</c:v>
                </c:pt>
                <c:pt idx="1476">
                  <c:v>42353</c:v>
                </c:pt>
                <c:pt idx="1477">
                  <c:v>42354</c:v>
                </c:pt>
                <c:pt idx="1478">
                  <c:v>42355</c:v>
                </c:pt>
                <c:pt idx="1479">
                  <c:v>42356</c:v>
                </c:pt>
                <c:pt idx="1480">
                  <c:v>42359</c:v>
                </c:pt>
                <c:pt idx="1481">
                  <c:v>42360</c:v>
                </c:pt>
                <c:pt idx="1482">
                  <c:v>42361</c:v>
                </c:pt>
                <c:pt idx="1483">
                  <c:v>42362</c:v>
                </c:pt>
                <c:pt idx="1484">
                  <c:v>42366</c:v>
                </c:pt>
                <c:pt idx="1485">
                  <c:v>42367</c:v>
                </c:pt>
                <c:pt idx="1486">
                  <c:v>42368</c:v>
                </c:pt>
                <c:pt idx="1487">
                  <c:v>42373</c:v>
                </c:pt>
                <c:pt idx="1488">
                  <c:v>42374</c:v>
                </c:pt>
                <c:pt idx="1489">
                  <c:v>42375</c:v>
                </c:pt>
                <c:pt idx="1490">
                  <c:v>42376</c:v>
                </c:pt>
                <c:pt idx="1491">
                  <c:v>42377</c:v>
                </c:pt>
                <c:pt idx="1492">
                  <c:v>42380</c:v>
                </c:pt>
                <c:pt idx="1493">
                  <c:v>42381</c:v>
                </c:pt>
                <c:pt idx="1494">
                  <c:v>42382</c:v>
                </c:pt>
                <c:pt idx="1495">
                  <c:v>42383</c:v>
                </c:pt>
                <c:pt idx="1496">
                  <c:v>42384</c:v>
                </c:pt>
                <c:pt idx="1497">
                  <c:v>42387</c:v>
                </c:pt>
                <c:pt idx="1498">
                  <c:v>42388</c:v>
                </c:pt>
                <c:pt idx="1499">
                  <c:v>42389</c:v>
                </c:pt>
                <c:pt idx="1500">
                  <c:v>42390</c:v>
                </c:pt>
                <c:pt idx="1501">
                  <c:v>42391</c:v>
                </c:pt>
                <c:pt idx="1502">
                  <c:v>42394</c:v>
                </c:pt>
                <c:pt idx="1503">
                  <c:v>42395</c:v>
                </c:pt>
                <c:pt idx="1504">
                  <c:v>42396</c:v>
                </c:pt>
                <c:pt idx="1505">
                  <c:v>42397</c:v>
                </c:pt>
                <c:pt idx="1506">
                  <c:v>42398</c:v>
                </c:pt>
                <c:pt idx="1507">
                  <c:v>42401</c:v>
                </c:pt>
                <c:pt idx="1508">
                  <c:v>42402</c:v>
                </c:pt>
                <c:pt idx="1509">
                  <c:v>42403</c:v>
                </c:pt>
                <c:pt idx="1510">
                  <c:v>42404</c:v>
                </c:pt>
                <c:pt idx="1511">
                  <c:v>42405</c:v>
                </c:pt>
                <c:pt idx="1512">
                  <c:v>42411</c:v>
                </c:pt>
                <c:pt idx="1513">
                  <c:v>42412</c:v>
                </c:pt>
                <c:pt idx="1514">
                  <c:v>42415</c:v>
                </c:pt>
                <c:pt idx="1515">
                  <c:v>42416</c:v>
                </c:pt>
                <c:pt idx="1516">
                  <c:v>42417</c:v>
                </c:pt>
                <c:pt idx="1517">
                  <c:v>42418</c:v>
                </c:pt>
                <c:pt idx="1518">
                  <c:v>42419</c:v>
                </c:pt>
                <c:pt idx="1519">
                  <c:v>42422</c:v>
                </c:pt>
                <c:pt idx="1520">
                  <c:v>42423</c:v>
                </c:pt>
                <c:pt idx="1521">
                  <c:v>42424</c:v>
                </c:pt>
                <c:pt idx="1522">
                  <c:v>42425</c:v>
                </c:pt>
                <c:pt idx="1523">
                  <c:v>42426</c:v>
                </c:pt>
                <c:pt idx="1524">
                  <c:v>42429</c:v>
                </c:pt>
                <c:pt idx="1525">
                  <c:v>42431</c:v>
                </c:pt>
                <c:pt idx="1526">
                  <c:v>42432</c:v>
                </c:pt>
                <c:pt idx="1527">
                  <c:v>42433</c:v>
                </c:pt>
                <c:pt idx="1528">
                  <c:v>42436</c:v>
                </c:pt>
                <c:pt idx="1529">
                  <c:v>42437</c:v>
                </c:pt>
                <c:pt idx="1530">
                  <c:v>42438</c:v>
                </c:pt>
                <c:pt idx="1531">
                  <c:v>42439</c:v>
                </c:pt>
                <c:pt idx="1532">
                  <c:v>42440</c:v>
                </c:pt>
                <c:pt idx="1533">
                  <c:v>42443</c:v>
                </c:pt>
                <c:pt idx="1534">
                  <c:v>42444</c:v>
                </c:pt>
                <c:pt idx="1535">
                  <c:v>42445</c:v>
                </c:pt>
                <c:pt idx="1536">
                  <c:v>42446</c:v>
                </c:pt>
                <c:pt idx="1537">
                  <c:v>42447</c:v>
                </c:pt>
                <c:pt idx="1538">
                  <c:v>42450</c:v>
                </c:pt>
                <c:pt idx="1539">
                  <c:v>42451</c:v>
                </c:pt>
                <c:pt idx="1540">
                  <c:v>42452</c:v>
                </c:pt>
                <c:pt idx="1541">
                  <c:v>42453</c:v>
                </c:pt>
                <c:pt idx="1542">
                  <c:v>42454</c:v>
                </c:pt>
                <c:pt idx="1543">
                  <c:v>42457</c:v>
                </c:pt>
                <c:pt idx="1544">
                  <c:v>42458</c:v>
                </c:pt>
                <c:pt idx="1545">
                  <c:v>42459</c:v>
                </c:pt>
                <c:pt idx="1546">
                  <c:v>42460</c:v>
                </c:pt>
                <c:pt idx="1547">
                  <c:v>42461</c:v>
                </c:pt>
                <c:pt idx="1548">
                  <c:v>42464</c:v>
                </c:pt>
                <c:pt idx="1549">
                  <c:v>42465</c:v>
                </c:pt>
                <c:pt idx="1550">
                  <c:v>42466</c:v>
                </c:pt>
                <c:pt idx="1551">
                  <c:v>42467</c:v>
                </c:pt>
                <c:pt idx="1552">
                  <c:v>42468</c:v>
                </c:pt>
                <c:pt idx="1553">
                  <c:v>42471</c:v>
                </c:pt>
                <c:pt idx="1554">
                  <c:v>42472</c:v>
                </c:pt>
                <c:pt idx="1555">
                  <c:v>42474</c:v>
                </c:pt>
                <c:pt idx="1556">
                  <c:v>42475</c:v>
                </c:pt>
                <c:pt idx="1557">
                  <c:v>42478</c:v>
                </c:pt>
                <c:pt idx="1558">
                  <c:v>42479</c:v>
                </c:pt>
                <c:pt idx="1559">
                  <c:v>42480</c:v>
                </c:pt>
                <c:pt idx="1560">
                  <c:v>42481</c:v>
                </c:pt>
                <c:pt idx="1561">
                  <c:v>42482</c:v>
                </c:pt>
                <c:pt idx="1562">
                  <c:v>42485</c:v>
                </c:pt>
                <c:pt idx="1563">
                  <c:v>42486</c:v>
                </c:pt>
                <c:pt idx="1564">
                  <c:v>42487</c:v>
                </c:pt>
                <c:pt idx="1565">
                  <c:v>42488</c:v>
                </c:pt>
                <c:pt idx="1566">
                  <c:v>42489</c:v>
                </c:pt>
                <c:pt idx="1567">
                  <c:v>42492</c:v>
                </c:pt>
                <c:pt idx="1568">
                  <c:v>42493</c:v>
                </c:pt>
                <c:pt idx="1569">
                  <c:v>42494</c:v>
                </c:pt>
                <c:pt idx="1570">
                  <c:v>42499</c:v>
                </c:pt>
                <c:pt idx="1571">
                  <c:v>42500</c:v>
                </c:pt>
                <c:pt idx="1572">
                  <c:v>42501</c:v>
                </c:pt>
                <c:pt idx="1573">
                  <c:v>42502</c:v>
                </c:pt>
                <c:pt idx="1574">
                  <c:v>42503</c:v>
                </c:pt>
                <c:pt idx="1575">
                  <c:v>42506</c:v>
                </c:pt>
                <c:pt idx="1576">
                  <c:v>42507</c:v>
                </c:pt>
                <c:pt idx="1577">
                  <c:v>42508</c:v>
                </c:pt>
                <c:pt idx="1578">
                  <c:v>42509</c:v>
                </c:pt>
                <c:pt idx="1579">
                  <c:v>42510</c:v>
                </c:pt>
                <c:pt idx="1580">
                  <c:v>42513</c:v>
                </c:pt>
                <c:pt idx="1581">
                  <c:v>42514</c:v>
                </c:pt>
                <c:pt idx="1582">
                  <c:v>42515</c:v>
                </c:pt>
                <c:pt idx="1583">
                  <c:v>42516</c:v>
                </c:pt>
                <c:pt idx="1584">
                  <c:v>42517</c:v>
                </c:pt>
                <c:pt idx="1585">
                  <c:v>42520</c:v>
                </c:pt>
                <c:pt idx="1586">
                  <c:v>42521</c:v>
                </c:pt>
                <c:pt idx="1587">
                  <c:v>42522</c:v>
                </c:pt>
                <c:pt idx="1588">
                  <c:v>42523</c:v>
                </c:pt>
                <c:pt idx="1589">
                  <c:v>42524</c:v>
                </c:pt>
                <c:pt idx="1590">
                  <c:v>42528</c:v>
                </c:pt>
                <c:pt idx="1591">
                  <c:v>42529</c:v>
                </c:pt>
                <c:pt idx="1592">
                  <c:v>42530</c:v>
                </c:pt>
                <c:pt idx="1593">
                  <c:v>42531</c:v>
                </c:pt>
                <c:pt idx="1594">
                  <c:v>42534</c:v>
                </c:pt>
                <c:pt idx="1595">
                  <c:v>42535</c:v>
                </c:pt>
                <c:pt idx="1596">
                  <c:v>42536</c:v>
                </c:pt>
                <c:pt idx="1597">
                  <c:v>42537</c:v>
                </c:pt>
                <c:pt idx="1598">
                  <c:v>42538</c:v>
                </c:pt>
                <c:pt idx="1599">
                  <c:v>42541</c:v>
                </c:pt>
                <c:pt idx="1600">
                  <c:v>42542</c:v>
                </c:pt>
                <c:pt idx="1601">
                  <c:v>42543</c:v>
                </c:pt>
                <c:pt idx="1602">
                  <c:v>42544</c:v>
                </c:pt>
                <c:pt idx="1603">
                  <c:v>42545</c:v>
                </c:pt>
                <c:pt idx="1604">
                  <c:v>42548</c:v>
                </c:pt>
                <c:pt idx="1605">
                  <c:v>42549</c:v>
                </c:pt>
                <c:pt idx="1606">
                  <c:v>42550</c:v>
                </c:pt>
                <c:pt idx="1607">
                  <c:v>42551</c:v>
                </c:pt>
                <c:pt idx="1608">
                  <c:v>42552</c:v>
                </c:pt>
                <c:pt idx="1609">
                  <c:v>42555</c:v>
                </c:pt>
                <c:pt idx="1610">
                  <c:v>42556</c:v>
                </c:pt>
                <c:pt idx="1611">
                  <c:v>42557</c:v>
                </c:pt>
                <c:pt idx="1612">
                  <c:v>42558</c:v>
                </c:pt>
                <c:pt idx="1613">
                  <c:v>42559</c:v>
                </c:pt>
                <c:pt idx="1614">
                  <c:v>42562</c:v>
                </c:pt>
                <c:pt idx="1615">
                  <c:v>42563</c:v>
                </c:pt>
                <c:pt idx="1616">
                  <c:v>42564</c:v>
                </c:pt>
                <c:pt idx="1617">
                  <c:v>42565</c:v>
                </c:pt>
                <c:pt idx="1618">
                  <c:v>42566</c:v>
                </c:pt>
                <c:pt idx="1619">
                  <c:v>42569</c:v>
                </c:pt>
                <c:pt idx="1620">
                  <c:v>42570</c:v>
                </c:pt>
                <c:pt idx="1621">
                  <c:v>42571</c:v>
                </c:pt>
                <c:pt idx="1622">
                  <c:v>42572</c:v>
                </c:pt>
                <c:pt idx="1623">
                  <c:v>42573</c:v>
                </c:pt>
                <c:pt idx="1624">
                  <c:v>42576</c:v>
                </c:pt>
                <c:pt idx="1625">
                  <c:v>42577</c:v>
                </c:pt>
                <c:pt idx="1626">
                  <c:v>42578</c:v>
                </c:pt>
                <c:pt idx="1627">
                  <c:v>42579</c:v>
                </c:pt>
                <c:pt idx="1628">
                  <c:v>42580</c:v>
                </c:pt>
                <c:pt idx="1629">
                  <c:v>42583</c:v>
                </c:pt>
                <c:pt idx="1630">
                  <c:v>42584</c:v>
                </c:pt>
                <c:pt idx="1631">
                  <c:v>42585</c:v>
                </c:pt>
                <c:pt idx="1632">
                  <c:v>42586</c:v>
                </c:pt>
                <c:pt idx="1633">
                  <c:v>42587</c:v>
                </c:pt>
                <c:pt idx="1634">
                  <c:v>42590</c:v>
                </c:pt>
                <c:pt idx="1635">
                  <c:v>42591</c:v>
                </c:pt>
                <c:pt idx="1636">
                  <c:v>42592</c:v>
                </c:pt>
                <c:pt idx="1637">
                  <c:v>42593</c:v>
                </c:pt>
                <c:pt idx="1638">
                  <c:v>42594</c:v>
                </c:pt>
                <c:pt idx="1639">
                  <c:v>42598</c:v>
                </c:pt>
                <c:pt idx="1640">
                  <c:v>42599</c:v>
                </c:pt>
                <c:pt idx="1641">
                  <c:v>42600</c:v>
                </c:pt>
                <c:pt idx="1642">
                  <c:v>42601</c:v>
                </c:pt>
                <c:pt idx="1643">
                  <c:v>42604</c:v>
                </c:pt>
                <c:pt idx="1644">
                  <c:v>42605</c:v>
                </c:pt>
                <c:pt idx="1645">
                  <c:v>42606</c:v>
                </c:pt>
                <c:pt idx="1646">
                  <c:v>42607</c:v>
                </c:pt>
                <c:pt idx="1647">
                  <c:v>42608</c:v>
                </c:pt>
                <c:pt idx="1648">
                  <c:v>42611</c:v>
                </c:pt>
                <c:pt idx="1649">
                  <c:v>42612</c:v>
                </c:pt>
                <c:pt idx="1650">
                  <c:v>42613</c:v>
                </c:pt>
                <c:pt idx="1651">
                  <c:v>42614</c:v>
                </c:pt>
                <c:pt idx="1652">
                  <c:v>42615</c:v>
                </c:pt>
                <c:pt idx="1653">
                  <c:v>42618</c:v>
                </c:pt>
                <c:pt idx="1654">
                  <c:v>42619</c:v>
                </c:pt>
                <c:pt idx="1655">
                  <c:v>42620</c:v>
                </c:pt>
                <c:pt idx="1656">
                  <c:v>42621</c:v>
                </c:pt>
                <c:pt idx="1657">
                  <c:v>42622</c:v>
                </c:pt>
                <c:pt idx="1658">
                  <c:v>42625</c:v>
                </c:pt>
                <c:pt idx="1659">
                  <c:v>42626</c:v>
                </c:pt>
                <c:pt idx="1660">
                  <c:v>42632</c:v>
                </c:pt>
                <c:pt idx="1661">
                  <c:v>42633</c:v>
                </c:pt>
                <c:pt idx="1662">
                  <c:v>42634</c:v>
                </c:pt>
                <c:pt idx="1663">
                  <c:v>42635</c:v>
                </c:pt>
                <c:pt idx="1664">
                  <c:v>42636</c:v>
                </c:pt>
                <c:pt idx="1665">
                  <c:v>42639</c:v>
                </c:pt>
                <c:pt idx="1666">
                  <c:v>42640</c:v>
                </c:pt>
                <c:pt idx="1667">
                  <c:v>42641</c:v>
                </c:pt>
                <c:pt idx="1668">
                  <c:v>42642</c:v>
                </c:pt>
                <c:pt idx="1669">
                  <c:v>42643</c:v>
                </c:pt>
                <c:pt idx="1670">
                  <c:v>42647</c:v>
                </c:pt>
                <c:pt idx="1671">
                  <c:v>42648</c:v>
                </c:pt>
                <c:pt idx="1672">
                  <c:v>42649</c:v>
                </c:pt>
                <c:pt idx="1673">
                  <c:v>42650</c:v>
                </c:pt>
                <c:pt idx="1674">
                  <c:v>42653</c:v>
                </c:pt>
                <c:pt idx="1675">
                  <c:v>42654</c:v>
                </c:pt>
                <c:pt idx="1676">
                  <c:v>42655</c:v>
                </c:pt>
                <c:pt idx="1677">
                  <c:v>42656</c:v>
                </c:pt>
                <c:pt idx="1678">
                  <c:v>42657</c:v>
                </c:pt>
                <c:pt idx="1679">
                  <c:v>42660</c:v>
                </c:pt>
                <c:pt idx="1680">
                  <c:v>42661</c:v>
                </c:pt>
                <c:pt idx="1681">
                  <c:v>42662</c:v>
                </c:pt>
                <c:pt idx="1682">
                  <c:v>42663</c:v>
                </c:pt>
                <c:pt idx="1683">
                  <c:v>42664</c:v>
                </c:pt>
                <c:pt idx="1684">
                  <c:v>42667</c:v>
                </c:pt>
                <c:pt idx="1685">
                  <c:v>42668</c:v>
                </c:pt>
                <c:pt idx="1686">
                  <c:v>42669</c:v>
                </c:pt>
                <c:pt idx="1687">
                  <c:v>42670</c:v>
                </c:pt>
                <c:pt idx="1688">
                  <c:v>42671</c:v>
                </c:pt>
                <c:pt idx="1689">
                  <c:v>42674</c:v>
                </c:pt>
                <c:pt idx="1690">
                  <c:v>42675</c:v>
                </c:pt>
                <c:pt idx="1691">
                  <c:v>42676</c:v>
                </c:pt>
                <c:pt idx="1692">
                  <c:v>42677</c:v>
                </c:pt>
                <c:pt idx="1693">
                  <c:v>42678</c:v>
                </c:pt>
                <c:pt idx="1694">
                  <c:v>42681</c:v>
                </c:pt>
                <c:pt idx="1695">
                  <c:v>42682</c:v>
                </c:pt>
                <c:pt idx="1696">
                  <c:v>42683</c:v>
                </c:pt>
                <c:pt idx="1697">
                  <c:v>42684</c:v>
                </c:pt>
                <c:pt idx="1698">
                  <c:v>42685</c:v>
                </c:pt>
                <c:pt idx="1699">
                  <c:v>42688</c:v>
                </c:pt>
                <c:pt idx="1700">
                  <c:v>42689</c:v>
                </c:pt>
                <c:pt idx="1701">
                  <c:v>42690</c:v>
                </c:pt>
                <c:pt idx="1702">
                  <c:v>42691</c:v>
                </c:pt>
                <c:pt idx="1703">
                  <c:v>42692</c:v>
                </c:pt>
                <c:pt idx="1704">
                  <c:v>42695</c:v>
                </c:pt>
                <c:pt idx="1705">
                  <c:v>42696</c:v>
                </c:pt>
                <c:pt idx="1706">
                  <c:v>42697</c:v>
                </c:pt>
                <c:pt idx="1707">
                  <c:v>42698</c:v>
                </c:pt>
                <c:pt idx="1708">
                  <c:v>42699</c:v>
                </c:pt>
                <c:pt idx="1709">
                  <c:v>42702</c:v>
                </c:pt>
                <c:pt idx="1710">
                  <c:v>42703</c:v>
                </c:pt>
                <c:pt idx="1711">
                  <c:v>42704</c:v>
                </c:pt>
                <c:pt idx="1712">
                  <c:v>42705</c:v>
                </c:pt>
                <c:pt idx="1713">
                  <c:v>42706</c:v>
                </c:pt>
                <c:pt idx="1714">
                  <c:v>42709</c:v>
                </c:pt>
                <c:pt idx="1715">
                  <c:v>42710</c:v>
                </c:pt>
                <c:pt idx="1716">
                  <c:v>42711</c:v>
                </c:pt>
                <c:pt idx="1717">
                  <c:v>42712</c:v>
                </c:pt>
                <c:pt idx="1718">
                  <c:v>42713</c:v>
                </c:pt>
                <c:pt idx="1719">
                  <c:v>42716</c:v>
                </c:pt>
                <c:pt idx="1720">
                  <c:v>42717</c:v>
                </c:pt>
                <c:pt idx="1721">
                  <c:v>42718</c:v>
                </c:pt>
                <c:pt idx="1722">
                  <c:v>42719</c:v>
                </c:pt>
                <c:pt idx="1723">
                  <c:v>42720</c:v>
                </c:pt>
                <c:pt idx="1724">
                  <c:v>42723</c:v>
                </c:pt>
                <c:pt idx="1725">
                  <c:v>42724</c:v>
                </c:pt>
                <c:pt idx="1726">
                  <c:v>42725</c:v>
                </c:pt>
                <c:pt idx="1727">
                  <c:v>42726</c:v>
                </c:pt>
                <c:pt idx="1728">
                  <c:v>42727</c:v>
                </c:pt>
                <c:pt idx="1729">
                  <c:v>42730</c:v>
                </c:pt>
                <c:pt idx="1730">
                  <c:v>42731</c:v>
                </c:pt>
                <c:pt idx="1731">
                  <c:v>42732</c:v>
                </c:pt>
                <c:pt idx="1732">
                  <c:v>42733</c:v>
                </c:pt>
                <c:pt idx="1733">
                  <c:v>42737</c:v>
                </c:pt>
                <c:pt idx="1734">
                  <c:v>42738</c:v>
                </c:pt>
                <c:pt idx="1735">
                  <c:v>42739</c:v>
                </c:pt>
                <c:pt idx="1736">
                  <c:v>42740</c:v>
                </c:pt>
                <c:pt idx="1737">
                  <c:v>42741</c:v>
                </c:pt>
                <c:pt idx="1738">
                  <c:v>42744</c:v>
                </c:pt>
                <c:pt idx="1739">
                  <c:v>42745</c:v>
                </c:pt>
                <c:pt idx="1740">
                  <c:v>42746</c:v>
                </c:pt>
                <c:pt idx="1741">
                  <c:v>42747</c:v>
                </c:pt>
                <c:pt idx="1742">
                  <c:v>42748</c:v>
                </c:pt>
                <c:pt idx="1743">
                  <c:v>42751</c:v>
                </c:pt>
                <c:pt idx="1744">
                  <c:v>42752</c:v>
                </c:pt>
                <c:pt idx="1745">
                  <c:v>42753</c:v>
                </c:pt>
                <c:pt idx="1746">
                  <c:v>42754</c:v>
                </c:pt>
                <c:pt idx="1747">
                  <c:v>42755</c:v>
                </c:pt>
                <c:pt idx="1748">
                  <c:v>42758</c:v>
                </c:pt>
                <c:pt idx="1749">
                  <c:v>42759</c:v>
                </c:pt>
                <c:pt idx="1750">
                  <c:v>42760</c:v>
                </c:pt>
                <c:pt idx="1751">
                  <c:v>42761</c:v>
                </c:pt>
                <c:pt idx="1752">
                  <c:v>42766</c:v>
                </c:pt>
                <c:pt idx="1753">
                  <c:v>42767</c:v>
                </c:pt>
                <c:pt idx="1754">
                  <c:v>42768</c:v>
                </c:pt>
                <c:pt idx="1755">
                  <c:v>42769</c:v>
                </c:pt>
                <c:pt idx="1756">
                  <c:v>42772</c:v>
                </c:pt>
                <c:pt idx="1757">
                  <c:v>42773</c:v>
                </c:pt>
                <c:pt idx="1758">
                  <c:v>42774</c:v>
                </c:pt>
                <c:pt idx="1759">
                  <c:v>42775</c:v>
                </c:pt>
                <c:pt idx="1760">
                  <c:v>42776</c:v>
                </c:pt>
                <c:pt idx="1761">
                  <c:v>42779</c:v>
                </c:pt>
                <c:pt idx="1762">
                  <c:v>42780</c:v>
                </c:pt>
                <c:pt idx="1763">
                  <c:v>42781</c:v>
                </c:pt>
                <c:pt idx="1764">
                  <c:v>42782</c:v>
                </c:pt>
                <c:pt idx="1765">
                  <c:v>42783</c:v>
                </c:pt>
                <c:pt idx="1766">
                  <c:v>42786</c:v>
                </c:pt>
                <c:pt idx="1767">
                  <c:v>42787</c:v>
                </c:pt>
                <c:pt idx="1768">
                  <c:v>42788</c:v>
                </c:pt>
                <c:pt idx="1769">
                  <c:v>42789</c:v>
                </c:pt>
                <c:pt idx="1770">
                  <c:v>42790</c:v>
                </c:pt>
                <c:pt idx="1771">
                  <c:v>42793</c:v>
                </c:pt>
                <c:pt idx="1772">
                  <c:v>42794</c:v>
                </c:pt>
                <c:pt idx="1773">
                  <c:v>42796</c:v>
                </c:pt>
                <c:pt idx="1774">
                  <c:v>42797</c:v>
                </c:pt>
                <c:pt idx="1775">
                  <c:v>42800</c:v>
                </c:pt>
                <c:pt idx="1776">
                  <c:v>42801</c:v>
                </c:pt>
                <c:pt idx="1777">
                  <c:v>42802</c:v>
                </c:pt>
                <c:pt idx="1778">
                  <c:v>42803</c:v>
                </c:pt>
                <c:pt idx="1779">
                  <c:v>42804</c:v>
                </c:pt>
                <c:pt idx="1780">
                  <c:v>42807</c:v>
                </c:pt>
                <c:pt idx="1781">
                  <c:v>42808</c:v>
                </c:pt>
                <c:pt idx="1782">
                  <c:v>42809</c:v>
                </c:pt>
                <c:pt idx="1783">
                  <c:v>42810</c:v>
                </c:pt>
                <c:pt idx="1784">
                  <c:v>42811</c:v>
                </c:pt>
                <c:pt idx="1785">
                  <c:v>42814</c:v>
                </c:pt>
                <c:pt idx="1786">
                  <c:v>42815</c:v>
                </c:pt>
                <c:pt idx="1787">
                  <c:v>42816</c:v>
                </c:pt>
                <c:pt idx="1788">
                  <c:v>42817</c:v>
                </c:pt>
                <c:pt idx="1789">
                  <c:v>42818</c:v>
                </c:pt>
                <c:pt idx="1790">
                  <c:v>42821</c:v>
                </c:pt>
                <c:pt idx="1791">
                  <c:v>42822</c:v>
                </c:pt>
                <c:pt idx="1792">
                  <c:v>42823</c:v>
                </c:pt>
                <c:pt idx="1793">
                  <c:v>42824</c:v>
                </c:pt>
                <c:pt idx="1794">
                  <c:v>42825</c:v>
                </c:pt>
                <c:pt idx="1795">
                  <c:v>42828</c:v>
                </c:pt>
                <c:pt idx="1796">
                  <c:v>42829</c:v>
                </c:pt>
                <c:pt idx="1797">
                  <c:v>42830</c:v>
                </c:pt>
                <c:pt idx="1798">
                  <c:v>42831</c:v>
                </c:pt>
                <c:pt idx="1799">
                  <c:v>42832</c:v>
                </c:pt>
                <c:pt idx="1800">
                  <c:v>42835</c:v>
                </c:pt>
                <c:pt idx="1801">
                  <c:v>42836</c:v>
                </c:pt>
                <c:pt idx="1802">
                  <c:v>42837</c:v>
                </c:pt>
                <c:pt idx="1803">
                  <c:v>42838</c:v>
                </c:pt>
                <c:pt idx="1804">
                  <c:v>42839</c:v>
                </c:pt>
                <c:pt idx="1805">
                  <c:v>42842</c:v>
                </c:pt>
                <c:pt idx="1806">
                  <c:v>42843</c:v>
                </c:pt>
                <c:pt idx="1807">
                  <c:v>42844</c:v>
                </c:pt>
                <c:pt idx="1808">
                  <c:v>42845</c:v>
                </c:pt>
                <c:pt idx="1809">
                  <c:v>42846</c:v>
                </c:pt>
                <c:pt idx="1810">
                  <c:v>42849</c:v>
                </c:pt>
                <c:pt idx="1811">
                  <c:v>42850</c:v>
                </c:pt>
                <c:pt idx="1812">
                  <c:v>42851</c:v>
                </c:pt>
                <c:pt idx="1813">
                  <c:v>42852</c:v>
                </c:pt>
                <c:pt idx="1814">
                  <c:v>42853</c:v>
                </c:pt>
                <c:pt idx="1815">
                  <c:v>42857</c:v>
                </c:pt>
                <c:pt idx="1816">
                  <c:v>42859</c:v>
                </c:pt>
                <c:pt idx="1817">
                  <c:v>42863</c:v>
                </c:pt>
                <c:pt idx="1818">
                  <c:v>42865</c:v>
                </c:pt>
                <c:pt idx="1819">
                  <c:v>42866</c:v>
                </c:pt>
                <c:pt idx="1820">
                  <c:v>42867</c:v>
                </c:pt>
                <c:pt idx="1821">
                  <c:v>42870</c:v>
                </c:pt>
                <c:pt idx="1822">
                  <c:v>42871</c:v>
                </c:pt>
                <c:pt idx="1823">
                  <c:v>42872</c:v>
                </c:pt>
                <c:pt idx="1824">
                  <c:v>42873</c:v>
                </c:pt>
                <c:pt idx="1825">
                  <c:v>42874</c:v>
                </c:pt>
                <c:pt idx="1826">
                  <c:v>42877</c:v>
                </c:pt>
                <c:pt idx="1827">
                  <c:v>42878</c:v>
                </c:pt>
                <c:pt idx="1828">
                  <c:v>42879</c:v>
                </c:pt>
                <c:pt idx="1829">
                  <c:v>42880</c:v>
                </c:pt>
                <c:pt idx="1830">
                  <c:v>42881</c:v>
                </c:pt>
                <c:pt idx="1831">
                  <c:v>42884</c:v>
                </c:pt>
                <c:pt idx="1832">
                  <c:v>42885</c:v>
                </c:pt>
                <c:pt idx="1833">
                  <c:v>42886</c:v>
                </c:pt>
                <c:pt idx="1834">
                  <c:v>42887</c:v>
                </c:pt>
                <c:pt idx="1835">
                  <c:v>42888</c:v>
                </c:pt>
                <c:pt idx="1836">
                  <c:v>42891</c:v>
                </c:pt>
                <c:pt idx="1837">
                  <c:v>42893</c:v>
                </c:pt>
                <c:pt idx="1838">
                  <c:v>42894</c:v>
                </c:pt>
                <c:pt idx="1839">
                  <c:v>42895</c:v>
                </c:pt>
                <c:pt idx="1840">
                  <c:v>42898</c:v>
                </c:pt>
                <c:pt idx="1841">
                  <c:v>42899</c:v>
                </c:pt>
                <c:pt idx="1842">
                  <c:v>42900</c:v>
                </c:pt>
                <c:pt idx="1843">
                  <c:v>42901</c:v>
                </c:pt>
                <c:pt idx="1844">
                  <c:v>42902</c:v>
                </c:pt>
                <c:pt idx="1845">
                  <c:v>42905</c:v>
                </c:pt>
                <c:pt idx="1846">
                  <c:v>42906</c:v>
                </c:pt>
                <c:pt idx="1847">
                  <c:v>42907</c:v>
                </c:pt>
                <c:pt idx="1848">
                  <c:v>42908</c:v>
                </c:pt>
                <c:pt idx="1849">
                  <c:v>42909</c:v>
                </c:pt>
                <c:pt idx="1850">
                  <c:v>42912</c:v>
                </c:pt>
                <c:pt idx="1851">
                  <c:v>42913</c:v>
                </c:pt>
                <c:pt idx="1852">
                  <c:v>42914</c:v>
                </c:pt>
                <c:pt idx="1853">
                  <c:v>42915</c:v>
                </c:pt>
                <c:pt idx="1854">
                  <c:v>42916</c:v>
                </c:pt>
                <c:pt idx="1855">
                  <c:v>42919</c:v>
                </c:pt>
                <c:pt idx="1856">
                  <c:v>42920</c:v>
                </c:pt>
                <c:pt idx="1857">
                  <c:v>42921</c:v>
                </c:pt>
                <c:pt idx="1858">
                  <c:v>42922</c:v>
                </c:pt>
                <c:pt idx="1859">
                  <c:v>42923</c:v>
                </c:pt>
                <c:pt idx="1860">
                  <c:v>42926</c:v>
                </c:pt>
                <c:pt idx="1861">
                  <c:v>42927</c:v>
                </c:pt>
                <c:pt idx="1862">
                  <c:v>42928</c:v>
                </c:pt>
                <c:pt idx="1863">
                  <c:v>42929</c:v>
                </c:pt>
                <c:pt idx="1864">
                  <c:v>42930</c:v>
                </c:pt>
                <c:pt idx="1865">
                  <c:v>42933</c:v>
                </c:pt>
                <c:pt idx="1866">
                  <c:v>42934</c:v>
                </c:pt>
                <c:pt idx="1867">
                  <c:v>42935</c:v>
                </c:pt>
                <c:pt idx="1868">
                  <c:v>42936</c:v>
                </c:pt>
                <c:pt idx="1869">
                  <c:v>42937</c:v>
                </c:pt>
                <c:pt idx="1870">
                  <c:v>42940</c:v>
                </c:pt>
                <c:pt idx="1871">
                  <c:v>42941</c:v>
                </c:pt>
                <c:pt idx="1872">
                  <c:v>42942</c:v>
                </c:pt>
                <c:pt idx="1873">
                  <c:v>42943</c:v>
                </c:pt>
                <c:pt idx="1874">
                  <c:v>42944</c:v>
                </c:pt>
                <c:pt idx="1875">
                  <c:v>42947</c:v>
                </c:pt>
                <c:pt idx="1876">
                  <c:v>42948</c:v>
                </c:pt>
                <c:pt idx="1877">
                  <c:v>42949</c:v>
                </c:pt>
                <c:pt idx="1878">
                  <c:v>42950</c:v>
                </c:pt>
                <c:pt idx="1879">
                  <c:v>42951</c:v>
                </c:pt>
                <c:pt idx="1880">
                  <c:v>42954</c:v>
                </c:pt>
                <c:pt idx="1881">
                  <c:v>42955</c:v>
                </c:pt>
                <c:pt idx="1882">
                  <c:v>42956</c:v>
                </c:pt>
                <c:pt idx="1883">
                  <c:v>42957</c:v>
                </c:pt>
                <c:pt idx="1884">
                  <c:v>42958</c:v>
                </c:pt>
                <c:pt idx="1885">
                  <c:v>42961</c:v>
                </c:pt>
                <c:pt idx="1886">
                  <c:v>42963</c:v>
                </c:pt>
                <c:pt idx="1887">
                  <c:v>42964</c:v>
                </c:pt>
                <c:pt idx="1888">
                  <c:v>42965</c:v>
                </c:pt>
                <c:pt idx="1889">
                  <c:v>42968</c:v>
                </c:pt>
                <c:pt idx="1890">
                  <c:v>42969</c:v>
                </c:pt>
                <c:pt idx="1891">
                  <c:v>42970</c:v>
                </c:pt>
                <c:pt idx="1892">
                  <c:v>42971</c:v>
                </c:pt>
                <c:pt idx="1893">
                  <c:v>42972</c:v>
                </c:pt>
                <c:pt idx="1894">
                  <c:v>42975</c:v>
                </c:pt>
                <c:pt idx="1895">
                  <c:v>42976</c:v>
                </c:pt>
                <c:pt idx="1896">
                  <c:v>42977</c:v>
                </c:pt>
                <c:pt idx="1897">
                  <c:v>42978</c:v>
                </c:pt>
                <c:pt idx="1898">
                  <c:v>42979</c:v>
                </c:pt>
                <c:pt idx="1899">
                  <c:v>42982</c:v>
                </c:pt>
                <c:pt idx="1900">
                  <c:v>42983</c:v>
                </c:pt>
                <c:pt idx="1901">
                  <c:v>42984</c:v>
                </c:pt>
                <c:pt idx="1902">
                  <c:v>42985</c:v>
                </c:pt>
                <c:pt idx="1903">
                  <c:v>42986</c:v>
                </c:pt>
                <c:pt idx="1904">
                  <c:v>42989</c:v>
                </c:pt>
                <c:pt idx="1905">
                  <c:v>42990</c:v>
                </c:pt>
                <c:pt idx="1906">
                  <c:v>42991</c:v>
                </c:pt>
                <c:pt idx="1907">
                  <c:v>42992</c:v>
                </c:pt>
                <c:pt idx="1908">
                  <c:v>42993</c:v>
                </c:pt>
                <c:pt idx="1909">
                  <c:v>42996</c:v>
                </c:pt>
                <c:pt idx="1910">
                  <c:v>42997</c:v>
                </c:pt>
                <c:pt idx="1911">
                  <c:v>42998</c:v>
                </c:pt>
                <c:pt idx="1912">
                  <c:v>42999</c:v>
                </c:pt>
                <c:pt idx="1913">
                  <c:v>43000</c:v>
                </c:pt>
                <c:pt idx="1914">
                  <c:v>43003</c:v>
                </c:pt>
                <c:pt idx="1915">
                  <c:v>43004</c:v>
                </c:pt>
                <c:pt idx="1916">
                  <c:v>43005</c:v>
                </c:pt>
                <c:pt idx="1917">
                  <c:v>43006</c:v>
                </c:pt>
                <c:pt idx="1918">
                  <c:v>43007</c:v>
                </c:pt>
                <c:pt idx="1919">
                  <c:v>43018</c:v>
                </c:pt>
                <c:pt idx="1920">
                  <c:v>43019</c:v>
                </c:pt>
                <c:pt idx="1921">
                  <c:v>43020</c:v>
                </c:pt>
                <c:pt idx="1922">
                  <c:v>43021</c:v>
                </c:pt>
                <c:pt idx="1923">
                  <c:v>43024</c:v>
                </c:pt>
                <c:pt idx="1924">
                  <c:v>43025</c:v>
                </c:pt>
                <c:pt idx="1925">
                  <c:v>43026</c:v>
                </c:pt>
                <c:pt idx="1926">
                  <c:v>43027</c:v>
                </c:pt>
                <c:pt idx="1927">
                  <c:v>43028</c:v>
                </c:pt>
                <c:pt idx="1928">
                  <c:v>43031</c:v>
                </c:pt>
                <c:pt idx="1929">
                  <c:v>43032</c:v>
                </c:pt>
                <c:pt idx="1930">
                  <c:v>43033</c:v>
                </c:pt>
                <c:pt idx="1931">
                  <c:v>43034</c:v>
                </c:pt>
                <c:pt idx="1932">
                  <c:v>43035</c:v>
                </c:pt>
                <c:pt idx="1933">
                  <c:v>43038</c:v>
                </c:pt>
                <c:pt idx="1934">
                  <c:v>43039</c:v>
                </c:pt>
                <c:pt idx="1935">
                  <c:v>43040</c:v>
                </c:pt>
                <c:pt idx="1936">
                  <c:v>43041</c:v>
                </c:pt>
                <c:pt idx="1937">
                  <c:v>43042</c:v>
                </c:pt>
                <c:pt idx="1938">
                  <c:v>43045</c:v>
                </c:pt>
                <c:pt idx="1939">
                  <c:v>43046</c:v>
                </c:pt>
                <c:pt idx="1940">
                  <c:v>43047</c:v>
                </c:pt>
                <c:pt idx="1941">
                  <c:v>43048</c:v>
                </c:pt>
                <c:pt idx="1942">
                  <c:v>43049</c:v>
                </c:pt>
                <c:pt idx="1943">
                  <c:v>43052</c:v>
                </c:pt>
                <c:pt idx="1944">
                  <c:v>43053</c:v>
                </c:pt>
                <c:pt idx="1945">
                  <c:v>43054</c:v>
                </c:pt>
                <c:pt idx="1946">
                  <c:v>43055</c:v>
                </c:pt>
                <c:pt idx="1947">
                  <c:v>43056</c:v>
                </c:pt>
                <c:pt idx="1948">
                  <c:v>43059</c:v>
                </c:pt>
                <c:pt idx="1949">
                  <c:v>43060</c:v>
                </c:pt>
                <c:pt idx="1950">
                  <c:v>43061</c:v>
                </c:pt>
                <c:pt idx="1951">
                  <c:v>43062</c:v>
                </c:pt>
                <c:pt idx="1952">
                  <c:v>43063</c:v>
                </c:pt>
                <c:pt idx="1953">
                  <c:v>43066</c:v>
                </c:pt>
                <c:pt idx="1954">
                  <c:v>43067</c:v>
                </c:pt>
                <c:pt idx="1955">
                  <c:v>43068</c:v>
                </c:pt>
                <c:pt idx="1956">
                  <c:v>43069</c:v>
                </c:pt>
                <c:pt idx="1957">
                  <c:v>43070</c:v>
                </c:pt>
                <c:pt idx="1958">
                  <c:v>43073</c:v>
                </c:pt>
                <c:pt idx="1959">
                  <c:v>43074</c:v>
                </c:pt>
                <c:pt idx="1960">
                  <c:v>43075</c:v>
                </c:pt>
                <c:pt idx="1961">
                  <c:v>43076</c:v>
                </c:pt>
                <c:pt idx="1962">
                  <c:v>43077</c:v>
                </c:pt>
                <c:pt idx="1963">
                  <c:v>43080</c:v>
                </c:pt>
                <c:pt idx="1964">
                  <c:v>43081</c:v>
                </c:pt>
                <c:pt idx="1965">
                  <c:v>43082</c:v>
                </c:pt>
                <c:pt idx="1966">
                  <c:v>43083</c:v>
                </c:pt>
                <c:pt idx="1967">
                  <c:v>43084</c:v>
                </c:pt>
                <c:pt idx="1968">
                  <c:v>43087</c:v>
                </c:pt>
                <c:pt idx="1969">
                  <c:v>43088</c:v>
                </c:pt>
                <c:pt idx="1970">
                  <c:v>43089</c:v>
                </c:pt>
                <c:pt idx="1971">
                  <c:v>43090</c:v>
                </c:pt>
                <c:pt idx="1972">
                  <c:v>43091</c:v>
                </c:pt>
                <c:pt idx="1973">
                  <c:v>43095</c:v>
                </c:pt>
                <c:pt idx="1974">
                  <c:v>43096</c:v>
                </c:pt>
                <c:pt idx="1975">
                  <c:v>43097</c:v>
                </c:pt>
                <c:pt idx="1976">
                  <c:v>43102</c:v>
                </c:pt>
                <c:pt idx="1977">
                  <c:v>43103</c:v>
                </c:pt>
                <c:pt idx="1978">
                  <c:v>43104</c:v>
                </c:pt>
                <c:pt idx="1979">
                  <c:v>43105</c:v>
                </c:pt>
                <c:pt idx="1980">
                  <c:v>43108</c:v>
                </c:pt>
                <c:pt idx="1981">
                  <c:v>43109</c:v>
                </c:pt>
                <c:pt idx="1982">
                  <c:v>43110</c:v>
                </c:pt>
                <c:pt idx="1983">
                  <c:v>43111</c:v>
                </c:pt>
                <c:pt idx="1984">
                  <c:v>43112</c:v>
                </c:pt>
                <c:pt idx="1985">
                  <c:v>43115</c:v>
                </c:pt>
                <c:pt idx="1986">
                  <c:v>43116</c:v>
                </c:pt>
                <c:pt idx="1987">
                  <c:v>43117</c:v>
                </c:pt>
                <c:pt idx="1988">
                  <c:v>43118</c:v>
                </c:pt>
                <c:pt idx="1989">
                  <c:v>43119</c:v>
                </c:pt>
                <c:pt idx="1990">
                  <c:v>43122</c:v>
                </c:pt>
                <c:pt idx="1991">
                  <c:v>43123</c:v>
                </c:pt>
                <c:pt idx="1992">
                  <c:v>43124</c:v>
                </c:pt>
                <c:pt idx="1993">
                  <c:v>43125</c:v>
                </c:pt>
                <c:pt idx="1994">
                  <c:v>43126</c:v>
                </c:pt>
                <c:pt idx="1995">
                  <c:v>43129</c:v>
                </c:pt>
                <c:pt idx="1996">
                  <c:v>43130</c:v>
                </c:pt>
                <c:pt idx="1997">
                  <c:v>43131</c:v>
                </c:pt>
                <c:pt idx="1998">
                  <c:v>43132</c:v>
                </c:pt>
                <c:pt idx="1999">
                  <c:v>43133</c:v>
                </c:pt>
                <c:pt idx="2000">
                  <c:v>43136</c:v>
                </c:pt>
                <c:pt idx="2001">
                  <c:v>43137</c:v>
                </c:pt>
                <c:pt idx="2002">
                  <c:v>43138</c:v>
                </c:pt>
                <c:pt idx="2003">
                  <c:v>43139</c:v>
                </c:pt>
                <c:pt idx="2004">
                  <c:v>43140</c:v>
                </c:pt>
                <c:pt idx="2005">
                  <c:v>43143</c:v>
                </c:pt>
                <c:pt idx="2006">
                  <c:v>43144</c:v>
                </c:pt>
                <c:pt idx="2007">
                  <c:v>43145</c:v>
                </c:pt>
                <c:pt idx="2008">
                  <c:v>43150</c:v>
                </c:pt>
                <c:pt idx="2009">
                  <c:v>43151</c:v>
                </c:pt>
                <c:pt idx="2010">
                  <c:v>43152</c:v>
                </c:pt>
                <c:pt idx="2011">
                  <c:v>43153</c:v>
                </c:pt>
                <c:pt idx="2012">
                  <c:v>43154</c:v>
                </c:pt>
                <c:pt idx="2013">
                  <c:v>43157</c:v>
                </c:pt>
                <c:pt idx="2014">
                  <c:v>43158</c:v>
                </c:pt>
                <c:pt idx="2015">
                  <c:v>43159</c:v>
                </c:pt>
                <c:pt idx="2016">
                  <c:v>43161</c:v>
                </c:pt>
                <c:pt idx="2017">
                  <c:v>43164</c:v>
                </c:pt>
                <c:pt idx="2018">
                  <c:v>43165</c:v>
                </c:pt>
                <c:pt idx="2019">
                  <c:v>43166</c:v>
                </c:pt>
                <c:pt idx="2020">
                  <c:v>43167</c:v>
                </c:pt>
                <c:pt idx="2021">
                  <c:v>43168</c:v>
                </c:pt>
                <c:pt idx="2022">
                  <c:v>43171</c:v>
                </c:pt>
                <c:pt idx="2023">
                  <c:v>43172</c:v>
                </c:pt>
                <c:pt idx="2024">
                  <c:v>43173</c:v>
                </c:pt>
                <c:pt idx="2025">
                  <c:v>43174</c:v>
                </c:pt>
                <c:pt idx="2026">
                  <c:v>43175</c:v>
                </c:pt>
                <c:pt idx="2027">
                  <c:v>43178</c:v>
                </c:pt>
                <c:pt idx="2028">
                  <c:v>43179</c:v>
                </c:pt>
                <c:pt idx="2029">
                  <c:v>43180</c:v>
                </c:pt>
                <c:pt idx="2030">
                  <c:v>43181</c:v>
                </c:pt>
                <c:pt idx="2031">
                  <c:v>43182</c:v>
                </c:pt>
                <c:pt idx="2032">
                  <c:v>43185</c:v>
                </c:pt>
                <c:pt idx="2033">
                  <c:v>43186</c:v>
                </c:pt>
                <c:pt idx="2034">
                  <c:v>43187</c:v>
                </c:pt>
                <c:pt idx="2035">
                  <c:v>43188</c:v>
                </c:pt>
                <c:pt idx="2036">
                  <c:v>43189</c:v>
                </c:pt>
                <c:pt idx="2037">
                  <c:v>43192</c:v>
                </c:pt>
                <c:pt idx="2038">
                  <c:v>43193</c:v>
                </c:pt>
                <c:pt idx="2039">
                  <c:v>43194</c:v>
                </c:pt>
                <c:pt idx="2040">
                  <c:v>43195</c:v>
                </c:pt>
                <c:pt idx="2041">
                  <c:v>43196</c:v>
                </c:pt>
                <c:pt idx="2042">
                  <c:v>43199</c:v>
                </c:pt>
                <c:pt idx="2043">
                  <c:v>43200</c:v>
                </c:pt>
                <c:pt idx="2044">
                  <c:v>43201</c:v>
                </c:pt>
                <c:pt idx="2045">
                  <c:v>43202</c:v>
                </c:pt>
                <c:pt idx="2046">
                  <c:v>43203</c:v>
                </c:pt>
                <c:pt idx="2047">
                  <c:v>43206</c:v>
                </c:pt>
                <c:pt idx="2048">
                  <c:v>43207</c:v>
                </c:pt>
                <c:pt idx="2049">
                  <c:v>43208</c:v>
                </c:pt>
                <c:pt idx="2050">
                  <c:v>43209</c:v>
                </c:pt>
                <c:pt idx="2051">
                  <c:v>43210</c:v>
                </c:pt>
                <c:pt idx="2052">
                  <c:v>43213</c:v>
                </c:pt>
                <c:pt idx="2053">
                  <c:v>43214</c:v>
                </c:pt>
                <c:pt idx="2054">
                  <c:v>43215</c:v>
                </c:pt>
                <c:pt idx="2055">
                  <c:v>43216</c:v>
                </c:pt>
                <c:pt idx="2056">
                  <c:v>43217</c:v>
                </c:pt>
                <c:pt idx="2057">
                  <c:v>43220</c:v>
                </c:pt>
                <c:pt idx="2058">
                  <c:v>43222</c:v>
                </c:pt>
                <c:pt idx="2059">
                  <c:v>43223</c:v>
                </c:pt>
                <c:pt idx="2060">
                  <c:v>43224</c:v>
                </c:pt>
                <c:pt idx="2061">
                  <c:v>43228</c:v>
                </c:pt>
                <c:pt idx="2062">
                  <c:v>43229</c:v>
                </c:pt>
                <c:pt idx="2063">
                  <c:v>43230</c:v>
                </c:pt>
                <c:pt idx="2064">
                  <c:v>43231</c:v>
                </c:pt>
                <c:pt idx="2065">
                  <c:v>43234</c:v>
                </c:pt>
                <c:pt idx="2066">
                  <c:v>43235</c:v>
                </c:pt>
                <c:pt idx="2067">
                  <c:v>43236</c:v>
                </c:pt>
                <c:pt idx="2068">
                  <c:v>43237</c:v>
                </c:pt>
                <c:pt idx="2069">
                  <c:v>43238</c:v>
                </c:pt>
                <c:pt idx="2070">
                  <c:v>43241</c:v>
                </c:pt>
                <c:pt idx="2071">
                  <c:v>43243</c:v>
                </c:pt>
                <c:pt idx="2072">
                  <c:v>43244</c:v>
                </c:pt>
                <c:pt idx="2073">
                  <c:v>43245</c:v>
                </c:pt>
                <c:pt idx="2074">
                  <c:v>43248</c:v>
                </c:pt>
                <c:pt idx="2075">
                  <c:v>43249</c:v>
                </c:pt>
                <c:pt idx="2076">
                  <c:v>43250</c:v>
                </c:pt>
                <c:pt idx="2077">
                  <c:v>43251</c:v>
                </c:pt>
                <c:pt idx="2078">
                  <c:v>43252</c:v>
                </c:pt>
                <c:pt idx="2079">
                  <c:v>43255</c:v>
                </c:pt>
                <c:pt idx="2080">
                  <c:v>43256</c:v>
                </c:pt>
                <c:pt idx="2081">
                  <c:v>43258</c:v>
                </c:pt>
                <c:pt idx="2082">
                  <c:v>43259</c:v>
                </c:pt>
                <c:pt idx="2083">
                  <c:v>43262</c:v>
                </c:pt>
                <c:pt idx="2084">
                  <c:v>43263</c:v>
                </c:pt>
                <c:pt idx="2085">
                  <c:v>43265</c:v>
                </c:pt>
                <c:pt idx="2086">
                  <c:v>43266</c:v>
                </c:pt>
                <c:pt idx="2087">
                  <c:v>43269</c:v>
                </c:pt>
                <c:pt idx="2088">
                  <c:v>43270</c:v>
                </c:pt>
                <c:pt idx="2089">
                  <c:v>43271</c:v>
                </c:pt>
                <c:pt idx="2090">
                  <c:v>43272</c:v>
                </c:pt>
                <c:pt idx="2091">
                  <c:v>43273</c:v>
                </c:pt>
                <c:pt idx="2092">
                  <c:v>43276</c:v>
                </c:pt>
                <c:pt idx="2093">
                  <c:v>43277</c:v>
                </c:pt>
                <c:pt idx="2094">
                  <c:v>43278</c:v>
                </c:pt>
                <c:pt idx="2095">
                  <c:v>43279</c:v>
                </c:pt>
                <c:pt idx="2096">
                  <c:v>43280</c:v>
                </c:pt>
                <c:pt idx="2097">
                  <c:v>43283</c:v>
                </c:pt>
                <c:pt idx="2098">
                  <c:v>43284</c:v>
                </c:pt>
                <c:pt idx="2099">
                  <c:v>43285</c:v>
                </c:pt>
                <c:pt idx="2100">
                  <c:v>43286</c:v>
                </c:pt>
                <c:pt idx="2101">
                  <c:v>43287</c:v>
                </c:pt>
                <c:pt idx="2102">
                  <c:v>43290</c:v>
                </c:pt>
                <c:pt idx="2103">
                  <c:v>43291</c:v>
                </c:pt>
                <c:pt idx="2104">
                  <c:v>43292</c:v>
                </c:pt>
                <c:pt idx="2105">
                  <c:v>43293</c:v>
                </c:pt>
                <c:pt idx="2106">
                  <c:v>43294</c:v>
                </c:pt>
                <c:pt idx="2107">
                  <c:v>43297</c:v>
                </c:pt>
                <c:pt idx="2108">
                  <c:v>43298</c:v>
                </c:pt>
                <c:pt idx="2109">
                  <c:v>43299</c:v>
                </c:pt>
                <c:pt idx="2110">
                  <c:v>43300</c:v>
                </c:pt>
                <c:pt idx="2111">
                  <c:v>43301</c:v>
                </c:pt>
                <c:pt idx="2112">
                  <c:v>43304</c:v>
                </c:pt>
                <c:pt idx="2113">
                  <c:v>43305</c:v>
                </c:pt>
                <c:pt idx="2114">
                  <c:v>43306</c:v>
                </c:pt>
                <c:pt idx="2115">
                  <c:v>43307</c:v>
                </c:pt>
                <c:pt idx="2116">
                  <c:v>43308</c:v>
                </c:pt>
                <c:pt idx="2117">
                  <c:v>43311</c:v>
                </c:pt>
                <c:pt idx="2118">
                  <c:v>43312</c:v>
                </c:pt>
                <c:pt idx="2119">
                  <c:v>43313</c:v>
                </c:pt>
                <c:pt idx="2120">
                  <c:v>43314</c:v>
                </c:pt>
                <c:pt idx="2121">
                  <c:v>43315</c:v>
                </c:pt>
                <c:pt idx="2122">
                  <c:v>43318</c:v>
                </c:pt>
                <c:pt idx="2123">
                  <c:v>43319</c:v>
                </c:pt>
                <c:pt idx="2124">
                  <c:v>43320</c:v>
                </c:pt>
                <c:pt idx="2125">
                  <c:v>43321</c:v>
                </c:pt>
                <c:pt idx="2126">
                  <c:v>43322</c:v>
                </c:pt>
                <c:pt idx="2127">
                  <c:v>43325</c:v>
                </c:pt>
                <c:pt idx="2128">
                  <c:v>43326</c:v>
                </c:pt>
                <c:pt idx="2129">
                  <c:v>43328</c:v>
                </c:pt>
                <c:pt idx="2130">
                  <c:v>43329</c:v>
                </c:pt>
                <c:pt idx="2131">
                  <c:v>43332</c:v>
                </c:pt>
                <c:pt idx="2132">
                  <c:v>43333</c:v>
                </c:pt>
                <c:pt idx="2133">
                  <c:v>43334</c:v>
                </c:pt>
                <c:pt idx="2134">
                  <c:v>43335</c:v>
                </c:pt>
                <c:pt idx="2135">
                  <c:v>43336</c:v>
                </c:pt>
                <c:pt idx="2136">
                  <c:v>43339</c:v>
                </c:pt>
                <c:pt idx="2137">
                  <c:v>43340</c:v>
                </c:pt>
                <c:pt idx="2138">
                  <c:v>43341</c:v>
                </c:pt>
                <c:pt idx="2139">
                  <c:v>43342</c:v>
                </c:pt>
                <c:pt idx="2140">
                  <c:v>43343</c:v>
                </c:pt>
                <c:pt idx="2141">
                  <c:v>43346</c:v>
                </c:pt>
                <c:pt idx="2142">
                  <c:v>43347</c:v>
                </c:pt>
                <c:pt idx="2143">
                  <c:v>43348</c:v>
                </c:pt>
                <c:pt idx="2144">
                  <c:v>43349</c:v>
                </c:pt>
                <c:pt idx="2145">
                  <c:v>43350</c:v>
                </c:pt>
                <c:pt idx="2146">
                  <c:v>43353</c:v>
                </c:pt>
                <c:pt idx="2147">
                  <c:v>43354</c:v>
                </c:pt>
                <c:pt idx="2148">
                  <c:v>43355</c:v>
                </c:pt>
                <c:pt idx="2149">
                  <c:v>43356</c:v>
                </c:pt>
                <c:pt idx="2150">
                  <c:v>43357</c:v>
                </c:pt>
                <c:pt idx="2151">
                  <c:v>43360</c:v>
                </c:pt>
                <c:pt idx="2152">
                  <c:v>43361</c:v>
                </c:pt>
                <c:pt idx="2153">
                  <c:v>43362</c:v>
                </c:pt>
                <c:pt idx="2154">
                  <c:v>43363</c:v>
                </c:pt>
                <c:pt idx="2155">
                  <c:v>43364</c:v>
                </c:pt>
                <c:pt idx="2156">
                  <c:v>43370</c:v>
                </c:pt>
                <c:pt idx="2157">
                  <c:v>43371</c:v>
                </c:pt>
                <c:pt idx="2158">
                  <c:v>43374</c:v>
                </c:pt>
                <c:pt idx="2159">
                  <c:v>43375</c:v>
                </c:pt>
                <c:pt idx="2160">
                  <c:v>43377</c:v>
                </c:pt>
                <c:pt idx="2161">
                  <c:v>43378</c:v>
                </c:pt>
                <c:pt idx="2162">
                  <c:v>43381</c:v>
                </c:pt>
                <c:pt idx="2163">
                  <c:v>43383</c:v>
                </c:pt>
                <c:pt idx="2164">
                  <c:v>43384</c:v>
                </c:pt>
                <c:pt idx="2165">
                  <c:v>43385</c:v>
                </c:pt>
                <c:pt idx="2166">
                  <c:v>43388</c:v>
                </c:pt>
                <c:pt idx="2167">
                  <c:v>43389</c:v>
                </c:pt>
                <c:pt idx="2168">
                  <c:v>43390</c:v>
                </c:pt>
                <c:pt idx="2169">
                  <c:v>43391</c:v>
                </c:pt>
                <c:pt idx="2170">
                  <c:v>43392</c:v>
                </c:pt>
                <c:pt idx="2171">
                  <c:v>43395</c:v>
                </c:pt>
                <c:pt idx="2172">
                  <c:v>43396</c:v>
                </c:pt>
                <c:pt idx="2173">
                  <c:v>43397</c:v>
                </c:pt>
                <c:pt idx="2174">
                  <c:v>43398</c:v>
                </c:pt>
                <c:pt idx="2175">
                  <c:v>43399</c:v>
                </c:pt>
                <c:pt idx="2176">
                  <c:v>43402</c:v>
                </c:pt>
                <c:pt idx="2177">
                  <c:v>43403</c:v>
                </c:pt>
                <c:pt idx="2178">
                  <c:v>43404</c:v>
                </c:pt>
                <c:pt idx="2179">
                  <c:v>43405</c:v>
                </c:pt>
                <c:pt idx="2180">
                  <c:v>43406</c:v>
                </c:pt>
                <c:pt idx="2181">
                  <c:v>43409</c:v>
                </c:pt>
                <c:pt idx="2182">
                  <c:v>43410</c:v>
                </c:pt>
                <c:pt idx="2183">
                  <c:v>43411</c:v>
                </c:pt>
                <c:pt idx="2184">
                  <c:v>43412</c:v>
                </c:pt>
                <c:pt idx="2185">
                  <c:v>43413</c:v>
                </c:pt>
                <c:pt idx="2186">
                  <c:v>43416</c:v>
                </c:pt>
                <c:pt idx="2187">
                  <c:v>43417</c:v>
                </c:pt>
                <c:pt idx="2188">
                  <c:v>43418</c:v>
                </c:pt>
                <c:pt idx="2189">
                  <c:v>43419</c:v>
                </c:pt>
                <c:pt idx="2190">
                  <c:v>43420</c:v>
                </c:pt>
                <c:pt idx="2191">
                  <c:v>43423</c:v>
                </c:pt>
                <c:pt idx="2192">
                  <c:v>43424</c:v>
                </c:pt>
                <c:pt idx="2193">
                  <c:v>43425</c:v>
                </c:pt>
                <c:pt idx="2194">
                  <c:v>43426</c:v>
                </c:pt>
                <c:pt idx="2195">
                  <c:v>43427</c:v>
                </c:pt>
                <c:pt idx="2196">
                  <c:v>43430</c:v>
                </c:pt>
                <c:pt idx="2197">
                  <c:v>43431</c:v>
                </c:pt>
                <c:pt idx="2198">
                  <c:v>43432</c:v>
                </c:pt>
                <c:pt idx="2199">
                  <c:v>43433</c:v>
                </c:pt>
                <c:pt idx="2200">
                  <c:v>43434</c:v>
                </c:pt>
                <c:pt idx="2201">
                  <c:v>43437</c:v>
                </c:pt>
                <c:pt idx="2202">
                  <c:v>43438</c:v>
                </c:pt>
                <c:pt idx="2203">
                  <c:v>43439</c:v>
                </c:pt>
                <c:pt idx="2204">
                  <c:v>43440</c:v>
                </c:pt>
                <c:pt idx="2205">
                  <c:v>43441</c:v>
                </c:pt>
                <c:pt idx="2206">
                  <c:v>43444</c:v>
                </c:pt>
                <c:pt idx="2207">
                  <c:v>43445</c:v>
                </c:pt>
                <c:pt idx="2208">
                  <c:v>43446</c:v>
                </c:pt>
                <c:pt idx="2209">
                  <c:v>43447</c:v>
                </c:pt>
                <c:pt idx="2210">
                  <c:v>43448</c:v>
                </c:pt>
                <c:pt idx="2211">
                  <c:v>43451</c:v>
                </c:pt>
                <c:pt idx="2212">
                  <c:v>43452</c:v>
                </c:pt>
                <c:pt idx="2213">
                  <c:v>43453</c:v>
                </c:pt>
                <c:pt idx="2214">
                  <c:v>43454</c:v>
                </c:pt>
                <c:pt idx="2215">
                  <c:v>43455</c:v>
                </c:pt>
                <c:pt idx="2216">
                  <c:v>43458</c:v>
                </c:pt>
                <c:pt idx="2217">
                  <c:v>43460</c:v>
                </c:pt>
                <c:pt idx="2218">
                  <c:v>43461</c:v>
                </c:pt>
                <c:pt idx="2219">
                  <c:v>43462</c:v>
                </c:pt>
                <c:pt idx="2220">
                  <c:v>43467</c:v>
                </c:pt>
                <c:pt idx="2221">
                  <c:v>43468</c:v>
                </c:pt>
                <c:pt idx="2222">
                  <c:v>43469</c:v>
                </c:pt>
                <c:pt idx="2223">
                  <c:v>43472</c:v>
                </c:pt>
                <c:pt idx="2224">
                  <c:v>43473</c:v>
                </c:pt>
                <c:pt idx="2225">
                  <c:v>43474</c:v>
                </c:pt>
                <c:pt idx="2226">
                  <c:v>43475</c:v>
                </c:pt>
                <c:pt idx="2227">
                  <c:v>43476</c:v>
                </c:pt>
                <c:pt idx="2228">
                  <c:v>43479</c:v>
                </c:pt>
                <c:pt idx="2229">
                  <c:v>43480</c:v>
                </c:pt>
                <c:pt idx="2230">
                  <c:v>43481</c:v>
                </c:pt>
                <c:pt idx="2231">
                  <c:v>43482</c:v>
                </c:pt>
                <c:pt idx="2232">
                  <c:v>43483</c:v>
                </c:pt>
                <c:pt idx="2233">
                  <c:v>43486</c:v>
                </c:pt>
                <c:pt idx="2234">
                  <c:v>43487</c:v>
                </c:pt>
                <c:pt idx="2235">
                  <c:v>43488</c:v>
                </c:pt>
                <c:pt idx="2236">
                  <c:v>43489</c:v>
                </c:pt>
                <c:pt idx="2237">
                  <c:v>43490</c:v>
                </c:pt>
                <c:pt idx="2238">
                  <c:v>43493</c:v>
                </c:pt>
                <c:pt idx="2239">
                  <c:v>43494</c:v>
                </c:pt>
                <c:pt idx="2240">
                  <c:v>43495</c:v>
                </c:pt>
                <c:pt idx="2241">
                  <c:v>43496</c:v>
                </c:pt>
                <c:pt idx="2242">
                  <c:v>43497</c:v>
                </c:pt>
                <c:pt idx="2243">
                  <c:v>43503</c:v>
                </c:pt>
                <c:pt idx="2244">
                  <c:v>43504</c:v>
                </c:pt>
                <c:pt idx="2245">
                  <c:v>43507</c:v>
                </c:pt>
                <c:pt idx="2246">
                  <c:v>43508</c:v>
                </c:pt>
                <c:pt idx="2247">
                  <c:v>43509</c:v>
                </c:pt>
                <c:pt idx="2248">
                  <c:v>43510</c:v>
                </c:pt>
                <c:pt idx="2249">
                  <c:v>43511</c:v>
                </c:pt>
                <c:pt idx="2250">
                  <c:v>43514</c:v>
                </c:pt>
                <c:pt idx="2251">
                  <c:v>43515</c:v>
                </c:pt>
                <c:pt idx="2252">
                  <c:v>43516</c:v>
                </c:pt>
                <c:pt idx="2253">
                  <c:v>43517</c:v>
                </c:pt>
                <c:pt idx="2254">
                  <c:v>43518</c:v>
                </c:pt>
                <c:pt idx="2255">
                  <c:v>43521</c:v>
                </c:pt>
                <c:pt idx="2256">
                  <c:v>43522</c:v>
                </c:pt>
                <c:pt idx="2257">
                  <c:v>43523</c:v>
                </c:pt>
                <c:pt idx="2258">
                  <c:v>43524</c:v>
                </c:pt>
                <c:pt idx="2259">
                  <c:v>43528</c:v>
                </c:pt>
                <c:pt idx="2260">
                  <c:v>43529</c:v>
                </c:pt>
                <c:pt idx="2261">
                  <c:v>43530</c:v>
                </c:pt>
                <c:pt idx="2262">
                  <c:v>43531</c:v>
                </c:pt>
                <c:pt idx="2263">
                  <c:v>43532</c:v>
                </c:pt>
                <c:pt idx="2264">
                  <c:v>43535</c:v>
                </c:pt>
                <c:pt idx="2265">
                  <c:v>43536</c:v>
                </c:pt>
                <c:pt idx="2266">
                  <c:v>43537</c:v>
                </c:pt>
                <c:pt idx="2267">
                  <c:v>43538</c:v>
                </c:pt>
                <c:pt idx="2268">
                  <c:v>43539</c:v>
                </c:pt>
                <c:pt idx="2269">
                  <c:v>43542</c:v>
                </c:pt>
                <c:pt idx="2270">
                  <c:v>43543</c:v>
                </c:pt>
                <c:pt idx="2271">
                  <c:v>43544</c:v>
                </c:pt>
                <c:pt idx="2272">
                  <c:v>43545</c:v>
                </c:pt>
                <c:pt idx="2273">
                  <c:v>43546</c:v>
                </c:pt>
                <c:pt idx="2274">
                  <c:v>43549</c:v>
                </c:pt>
                <c:pt idx="2275">
                  <c:v>43550</c:v>
                </c:pt>
                <c:pt idx="2276">
                  <c:v>43551</c:v>
                </c:pt>
                <c:pt idx="2277">
                  <c:v>43552</c:v>
                </c:pt>
                <c:pt idx="2278">
                  <c:v>43553</c:v>
                </c:pt>
                <c:pt idx="2279">
                  <c:v>43556</c:v>
                </c:pt>
                <c:pt idx="2280">
                  <c:v>43557</c:v>
                </c:pt>
                <c:pt idx="2281">
                  <c:v>43558</c:v>
                </c:pt>
                <c:pt idx="2282">
                  <c:v>43559</c:v>
                </c:pt>
                <c:pt idx="2283">
                  <c:v>43560</c:v>
                </c:pt>
                <c:pt idx="2284">
                  <c:v>43563</c:v>
                </c:pt>
                <c:pt idx="2285">
                  <c:v>43564</c:v>
                </c:pt>
                <c:pt idx="2286">
                  <c:v>43565</c:v>
                </c:pt>
                <c:pt idx="2287">
                  <c:v>43566</c:v>
                </c:pt>
                <c:pt idx="2288">
                  <c:v>43567</c:v>
                </c:pt>
                <c:pt idx="2289">
                  <c:v>43570</c:v>
                </c:pt>
                <c:pt idx="2290">
                  <c:v>43571</c:v>
                </c:pt>
                <c:pt idx="2291">
                  <c:v>43572</c:v>
                </c:pt>
                <c:pt idx="2292">
                  <c:v>43573</c:v>
                </c:pt>
                <c:pt idx="2293">
                  <c:v>43574</c:v>
                </c:pt>
                <c:pt idx="2294">
                  <c:v>43577</c:v>
                </c:pt>
                <c:pt idx="2295">
                  <c:v>43578</c:v>
                </c:pt>
                <c:pt idx="2296">
                  <c:v>43579</c:v>
                </c:pt>
                <c:pt idx="2297">
                  <c:v>43580</c:v>
                </c:pt>
                <c:pt idx="2298">
                  <c:v>43581</c:v>
                </c:pt>
                <c:pt idx="2299">
                  <c:v>43584</c:v>
                </c:pt>
                <c:pt idx="2300">
                  <c:v>43585</c:v>
                </c:pt>
                <c:pt idx="2301">
                  <c:v>43587</c:v>
                </c:pt>
                <c:pt idx="2302">
                  <c:v>43588</c:v>
                </c:pt>
                <c:pt idx="2303">
                  <c:v>43592</c:v>
                </c:pt>
                <c:pt idx="2304">
                  <c:v>43593</c:v>
                </c:pt>
                <c:pt idx="2305">
                  <c:v>43594</c:v>
                </c:pt>
                <c:pt idx="2306">
                  <c:v>43595</c:v>
                </c:pt>
                <c:pt idx="2307">
                  <c:v>43598</c:v>
                </c:pt>
                <c:pt idx="2308">
                  <c:v>43599</c:v>
                </c:pt>
                <c:pt idx="2309">
                  <c:v>43600</c:v>
                </c:pt>
                <c:pt idx="2310">
                  <c:v>43601</c:v>
                </c:pt>
                <c:pt idx="2311">
                  <c:v>43602</c:v>
                </c:pt>
                <c:pt idx="2312">
                  <c:v>43605</c:v>
                </c:pt>
                <c:pt idx="2313">
                  <c:v>43606</c:v>
                </c:pt>
                <c:pt idx="2314">
                  <c:v>43607</c:v>
                </c:pt>
                <c:pt idx="2315">
                  <c:v>43608</c:v>
                </c:pt>
                <c:pt idx="2316">
                  <c:v>43609</c:v>
                </c:pt>
                <c:pt idx="2317">
                  <c:v>43612</c:v>
                </c:pt>
                <c:pt idx="2318">
                  <c:v>43613</c:v>
                </c:pt>
                <c:pt idx="2319">
                  <c:v>43614</c:v>
                </c:pt>
                <c:pt idx="2320">
                  <c:v>43615</c:v>
                </c:pt>
                <c:pt idx="2321">
                  <c:v>43616</c:v>
                </c:pt>
                <c:pt idx="2322">
                  <c:v>43619</c:v>
                </c:pt>
                <c:pt idx="2323">
                  <c:v>43620</c:v>
                </c:pt>
                <c:pt idx="2324">
                  <c:v>43621</c:v>
                </c:pt>
                <c:pt idx="2325">
                  <c:v>43623</c:v>
                </c:pt>
                <c:pt idx="2326">
                  <c:v>43626</c:v>
                </c:pt>
                <c:pt idx="2327">
                  <c:v>43627</c:v>
                </c:pt>
                <c:pt idx="2328">
                  <c:v>43628</c:v>
                </c:pt>
                <c:pt idx="2329">
                  <c:v>43629</c:v>
                </c:pt>
                <c:pt idx="2330">
                  <c:v>43630</c:v>
                </c:pt>
                <c:pt idx="2331">
                  <c:v>43633</c:v>
                </c:pt>
                <c:pt idx="2332">
                  <c:v>43634</c:v>
                </c:pt>
                <c:pt idx="2333">
                  <c:v>43635</c:v>
                </c:pt>
                <c:pt idx="2334">
                  <c:v>43636</c:v>
                </c:pt>
                <c:pt idx="2335">
                  <c:v>43637</c:v>
                </c:pt>
                <c:pt idx="2336">
                  <c:v>43640</c:v>
                </c:pt>
                <c:pt idx="2337">
                  <c:v>43641</c:v>
                </c:pt>
                <c:pt idx="2338">
                  <c:v>43642</c:v>
                </c:pt>
                <c:pt idx="2339">
                  <c:v>43643</c:v>
                </c:pt>
                <c:pt idx="2340">
                  <c:v>43644</c:v>
                </c:pt>
                <c:pt idx="2341">
                  <c:v>43647</c:v>
                </c:pt>
                <c:pt idx="2342">
                  <c:v>43648</c:v>
                </c:pt>
                <c:pt idx="2343">
                  <c:v>43649</c:v>
                </c:pt>
                <c:pt idx="2344">
                  <c:v>43650</c:v>
                </c:pt>
                <c:pt idx="2345">
                  <c:v>43651</c:v>
                </c:pt>
                <c:pt idx="2346">
                  <c:v>43654</c:v>
                </c:pt>
                <c:pt idx="2347">
                  <c:v>43655</c:v>
                </c:pt>
                <c:pt idx="2348">
                  <c:v>43656</c:v>
                </c:pt>
                <c:pt idx="2349">
                  <c:v>43657</c:v>
                </c:pt>
                <c:pt idx="2350">
                  <c:v>43658</c:v>
                </c:pt>
                <c:pt idx="2351">
                  <c:v>43661</c:v>
                </c:pt>
                <c:pt idx="2352">
                  <c:v>43662</c:v>
                </c:pt>
                <c:pt idx="2353">
                  <c:v>43663</c:v>
                </c:pt>
                <c:pt idx="2354">
                  <c:v>43664</c:v>
                </c:pt>
                <c:pt idx="2355">
                  <c:v>43665</c:v>
                </c:pt>
                <c:pt idx="2356">
                  <c:v>43668</c:v>
                </c:pt>
                <c:pt idx="2357">
                  <c:v>43669</c:v>
                </c:pt>
                <c:pt idx="2358">
                  <c:v>43670</c:v>
                </c:pt>
                <c:pt idx="2359">
                  <c:v>43671</c:v>
                </c:pt>
                <c:pt idx="2360">
                  <c:v>43672</c:v>
                </c:pt>
                <c:pt idx="2361">
                  <c:v>43675</c:v>
                </c:pt>
                <c:pt idx="2362">
                  <c:v>43676</c:v>
                </c:pt>
                <c:pt idx="2363">
                  <c:v>43677</c:v>
                </c:pt>
                <c:pt idx="2364">
                  <c:v>43678</c:v>
                </c:pt>
                <c:pt idx="2365">
                  <c:v>43679</c:v>
                </c:pt>
                <c:pt idx="2366">
                  <c:v>43682</c:v>
                </c:pt>
                <c:pt idx="2367">
                  <c:v>43683</c:v>
                </c:pt>
                <c:pt idx="2368">
                  <c:v>43684</c:v>
                </c:pt>
                <c:pt idx="2369">
                  <c:v>43685</c:v>
                </c:pt>
                <c:pt idx="2370">
                  <c:v>43686</c:v>
                </c:pt>
                <c:pt idx="2371">
                  <c:v>43689</c:v>
                </c:pt>
                <c:pt idx="2372">
                  <c:v>43690</c:v>
                </c:pt>
                <c:pt idx="2373">
                  <c:v>43691</c:v>
                </c:pt>
                <c:pt idx="2374">
                  <c:v>43693</c:v>
                </c:pt>
                <c:pt idx="2375">
                  <c:v>43696</c:v>
                </c:pt>
                <c:pt idx="2376">
                  <c:v>43697</c:v>
                </c:pt>
                <c:pt idx="2377">
                  <c:v>43698</c:v>
                </c:pt>
                <c:pt idx="2378">
                  <c:v>43699</c:v>
                </c:pt>
                <c:pt idx="2379">
                  <c:v>43700</c:v>
                </c:pt>
                <c:pt idx="2380">
                  <c:v>43703</c:v>
                </c:pt>
                <c:pt idx="2381">
                  <c:v>43704</c:v>
                </c:pt>
                <c:pt idx="2382">
                  <c:v>43705</c:v>
                </c:pt>
                <c:pt idx="2383">
                  <c:v>43706</c:v>
                </c:pt>
                <c:pt idx="2384">
                  <c:v>43707</c:v>
                </c:pt>
                <c:pt idx="2385">
                  <c:v>43710</c:v>
                </c:pt>
                <c:pt idx="2386">
                  <c:v>43711</c:v>
                </c:pt>
                <c:pt idx="2387">
                  <c:v>43712</c:v>
                </c:pt>
                <c:pt idx="2388">
                  <c:v>43713</c:v>
                </c:pt>
                <c:pt idx="2389">
                  <c:v>43714</c:v>
                </c:pt>
                <c:pt idx="2390">
                  <c:v>43717</c:v>
                </c:pt>
                <c:pt idx="2391">
                  <c:v>43718</c:v>
                </c:pt>
                <c:pt idx="2392">
                  <c:v>43719</c:v>
                </c:pt>
                <c:pt idx="2393">
                  <c:v>43724</c:v>
                </c:pt>
                <c:pt idx="2394">
                  <c:v>43725</c:v>
                </c:pt>
                <c:pt idx="2395">
                  <c:v>43726</c:v>
                </c:pt>
                <c:pt idx="2396">
                  <c:v>43727</c:v>
                </c:pt>
                <c:pt idx="2397">
                  <c:v>43728</c:v>
                </c:pt>
                <c:pt idx="2398">
                  <c:v>43731</c:v>
                </c:pt>
                <c:pt idx="2399">
                  <c:v>43732</c:v>
                </c:pt>
                <c:pt idx="2400">
                  <c:v>43733</c:v>
                </c:pt>
                <c:pt idx="2401">
                  <c:v>43734</c:v>
                </c:pt>
                <c:pt idx="2402">
                  <c:v>43735</c:v>
                </c:pt>
                <c:pt idx="2403">
                  <c:v>43738</c:v>
                </c:pt>
                <c:pt idx="2404">
                  <c:v>43739</c:v>
                </c:pt>
                <c:pt idx="2405">
                  <c:v>43740</c:v>
                </c:pt>
                <c:pt idx="2406">
                  <c:v>43742</c:v>
                </c:pt>
                <c:pt idx="2407">
                  <c:v>43745</c:v>
                </c:pt>
                <c:pt idx="2408">
                  <c:v>43746</c:v>
                </c:pt>
                <c:pt idx="2409">
                  <c:v>43748</c:v>
                </c:pt>
                <c:pt idx="2410">
                  <c:v>43749</c:v>
                </c:pt>
                <c:pt idx="2411">
                  <c:v>43752</c:v>
                </c:pt>
                <c:pt idx="2412">
                  <c:v>43753</c:v>
                </c:pt>
                <c:pt idx="2413">
                  <c:v>43754</c:v>
                </c:pt>
                <c:pt idx="2414">
                  <c:v>43755</c:v>
                </c:pt>
                <c:pt idx="2415">
                  <c:v>43756</c:v>
                </c:pt>
                <c:pt idx="2416">
                  <c:v>43759</c:v>
                </c:pt>
                <c:pt idx="2417">
                  <c:v>43760</c:v>
                </c:pt>
                <c:pt idx="2418">
                  <c:v>43761</c:v>
                </c:pt>
                <c:pt idx="2419">
                  <c:v>43762</c:v>
                </c:pt>
                <c:pt idx="2420">
                  <c:v>43763</c:v>
                </c:pt>
                <c:pt idx="2421">
                  <c:v>43766</c:v>
                </c:pt>
                <c:pt idx="2422">
                  <c:v>43767</c:v>
                </c:pt>
                <c:pt idx="2423">
                  <c:v>43768</c:v>
                </c:pt>
                <c:pt idx="2424">
                  <c:v>43769</c:v>
                </c:pt>
                <c:pt idx="2425">
                  <c:v>43770</c:v>
                </c:pt>
                <c:pt idx="2426">
                  <c:v>43773</c:v>
                </c:pt>
                <c:pt idx="2427">
                  <c:v>43774</c:v>
                </c:pt>
                <c:pt idx="2428">
                  <c:v>43775</c:v>
                </c:pt>
                <c:pt idx="2429">
                  <c:v>43776</c:v>
                </c:pt>
                <c:pt idx="2430">
                  <c:v>43777</c:v>
                </c:pt>
                <c:pt idx="2431">
                  <c:v>43780</c:v>
                </c:pt>
                <c:pt idx="2432">
                  <c:v>43781</c:v>
                </c:pt>
                <c:pt idx="2433">
                  <c:v>43782</c:v>
                </c:pt>
                <c:pt idx="2434">
                  <c:v>43783</c:v>
                </c:pt>
                <c:pt idx="2435">
                  <c:v>43784</c:v>
                </c:pt>
                <c:pt idx="2436">
                  <c:v>43787</c:v>
                </c:pt>
                <c:pt idx="2437">
                  <c:v>43788</c:v>
                </c:pt>
                <c:pt idx="2438">
                  <c:v>43789</c:v>
                </c:pt>
                <c:pt idx="2439">
                  <c:v>43790</c:v>
                </c:pt>
                <c:pt idx="2440">
                  <c:v>43791</c:v>
                </c:pt>
                <c:pt idx="2441">
                  <c:v>43794</c:v>
                </c:pt>
                <c:pt idx="2442">
                  <c:v>43795</c:v>
                </c:pt>
                <c:pt idx="2443">
                  <c:v>43796</c:v>
                </c:pt>
                <c:pt idx="2444">
                  <c:v>43797</c:v>
                </c:pt>
                <c:pt idx="2445">
                  <c:v>43798</c:v>
                </c:pt>
                <c:pt idx="2446">
                  <c:v>43801</c:v>
                </c:pt>
                <c:pt idx="2447">
                  <c:v>43802</c:v>
                </c:pt>
                <c:pt idx="2448">
                  <c:v>43803</c:v>
                </c:pt>
                <c:pt idx="2449">
                  <c:v>43804</c:v>
                </c:pt>
                <c:pt idx="2450">
                  <c:v>43805</c:v>
                </c:pt>
                <c:pt idx="2451">
                  <c:v>43808</c:v>
                </c:pt>
                <c:pt idx="2452">
                  <c:v>43809</c:v>
                </c:pt>
                <c:pt idx="2453">
                  <c:v>43810</c:v>
                </c:pt>
                <c:pt idx="2454">
                  <c:v>43811</c:v>
                </c:pt>
                <c:pt idx="2455">
                  <c:v>43812</c:v>
                </c:pt>
                <c:pt idx="2456">
                  <c:v>43815</c:v>
                </c:pt>
                <c:pt idx="2457">
                  <c:v>43816</c:v>
                </c:pt>
                <c:pt idx="2458">
                  <c:v>43817</c:v>
                </c:pt>
                <c:pt idx="2459">
                  <c:v>43818</c:v>
                </c:pt>
                <c:pt idx="2460">
                  <c:v>43819</c:v>
                </c:pt>
                <c:pt idx="2461">
                  <c:v>43822</c:v>
                </c:pt>
                <c:pt idx="2462">
                  <c:v>43823</c:v>
                </c:pt>
                <c:pt idx="2463">
                  <c:v>43825</c:v>
                </c:pt>
                <c:pt idx="2464">
                  <c:v>43826</c:v>
                </c:pt>
                <c:pt idx="2465">
                  <c:v>43829</c:v>
                </c:pt>
                <c:pt idx="2466">
                  <c:v>43832</c:v>
                </c:pt>
                <c:pt idx="2467">
                  <c:v>43833</c:v>
                </c:pt>
                <c:pt idx="2468">
                  <c:v>43836</c:v>
                </c:pt>
                <c:pt idx="2469">
                  <c:v>43837</c:v>
                </c:pt>
                <c:pt idx="2470">
                  <c:v>43838</c:v>
                </c:pt>
                <c:pt idx="2471">
                  <c:v>43839</c:v>
                </c:pt>
                <c:pt idx="2472">
                  <c:v>43840</c:v>
                </c:pt>
                <c:pt idx="2473">
                  <c:v>43843</c:v>
                </c:pt>
                <c:pt idx="2474">
                  <c:v>43844</c:v>
                </c:pt>
                <c:pt idx="2475">
                  <c:v>43845</c:v>
                </c:pt>
                <c:pt idx="2476">
                  <c:v>43846</c:v>
                </c:pt>
                <c:pt idx="2477">
                  <c:v>43847</c:v>
                </c:pt>
                <c:pt idx="2478">
                  <c:v>43850</c:v>
                </c:pt>
                <c:pt idx="2479">
                  <c:v>43851</c:v>
                </c:pt>
                <c:pt idx="2480">
                  <c:v>43852</c:v>
                </c:pt>
                <c:pt idx="2481">
                  <c:v>43853</c:v>
                </c:pt>
                <c:pt idx="2482">
                  <c:v>43858</c:v>
                </c:pt>
                <c:pt idx="2483">
                  <c:v>43859</c:v>
                </c:pt>
                <c:pt idx="2484">
                  <c:v>43860</c:v>
                </c:pt>
                <c:pt idx="2485">
                  <c:v>43861</c:v>
                </c:pt>
                <c:pt idx="2486">
                  <c:v>43864</c:v>
                </c:pt>
                <c:pt idx="2487">
                  <c:v>43865</c:v>
                </c:pt>
                <c:pt idx="2488">
                  <c:v>43866</c:v>
                </c:pt>
                <c:pt idx="2489">
                  <c:v>43867</c:v>
                </c:pt>
                <c:pt idx="2490">
                  <c:v>43868</c:v>
                </c:pt>
                <c:pt idx="2491">
                  <c:v>43871</c:v>
                </c:pt>
                <c:pt idx="2492">
                  <c:v>43872</c:v>
                </c:pt>
                <c:pt idx="2493">
                  <c:v>43873</c:v>
                </c:pt>
                <c:pt idx="2494">
                  <c:v>43874</c:v>
                </c:pt>
                <c:pt idx="2495">
                  <c:v>43875</c:v>
                </c:pt>
                <c:pt idx="2496">
                  <c:v>43878</c:v>
                </c:pt>
                <c:pt idx="2497">
                  <c:v>43879</c:v>
                </c:pt>
                <c:pt idx="2498">
                  <c:v>43880</c:v>
                </c:pt>
                <c:pt idx="2499">
                  <c:v>43881</c:v>
                </c:pt>
                <c:pt idx="2500">
                  <c:v>43882</c:v>
                </c:pt>
                <c:pt idx="2501">
                  <c:v>43885</c:v>
                </c:pt>
                <c:pt idx="2502">
                  <c:v>43886</c:v>
                </c:pt>
                <c:pt idx="2503">
                  <c:v>43887</c:v>
                </c:pt>
                <c:pt idx="2504">
                  <c:v>43888</c:v>
                </c:pt>
                <c:pt idx="2505">
                  <c:v>43889</c:v>
                </c:pt>
                <c:pt idx="2506">
                  <c:v>43892</c:v>
                </c:pt>
                <c:pt idx="2507">
                  <c:v>43893</c:v>
                </c:pt>
                <c:pt idx="2508">
                  <c:v>43894</c:v>
                </c:pt>
                <c:pt idx="2509">
                  <c:v>43895</c:v>
                </c:pt>
                <c:pt idx="2510">
                  <c:v>43896</c:v>
                </c:pt>
                <c:pt idx="2511">
                  <c:v>43899</c:v>
                </c:pt>
                <c:pt idx="2512">
                  <c:v>43900</c:v>
                </c:pt>
                <c:pt idx="2513">
                  <c:v>43901</c:v>
                </c:pt>
                <c:pt idx="2514">
                  <c:v>43902</c:v>
                </c:pt>
                <c:pt idx="2515">
                  <c:v>43903</c:v>
                </c:pt>
                <c:pt idx="2516">
                  <c:v>43906</c:v>
                </c:pt>
                <c:pt idx="2517">
                  <c:v>43907</c:v>
                </c:pt>
                <c:pt idx="2518">
                  <c:v>43908</c:v>
                </c:pt>
                <c:pt idx="2519">
                  <c:v>43909</c:v>
                </c:pt>
                <c:pt idx="2520">
                  <c:v>43910</c:v>
                </c:pt>
                <c:pt idx="2521">
                  <c:v>43913</c:v>
                </c:pt>
                <c:pt idx="2522">
                  <c:v>43914</c:v>
                </c:pt>
                <c:pt idx="2523">
                  <c:v>43915</c:v>
                </c:pt>
                <c:pt idx="2524">
                  <c:v>43916</c:v>
                </c:pt>
                <c:pt idx="2525">
                  <c:v>43917</c:v>
                </c:pt>
                <c:pt idx="2526">
                  <c:v>43920</c:v>
                </c:pt>
                <c:pt idx="2527">
                  <c:v>43921</c:v>
                </c:pt>
                <c:pt idx="2528">
                  <c:v>43922</c:v>
                </c:pt>
                <c:pt idx="2529">
                  <c:v>43923</c:v>
                </c:pt>
                <c:pt idx="2530">
                  <c:v>43924</c:v>
                </c:pt>
                <c:pt idx="2531">
                  <c:v>43927</c:v>
                </c:pt>
                <c:pt idx="2532">
                  <c:v>43928</c:v>
                </c:pt>
                <c:pt idx="2533">
                  <c:v>43929</c:v>
                </c:pt>
                <c:pt idx="2534">
                  <c:v>43930</c:v>
                </c:pt>
                <c:pt idx="2535">
                  <c:v>43931</c:v>
                </c:pt>
                <c:pt idx="2536">
                  <c:v>43934</c:v>
                </c:pt>
              </c:numCache>
            </c:numRef>
          </c:cat>
          <c:val>
            <c:numRef>
              <c:f>Sheet4!$AM$15:$AM$2551</c:f>
              <c:numCache>
                <c:formatCode>_(* #,##0_);_(* \(#,##0\);_(* "-"_);_(@_)</c:formatCode>
                <c:ptCount val="2537"/>
                <c:pt idx="0">
                  <c:v>7.3044579127539997</c:v>
                </c:pt>
                <c:pt idx="1">
                  <c:v>-2.9029055499039997</c:v>
                </c:pt>
                <c:pt idx="2">
                  <c:v>8.1533102682959999</c:v>
                </c:pt>
                <c:pt idx="3">
                  <c:v>-15.0889828188</c:v>
                </c:pt>
                <c:pt idx="4">
                  <c:v>6.1108551023779993</c:v>
                </c:pt>
                <c:pt idx="5">
                  <c:v>-1.9025795625119999</c:v>
                </c:pt>
                <c:pt idx="6">
                  <c:v>3.6087910950959996</c:v>
                </c:pt>
                <c:pt idx="7">
                  <c:v>-17.683071177203999</c:v>
                </c:pt>
                <c:pt idx="8">
                  <c:v>9.2391153827680004</c:v>
                </c:pt>
                <c:pt idx="9">
                  <c:v>9.1100774166219995</c:v>
                </c:pt>
                <c:pt idx="10">
                  <c:v>5.1724082008559993</c:v>
                </c:pt>
                <c:pt idx="11">
                  <c:v>-1.094173799972</c:v>
                </c:pt>
                <c:pt idx="12">
                  <c:v>3.1416542062320003</c:v>
                </c:pt>
                <c:pt idx="13">
                  <c:v>5.9236309421959996</c:v>
                </c:pt>
                <c:pt idx="14">
                  <c:v>-24.969547388895997</c:v>
                </c:pt>
                <c:pt idx="15">
                  <c:v>-6.4480619527719991</c:v>
                </c:pt>
                <c:pt idx="16">
                  <c:v>-21.008680245099995</c:v>
                </c:pt>
                <c:pt idx="17">
                  <c:v>-9.1263559858919994</c:v>
                </c:pt>
                <c:pt idx="18">
                  <c:v>12.363932254911999</c:v>
                </c:pt>
                <c:pt idx="19">
                  <c:v>-24.793952187316002</c:v>
                </c:pt>
                <c:pt idx="20">
                  <c:v>1.9645226100800002</c:v>
                </c:pt>
                <c:pt idx="21">
                  <c:v>-7.017620701205999</c:v>
                </c:pt>
                <c:pt idx="22">
                  <c:v>12.110924043959999</c:v>
                </c:pt>
                <c:pt idx="23">
                  <c:v>-0.67103575295400009</c:v>
                </c:pt>
                <c:pt idx="24">
                  <c:v>-31.05292492953</c:v>
                </c:pt>
                <c:pt idx="25">
                  <c:v>-8.1337340296199994</c:v>
                </c:pt>
                <c:pt idx="26">
                  <c:v>12.527243828840001</c:v>
                </c:pt>
                <c:pt idx="27">
                  <c:v>-0.28814682876600001</c:v>
                </c:pt>
                <c:pt idx="28">
                  <c:v>17.431048156816001</c:v>
                </c:pt>
                <c:pt idx="29">
                  <c:v>-4.3772177161979995</c:v>
                </c:pt>
                <c:pt idx="30">
                  <c:v>4.6153646840119995</c:v>
                </c:pt>
                <c:pt idx="31">
                  <c:v>16.359079354841999</c:v>
                </c:pt>
                <c:pt idx="32">
                  <c:v>-3.8954572147680002</c:v>
                </c:pt>
                <c:pt idx="33">
                  <c:v>-18.908339051048003</c:v>
                </c:pt>
                <c:pt idx="34">
                  <c:v>44.691740024064003</c:v>
                </c:pt>
                <c:pt idx="35">
                  <c:v>1.6799597501120003</c:v>
                </c:pt>
                <c:pt idx="36">
                  <c:v>-26.030444121527999</c:v>
                </c:pt>
                <c:pt idx="37">
                  <c:v>-34.599523937927998</c:v>
                </c:pt>
                <c:pt idx="38">
                  <c:v>8.3305503279960007</c:v>
                </c:pt>
                <c:pt idx="39">
                  <c:v>31.800385877016005</c:v>
                </c:pt>
                <c:pt idx="40">
                  <c:v>9.4669239830880016</c:v>
                </c:pt>
                <c:pt idx="41">
                  <c:v>-4.5546448931759995</c:v>
                </c:pt>
                <c:pt idx="42">
                  <c:v>22.008755016914002</c:v>
                </c:pt>
                <c:pt idx="43">
                  <c:v>35.825035193448002</c:v>
                </c:pt>
                <c:pt idx="44">
                  <c:v>0.85576595647200004</c:v>
                </c:pt>
                <c:pt idx="45">
                  <c:v>0</c:v>
                </c:pt>
                <c:pt idx="46">
                  <c:v>-10.561396123208</c:v>
                </c:pt>
                <c:pt idx="47">
                  <c:v>5.2598594141640005</c:v>
                </c:pt>
                <c:pt idx="48">
                  <c:v>-16.736284669391999</c:v>
                </c:pt>
                <c:pt idx="49">
                  <c:v>-2.0954115253499999</c:v>
                </c:pt>
                <c:pt idx="50">
                  <c:v>44.648940188735992</c:v>
                </c:pt>
                <c:pt idx="51">
                  <c:v>-10.971133378259999</c:v>
                </c:pt>
                <c:pt idx="52">
                  <c:v>13.124548608266</c:v>
                </c:pt>
                <c:pt idx="53">
                  <c:v>-17.420335446281999</c:v>
                </c:pt>
                <c:pt idx="54">
                  <c:v>14.105609950896</c:v>
                </c:pt>
                <c:pt idx="55">
                  <c:v>0</c:v>
                </c:pt>
                <c:pt idx="56">
                  <c:v>9.3756056730300017</c:v>
                </c:pt>
                <c:pt idx="57">
                  <c:v>11.046486868302001</c:v>
                </c:pt>
                <c:pt idx="58">
                  <c:v>-7.8320789508399997</c:v>
                </c:pt>
                <c:pt idx="59">
                  <c:v>11.06187806424</c:v>
                </c:pt>
                <c:pt idx="60">
                  <c:v>-10.98355569392</c:v>
                </c:pt>
                <c:pt idx="61">
                  <c:v>47.453017825664006</c:v>
                </c:pt>
                <c:pt idx="62">
                  <c:v>14.793365710008</c:v>
                </c:pt>
                <c:pt idx="63">
                  <c:v>9.961779802869998</c:v>
                </c:pt>
                <c:pt idx="64">
                  <c:v>0.28928448442799998</c:v>
                </c:pt>
                <c:pt idx="65">
                  <c:v>-2.6043843565080005</c:v>
                </c:pt>
                <c:pt idx="66">
                  <c:v>12.150740599116</c:v>
                </c:pt>
                <c:pt idx="67">
                  <c:v>-22.752392030976004</c:v>
                </c:pt>
                <c:pt idx="68">
                  <c:v>-34.930520519496</c:v>
                </c:pt>
                <c:pt idx="69">
                  <c:v>1.450039122328</c:v>
                </c:pt>
                <c:pt idx="70">
                  <c:v>55.674392563614006</c:v>
                </c:pt>
                <c:pt idx="71">
                  <c:v>17.942279577503999</c:v>
                </c:pt>
                <c:pt idx="72">
                  <c:v>-24.476197056090001</c:v>
                </c:pt>
                <c:pt idx="73">
                  <c:v>-66.411402241613999</c:v>
                </c:pt>
                <c:pt idx="74">
                  <c:v>25.108618352796</c:v>
                </c:pt>
                <c:pt idx="75">
                  <c:v>69.639076899391995</c:v>
                </c:pt>
                <c:pt idx="76">
                  <c:v>-23.007951993955999</c:v>
                </c:pt>
                <c:pt idx="77">
                  <c:v>-7.2853872996959996</c:v>
                </c:pt>
                <c:pt idx="78">
                  <c:v>40.658069385199994</c:v>
                </c:pt>
                <c:pt idx="79">
                  <c:v>-6.5745181551680005</c:v>
                </c:pt>
                <c:pt idx="80">
                  <c:v>-40.410544217800002</c:v>
                </c:pt>
                <c:pt idx="81">
                  <c:v>-15.287757524064</c:v>
                </c:pt>
                <c:pt idx="82">
                  <c:v>33.434930852424003</c:v>
                </c:pt>
                <c:pt idx="83">
                  <c:v>-50.530927283750003</c:v>
                </c:pt>
                <c:pt idx="84">
                  <c:v>-5.9115206398200009</c:v>
                </c:pt>
                <c:pt idx="85">
                  <c:v>-80.539228585608015</c:v>
                </c:pt>
                <c:pt idx="86">
                  <c:v>-91.518704674056011</c:v>
                </c:pt>
                <c:pt idx="87">
                  <c:v>74.524922759268009</c:v>
                </c:pt>
                <c:pt idx="88">
                  <c:v>-27.632815096824</c:v>
                </c:pt>
                <c:pt idx="89">
                  <c:v>-16.053803170158002</c:v>
                </c:pt>
                <c:pt idx="90">
                  <c:v>77.779756775609997</c:v>
                </c:pt>
                <c:pt idx="91">
                  <c:v>5.5891809995320001</c:v>
                </c:pt>
                <c:pt idx="92">
                  <c:v>-109.69551344346</c:v>
                </c:pt>
                <c:pt idx="93">
                  <c:v>-18.758566040456003</c:v>
                </c:pt>
                <c:pt idx="94">
                  <c:v>-37.296415972584001</c:v>
                </c:pt>
                <c:pt idx="95">
                  <c:v>-70.243133877624004</c:v>
                </c:pt>
                <c:pt idx="96">
                  <c:v>29.932907552193996</c:v>
                </c:pt>
                <c:pt idx="97">
                  <c:v>-108.939902936186</c:v>
                </c:pt>
                <c:pt idx="98">
                  <c:v>37.43321592129</c:v>
                </c:pt>
                <c:pt idx="99">
                  <c:v>70.371729272690004</c:v>
                </c:pt>
                <c:pt idx="100">
                  <c:v>49.70929025448001</c:v>
                </c:pt>
                <c:pt idx="101">
                  <c:v>50.980026164571996</c:v>
                </c:pt>
                <c:pt idx="102">
                  <c:v>-28.819319314683998</c:v>
                </c:pt>
                <c:pt idx="103">
                  <c:v>100.803757562832</c:v>
                </c:pt>
                <c:pt idx="104">
                  <c:v>9.9289660935359993</c:v>
                </c:pt>
                <c:pt idx="105">
                  <c:v>-76.5872202364</c:v>
                </c:pt>
                <c:pt idx="106">
                  <c:v>36.782779545229999</c:v>
                </c:pt>
                <c:pt idx="107">
                  <c:v>-18.351410079979999</c:v>
                </c:pt>
                <c:pt idx="108">
                  <c:v>10.465163605776002</c:v>
                </c:pt>
                <c:pt idx="109">
                  <c:v>79.166437797924004</c:v>
                </c:pt>
                <c:pt idx="110">
                  <c:v>50.177149375563999</c:v>
                </c:pt>
                <c:pt idx="111">
                  <c:v>-1.9546370971760003</c:v>
                </c:pt>
                <c:pt idx="112">
                  <c:v>43.422174969660006</c:v>
                </c:pt>
                <c:pt idx="113">
                  <c:v>2.4117875091699998</c:v>
                </c:pt>
                <c:pt idx="114">
                  <c:v>6.8589842906480012</c:v>
                </c:pt>
                <c:pt idx="115">
                  <c:v>86.567083106700011</c:v>
                </c:pt>
                <c:pt idx="116">
                  <c:v>-26.621203434120002</c:v>
                </c:pt>
                <c:pt idx="117">
                  <c:v>-17.980406381468001</c:v>
                </c:pt>
                <c:pt idx="118">
                  <c:v>38.979850931007995</c:v>
                </c:pt>
                <c:pt idx="119">
                  <c:v>-36.690201765599994</c:v>
                </c:pt>
                <c:pt idx="120">
                  <c:v>-1.8267320628000001</c:v>
                </c:pt>
                <c:pt idx="121">
                  <c:v>-60.591405744772004</c:v>
                </c:pt>
                <c:pt idx="122">
                  <c:v>-34.465908361327998</c:v>
                </c:pt>
                <c:pt idx="123">
                  <c:v>-46.513352879199999</c:v>
                </c:pt>
                <c:pt idx="124">
                  <c:v>-34.049199050400006</c:v>
                </c:pt>
                <c:pt idx="125">
                  <c:v>9.5521098147299988</c:v>
                </c:pt>
                <c:pt idx="126">
                  <c:v>34.765483209647996</c:v>
                </c:pt>
                <c:pt idx="127">
                  <c:v>-34.962221037223998</c:v>
                </c:pt>
                <c:pt idx="128">
                  <c:v>71.413549949789996</c:v>
                </c:pt>
                <c:pt idx="129">
                  <c:v>77.289450041907998</c:v>
                </c:pt>
                <c:pt idx="130">
                  <c:v>28.634260560695999</c:v>
                </c:pt>
                <c:pt idx="131">
                  <c:v>5.31352659588</c:v>
                </c:pt>
                <c:pt idx="132">
                  <c:v>61.674307355771994</c:v>
                </c:pt>
                <c:pt idx="133">
                  <c:v>-17.287935103864001</c:v>
                </c:pt>
                <c:pt idx="134">
                  <c:v>-41.432589964080009</c:v>
                </c:pt>
                <c:pt idx="135">
                  <c:v>-20.842534836630001</c:v>
                </c:pt>
                <c:pt idx="136">
                  <c:v>10.909938687543999</c:v>
                </c:pt>
                <c:pt idx="137">
                  <c:v>43.415690887080004</c:v>
                </c:pt>
                <c:pt idx="138">
                  <c:v>-34.059591668879996</c:v>
                </c:pt>
                <c:pt idx="139">
                  <c:v>68.199194167109994</c:v>
                </c:pt>
                <c:pt idx="140">
                  <c:v>28.339721316360002</c:v>
                </c:pt>
                <c:pt idx="141">
                  <c:v>1.4118329113739998</c:v>
                </c:pt>
                <c:pt idx="142">
                  <c:v>12.881053454652001</c:v>
                </c:pt>
                <c:pt idx="143">
                  <c:v>-8.165330480594001</c:v>
                </c:pt>
                <c:pt idx="144">
                  <c:v>-40.125243445161999</c:v>
                </c:pt>
                <c:pt idx="145">
                  <c:v>63.422529952340007</c:v>
                </c:pt>
                <c:pt idx="146">
                  <c:v>24.446022855600003</c:v>
                </c:pt>
                <c:pt idx="147">
                  <c:v>-4.9280855587800003</c:v>
                </c:pt>
                <c:pt idx="148">
                  <c:v>-16.048551776768001</c:v>
                </c:pt>
                <c:pt idx="149">
                  <c:v>-1.0122139754999999</c:v>
                </c:pt>
                <c:pt idx="150">
                  <c:v>17.553536592272</c:v>
                </c:pt>
                <c:pt idx="151">
                  <c:v>-24.348942725647994</c:v>
                </c:pt>
                <c:pt idx="152">
                  <c:v>-67.806098543567998</c:v>
                </c:pt>
                <c:pt idx="153">
                  <c:v>-109.30070014937999</c:v>
                </c:pt>
                <c:pt idx="154">
                  <c:v>68.957213021711993</c:v>
                </c:pt>
                <c:pt idx="155">
                  <c:v>-11.335533765600001</c:v>
                </c:pt>
                <c:pt idx="156">
                  <c:v>33.133429599488004</c:v>
                </c:pt>
                <c:pt idx="157">
                  <c:v>21.448957449567995</c:v>
                </c:pt>
                <c:pt idx="158">
                  <c:v>69.164602055120014</c:v>
                </c:pt>
                <c:pt idx="159">
                  <c:v>-16.624308325252002</c:v>
                </c:pt>
                <c:pt idx="160">
                  <c:v>-22.498425669551999</c:v>
                </c:pt>
                <c:pt idx="161">
                  <c:v>-18.110879058524002</c:v>
                </c:pt>
                <c:pt idx="162">
                  <c:v>-79.17579897569999</c:v>
                </c:pt>
                <c:pt idx="163">
                  <c:v>-14.347000081314</c:v>
                </c:pt>
                <c:pt idx="164">
                  <c:v>3.2524772139599998</c:v>
                </c:pt>
                <c:pt idx="165">
                  <c:v>100.73344933979601</c:v>
                </c:pt>
                <c:pt idx="166">
                  <c:v>-68.374833844085998</c:v>
                </c:pt>
                <c:pt idx="167">
                  <c:v>63.345361501979994</c:v>
                </c:pt>
                <c:pt idx="168">
                  <c:v>30.105186175584002</c:v>
                </c:pt>
                <c:pt idx="169">
                  <c:v>8.9639452223040017</c:v>
                </c:pt>
                <c:pt idx="170">
                  <c:v>42.401301346349996</c:v>
                </c:pt>
                <c:pt idx="171">
                  <c:v>-7.9120169995720016</c:v>
                </c:pt>
                <c:pt idx="172">
                  <c:v>-36.895716569400008</c:v>
                </c:pt>
                <c:pt idx="173">
                  <c:v>14.903064521487998</c:v>
                </c:pt>
                <c:pt idx="174">
                  <c:v>61.367590794431997</c:v>
                </c:pt>
                <c:pt idx="175">
                  <c:v>59.988608052023999</c:v>
                </c:pt>
                <c:pt idx="176">
                  <c:v>-8.8405519730699993</c:v>
                </c:pt>
                <c:pt idx="177">
                  <c:v>28.336943752656001</c:v>
                </c:pt>
                <c:pt idx="178">
                  <c:v>-41.611611544949994</c:v>
                </c:pt>
                <c:pt idx="179">
                  <c:v>53.474873550143982</c:v>
                </c:pt>
                <c:pt idx="180">
                  <c:v>15.051635821422</c:v>
                </c:pt>
                <c:pt idx="181">
                  <c:v>35.220778552512002</c:v>
                </c:pt>
                <c:pt idx="182">
                  <c:v>37.081110958848001</c:v>
                </c:pt>
                <c:pt idx="183">
                  <c:v>-18.518050663002001</c:v>
                </c:pt>
                <c:pt idx="184">
                  <c:v>39.069988734559999</c:v>
                </c:pt>
                <c:pt idx="185">
                  <c:v>15.489634679624004</c:v>
                </c:pt>
                <c:pt idx="186">
                  <c:v>12.271644861696</c:v>
                </c:pt>
                <c:pt idx="187">
                  <c:v>11.719189334201999</c:v>
                </c:pt>
                <c:pt idx="188">
                  <c:v>5.1330881651219995</c:v>
                </c:pt>
                <c:pt idx="189">
                  <c:v>80.809931693703987</c:v>
                </c:pt>
                <c:pt idx="190">
                  <c:v>-10.829493158546001</c:v>
                </c:pt>
                <c:pt idx="191">
                  <c:v>-16.701687897859998</c:v>
                </c:pt>
                <c:pt idx="192">
                  <c:v>-25.249133855575998</c:v>
                </c:pt>
                <c:pt idx="193">
                  <c:v>-75.561925194756</c:v>
                </c:pt>
                <c:pt idx="194">
                  <c:v>15.623305697219998</c:v>
                </c:pt>
                <c:pt idx="195">
                  <c:v>82.493555894835993</c:v>
                </c:pt>
                <c:pt idx="196">
                  <c:v>8.0535222461979998</c:v>
                </c:pt>
                <c:pt idx="197">
                  <c:v>-96.855370004093999</c:v>
                </c:pt>
                <c:pt idx="198">
                  <c:v>-62.940319304095993</c:v>
                </c:pt>
                <c:pt idx="199">
                  <c:v>42.966866580960001</c:v>
                </c:pt>
                <c:pt idx="200">
                  <c:v>19.148741445077999</c:v>
                </c:pt>
                <c:pt idx="201">
                  <c:v>84.41331439807999</c:v>
                </c:pt>
                <c:pt idx="202">
                  <c:v>58.955833237823988</c:v>
                </c:pt>
                <c:pt idx="203">
                  <c:v>5.5959744729779999</c:v>
                </c:pt>
                <c:pt idx="204">
                  <c:v>-43.634847682227999</c:v>
                </c:pt>
                <c:pt idx="205">
                  <c:v>-4.9136677150560004</c:v>
                </c:pt>
                <c:pt idx="206">
                  <c:v>-84.952859775339988</c:v>
                </c:pt>
                <c:pt idx="207">
                  <c:v>110.73813601177599</c:v>
                </c:pt>
                <c:pt idx="208">
                  <c:v>12.971618477243998</c:v>
                </c:pt>
                <c:pt idx="209">
                  <c:v>51.583180674993997</c:v>
                </c:pt>
                <c:pt idx="210">
                  <c:v>28.048881917520006</c:v>
                </c:pt>
                <c:pt idx="211">
                  <c:v>2.4186865097600001</c:v>
                </c:pt>
                <c:pt idx="212">
                  <c:v>12.181276218560001</c:v>
                </c:pt>
                <c:pt idx="213">
                  <c:v>8.5071913654000006</c:v>
                </c:pt>
                <c:pt idx="214">
                  <c:v>74.083793688233996</c:v>
                </c:pt>
                <c:pt idx="215">
                  <c:v>-180.36620290236601</c:v>
                </c:pt>
                <c:pt idx="216">
                  <c:v>20.320615241780004</c:v>
                </c:pt>
                <c:pt idx="217">
                  <c:v>21.232354039539999</c:v>
                </c:pt>
                <c:pt idx="218">
                  <c:v>-34.128361256990004</c:v>
                </c:pt>
                <c:pt idx="219">
                  <c:v>-13.751731750460001</c:v>
                </c:pt>
                <c:pt idx="220">
                  <c:v>99.237845641584016</c:v>
                </c:pt>
                <c:pt idx="221">
                  <c:v>48.341005136850001</c:v>
                </c:pt>
                <c:pt idx="222">
                  <c:v>24.560950412236004</c:v>
                </c:pt>
                <c:pt idx="223">
                  <c:v>-47.479655707332</c:v>
                </c:pt>
                <c:pt idx="224">
                  <c:v>6.3434377383000005</c:v>
                </c:pt>
                <c:pt idx="225">
                  <c:v>1.9124774562479998</c:v>
                </c:pt>
                <c:pt idx="226">
                  <c:v>-79.061231709199987</c:v>
                </c:pt>
                <c:pt idx="227">
                  <c:v>-10.010798604320001</c:v>
                </c:pt>
                <c:pt idx="228">
                  <c:v>18.297704875427996</c:v>
                </c:pt>
                <c:pt idx="229">
                  <c:v>80.678453546757993</c:v>
                </c:pt>
                <c:pt idx="230">
                  <c:v>81.433841232830005</c:v>
                </c:pt>
                <c:pt idx="231">
                  <c:v>41.097147286400002</c:v>
                </c:pt>
                <c:pt idx="232">
                  <c:v>-8.0968616297140006</c:v>
                </c:pt>
                <c:pt idx="233">
                  <c:v>30.935667579852002</c:v>
                </c:pt>
                <c:pt idx="234">
                  <c:v>-25.345790602421999</c:v>
                </c:pt>
                <c:pt idx="235">
                  <c:v>111.733335107592</c:v>
                </c:pt>
                <c:pt idx="236">
                  <c:v>-13.149087885780002</c:v>
                </c:pt>
                <c:pt idx="237">
                  <c:v>36.007594510679994</c:v>
                </c:pt>
                <c:pt idx="238">
                  <c:v>41.296352399615998</c:v>
                </c:pt>
                <c:pt idx="239">
                  <c:v>18.620752890231998</c:v>
                </c:pt>
                <c:pt idx="240">
                  <c:v>-23.588224884197999</c:v>
                </c:pt>
                <c:pt idx="241">
                  <c:v>63.850569213808001</c:v>
                </c:pt>
                <c:pt idx="242">
                  <c:v>-5.5262789541539998</c:v>
                </c:pt>
                <c:pt idx="243">
                  <c:v>43.268814987968</c:v>
                </c:pt>
                <c:pt idx="244">
                  <c:v>6.9118246948300008</c:v>
                </c:pt>
                <c:pt idx="245">
                  <c:v>0.62786120925600009</c:v>
                </c:pt>
                <c:pt idx="246">
                  <c:v>-26.495760810876</c:v>
                </c:pt>
                <c:pt idx="247">
                  <c:v>-27.606431328699998</c:v>
                </c:pt>
                <c:pt idx="248">
                  <c:v>40.648887319319996</c:v>
                </c:pt>
                <c:pt idx="249">
                  <c:v>33.678706606064004</c:v>
                </c:pt>
                <c:pt idx="250">
                  <c:v>18.134688172496006</c:v>
                </c:pt>
                <c:pt idx="251">
                  <c:v>65.487753371238</c:v>
                </c:pt>
                <c:pt idx="252">
                  <c:v>48.842487168912001</c:v>
                </c:pt>
                <c:pt idx="253">
                  <c:v>-11.174123222656002</c:v>
                </c:pt>
                <c:pt idx="254">
                  <c:v>-16.173785310126</c:v>
                </c:pt>
                <c:pt idx="255">
                  <c:v>22.788244357568004</c:v>
                </c:pt>
                <c:pt idx="256">
                  <c:v>-42.930160135199998</c:v>
                </c:pt>
                <c:pt idx="257">
                  <c:v>30.196372794957998</c:v>
                </c:pt>
                <c:pt idx="258">
                  <c:v>29.050748071799998</c:v>
                </c:pt>
                <c:pt idx="259">
                  <c:v>-18.232316985120001</c:v>
                </c:pt>
                <c:pt idx="260">
                  <c:v>72.252410340095992</c:v>
                </c:pt>
                <c:pt idx="261">
                  <c:v>-30.383900138080001</c:v>
                </c:pt>
                <c:pt idx="262">
                  <c:v>-12.277493644415999</c:v>
                </c:pt>
                <c:pt idx="263">
                  <c:v>73.091743090944007</c:v>
                </c:pt>
                <c:pt idx="264">
                  <c:v>-41.506513712712007</c:v>
                </c:pt>
                <c:pt idx="265">
                  <c:v>-137.47784771008202</c:v>
                </c:pt>
                <c:pt idx="266">
                  <c:v>50.430043565666004</c:v>
                </c:pt>
                <c:pt idx="267">
                  <c:v>19.765421429500002</c:v>
                </c:pt>
                <c:pt idx="268">
                  <c:v>107.61733791204</c:v>
                </c:pt>
                <c:pt idx="269">
                  <c:v>11.469994459784001</c:v>
                </c:pt>
                <c:pt idx="270">
                  <c:v>-21.794063478912001</c:v>
                </c:pt>
                <c:pt idx="271">
                  <c:v>-153.37042576885</c:v>
                </c:pt>
                <c:pt idx="272">
                  <c:v>9.6430282873919992</c:v>
                </c:pt>
                <c:pt idx="273">
                  <c:v>43.035222168396004</c:v>
                </c:pt>
                <c:pt idx="274">
                  <c:v>-51.397949284037999</c:v>
                </c:pt>
                <c:pt idx="275">
                  <c:v>-95.480621962012009</c:v>
                </c:pt>
                <c:pt idx="276">
                  <c:v>-161.52212302026999</c:v>
                </c:pt>
                <c:pt idx="277">
                  <c:v>-128.97035625290002</c:v>
                </c:pt>
                <c:pt idx="278">
                  <c:v>188.85559444675201</c:v>
                </c:pt>
                <c:pt idx="279">
                  <c:v>-21.01128150389</c:v>
                </c:pt>
                <c:pt idx="280">
                  <c:v>-97.646398957810007</c:v>
                </c:pt>
                <c:pt idx="281">
                  <c:v>-45.709869162360008</c:v>
                </c:pt>
                <c:pt idx="282">
                  <c:v>159.29050271189999</c:v>
                </c:pt>
                <c:pt idx="283">
                  <c:v>-45.091949066233994</c:v>
                </c:pt>
                <c:pt idx="284">
                  <c:v>-156.51064758984199</c:v>
                </c:pt>
                <c:pt idx="285">
                  <c:v>-33.226923733779998</c:v>
                </c:pt>
                <c:pt idx="286">
                  <c:v>-57.519788527049997</c:v>
                </c:pt>
                <c:pt idx="287">
                  <c:v>60.756053473948</c:v>
                </c:pt>
                <c:pt idx="288">
                  <c:v>-112.03804304376601</c:v>
                </c:pt>
                <c:pt idx="289">
                  <c:v>-54.231916490400003</c:v>
                </c:pt>
                <c:pt idx="290">
                  <c:v>219.976451318274</c:v>
                </c:pt>
                <c:pt idx="291">
                  <c:v>202.85986665566</c:v>
                </c:pt>
                <c:pt idx="292">
                  <c:v>-154.29203989289999</c:v>
                </c:pt>
                <c:pt idx="293">
                  <c:v>72.767387246544004</c:v>
                </c:pt>
                <c:pt idx="294">
                  <c:v>18.54722418858</c:v>
                </c:pt>
                <c:pt idx="295">
                  <c:v>-120.56715373114397</c:v>
                </c:pt>
                <c:pt idx="296">
                  <c:v>-139.68149064336001</c:v>
                </c:pt>
                <c:pt idx="297">
                  <c:v>155.97625868610001</c:v>
                </c:pt>
                <c:pt idx="298">
                  <c:v>-261.82372123722001</c:v>
                </c:pt>
                <c:pt idx="299">
                  <c:v>224.04559544387996</c:v>
                </c:pt>
                <c:pt idx="300">
                  <c:v>16.567342412656004</c:v>
                </c:pt>
                <c:pt idx="301">
                  <c:v>117.849941786</c:v>
                </c:pt>
                <c:pt idx="302">
                  <c:v>113.34626386746999</c:v>
                </c:pt>
                <c:pt idx="303">
                  <c:v>52.078172795616013</c:v>
                </c:pt>
                <c:pt idx="304">
                  <c:v>-16.325112954612003</c:v>
                </c:pt>
                <c:pt idx="305">
                  <c:v>141.099462650058</c:v>
                </c:pt>
                <c:pt idx="306">
                  <c:v>116.547800438796</c:v>
                </c:pt>
                <c:pt idx="307">
                  <c:v>19.107248580246001</c:v>
                </c:pt>
                <c:pt idx="308">
                  <c:v>85.823991924748</c:v>
                </c:pt>
                <c:pt idx="309">
                  <c:v>115.675528573012</c:v>
                </c:pt>
                <c:pt idx="310">
                  <c:v>72.399350232263998</c:v>
                </c:pt>
                <c:pt idx="311">
                  <c:v>72.556400785535999</c:v>
                </c:pt>
                <c:pt idx="312">
                  <c:v>-27.756263070484</c:v>
                </c:pt>
                <c:pt idx="313">
                  <c:v>79.003282624271989</c:v>
                </c:pt>
                <c:pt idx="314">
                  <c:v>-26.381895925823997</c:v>
                </c:pt>
                <c:pt idx="315">
                  <c:v>-34.603263372031996</c:v>
                </c:pt>
                <c:pt idx="316">
                  <c:v>22.862190613332</c:v>
                </c:pt>
                <c:pt idx="317">
                  <c:v>-21.887285260559999</c:v>
                </c:pt>
                <c:pt idx="318">
                  <c:v>-167.09854935794002</c:v>
                </c:pt>
                <c:pt idx="319">
                  <c:v>182.56049550585001</c:v>
                </c:pt>
                <c:pt idx="320">
                  <c:v>98.627203755872017</c:v>
                </c:pt>
                <c:pt idx="321">
                  <c:v>-13.730605322375999</c:v>
                </c:pt>
                <c:pt idx="322">
                  <c:v>-26.237207225243999</c:v>
                </c:pt>
                <c:pt idx="323">
                  <c:v>-69.276705756973996</c:v>
                </c:pt>
                <c:pt idx="324">
                  <c:v>282.56951838704197</c:v>
                </c:pt>
                <c:pt idx="325">
                  <c:v>163.64076676756798</c:v>
                </c:pt>
                <c:pt idx="326">
                  <c:v>-12.852321249658001</c:v>
                </c:pt>
                <c:pt idx="327">
                  <c:v>74.762099210496004</c:v>
                </c:pt>
                <c:pt idx="328">
                  <c:v>-52.401974937750012</c:v>
                </c:pt>
                <c:pt idx="329">
                  <c:v>27.808187838047999</c:v>
                </c:pt>
                <c:pt idx="330">
                  <c:v>2.3211503239080002</c:v>
                </c:pt>
                <c:pt idx="331">
                  <c:v>-70.537343393880008</c:v>
                </c:pt>
                <c:pt idx="332">
                  <c:v>202.10482536602402</c:v>
                </c:pt>
                <c:pt idx="333">
                  <c:v>-146.70544228825</c:v>
                </c:pt>
                <c:pt idx="334">
                  <c:v>-127.736812646788</c:v>
                </c:pt>
                <c:pt idx="335">
                  <c:v>-198.64639670806</c:v>
                </c:pt>
                <c:pt idx="336">
                  <c:v>-46.059181182464002</c:v>
                </c:pt>
                <c:pt idx="337">
                  <c:v>166.15522373307201</c:v>
                </c:pt>
                <c:pt idx="338">
                  <c:v>-272.81859624339</c:v>
                </c:pt>
                <c:pt idx="339">
                  <c:v>-18.452820383669998</c:v>
                </c:pt>
                <c:pt idx="340">
                  <c:v>-106.35818574903</c:v>
                </c:pt>
                <c:pt idx="341">
                  <c:v>-3.8605600766819994</c:v>
                </c:pt>
                <c:pt idx="342">
                  <c:v>221.63674005953601</c:v>
                </c:pt>
                <c:pt idx="343">
                  <c:v>-246.39579699748799</c:v>
                </c:pt>
                <c:pt idx="344">
                  <c:v>101.80428178274201</c:v>
                </c:pt>
                <c:pt idx="345">
                  <c:v>-351.63438998710404</c:v>
                </c:pt>
                <c:pt idx="346">
                  <c:v>29.151072827184002</c:v>
                </c:pt>
                <c:pt idx="347">
                  <c:v>-158.90339600383197</c:v>
                </c:pt>
                <c:pt idx="348">
                  <c:v>410.42776998441394</c:v>
                </c:pt>
                <c:pt idx="349">
                  <c:v>53.882282647282004</c:v>
                </c:pt>
                <c:pt idx="350">
                  <c:v>-53.551938225489998</c:v>
                </c:pt>
                <c:pt idx="351">
                  <c:v>349.19483342539604</c:v>
                </c:pt>
                <c:pt idx="352">
                  <c:v>0</c:v>
                </c:pt>
                <c:pt idx="353">
                  <c:v>-205.41768061794599</c:v>
                </c:pt>
                <c:pt idx="354">
                  <c:v>4.3806918072359995</c:v>
                </c:pt>
                <c:pt idx="355">
                  <c:v>-99.715639066799994</c:v>
                </c:pt>
                <c:pt idx="356">
                  <c:v>-133.83981977165803</c:v>
                </c:pt>
                <c:pt idx="357">
                  <c:v>-108.24873683658801</c:v>
                </c:pt>
                <c:pt idx="358">
                  <c:v>-185.67003852700003</c:v>
                </c:pt>
                <c:pt idx="359">
                  <c:v>42.668328611608004</c:v>
                </c:pt>
                <c:pt idx="360">
                  <c:v>232.02951104851201</c:v>
                </c:pt>
                <c:pt idx="361">
                  <c:v>51.391772504549998</c:v>
                </c:pt>
                <c:pt idx="362">
                  <c:v>-332.83528941534399</c:v>
                </c:pt>
                <c:pt idx="363">
                  <c:v>-158.75726738058</c:v>
                </c:pt>
                <c:pt idx="364">
                  <c:v>-112.88756691635999</c:v>
                </c:pt>
                <c:pt idx="365">
                  <c:v>284.33495637687002</c:v>
                </c:pt>
                <c:pt idx="366">
                  <c:v>139.69528694875601</c:v>
                </c:pt>
                <c:pt idx="367">
                  <c:v>-91.971495692640019</c:v>
                </c:pt>
                <c:pt idx="368">
                  <c:v>338.24581488923008</c:v>
                </c:pt>
                <c:pt idx="369">
                  <c:v>-189.21381925404003</c:v>
                </c:pt>
                <c:pt idx="370">
                  <c:v>-66.744190933752009</c:v>
                </c:pt>
                <c:pt idx="371">
                  <c:v>278.04381418157999</c:v>
                </c:pt>
                <c:pt idx="372">
                  <c:v>36.152362727000003</c:v>
                </c:pt>
                <c:pt idx="373">
                  <c:v>235.195175776676</c:v>
                </c:pt>
                <c:pt idx="374">
                  <c:v>188.62681586403198</c:v>
                </c:pt>
                <c:pt idx="375">
                  <c:v>138.66144327765599</c:v>
                </c:pt>
                <c:pt idx="376">
                  <c:v>76.185453764112012</c:v>
                </c:pt>
                <c:pt idx="377">
                  <c:v>56.33879607160199</c:v>
                </c:pt>
                <c:pt idx="378">
                  <c:v>-1.6932080874120001</c:v>
                </c:pt>
                <c:pt idx="379">
                  <c:v>-209.500382340144</c:v>
                </c:pt>
                <c:pt idx="380">
                  <c:v>-374.42657375553597</c:v>
                </c:pt>
                <c:pt idx="381">
                  <c:v>144.13948337571202</c:v>
                </c:pt>
                <c:pt idx="382">
                  <c:v>-17.372744294600004</c:v>
                </c:pt>
                <c:pt idx="383">
                  <c:v>99.294497508416015</c:v>
                </c:pt>
                <c:pt idx="384">
                  <c:v>-189.92377876907202</c:v>
                </c:pt>
                <c:pt idx="385">
                  <c:v>-9.2607247251999993</c:v>
                </c:pt>
                <c:pt idx="386">
                  <c:v>266.528473746744</c:v>
                </c:pt>
                <c:pt idx="387">
                  <c:v>-82.711499599844004</c:v>
                </c:pt>
                <c:pt idx="388">
                  <c:v>231.09605334906195</c:v>
                </c:pt>
                <c:pt idx="389">
                  <c:v>-198.88749109777598</c:v>
                </c:pt>
                <c:pt idx="390">
                  <c:v>164.74510989426997</c:v>
                </c:pt>
                <c:pt idx="391">
                  <c:v>44.973542732173996</c:v>
                </c:pt>
                <c:pt idx="392">
                  <c:v>-180.32490441668398</c:v>
                </c:pt>
                <c:pt idx="393">
                  <c:v>-198.10679444010003</c:v>
                </c:pt>
                <c:pt idx="394">
                  <c:v>361.12661890477199</c:v>
                </c:pt>
                <c:pt idx="395">
                  <c:v>-448.96419844743605</c:v>
                </c:pt>
                <c:pt idx="396">
                  <c:v>-474.12066957143998</c:v>
                </c:pt>
                <c:pt idx="397">
                  <c:v>-433.25086853131199</c:v>
                </c:pt>
                <c:pt idx="398">
                  <c:v>-712.67907862060201</c:v>
                </c:pt>
                <c:pt idx="399">
                  <c:v>-722.76351338400002</c:v>
                </c:pt>
                <c:pt idx="400">
                  <c:v>-693.11919732150409</c:v>
                </c:pt>
                <c:pt idx="401">
                  <c:v>-24.161810897495997</c:v>
                </c:pt>
                <c:pt idx="402">
                  <c:v>92.314887049866016</c:v>
                </c:pt>
                <c:pt idx="403">
                  <c:v>-379.932779826922</c:v>
                </c:pt>
                <c:pt idx="404">
                  <c:v>1278.1660085161359</c:v>
                </c:pt>
                <c:pt idx="405">
                  <c:v>126.03572632739998</c:v>
                </c:pt>
                <c:pt idx="406">
                  <c:v>-494.44618668354002</c:v>
                </c:pt>
                <c:pt idx="407">
                  <c:v>-1362.7778885399218</c:v>
                </c:pt>
                <c:pt idx="408">
                  <c:v>-370.29664007972798</c:v>
                </c:pt>
                <c:pt idx="409">
                  <c:v>1017.0215381137579</c:v>
                </c:pt>
                <c:pt idx="410">
                  <c:v>-328.34749526554799</c:v>
                </c:pt>
                <c:pt idx="411">
                  <c:v>209.67688390504799</c:v>
                </c:pt>
                <c:pt idx="412">
                  <c:v>218.10008859643796</c:v>
                </c:pt>
                <c:pt idx="413">
                  <c:v>766.49711769673604</c:v>
                </c:pt>
                <c:pt idx="414">
                  <c:v>207.84716203734999</c:v>
                </c:pt>
                <c:pt idx="415">
                  <c:v>493.98902252010004</c:v>
                </c:pt>
                <c:pt idx="416">
                  <c:v>23.017594048019998</c:v>
                </c:pt>
                <c:pt idx="417">
                  <c:v>-226.14072474484402</c:v>
                </c:pt>
                <c:pt idx="418">
                  <c:v>-1090.0072689422982</c:v>
                </c:pt>
                <c:pt idx="419">
                  <c:v>-227.86858789304398</c:v>
                </c:pt>
                <c:pt idx="420">
                  <c:v>1085.236192821</c:v>
                </c:pt>
                <c:pt idx="421">
                  <c:v>288.94357472280001</c:v>
                </c:pt>
                <c:pt idx="422">
                  <c:v>-624.13959772691408</c:v>
                </c:pt>
                <c:pt idx="423">
                  <c:v>-1023.8275912668438</c:v>
                </c:pt>
                <c:pt idx="424">
                  <c:v>450.38043369347201</c:v>
                </c:pt>
                <c:pt idx="425">
                  <c:v>1233.9643142556602</c:v>
                </c:pt>
                <c:pt idx="426">
                  <c:v>-294.93938470920801</c:v>
                </c:pt>
                <c:pt idx="427">
                  <c:v>299.57375707405998</c:v>
                </c:pt>
                <c:pt idx="428">
                  <c:v>270.97537996532003</c:v>
                </c:pt>
                <c:pt idx="429">
                  <c:v>-1007.7954539303259</c:v>
                </c:pt>
                <c:pt idx="430">
                  <c:v>-1772.4551198278259</c:v>
                </c:pt>
                <c:pt idx="431">
                  <c:v>-616.32279026941001</c:v>
                </c:pt>
                <c:pt idx="432">
                  <c:v>1814.7726175491657</c:v>
                </c:pt>
                <c:pt idx="433">
                  <c:v>-230.66122181167003</c:v>
                </c:pt>
                <c:pt idx="434">
                  <c:v>1043.176678087792</c:v>
                </c:pt>
                <c:pt idx="435">
                  <c:v>7.1416763681519999</c:v>
                </c:pt>
                <c:pt idx="436">
                  <c:v>-1266.39929472576</c:v>
                </c:pt>
                <c:pt idx="437">
                  <c:v>-690.38235119053797</c:v>
                </c:pt>
                <c:pt idx="438">
                  <c:v>1058.66605663264</c:v>
                </c:pt>
                <c:pt idx="439">
                  <c:v>1043.883905832648</c:v>
                </c:pt>
                <c:pt idx="440">
                  <c:v>85.119839918159997</c:v>
                </c:pt>
                <c:pt idx="441">
                  <c:v>610.37091919626391</c:v>
                </c:pt>
                <c:pt idx="442">
                  <c:v>287.23374740338409</c:v>
                </c:pt>
                <c:pt idx="443">
                  <c:v>219.14020259388002</c:v>
                </c:pt>
                <c:pt idx="444">
                  <c:v>242.99449604139599</c:v>
                </c:pt>
                <c:pt idx="445">
                  <c:v>594.14465695665604</c:v>
                </c:pt>
                <c:pt idx="446">
                  <c:v>-553.01712718478393</c:v>
                </c:pt>
                <c:pt idx="447">
                  <c:v>347.86442026704003</c:v>
                </c:pt>
                <c:pt idx="448">
                  <c:v>-994.06226744712012</c:v>
                </c:pt>
                <c:pt idx="449">
                  <c:v>688.33344448348203</c:v>
                </c:pt>
                <c:pt idx="450">
                  <c:v>1300.001997927006</c:v>
                </c:pt>
                <c:pt idx="451">
                  <c:v>-152.24665743226396</c:v>
                </c:pt>
                <c:pt idx="452">
                  <c:v>55.27449445821</c:v>
                </c:pt>
                <c:pt idx="453">
                  <c:v>544.26687010382398</c:v>
                </c:pt>
                <c:pt idx="454">
                  <c:v>190.79156690712603</c:v>
                </c:pt>
                <c:pt idx="455">
                  <c:v>-380.70077313402999</c:v>
                </c:pt>
                <c:pt idx="456">
                  <c:v>7.3826744827479995</c:v>
                </c:pt>
                <c:pt idx="457">
                  <c:v>-279.52554042552799</c:v>
                </c:pt>
                <c:pt idx="458">
                  <c:v>-585.39904996080008</c:v>
                </c:pt>
                <c:pt idx="459">
                  <c:v>1248.6401990042759</c:v>
                </c:pt>
                <c:pt idx="460">
                  <c:v>-230.863629955368</c:v>
                </c:pt>
                <c:pt idx="461">
                  <c:v>-355.58644358949596</c:v>
                </c:pt>
                <c:pt idx="462">
                  <c:v>132.83459023213601</c:v>
                </c:pt>
                <c:pt idx="463">
                  <c:v>-1907.1059275070397</c:v>
                </c:pt>
                <c:pt idx="464">
                  <c:v>1082.38965065398</c:v>
                </c:pt>
                <c:pt idx="465">
                  <c:v>843.64865190677392</c:v>
                </c:pt>
                <c:pt idx="466">
                  <c:v>-319.90321734859799</c:v>
                </c:pt>
                <c:pt idx="467">
                  <c:v>-630.39397176571197</c:v>
                </c:pt>
                <c:pt idx="468">
                  <c:v>391.34642371617599</c:v>
                </c:pt>
                <c:pt idx="469">
                  <c:v>-760.0453044617459</c:v>
                </c:pt>
                <c:pt idx="470">
                  <c:v>-420.25274340964199</c:v>
                </c:pt>
                <c:pt idx="471">
                  <c:v>183.36678380281796</c:v>
                </c:pt>
                <c:pt idx="472">
                  <c:v>-965.74495238088184</c:v>
                </c:pt>
                <c:pt idx="473">
                  <c:v>270.27886086446398</c:v>
                </c:pt>
                <c:pt idx="474">
                  <c:v>-377.41811396869798</c:v>
                </c:pt>
                <c:pt idx="475">
                  <c:v>932.95859456702988</c:v>
                </c:pt>
                <c:pt idx="476">
                  <c:v>990.29095081950004</c:v>
                </c:pt>
                <c:pt idx="477">
                  <c:v>-209.981482901856</c:v>
                </c:pt>
                <c:pt idx="478">
                  <c:v>1692.3167396172162</c:v>
                </c:pt>
                <c:pt idx="479">
                  <c:v>-50.417439234474003</c:v>
                </c:pt>
                <c:pt idx="480">
                  <c:v>148.10724357531998</c:v>
                </c:pt>
                <c:pt idx="481">
                  <c:v>-382.61101822496801</c:v>
                </c:pt>
                <c:pt idx="482">
                  <c:v>294.95164490047205</c:v>
                </c:pt>
                <c:pt idx="483">
                  <c:v>-173.2612755145</c:v>
                </c:pt>
                <c:pt idx="484">
                  <c:v>-734.07881237325</c:v>
                </c:pt>
                <c:pt idx="485">
                  <c:v>515.05125935308001</c:v>
                </c:pt>
                <c:pt idx="486">
                  <c:v>-730.73412236109607</c:v>
                </c:pt>
                <c:pt idx="487">
                  <c:v>-163.90567829700001</c:v>
                </c:pt>
                <c:pt idx="488">
                  <c:v>-836.90102024809596</c:v>
                </c:pt>
                <c:pt idx="489">
                  <c:v>478.10840734070393</c:v>
                </c:pt>
                <c:pt idx="490">
                  <c:v>-1250.98299705362</c:v>
                </c:pt>
                <c:pt idx="491">
                  <c:v>337.74387332850006</c:v>
                </c:pt>
                <c:pt idx="492">
                  <c:v>1325.6621609940798</c:v>
                </c:pt>
                <c:pt idx="493">
                  <c:v>-19.89736072598</c:v>
                </c:pt>
                <c:pt idx="494">
                  <c:v>454.23156560464793</c:v>
                </c:pt>
                <c:pt idx="495">
                  <c:v>-247.20939009637004</c:v>
                </c:pt>
                <c:pt idx="496">
                  <c:v>-278.46193054842399</c:v>
                </c:pt>
                <c:pt idx="497">
                  <c:v>-401.18740147134008</c:v>
                </c:pt>
                <c:pt idx="498">
                  <c:v>-10.765776308004</c:v>
                </c:pt>
                <c:pt idx="499">
                  <c:v>93.232022205139998</c:v>
                </c:pt>
                <c:pt idx="500">
                  <c:v>1092.5877706366241</c:v>
                </c:pt>
                <c:pt idx="501">
                  <c:v>-234.36665602547203</c:v>
                </c:pt>
                <c:pt idx="502">
                  <c:v>-99.663520468680005</c:v>
                </c:pt>
                <c:pt idx="503">
                  <c:v>-427.96307622927009</c:v>
                </c:pt>
                <c:pt idx="504">
                  <c:v>-366.92279066684802</c:v>
                </c:pt>
                <c:pt idx="505">
                  <c:v>537.51944603033598</c:v>
                </c:pt>
                <c:pt idx="506">
                  <c:v>-129.454854392952</c:v>
                </c:pt>
                <c:pt idx="507">
                  <c:v>388.64823970262199</c:v>
                </c:pt>
                <c:pt idx="508">
                  <c:v>269.33296567754996</c:v>
                </c:pt>
                <c:pt idx="509">
                  <c:v>-311.27965831247798</c:v>
                </c:pt>
                <c:pt idx="510">
                  <c:v>683.40579954364398</c:v>
                </c:pt>
                <c:pt idx="511">
                  <c:v>0</c:v>
                </c:pt>
                <c:pt idx="512">
                  <c:v>490.28575872102795</c:v>
                </c:pt>
                <c:pt idx="513">
                  <c:v>758.99508493252802</c:v>
                </c:pt>
                <c:pt idx="514">
                  <c:v>74.786548002684</c:v>
                </c:pt>
                <c:pt idx="515">
                  <c:v>53.092224697950002</c:v>
                </c:pt>
                <c:pt idx="516">
                  <c:v>159.82595841581599</c:v>
                </c:pt>
                <c:pt idx="517">
                  <c:v>-478.1271138088901</c:v>
                </c:pt>
                <c:pt idx="518">
                  <c:v>236.8600775706</c:v>
                </c:pt>
                <c:pt idx="519">
                  <c:v>21.642331743935998</c:v>
                </c:pt>
                <c:pt idx="520">
                  <c:v>463.28910717721601</c:v>
                </c:pt>
                <c:pt idx="521">
                  <c:v>-253.09229404017995</c:v>
                </c:pt>
                <c:pt idx="522">
                  <c:v>54.328009948740004</c:v>
                </c:pt>
                <c:pt idx="523">
                  <c:v>122.29700088130403</c:v>
                </c:pt>
                <c:pt idx="524">
                  <c:v>438.87615773786399</c:v>
                </c:pt>
                <c:pt idx="525">
                  <c:v>211.86612119742398</c:v>
                </c:pt>
                <c:pt idx="526">
                  <c:v>-450.87647820944403</c:v>
                </c:pt>
                <c:pt idx="527">
                  <c:v>213.61075922868</c:v>
                </c:pt>
                <c:pt idx="528">
                  <c:v>-50.088837752912006</c:v>
                </c:pt>
                <c:pt idx="529">
                  <c:v>477.04722856712601</c:v>
                </c:pt>
                <c:pt idx="530">
                  <c:v>-537.28503144210003</c:v>
                </c:pt>
                <c:pt idx="531">
                  <c:v>541.79960906849988</c:v>
                </c:pt>
                <c:pt idx="532">
                  <c:v>18.266331666300001</c:v>
                </c:pt>
                <c:pt idx="533">
                  <c:v>-7.114275091324</c:v>
                </c:pt>
                <c:pt idx="534">
                  <c:v>99.156149976240016</c:v>
                </c:pt>
                <c:pt idx="535">
                  <c:v>-403.20943021051198</c:v>
                </c:pt>
                <c:pt idx="536">
                  <c:v>214.548661310586</c:v>
                </c:pt>
                <c:pt idx="537">
                  <c:v>-515.42164402192793</c:v>
                </c:pt>
                <c:pt idx="538">
                  <c:v>286.62530353445595</c:v>
                </c:pt>
                <c:pt idx="539">
                  <c:v>494.51290703135993</c:v>
                </c:pt>
                <c:pt idx="540">
                  <c:v>41.494496934095991</c:v>
                </c:pt>
                <c:pt idx="541">
                  <c:v>-346.15316134461403</c:v>
                </c:pt>
                <c:pt idx="542">
                  <c:v>-241.974604332144</c:v>
                </c:pt>
                <c:pt idx="543">
                  <c:v>-315.31578779586999</c:v>
                </c:pt>
                <c:pt idx="544">
                  <c:v>326.08576092844794</c:v>
                </c:pt>
                <c:pt idx="545">
                  <c:v>360.00789210666005</c:v>
                </c:pt>
                <c:pt idx="546">
                  <c:v>-240.98666842619798</c:v>
                </c:pt>
                <c:pt idx="547">
                  <c:v>404.62862638608004</c:v>
                </c:pt>
                <c:pt idx="548">
                  <c:v>380.53720819523403</c:v>
                </c:pt>
                <c:pt idx="549">
                  <c:v>-10.074629906195998</c:v>
                </c:pt>
                <c:pt idx="550">
                  <c:v>-178.68178880079</c:v>
                </c:pt>
                <c:pt idx="551">
                  <c:v>244.52661962489998</c:v>
                </c:pt>
                <c:pt idx="552">
                  <c:v>-71.246755632095997</c:v>
                </c:pt>
                <c:pt idx="553">
                  <c:v>-226.72171602821999</c:v>
                </c:pt>
                <c:pt idx="554">
                  <c:v>22.863515592344005</c:v>
                </c:pt>
                <c:pt idx="555">
                  <c:v>-3.2843314407500004</c:v>
                </c:pt>
                <c:pt idx="556">
                  <c:v>-65.296266749479997</c:v>
                </c:pt>
                <c:pt idx="557">
                  <c:v>408.14818810584001</c:v>
                </c:pt>
                <c:pt idx="558">
                  <c:v>-133.24604982576</c:v>
                </c:pt>
                <c:pt idx="559">
                  <c:v>-301.65182224508999</c:v>
                </c:pt>
                <c:pt idx="560">
                  <c:v>-68.029876049351998</c:v>
                </c:pt>
                <c:pt idx="561">
                  <c:v>298.15942452246009</c:v>
                </c:pt>
                <c:pt idx="562">
                  <c:v>431.38888551355802</c:v>
                </c:pt>
                <c:pt idx="563">
                  <c:v>-486.419720856352</c:v>
                </c:pt>
                <c:pt idx="564">
                  <c:v>189.75022594406599</c:v>
                </c:pt>
                <c:pt idx="565">
                  <c:v>0</c:v>
                </c:pt>
                <c:pt idx="566">
                  <c:v>-474.298845066382</c:v>
                </c:pt>
                <c:pt idx="567">
                  <c:v>-59.533515571959995</c:v>
                </c:pt>
                <c:pt idx="568">
                  <c:v>-172.82694914301601</c:v>
                </c:pt>
                <c:pt idx="569">
                  <c:v>357.32471206542004</c:v>
                </c:pt>
                <c:pt idx="570">
                  <c:v>-297.79005154134398</c:v>
                </c:pt>
                <c:pt idx="571">
                  <c:v>-145.45662468268799</c:v>
                </c:pt>
                <c:pt idx="572">
                  <c:v>374.16688303412002</c:v>
                </c:pt>
                <c:pt idx="573">
                  <c:v>-82.358676595343994</c:v>
                </c:pt>
                <c:pt idx="574">
                  <c:v>-465.19573184739602</c:v>
                </c:pt>
                <c:pt idx="575">
                  <c:v>-23.199810888422004</c:v>
                </c:pt>
                <c:pt idx="576">
                  <c:v>-118.56567796064803</c:v>
                </c:pt>
                <c:pt idx="577">
                  <c:v>7.0705173891920001</c:v>
                </c:pt>
                <c:pt idx="578">
                  <c:v>92.981754626280008</c:v>
                </c:pt>
                <c:pt idx="579">
                  <c:v>263.88634123026799</c:v>
                </c:pt>
                <c:pt idx="580">
                  <c:v>126.95110908479997</c:v>
                </c:pt>
                <c:pt idx="581">
                  <c:v>297.12614861807998</c:v>
                </c:pt>
                <c:pt idx="582">
                  <c:v>-72.008718415031993</c:v>
                </c:pt>
                <c:pt idx="583">
                  <c:v>-205.26175222289999</c:v>
                </c:pt>
                <c:pt idx="584">
                  <c:v>-576.00872865205793</c:v>
                </c:pt>
                <c:pt idx="585">
                  <c:v>178.377632382672</c:v>
                </c:pt>
                <c:pt idx="586">
                  <c:v>-305.91205167214804</c:v>
                </c:pt>
                <c:pt idx="587">
                  <c:v>-120.40846099729998</c:v>
                </c:pt>
                <c:pt idx="588">
                  <c:v>-521.032150348644</c:v>
                </c:pt>
                <c:pt idx="589">
                  <c:v>13.907395338184001</c:v>
                </c:pt>
                <c:pt idx="590">
                  <c:v>-250.67093389617997</c:v>
                </c:pt>
                <c:pt idx="591">
                  <c:v>-1141.7032762502943</c:v>
                </c:pt>
                <c:pt idx="592">
                  <c:v>80.135098377472005</c:v>
                </c:pt>
                <c:pt idx="593">
                  <c:v>-1215.577176126674</c:v>
                </c:pt>
                <c:pt idx="594">
                  <c:v>409.8656324323079</c:v>
                </c:pt>
                <c:pt idx="595">
                  <c:v>624.37626465421988</c:v>
                </c:pt>
                <c:pt idx="596">
                  <c:v>-430.72358253959999</c:v>
                </c:pt>
                <c:pt idx="597">
                  <c:v>111.51083607051001</c:v>
                </c:pt>
                <c:pt idx="598">
                  <c:v>165.01743397512001</c:v>
                </c:pt>
                <c:pt idx="599">
                  <c:v>573.09821270622797</c:v>
                </c:pt>
                <c:pt idx="600">
                  <c:v>-90.197355298703997</c:v>
                </c:pt>
                <c:pt idx="601">
                  <c:v>-95.045350400727997</c:v>
                </c:pt>
                <c:pt idx="602">
                  <c:v>-162.260069943752</c:v>
                </c:pt>
                <c:pt idx="603">
                  <c:v>-992.0004283057001</c:v>
                </c:pt>
                <c:pt idx="604">
                  <c:v>386.62816748451002</c:v>
                </c:pt>
                <c:pt idx="605">
                  <c:v>1077.165731336436</c:v>
                </c:pt>
                <c:pt idx="606">
                  <c:v>-284.79212215161203</c:v>
                </c:pt>
                <c:pt idx="607">
                  <c:v>719.32834474804793</c:v>
                </c:pt>
                <c:pt idx="608">
                  <c:v>-282.74336278605</c:v>
                </c:pt>
                <c:pt idx="609">
                  <c:v>95.936445706191989</c:v>
                </c:pt>
                <c:pt idx="610">
                  <c:v>228.49590354407599</c:v>
                </c:pt>
                <c:pt idx="611">
                  <c:v>-300.24904251046394</c:v>
                </c:pt>
                <c:pt idx="612">
                  <c:v>727.95256291172996</c:v>
                </c:pt>
                <c:pt idx="613">
                  <c:v>-7.5195246224560011</c:v>
                </c:pt>
                <c:pt idx="614">
                  <c:v>237.42759222348798</c:v>
                </c:pt>
                <c:pt idx="615">
                  <c:v>-356.54567535643406</c:v>
                </c:pt>
                <c:pt idx="616">
                  <c:v>-892.01887599232805</c:v>
                </c:pt>
                <c:pt idx="617">
                  <c:v>-490.1994638164</c:v>
                </c:pt>
                <c:pt idx="618">
                  <c:v>-158.971476309976</c:v>
                </c:pt>
                <c:pt idx="619">
                  <c:v>26.297505829672005</c:v>
                </c:pt>
                <c:pt idx="620">
                  <c:v>18.89648587332</c:v>
                </c:pt>
                <c:pt idx="621">
                  <c:v>805.4674736879299</c:v>
                </c:pt>
                <c:pt idx="622">
                  <c:v>-71.548302328883992</c:v>
                </c:pt>
                <c:pt idx="623">
                  <c:v>383.57402986540797</c:v>
                </c:pt>
                <c:pt idx="624">
                  <c:v>156.27955451120999</c:v>
                </c:pt>
                <c:pt idx="625">
                  <c:v>-15.554932492936</c:v>
                </c:pt>
                <c:pt idx="626">
                  <c:v>-399.04543419972003</c:v>
                </c:pt>
                <c:pt idx="627">
                  <c:v>-512.81989550145602</c:v>
                </c:pt>
                <c:pt idx="628">
                  <c:v>-131.95688169992999</c:v>
                </c:pt>
                <c:pt idx="629">
                  <c:v>-83.133522143100009</c:v>
                </c:pt>
                <c:pt idx="630">
                  <c:v>-867.8652786696</c:v>
                </c:pt>
                <c:pt idx="631">
                  <c:v>657.61389819755004</c:v>
                </c:pt>
                <c:pt idx="632">
                  <c:v>104.58271586672001</c:v>
                </c:pt>
                <c:pt idx="633">
                  <c:v>137.56239302361601</c:v>
                </c:pt>
                <c:pt idx="634">
                  <c:v>-641.88490394836401</c:v>
                </c:pt>
                <c:pt idx="635">
                  <c:v>691.13505231444003</c:v>
                </c:pt>
                <c:pt idx="636">
                  <c:v>-16.826710101792003</c:v>
                </c:pt>
                <c:pt idx="637">
                  <c:v>-757.93777064973801</c:v>
                </c:pt>
                <c:pt idx="638">
                  <c:v>150.596600120056</c:v>
                </c:pt>
                <c:pt idx="639">
                  <c:v>-552.94272288968</c:v>
                </c:pt>
                <c:pt idx="640">
                  <c:v>328.4307937811061</c:v>
                </c:pt>
                <c:pt idx="641">
                  <c:v>1291.2963295992899</c:v>
                </c:pt>
                <c:pt idx="642">
                  <c:v>436.85825623951803</c:v>
                </c:pt>
                <c:pt idx="643">
                  <c:v>996.31959592725002</c:v>
                </c:pt>
                <c:pt idx="644">
                  <c:v>-80.853224860143996</c:v>
                </c:pt>
                <c:pt idx="645">
                  <c:v>-275.25805957263202</c:v>
                </c:pt>
                <c:pt idx="646">
                  <c:v>-503.15836380000007</c:v>
                </c:pt>
                <c:pt idx="647">
                  <c:v>944.87296873210812</c:v>
                </c:pt>
                <c:pt idx="648">
                  <c:v>4.1486843560000004</c:v>
                </c:pt>
                <c:pt idx="649">
                  <c:v>394.09022932663999</c:v>
                </c:pt>
                <c:pt idx="650">
                  <c:v>856.40538756936598</c:v>
                </c:pt>
                <c:pt idx="651">
                  <c:v>128.60146090726403</c:v>
                </c:pt>
                <c:pt idx="652">
                  <c:v>-353.52084628849195</c:v>
                </c:pt>
                <c:pt idx="653">
                  <c:v>571.51523415582005</c:v>
                </c:pt>
                <c:pt idx="654">
                  <c:v>-4.1932891689060003</c:v>
                </c:pt>
                <c:pt idx="655">
                  <c:v>-299.55646581652798</c:v>
                </c:pt>
                <c:pt idx="656">
                  <c:v>-28.530180259938003</c:v>
                </c:pt>
                <c:pt idx="657">
                  <c:v>-85.893674697893999</c:v>
                </c:pt>
                <c:pt idx="658">
                  <c:v>-204.28025954779997</c:v>
                </c:pt>
                <c:pt idx="659">
                  <c:v>172.45050579531602</c:v>
                </c:pt>
                <c:pt idx="660">
                  <c:v>-560.6231219555159</c:v>
                </c:pt>
                <c:pt idx="661">
                  <c:v>-152.272852015448</c:v>
                </c:pt>
                <c:pt idx="662">
                  <c:v>-31.901976909152001</c:v>
                </c:pt>
                <c:pt idx="663">
                  <c:v>259.22400779470001</c:v>
                </c:pt>
                <c:pt idx="664">
                  <c:v>-499.60433082419206</c:v>
                </c:pt>
                <c:pt idx="665">
                  <c:v>-61.307547831552007</c:v>
                </c:pt>
                <c:pt idx="666">
                  <c:v>106.18049226689999</c:v>
                </c:pt>
                <c:pt idx="667">
                  <c:v>-106.27224854380199</c:v>
                </c:pt>
                <c:pt idx="668">
                  <c:v>-741.04805590425588</c:v>
                </c:pt>
                <c:pt idx="669">
                  <c:v>162.59062508421599</c:v>
                </c:pt>
                <c:pt idx="670">
                  <c:v>1229.5679432917082</c:v>
                </c:pt>
                <c:pt idx="671">
                  <c:v>-104.48485893044999</c:v>
                </c:pt>
                <c:pt idx="672">
                  <c:v>-103.91069243885201</c:v>
                </c:pt>
                <c:pt idx="673">
                  <c:v>673.98655032758393</c:v>
                </c:pt>
                <c:pt idx="674">
                  <c:v>-12.058459479845997</c:v>
                </c:pt>
                <c:pt idx="675">
                  <c:v>1294.0757089353979</c:v>
                </c:pt>
                <c:pt idx="676">
                  <c:v>-162.48123934856002</c:v>
                </c:pt>
                <c:pt idx="677">
                  <c:v>42.758675373590002</c:v>
                </c:pt>
                <c:pt idx="678">
                  <c:v>27.580477992802003</c:v>
                </c:pt>
                <c:pt idx="679">
                  <c:v>-378.14013226280605</c:v>
                </c:pt>
                <c:pt idx="680">
                  <c:v>230.60196411193598</c:v>
                </c:pt>
                <c:pt idx="681">
                  <c:v>24.166827473867997</c:v>
                </c:pt>
                <c:pt idx="682">
                  <c:v>-229.464741960884</c:v>
                </c:pt>
                <c:pt idx="683">
                  <c:v>-244.78655231646997</c:v>
                </c:pt>
                <c:pt idx="684">
                  <c:v>183.102039432232</c:v>
                </c:pt>
                <c:pt idx="685">
                  <c:v>132.26108306466</c:v>
                </c:pt>
                <c:pt idx="686">
                  <c:v>0</c:v>
                </c:pt>
                <c:pt idx="687">
                  <c:v>-84.21139772476198</c:v>
                </c:pt>
                <c:pt idx="688">
                  <c:v>23.761264713431995</c:v>
                </c:pt>
                <c:pt idx="689">
                  <c:v>-296.01819807000004</c:v>
                </c:pt>
                <c:pt idx="690">
                  <c:v>-67.278870359935993</c:v>
                </c:pt>
                <c:pt idx="691">
                  <c:v>-677.50329368575194</c:v>
                </c:pt>
                <c:pt idx="692">
                  <c:v>-346.179293027386</c:v>
                </c:pt>
                <c:pt idx="693">
                  <c:v>-63.412791334623996</c:v>
                </c:pt>
                <c:pt idx="694">
                  <c:v>-163.41956004695999</c:v>
                </c:pt>
                <c:pt idx="695">
                  <c:v>415.52373461633999</c:v>
                </c:pt>
                <c:pt idx="696">
                  <c:v>341.89872723077201</c:v>
                </c:pt>
                <c:pt idx="697">
                  <c:v>195.25176545785399</c:v>
                </c:pt>
                <c:pt idx="698">
                  <c:v>-388.96562612755196</c:v>
                </c:pt>
                <c:pt idx="699">
                  <c:v>-87.599585489151991</c:v>
                </c:pt>
                <c:pt idx="700">
                  <c:v>-370.72890261046206</c:v>
                </c:pt>
                <c:pt idx="701">
                  <c:v>-320.09707558846003</c:v>
                </c:pt>
                <c:pt idx="702">
                  <c:v>303.21363759456</c:v>
                </c:pt>
                <c:pt idx="703">
                  <c:v>-702.68898796020005</c:v>
                </c:pt>
                <c:pt idx="704">
                  <c:v>75.225384276941995</c:v>
                </c:pt>
                <c:pt idx="705">
                  <c:v>144.74603829825998</c:v>
                </c:pt>
                <c:pt idx="706">
                  <c:v>280.52144848319796</c:v>
                </c:pt>
                <c:pt idx="707">
                  <c:v>-385.23845449162798</c:v>
                </c:pt>
                <c:pt idx="708">
                  <c:v>538.37854415410004</c:v>
                </c:pt>
                <c:pt idx="709">
                  <c:v>-257.74134498574597</c:v>
                </c:pt>
                <c:pt idx="710">
                  <c:v>465.56254211017603</c:v>
                </c:pt>
                <c:pt idx="711">
                  <c:v>232.52608823499003</c:v>
                </c:pt>
                <c:pt idx="712">
                  <c:v>-575.59649485165801</c:v>
                </c:pt>
                <c:pt idx="713">
                  <c:v>-236.444668479048</c:v>
                </c:pt>
                <c:pt idx="714">
                  <c:v>-86.786747275031985</c:v>
                </c:pt>
                <c:pt idx="715">
                  <c:v>-217.798040180448</c:v>
                </c:pt>
                <c:pt idx="716">
                  <c:v>151.550449350984</c:v>
                </c:pt>
                <c:pt idx="717">
                  <c:v>-534.071788118016</c:v>
                </c:pt>
                <c:pt idx="718">
                  <c:v>-199.55137886431996</c:v>
                </c:pt>
                <c:pt idx="719">
                  <c:v>416.45042643002603</c:v>
                </c:pt>
                <c:pt idx="720">
                  <c:v>336.84289803733799</c:v>
                </c:pt>
                <c:pt idx="721">
                  <c:v>-120.19578010910401</c:v>
                </c:pt>
                <c:pt idx="722">
                  <c:v>443.95973578112802</c:v>
                </c:pt>
                <c:pt idx="723">
                  <c:v>344.48318343916401</c:v>
                </c:pt>
                <c:pt idx="724">
                  <c:v>-120.52058751437602</c:v>
                </c:pt>
                <c:pt idx="725">
                  <c:v>461.16409430427404</c:v>
                </c:pt>
                <c:pt idx="726">
                  <c:v>-287.60886079255596</c:v>
                </c:pt>
                <c:pt idx="727">
                  <c:v>504.29203746119993</c:v>
                </c:pt>
                <c:pt idx="728">
                  <c:v>-80.050686505742007</c:v>
                </c:pt>
                <c:pt idx="729">
                  <c:v>217.09818082950397</c:v>
                </c:pt>
                <c:pt idx="730">
                  <c:v>-119.56733855063999</c:v>
                </c:pt>
                <c:pt idx="731">
                  <c:v>294.76525244917201</c:v>
                </c:pt>
                <c:pt idx="732">
                  <c:v>103.3853181675</c:v>
                </c:pt>
                <c:pt idx="733">
                  <c:v>246.114009817626</c:v>
                </c:pt>
                <c:pt idx="734">
                  <c:v>41.171542235780009</c:v>
                </c:pt>
                <c:pt idx="735">
                  <c:v>168.22442370854401</c:v>
                </c:pt>
                <c:pt idx="736">
                  <c:v>237.97957179023996</c:v>
                </c:pt>
                <c:pt idx="737">
                  <c:v>617.65921659535002</c:v>
                </c:pt>
                <c:pt idx="738">
                  <c:v>-181.036425016664</c:v>
                </c:pt>
                <c:pt idx="739">
                  <c:v>-258.75657689638399</c:v>
                </c:pt>
                <c:pt idx="740">
                  <c:v>216.62528628484799</c:v>
                </c:pt>
                <c:pt idx="741">
                  <c:v>80.766485258045989</c:v>
                </c:pt>
                <c:pt idx="742">
                  <c:v>-411.0720542541419</c:v>
                </c:pt>
                <c:pt idx="743">
                  <c:v>29.743463558032001</c:v>
                </c:pt>
                <c:pt idx="744">
                  <c:v>-18.368923675610002</c:v>
                </c:pt>
                <c:pt idx="745">
                  <c:v>98.826954791165974</c:v>
                </c:pt>
                <c:pt idx="746">
                  <c:v>169.44830362109596</c:v>
                </c:pt>
                <c:pt idx="747">
                  <c:v>725.36318411380012</c:v>
                </c:pt>
                <c:pt idx="748">
                  <c:v>-216.85357668712197</c:v>
                </c:pt>
                <c:pt idx="749">
                  <c:v>-181.33706522713598</c:v>
                </c:pt>
                <c:pt idx="750">
                  <c:v>-20.971809073979998</c:v>
                </c:pt>
                <c:pt idx="751">
                  <c:v>-265.01380347984798</c:v>
                </c:pt>
                <c:pt idx="752">
                  <c:v>-139.06289517256002</c:v>
                </c:pt>
                <c:pt idx="753">
                  <c:v>274.14574965804002</c:v>
                </c:pt>
                <c:pt idx="754">
                  <c:v>-218.4930395026</c:v>
                </c:pt>
                <c:pt idx="755">
                  <c:v>201.50721194374404</c:v>
                </c:pt>
                <c:pt idx="756">
                  <c:v>-460.44025742244395</c:v>
                </c:pt>
                <c:pt idx="757">
                  <c:v>-127.90291430361601</c:v>
                </c:pt>
                <c:pt idx="758">
                  <c:v>-54.191180973629997</c:v>
                </c:pt>
                <c:pt idx="759">
                  <c:v>226.19225570721196</c:v>
                </c:pt>
                <c:pt idx="760">
                  <c:v>-58.500550728160007</c:v>
                </c:pt>
                <c:pt idx="761">
                  <c:v>228.80813658567595</c:v>
                </c:pt>
                <c:pt idx="762">
                  <c:v>-249.66863380266</c:v>
                </c:pt>
                <c:pt idx="763">
                  <c:v>-316.84623461892011</c:v>
                </c:pt>
                <c:pt idx="764">
                  <c:v>-368.09237379720003</c:v>
                </c:pt>
                <c:pt idx="765">
                  <c:v>-201.75049501684003</c:v>
                </c:pt>
                <c:pt idx="766">
                  <c:v>397.88716843944201</c:v>
                </c:pt>
                <c:pt idx="767">
                  <c:v>199.39390392910798</c:v>
                </c:pt>
                <c:pt idx="768">
                  <c:v>-59.757720394410001</c:v>
                </c:pt>
                <c:pt idx="769">
                  <c:v>-67.310603037703999</c:v>
                </c:pt>
                <c:pt idx="770">
                  <c:v>-115.42929168549198</c:v>
                </c:pt>
                <c:pt idx="771">
                  <c:v>-319.02012530064002</c:v>
                </c:pt>
                <c:pt idx="772">
                  <c:v>-80.058940103840001</c:v>
                </c:pt>
                <c:pt idx="773">
                  <c:v>-49.353448911743996</c:v>
                </c:pt>
                <c:pt idx="774">
                  <c:v>515.87862466911997</c:v>
                </c:pt>
                <c:pt idx="775">
                  <c:v>-71.625508713378011</c:v>
                </c:pt>
                <c:pt idx="776">
                  <c:v>710.64361282803588</c:v>
                </c:pt>
                <c:pt idx="777">
                  <c:v>86.423851761039998</c:v>
                </c:pt>
                <c:pt idx="778">
                  <c:v>29.567817342728002</c:v>
                </c:pt>
                <c:pt idx="779">
                  <c:v>4.1883480937940005</c:v>
                </c:pt>
                <c:pt idx="780">
                  <c:v>83.346978696000022</c:v>
                </c:pt>
                <c:pt idx="781">
                  <c:v>977.99651428049992</c:v>
                </c:pt>
                <c:pt idx="782">
                  <c:v>-196.48225059710001</c:v>
                </c:pt>
                <c:pt idx="783">
                  <c:v>45.584731283322007</c:v>
                </c:pt>
                <c:pt idx="784">
                  <c:v>-172.59346639217199</c:v>
                </c:pt>
                <c:pt idx="785">
                  <c:v>-196.2015598115</c:v>
                </c:pt>
                <c:pt idx="786">
                  <c:v>55.254516068192004</c:v>
                </c:pt>
                <c:pt idx="787">
                  <c:v>450.71262452697607</c:v>
                </c:pt>
                <c:pt idx="788">
                  <c:v>-279.65314756344003</c:v>
                </c:pt>
                <c:pt idx="789">
                  <c:v>57.942692123219992</c:v>
                </c:pt>
                <c:pt idx="790">
                  <c:v>104.71843632214801</c:v>
                </c:pt>
                <c:pt idx="791">
                  <c:v>-346.98832801641601</c:v>
                </c:pt>
                <c:pt idx="792">
                  <c:v>-31.035575089919998</c:v>
                </c:pt>
                <c:pt idx="793">
                  <c:v>-65.066248010335997</c:v>
                </c:pt>
                <c:pt idx="794">
                  <c:v>-263.50089103585003</c:v>
                </c:pt>
                <c:pt idx="795">
                  <c:v>140.17105992540002</c:v>
                </c:pt>
                <c:pt idx="796">
                  <c:v>8.4243278183800001</c:v>
                </c:pt>
                <c:pt idx="797">
                  <c:v>-394.73113700486397</c:v>
                </c:pt>
                <c:pt idx="798">
                  <c:v>-418.96718678180207</c:v>
                </c:pt>
                <c:pt idx="799">
                  <c:v>258.15169747071599</c:v>
                </c:pt>
                <c:pt idx="800">
                  <c:v>-485.95440168602397</c:v>
                </c:pt>
                <c:pt idx="801">
                  <c:v>-213.83111148546396</c:v>
                </c:pt>
                <c:pt idx="802">
                  <c:v>-89.186103122917999</c:v>
                </c:pt>
                <c:pt idx="803">
                  <c:v>853.76686652186004</c:v>
                </c:pt>
                <c:pt idx="804">
                  <c:v>196.57102379692998</c:v>
                </c:pt>
                <c:pt idx="805">
                  <c:v>267.47844968757005</c:v>
                </c:pt>
                <c:pt idx="806">
                  <c:v>0</c:v>
                </c:pt>
                <c:pt idx="807">
                  <c:v>299.77952757218401</c:v>
                </c:pt>
                <c:pt idx="808">
                  <c:v>-220.13728353387</c:v>
                </c:pt>
                <c:pt idx="809">
                  <c:v>-281.62012188564802</c:v>
                </c:pt>
                <c:pt idx="810">
                  <c:v>-79.841639404896</c:v>
                </c:pt>
                <c:pt idx="811">
                  <c:v>-623.09989078400997</c:v>
                </c:pt>
                <c:pt idx="812">
                  <c:v>-810.35010498741599</c:v>
                </c:pt>
                <c:pt idx="813">
                  <c:v>-79.393037003459995</c:v>
                </c:pt>
                <c:pt idx="814">
                  <c:v>34.247866026300002</c:v>
                </c:pt>
                <c:pt idx="815">
                  <c:v>419.43432080880001</c:v>
                </c:pt>
                <c:pt idx="816">
                  <c:v>438.59308078670398</c:v>
                </c:pt>
                <c:pt idx="817">
                  <c:v>-956.54024785091974</c:v>
                </c:pt>
                <c:pt idx="818">
                  <c:v>-111.51724268054599</c:v>
                </c:pt>
                <c:pt idx="819">
                  <c:v>68.113101530320009</c:v>
                </c:pt>
                <c:pt idx="820">
                  <c:v>-68.89834916729599</c:v>
                </c:pt>
                <c:pt idx="821">
                  <c:v>-904.93999889591987</c:v>
                </c:pt>
                <c:pt idx="822">
                  <c:v>232.97968623109202</c:v>
                </c:pt>
                <c:pt idx="823">
                  <c:v>706.10650405948797</c:v>
                </c:pt>
                <c:pt idx="824">
                  <c:v>-377.1498113517199</c:v>
                </c:pt>
                <c:pt idx="825">
                  <c:v>531.61606535231999</c:v>
                </c:pt>
                <c:pt idx="826">
                  <c:v>683.08665596087405</c:v>
                </c:pt>
                <c:pt idx="827">
                  <c:v>-387.41251235647195</c:v>
                </c:pt>
                <c:pt idx="828">
                  <c:v>-208.21232141524598</c:v>
                </c:pt>
                <c:pt idx="829">
                  <c:v>932.21412705805199</c:v>
                </c:pt>
                <c:pt idx="830">
                  <c:v>-203.46036781873198</c:v>
                </c:pt>
                <c:pt idx="831">
                  <c:v>278.844479836978</c:v>
                </c:pt>
                <c:pt idx="832">
                  <c:v>-205.14222727654402</c:v>
                </c:pt>
                <c:pt idx="833">
                  <c:v>-337.22500212177005</c:v>
                </c:pt>
                <c:pt idx="834">
                  <c:v>43.847710515014001</c:v>
                </c:pt>
                <c:pt idx="835">
                  <c:v>888.08629887909592</c:v>
                </c:pt>
                <c:pt idx="836">
                  <c:v>-1164.8261227403023</c:v>
                </c:pt>
                <c:pt idx="837">
                  <c:v>141.86976092872601</c:v>
                </c:pt>
                <c:pt idx="838">
                  <c:v>771.25581947083606</c:v>
                </c:pt>
                <c:pt idx="839">
                  <c:v>77.976638405759999</c:v>
                </c:pt>
                <c:pt idx="840">
                  <c:v>601.93452750432016</c:v>
                </c:pt>
                <c:pt idx="841">
                  <c:v>-95.544110859600011</c:v>
                </c:pt>
                <c:pt idx="842">
                  <c:v>-99.107436268063992</c:v>
                </c:pt>
                <c:pt idx="843">
                  <c:v>478.69217382729607</c:v>
                </c:pt>
                <c:pt idx="844">
                  <c:v>-807.77109419838405</c:v>
                </c:pt>
                <c:pt idx="845">
                  <c:v>152.103192823244</c:v>
                </c:pt>
                <c:pt idx="846">
                  <c:v>203.18959552769601</c:v>
                </c:pt>
                <c:pt idx="847">
                  <c:v>89.465333717309989</c:v>
                </c:pt>
                <c:pt idx="848">
                  <c:v>537.55749481914006</c:v>
                </c:pt>
                <c:pt idx="849">
                  <c:v>65.41495174350402</c:v>
                </c:pt>
                <c:pt idx="850">
                  <c:v>58.449644252140004</c:v>
                </c:pt>
                <c:pt idx="851">
                  <c:v>-258.33450693284993</c:v>
                </c:pt>
                <c:pt idx="852">
                  <c:v>56.202574860639999</c:v>
                </c:pt>
                <c:pt idx="853">
                  <c:v>-838.8137593928102</c:v>
                </c:pt>
                <c:pt idx="854">
                  <c:v>-1091.6029984958461</c:v>
                </c:pt>
                <c:pt idx="855">
                  <c:v>214.96875300968</c:v>
                </c:pt>
                <c:pt idx="856">
                  <c:v>-463.02607394064006</c:v>
                </c:pt>
                <c:pt idx="857">
                  <c:v>-398.74833570018404</c:v>
                </c:pt>
                <c:pt idx="858">
                  <c:v>-948.72380236221011</c:v>
                </c:pt>
                <c:pt idx="859">
                  <c:v>221.83662335256003</c:v>
                </c:pt>
                <c:pt idx="860">
                  <c:v>-156.807718809552</c:v>
                </c:pt>
                <c:pt idx="861">
                  <c:v>656.12172093043182</c:v>
                </c:pt>
                <c:pt idx="862">
                  <c:v>-464.84601689097599</c:v>
                </c:pt>
                <c:pt idx="863">
                  <c:v>-1390.8362085484875</c:v>
                </c:pt>
                <c:pt idx="864">
                  <c:v>-1008.3785350444962</c:v>
                </c:pt>
                <c:pt idx="865">
                  <c:v>-870.16160219266999</c:v>
                </c:pt>
                <c:pt idx="866">
                  <c:v>-507.21794117715609</c:v>
                </c:pt>
                <c:pt idx="867">
                  <c:v>-69.555153251600004</c:v>
                </c:pt>
                <c:pt idx="868">
                  <c:v>2308.6108005237197</c:v>
                </c:pt>
                <c:pt idx="869">
                  <c:v>1177.4711594862879</c:v>
                </c:pt>
                <c:pt idx="870">
                  <c:v>-383.88790364390002</c:v>
                </c:pt>
                <c:pt idx="871">
                  <c:v>-75.242607819620005</c:v>
                </c:pt>
                <c:pt idx="872">
                  <c:v>-1243.4836718253721</c:v>
                </c:pt>
                <c:pt idx="873">
                  <c:v>596.94311413622393</c:v>
                </c:pt>
                <c:pt idx="874">
                  <c:v>-394.364814307308</c:v>
                </c:pt>
                <c:pt idx="875">
                  <c:v>-648.69872630308203</c:v>
                </c:pt>
                <c:pt idx="876">
                  <c:v>558.2715138571341</c:v>
                </c:pt>
                <c:pt idx="877">
                  <c:v>-220.66040809091999</c:v>
                </c:pt>
                <c:pt idx="878">
                  <c:v>2520.0715451428805</c:v>
                </c:pt>
                <c:pt idx="879">
                  <c:v>-370.68445650412798</c:v>
                </c:pt>
                <c:pt idx="880">
                  <c:v>225.27020902681596</c:v>
                </c:pt>
                <c:pt idx="881">
                  <c:v>-440.89014779537194</c:v>
                </c:pt>
                <c:pt idx="882">
                  <c:v>883.93534770596</c:v>
                </c:pt>
                <c:pt idx="883">
                  <c:v>-585.32288499827996</c:v>
                </c:pt>
                <c:pt idx="884">
                  <c:v>-274.72526440777199</c:v>
                </c:pt>
                <c:pt idx="885">
                  <c:v>359.31653113929593</c:v>
                </c:pt>
                <c:pt idx="886">
                  <c:v>1090.7969858749038</c:v>
                </c:pt>
                <c:pt idx="887">
                  <c:v>372.27604329428806</c:v>
                </c:pt>
                <c:pt idx="888">
                  <c:v>-36.960019703500002</c:v>
                </c:pt>
                <c:pt idx="889">
                  <c:v>29.41331241808</c:v>
                </c:pt>
                <c:pt idx="890">
                  <c:v>-366.47994982614006</c:v>
                </c:pt>
                <c:pt idx="891">
                  <c:v>656.30317680582198</c:v>
                </c:pt>
                <c:pt idx="892">
                  <c:v>-229.246130574912</c:v>
                </c:pt>
                <c:pt idx="893">
                  <c:v>256.58510873903998</c:v>
                </c:pt>
                <c:pt idx="894">
                  <c:v>128.33280647172</c:v>
                </c:pt>
                <c:pt idx="895">
                  <c:v>-303.15444234255597</c:v>
                </c:pt>
                <c:pt idx="896">
                  <c:v>-395.92639821723594</c:v>
                </c:pt>
                <c:pt idx="897">
                  <c:v>-1086.6762528178558</c:v>
                </c:pt>
                <c:pt idx="898">
                  <c:v>172.93023997496002</c:v>
                </c:pt>
                <c:pt idx="899">
                  <c:v>-74.631534074218024</c:v>
                </c:pt>
                <c:pt idx="900">
                  <c:v>183.67597707082203</c:v>
                </c:pt>
                <c:pt idx="901">
                  <c:v>1275.4687838113161</c:v>
                </c:pt>
                <c:pt idx="902">
                  <c:v>463.51016623430996</c:v>
                </c:pt>
                <c:pt idx="903">
                  <c:v>-168.138206936496</c:v>
                </c:pt>
                <c:pt idx="904">
                  <c:v>-96.713290848748031</c:v>
                </c:pt>
                <c:pt idx="905">
                  <c:v>-1011.754872739828</c:v>
                </c:pt>
                <c:pt idx="906">
                  <c:v>-707.11773873300001</c:v>
                </c:pt>
                <c:pt idx="907">
                  <c:v>-565.91674517088597</c:v>
                </c:pt>
                <c:pt idx="908">
                  <c:v>846.62999129524997</c:v>
                </c:pt>
                <c:pt idx="909">
                  <c:v>674.45385952262382</c:v>
                </c:pt>
                <c:pt idx="910">
                  <c:v>0</c:v>
                </c:pt>
                <c:pt idx="911">
                  <c:v>-13.769346992160001</c:v>
                </c:pt>
                <c:pt idx="912">
                  <c:v>911.94889966777998</c:v>
                </c:pt>
                <c:pt idx="913">
                  <c:v>829.34375881403992</c:v>
                </c:pt>
                <c:pt idx="914">
                  <c:v>-167.21550752087998</c:v>
                </c:pt>
                <c:pt idx="915">
                  <c:v>251.710394760512</c:v>
                </c:pt>
                <c:pt idx="916">
                  <c:v>26.741029570423997</c:v>
                </c:pt>
                <c:pt idx="917">
                  <c:v>656.09064592120001</c:v>
                </c:pt>
                <c:pt idx="918">
                  <c:v>166.42735460164999</c:v>
                </c:pt>
                <c:pt idx="919">
                  <c:v>737.91017428755208</c:v>
                </c:pt>
                <c:pt idx="920">
                  <c:v>777.3188166354239</c:v>
                </c:pt>
                <c:pt idx="921">
                  <c:v>285.11096279615998</c:v>
                </c:pt>
                <c:pt idx="922">
                  <c:v>-11.994113807108002</c:v>
                </c:pt>
                <c:pt idx="923">
                  <c:v>-324.90177302307598</c:v>
                </c:pt>
                <c:pt idx="924">
                  <c:v>642.8564082483681</c:v>
                </c:pt>
                <c:pt idx="925">
                  <c:v>-265.64609495663399</c:v>
                </c:pt>
                <c:pt idx="926">
                  <c:v>95.892943105908003</c:v>
                </c:pt>
                <c:pt idx="927">
                  <c:v>-37.226081690000008</c:v>
                </c:pt>
                <c:pt idx="928">
                  <c:v>-279.76804394940405</c:v>
                </c:pt>
                <c:pt idx="929">
                  <c:v>247.18051162102796</c:v>
                </c:pt>
                <c:pt idx="930">
                  <c:v>52.872516621659997</c:v>
                </c:pt>
                <c:pt idx="931">
                  <c:v>-404.24838366204608</c:v>
                </c:pt>
                <c:pt idx="932">
                  <c:v>114.95632486298402</c:v>
                </c:pt>
                <c:pt idx="933">
                  <c:v>77.564143529939997</c:v>
                </c:pt>
                <c:pt idx="934">
                  <c:v>-15.418276197611998</c:v>
                </c:pt>
                <c:pt idx="935">
                  <c:v>15.206320630859999</c:v>
                </c:pt>
                <c:pt idx="936">
                  <c:v>247.13100501797396</c:v>
                </c:pt>
                <c:pt idx="937">
                  <c:v>-45.384746241941997</c:v>
                </c:pt>
                <c:pt idx="938">
                  <c:v>661.97210970885794</c:v>
                </c:pt>
                <c:pt idx="939">
                  <c:v>-101.12932912812001</c:v>
                </c:pt>
                <c:pt idx="940">
                  <c:v>606.68982198253002</c:v>
                </c:pt>
                <c:pt idx="941">
                  <c:v>-146.58251370797399</c:v>
                </c:pt>
                <c:pt idx="942">
                  <c:v>250.791816821</c:v>
                </c:pt>
                <c:pt idx="943">
                  <c:v>304.78406702427202</c:v>
                </c:pt>
                <c:pt idx="944">
                  <c:v>-4.9292195218840007</c:v>
                </c:pt>
                <c:pt idx="945">
                  <c:v>-19.421622882367998</c:v>
                </c:pt>
                <c:pt idx="946">
                  <c:v>-550.29504252051595</c:v>
                </c:pt>
                <c:pt idx="947">
                  <c:v>237.8096386583</c:v>
                </c:pt>
                <c:pt idx="948">
                  <c:v>-331.71677290767002</c:v>
                </c:pt>
                <c:pt idx="949">
                  <c:v>402.047805998878</c:v>
                </c:pt>
                <c:pt idx="950">
                  <c:v>98.477366582320002</c:v>
                </c:pt>
                <c:pt idx="951">
                  <c:v>210.15827472643201</c:v>
                </c:pt>
                <c:pt idx="952">
                  <c:v>-815.73655181562401</c:v>
                </c:pt>
                <c:pt idx="953">
                  <c:v>315.084968510208</c:v>
                </c:pt>
                <c:pt idx="954">
                  <c:v>-376.72125265668797</c:v>
                </c:pt>
                <c:pt idx="955">
                  <c:v>-294.60149804084796</c:v>
                </c:pt>
                <c:pt idx="956">
                  <c:v>-61.906550468307998</c:v>
                </c:pt>
                <c:pt idx="957">
                  <c:v>-223.93414740345594</c:v>
                </c:pt>
                <c:pt idx="958">
                  <c:v>-491.93381538887809</c:v>
                </c:pt>
                <c:pt idx="959">
                  <c:v>-69.41142442185</c:v>
                </c:pt>
                <c:pt idx="960">
                  <c:v>480.72981275061602</c:v>
                </c:pt>
                <c:pt idx="961">
                  <c:v>-846.26309992117604</c:v>
                </c:pt>
                <c:pt idx="962">
                  <c:v>74.333544676096011</c:v>
                </c:pt>
                <c:pt idx="963">
                  <c:v>1101.724219062934</c:v>
                </c:pt>
                <c:pt idx="964">
                  <c:v>153.10872392466399</c:v>
                </c:pt>
                <c:pt idx="965">
                  <c:v>513.32072179269005</c:v>
                </c:pt>
                <c:pt idx="966">
                  <c:v>-393.85832783539189</c:v>
                </c:pt>
                <c:pt idx="967">
                  <c:v>-599.96266765572</c:v>
                </c:pt>
                <c:pt idx="968">
                  <c:v>294.41242681439405</c:v>
                </c:pt>
                <c:pt idx="969">
                  <c:v>251.09709925491001</c:v>
                </c:pt>
                <c:pt idx="970">
                  <c:v>195.11637336439998</c:v>
                </c:pt>
                <c:pt idx="971">
                  <c:v>158.97952852781998</c:v>
                </c:pt>
                <c:pt idx="972">
                  <c:v>471.23001192803997</c:v>
                </c:pt>
                <c:pt idx="973">
                  <c:v>-24.768550306830001</c:v>
                </c:pt>
                <c:pt idx="974">
                  <c:v>-354.86526388511197</c:v>
                </c:pt>
                <c:pt idx="975">
                  <c:v>-482.30327191366791</c:v>
                </c:pt>
                <c:pt idx="976">
                  <c:v>-589.62774445284595</c:v>
                </c:pt>
                <c:pt idx="977">
                  <c:v>-70.473848247269999</c:v>
                </c:pt>
                <c:pt idx="978">
                  <c:v>-73.39691554881</c:v>
                </c:pt>
                <c:pt idx="979">
                  <c:v>597.72512108646993</c:v>
                </c:pt>
                <c:pt idx="980">
                  <c:v>-202.76108454513599</c:v>
                </c:pt>
                <c:pt idx="981">
                  <c:v>-408.96324198977402</c:v>
                </c:pt>
                <c:pt idx="982">
                  <c:v>-288.33234518698004</c:v>
                </c:pt>
                <c:pt idx="983">
                  <c:v>-199.39769464617603</c:v>
                </c:pt>
                <c:pt idx="984">
                  <c:v>-26.842147481640005</c:v>
                </c:pt>
                <c:pt idx="985">
                  <c:v>177.29552888755205</c:v>
                </c:pt>
                <c:pt idx="986">
                  <c:v>272.90138151569994</c:v>
                </c:pt>
                <c:pt idx="987">
                  <c:v>44.284049891904004</c:v>
                </c:pt>
                <c:pt idx="988">
                  <c:v>226.29851661311395</c:v>
                </c:pt>
                <c:pt idx="989">
                  <c:v>423.68217767655</c:v>
                </c:pt>
                <c:pt idx="990">
                  <c:v>72.363645598607988</c:v>
                </c:pt>
                <c:pt idx="991">
                  <c:v>-86.565670849535991</c:v>
                </c:pt>
                <c:pt idx="992">
                  <c:v>31.921509229463993</c:v>
                </c:pt>
                <c:pt idx="993">
                  <c:v>183.29182269943999</c:v>
                </c:pt>
                <c:pt idx="994">
                  <c:v>-1228.7741788735002</c:v>
                </c:pt>
                <c:pt idx="995">
                  <c:v>-589.97345142838208</c:v>
                </c:pt>
                <c:pt idx="996">
                  <c:v>184.83314094667202</c:v>
                </c:pt>
                <c:pt idx="997">
                  <c:v>119.772269156276</c:v>
                </c:pt>
                <c:pt idx="998">
                  <c:v>-49.349385983069993</c:v>
                </c:pt>
                <c:pt idx="999">
                  <c:v>-453.98488857509608</c:v>
                </c:pt>
                <c:pt idx="1000">
                  <c:v>-247.44563992350001</c:v>
                </c:pt>
                <c:pt idx="1001">
                  <c:v>353.95190453271596</c:v>
                </c:pt>
                <c:pt idx="1002">
                  <c:v>-23.435795825968004</c:v>
                </c:pt>
                <c:pt idx="1003">
                  <c:v>174.20146432415999</c:v>
                </c:pt>
                <c:pt idx="1004">
                  <c:v>146.13737273634999</c:v>
                </c:pt>
                <c:pt idx="1005">
                  <c:v>-426.74151460456403</c:v>
                </c:pt>
                <c:pt idx="1006">
                  <c:v>307.96904087886799</c:v>
                </c:pt>
                <c:pt idx="1007">
                  <c:v>354.57413528652</c:v>
                </c:pt>
                <c:pt idx="1008">
                  <c:v>170.23203002076397</c:v>
                </c:pt>
                <c:pt idx="1009">
                  <c:v>-730.89930572724006</c:v>
                </c:pt>
                <c:pt idx="1010">
                  <c:v>-184.93388950245</c:v>
                </c:pt>
                <c:pt idx="1011">
                  <c:v>-887.26497351460785</c:v>
                </c:pt>
                <c:pt idx="1012">
                  <c:v>237.10600604581799</c:v>
                </c:pt>
                <c:pt idx="1013">
                  <c:v>763.26118852178979</c:v>
                </c:pt>
                <c:pt idx="1014">
                  <c:v>-719.46984552302388</c:v>
                </c:pt>
                <c:pt idx="1015">
                  <c:v>-1133.4687269142239</c:v>
                </c:pt>
                <c:pt idx="1016">
                  <c:v>182.96240749704003</c:v>
                </c:pt>
                <c:pt idx="1017">
                  <c:v>681.38627323874402</c:v>
                </c:pt>
                <c:pt idx="1018">
                  <c:v>524.75810119761604</c:v>
                </c:pt>
                <c:pt idx="1019">
                  <c:v>-13.305566123195998</c:v>
                </c:pt>
                <c:pt idx="1020">
                  <c:v>369.46275031971203</c:v>
                </c:pt>
                <c:pt idx="1021">
                  <c:v>112.576745461716</c:v>
                </c:pt>
                <c:pt idx="1022">
                  <c:v>-342.54894212403804</c:v>
                </c:pt>
                <c:pt idx="1023">
                  <c:v>461.23680112730403</c:v>
                </c:pt>
                <c:pt idx="1024">
                  <c:v>237.309400180296</c:v>
                </c:pt>
                <c:pt idx="1025">
                  <c:v>6.4658239739260006</c:v>
                </c:pt>
                <c:pt idx="1026">
                  <c:v>-184.75514778024399</c:v>
                </c:pt>
                <c:pt idx="1027">
                  <c:v>-491.07300679179605</c:v>
                </c:pt>
                <c:pt idx="1028">
                  <c:v>1116.2549744808</c:v>
                </c:pt>
                <c:pt idx="1029">
                  <c:v>-309.08894748982993</c:v>
                </c:pt>
                <c:pt idx="1030">
                  <c:v>565.26191329273604</c:v>
                </c:pt>
                <c:pt idx="1031">
                  <c:v>272.08868856657597</c:v>
                </c:pt>
                <c:pt idx="1032">
                  <c:v>243.05659889125596</c:v>
                </c:pt>
                <c:pt idx="1033">
                  <c:v>31.79511973868</c:v>
                </c:pt>
                <c:pt idx="1034">
                  <c:v>-508.81206839161587</c:v>
                </c:pt>
                <c:pt idx="1035">
                  <c:v>-357.42586187992794</c:v>
                </c:pt>
                <c:pt idx="1036">
                  <c:v>606.78964450229387</c:v>
                </c:pt>
                <c:pt idx="1037">
                  <c:v>79.257194476615993</c:v>
                </c:pt>
                <c:pt idx="1038">
                  <c:v>-65.142528584980013</c:v>
                </c:pt>
                <c:pt idx="1039">
                  <c:v>-654.00540056073612</c:v>
                </c:pt>
                <c:pt idx="1040">
                  <c:v>233.82366498296003</c:v>
                </c:pt>
                <c:pt idx="1041">
                  <c:v>-1010.0787290244903</c:v>
                </c:pt>
                <c:pt idx="1042">
                  <c:v>-5.9256506284980004</c:v>
                </c:pt>
                <c:pt idx="1043">
                  <c:v>-512.64734475253192</c:v>
                </c:pt>
                <c:pt idx="1044">
                  <c:v>286.89253489674002</c:v>
                </c:pt>
                <c:pt idx="1045">
                  <c:v>462.34691454651602</c:v>
                </c:pt>
                <c:pt idx="1046">
                  <c:v>-147.67532027234799</c:v>
                </c:pt>
                <c:pt idx="1047">
                  <c:v>-684.47320171209003</c:v>
                </c:pt>
                <c:pt idx="1048">
                  <c:v>529.49039324127989</c:v>
                </c:pt>
                <c:pt idx="1049">
                  <c:v>452.79477645987004</c:v>
                </c:pt>
                <c:pt idx="1050">
                  <c:v>-206.33405740385999</c:v>
                </c:pt>
                <c:pt idx="1051">
                  <c:v>968.06003228871998</c:v>
                </c:pt>
                <c:pt idx="1052">
                  <c:v>600.73375685108999</c:v>
                </c:pt>
                <c:pt idx="1053">
                  <c:v>47.081801411610009</c:v>
                </c:pt>
                <c:pt idx="1054">
                  <c:v>171.44584517184799</c:v>
                </c:pt>
                <c:pt idx="1055">
                  <c:v>211.54466457280199</c:v>
                </c:pt>
                <c:pt idx="1056">
                  <c:v>182.26414418697397</c:v>
                </c:pt>
                <c:pt idx="1057">
                  <c:v>-82.076896648376007</c:v>
                </c:pt>
                <c:pt idx="1058">
                  <c:v>28.296942223880002</c:v>
                </c:pt>
                <c:pt idx="1059">
                  <c:v>87.05099219888001</c:v>
                </c:pt>
                <c:pt idx="1060">
                  <c:v>119.563375263772</c:v>
                </c:pt>
                <c:pt idx="1061">
                  <c:v>151.93161625684002</c:v>
                </c:pt>
                <c:pt idx="1062">
                  <c:v>247.55021404938802</c:v>
                </c:pt>
                <c:pt idx="1063">
                  <c:v>-376.95549586291196</c:v>
                </c:pt>
                <c:pt idx="1064">
                  <c:v>-5.1683531613579996</c:v>
                </c:pt>
                <c:pt idx="1065">
                  <c:v>-154.76952189462</c:v>
                </c:pt>
                <c:pt idx="1066">
                  <c:v>15.379683564294002</c:v>
                </c:pt>
                <c:pt idx="1067">
                  <c:v>-36.255394621838008</c:v>
                </c:pt>
                <c:pt idx="1068">
                  <c:v>370.90736560900802</c:v>
                </c:pt>
                <c:pt idx="1069">
                  <c:v>-125.25875672635199</c:v>
                </c:pt>
                <c:pt idx="1070">
                  <c:v>126.3451831942</c:v>
                </c:pt>
                <c:pt idx="1071">
                  <c:v>-66.029347746829998</c:v>
                </c:pt>
                <c:pt idx="1072">
                  <c:v>-25.361209437630002</c:v>
                </c:pt>
                <c:pt idx="1073">
                  <c:v>-706.73407510747984</c:v>
                </c:pt>
                <c:pt idx="1074">
                  <c:v>-119.97489894542399</c:v>
                </c:pt>
                <c:pt idx="1075">
                  <c:v>-198.39977111011203</c:v>
                </c:pt>
                <c:pt idx="1076">
                  <c:v>-93.680717007059982</c:v>
                </c:pt>
                <c:pt idx="1077">
                  <c:v>-52.923632008380004</c:v>
                </c:pt>
                <c:pt idx="1078">
                  <c:v>-569.21206871486402</c:v>
                </c:pt>
                <c:pt idx="1079">
                  <c:v>318.95557317009997</c:v>
                </c:pt>
                <c:pt idx="1080">
                  <c:v>107.918138835924</c:v>
                </c:pt>
                <c:pt idx="1081">
                  <c:v>347.96452933689397</c:v>
                </c:pt>
                <c:pt idx="1082">
                  <c:v>607.94589054249604</c:v>
                </c:pt>
                <c:pt idx="1083">
                  <c:v>929.54691160687196</c:v>
                </c:pt>
                <c:pt idx="1084">
                  <c:v>-5.6607164129300003</c:v>
                </c:pt>
                <c:pt idx="1085">
                  <c:v>121.97484943529601</c:v>
                </c:pt>
                <c:pt idx="1086">
                  <c:v>89.82170489938801</c:v>
                </c:pt>
                <c:pt idx="1087">
                  <c:v>-70.576165552956013</c:v>
                </c:pt>
                <c:pt idx="1088">
                  <c:v>-117.47892481305598</c:v>
                </c:pt>
                <c:pt idx="1089">
                  <c:v>168.17991634513999</c:v>
                </c:pt>
                <c:pt idx="1090">
                  <c:v>14.093294442563998</c:v>
                </c:pt>
                <c:pt idx="1091">
                  <c:v>-190.77908263224396</c:v>
                </c:pt>
                <c:pt idx="1092">
                  <c:v>-346.00783600560004</c:v>
                </c:pt>
                <c:pt idx="1093">
                  <c:v>480.59280944223599</c:v>
                </c:pt>
                <c:pt idx="1094">
                  <c:v>-81.614749144580003</c:v>
                </c:pt>
                <c:pt idx="1095">
                  <c:v>-464.686509785</c:v>
                </c:pt>
                <c:pt idx="1096">
                  <c:v>260.39162563120004</c:v>
                </c:pt>
                <c:pt idx="1097">
                  <c:v>145.95140763116598</c:v>
                </c:pt>
                <c:pt idx="1098">
                  <c:v>-294.03920209671003</c:v>
                </c:pt>
                <c:pt idx="1099">
                  <c:v>-156.05520493709201</c:v>
                </c:pt>
                <c:pt idx="1100">
                  <c:v>548.12212589267983</c:v>
                </c:pt>
                <c:pt idx="1101">
                  <c:v>-4.7316139069820009</c:v>
                </c:pt>
                <c:pt idx="1102">
                  <c:v>-107.64684735083799</c:v>
                </c:pt>
                <c:pt idx="1103">
                  <c:v>-559.34188057272797</c:v>
                </c:pt>
                <c:pt idx="1104">
                  <c:v>117.41365066215199</c:v>
                </c:pt>
                <c:pt idx="1105">
                  <c:v>191.16415792928998</c:v>
                </c:pt>
                <c:pt idx="1106">
                  <c:v>-319.82639512863602</c:v>
                </c:pt>
                <c:pt idx="1107">
                  <c:v>24.202702838789996</c:v>
                </c:pt>
                <c:pt idx="1108">
                  <c:v>-647.02423658414398</c:v>
                </c:pt>
                <c:pt idx="1109">
                  <c:v>276.60988733540393</c:v>
                </c:pt>
                <c:pt idx="1110">
                  <c:v>610.60432544555204</c:v>
                </c:pt>
                <c:pt idx="1111">
                  <c:v>-321.52415702487991</c:v>
                </c:pt>
                <c:pt idx="1112">
                  <c:v>374.10336482817604</c:v>
                </c:pt>
                <c:pt idx="1113">
                  <c:v>-253.41150303004804</c:v>
                </c:pt>
                <c:pt idx="1114">
                  <c:v>355.73691464629798</c:v>
                </c:pt>
                <c:pt idx="1115">
                  <c:v>-160.35616917839596</c:v>
                </c:pt>
                <c:pt idx="1116">
                  <c:v>459.97468808737</c:v>
                </c:pt>
                <c:pt idx="1117">
                  <c:v>-177.76781787184001</c:v>
                </c:pt>
                <c:pt idx="1118">
                  <c:v>-94.004969153930006</c:v>
                </c:pt>
                <c:pt idx="1119">
                  <c:v>-126.531379286104</c:v>
                </c:pt>
                <c:pt idx="1120">
                  <c:v>-4.9530460965180012</c:v>
                </c:pt>
                <c:pt idx="1121">
                  <c:v>-200.47665368172198</c:v>
                </c:pt>
                <c:pt idx="1122">
                  <c:v>59.013852387983995</c:v>
                </c:pt>
                <c:pt idx="1123">
                  <c:v>-469.88255264507001</c:v>
                </c:pt>
                <c:pt idx="1124">
                  <c:v>103.24239544785598</c:v>
                </c:pt>
                <c:pt idx="1125">
                  <c:v>656.75699948751981</c:v>
                </c:pt>
                <c:pt idx="1126">
                  <c:v>84.282760011936006</c:v>
                </c:pt>
                <c:pt idx="1127">
                  <c:v>221.48116117111397</c:v>
                </c:pt>
                <c:pt idx="1128">
                  <c:v>-50.405130225459999</c:v>
                </c:pt>
                <c:pt idx="1129">
                  <c:v>-29.579707634363999</c:v>
                </c:pt>
                <c:pt idx="1130">
                  <c:v>258.24922371643197</c:v>
                </c:pt>
                <c:pt idx="1131">
                  <c:v>-54.046707403700019</c:v>
                </c:pt>
                <c:pt idx="1132">
                  <c:v>29.159472854952</c:v>
                </c:pt>
                <c:pt idx="1133">
                  <c:v>144.45343945745998</c:v>
                </c:pt>
                <c:pt idx="1134">
                  <c:v>406.77905270308804</c:v>
                </c:pt>
                <c:pt idx="1135">
                  <c:v>487.69040544413406</c:v>
                </c:pt>
                <c:pt idx="1136">
                  <c:v>616.87293663192395</c:v>
                </c:pt>
                <c:pt idx="1137">
                  <c:v>-276.34850089616003</c:v>
                </c:pt>
                <c:pt idx="1138">
                  <c:v>-204.08661211201201</c:v>
                </c:pt>
                <c:pt idx="1139">
                  <c:v>194.35542613257599</c:v>
                </c:pt>
                <c:pt idx="1140">
                  <c:v>-354.40994239964999</c:v>
                </c:pt>
                <c:pt idx="1141">
                  <c:v>-176.13957318632799</c:v>
                </c:pt>
                <c:pt idx="1142">
                  <c:v>-168.02062981027194</c:v>
                </c:pt>
                <c:pt idx="1143">
                  <c:v>-630.64113863968009</c:v>
                </c:pt>
                <c:pt idx="1144">
                  <c:v>236.10512700070001</c:v>
                </c:pt>
                <c:pt idx="1145">
                  <c:v>4.8582348178059993</c:v>
                </c:pt>
                <c:pt idx="1146">
                  <c:v>483.93682119339201</c:v>
                </c:pt>
                <c:pt idx="1147">
                  <c:v>-4.9894232011800002</c:v>
                </c:pt>
                <c:pt idx="1148">
                  <c:v>-301.46201854477999</c:v>
                </c:pt>
                <c:pt idx="1149">
                  <c:v>434.60435186856</c:v>
                </c:pt>
                <c:pt idx="1150">
                  <c:v>29.542156136867998</c:v>
                </c:pt>
                <c:pt idx="1151">
                  <c:v>-758.55023184064009</c:v>
                </c:pt>
                <c:pt idx="1152">
                  <c:v>315.75269091907199</c:v>
                </c:pt>
                <c:pt idx="1153">
                  <c:v>40.447099813888002</c:v>
                </c:pt>
                <c:pt idx="1154">
                  <c:v>128.650157936456</c:v>
                </c:pt>
                <c:pt idx="1155">
                  <c:v>139.87197450060802</c:v>
                </c:pt>
                <c:pt idx="1156">
                  <c:v>58.854458139240002</c:v>
                </c:pt>
                <c:pt idx="1157">
                  <c:v>-138.76611640725798</c:v>
                </c:pt>
                <c:pt idx="1158">
                  <c:v>-23.351892173480003</c:v>
                </c:pt>
                <c:pt idx="1159">
                  <c:v>-464.37171579160002</c:v>
                </c:pt>
                <c:pt idx="1160">
                  <c:v>-60.780800344367997</c:v>
                </c:pt>
                <c:pt idx="1161">
                  <c:v>176.22248350797997</c:v>
                </c:pt>
                <c:pt idx="1162">
                  <c:v>-213.31056718582801</c:v>
                </c:pt>
                <c:pt idx="1163">
                  <c:v>-430.36829878743595</c:v>
                </c:pt>
                <c:pt idx="1164">
                  <c:v>305.63416284895794</c:v>
                </c:pt>
                <c:pt idx="1165">
                  <c:v>-164.48045707052802</c:v>
                </c:pt>
                <c:pt idx="1166">
                  <c:v>177.17260410919201</c:v>
                </c:pt>
                <c:pt idx="1167">
                  <c:v>532.48641621218405</c:v>
                </c:pt>
                <c:pt idx="1168">
                  <c:v>-458.71629639791399</c:v>
                </c:pt>
                <c:pt idx="1169">
                  <c:v>117.00416475648399</c:v>
                </c:pt>
                <c:pt idx="1170">
                  <c:v>-422.59692906872795</c:v>
                </c:pt>
                <c:pt idx="1171">
                  <c:v>-322.179119036288</c:v>
                </c:pt>
                <c:pt idx="1172">
                  <c:v>81.686196483480003</c:v>
                </c:pt>
                <c:pt idx="1173">
                  <c:v>-88.757441848639985</c:v>
                </c:pt>
                <c:pt idx="1174">
                  <c:v>-27.805370571510004</c:v>
                </c:pt>
                <c:pt idx="1175">
                  <c:v>-85.362122757599991</c:v>
                </c:pt>
                <c:pt idx="1176">
                  <c:v>-261.27373015298804</c:v>
                </c:pt>
                <c:pt idx="1177">
                  <c:v>-854.2624859026721</c:v>
                </c:pt>
                <c:pt idx="1178">
                  <c:v>-606.35429883516804</c:v>
                </c:pt>
                <c:pt idx="1179">
                  <c:v>-204.07897688037997</c:v>
                </c:pt>
                <c:pt idx="1180">
                  <c:v>185.00851698294002</c:v>
                </c:pt>
                <c:pt idx="1181">
                  <c:v>-392.07458521778403</c:v>
                </c:pt>
                <c:pt idx="1182">
                  <c:v>-802.98095025194209</c:v>
                </c:pt>
                <c:pt idx="1183">
                  <c:v>-222.05981747196003</c:v>
                </c:pt>
                <c:pt idx="1184">
                  <c:v>77.865011775551991</c:v>
                </c:pt>
                <c:pt idx="1185">
                  <c:v>-165.75811290760004</c:v>
                </c:pt>
                <c:pt idx="1186">
                  <c:v>-293.06822115912001</c:v>
                </c:pt>
                <c:pt idx="1187">
                  <c:v>-805.42134132234787</c:v>
                </c:pt>
                <c:pt idx="1188">
                  <c:v>1175.3213934581081</c:v>
                </c:pt>
                <c:pt idx="1189">
                  <c:v>-703.42125681544189</c:v>
                </c:pt>
                <c:pt idx="1190">
                  <c:v>772.31364052776598</c:v>
                </c:pt>
                <c:pt idx="1191">
                  <c:v>-218.13847518491997</c:v>
                </c:pt>
                <c:pt idx="1192">
                  <c:v>-135.875649344728</c:v>
                </c:pt>
                <c:pt idx="1193">
                  <c:v>286.61217207208</c:v>
                </c:pt>
                <c:pt idx="1194">
                  <c:v>-174.27737138083199</c:v>
                </c:pt>
                <c:pt idx="1195">
                  <c:v>1636.0497786458639</c:v>
                </c:pt>
                <c:pt idx="1196">
                  <c:v>60.596832913472007</c:v>
                </c:pt>
                <c:pt idx="1197">
                  <c:v>483.48323528479006</c:v>
                </c:pt>
                <c:pt idx="1198">
                  <c:v>-508.29831341197996</c:v>
                </c:pt>
                <c:pt idx="1199">
                  <c:v>-620.78601497633611</c:v>
                </c:pt>
                <c:pt idx="1200">
                  <c:v>-183.88111835579201</c:v>
                </c:pt>
                <c:pt idx="1201">
                  <c:v>390.54239587933205</c:v>
                </c:pt>
                <c:pt idx="1202">
                  <c:v>58.087099181904009</c:v>
                </c:pt>
                <c:pt idx="1203">
                  <c:v>963.16588376756999</c:v>
                </c:pt>
                <c:pt idx="1204">
                  <c:v>-59.497975763920003</c:v>
                </c:pt>
                <c:pt idx="1205">
                  <c:v>232.15581859551997</c:v>
                </c:pt>
                <c:pt idx="1206">
                  <c:v>-331.74704137167197</c:v>
                </c:pt>
                <c:pt idx="1207">
                  <c:v>-535.60897563681215</c:v>
                </c:pt>
                <c:pt idx="1208">
                  <c:v>35.014265390200002</c:v>
                </c:pt>
                <c:pt idx="1209">
                  <c:v>697.84828311760998</c:v>
                </c:pt>
                <c:pt idx="1210">
                  <c:v>-93.888095788733992</c:v>
                </c:pt>
                <c:pt idx="1211">
                  <c:v>-386.25984642674001</c:v>
                </c:pt>
                <c:pt idx="1212">
                  <c:v>269.124520722368</c:v>
                </c:pt>
                <c:pt idx="1213">
                  <c:v>707.04281449130008</c:v>
                </c:pt>
                <c:pt idx="1214">
                  <c:v>-177.73334302314998</c:v>
                </c:pt>
                <c:pt idx="1215">
                  <c:v>76.012936651916007</c:v>
                </c:pt>
                <c:pt idx="1216">
                  <c:v>364.244369390408</c:v>
                </c:pt>
                <c:pt idx="1217">
                  <c:v>110.93947256780802</c:v>
                </c:pt>
                <c:pt idx="1218">
                  <c:v>-548.51421286275001</c:v>
                </c:pt>
                <c:pt idx="1219">
                  <c:v>-45.718876353080006</c:v>
                </c:pt>
                <c:pt idx="1220">
                  <c:v>66.983631412279991</c:v>
                </c:pt>
                <c:pt idx="1221">
                  <c:v>654.19953324211201</c:v>
                </c:pt>
                <c:pt idx="1222">
                  <c:v>47.618174064300007</c:v>
                </c:pt>
                <c:pt idx="1223">
                  <c:v>-137.11970227804798</c:v>
                </c:pt>
                <c:pt idx="1224">
                  <c:v>-127.83494236127999</c:v>
                </c:pt>
                <c:pt idx="1225">
                  <c:v>-947.59876771566394</c:v>
                </c:pt>
                <c:pt idx="1226">
                  <c:v>-926.98175510560804</c:v>
                </c:pt>
                <c:pt idx="1227">
                  <c:v>233.96440204217203</c:v>
                </c:pt>
                <c:pt idx="1228">
                  <c:v>-46.666165216454011</c:v>
                </c:pt>
                <c:pt idx="1229">
                  <c:v>-499.18200069975001</c:v>
                </c:pt>
                <c:pt idx="1230">
                  <c:v>-195.73119225967</c:v>
                </c:pt>
                <c:pt idx="1231">
                  <c:v>27.622827572712001</c:v>
                </c:pt>
                <c:pt idx="1232">
                  <c:v>1222.76334403584</c:v>
                </c:pt>
                <c:pt idx="1233">
                  <c:v>523.16600640751994</c:v>
                </c:pt>
                <c:pt idx="1234">
                  <c:v>-187.101583733116</c:v>
                </c:pt>
                <c:pt idx="1235">
                  <c:v>292.72546579905401</c:v>
                </c:pt>
                <c:pt idx="1236">
                  <c:v>-7.1113013384080004</c:v>
                </c:pt>
                <c:pt idx="1237">
                  <c:v>-1052.6753083851002</c:v>
                </c:pt>
                <c:pt idx="1238">
                  <c:v>-610.7927928147501</c:v>
                </c:pt>
                <c:pt idx="1239">
                  <c:v>198.61547374146005</c:v>
                </c:pt>
                <c:pt idx="1240">
                  <c:v>-144.65378100439202</c:v>
                </c:pt>
                <c:pt idx="1241">
                  <c:v>-1124.93025331641</c:v>
                </c:pt>
                <c:pt idx="1242">
                  <c:v>162.08235671120005</c:v>
                </c:pt>
                <c:pt idx="1243">
                  <c:v>1015.1112058982239</c:v>
                </c:pt>
                <c:pt idx="1244">
                  <c:v>646.54733769387587</c:v>
                </c:pt>
                <c:pt idx="1245">
                  <c:v>-102.89442003167602</c:v>
                </c:pt>
                <c:pt idx="1246">
                  <c:v>170.57928153609598</c:v>
                </c:pt>
                <c:pt idx="1247">
                  <c:v>-84.009716707319996</c:v>
                </c:pt>
                <c:pt idx="1248">
                  <c:v>-62.783610031385997</c:v>
                </c:pt>
                <c:pt idx="1249">
                  <c:v>-982.76940876873596</c:v>
                </c:pt>
                <c:pt idx="1250">
                  <c:v>735.24265586706406</c:v>
                </c:pt>
                <c:pt idx="1251">
                  <c:v>745.79119929560011</c:v>
                </c:pt>
                <c:pt idx="1252">
                  <c:v>401.24469273768011</c:v>
                </c:pt>
                <c:pt idx="1253">
                  <c:v>-35.208292146429997</c:v>
                </c:pt>
                <c:pt idx="1254">
                  <c:v>515.64503166225609</c:v>
                </c:pt>
                <c:pt idx="1255">
                  <c:v>-47.736825131562007</c:v>
                </c:pt>
                <c:pt idx="1256">
                  <c:v>544.61086583704389</c:v>
                </c:pt>
                <c:pt idx="1257">
                  <c:v>0</c:v>
                </c:pt>
                <c:pt idx="1258">
                  <c:v>-436.42680648361801</c:v>
                </c:pt>
                <c:pt idx="1259">
                  <c:v>-142.92893482926797</c:v>
                </c:pt>
                <c:pt idx="1260">
                  <c:v>184.15509340577802</c:v>
                </c:pt>
                <c:pt idx="1261">
                  <c:v>-56.215695283595984</c:v>
                </c:pt>
                <c:pt idx="1262">
                  <c:v>310.54743462622599</c:v>
                </c:pt>
                <c:pt idx="1263">
                  <c:v>-447.023198158848</c:v>
                </c:pt>
                <c:pt idx="1264">
                  <c:v>90.42626923008001</c:v>
                </c:pt>
                <c:pt idx="1265">
                  <c:v>-222.41414631326401</c:v>
                </c:pt>
                <c:pt idx="1266">
                  <c:v>-387.00334059584003</c:v>
                </c:pt>
                <c:pt idx="1267">
                  <c:v>182.39717129796</c:v>
                </c:pt>
                <c:pt idx="1268">
                  <c:v>-172.311688101448</c:v>
                </c:pt>
                <c:pt idx="1269">
                  <c:v>509.37906046498802</c:v>
                </c:pt>
                <c:pt idx="1270">
                  <c:v>12.412275488340001</c:v>
                </c:pt>
                <c:pt idx="1271">
                  <c:v>133.63187344055999</c:v>
                </c:pt>
                <c:pt idx="1272">
                  <c:v>103.94007001560799</c:v>
                </c:pt>
                <c:pt idx="1273">
                  <c:v>113.65048387709601</c:v>
                </c:pt>
                <c:pt idx="1274">
                  <c:v>397.43952748106204</c:v>
                </c:pt>
                <c:pt idx="1275">
                  <c:v>-6.0132880933819992</c:v>
                </c:pt>
                <c:pt idx="1276">
                  <c:v>-334.18160138121601</c:v>
                </c:pt>
                <c:pt idx="1277">
                  <c:v>499.60572449627995</c:v>
                </c:pt>
                <c:pt idx="1278">
                  <c:v>198.16528091000004</c:v>
                </c:pt>
                <c:pt idx="1279">
                  <c:v>-39.799017349784002</c:v>
                </c:pt>
                <c:pt idx="1280">
                  <c:v>-33.473738240484003</c:v>
                </c:pt>
                <c:pt idx="1281">
                  <c:v>401.25447272677599</c:v>
                </c:pt>
                <c:pt idx="1282">
                  <c:v>-682.37140962524995</c:v>
                </c:pt>
                <c:pt idx="1283">
                  <c:v>-214.61145611952</c:v>
                </c:pt>
                <c:pt idx="1284">
                  <c:v>86.392895067040016</c:v>
                </c:pt>
                <c:pt idx="1285">
                  <c:v>-412.07197859820002</c:v>
                </c:pt>
                <c:pt idx="1286">
                  <c:v>416.98996663631999</c:v>
                </c:pt>
                <c:pt idx="1287">
                  <c:v>55.058610254659996</c:v>
                </c:pt>
                <c:pt idx="1288">
                  <c:v>1265.6049868740683</c:v>
                </c:pt>
                <c:pt idx="1289">
                  <c:v>11.096332744324</c:v>
                </c:pt>
                <c:pt idx="1290">
                  <c:v>163.95951802703999</c:v>
                </c:pt>
                <c:pt idx="1291">
                  <c:v>-58.137816375143998</c:v>
                </c:pt>
                <c:pt idx="1292">
                  <c:v>51.270384625879998</c:v>
                </c:pt>
                <c:pt idx="1293">
                  <c:v>40.408382151935996</c:v>
                </c:pt>
                <c:pt idx="1294">
                  <c:v>-40.051646490160003</c:v>
                </c:pt>
                <c:pt idx="1295">
                  <c:v>-558.26731703759992</c:v>
                </c:pt>
                <c:pt idx="1296">
                  <c:v>-89.589163191515993</c:v>
                </c:pt>
                <c:pt idx="1297">
                  <c:v>109.86827889096401</c:v>
                </c:pt>
                <c:pt idx="1298">
                  <c:v>229.60354795221201</c:v>
                </c:pt>
                <c:pt idx="1299">
                  <c:v>-444.34034915256007</c:v>
                </c:pt>
                <c:pt idx="1300">
                  <c:v>4.9809043218440001</c:v>
                </c:pt>
                <c:pt idx="1301">
                  <c:v>347.18515716332399</c:v>
                </c:pt>
                <c:pt idx="1302">
                  <c:v>34.618384327674008</c:v>
                </c:pt>
                <c:pt idx="1303">
                  <c:v>-9.6600620560760007</c:v>
                </c:pt>
                <c:pt idx="1304">
                  <c:v>305.16860111787003</c:v>
                </c:pt>
                <c:pt idx="1305">
                  <c:v>-34.485800746180004</c:v>
                </c:pt>
                <c:pt idx="1306">
                  <c:v>693.26465971951984</c:v>
                </c:pt>
                <c:pt idx="1307">
                  <c:v>283.83127955579596</c:v>
                </c:pt>
                <c:pt idx="1308">
                  <c:v>386.32703904500602</c:v>
                </c:pt>
                <c:pt idx="1309">
                  <c:v>38.450354273872001</c:v>
                </c:pt>
                <c:pt idx="1310">
                  <c:v>486.24786475156992</c:v>
                </c:pt>
                <c:pt idx="1311">
                  <c:v>-28.426802513531999</c:v>
                </c:pt>
                <c:pt idx="1312">
                  <c:v>46.368878866780001</c:v>
                </c:pt>
                <c:pt idx="1313">
                  <c:v>-64.705033010296006</c:v>
                </c:pt>
                <c:pt idx="1314">
                  <c:v>82.479378765312006</c:v>
                </c:pt>
                <c:pt idx="1315">
                  <c:v>675.32363477224806</c:v>
                </c:pt>
                <c:pt idx="1316">
                  <c:v>-251.16307345404803</c:v>
                </c:pt>
                <c:pt idx="1317">
                  <c:v>-165.33604657173203</c:v>
                </c:pt>
                <c:pt idx="1318">
                  <c:v>-248.22895906692801</c:v>
                </c:pt>
                <c:pt idx="1319">
                  <c:v>-84.292372650085994</c:v>
                </c:pt>
                <c:pt idx="1320">
                  <c:v>-261.41264054723996</c:v>
                </c:pt>
                <c:pt idx="1321">
                  <c:v>145.37401742503602</c:v>
                </c:pt>
                <c:pt idx="1322">
                  <c:v>-517.16934646096797</c:v>
                </c:pt>
                <c:pt idx="1323">
                  <c:v>-245.64071271666802</c:v>
                </c:pt>
                <c:pt idx="1324">
                  <c:v>-259.295963832864</c:v>
                </c:pt>
                <c:pt idx="1325">
                  <c:v>108.23002399289599</c:v>
                </c:pt>
                <c:pt idx="1326">
                  <c:v>-12.460969154400001</c:v>
                </c:pt>
                <c:pt idx="1327">
                  <c:v>289.60886717223997</c:v>
                </c:pt>
                <c:pt idx="1328">
                  <c:v>70.542126679636013</c:v>
                </c:pt>
                <c:pt idx="1329">
                  <c:v>-362.64933815705399</c:v>
                </c:pt>
                <c:pt idx="1330">
                  <c:v>98.659564937471998</c:v>
                </c:pt>
                <c:pt idx="1331">
                  <c:v>152.18701726132798</c:v>
                </c:pt>
                <c:pt idx="1332">
                  <c:v>388.97405640019804</c:v>
                </c:pt>
                <c:pt idx="1333">
                  <c:v>-423.93822587055604</c:v>
                </c:pt>
                <c:pt idx="1334">
                  <c:v>528.40619209600004</c:v>
                </c:pt>
                <c:pt idx="1335">
                  <c:v>-97.023009089235998</c:v>
                </c:pt>
                <c:pt idx="1336">
                  <c:v>-807.52754302624794</c:v>
                </c:pt>
                <c:pt idx="1337">
                  <c:v>-16.153275623536004</c:v>
                </c:pt>
                <c:pt idx="1338">
                  <c:v>55.827412023967995</c:v>
                </c:pt>
                <c:pt idx="1339">
                  <c:v>-260.75042868092396</c:v>
                </c:pt>
                <c:pt idx="1340">
                  <c:v>-386.12267072136001</c:v>
                </c:pt>
                <c:pt idx="1341">
                  <c:v>-345.05956085032994</c:v>
                </c:pt>
                <c:pt idx="1342">
                  <c:v>225.16549847204402</c:v>
                </c:pt>
                <c:pt idx="1343">
                  <c:v>-88.292197158354</c:v>
                </c:pt>
                <c:pt idx="1344">
                  <c:v>-120.07862289032801</c:v>
                </c:pt>
                <c:pt idx="1345">
                  <c:v>-116.12721799168003</c:v>
                </c:pt>
                <c:pt idx="1346">
                  <c:v>-226.50665062784003</c:v>
                </c:pt>
                <c:pt idx="1347">
                  <c:v>33.184334165936001</c:v>
                </c:pt>
                <c:pt idx="1348">
                  <c:v>-109.54315846052799</c:v>
                </c:pt>
                <c:pt idx="1349">
                  <c:v>-157.336128767388</c:v>
                </c:pt>
                <c:pt idx="1350">
                  <c:v>-385.27369909020001</c:v>
                </c:pt>
                <c:pt idx="1351">
                  <c:v>100.99826756664</c:v>
                </c:pt>
                <c:pt idx="1352">
                  <c:v>104.938166455632</c:v>
                </c:pt>
                <c:pt idx="1353">
                  <c:v>30.198510177990009</c:v>
                </c:pt>
                <c:pt idx="1354">
                  <c:v>200.09774281560402</c:v>
                </c:pt>
                <c:pt idx="1355">
                  <c:v>617.70864527487595</c:v>
                </c:pt>
                <c:pt idx="1356">
                  <c:v>73.802992046984002</c:v>
                </c:pt>
                <c:pt idx="1357">
                  <c:v>-190.06853823701999</c:v>
                </c:pt>
                <c:pt idx="1358">
                  <c:v>115.83149934969001</c:v>
                </c:pt>
                <c:pt idx="1359">
                  <c:v>-530.31302686458594</c:v>
                </c:pt>
                <c:pt idx="1360">
                  <c:v>170.84813404415999</c:v>
                </c:pt>
                <c:pt idx="1361">
                  <c:v>481.15180922533204</c:v>
                </c:pt>
                <c:pt idx="1362">
                  <c:v>72.428526397192002</c:v>
                </c:pt>
                <c:pt idx="1363">
                  <c:v>-137.83447884921</c:v>
                </c:pt>
                <c:pt idx="1364">
                  <c:v>-993.94340693400011</c:v>
                </c:pt>
                <c:pt idx="1365">
                  <c:v>-40.590363866160004</c:v>
                </c:pt>
                <c:pt idx="1366">
                  <c:v>-525.72076458099991</c:v>
                </c:pt>
                <c:pt idx="1367">
                  <c:v>325.27734438239997</c:v>
                </c:pt>
                <c:pt idx="1368">
                  <c:v>8.9954692813160015</c:v>
                </c:pt>
                <c:pt idx="1369">
                  <c:v>575.17799175184803</c:v>
                </c:pt>
                <c:pt idx="1370">
                  <c:v>-224.235068903328</c:v>
                </c:pt>
                <c:pt idx="1371">
                  <c:v>187.15524062494197</c:v>
                </c:pt>
                <c:pt idx="1372">
                  <c:v>340.89769437262601</c:v>
                </c:pt>
                <c:pt idx="1373">
                  <c:v>-221.04921373777199</c:v>
                </c:pt>
                <c:pt idx="1374">
                  <c:v>-235.11176913697602</c:v>
                </c:pt>
                <c:pt idx="1375">
                  <c:v>260.05764207668398</c:v>
                </c:pt>
                <c:pt idx="1376">
                  <c:v>-439.83460891537203</c:v>
                </c:pt>
                <c:pt idx="1377">
                  <c:v>-100.138727028424</c:v>
                </c:pt>
                <c:pt idx="1378">
                  <c:v>-439.10986775690799</c:v>
                </c:pt>
                <c:pt idx="1379">
                  <c:v>13.460099958011996</c:v>
                </c:pt>
                <c:pt idx="1380">
                  <c:v>42.197542701857998</c:v>
                </c:pt>
                <c:pt idx="1381">
                  <c:v>144.76391384167201</c:v>
                </c:pt>
                <c:pt idx="1382">
                  <c:v>-443.46031349068801</c:v>
                </c:pt>
                <c:pt idx="1383">
                  <c:v>127.80424114712802</c:v>
                </c:pt>
                <c:pt idx="1384">
                  <c:v>-534.56135455498998</c:v>
                </c:pt>
                <c:pt idx="1385">
                  <c:v>422.61417110458797</c:v>
                </c:pt>
                <c:pt idx="1386">
                  <c:v>-91.131651544068006</c:v>
                </c:pt>
                <c:pt idx="1387">
                  <c:v>-619.64978656662993</c:v>
                </c:pt>
                <c:pt idx="1388">
                  <c:v>-49.38979488356</c:v>
                </c:pt>
                <c:pt idx="1389">
                  <c:v>-129.17907165385003</c:v>
                </c:pt>
                <c:pt idx="1390">
                  <c:v>-273.75243899763797</c:v>
                </c:pt>
                <c:pt idx="1391">
                  <c:v>-144.35486891302401</c:v>
                </c:pt>
                <c:pt idx="1392">
                  <c:v>15.694011408953996</c:v>
                </c:pt>
                <c:pt idx="1393">
                  <c:v>-440.49977726994399</c:v>
                </c:pt>
                <c:pt idx="1394">
                  <c:v>-37.052371208804011</c:v>
                </c:pt>
                <c:pt idx="1395">
                  <c:v>-213.24174492368002</c:v>
                </c:pt>
                <c:pt idx="1396">
                  <c:v>-603.5486175648598</c:v>
                </c:pt>
                <c:pt idx="1397">
                  <c:v>-1009.127089133184</c:v>
                </c:pt>
                <c:pt idx="1398">
                  <c:v>-1244.3875567338023</c:v>
                </c:pt>
                <c:pt idx="1399">
                  <c:v>375.98302415197998</c:v>
                </c:pt>
                <c:pt idx="1400">
                  <c:v>1222.356173448384</c:v>
                </c:pt>
                <c:pt idx="1401">
                  <c:v>329.41438144740005</c:v>
                </c:pt>
                <c:pt idx="1402">
                  <c:v>942.01074761842608</c:v>
                </c:pt>
                <c:pt idx="1403">
                  <c:v>118.060735596546</c:v>
                </c:pt>
                <c:pt idx="1404">
                  <c:v>-840.30928746099994</c:v>
                </c:pt>
                <c:pt idx="1405">
                  <c:v>96.235742190527986</c:v>
                </c:pt>
                <c:pt idx="1406">
                  <c:v>128.18557320366</c:v>
                </c:pt>
                <c:pt idx="1407">
                  <c:v>-666.73654567675396</c:v>
                </c:pt>
                <c:pt idx="1408">
                  <c:v>-157.96115305651199</c:v>
                </c:pt>
                <c:pt idx="1409">
                  <c:v>123.08907114444</c:v>
                </c:pt>
                <c:pt idx="1410">
                  <c:v>1866.939753655864</c:v>
                </c:pt>
                <c:pt idx="1411">
                  <c:v>764.29201408751794</c:v>
                </c:pt>
                <c:pt idx="1412">
                  <c:v>-888.30554562567011</c:v>
                </c:pt>
                <c:pt idx="1413">
                  <c:v>-174.74319135953996</c:v>
                </c:pt>
                <c:pt idx="1414">
                  <c:v>138.15283731729599</c:v>
                </c:pt>
                <c:pt idx="1415">
                  <c:v>1389.5914299929282</c:v>
                </c:pt>
                <c:pt idx="1416">
                  <c:v>133.10642439498596</c:v>
                </c:pt>
                <c:pt idx="1417">
                  <c:v>471.15179022976804</c:v>
                </c:pt>
                <c:pt idx="1418">
                  <c:v>-1081.708365202556</c:v>
                </c:pt>
                <c:pt idx="1419">
                  <c:v>489.5117217376</c:v>
                </c:pt>
                <c:pt idx="1420">
                  <c:v>-1074.43883556527</c:v>
                </c:pt>
                <c:pt idx="1421">
                  <c:v>0</c:v>
                </c:pt>
                <c:pt idx="1422">
                  <c:v>-117.55278064328</c:v>
                </c:pt>
                <c:pt idx="1423">
                  <c:v>751.81406825049999</c:v>
                </c:pt>
                <c:pt idx="1424">
                  <c:v>487.36017963525609</c:v>
                </c:pt>
                <c:pt idx="1425">
                  <c:v>-372.68290650088397</c:v>
                </c:pt>
                <c:pt idx="1426">
                  <c:v>206.80045672950999</c:v>
                </c:pt>
                <c:pt idx="1427">
                  <c:v>550.87668647035991</c:v>
                </c:pt>
                <c:pt idx="1428">
                  <c:v>839.39724753738597</c:v>
                </c:pt>
                <c:pt idx="1429">
                  <c:v>626.106941527304</c:v>
                </c:pt>
                <c:pt idx="1430">
                  <c:v>112.22900651673</c:v>
                </c:pt>
                <c:pt idx="1431">
                  <c:v>-103.359861132372</c:v>
                </c:pt>
                <c:pt idx="1432">
                  <c:v>-249.85782417672002</c:v>
                </c:pt>
                <c:pt idx="1433">
                  <c:v>670.04499888960004</c:v>
                </c:pt>
                <c:pt idx="1434">
                  <c:v>-115.229351529306</c:v>
                </c:pt>
                <c:pt idx="1435">
                  <c:v>21.448658801280001</c:v>
                </c:pt>
                <c:pt idx="1436">
                  <c:v>233.92866815379597</c:v>
                </c:pt>
                <c:pt idx="1437">
                  <c:v>159.59821799001799</c:v>
                </c:pt>
                <c:pt idx="1438">
                  <c:v>-429.44175505261813</c:v>
                </c:pt>
                <c:pt idx="1439">
                  <c:v>465.35097966792205</c:v>
                </c:pt>
                <c:pt idx="1440">
                  <c:v>200.42079298332402</c:v>
                </c:pt>
                <c:pt idx="1441">
                  <c:v>-66.921558349905993</c:v>
                </c:pt>
                <c:pt idx="1442">
                  <c:v>-51.379554968800001</c:v>
                </c:pt>
                <c:pt idx="1443">
                  <c:v>-172.87160716368402</c:v>
                </c:pt>
                <c:pt idx="1444">
                  <c:v>97.27745612651799</c:v>
                </c:pt>
                <c:pt idx="1445">
                  <c:v>242.65946992118396</c:v>
                </c:pt>
                <c:pt idx="1446">
                  <c:v>309.04226351341396</c:v>
                </c:pt>
                <c:pt idx="1447">
                  <c:v>40.306994543776007</c:v>
                </c:pt>
                <c:pt idx="1448">
                  <c:v>-104.38573565447999</c:v>
                </c:pt>
                <c:pt idx="1449">
                  <c:v>-303.53728496756196</c:v>
                </c:pt>
                <c:pt idx="1450">
                  <c:v>-205.55236643591999</c:v>
                </c:pt>
                <c:pt idx="1451">
                  <c:v>-645.90420923408396</c:v>
                </c:pt>
                <c:pt idx="1452">
                  <c:v>0</c:v>
                </c:pt>
                <c:pt idx="1453">
                  <c:v>-141.45728251600201</c:v>
                </c:pt>
                <c:pt idx="1454">
                  <c:v>-467.21521213012795</c:v>
                </c:pt>
                <c:pt idx="1455">
                  <c:v>-730.1003426796641</c:v>
                </c:pt>
                <c:pt idx="1456">
                  <c:v>473.57281626079998</c:v>
                </c:pt>
                <c:pt idx="1457">
                  <c:v>34.078162457360008</c:v>
                </c:pt>
                <c:pt idx="1458">
                  <c:v>691.4082915695559</c:v>
                </c:pt>
                <c:pt idx="1459">
                  <c:v>0</c:v>
                </c:pt>
                <c:pt idx="1460">
                  <c:v>224.02661872324802</c:v>
                </c:pt>
                <c:pt idx="1461">
                  <c:v>315.90579644780001</c:v>
                </c:pt>
                <c:pt idx="1462">
                  <c:v>-181.27890010392798</c:v>
                </c:pt>
                <c:pt idx="1463">
                  <c:v>557.70265106635998</c:v>
                </c:pt>
                <c:pt idx="1464">
                  <c:v>-67.090198933128008</c:v>
                </c:pt>
                <c:pt idx="1465">
                  <c:v>-893.71529292923992</c:v>
                </c:pt>
                <c:pt idx="1466">
                  <c:v>863.97209956639199</c:v>
                </c:pt>
                <c:pt idx="1467">
                  <c:v>-403.76584529316006</c:v>
                </c:pt>
                <c:pt idx="1468">
                  <c:v>-360.97958306108399</c:v>
                </c:pt>
                <c:pt idx="1469">
                  <c:v>-475.08216350119602</c:v>
                </c:pt>
                <c:pt idx="1470">
                  <c:v>-289.57393083232193</c:v>
                </c:pt>
                <c:pt idx="1471">
                  <c:v>-288.17501925623998</c:v>
                </c:pt>
                <c:pt idx="1472">
                  <c:v>34.097993975052006</c:v>
                </c:pt>
                <c:pt idx="1473">
                  <c:v>246.96708242839998</c:v>
                </c:pt>
                <c:pt idx="1474">
                  <c:v>-49.733479072500003</c:v>
                </c:pt>
                <c:pt idx="1475">
                  <c:v>-454.47975820865793</c:v>
                </c:pt>
                <c:pt idx="1476">
                  <c:v>131.83451785790001</c:v>
                </c:pt>
                <c:pt idx="1477">
                  <c:v>1034.4773416517119</c:v>
                </c:pt>
                <c:pt idx="1478">
                  <c:v>148.86713215729603</c:v>
                </c:pt>
                <c:pt idx="1479">
                  <c:v>-244.007720676384</c:v>
                </c:pt>
                <c:pt idx="1480">
                  <c:v>157.76237289343396</c:v>
                </c:pt>
                <c:pt idx="1481">
                  <c:v>367.23478066708594</c:v>
                </c:pt>
                <c:pt idx="1482">
                  <c:v>220.62235846268399</c:v>
                </c:pt>
                <c:pt idx="1483">
                  <c:v>-245.39044105030001</c:v>
                </c:pt>
                <c:pt idx="1484">
                  <c:v>-685.00085560012792</c:v>
                </c:pt>
                <c:pt idx="1485">
                  <c:v>-114.87240783484799</c:v>
                </c:pt>
                <c:pt idx="1486">
                  <c:v>-164.09926966474995</c:v>
                </c:pt>
                <c:pt idx="1487">
                  <c:v>-1084.3499401862041</c:v>
                </c:pt>
                <c:pt idx="1488">
                  <c:v>292.38357970175997</c:v>
                </c:pt>
                <c:pt idx="1489">
                  <c:v>-311.23145727491999</c:v>
                </c:pt>
                <c:pt idx="1490">
                  <c:v>-551.92633931291994</c:v>
                </c:pt>
                <c:pt idx="1491">
                  <c:v>380.10596082059999</c:v>
                </c:pt>
                <c:pt idx="1492">
                  <c:v>-630.91988731469201</c:v>
                </c:pt>
                <c:pt idx="1493">
                  <c:v>-63.770264602847995</c:v>
                </c:pt>
                <c:pt idx="1494">
                  <c:v>720.4905517054442</c:v>
                </c:pt>
                <c:pt idx="1495">
                  <c:v>-516.67604752859188</c:v>
                </c:pt>
                <c:pt idx="1496">
                  <c:v>-610.05523827920001</c:v>
                </c:pt>
                <c:pt idx="1497">
                  <c:v>-46.132850377712003</c:v>
                </c:pt>
                <c:pt idx="1498">
                  <c:v>391.20431437048012</c:v>
                </c:pt>
                <c:pt idx="1499">
                  <c:v>-1418.9990643827502</c:v>
                </c:pt>
                <c:pt idx="1500">
                  <c:v>-196.25080147371602</c:v>
                </c:pt>
                <c:pt idx="1501">
                  <c:v>1481.0190188236779</c:v>
                </c:pt>
                <c:pt idx="1502">
                  <c:v>424.56280978061199</c:v>
                </c:pt>
                <c:pt idx="1503">
                  <c:v>-863.87221231044214</c:v>
                </c:pt>
                <c:pt idx="1504">
                  <c:v>1124.3780197983001</c:v>
                </c:pt>
                <c:pt idx="1505">
                  <c:v>166.72852076519999</c:v>
                </c:pt>
                <c:pt idx="1506">
                  <c:v>169.47372202855001</c:v>
                </c:pt>
                <c:pt idx="1507">
                  <c:v>460.7048434772081</c:v>
                </c:pt>
                <c:pt idx="1508">
                  <c:v>-719.44999330776011</c:v>
                </c:pt>
                <c:pt idx="1509">
                  <c:v>-579.68400722492004</c:v>
                </c:pt>
                <c:pt idx="1510">
                  <c:v>1111.713069280808</c:v>
                </c:pt>
                <c:pt idx="1511">
                  <c:v>113.246477246598</c:v>
                </c:pt>
                <c:pt idx="1512">
                  <c:v>-1759.2125809791937</c:v>
                </c:pt>
                <c:pt idx="1513">
                  <c:v>-458.56001183621606</c:v>
                </c:pt>
                <c:pt idx="1514">
                  <c:v>1010.03907406616</c:v>
                </c:pt>
                <c:pt idx="1515">
                  <c:v>963.55532467787793</c:v>
                </c:pt>
                <c:pt idx="1516">
                  <c:v>125.20785962329199</c:v>
                </c:pt>
                <c:pt idx="1517">
                  <c:v>848.00704872602398</c:v>
                </c:pt>
                <c:pt idx="1518">
                  <c:v>159.758683823166</c:v>
                </c:pt>
                <c:pt idx="1519">
                  <c:v>-95.620482274183999</c:v>
                </c:pt>
                <c:pt idx="1520">
                  <c:v>20.288955171617996</c:v>
                </c:pt>
                <c:pt idx="1521">
                  <c:v>-33.285362734190002</c:v>
                </c:pt>
                <c:pt idx="1522">
                  <c:v>131.57448520684</c:v>
                </c:pt>
                <c:pt idx="1523">
                  <c:v>-39.019209211212001</c:v>
                </c:pt>
                <c:pt idx="1524">
                  <c:v>-159.54148454635001</c:v>
                </c:pt>
                <c:pt idx="1525">
                  <c:v>1098.1955995159999</c:v>
                </c:pt>
                <c:pt idx="1526">
                  <c:v>393.83055116301597</c:v>
                </c:pt>
                <c:pt idx="1527">
                  <c:v>-93.793149620069997</c:v>
                </c:pt>
                <c:pt idx="1528">
                  <c:v>123.86777898872</c:v>
                </c:pt>
                <c:pt idx="1529">
                  <c:v>-451.611080984316</c:v>
                </c:pt>
                <c:pt idx="1530">
                  <c:v>175.59972904014998</c:v>
                </c:pt>
                <c:pt idx="1531">
                  <c:v>583.57578724377595</c:v>
                </c:pt>
                <c:pt idx="1532">
                  <c:v>132.27562101336</c:v>
                </c:pt>
                <c:pt idx="1533">
                  <c:v>42.083432113114</c:v>
                </c:pt>
                <c:pt idx="1534">
                  <c:v>-77.489002586761998</c:v>
                </c:pt>
                <c:pt idx="1535">
                  <c:v>129.69871560751602</c:v>
                </c:pt>
                <c:pt idx="1536">
                  <c:v>424.77017727484798</c:v>
                </c:pt>
                <c:pt idx="1537">
                  <c:v>128.69560634941999</c:v>
                </c:pt>
                <c:pt idx="1538">
                  <c:v>-81.206547390612016</c:v>
                </c:pt>
                <c:pt idx="1539">
                  <c:v>267.40159638396005</c:v>
                </c:pt>
                <c:pt idx="1540">
                  <c:v>-40.682938594760003</c:v>
                </c:pt>
                <c:pt idx="1541">
                  <c:v>-269.25792947907195</c:v>
                </c:pt>
                <c:pt idx="1542">
                  <c:v>-68.82445668359999</c:v>
                </c:pt>
                <c:pt idx="1543">
                  <c:v>40.851341023836007</c:v>
                </c:pt>
                <c:pt idx="1544">
                  <c:v>377.69547081877005</c:v>
                </c:pt>
                <c:pt idx="1545">
                  <c:v>235.87211007277796</c:v>
                </c:pt>
                <c:pt idx="1546">
                  <c:v>-159.30462811877601</c:v>
                </c:pt>
                <c:pt idx="1547">
                  <c:v>-781.19848249510005</c:v>
                </c:pt>
                <c:pt idx="1548">
                  <c:v>154.36888025126405</c:v>
                </c:pt>
                <c:pt idx="1549">
                  <c:v>-565.21506129162003</c:v>
                </c:pt>
                <c:pt idx="1550">
                  <c:v>324.30385245801</c:v>
                </c:pt>
                <c:pt idx="1551">
                  <c:v>67.06993281854399</c:v>
                </c:pt>
                <c:pt idx="1552">
                  <c:v>-115.43101994276999</c:v>
                </c:pt>
                <c:pt idx="1553">
                  <c:v>65.763211107215994</c:v>
                </c:pt>
                <c:pt idx="1554">
                  <c:v>377.98331395112007</c:v>
                </c:pt>
                <c:pt idx="1555">
                  <c:v>1198.7708625997141</c:v>
                </c:pt>
                <c:pt idx="1556">
                  <c:v>-77.214885203708008</c:v>
                </c:pt>
                <c:pt idx="1557">
                  <c:v>-113.790357219462</c:v>
                </c:pt>
                <c:pt idx="1558">
                  <c:v>-27.510149223090004</c:v>
                </c:pt>
                <c:pt idx="1559">
                  <c:v>-136.82758605240002</c:v>
                </c:pt>
                <c:pt idx="1560">
                  <c:v>479.96472525106793</c:v>
                </c:pt>
                <c:pt idx="1561">
                  <c:v>-238.89516131834398</c:v>
                </c:pt>
                <c:pt idx="1562">
                  <c:v>-44.457525219727998</c:v>
                </c:pt>
                <c:pt idx="1563">
                  <c:v>179.58735275014402</c:v>
                </c:pt>
                <c:pt idx="1564">
                  <c:v>-50.330112425531993</c:v>
                </c:pt>
                <c:pt idx="1565">
                  <c:v>-540.18594150244803</c:v>
                </c:pt>
                <c:pt idx="1566">
                  <c:v>-241.66421743681798</c:v>
                </c:pt>
                <c:pt idx="1567">
                  <c:v>-395.44126709988598</c:v>
                </c:pt>
                <c:pt idx="1568">
                  <c:v>188.784929333516</c:v>
                </c:pt>
                <c:pt idx="1569">
                  <c:v>-222.04907603600003</c:v>
                </c:pt>
                <c:pt idx="1570">
                  <c:v>-243.43686556552004</c:v>
                </c:pt>
                <c:pt idx="1571">
                  <c:v>338.76396319764001</c:v>
                </c:pt>
                <c:pt idx="1572">
                  <c:v>-140.82832573285</c:v>
                </c:pt>
                <c:pt idx="1573">
                  <c:v>-165.48862566648</c:v>
                </c:pt>
                <c:pt idx="1574">
                  <c:v>-398.71444899959999</c:v>
                </c:pt>
                <c:pt idx="1575">
                  <c:v>49.146263571492</c:v>
                </c:pt>
                <c:pt idx="1576">
                  <c:v>51.087482281313996</c:v>
                </c:pt>
                <c:pt idx="1577">
                  <c:v>-277.12751950810002</c:v>
                </c:pt>
                <c:pt idx="1578">
                  <c:v>-185.52575036133601</c:v>
                </c:pt>
                <c:pt idx="1579">
                  <c:v>-72.951237888386004</c:v>
                </c:pt>
                <c:pt idx="1580">
                  <c:v>260.00734990753199</c:v>
                </c:pt>
                <c:pt idx="1581">
                  <c:v>-513.06145136892792</c:v>
                </c:pt>
                <c:pt idx="1582">
                  <c:v>763.36878195732606</c:v>
                </c:pt>
                <c:pt idx="1583">
                  <c:v>-79.261821108288018</c:v>
                </c:pt>
                <c:pt idx="1584">
                  <c:v>294.88524918404204</c:v>
                </c:pt>
                <c:pt idx="1585">
                  <c:v>-27.985477030929999</c:v>
                </c:pt>
                <c:pt idx="1586">
                  <c:v>441.90313110812406</c:v>
                </c:pt>
                <c:pt idx="1587">
                  <c:v>-11.324670041328</c:v>
                </c:pt>
                <c:pt idx="1588">
                  <c:v>140.09496665205</c:v>
                </c:pt>
                <c:pt idx="1589">
                  <c:v>49.69637125194599</c:v>
                </c:pt>
                <c:pt idx="1590">
                  <c:v>787.88188107238796</c:v>
                </c:pt>
                <c:pt idx="1591">
                  <c:v>490.37735328296003</c:v>
                </c:pt>
                <c:pt idx="1592">
                  <c:v>33.72172138934399</c:v>
                </c:pt>
                <c:pt idx="1593">
                  <c:v>-277.59799671100001</c:v>
                </c:pt>
                <c:pt idx="1594">
                  <c:v>-1114.4748199672019</c:v>
                </c:pt>
                <c:pt idx="1595">
                  <c:v>-165.28924782752802</c:v>
                </c:pt>
                <c:pt idx="1596">
                  <c:v>-11.472248469768001</c:v>
                </c:pt>
                <c:pt idx="1597">
                  <c:v>-395.09001338686198</c:v>
                </c:pt>
                <c:pt idx="1598">
                  <c:v>5.7686371031559993</c:v>
                </c:pt>
                <c:pt idx="1599">
                  <c:v>868.18125216219596</c:v>
                </c:pt>
                <c:pt idx="1600">
                  <c:v>41.050670870650002</c:v>
                </c:pt>
                <c:pt idx="1601">
                  <c:v>327.23104649717402</c:v>
                </c:pt>
                <c:pt idx="1602">
                  <c:v>-103.23121004640001</c:v>
                </c:pt>
                <c:pt idx="1603">
                  <c:v>-1595.285812001664</c:v>
                </c:pt>
                <c:pt idx="1604">
                  <c:v>16.825493643125998</c:v>
                </c:pt>
                <c:pt idx="1605">
                  <c:v>194.33627090354398</c:v>
                </c:pt>
                <c:pt idx="1606">
                  <c:v>553.69766576768404</c:v>
                </c:pt>
                <c:pt idx="1607">
                  <c:v>444.85213925264998</c:v>
                </c:pt>
                <c:pt idx="1608">
                  <c:v>573.39036228839814</c:v>
                </c:pt>
                <c:pt idx="1609">
                  <c:v>261.74878251759003</c:v>
                </c:pt>
                <c:pt idx="1610">
                  <c:v>-169.04451899293596</c:v>
                </c:pt>
                <c:pt idx="1611">
                  <c:v>-1158.0077970161501</c:v>
                </c:pt>
                <c:pt idx="1612">
                  <c:v>635.03906325581397</c:v>
                </c:pt>
                <c:pt idx="1613">
                  <c:v>-277.62871482307196</c:v>
                </c:pt>
                <c:pt idx="1614">
                  <c:v>842.06571335297986</c:v>
                </c:pt>
                <c:pt idx="1615">
                  <c:v>34.99642474182</c:v>
                </c:pt>
                <c:pt idx="1616">
                  <c:v>495.0184053906201</c:v>
                </c:pt>
                <c:pt idx="1617">
                  <c:v>128.18514914594402</c:v>
                </c:pt>
                <c:pt idx="1618">
                  <c:v>288.60592905696996</c:v>
                </c:pt>
                <c:pt idx="1619">
                  <c:v>120.51049830063999</c:v>
                </c:pt>
                <c:pt idx="1620">
                  <c:v>-134.557914049944</c:v>
                </c:pt>
                <c:pt idx="1621">
                  <c:v>-74.488195824119998</c:v>
                </c:pt>
                <c:pt idx="1622">
                  <c:v>-56.503268444466002</c:v>
                </c:pt>
                <c:pt idx="1623">
                  <c:v>-101.21007955724801</c:v>
                </c:pt>
                <c:pt idx="1624">
                  <c:v>152.40030928406398</c:v>
                </c:pt>
                <c:pt idx="1625">
                  <c:v>528.57353438285395</c:v>
                </c:pt>
                <c:pt idx="1626">
                  <c:v>0</c:v>
                </c:pt>
                <c:pt idx="1627">
                  <c:v>-221.405841277848</c:v>
                </c:pt>
                <c:pt idx="1628">
                  <c:v>-97.496404100399985</c:v>
                </c:pt>
                <c:pt idx="1629">
                  <c:v>606.65654092511409</c:v>
                </c:pt>
                <c:pt idx="1630">
                  <c:v>-480.52020864703206</c:v>
                </c:pt>
                <c:pt idx="1631">
                  <c:v>-842.71620232046007</c:v>
                </c:pt>
                <c:pt idx="1632">
                  <c:v>156.282256270608</c:v>
                </c:pt>
                <c:pt idx="1633">
                  <c:v>813.09625073550012</c:v>
                </c:pt>
                <c:pt idx="1634">
                  <c:v>448.621660900878</c:v>
                </c:pt>
                <c:pt idx="1635">
                  <c:v>438.87142882080803</c:v>
                </c:pt>
                <c:pt idx="1636">
                  <c:v>-102.84882392099203</c:v>
                </c:pt>
                <c:pt idx="1637">
                  <c:v>187.81444157667198</c:v>
                </c:pt>
                <c:pt idx="1638">
                  <c:v>0</c:v>
                </c:pt>
                <c:pt idx="1639">
                  <c:v>-6.6830174946360001</c:v>
                </c:pt>
                <c:pt idx="1640">
                  <c:v>-26.900766085000001</c:v>
                </c:pt>
                <c:pt idx="1641">
                  <c:v>547.45878376517408</c:v>
                </c:pt>
                <c:pt idx="1642">
                  <c:v>149.910190992232</c:v>
                </c:pt>
                <c:pt idx="1643">
                  <c:v>-375.91358785387007</c:v>
                </c:pt>
                <c:pt idx="1644">
                  <c:v>307.75483984077005</c:v>
                </c:pt>
                <c:pt idx="1645">
                  <c:v>-294.54696305095399</c:v>
                </c:pt>
                <c:pt idx="1646">
                  <c:v>-13.681596688187998</c:v>
                </c:pt>
                <c:pt idx="1647">
                  <c:v>-275.06573494928</c:v>
                </c:pt>
                <c:pt idx="1648">
                  <c:v>68.808230483140008</c:v>
                </c:pt>
                <c:pt idx="1649">
                  <c:v>269.51723593524605</c:v>
                </c:pt>
                <c:pt idx="1650">
                  <c:v>-165.30453139723198</c:v>
                </c:pt>
                <c:pt idx="1651">
                  <c:v>-226.79860753538998</c:v>
                </c:pt>
                <c:pt idx="1652">
                  <c:v>124.209831046716</c:v>
                </c:pt>
                <c:pt idx="1653">
                  <c:v>840.75494181435602</c:v>
                </c:pt>
                <c:pt idx="1654">
                  <c:v>343.56083621260007</c:v>
                </c:pt>
                <c:pt idx="1655">
                  <c:v>-163.76301508070398</c:v>
                </c:pt>
                <c:pt idx="1656">
                  <c:v>143.39725427617799</c:v>
                </c:pt>
                <c:pt idx="1657">
                  <c:v>-926.41117427484812</c:v>
                </c:pt>
                <c:pt idx="1658">
                  <c:v>-1822.1879116204982</c:v>
                </c:pt>
                <c:pt idx="1659">
                  <c:v>339.4867369629539</c:v>
                </c:pt>
                <c:pt idx="1660">
                  <c:v>592.83335941565599</c:v>
                </c:pt>
                <c:pt idx="1661">
                  <c:v>316.00659892230397</c:v>
                </c:pt>
                <c:pt idx="1662">
                  <c:v>378.51987871073607</c:v>
                </c:pt>
                <c:pt idx="1663">
                  <c:v>598.37805646064999</c:v>
                </c:pt>
                <c:pt idx="1664">
                  <c:v>8.369749600976002</c:v>
                </c:pt>
                <c:pt idx="1665">
                  <c:v>-284.58288900298402</c:v>
                </c:pt>
                <c:pt idx="1666">
                  <c:v>686.53143201247212</c:v>
                </c:pt>
                <c:pt idx="1667">
                  <c:v>-440.735842198912</c:v>
                </c:pt>
                <c:pt idx="1668">
                  <c:v>700.31463607488593</c:v>
                </c:pt>
                <c:pt idx="1669">
                  <c:v>-930.49690210532003</c:v>
                </c:pt>
                <c:pt idx="1670">
                  <c:v>556.69481183500795</c:v>
                </c:pt>
                <c:pt idx="1671">
                  <c:v>-60.552801709274014</c:v>
                </c:pt>
                <c:pt idx="1672">
                  <c:v>718.41002527493606</c:v>
                </c:pt>
                <c:pt idx="1673">
                  <c:v>-353.37038913727793</c:v>
                </c:pt>
                <c:pt idx="1674">
                  <c:v>86.349481317119995</c:v>
                </c:pt>
                <c:pt idx="1675">
                  <c:v>-1400.2384986656002</c:v>
                </c:pt>
                <c:pt idx="1676">
                  <c:v>17.672038067100001</c:v>
                </c:pt>
                <c:pt idx="1677">
                  <c:v>-801.24438280130789</c:v>
                </c:pt>
                <c:pt idx="1678">
                  <c:v>414.30655181401994</c:v>
                </c:pt>
                <c:pt idx="1679">
                  <c:v>387.06175156091598</c:v>
                </c:pt>
                <c:pt idx="1680">
                  <c:v>626.90853567229999</c:v>
                </c:pt>
                <c:pt idx="1681">
                  <c:v>79.714307611098008</c:v>
                </c:pt>
                <c:pt idx="1682">
                  <c:v>70.588948526432006</c:v>
                </c:pt>
                <c:pt idx="1683">
                  <c:v>-399.99992321304012</c:v>
                </c:pt>
                <c:pt idx="1684">
                  <c:v>759.22127364265202</c:v>
                </c:pt>
                <c:pt idx="1685">
                  <c:v>-311.51865562635993</c:v>
                </c:pt>
                <c:pt idx="1686">
                  <c:v>-1052.4991746379401</c:v>
                </c:pt>
                <c:pt idx="1687">
                  <c:v>404.56185195384001</c:v>
                </c:pt>
                <c:pt idx="1688">
                  <c:v>-45.344160327839994</c:v>
                </c:pt>
                <c:pt idx="1689">
                  <c:v>-205.889044987082</c:v>
                </c:pt>
                <c:pt idx="1690">
                  <c:v>18.042369958264</c:v>
                </c:pt>
                <c:pt idx="1691">
                  <c:v>-1109.3390519905502</c:v>
                </c:pt>
                <c:pt idx="1692">
                  <c:v>27.223990649327995</c:v>
                </c:pt>
                <c:pt idx="1693">
                  <c:v>-118.91053897886799</c:v>
                </c:pt>
                <c:pt idx="1694">
                  <c:v>729.53418435167987</c:v>
                </c:pt>
                <c:pt idx="1695">
                  <c:v>236.24910811018401</c:v>
                </c:pt>
                <c:pt idx="1696">
                  <c:v>-1983.9795962339279</c:v>
                </c:pt>
                <c:pt idx="1697">
                  <c:v>2055.7349217421479</c:v>
                </c:pt>
                <c:pt idx="1698">
                  <c:v>-1214.4678255967401</c:v>
                </c:pt>
                <c:pt idx="1699">
                  <c:v>-723.04592176817823</c:v>
                </c:pt>
                <c:pt idx="1700">
                  <c:v>-292.50105787206405</c:v>
                </c:pt>
                <c:pt idx="1701">
                  <c:v>412.08627870540005</c:v>
                </c:pt>
                <c:pt idx="1702">
                  <c:v>55.021437788759997</c:v>
                </c:pt>
                <c:pt idx="1703">
                  <c:v>-90.586517356560023</c:v>
                </c:pt>
                <c:pt idx="1704">
                  <c:v>-253.80644392364803</c:v>
                </c:pt>
                <c:pt idx="1705">
                  <c:v>1036.8836993445002</c:v>
                </c:pt>
                <c:pt idx="1706">
                  <c:v>458.76802152117602</c:v>
                </c:pt>
                <c:pt idx="1707">
                  <c:v>-569.15386610995199</c:v>
                </c:pt>
                <c:pt idx="1708">
                  <c:v>79.286830852769995</c:v>
                </c:pt>
                <c:pt idx="1709">
                  <c:v>245.93681863626404</c:v>
                </c:pt>
                <c:pt idx="1710">
                  <c:v>-17.61079612128</c:v>
                </c:pt>
                <c:pt idx="1711">
                  <c:v>463.745868181692</c:v>
                </c:pt>
                <c:pt idx="1712">
                  <c:v>78.303894712793991</c:v>
                </c:pt>
                <c:pt idx="1713">
                  <c:v>-546.35870002303795</c:v>
                </c:pt>
                <c:pt idx="1714">
                  <c:v>-249.08499469281199</c:v>
                </c:pt>
                <c:pt idx="1715">
                  <c:v>1187.98717846362</c:v>
                </c:pt>
                <c:pt idx="1716">
                  <c:v>241.84261493190405</c:v>
                </c:pt>
                <c:pt idx="1717">
                  <c:v>1891.3133747714437</c:v>
                </c:pt>
                <c:pt idx="1718">
                  <c:v>-360.57124737026402</c:v>
                </c:pt>
                <c:pt idx="1719">
                  <c:v>-61.576156925626009</c:v>
                </c:pt>
                <c:pt idx="1720">
                  <c:v>310.48931294129</c:v>
                </c:pt>
                <c:pt idx="1721">
                  <c:v>124.32366601536003</c:v>
                </c:pt>
                <c:pt idx="1722">
                  <c:v>-186.99213564830399</c:v>
                </c:pt>
                <c:pt idx="1723">
                  <c:v>375.26060390481598</c:v>
                </c:pt>
                <c:pt idx="1724">
                  <c:v>-212.87600937657601</c:v>
                </c:pt>
                <c:pt idx="1725">
                  <c:v>221.8713343279</c:v>
                </c:pt>
                <c:pt idx="1726">
                  <c:v>-168.71462241791602</c:v>
                </c:pt>
                <c:pt idx="1727">
                  <c:v>-44.443279367460001</c:v>
                </c:pt>
                <c:pt idx="1728">
                  <c:v>-124.90244889948004</c:v>
                </c:pt>
                <c:pt idx="1729">
                  <c:v>97.633267337980001</c:v>
                </c:pt>
                <c:pt idx="1730">
                  <c:v>203.82804976579598</c:v>
                </c:pt>
                <c:pt idx="1731">
                  <c:v>-937.98368482602791</c:v>
                </c:pt>
                <c:pt idx="1732">
                  <c:v>112.99809935342398</c:v>
                </c:pt>
                <c:pt idx="1733">
                  <c:v>119.89036086162199</c:v>
                </c:pt>
                <c:pt idx="1734">
                  <c:v>918.24991458980003</c:v>
                </c:pt>
                <c:pt idx="1735">
                  <c:v>55.499098354620003</c:v>
                </c:pt>
                <c:pt idx="1736">
                  <c:v>-398.54874402595203</c:v>
                </c:pt>
                <c:pt idx="1737">
                  <c:v>432.96677236625192</c:v>
                </c:pt>
                <c:pt idx="1738">
                  <c:v>192.67717236566398</c:v>
                </c:pt>
                <c:pt idx="1739">
                  <c:v>0</c:v>
                </c:pt>
                <c:pt idx="1740">
                  <c:v>1530.0151499062081</c:v>
                </c:pt>
                <c:pt idx="1741">
                  <c:v>621.09036475590597</c:v>
                </c:pt>
                <c:pt idx="1742">
                  <c:v>-734.75015792110401</c:v>
                </c:pt>
                <c:pt idx="1743">
                  <c:v>-653.42742376771196</c:v>
                </c:pt>
                <c:pt idx="1744">
                  <c:v>461.13804933928799</c:v>
                </c:pt>
                <c:pt idx="1745">
                  <c:v>-111.461720153762</c:v>
                </c:pt>
                <c:pt idx="1746">
                  <c:v>232.585018784288</c:v>
                </c:pt>
                <c:pt idx="1747">
                  <c:v>-445.27816964092</c:v>
                </c:pt>
                <c:pt idx="1748">
                  <c:v>233.08842285957201</c:v>
                </c:pt>
                <c:pt idx="1749">
                  <c:v>70.464556989008003</c:v>
                </c:pt>
                <c:pt idx="1750">
                  <c:v>321.65747923961601</c:v>
                </c:pt>
                <c:pt idx="1751">
                  <c:v>866.00449892174993</c:v>
                </c:pt>
                <c:pt idx="1752">
                  <c:v>-880.52248716889608</c:v>
                </c:pt>
                <c:pt idx="1753">
                  <c:v>549.44402127868</c:v>
                </c:pt>
                <c:pt idx="1754">
                  <c:v>-399.51560556632</c:v>
                </c:pt>
                <c:pt idx="1755">
                  <c:v>129.20277316039599</c:v>
                </c:pt>
                <c:pt idx="1756">
                  <c:v>239.42391658569599</c:v>
                </c:pt>
                <c:pt idx="1757">
                  <c:v>-191.65960090027602</c:v>
                </c:pt>
                <c:pt idx="1758">
                  <c:v>-461.50335549142801</c:v>
                </c:pt>
                <c:pt idx="1759">
                  <c:v>-10.05276375697</c:v>
                </c:pt>
                <c:pt idx="1760">
                  <c:v>363.13144683804001</c:v>
                </c:pt>
                <c:pt idx="1761">
                  <c:v>60.313770920987999</c:v>
                </c:pt>
                <c:pt idx="1762">
                  <c:v>-339.98177340865601</c:v>
                </c:pt>
                <c:pt idx="1763">
                  <c:v>336.90680365888403</c:v>
                </c:pt>
                <c:pt idx="1764">
                  <c:v>39.782098065976001</c:v>
                </c:pt>
                <c:pt idx="1765">
                  <c:v>-29.709349855854001</c:v>
                </c:pt>
                <c:pt idx="1766">
                  <c:v>328.40312540079003</c:v>
                </c:pt>
                <c:pt idx="1767">
                  <c:v>873.70445687500796</c:v>
                </c:pt>
                <c:pt idx="1768">
                  <c:v>269.14931800342202</c:v>
                </c:pt>
                <c:pt idx="1769">
                  <c:v>10.060297778796</c:v>
                </c:pt>
                <c:pt idx="1770">
                  <c:v>-939.13045129489592</c:v>
                </c:pt>
                <c:pt idx="1771">
                  <c:v>-529.76596648445593</c:v>
                </c:pt>
                <c:pt idx="1772">
                  <c:v>419.37615285262189</c:v>
                </c:pt>
                <c:pt idx="1773">
                  <c:v>969.29327980166386</c:v>
                </c:pt>
                <c:pt idx="1774">
                  <c:v>-1070.0768343832838</c:v>
                </c:pt>
                <c:pt idx="1775">
                  <c:v>239.37322803182397</c:v>
                </c:pt>
                <c:pt idx="1776">
                  <c:v>538.91589552469202</c:v>
                </c:pt>
                <c:pt idx="1777">
                  <c:v>149.54776071963002</c:v>
                </c:pt>
                <c:pt idx="1778">
                  <c:v>-251.88427971530001</c:v>
                </c:pt>
                <c:pt idx="1779">
                  <c:v>250.82487142950004</c:v>
                </c:pt>
                <c:pt idx="1780">
                  <c:v>1136.86974175157</c:v>
                </c:pt>
                <c:pt idx="1781">
                  <c:v>891.27399356694013</c:v>
                </c:pt>
                <c:pt idx="1782">
                  <c:v>0</c:v>
                </c:pt>
                <c:pt idx="1783">
                  <c:v>810.65747165135997</c:v>
                </c:pt>
                <c:pt idx="1784">
                  <c:v>628.30561991287595</c:v>
                </c:pt>
                <c:pt idx="1785">
                  <c:v>-401.10640957272597</c:v>
                </c:pt>
                <c:pt idx="1786">
                  <c:v>1115.5415858158003</c:v>
                </c:pt>
                <c:pt idx="1787">
                  <c:v>-443.12666146093795</c:v>
                </c:pt>
                <c:pt idx="1788">
                  <c:v>60.908908660055992</c:v>
                </c:pt>
                <c:pt idx="1789">
                  <c:v>-185.96474840606402</c:v>
                </c:pt>
                <c:pt idx="1790">
                  <c:v>-725.52570137300995</c:v>
                </c:pt>
                <c:pt idx="1791">
                  <c:v>338.85947596128005</c:v>
                </c:pt>
                <c:pt idx="1792">
                  <c:v>234.52567585647199</c:v>
                </c:pt>
                <c:pt idx="1793">
                  <c:v>-74.072313683480019</c:v>
                </c:pt>
                <c:pt idx="1794">
                  <c:v>-379.89223854991195</c:v>
                </c:pt>
                <c:pt idx="1795">
                  <c:v>359.15064878264002</c:v>
                </c:pt>
                <c:pt idx="1796">
                  <c:v>-255.18633855119998</c:v>
                </c:pt>
                <c:pt idx="1797">
                  <c:v>-63.598359869207997</c:v>
                </c:pt>
                <c:pt idx="1798">
                  <c:v>-483.38985454947004</c:v>
                </c:pt>
                <c:pt idx="1799">
                  <c:v>-173.427540193184</c:v>
                </c:pt>
                <c:pt idx="1800">
                  <c:v>-710.37133970465015</c:v>
                </c:pt>
                <c:pt idx="1801">
                  <c:v>-686.18576322570402</c:v>
                </c:pt>
                <c:pt idx="1802">
                  <c:v>289.09503173314397</c:v>
                </c:pt>
                <c:pt idx="1803">
                  <c:v>1159.2043920710403</c:v>
                </c:pt>
                <c:pt idx="1804">
                  <c:v>-717.12067824579003</c:v>
                </c:pt>
                <c:pt idx="1805">
                  <c:v>307.25420992145598</c:v>
                </c:pt>
                <c:pt idx="1806">
                  <c:v>55.13764255033</c:v>
                </c:pt>
                <c:pt idx="1807">
                  <c:v>-689.23813979802605</c:v>
                </c:pt>
                <c:pt idx="1808">
                  <c:v>506.51968198129595</c:v>
                </c:pt>
                <c:pt idx="1809">
                  <c:v>894.7758871148319</c:v>
                </c:pt>
                <c:pt idx="1810">
                  <c:v>740.70044752136005</c:v>
                </c:pt>
                <c:pt idx="1811">
                  <c:v>1339.1967368384439</c:v>
                </c:pt>
                <c:pt idx="1812">
                  <c:v>528.38054519020784</c:v>
                </c:pt>
                <c:pt idx="1813">
                  <c:v>222.19353218667999</c:v>
                </c:pt>
                <c:pt idx="1814">
                  <c:v>-55.120778176279998</c:v>
                </c:pt>
                <c:pt idx="1815">
                  <c:v>917.67374518221004</c:v>
                </c:pt>
                <c:pt idx="1816">
                  <c:v>1027.7403132020622</c:v>
                </c:pt>
                <c:pt idx="1817">
                  <c:v>2585.7964638134863</c:v>
                </c:pt>
                <c:pt idx="1818">
                  <c:v>-1271.087345706112</c:v>
                </c:pt>
                <c:pt idx="1819">
                  <c:v>1228.2875641845601</c:v>
                </c:pt>
                <c:pt idx="1820">
                  <c:v>-518.59713196690006</c:v>
                </c:pt>
                <c:pt idx="1821">
                  <c:v>216.02472359479199</c:v>
                </c:pt>
                <c:pt idx="1822">
                  <c:v>281.07421870280405</c:v>
                </c:pt>
                <c:pt idx="1823">
                  <c:v>-115.851656965286</c:v>
                </c:pt>
                <c:pt idx="1824">
                  <c:v>-308.97009755697195</c:v>
                </c:pt>
                <c:pt idx="1825">
                  <c:v>-137.28100707435402</c:v>
                </c:pt>
                <c:pt idx="1826">
                  <c:v>923.79191873821605</c:v>
                </c:pt>
                <c:pt idx="1827">
                  <c:v>260.10117986716796</c:v>
                </c:pt>
                <c:pt idx="1828">
                  <c:v>128.60828469938397</c:v>
                </c:pt>
                <c:pt idx="1829">
                  <c:v>1217.2387213155198</c:v>
                </c:pt>
                <c:pt idx="1830">
                  <c:v>601.41446611843787</c:v>
                </c:pt>
                <c:pt idx="1831">
                  <c:v>-145.82306109338799</c:v>
                </c:pt>
                <c:pt idx="1832">
                  <c:v>-661.09069860939007</c:v>
                </c:pt>
                <c:pt idx="1833">
                  <c:v>31.076467341371998</c:v>
                </c:pt>
                <c:pt idx="1834">
                  <c:v>-220.73694526321196</c:v>
                </c:pt>
                <c:pt idx="1835">
                  <c:v>1311.8953738525001</c:v>
                </c:pt>
                <c:pt idx="1836">
                  <c:v>-169.61053796879997</c:v>
                </c:pt>
                <c:pt idx="1837">
                  <c:v>-583.300061964468</c:v>
                </c:pt>
                <c:pt idx="1838">
                  <c:v>203.92840148837399</c:v>
                </c:pt>
                <c:pt idx="1839">
                  <c:v>1077.5746622845559</c:v>
                </c:pt>
                <c:pt idx="1840">
                  <c:v>-1073.485161177452</c:v>
                </c:pt>
                <c:pt idx="1841">
                  <c:v>610.37210322701981</c:v>
                </c:pt>
                <c:pt idx="1842">
                  <c:v>-21.227763046547999</c:v>
                </c:pt>
                <c:pt idx="1843">
                  <c:v>-432.10452103367788</c:v>
                </c:pt>
                <c:pt idx="1844">
                  <c:v>31.705807691783999</c:v>
                </c:pt>
                <c:pt idx="1845">
                  <c:v>633.47139181065199</c:v>
                </c:pt>
                <c:pt idx="1846">
                  <c:v>248.543463610716</c:v>
                </c:pt>
                <c:pt idx="1847">
                  <c:v>-621.37191768479988</c:v>
                </c:pt>
                <c:pt idx="1848">
                  <c:v>662.38804558470599</c:v>
                </c:pt>
                <c:pt idx="1849">
                  <c:v>277.32402758382398</c:v>
                </c:pt>
                <c:pt idx="1850">
                  <c:v>559.93458347921592</c:v>
                </c:pt>
                <c:pt idx="1851">
                  <c:v>73.267978886270015</c:v>
                </c:pt>
                <c:pt idx="1852">
                  <c:v>-424.93274178293791</c:v>
                </c:pt>
                <c:pt idx="1853">
                  <c:v>558.16964181330013</c:v>
                </c:pt>
                <c:pt idx="1854">
                  <c:v>-267.32216673328401</c:v>
                </c:pt>
                <c:pt idx="1855">
                  <c:v>203.41808284516003</c:v>
                </c:pt>
                <c:pt idx="1856">
                  <c:v>-635.86168750428794</c:v>
                </c:pt>
                <c:pt idx="1857">
                  <c:v>433.47295215487202</c:v>
                </c:pt>
                <c:pt idx="1858">
                  <c:v>42.012472014872003</c:v>
                </c:pt>
                <c:pt idx="1859">
                  <c:v>-415.824976154718</c:v>
                </c:pt>
                <c:pt idx="1860">
                  <c:v>278.89837456852797</c:v>
                </c:pt>
                <c:pt idx="1861">
                  <c:v>730.52458426715202</c:v>
                </c:pt>
                <c:pt idx="1862">
                  <c:v>0</c:v>
                </c:pt>
                <c:pt idx="1863">
                  <c:v>914.30782461040008</c:v>
                </c:pt>
                <c:pt idx="1864">
                  <c:v>327.33444921683201</c:v>
                </c:pt>
                <c:pt idx="1865">
                  <c:v>370.92263007185602</c:v>
                </c:pt>
                <c:pt idx="1866">
                  <c:v>39.386245928799994</c:v>
                </c:pt>
                <c:pt idx="1867">
                  <c:v>77.447036937152006</c:v>
                </c:pt>
                <c:pt idx="1868">
                  <c:v>521.38415039650204</c:v>
                </c:pt>
                <c:pt idx="1869">
                  <c:v>367.04110243120601</c:v>
                </c:pt>
                <c:pt idx="1870">
                  <c:v>68.347130174568008</c:v>
                </c:pt>
                <c:pt idx="1871">
                  <c:v>-564.344465955224</c:v>
                </c:pt>
                <c:pt idx="1872">
                  <c:v>-218.71463254938001</c:v>
                </c:pt>
                <c:pt idx="1873">
                  <c:v>329.39675031707401</c:v>
                </c:pt>
                <c:pt idx="1874">
                  <c:v>-2074.5794975556182</c:v>
                </c:pt>
                <c:pt idx="1875">
                  <c:v>157.79404763418</c:v>
                </c:pt>
                <c:pt idx="1876">
                  <c:v>843.86208560534419</c:v>
                </c:pt>
                <c:pt idx="1877">
                  <c:v>230.00428539874795</c:v>
                </c:pt>
                <c:pt idx="1878">
                  <c:v>-1857.4095629564204</c:v>
                </c:pt>
                <c:pt idx="1879">
                  <c:v>401.70400014478599</c:v>
                </c:pt>
                <c:pt idx="1880">
                  <c:v>175.97425799740799</c:v>
                </c:pt>
                <c:pt idx="1881">
                  <c:v>-196.16208883606799</c:v>
                </c:pt>
                <c:pt idx="1882">
                  <c:v>-1378.46379786632</c:v>
                </c:pt>
                <c:pt idx="1883">
                  <c:v>-418.94124377717401</c:v>
                </c:pt>
                <c:pt idx="1884">
                  <c:v>-2128.1472410649903</c:v>
                </c:pt>
                <c:pt idx="1885">
                  <c:v>823.40487565740614</c:v>
                </c:pt>
                <c:pt idx="1886">
                  <c:v>815.32992046175195</c:v>
                </c:pt>
                <c:pt idx="1887">
                  <c:v>671.74265091475991</c:v>
                </c:pt>
                <c:pt idx="1888">
                  <c:v>-222.21966893796002</c:v>
                </c:pt>
                <c:pt idx="1889">
                  <c:v>-90.277351765264015</c:v>
                </c:pt>
                <c:pt idx="1890">
                  <c:v>445.68791385432598</c:v>
                </c:pt>
                <c:pt idx="1891">
                  <c:v>137.890249546056</c:v>
                </c:pt>
                <c:pt idx="1892">
                  <c:v>371.99475673153199</c:v>
                </c:pt>
                <c:pt idx="1893">
                  <c:v>170.81803868454</c:v>
                </c:pt>
                <c:pt idx="1894">
                  <c:v>-610.04994203962815</c:v>
                </c:pt>
                <c:pt idx="1895">
                  <c:v>-331.13349416415195</c:v>
                </c:pt>
                <c:pt idx="1896">
                  <c:v>378.04252391571595</c:v>
                </c:pt>
                <c:pt idx="1897">
                  <c:v>-511.343339574232</c:v>
                </c:pt>
                <c:pt idx="1898">
                  <c:v>-183.339949416992</c:v>
                </c:pt>
                <c:pt idx="1899">
                  <c:v>-1349.3397755567337</c:v>
                </c:pt>
                <c:pt idx="1900">
                  <c:v>-44.756905083232006</c:v>
                </c:pt>
                <c:pt idx="1901">
                  <c:v>-325.58002043850001</c:v>
                </c:pt>
                <c:pt idx="1902">
                  <c:v>1369.6932313847501</c:v>
                </c:pt>
                <c:pt idx="1903">
                  <c:v>161.30496622728003</c:v>
                </c:pt>
                <c:pt idx="1904">
                  <c:v>854.31571283806807</c:v>
                </c:pt>
                <c:pt idx="1905">
                  <c:v>207.110092215066</c:v>
                </c:pt>
                <c:pt idx="1906">
                  <c:v>-153.88687682432402</c:v>
                </c:pt>
                <c:pt idx="1907">
                  <c:v>897.73638209958608</c:v>
                </c:pt>
                <c:pt idx="1908">
                  <c:v>405.06608258785809</c:v>
                </c:pt>
                <c:pt idx="1909">
                  <c:v>1834.5094106180418</c:v>
                </c:pt>
                <c:pt idx="1910">
                  <c:v>-144.39005777172599</c:v>
                </c:pt>
                <c:pt idx="1911">
                  <c:v>-10.924271377714</c:v>
                </c:pt>
                <c:pt idx="1912">
                  <c:v>-75.24311014383801</c:v>
                </c:pt>
                <c:pt idx="1913">
                  <c:v>-522.30373359398391</c:v>
                </c:pt>
                <c:pt idx="1914">
                  <c:v>-107.65483182847998</c:v>
                </c:pt>
                <c:pt idx="1915">
                  <c:v>-729.69834307369206</c:v>
                </c:pt>
                <c:pt idx="1916">
                  <c:v>-158.84188278234001</c:v>
                </c:pt>
                <c:pt idx="1917">
                  <c:v>10.616933501085999</c:v>
                </c:pt>
                <c:pt idx="1918">
                  <c:v>800.00519244214797</c:v>
                </c:pt>
                <c:pt idx="1919">
                  <c:v>2012.0255785014438</c:v>
                </c:pt>
                <c:pt idx="1920">
                  <c:v>1163.9398173824079</c:v>
                </c:pt>
                <c:pt idx="1921">
                  <c:v>616.49230933135402</c:v>
                </c:pt>
                <c:pt idx="1922">
                  <c:v>-227.51851771625203</c:v>
                </c:pt>
                <c:pt idx="1923">
                  <c:v>136.27405760586802</c:v>
                </c:pt>
                <c:pt idx="1924">
                  <c:v>200.71065838517399</c:v>
                </c:pt>
                <c:pt idx="1925">
                  <c:v>-27.505537976495997</c:v>
                </c:pt>
                <c:pt idx="1926">
                  <c:v>-531.28468994104196</c:v>
                </c:pt>
                <c:pt idx="1927">
                  <c:v>677.67738071836004</c:v>
                </c:pt>
                <c:pt idx="1928">
                  <c:v>152.60971711487599</c:v>
                </c:pt>
                <c:pt idx="1929">
                  <c:v>-133.21261526885999</c:v>
                </c:pt>
                <c:pt idx="1930">
                  <c:v>100.65516141604002</c:v>
                </c:pt>
                <c:pt idx="1931">
                  <c:v>-635.15737290165987</c:v>
                </c:pt>
                <c:pt idx="1932">
                  <c:v>620.51572671029408</c:v>
                </c:pt>
                <c:pt idx="1933">
                  <c:v>314.35116243629</c:v>
                </c:pt>
                <c:pt idx="1934">
                  <c:v>859.76126898861207</c:v>
                </c:pt>
                <c:pt idx="1935">
                  <c:v>1390.6333692469918</c:v>
                </c:pt>
                <c:pt idx="1936">
                  <c:v>-316.02717811461594</c:v>
                </c:pt>
                <c:pt idx="1937">
                  <c:v>332.93592436470601</c:v>
                </c:pt>
                <c:pt idx="1938">
                  <c:v>-372.78424153513197</c:v>
                </c:pt>
                <c:pt idx="1939">
                  <c:v>-170.699483190048</c:v>
                </c:pt>
                <c:pt idx="1940">
                  <c:v>282.70628568500194</c:v>
                </c:pt>
                <c:pt idx="1941">
                  <c:v>-184.12364829123999</c:v>
                </c:pt>
                <c:pt idx="1942">
                  <c:v>-315.27504736776996</c:v>
                </c:pt>
                <c:pt idx="1943">
                  <c:v>-455.95495841023796</c:v>
                </c:pt>
                <c:pt idx="1944">
                  <c:v>-198.236904269712</c:v>
                </c:pt>
                <c:pt idx="1945">
                  <c:v>-407.68047616315999</c:v>
                </c:pt>
                <c:pt idx="1946">
                  <c:v>633.23914530162006</c:v>
                </c:pt>
                <c:pt idx="1947">
                  <c:v>-46.570466107780007</c:v>
                </c:pt>
                <c:pt idx="1948">
                  <c:v>-361.63463617562002</c:v>
                </c:pt>
                <c:pt idx="1949">
                  <c:v>167.19748527844803</c:v>
                </c:pt>
                <c:pt idx="1950">
                  <c:v>558.75655629411995</c:v>
                </c:pt>
                <c:pt idx="1951">
                  <c:v>-279.41143906047796</c:v>
                </c:pt>
                <c:pt idx="1952">
                  <c:v>262.8061929892001</c:v>
                </c:pt>
                <c:pt idx="1953">
                  <c:v>-1616.5394620823361</c:v>
                </c:pt>
                <c:pt idx="1954">
                  <c:v>413.34330708783204</c:v>
                </c:pt>
                <c:pt idx="1955">
                  <c:v>-86.086984223610017</c:v>
                </c:pt>
                <c:pt idx="1956">
                  <c:v>-1541.4139466402162</c:v>
                </c:pt>
                <c:pt idx="1957">
                  <c:v>-134.47622042800401</c:v>
                </c:pt>
                <c:pt idx="1958">
                  <c:v>1187.642362328952</c:v>
                </c:pt>
                <c:pt idx="1959">
                  <c:v>245.04370376075198</c:v>
                </c:pt>
                <c:pt idx="1960">
                  <c:v>-1476.456044881048</c:v>
                </c:pt>
                <c:pt idx="1961">
                  <c:v>-272.09038044527398</c:v>
                </c:pt>
                <c:pt idx="1962">
                  <c:v>328.89391998288806</c:v>
                </c:pt>
                <c:pt idx="1963">
                  <c:v>127.12833840189599</c:v>
                </c:pt>
                <c:pt idx="1964">
                  <c:v>-292.98436625311001</c:v>
                </c:pt>
                <c:pt idx="1965">
                  <c:v>607.02285289347014</c:v>
                </c:pt>
                <c:pt idx="1966">
                  <c:v>-410.63374999556805</c:v>
                </c:pt>
                <c:pt idx="1967">
                  <c:v>431.77801221559599</c:v>
                </c:pt>
                <c:pt idx="1968">
                  <c:v>101.49134346920802</c:v>
                </c:pt>
                <c:pt idx="1969">
                  <c:v>46.825567113939996</c:v>
                </c:pt>
                <c:pt idx="1970">
                  <c:v>-272.81513200272002</c:v>
                </c:pt>
                <c:pt idx="1971">
                  <c:v>-1733.9671053756122</c:v>
                </c:pt>
                <c:pt idx="1972">
                  <c:v>438.39626315285398</c:v>
                </c:pt>
                <c:pt idx="1973">
                  <c:v>-676.25618837039997</c:v>
                </c:pt>
                <c:pt idx="1974">
                  <c:v>400.53418087870398</c:v>
                </c:pt>
                <c:pt idx="1975">
                  <c:v>1278.2957995401998</c:v>
                </c:pt>
                <c:pt idx="1976">
                  <c:v>357.02816414639403</c:v>
                </c:pt>
                <c:pt idx="1977">
                  <c:v>316.61047100402993</c:v>
                </c:pt>
                <c:pt idx="1978">
                  <c:v>-723.20990477143198</c:v>
                </c:pt>
                <c:pt idx="1979">
                  <c:v>1222.4334847761902</c:v>
                </c:pt>
                <c:pt idx="1980">
                  <c:v>649.05451102114</c:v>
                </c:pt>
                <c:pt idx="1981">
                  <c:v>-279.19290444344199</c:v>
                </c:pt>
                <c:pt idx="1982">
                  <c:v>-737.2852853638401</c:v>
                </c:pt>
                <c:pt idx="1983">
                  <c:v>-524.17972424668403</c:v>
                </c:pt>
                <c:pt idx="1984">
                  <c:v>288.48110894867204</c:v>
                </c:pt>
                <c:pt idx="1985">
                  <c:v>191.16649665670198</c:v>
                </c:pt>
                <c:pt idx="1986">
                  <c:v>711.99162613247995</c:v>
                </c:pt>
                <c:pt idx="1987">
                  <c:v>-226.34680585814999</c:v>
                </c:pt>
                <c:pt idx="1988">
                  <c:v>-17.719397569712001</c:v>
                </c:pt>
                <c:pt idx="1989">
                  <c:v>108.4613078082</c:v>
                </c:pt>
                <c:pt idx="1990">
                  <c:v>-874.08710156809786</c:v>
                </c:pt>
                <c:pt idx="1991">
                  <c:v>1246.3027841386979</c:v>
                </c:pt>
                <c:pt idx="1992">
                  <c:v>-8.9299398694139995</c:v>
                </c:pt>
                <c:pt idx="1993">
                  <c:v>839.87237829523201</c:v>
                </c:pt>
                <c:pt idx="1994">
                  <c:v>350.01029219395201</c:v>
                </c:pt>
                <c:pt idx="1995">
                  <c:v>701.97066409872014</c:v>
                </c:pt>
                <c:pt idx="1996">
                  <c:v>-1181.0870704427398</c:v>
                </c:pt>
                <c:pt idx="1997">
                  <c:v>-8.3626375946320017</c:v>
                </c:pt>
                <c:pt idx="1998">
                  <c:v>-8.2305845956399999</c:v>
                </c:pt>
                <c:pt idx="1999">
                  <c:v>-1556.3578337030999</c:v>
                </c:pt>
                <c:pt idx="2000">
                  <c:v>-967.02209281161595</c:v>
                </c:pt>
                <c:pt idx="2001">
                  <c:v>-1427.293805618024</c:v>
                </c:pt>
                <c:pt idx="2002">
                  <c:v>-2134.0442889103142</c:v>
                </c:pt>
                <c:pt idx="2003">
                  <c:v>335.84503383073206</c:v>
                </c:pt>
                <c:pt idx="2004">
                  <c:v>-2009.2040877232557</c:v>
                </c:pt>
                <c:pt idx="2005">
                  <c:v>1007.2216340355599</c:v>
                </c:pt>
                <c:pt idx="2006">
                  <c:v>842.69932808429212</c:v>
                </c:pt>
                <c:pt idx="2007">
                  <c:v>1061.6587052906159</c:v>
                </c:pt>
                <c:pt idx="2008">
                  <c:v>662.78742584515987</c:v>
                </c:pt>
                <c:pt idx="2009">
                  <c:v>-1099.0374241051941</c:v>
                </c:pt>
                <c:pt idx="2010">
                  <c:v>475.44340696798383</c:v>
                </c:pt>
                <c:pt idx="2011">
                  <c:v>-687.50166698419389</c:v>
                </c:pt>
                <c:pt idx="2012">
                  <c:v>1380.7898186974303</c:v>
                </c:pt>
                <c:pt idx="2013">
                  <c:v>161.688806688532</c:v>
                </c:pt>
                <c:pt idx="2014">
                  <c:v>-149.50867788780801</c:v>
                </c:pt>
                <c:pt idx="2015">
                  <c:v>-1197.3667520437502</c:v>
                </c:pt>
                <c:pt idx="2016">
                  <c:v>-1348.4821579824961</c:v>
                </c:pt>
                <c:pt idx="2017">
                  <c:v>-1169.648737863492</c:v>
                </c:pt>
                <c:pt idx="2018">
                  <c:v>1871.7631078896313</c:v>
                </c:pt>
                <c:pt idx="2019">
                  <c:v>217.945170172708</c:v>
                </c:pt>
                <c:pt idx="2020">
                  <c:v>1130.7171277338298</c:v>
                </c:pt>
                <c:pt idx="2021">
                  <c:v>879.99372112435185</c:v>
                </c:pt>
                <c:pt idx="2022">
                  <c:v>910.88345106691997</c:v>
                </c:pt>
                <c:pt idx="2023">
                  <c:v>672.51503300938202</c:v>
                </c:pt>
                <c:pt idx="2024">
                  <c:v>-287.47964140499596</c:v>
                </c:pt>
                <c:pt idx="2025">
                  <c:v>211.40208893088396</c:v>
                </c:pt>
                <c:pt idx="2026">
                  <c:v>37.871494288440005</c:v>
                </c:pt>
                <c:pt idx="2027">
                  <c:v>-723.33642215733596</c:v>
                </c:pt>
                <c:pt idx="2028">
                  <c:v>427.61525814522008</c:v>
                </c:pt>
                <c:pt idx="2029">
                  <c:v>-58.139178240107995</c:v>
                </c:pt>
                <c:pt idx="2030">
                  <c:v>504.460771339784</c:v>
                </c:pt>
                <c:pt idx="2031">
                  <c:v>-3250.2247558222907</c:v>
                </c:pt>
                <c:pt idx="2032">
                  <c:v>745.88282172865399</c:v>
                </c:pt>
                <c:pt idx="2033">
                  <c:v>447.74240782291599</c:v>
                </c:pt>
                <c:pt idx="2034">
                  <c:v>-1413.4752337045338</c:v>
                </c:pt>
                <c:pt idx="2035">
                  <c:v>619.36345376179202</c:v>
                </c:pt>
                <c:pt idx="2036">
                  <c:v>249.66734904485</c:v>
                </c:pt>
                <c:pt idx="2037">
                  <c:v>-192.08113375107999</c:v>
                </c:pt>
                <c:pt idx="2038">
                  <c:v>-198.08478183292002</c:v>
                </c:pt>
                <c:pt idx="2039">
                  <c:v>-1550.640772482956</c:v>
                </c:pt>
                <c:pt idx="2040">
                  <c:v>1488.9203534904079</c:v>
                </c:pt>
                <c:pt idx="2041">
                  <c:v>-477.21259689298779</c:v>
                </c:pt>
                <c:pt idx="2042">
                  <c:v>597.26110017172391</c:v>
                </c:pt>
                <c:pt idx="2043">
                  <c:v>159.28938549660802</c:v>
                </c:pt>
                <c:pt idx="2044">
                  <c:v>-313.94695962073604</c:v>
                </c:pt>
                <c:pt idx="2045">
                  <c:v>90.468837281573997</c:v>
                </c:pt>
                <c:pt idx="2046">
                  <c:v>530.82473078856003</c:v>
                </c:pt>
                <c:pt idx="2047">
                  <c:v>100.04544461275999</c:v>
                </c:pt>
                <c:pt idx="2048">
                  <c:v>-166.79118741592799</c:v>
                </c:pt>
                <c:pt idx="2049">
                  <c:v>1277.64322775644</c:v>
                </c:pt>
                <c:pt idx="2050">
                  <c:v>455.59752598370397</c:v>
                </c:pt>
                <c:pt idx="2051">
                  <c:v>-680.53263894700001</c:v>
                </c:pt>
                <c:pt idx="2052">
                  <c:v>0</c:v>
                </c:pt>
                <c:pt idx="2053">
                  <c:v>-622.39177901363212</c:v>
                </c:pt>
                <c:pt idx="2054">
                  <c:v>-583.38788410725408</c:v>
                </c:pt>
                <c:pt idx="2055">
                  <c:v>1290.1232696372801</c:v>
                </c:pt>
                <c:pt idx="2056">
                  <c:v>851.28452086444395</c:v>
                </c:pt>
                <c:pt idx="2057">
                  <c:v>874.76978168448397</c:v>
                </c:pt>
                <c:pt idx="2058">
                  <c:v>-326.62617243424</c:v>
                </c:pt>
                <c:pt idx="2059">
                  <c:v>-623.28178103769199</c:v>
                </c:pt>
                <c:pt idx="2060">
                  <c:v>-1204.892788457722</c:v>
                </c:pt>
                <c:pt idx="2061">
                  <c:v>-274.63680550751201</c:v>
                </c:pt>
                <c:pt idx="2062">
                  <c:v>-440.71063438539994</c:v>
                </c:pt>
                <c:pt idx="2063">
                  <c:v>898.90446885924007</c:v>
                </c:pt>
                <c:pt idx="2064">
                  <c:v>376.808040119184</c:v>
                </c:pt>
                <c:pt idx="2065">
                  <c:v>-240.80644939979999</c:v>
                </c:pt>
                <c:pt idx="2066">
                  <c:v>-823.52928209048389</c:v>
                </c:pt>
                <c:pt idx="2067">
                  <c:v>320.49760235948395</c:v>
                </c:pt>
                <c:pt idx="2068">
                  <c:v>-525.54465111634795</c:v>
                </c:pt>
                <c:pt idx="2069">
                  <c:v>343.07054182988003</c:v>
                </c:pt>
                <c:pt idx="2070">
                  <c:v>285.77183606311206</c:v>
                </c:pt>
                <c:pt idx="2071">
                  <c:v>651.26864152779001</c:v>
                </c:pt>
                <c:pt idx="2072">
                  <c:v>-254.57910782402794</c:v>
                </c:pt>
                <c:pt idx="2073">
                  <c:v>173.23180056432003</c:v>
                </c:pt>
                <c:pt idx="2074">
                  <c:v>296.85193666314001</c:v>
                </c:pt>
                <c:pt idx="2075">
                  <c:v>-839.71593809123397</c:v>
                </c:pt>
                <c:pt idx="2076">
                  <c:v>-2083.2253304998139</c:v>
                </c:pt>
                <c:pt idx="2077">
                  <c:v>532.54835340202794</c:v>
                </c:pt>
                <c:pt idx="2078">
                  <c:v>769.35992951272397</c:v>
                </c:pt>
                <c:pt idx="2079">
                  <c:v>550.06096568820806</c:v>
                </c:pt>
                <c:pt idx="2080">
                  <c:v>293.44963903904801</c:v>
                </c:pt>
                <c:pt idx="2081">
                  <c:v>593.11821290375997</c:v>
                </c:pt>
                <c:pt idx="2082">
                  <c:v>-857.23407312219001</c:v>
                </c:pt>
                <c:pt idx="2083">
                  <c:v>711.49926951824796</c:v>
                </c:pt>
                <c:pt idx="2084">
                  <c:v>-119.96096760410401</c:v>
                </c:pt>
                <c:pt idx="2085">
                  <c:v>-1766.28886818346</c:v>
                </c:pt>
                <c:pt idx="2086">
                  <c:v>-770.3851851965801</c:v>
                </c:pt>
                <c:pt idx="2087">
                  <c:v>-1089.3539296466681</c:v>
                </c:pt>
                <c:pt idx="2088">
                  <c:v>-1347.0751654913081</c:v>
                </c:pt>
                <c:pt idx="2089">
                  <c:v>930.03331108810403</c:v>
                </c:pt>
                <c:pt idx="2090">
                  <c:v>-1044.4242241291317</c:v>
                </c:pt>
                <c:pt idx="2091">
                  <c:v>915.19268373295199</c:v>
                </c:pt>
                <c:pt idx="2092">
                  <c:v>-114.99855880882602</c:v>
                </c:pt>
                <c:pt idx="2093">
                  <c:v>-212.17529213423998</c:v>
                </c:pt>
                <c:pt idx="2094">
                  <c:v>-176.83149657415203</c:v>
                </c:pt>
                <c:pt idx="2095">
                  <c:v>-1350.7761695424483</c:v>
                </c:pt>
                <c:pt idx="2096">
                  <c:v>493.5980992867959</c:v>
                </c:pt>
                <c:pt idx="2097">
                  <c:v>-2367.1939131566996</c:v>
                </c:pt>
                <c:pt idx="2098">
                  <c:v>143.72942774411203</c:v>
                </c:pt>
                <c:pt idx="2099">
                  <c:v>-387.16012131916</c:v>
                </c:pt>
                <c:pt idx="2100">
                  <c:v>-232.75675403147204</c:v>
                </c:pt>
                <c:pt idx="2101">
                  <c:v>532.87952787278402</c:v>
                </c:pt>
                <c:pt idx="2102">
                  <c:v>759.79912824934581</c:v>
                </c:pt>
                <c:pt idx="2103">
                  <c:v>357.39129609280803</c:v>
                </c:pt>
                <c:pt idx="2104">
                  <c:v>-607.34118687746798</c:v>
                </c:pt>
                <c:pt idx="2105">
                  <c:v>-10.527491802898002</c:v>
                </c:pt>
                <c:pt idx="2106">
                  <c:v>1496.5070866104957</c:v>
                </c:pt>
                <c:pt idx="2107">
                  <c:v>-456.58379018521799</c:v>
                </c:pt>
                <c:pt idx="2108">
                  <c:v>-167.396727470016</c:v>
                </c:pt>
                <c:pt idx="2109">
                  <c:v>-149.94364483137204</c:v>
                </c:pt>
                <c:pt idx="2110">
                  <c:v>-198.71044286500401</c:v>
                </c:pt>
                <c:pt idx="2111">
                  <c:v>373.51791054927992</c:v>
                </c:pt>
                <c:pt idx="2112">
                  <c:v>-829.00234918336014</c:v>
                </c:pt>
                <c:pt idx="2113">
                  <c:v>337.4402971312</c:v>
                </c:pt>
                <c:pt idx="2114">
                  <c:v>-230.97668449112399</c:v>
                </c:pt>
                <c:pt idx="2115">
                  <c:v>729.96399674283589</c:v>
                </c:pt>
                <c:pt idx="2116">
                  <c:v>288.00254559949605</c:v>
                </c:pt>
                <c:pt idx="2117">
                  <c:v>-164.37242812403201</c:v>
                </c:pt>
                <c:pt idx="2118">
                  <c:v>51.727489862910005</c:v>
                </c:pt>
                <c:pt idx="2119">
                  <c:v>427.70127090633594</c:v>
                </c:pt>
                <c:pt idx="2120">
                  <c:v>-1768.4873811047519</c:v>
                </c:pt>
                <c:pt idx="2121">
                  <c:v>711.18906331997994</c:v>
                </c:pt>
                <c:pt idx="2122">
                  <c:v>-135.91259072271399</c:v>
                </c:pt>
                <c:pt idx="2123">
                  <c:v>682.81017793032004</c:v>
                </c:pt>
                <c:pt idx="2124">
                  <c:v>0</c:v>
                </c:pt>
                <c:pt idx="2125">
                  <c:v>73.128874227821996</c:v>
                </c:pt>
                <c:pt idx="2126">
                  <c:v>-1340.3522644607979</c:v>
                </c:pt>
                <c:pt idx="2127">
                  <c:v>-1319.9575799466479</c:v>
                </c:pt>
                <c:pt idx="2128">
                  <c:v>435.155414439732</c:v>
                </c:pt>
                <c:pt idx="2129">
                  <c:v>-1017.8919869675201</c:v>
                </c:pt>
                <c:pt idx="2130">
                  <c:v>112.884447297996</c:v>
                </c:pt>
                <c:pt idx="2131">
                  <c:v>10.31360881825</c:v>
                </c:pt>
                <c:pt idx="2132">
                  <c:v>1180.1486396531</c:v>
                </c:pt>
                <c:pt idx="2133">
                  <c:v>387.23193708920604</c:v>
                </c:pt>
                <c:pt idx="2134">
                  <c:v>454.54566447989595</c:v>
                </c:pt>
                <c:pt idx="2135">
                  <c:v>434.33937204436796</c:v>
                </c:pt>
                <c:pt idx="2136">
                  <c:v>453.77899558270394</c:v>
                </c:pt>
                <c:pt idx="2137">
                  <c:v>133.26502062535997</c:v>
                </c:pt>
                <c:pt idx="2138">
                  <c:v>291.65591784128804</c:v>
                </c:pt>
                <c:pt idx="2139">
                  <c:v>0</c:v>
                </c:pt>
                <c:pt idx="2140">
                  <c:v>702.83267565776816</c:v>
                </c:pt>
                <c:pt idx="2141">
                  <c:v>-896.06545264136798</c:v>
                </c:pt>
                <c:pt idx="2142">
                  <c:v>453.21597679608794</c:v>
                </c:pt>
                <c:pt idx="2143">
                  <c:v>-1337.77369070943</c:v>
                </c:pt>
                <c:pt idx="2144">
                  <c:v>-234.97802172918801</c:v>
                </c:pt>
                <c:pt idx="2145">
                  <c:v>-495.06811552271995</c:v>
                </c:pt>
                <c:pt idx="2146">
                  <c:v>303.25882032905804</c:v>
                </c:pt>
                <c:pt idx="2147">
                  <c:v>-439.86219044333995</c:v>
                </c:pt>
                <c:pt idx="2148">
                  <c:v>-41.413855564544001</c:v>
                </c:pt>
                <c:pt idx="2149">
                  <c:v>20.807109965512005</c:v>
                </c:pt>
                <c:pt idx="2150">
                  <c:v>1754.9135140349658</c:v>
                </c:pt>
                <c:pt idx="2151">
                  <c:v>-714.50929250626803</c:v>
                </c:pt>
                <c:pt idx="2152">
                  <c:v>298.32734660618803</c:v>
                </c:pt>
                <c:pt idx="2153">
                  <c:v>187.40260950955201</c:v>
                </c:pt>
                <c:pt idx="2154">
                  <c:v>837.42749642473223</c:v>
                </c:pt>
                <c:pt idx="2155">
                  <c:v>616.9788057106</c:v>
                </c:pt>
                <c:pt idx="2156">
                  <c:v>604.55459800950393</c:v>
                </c:pt>
                <c:pt idx="2157">
                  <c:v>-710.93813391835215</c:v>
                </c:pt>
                <c:pt idx="2158">
                  <c:v>-111.55873803602</c:v>
                </c:pt>
                <c:pt idx="2159">
                  <c:v>-1225.0943334134561</c:v>
                </c:pt>
                <c:pt idx="2160">
                  <c:v>-1622.82954993728</c:v>
                </c:pt>
                <c:pt idx="2161">
                  <c:v>-170.20483929765001</c:v>
                </c:pt>
                <c:pt idx="2162">
                  <c:v>-472.44492047986591</c:v>
                </c:pt>
                <c:pt idx="2163">
                  <c:v>-698.78145711837988</c:v>
                </c:pt>
                <c:pt idx="2164">
                  <c:v>-4276.1977591432678</c:v>
                </c:pt>
                <c:pt idx="2165">
                  <c:v>1484.9793632750579</c:v>
                </c:pt>
                <c:pt idx="2166">
                  <c:v>-764.49844702420808</c:v>
                </c:pt>
                <c:pt idx="2167">
                  <c:v>-98.25203154191999</c:v>
                </c:pt>
                <c:pt idx="2168">
                  <c:v>1131.5592078396839</c:v>
                </c:pt>
                <c:pt idx="2169">
                  <c:v>-910.54437252710409</c:v>
                </c:pt>
                <c:pt idx="2170">
                  <c:v>401.05943592166398</c:v>
                </c:pt>
                <c:pt idx="2171">
                  <c:v>277.09980821028807</c:v>
                </c:pt>
                <c:pt idx="2172">
                  <c:v>-2428.7819401271404</c:v>
                </c:pt>
                <c:pt idx="2173">
                  <c:v>-414.11354675631202</c:v>
                </c:pt>
                <c:pt idx="2174">
                  <c:v>-1642.1003478830521</c:v>
                </c:pt>
                <c:pt idx="2175">
                  <c:v>-1479.50952439097</c:v>
                </c:pt>
                <c:pt idx="2176">
                  <c:v>-933.69644689231006</c:v>
                </c:pt>
                <c:pt idx="2177">
                  <c:v>874.20234745940797</c:v>
                </c:pt>
                <c:pt idx="2178">
                  <c:v>592.79207141664995</c:v>
                </c:pt>
                <c:pt idx="2179">
                  <c:v>-398.58373409192001</c:v>
                </c:pt>
                <c:pt idx="2180">
                  <c:v>3702.4047396886599</c:v>
                </c:pt>
                <c:pt idx="2181">
                  <c:v>-914.76745410341209</c:v>
                </c:pt>
                <c:pt idx="2182">
                  <c:v>562.99482745475211</c:v>
                </c:pt>
                <c:pt idx="2183">
                  <c:v>-398.49759164860393</c:v>
                </c:pt>
                <c:pt idx="2184">
                  <c:v>589.99737063434588</c:v>
                </c:pt>
                <c:pt idx="2185">
                  <c:v>-277.90040768624397</c:v>
                </c:pt>
                <c:pt idx="2186">
                  <c:v>86.167211156459999</c:v>
                </c:pt>
                <c:pt idx="2187">
                  <c:v>-668.90928280634398</c:v>
                </c:pt>
                <c:pt idx="2188">
                  <c:v>-292.21756708740008</c:v>
                </c:pt>
                <c:pt idx="2189">
                  <c:v>971.13348640915183</c:v>
                </c:pt>
                <c:pt idx="2190">
                  <c:v>39.096673527543999</c:v>
                </c:pt>
                <c:pt idx="2191">
                  <c:v>237.27718796227197</c:v>
                </c:pt>
                <c:pt idx="2192">
                  <c:v>-977.00238437500002</c:v>
                </c:pt>
                <c:pt idx="2193">
                  <c:v>-485.53452429915995</c:v>
                </c:pt>
                <c:pt idx="2194">
                  <c:v>-185.74010963961001</c:v>
                </c:pt>
                <c:pt idx="2195">
                  <c:v>-519.86598942118997</c:v>
                </c:pt>
                <c:pt idx="2196">
                  <c:v>1272.9837944678397</c:v>
                </c:pt>
                <c:pt idx="2197">
                  <c:v>842.65259292222015</c:v>
                </c:pt>
                <c:pt idx="2198">
                  <c:v>495.18543776759998</c:v>
                </c:pt>
                <c:pt idx="2199">
                  <c:v>258.79742203619196</c:v>
                </c:pt>
                <c:pt idx="2200">
                  <c:v>-1015.650751083276</c:v>
                </c:pt>
                <c:pt idx="2201">
                  <c:v>1813.252780455944</c:v>
                </c:pt>
                <c:pt idx="2202">
                  <c:v>-1062.6626905561802</c:v>
                </c:pt>
                <c:pt idx="2203">
                  <c:v>-661.11072367850397</c:v>
                </c:pt>
                <c:pt idx="2204">
                  <c:v>-1602.0896797754219</c:v>
                </c:pt>
                <c:pt idx="2205">
                  <c:v>411.17054823773793</c:v>
                </c:pt>
                <c:pt idx="2206">
                  <c:v>-1090.244244492658</c:v>
                </c:pt>
                <c:pt idx="2207">
                  <c:v>-248.30743426605</c:v>
                </c:pt>
                <c:pt idx="2208">
                  <c:v>1423.329533532192</c:v>
                </c:pt>
                <c:pt idx="2209">
                  <c:v>349.64356598821996</c:v>
                </c:pt>
                <c:pt idx="2210">
                  <c:v>-1413.156942389478</c:v>
                </c:pt>
                <c:pt idx="2211">
                  <c:v>290.00480211040599</c:v>
                </c:pt>
                <c:pt idx="2212">
                  <c:v>-433.76730022373005</c:v>
                </c:pt>
                <c:pt idx="2213">
                  <c:v>794.75674422064003</c:v>
                </c:pt>
                <c:pt idx="2214">
                  <c:v>-943.50895066014778</c:v>
                </c:pt>
                <c:pt idx="2215">
                  <c:v>88.629133906584002</c:v>
                </c:pt>
                <c:pt idx="2216">
                  <c:v>-224.748336789528</c:v>
                </c:pt>
                <c:pt idx="2217">
                  <c:v>-1262.9006714835759</c:v>
                </c:pt>
                <c:pt idx="2218">
                  <c:v>-153.89222915001602</c:v>
                </c:pt>
                <c:pt idx="2219">
                  <c:v>521.10988221502805</c:v>
                </c:pt>
                <c:pt idx="2220">
                  <c:v>-1371.5075940374381</c:v>
                </c:pt>
                <c:pt idx="2221">
                  <c:v>-913.42021961177988</c:v>
                </c:pt>
                <c:pt idx="2222">
                  <c:v>804.07001842103807</c:v>
                </c:pt>
                <c:pt idx="2223">
                  <c:v>1413.2106278132699</c:v>
                </c:pt>
                <c:pt idx="2224">
                  <c:v>-720.86917466205</c:v>
                </c:pt>
                <c:pt idx="2225">
                  <c:v>2241.2827343243616</c:v>
                </c:pt>
                <c:pt idx="2226">
                  <c:v>-19.888594751980001</c:v>
                </c:pt>
                <c:pt idx="2227">
                  <c:v>588.86880264048193</c:v>
                </c:pt>
                <c:pt idx="2228">
                  <c:v>-810.39230213887993</c:v>
                </c:pt>
                <c:pt idx="2229">
                  <c:v>1889.780719965504</c:v>
                </c:pt>
                <c:pt idx="2230">
                  <c:v>493.38761737324785</c:v>
                </c:pt>
                <c:pt idx="2231">
                  <c:v>247.65600350183996</c:v>
                </c:pt>
                <c:pt idx="2232">
                  <c:v>777.20651829927215</c:v>
                </c:pt>
                <c:pt idx="2233">
                  <c:v>42.030527397271996</c:v>
                </c:pt>
                <c:pt idx="2234">
                  <c:v>-490.83891921755588</c:v>
                </c:pt>
                <c:pt idx="2235">
                  <c:v>455.20996111572606</c:v>
                </c:pt>
                <c:pt idx="2236">
                  <c:v>1076.4990525154001</c:v>
                </c:pt>
                <c:pt idx="2237">
                  <c:v>1979.939612441304</c:v>
                </c:pt>
                <c:pt idx="2238">
                  <c:v>-10.738980935981999</c:v>
                </c:pt>
                <c:pt idx="2239">
                  <c:v>515.20174447315196</c:v>
                </c:pt>
                <c:pt idx="2240">
                  <c:v>1381.516967463936</c:v>
                </c:pt>
                <c:pt idx="2241">
                  <c:v>-269.68731192035</c:v>
                </c:pt>
                <c:pt idx="2242">
                  <c:v>-32.542609544879994</c:v>
                </c:pt>
                <c:pt idx="2243">
                  <c:v>-55.548953221120001</c:v>
                </c:pt>
                <c:pt idx="2244">
                  <c:v>-1629.3354275348242</c:v>
                </c:pt>
                <c:pt idx="2245">
                  <c:v>245.11462335698803</c:v>
                </c:pt>
                <c:pt idx="2246">
                  <c:v>628.27917837249606</c:v>
                </c:pt>
                <c:pt idx="2247">
                  <c:v>498.87205457508003</c:v>
                </c:pt>
                <c:pt idx="2248">
                  <c:v>1432.6140420729803</c:v>
                </c:pt>
                <c:pt idx="2249">
                  <c:v>-1809.9694477097316</c:v>
                </c:pt>
                <c:pt idx="2250">
                  <c:v>753.01892445163185</c:v>
                </c:pt>
                <c:pt idx="2251">
                  <c:v>-389.55608390362994</c:v>
                </c:pt>
                <c:pt idx="2252">
                  <c:v>1351.9231807230199</c:v>
                </c:pt>
                <c:pt idx="2253">
                  <c:v>0</c:v>
                </c:pt>
                <c:pt idx="2254">
                  <c:v>121.81000894585603</c:v>
                </c:pt>
                <c:pt idx="2255">
                  <c:v>99.048746694653985</c:v>
                </c:pt>
                <c:pt idx="2256">
                  <c:v>-416.99348900018799</c:v>
                </c:pt>
                <c:pt idx="2257">
                  <c:v>330.39113295054</c:v>
                </c:pt>
                <c:pt idx="2258">
                  <c:v>-1896.59280660628</c:v>
                </c:pt>
                <c:pt idx="2259">
                  <c:v>-494.87727786003001</c:v>
                </c:pt>
                <c:pt idx="2260">
                  <c:v>-811.2332322271759</c:v>
                </c:pt>
                <c:pt idx="2261">
                  <c:v>-231.99975130630196</c:v>
                </c:pt>
                <c:pt idx="2262">
                  <c:v>-384.22786407641991</c:v>
                </c:pt>
                <c:pt idx="2263">
                  <c:v>-1582.15155943631</c:v>
                </c:pt>
                <c:pt idx="2264">
                  <c:v>86.573273458416011</c:v>
                </c:pt>
                <c:pt idx="2265">
                  <c:v>1031.1803308275662</c:v>
                </c:pt>
                <c:pt idx="2266">
                  <c:v>-651.68602624379196</c:v>
                </c:pt>
                <c:pt idx="2267">
                  <c:v>240.31543051584998</c:v>
                </c:pt>
                <c:pt idx="2268">
                  <c:v>1217.7163312011357</c:v>
                </c:pt>
                <c:pt idx="2269">
                  <c:v>20.611321188343997</c:v>
                </c:pt>
                <c:pt idx="2270">
                  <c:v>-41.080484239384006</c:v>
                </c:pt>
                <c:pt idx="2271">
                  <c:v>41.407632807736007</c:v>
                </c:pt>
                <c:pt idx="2272">
                  <c:v>898.39891283102406</c:v>
                </c:pt>
                <c:pt idx="2273">
                  <c:v>278.84043325578602</c:v>
                </c:pt>
                <c:pt idx="2274">
                  <c:v>-2068.5486012184256</c:v>
                </c:pt>
                <c:pt idx="2275">
                  <c:v>51.025704996090013</c:v>
                </c:pt>
                <c:pt idx="2276">
                  <c:v>-123.08509372571999</c:v>
                </c:pt>
                <c:pt idx="2277">
                  <c:v>-815.52620169042621</c:v>
                </c:pt>
                <c:pt idx="2278">
                  <c:v>533.26507932355207</c:v>
                </c:pt>
                <c:pt idx="2279">
                  <c:v>1416.8105963942721</c:v>
                </c:pt>
                <c:pt idx="2280">
                  <c:v>515.451761143</c:v>
                </c:pt>
                <c:pt idx="2281">
                  <c:v>1440.0183380858798</c:v>
                </c:pt>
                <c:pt idx="2282">
                  <c:v>185.794221918456</c:v>
                </c:pt>
                <c:pt idx="2283">
                  <c:v>198.339741083256</c:v>
                </c:pt>
                <c:pt idx="2284">
                  <c:v>-107.42894005484</c:v>
                </c:pt>
                <c:pt idx="2285">
                  <c:v>128.83958124338398</c:v>
                </c:pt>
                <c:pt idx="2286">
                  <c:v>459.02886815032792</c:v>
                </c:pt>
                <c:pt idx="2287">
                  <c:v>-185.61562435361597</c:v>
                </c:pt>
                <c:pt idx="2288">
                  <c:v>368.73613184575203</c:v>
                </c:pt>
                <c:pt idx="2289">
                  <c:v>392.49281089353997</c:v>
                </c:pt>
                <c:pt idx="2290">
                  <c:v>477.75443680299196</c:v>
                </c:pt>
                <c:pt idx="2291">
                  <c:v>-110.64728179662001</c:v>
                </c:pt>
                <c:pt idx="2292">
                  <c:v>-1709.89045993169</c:v>
                </c:pt>
                <c:pt idx="2293">
                  <c:v>22.229382635444001</c:v>
                </c:pt>
                <c:pt idx="2294">
                  <c:v>-11.157185886734002</c:v>
                </c:pt>
                <c:pt idx="2295">
                  <c:v>235.50452771752197</c:v>
                </c:pt>
                <c:pt idx="2296">
                  <c:v>-1081.4357608406758</c:v>
                </c:pt>
                <c:pt idx="2297">
                  <c:v>-351.48329941955797</c:v>
                </c:pt>
                <c:pt idx="2298">
                  <c:v>-590.06865061294604</c:v>
                </c:pt>
                <c:pt idx="2299">
                  <c:v>2178.4060041580997</c:v>
                </c:pt>
                <c:pt idx="2300">
                  <c:v>-739.57977169648007</c:v>
                </c:pt>
                <c:pt idx="2301">
                  <c:v>478.08917620220393</c:v>
                </c:pt>
                <c:pt idx="2302">
                  <c:v>-959.87804737316367</c:v>
                </c:pt>
                <c:pt idx="2303">
                  <c:v>-923.603078533288</c:v>
                </c:pt>
                <c:pt idx="2304">
                  <c:v>-453.208354610534</c:v>
                </c:pt>
                <c:pt idx="2305">
                  <c:v>-3538.260856669674</c:v>
                </c:pt>
                <c:pt idx="2306">
                  <c:v>425.82028374724803</c:v>
                </c:pt>
                <c:pt idx="2307">
                  <c:v>-1303.4507067178142</c:v>
                </c:pt>
                <c:pt idx="2308">
                  <c:v>-63.745740155111996</c:v>
                </c:pt>
                <c:pt idx="2309">
                  <c:v>416.28504605176011</c:v>
                </c:pt>
                <c:pt idx="2310">
                  <c:v>-1391.9589689265904</c:v>
                </c:pt>
                <c:pt idx="2311">
                  <c:v>-632.90584004107995</c:v>
                </c:pt>
                <c:pt idx="2312">
                  <c:v>233.46418124542402</c:v>
                </c:pt>
                <c:pt idx="2313">
                  <c:v>451.35460180263203</c:v>
                </c:pt>
                <c:pt idx="2314">
                  <c:v>204.72799818291998</c:v>
                </c:pt>
                <c:pt idx="2315">
                  <c:v>-103.38192069420001</c:v>
                </c:pt>
                <c:pt idx="2316">
                  <c:v>-758.99993606438807</c:v>
                </c:pt>
                <c:pt idx="2317">
                  <c:v>-10.412797655376002</c:v>
                </c:pt>
                <c:pt idx="2318">
                  <c:v>115.219990567088</c:v>
                </c:pt>
                <c:pt idx="2319">
                  <c:v>-1272.868806770316</c:v>
                </c:pt>
                <c:pt idx="2320">
                  <c:v>996.55061104779588</c:v>
                </c:pt>
                <c:pt idx="2321">
                  <c:v>-20.161674775244002</c:v>
                </c:pt>
                <c:pt idx="2322">
                  <c:v>1647.6446449646646</c:v>
                </c:pt>
                <c:pt idx="2323">
                  <c:v>-195.31803710217201</c:v>
                </c:pt>
                <c:pt idx="2324">
                  <c:v>122.911188474624</c:v>
                </c:pt>
                <c:pt idx="2325">
                  <c:v>103.01455669382003</c:v>
                </c:pt>
                <c:pt idx="2326">
                  <c:v>1460.4968079939379</c:v>
                </c:pt>
                <c:pt idx="2327">
                  <c:v>422.26364737976598</c:v>
                </c:pt>
                <c:pt idx="2328">
                  <c:v>-175.69596277664002</c:v>
                </c:pt>
                <c:pt idx="2329">
                  <c:v>-611.13121294274799</c:v>
                </c:pt>
                <c:pt idx="2330">
                  <c:v>-244.96957112491199</c:v>
                </c:pt>
                <c:pt idx="2331">
                  <c:v>-140.51986387149202</c:v>
                </c:pt>
                <c:pt idx="2332">
                  <c:v>471.46372886206598</c:v>
                </c:pt>
                <c:pt idx="2333">
                  <c:v>1488.8267272201042</c:v>
                </c:pt>
                <c:pt idx="2334">
                  <c:v>253.34840976635002</c:v>
                </c:pt>
                <c:pt idx="2335">
                  <c:v>-188.823905906226</c:v>
                </c:pt>
                <c:pt idx="2336">
                  <c:v>40.224784494032001</c:v>
                </c:pt>
                <c:pt idx="2337">
                  <c:v>-111.64457684789201</c:v>
                </c:pt>
                <c:pt idx="2338">
                  <c:v>90.488570154569999</c:v>
                </c:pt>
                <c:pt idx="2339">
                  <c:v>826.57706647478415</c:v>
                </c:pt>
                <c:pt idx="2340">
                  <c:v>-91.224905160347987</c:v>
                </c:pt>
                <c:pt idx="2341">
                  <c:v>-80.866576922784006</c:v>
                </c:pt>
                <c:pt idx="2342">
                  <c:v>-470.82870843228795</c:v>
                </c:pt>
                <c:pt idx="2343">
                  <c:v>-1308.0950953839601</c:v>
                </c:pt>
                <c:pt idx="2344">
                  <c:v>815.83904463903991</c:v>
                </c:pt>
                <c:pt idx="2345">
                  <c:v>-70.389051478018018</c:v>
                </c:pt>
                <c:pt idx="2346">
                  <c:v>-2111.3968432619058</c:v>
                </c:pt>
                <c:pt idx="2347">
                  <c:v>-315.78265717668</c:v>
                </c:pt>
                <c:pt idx="2348">
                  <c:v>384.22078798650796</c:v>
                </c:pt>
                <c:pt idx="2349">
                  <c:v>1144.094001433878</c:v>
                </c:pt>
                <c:pt idx="2350">
                  <c:v>335.62366868646006</c:v>
                </c:pt>
                <c:pt idx="2351">
                  <c:v>-10.248616045344001</c:v>
                </c:pt>
                <c:pt idx="2352">
                  <c:v>533.35992360258399</c:v>
                </c:pt>
                <c:pt idx="2353">
                  <c:v>-968.1564531322997</c:v>
                </c:pt>
                <c:pt idx="2354">
                  <c:v>-304.91494921560002</c:v>
                </c:pt>
                <c:pt idx="2355">
                  <c:v>1467.7962531334961</c:v>
                </c:pt>
                <c:pt idx="2356">
                  <c:v>0</c:v>
                </c:pt>
                <c:pt idx="2357">
                  <c:v>515.93990770450011</c:v>
                </c:pt>
                <c:pt idx="2358">
                  <c:v>-1019.7172928277159</c:v>
                </c:pt>
                <c:pt idx="2359">
                  <c:v>-72.33818546795402</c:v>
                </c:pt>
                <c:pt idx="2360">
                  <c:v>-302.91529166308601</c:v>
                </c:pt>
                <c:pt idx="2361">
                  <c:v>-1716.7085211243002</c:v>
                </c:pt>
                <c:pt idx="2362">
                  <c:v>461.15315618094007</c:v>
                </c:pt>
                <c:pt idx="2363">
                  <c:v>-979.62475130075802</c:v>
                </c:pt>
                <c:pt idx="2364">
                  <c:v>-227.573082427272</c:v>
                </c:pt>
                <c:pt idx="2365">
                  <c:v>-1028.539804594122</c:v>
                </c:pt>
                <c:pt idx="2366">
                  <c:v>-2184.99473150933</c:v>
                </c:pt>
                <c:pt idx="2367">
                  <c:v>-1441.7480010716999</c:v>
                </c:pt>
                <c:pt idx="2368">
                  <c:v>-547.49470026608014</c:v>
                </c:pt>
                <c:pt idx="2369">
                  <c:v>156.08703416313602</c:v>
                </c:pt>
                <c:pt idx="2370">
                  <c:v>940.35434635842182</c:v>
                </c:pt>
                <c:pt idx="2371">
                  <c:v>192.15905973680003</c:v>
                </c:pt>
                <c:pt idx="2372">
                  <c:v>-944.26016510707188</c:v>
                </c:pt>
                <c:pt idx="2373">
                  <c:v>774.16374465312003</c:v>
                </c:pt>
                <c:pt idx="2374">
                  <c:v>-369.90919048909598</c:v>
                </c:pt>
                <c:pt idx="2375">
                  <c:v>466.63810601827191</c:v>
                </c:pt>
                <c:pt idx="2376">
                  <c:v>1140.0162108617399</c:v>
                </c:pt>
                <c:pt idx="2377">
                  <c:v>128.21666138567002</c:v>
                </c:pt>
                <c:pt idx="2378">
                  <c:v>-807.93248845896028</c:v>
                </c:pt>
                <c:pt idx="2379">
                  <c:v>-70.61280077327001</c:v>
                </c:pt>
                <c:pt idx="2380">
                  <c:v>-1498.5458678968021</c:v>
                </c:pt>
                <c:pt idx="2381">
                  <c:v>522.60881060138399</c:v>
                </c:pt>
                <c:pt idx="2382">
                  <c:v>801.31692380319987</c:v>
                </c:pt>
                <c:pt idx="2383">
                  <c:v>-485.63239057708796</c:v>
                </c:pt>
                <c:pt idx="2384">
                  <c:v>1860.4215700430077</c:v>
                </c:pt>
                <c:pt idx="2385">
                  <c:v>29.808151736033999</c:v>
                </c:pt>
                <c:pt idx="2386">
                  <c:v>-318.46766230963203</c:v>
                </c:pt>
                <c:pt idx="2387">
                  <c:v>1348.3064185012101</c:v>
                </c:pt>
                <c:pt idx="2388">
                  <c:v>1079.4993865954202</c:v>
                </c:pt>
                <c:pt idx="2389">
                  <c:v>417.49690650193588</c:v>
                </c:pt>
                <c:pt idx="2390">
                  <c:v>703.80844172785999</c:v>
                </c:pt>
                <c:pt idx="2391">
                  <c:v>511.59639735410406</c:v>
                </c:pt>
                <c:pt idx="2392">
                  <c:v>775.167466077158</c:v>
                </c:pt>
                <c:pt idx="2393">
                  <c:v>449.084275829288</c:v>
                </c:pt>
                <c:pt idx="2394">
                  <c:v>-122.98261500417598</c:v>
                </c:pt>
                <c:pt idx="2395">
                  <c:v>525.65450212118412</c:v>
                </c:pt>
                <c:pt idx="2396">
                  <c:v>702.91434713569595</c:v>
                </c:pt>
                <c:pt idx="2397">
                  <c:v>572.38089041760009</c:v>
                </c:pt>
                <c:pt idx="2398">
                  <c:v>85.34361126184001</c:v>
                </c:pt>
                <c:pt idx="2399">
                  <c:v>514.84971639580795</c:v>
                </c:pt>
                <c:pt idx="2400">
                  <c:v>-1381.9604867102717</c:v>
                </c:pt>
                <c:pt idx="2401">
                  <c:v>184.33573768138004</c:v>
                </c:pt>
                <c:pt idx="2402">
                  <c:v>-1437.9597173396003</c:v>
                </c:pt>
                <c:pt idx="2403">
                  <c:v>905.82952724776385</c:v>
                </c:pt>
                <c:pt idx="2404">
                  <c:v>349.92778521369604</c:v>
                </c:pt>
                <c:pt idx="2405">
                  <c:v>-2338.5770639359125</c:v>
                </c:pt>
                <c:pt idx="2406">
                  <c:v>-474.88625584173195</c:v>
                </c:pt>
                <c:pt idx="2407">
                  <c:v>108.34466420878002</c:v>
                </c:pt>
                <c:pt idx="2408">
                  <c:v>1488.7769380550039</c:v>
                </c:pt>
                <c:pt idx="2409">
                  <c:v>-1022.996877814604</c:v>
                </c:pt>
                <c:pt idx="2410">
                  <c:v>999.39604314873611</c:v>
                </c:pt>
                <c:pt idx="2411">
                  <c:v>1154.945892747312</c:v>
                </c:pt>
                <c:pt idx="2412">
                  <c:v>42.556382467192002</c:v>
                </c:pt>
                <c:pt idx="2413">
                  <c:v>761.97861218361595</c:v>
                </c:pt>
                <c:pt idx="2414">
                  <c:v>-290.65641920505004</c:v>
                </c:pt>
                <c:pt idx="2415">
                  <c:v>-1065.7443818358001</c:v>
                </c:pt>
                <c:pt idx="2416">
                  <c:v>389.34529372317604</c:v>
                </c:pt>
                <c:pt idx="2417">
                  <c:v>1419.601554255984</c:v>
                </c:pt>
                <c:pt idx="2418">
                  <c:v>-462.90025469236394</c:v>
                </c:pt>
                <c:pt idx="2419">
                  <c:v>185.63449196171601</c:v>
                </c:pt>
                <c:pt idx="2420">
                  <c:v>143.17646276221598</c:v>
                </c:pt>
                <c:pt idx="2421">
                  <c:v>291.27051095084801</c:v>
                </c:pt>
                <c:pt idx="2422">
                  <c:v>-89.922592133088003</c:v>
                </c:pt>
                <c:pt idx="2423">
                  <c:v>-834.66379282432797</c:v>
                </c:pt>
                <c:pt idx="2424">
                  <c:v>125.65769577849402</c:v>
                </c:pt>
                <c:pt idx="2425">
                  <c:v>1061.8335203896499</c:v>
                </c:pt>
                <c:pt idx="2426">
                  <c:v>1657.268314493376</c:v>
                </c:pt>
                <c:pt idx="2427">
                  <c:v>747.11827699353012</c:v>
                </c:pt>
                <c:pt idx="2428">
                  <c:v>57.998020886899994</c:v>
                </c:pt>
                <c:pt idx="2429">
                  <c:v>-59.110010560639999</c:v>
                </c:pt>
                <c:pt idx="2430">
                  <c:v>-517.81130219112811</c:v>
                </c:pt>
                <c:pt idx="2431">
                  <c:v>-970.18993747839625</c:v>
                </c:pt>
                <c:pt idx="2432">
                  <c:v>1199.1635911712001</c:v>
                </c:pt>
                <c:pt idx="2433">
                  <c:v>-989.55779790520785</c:v>
                </c:pt>
                <c:pt idx="2434">
                  <c:v>1118.5815541002557</c:v>
                </c:pt>
                <c:pt idx="2435">
                  <c:v>1406.2851798410361</c:v>
                </c:pt>
                <c:pt idx="2436">
                  <c:v>-47.303933889280003</c:v>
                </c:pt>
                <c:pt idx="2437">
                  <c:v>-389.77824813807001</c:v>
                </c:pt>
                <c:pt idx="2438">
                  <c:v>-1668.5273900436398</c:v>
                </c:pt>
                <c:pt idx="2439">
                  <c:v>-1637.3759752010919</c:v>
                </c:pt>
                <c:pt idx="2440">
                  <c:v>488.93952068955991</c:v>
                </c:pt>
                <c:pt idx="2441">
                  <c:v>1159.6882692403801</c:v>
                </c:pt>
                <c:pt idx="2442">
                  <c:v>-151.26233753100598</c:v>
                </c:pt>
                <c:pt idx="2443">
                  <c:v>417.19034255659193</c:v>
                </c:pt>
                <c:pt idx="2444">
                  <c:v>-651.10701635321993</c:v>
                </c:pt>
                <c:pt idx="2445">
                  <c:v>-1845.8163853450242</c:v>
                </c:pt>
                <c:pt idx="2446">
                  <c:v>278.80103144328001</c:v>
                </c:pt>
                <c:pt idx="2447">
                  <c:v>-515.33638043561996</c:v>
                </c:pt>
                <c:pt idx="2448">
                  <c:v>-827.22128530506393</c:v>
                </c:pt>
                <c:pt idx="2449">
                  <c:v>-343.12822100190397</c:v>
                </c:pt>
                <c:pt idx="2450">
                  <c:v>1271.1863580743741</c:v>
                </c:pt>
                <c:pt idx="2451">
                  <c:v>561.05195185486195</c:v>
                </c:pt>
                <c:pt idx="2452">
                  <c:v>482.41313019174004</c:v>
                </c:pt>
                <c:pt idx="2453">
                  <c:v>366.52090553022003</c:v>
                </c:pt>
                <c:pt idx="2454">
                  <c:v>1841.8324115864798</c:v>
                </c:pt>
                <c:pt idx="2455">
                  <c:v>1902.2702128997</c:v>
                </c:pt>
                <c:pt idx="2456">
                  <c:v>-136.20696452234398</c:v>
                </c:pt>
                <c:pt idx="2457">
                  <c:v>1795.5588912441603</c:v>
                </c:pt>
                <c:pt idx="2458">
                  <c:v>-66.914269299275986</c:v>
                </c:pt>
                <c:pt idx="2459">
                  <c:v>33.384610549968002</c:v>
                </c:pt>
                <c:pt idx="2460">
                  <c:v>371.43148602270401</c:v>
                </c:pt>
                <c:pt idx="2461">
                  <c:v>-166.52081183175</c:v>
                </c:pt>
                <c:pt idx="2462">
                  <c:v>-751.61932055917191</c:v>
                </c:pt>
                <c:pt idx="2463">
                  <c:v>444.38952302583999</c:v>
                </c:pt>
                <c:pt idx="2464">
                  <c:v>432.87590613532211</c:v>
                </c:pt>
                <c:pt idx="2465">
                  <c:v>-534.16205951635197</c:v>
                </c:pt>
                <c:pt idx="2466">
                  <c:v>-1280.981803969968</c:v>
                </c:pt>
                <c:pt idx="2467">
                  <c:v>142.44388902151201</c:v>
                </c:pt>
                <c:pt idx="2468">
                  <c:v>-865.51654691563999</c:v>
                </c:pt>
                <c:pt idx="2469">
                  <c:v>1048.697354464528</c:v>
                </c:pt>
                <c:pt idx="2470">
                  <c:v>-684.02008275702394</c:v>
                </c:pt>
                <c:pt idx="2471">
                  <c:v>1872.0399861749677</c:v>
                </c:pt>
                <c:pt idx="2472">
                  <c:v>1000.48570147278</c:v>
                </c:pt>
                <c:pt idx="2473">
                  <c:v>1123.6171519337181</c:v>
                </c:pt>
                <c:pt idx="2474">
                  <c:v>508.30716303569199</c:v>
                </c:pt>
                <c:pt idx="2475">
                  <c:v>-638.71112895668193</c:v>
                </c:pt>
                <c:pt idx="2476">
                  <c:v>1089.3937316243357</c:v>
                </c:pt>
                <c:pt idx="2477">
                  <c:v>186.55967107807001</c:v>
                </c:pt>
                <c:pt idx="2478">
                  <c:v>812.29395030959995</c:v>
                </c:pt>
                <c:pt idx="2479">
                  <c:v>-1261.5780720714238</c:v>
                </c:pt>
                <c:pt idx="2480">
                  <c:v>1429.3490083674562</c:v>
                </c:pt>
                <c:pt idx="2481">
                  <c:v>-1366.7462875684678</c:v>
                </c:pt>
                <c:pt idx="2482">
                  <c:v>-3503.3902168430327</c:v>
                </c:pt>
                <c:pt idx="2483">
                  <c:v>449.59656626137405</c:v>
                </c:pt>
                <c:pt idx="2484">
                  <c:v>-2106.2634795330059</c:v>
                </c:pt>
                <c:pt idx="2485">
                  <c:v>-1505.88339585474</c:v>
                </c:pt>
                <c:pt idx="2486">
                  <c:v>203.93699573023198</c:v>
                </c:pt>
                <c:pt idx="2487">
                  <c:v>2214.7268867646117</c:v>
                </c:pt>
                <c:pt idx="2488">
                  <c:v>510.28195263611201</c:v>
                </c:pt>
                <c:pt idx="2489">
                  <c:v>3295.177625304816</c:v>
                </c:pt>
                <c:pt idx="2490">
                  <c:v>-932.02874569211417</c:v>
                </c:pt>
                <c:pt idx="2491">
                  <c:v>-786.71429856082796</c:v>
                </c:pt>
                <c:pt idx="2492">
                  <c:v>1240.095724412864</c:v>
                </c:pt>
                <c:pt idx="2493">
                  <c:v>890.57266405388009</c:v>
                </c:pt>
                <c:pt idx="2494">
                  <c:v>-233.90134555531998</c:v>
                </c:pt>
                <c:pt idx="2495">
                  <c:v>803.96176953628799</c:v>
                </c:pt>
                <c:pt idx="2496">
                  <c:v>-95.322082140671995</c:v>
                </c:pt>
                <c:pt idx="2497">
                  <c:v>-1973.2074766503242</c:v>
                </c:pt>
                <c:pt idx="2498">
                  <c:v>239.69876460127995</c:v>
                </c:pt>
                <c:pt idx="2499">
                  <c:v>-670.75047605070404</c:v>
                </c:pt>
                <c:pt idx="2500">
                  <c:v>-1708.5830917280841</c:v>
                </c:pt>
                <c:pt idx="2501">
                  <c:v>-4728.6328148911798</c:v>
                </c:pt>
                <c:pt idx="2502">
                  <c:v>1398.1878902629601</c:v>
                </c:pt>
                <c:pt idx="2503">
                  <c:v>-1784.564111069622</c:v>
                </c:pt>
                <c:pt idx="2504">
                  <c:v>-1174.9134800943361</c:v>
                </c:pt>
                <c:pt idx="2505">
                  <c:v>-3865.8421009655581</c:v>
                </c:pt>
                <c:pt idx="2506">
                  <c:v>1022.8272064674401</c:v>
                </c:pt>
                <c:pt idx="2507">
                  <c:v>515.59182475345608</c:v>
                </c:pt>
                <c:pt idx="2508">
                  <c:v>2822.5820017513356</c:v>
                </c:pt>
                <c:pt idx="2509">
                  <c:v>1352.3179833064978</c:v>
                </c:pt>
                <c:pt idx="2510">
                  <c:v>-2643.9691792666781</c:v>
                </c:pt>
                <c:pt idx="2511">
                  <c:v>-5260.7373785941836</c:v>
                </c:pt>
                <c:pt idx="2512">
                  <c:v>700.47157192685586</c:v>
                </c:pt>
                <c:pt idx="2513">
                  <c:v>-3472.2956440204607</c:v>
                </c:pt>
                <c:pt idx="2514">
                  <c:v>-4484.1946814737503</c:v>
                </c:pt>
                <c:pt idx="2515">
                  <c:v>-3466.5627537280607</c:v>
                </c:pt>
                <c:pt idx="2516">
                  <c:v>-3963.4443963553335</c:v>
                </c:pt>
                <c:pt idx="2517">
                  <c:v>-3196.925871667956</c:v>
                </c:pt>
                <c:pt idx="2518">
                  <c:v>-6343.2979233885144</c:v>
                </c:pt>
                <c:pt idx="2519">
                  <c:v>-9636.1813701409101</c:v>
                </c:pt>
                <c:pt idx="2520">
                  <c:v>9216.1496011695272</c:v>
                </c:pt>
                <c:pt idx="2521">
                  <c:v>-7438.8647926163994</c:v>
                </c:pt>
                <c:pt idx="2522">
                  <c:v>12867.149683201889</c:v>
                </c:pt>
                <c:pt idx="2523">
                  <c:v>8184.5391469225206</c:v>
                </c:pt>
                <c:pt idx="2524">
                  <c:v>-2274.71163898848</c:v>
                </c:pt>
                <c:pt idx="2525">
                  <c:v>3195.4627349512639</c:v>
                </c:pt>
                <c:pt idx="2526">
                  <c:v>-991.84331710417189</c:v>
                </c:pt>
                <c:pt idx="2527">
                  <c:v>3404.7496394299992</c:v>
                </c:pt>
                <c:pt idx="2528">
                  <c:v>-8102.116406285355</c:v>
                </c:pt>
                <c:pt idx="2529">
                  <c:v>4550.9736635000099</c:v>
                </c:pt>
                <c:pt idx="2530">
                  <c:v>-113.65082062027199</c:v>
                </c:pt>
                <c:pt idx="2531">
                  <c:v>7532.099602514365</c:v>
                </c:pt>
                <c:pt idx="2532">
                  <c:v>3271.878017523778</c:v>
                </c:pt>
                <c:pt idx="2533">
                  <c:v>-2446.0257669381599</c:v>
                </c:pt>
                <c:pt idx="2534">
                  <c:v>3099.8873325099685</c:v>
                </c:pt>
                <c:pt idx="2535">
                  <c:v>1961.9398496575359</c:v>
                </c:pt>
                <c:pt idx="2536">
                  <c:v>-3856.8453535381814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2A-4944-B0D1-5F0CC2AEC6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51273488"/>
        <c:axId val="1551275152"/>
      </c:areaChart>
      <c:areaChart>
        <c:grouping val="standard"/>
        <c:varyColors val="0"/>
        <c:ser>
          <c:idx val="4"/>
          <c:order val="3"/>
          <c:tx>
            <c:strRef>
              <c:f>Sheet4!$AT$14</c:f>
              <c:strCache>
                <c:ptCount val="1"/>
                <c:pt idx="0">
                  <c:v>KOSPI200 60일 연환산변동성 (우)</c:v>
                </c:pt>
              </c:strCache>
            </c:strRef>
          </c:tx>
          <c:spPr>
            <a:solidFill>
              <a:schemeClr val="accent5"/>
            </a:solidFill>
            <a:ln w="25400">
              <a:noFill/>
            </a:ln>
            <a:effectLst/>
          </c:spPr>
          <c:cat>
            <c:numRef>
              <c:f>Sheet4!$AK$15:$AK$2551</c:f>
              <c:numCache>
                <c:formatCode>yyyy\-mm\-dd</c:formatCode>
                <c:ptCount val="2537"/>
                <c:pt idx="0">
                  <c:v>40182</c:v>
                </c:pt>
                <c:pt idx="1">
                  <c:v>40183</c:v>
                </c:pt>
                <c:pt idx="2">
                  <c:v>40184</c:v>
                </c:pt>
                <c:pt idx="3">
                  <c:v>40185</c:v>
                </c:pt>
                <c:pt idx="4">
                  <c:v>40186</c:v>
                </c:pt>
                <c:pt idx="5">
                  <c:v>40189</c:v>
                </c:pt>
                <c:pt idx="6">
                  <c:v>40190</c:v>
                </c:pt>
                <c:pt idx="7">
                  <c:v>40191</c:v>
                </c:pt>
                <c:pt idx="8">
                  <c:v>40192</c:v>
                </c:pt>
                <c:pt idx="9">
                  <c:v>40193</c:v>
                </c:pt>
                <c:pt idx="10">
                  <c:v>40196</c:v>
                </c:pt>
                <c:pt idx="11">
                  <c:v>40197</c:v>
                </c:pt>
                <c:pt idx="12">
                  <c:v>40198</c:v>
                </c:pt>
                <c:pt idx="13">
                  <c:v>40199</c:v>
                </c:pt>
                <c:pt idx="14">
                  <c:v>40200</c:v>
                </c:pt>
                <c:pt idx="15">
                  <c:v>40203</c:v>
                </c:pt>
                <c:pt idx="16">
                  <c:v>40204</c:v>
                </c:pt>
                <c:pt idx="17">
                  <c:v>40205</c:v>
                </c:pt>
                <c:pt idx="18">
                  <c:v>40206</c:v>
                </c:pt>
                <c:pt idx="19">
                  <c:v>40207</c:v>
                </c:pt>
                <c:pt idx="20">
                  <c:v>40210</c:v>
                </c:pt>
                <c:pt idx="21">
                  <c:v>40211</c:v>
                </c:pt>
                <c:pt idx="22">
                  <c:v>40212</c:v>
                </c:pt>
                <c:pt idx="23">
                  <c:v>40213</c:v>
                </c:pt>
                <c:pt idx="24">
                  <c:v>40214</c:v>
                </c:pt>
                <c:pt idx="25">
                  <c:v>40217</c:v>
                </c:pt>
                <c:pt idx="26">
                  <c:v>40218</c:v>
                </c:pt>
                <c:pt idx="27">
                  <c:v>40219</c:v>
                </c:pt>
                <c:pt idx="28">
                  <c:v>40220</c:v>
                </c:pt>
                <c:pt idx="29">
                  <c:v>40221</c:v>
                </c:pt>
                <c:pt idx="30">
                  <c:v>40225</c:v>
                </c:pt>
                <c:pt idx="31">
                  <c:v>40226</c:v>
                </c:pt>
                <c:pt idx="32">
                  <c:v>40227</c:v>
                </c:pt>
                <c:pt idx="33">
                  <c:v>40228</c:v>
                </c:pt>
                <c:pt idx="34">
                  <c:v>40231</c:v>
                </c:pt>
                <c:pt idx="35">
                  <c:v>40232</c:v>
                </c:pt>
                <c:pt idx="36">
                  <c:v>40233</c:v>
                </c:pt>
                <c:pt idx="37">
                  <c:v>40234</c:v>
                </c:pt>
                <c:pt idx="38">
                  <c:v>40235</c:v>
                </c:pt>
                <c:pt idx="39">
                  <c:v>40239</c:v>
                </c:pt>
                <c:pt idx="40">
                  <c:v>40240</c:v>
                </c:pt>
                <c:pt idx="41">
                  <c:v>40241</c:v>
                </c:pt>
                <c:pt idx="42">
                  <c:v>40242</c:v>
                </c:pt>
                <c:pt idx="43">
                  <c:v>40245</c:v>
                </c:pt>
                <c:pt idx="44">
                  <c:v>40246</c:v>
                </c:pt>
                <c:pt idx="45">
                  <c:v>40247</c:v>
                </c:pt>
                <c:pt idx="46">
                  <c:v>40248</c:v>
                </c:pt>
                <c:pt idx="47">
                  <c:v>40249</c:v>
                </c:pt>
                <c:pt idx="48">
                  <c:v>40252</c:v>
                </c:pt>
                <c:pt idx="49">
                  <c:v>40253</c:v>
                </c:pt>
                <c:pt idx="50">
                  <c:v>40254</c:v>
                </c:pt>
                <c:pt idx="51">
                  <c:v>40255</c:v>
                </c:pt>
                <c:pt idx="52">
                  <c:v>40256</c:v>
                </c:pt>
                <c:pt idx="53">
                  <c:v>40259</c:v>
                </c:pt>
                <c:pt idx="54">
                  <c:v>40260</c:v>
                </c:pt>
                <c:pt idx="55">
                  <c:v>40261</c:v>
                </c:pt>
                <c:pt idx="56">
                  <c:v>40262</c:v>
                </c:pt>
                <c:pt idx="57">
                  <c:v>40263</c:v>
                </c:pt>
                <c:pt idx="58">
                  <c:v>40266</c:v>
                </c:pt>
                <c:pt idx="59">
                  <c:v>40267</c:v>
                </c:pt>
                <c:pt idx="60">
                  <c:v>40268</c:v>
                </c:pt>
                <c:pt idx="61">
                  <c:v>40269</c:v>
                </c:pt>
                <c:pt idx="62">
                  <c:v>40270</c:v>
                </c:pt>
                <c:pt idx="63">
                  <c:v>40273</c:v>
                </c:pt>
                <c:pt idx="64">
                  <c:v>40274</c:v>
                </c:pt>
                <c:pt idx="65">
                  <c:v>40275</c:v>
                </c:pt>
                <c:pt idx="66">
                  <c:v>40276</c:v>
                </c:pt>
                <c:pt idx="67">
                  <c:v>40277</c:v>
                </c:pt>
                <c:pt idx="68">
                  <c:v>40280</c:v>
                </c:pt>
                <c:pt idx="69">
                  <c:v>40281</c:v>
                </c:pt>
                <c:pt idx="70">
                  <c:v>40282</c:v>
                </c:pt>
                <c:pt idx="71">
                  <c:v>40283</c:v>
                </c:pt>
                <c:pt idx="72">
                  <c:v>40284</c:v>
                </c:pt>
                <c:pt idx="73">
                  <c:v>40287</c:v>
                </c:pt>
                <c:pt idx="74">
                  <c:v>40288</c:v>
                </c:pt>
                <c:pt idx="75">
                  <c:v>40289</c:v>
                </c:pt>
                <c:pt idx="76">
                  <c:v>40290</c:v>
                </c:pt>
                <c:pt idx="77">
                  <c:v>40291</c:v>
                </c:pt>
                <c:pt idx="78">
                  <c:v>40294</c:v>
                </c:pt>
                <c:pt idx="79">
                  <c:v>40295</c:v>
                </c:pt>
                <c:pt idx="80">
                  <c:v>40296</c:v>
                </c:pt>
                <c:pt idx="81">
                  <c:v>40297</c:v>
                </c:pt>
                <c:pt idx="82">
                  <c:v>40298</c:v>
                </c:pt>
                <c:pt idx="83">
                  <c:v>40301</c:v>
                </c:pt>
                <c:pt idx="84">
                  <c:v>40302</c:v>
                </c:pt>
                <c:pt idx="85">
                  <c:v>40304</c:v>
                </c:pt>
                <c:pt idx="86">
                  <c:v>40305</c:v>
                </c:pt>
                <c:pt idx="87">
                  <c:v>40308</c:v>
                </c:pt>
                <c:pt idx="88">
                  <c:v>40309</c:v>
                </c:pt>
                <c:pt idx="89">
                  <c:v>40310</c:v>
                </c:pt>
                <c:pt idx="90">
                  <c:v>40311</c:v>
                </c:pt>
                <c:pt idx="91">
                  <c:v>40312</c:v>
                </c:pt>
                <c:pt idx="92">
                  <c:v>40315</c:v>
                </c:pt>
                <c:pt idx="93">
                  <c:v>40316</c:v>
                </c:pt>
                <c:pt idx="94">
                  <c:v>40317</c:v>
                </c:pt>
                <c:pt idx="95">
                  <c:v>40318</c:v>
                </c:pt>
                <c:pt idx="96">
                  <c:v>40322</c:v>
                </c:pt>
                <c:pt idx="97">
                  <c:v>40323</c:v>
                </c:pt>
                <c:pt idx="98">
                  <c:v>40324</c:v>
                </c:pt>
                <c:pt idx="99">
                  <c:v>40325</c:v>
                </c:pt>
                <c:pt idx="100">
                  <c:v>40326</c:v>
                </c:pt>
                <c:pt idx="101">
                  <c:v>40329</c:v>
                </c:pt>
                <c:pt idx="102">
                  <c:v>40330</c:v>
                </c:pt>
                <c:pt idx="103">
                  <c:v>40332</c:v>
                </c:pt>
                <c:pt idx="104">
                  <c:v>40333</c:v>
                </c:pt>
                <c:pt idx="105">
                  <c:v>40336</c:v>
                </c:pt>
                <c:pt idx="106">
                  <c:v>40337</c:v>
                </c:pt>
                <c:pt idx="107">
                  <c:v>40338</c:v>
                </c:pt>
                <c:pt idx="108">
                  <c:v>40339</c:v>
                </c:pt>
                <c:pt idx="109">
                  <c:v>40340</c:v>
                </c:pt>
                <c:pt idx="110">
                  <c:v>40343</c:v>
                </c:pt>
                <c:pt idx="111">
                  <c:v>40344</c:v>
                </c:pt>
                <c:pt idx="112">
                  <c:v>40345</c:v>
                </c:pt>
                <c:pt idx="113">
                  <c:v>40346</c:v>
                </c:pt>
                <c:pt idx="114">
                  <c:v>40347</c:v>
                </c:pt>
                <c:pt idx="115">
                  <c:v>40350</c:v>
                </c:pt>
                <c:pt idx="116">
                  <c:v>40351</c:v>
                </c:pt>
                <c:pt idx="117">
                  <c:v>40352</c:v>
                </c:pt>
                <c:pt idx="118">
                  <c:v>40353</c:v>
                </c:pt>
                <c:pt idx="119">
                  <c:v>40354</c:v>
                </c:pt>
                <c:pt idx="120">
                  <c:v>40357</c:v>
                </c:pt>
                <c:pt idx="121">
                  <c:v>40358</c:v>
                </c:pt>
                <c:pt idx="122">
                  <c:v>40359</c:v>
                </c:pt>
                <c:pt idx="123">
                  <c:v>40360</c:v>
                </c:pt>
                <c:pt idx="124">
                  <c:v>40361</c:v>
                </c:pt>
                <c:pt idx="125">
                  <c:v>40364</c:v>
                </c:pt>
                <c:pt idx="126">
                  <c:v>40365</c:v>
                </c:pt>
                <c:pt idx="127">
                  <c:v>40366</c:v>
                </c:pt>
                <c:pt idx="128">
                  <c:v>40367</c:v>
                </c:pt>
                <c:pt idx="129">
                  <c:v>40368</c:v>
                </c:pt>
                <c:pt idx="130">
                  <c:v>40371</c:v>
                </c:pt>
                <c:pt idx="131">
                  <c:v>40372</c:v>
                </c:pt>
                <c:pt idx="132">
                  <c:v>40373</c:v>
                </c:pt>
                <c:pt idx="133">
                  <c:v>40374</c:v>
                </c:pt>
                <c:pt idx="134">
                  <c:v>40375</c:v>
                </c:pt>
                <c:pt idx="135">
                  <c:v>40378</c:v>
                </c:pt>
                <c:pt idx="136">
                  <c:v>40379</c:v>
                </c:pt>
                <c:pt idx="137">
                  <c:v>40380</c:v>
                </c:pt>
                <c:pt idx="138">
                  <c:v>40381</c:v>
                </c:pt>
                <c:pt idx="139">
                  <c:v>40382</c:v>
                </c:pt>
                <c:pt idx="140">
                  <c:v>40385</c:v>
                </c:pt>
                <c:pt idx="141">
                  <c:v>40386</c:v>
                </c:pt>
                <c:pt idx="142">
                  <c:v>40387</c:v>
                </c:pt>
                <c:pt idx="143">
                  <c:v>40388</c:v>
                </c:pt>
                <c:pt idx="144">
                  <c:v>40389</c:v>
                </c:pt>
                <c:pt idx="145">
                  <c:v>40392</c:v>
                </c:pt>
                <c:pt idx="146">
                  <c:v>40393</c:v>
                </c:pt>
                <c:pt idx="147">
                  <c:v>40394</c:v>
                </c:pt>
                <c:pt idx="148">
                  <c:v>40395</c:v>
                </c:pt>
                <c:pt idx="149">
                  <c:v>40396</c:v>
                </c:pt>
                <c:pt idx="150">
                  <c:v>40399</c:v>
                </c:pt>
                <c:pt idx="151">
                  <c:v>40400</c:v>
                </c:pt>
                <c:pt idx="152">
                  <c:v>40401</c:v>
                </c:pt>
                <c:pt idx="153">
                  <c:v>40402</c:v>
                </c:pt>
                <c:pt idx="154">
                  <c:v>40403</c:v>
                </c:pt>
                <c:pt idx="155">
                  <c:v>40406</c:v>
                </c:pt>
                <c:pt idx="156">
                  <c:v>40407</c:v>
                </c:pt>
                <c:pt idx="157">
                  <c:v>40408</c:v>
                </c:pt>
                <c:pt idx="158">
                  <c:v>40409</c:v>
                </c:pt>
                <c:pt idx="159">
                  <c:v>40410</c:v>
                </c:pt>
                <c:pt idx="160">
                  <c:v>40413</c:v>
                </c:pt>
                <c:pt idx="161">
                  <c:v>40414</c:v>
                </c:pt>
                <c:pt idx="162">
                  <c:v>40415</c:v>
                </c:pt>
                <c:pt idx="163">
                  <c:v>40416</c:v>
                </c:pt>
                <c:pt idx="164">
                  <c:v>40417</c:v>
                </c:pt>
                <c:pt idx="165">
                  <c:v>40420</c:v>
                </c:pt>
                <c:pt idx="166">
                  <c:v>40421</c:v>
                </c:pt>
                <c:pt idx="167">
                  <c:v>40422</c:v>
                </c:pt>
                <c:pt idx="168">
                  <c:v>40423</c:v>
                </c:pt>
                <c:pt idx="169">
                  <c:v>40424</c:v>
                </c:pt>
                <c:pt idx="170">
                  <c:v>40427</c:v>
                </c:pt>
                <c:pt idx="171">
                  <c:v>40428</c:v>
                </c:pt>
                <c:pt idx="172">
                  <c:v>40429</c:v>
                </c:pt>
                <c:pt idx="173">
                  <c:v>40430</c:v>
                </c:pt>
                <c:pt idx="174">
                  <c:v>40431</c:v>
                </c:pt>
                <c:pt idx="175">
                  <c:v>40434</c:v>
                </c:pt>
                <c:pt idx="176">
                  <c:v>40435</c:v>
                </c:pt>
                <c:pt idx="177">
                  <c:v>40436</c:v>
                </c:pt>
                <c:pt idx="178">
                  <c:v>40437</c:v>
                </c:pt>
                <c:pt idx="179">
                  <c:v>40438</c:v>
                </c:pt>
                <c:pt idx="180">
                  <c:v>40441</c:v>
                </c:pt>
                <c:pt idx="181">
                  <c:v>40445</c:v>
                </c:pt>
                <c:pt idx="182">
                  <c:v>40448</c:v>
                </c:pt>
                <c:pt idx="183">
                  <c:v>40449</c:v>
                </c:pt>
                <c:pt idx="184">
                  <c:v>40450</c:v>
                </c:pt>
                <c:pt idx="185">
                  <c:v>40451</c:v>
                </c:pt>
                <c:pt idx="186">
                  <c:v>40452</c:v>
                </c:pt>
                <c:pt idx="187">
                  <c:v>40455</c:v>
                </c:pt>
                <c:pt idx="188">
                  <c:v>40456</c:v>
                </c:pt>
                <c:pt idx="189">
                  <c:v>40457</c:v>
                </c:pt>
                <c:pt idx="190">
                  <c:v>40458</c:v>
                </c:pt>
                <c:pt idx="191">
                  <c:v>40459</c:v>
                </c:pt>
                <c:pt idx="192">
                  <c:v>40462</c:v>
                </c:pt>
                <c:pt idx="193">
                  <c:v>40463</c:v>
                </c:pt>
                <c:pt idx="194">
                  <c:v>40464</c:v>
                </c:pt>
                <c:pt idx="195">
                  <c:v>40465</c:v>
                </c:pt>
                <c:pt idx="196">
                  <c:v>40466</c:v>
                </c:pt>
                <c:pt idx="197">
                  <c:v>40469</c:v>
                </c:pt>
                <c:pt idx="198">
                  <c:v>40470</c:v>
                </c:pt>
                <c:pt idx="199">
                  <c:v>40471</c:v>
                </c:pt>
                <c:pt idx="200">
                  <c:v>40472</c:v>
                </c:pt>
                <c:pt idx="201">
                  <c:v>40473</c:v>
                </c:pt>
                <c:pt idx="202">
                  <c:v>40476</c:v>
                </c:pt>
                <c:pt idx="203">
                  <c:v>40477</c:v>
                </c:pt>
                <c:pt idx="204">
                  <c:v>40478</c:v>
                </c:pt>
                <c:pt idx="205">
                  <c:v>40479</c:v>
                </c:pt>
                <c:pt idx="206">
                  <c:v>40480</c:v>
                </c:pt>
                <c:pt idx="207">
                  <c:v>40483</c:v>
                </c:pt>
                <c:pt idx="208">
                  <c:v>40484</c:v>
                </c:pt>
                <c:pt idx="209">
                  <c:v>40485</c:v>
                </c:pt>
                <c:pt idx="210">
                  <c:v>40486</c:v>
                </c:pt>
                <c:pt idx="211">
                  <c:v>40487</c:v>
                </c:pt>
                <c:pt idx="212">
                  <c:v>40490</c:v>
                </c:pt>
                <c:pt idx="213">
                  <c:v>40491</c:v>
                </c:pt>
                <c:pt idx="214">
                  <c:v>40492</c:v>
                </c:pt>
                <c:pt idx="215">
                  <c:v>40493</c:v>
                </c:pt>
                <c:pt idx="216">
                  <c:v>40494</c:v>
                </c:pt>
                <c:pt idx="217">
                  <c:v>40497</c:v>
                </c:pt>
                <c:pt idx="218">
                  <c:v>40498</c:v>
                </c:pt>
                <c:pt idx="219">
                  <c:v>40499</c:v>
                </c:pt>
                <c:pt idx="220">
                  <c:v>40500</c:v>
                </c:pt>
                <c:pt idx="221">
                  <c:v>40501</c:v>
                </c:pt>
                <c:pt idx="222">
                  <c:v>40504</c:v>
                </c:pt>
                <c:pt idx="223">
                  <c:v>40505</c:v>
                </c:pt>
                <c:pt idx="224">
                  <c:v>40506</c:v>
                </c:pt>
                <c:pt idx="225">
                  <c:v>40507</c:v>
                </c:pt>
                <c:pt idx="226">
                  <c:v>40508</c:v>
                </c:pt>
                <c:pt idx="227">
                  <c:v>40511</c:v>
                </c:pt>
                <c:pt idx="228">
                  <c:v>40512</c:v>
                </c:pt>
                <c:pt idx="229">
                  <c:v>40513</c:v>
                </c:pt>
                <c:pt idx="230">
                  <c:v>40514</c:v>
                </c:pt>
                <c:pt idx="231">
                  <c:v>40515</c:v>
                </c:pt>
                <c:pt idx="232">
                  <c:v>40518</c:v>
                </c:pt>
                <c:pt idx="233">
                  <c:v>40519</c:v>
                </c:pt>
                <c:pt idx="234">
                  <c:v>40520</c:v>
                </c:pt>
                <c:pt idx="235">
                  <c:v>40521</c:v>
                </c:pt>
                <c:pt idx="236">
                  <c:v>40522</c:v>
                </c:pt>
                <c:pt idx="237">
                  <c:v>40525</c:v>
                </c:pt>
                <c:pt idx="238">
                  <c:v>40526</c:v>
                </c:pt>
                <c:pt idx="239">
                  <c:v>40527</c:v>
                </c:pt>
                <c:pt idx="240">
                  <c:v>40528</c:v>
                </c:pt>
                <c:pt idx="241">
                  <c:v>40529</c:v>
                </c:pt>
                <c:pt idx="242">
                  <c:v>40532</c:v>
                </c:pt>
                <c:pt idx="243">
                  <c:v>40533</c:v>
                </c:pt>
                <c:pt idx="244">
                  <c:v>40534</c:v>
                </c:pt>
                <c:pt idx="245">
                  <c:v>40535</c:v>
                </c:pt>
                <c:pt idx="246">
                  <c:v>40536</c:v>
                </c:pt>
                <c:pt idx="247">
                  <c:v>40539</c:v>
                </c:pt>
                <c:pt idx="248">
                  <c:v>40540</c:v>
                </c:pt>
                <c:pt idx="249">
                  <c:v>40541</c:v>
                </c:pt>
                <c:pt idx="250">
                  <c:v>40542</c:v>
                </c:pt>
                <c:pt idx="251">
                  <c:v>40546</c:v>
                </c:pt>
                <c:pt idx="252">
                  <c:v>40547</c:v>
                </c:pt>
                <c:pt idx="253">
                  <c:v>40548</c:v>
                </c:pt>
                <c:pt idx="254">
                  <c:v>40549</c:v>
                </c:pt>
                <c:pt idx="255">
                  <c:v>40550</c:v>
                </c:pt>
                <c:pt idx="256">
                  <c:v>40553</c:v>
                </c:pt>
                <c:pt idx="257">
                  <c:v>40554</c:v>
                </c:pt>
                <c:pt idx="258">
                  <c:v>40555</c:v>
                </c:pt>
                <c:pt idx="259">
                  <c:v>40556</c:v>
                </c:pt>
                <c:pt idx="260">
                  <c:v>40557</c:v>
                </c:pt>
                <c:pt idx="261">
                  <c:v>40560</c:v>
                </c:pt>
                <c:pt idx="262">
                  <c:v>40561</c:v>
                </c:pt>
                <c:pt idx="263">
                  <c:v>40562</c:v>
                </c:pt>
                <c:pt idx="264">
                  <c:v>40563</c:v>
                </c:pt>
                <c:pt idx="265">
                  <c:v>40564</c:v>
                </c:pt>
                <c:pt idx="266">
                  <c:v>40567</c:v>
                </c:pt>
                <c:pt idx="267">
                  <c:v>40568</c:v>
                </c:pt>
                <c:pt idx="268">
                  <c:v>40569</c:v>
                </c:pt>
                <c:pt idx="269">
                  <c:v>40570</c:v>
                </c:pt>
                <c:pt idx="270">
                  <c:v>40571</c:v>
                </c:pt>
                <c:pt idx="271">
                  <c:v>40574</c:v>
                </c:pt>
                <c:pt idx="272">
                  <c:v>40575</c:v>
                </c:pt>
                <c:pt idx="273">
                  <c:v>40581</c:v>
                </c:pt>
                <c:pt idx="274">
                  <c:v>40582</c:v>
                </c:pt>
                <c:pt idx="275">
                  <c:v>40583</c:v>
                </c:pt>
                <c:pt idx="276">
                  <c:v>40584</c:v>
                </c:pt>
                <c:pt idx="277">
                  <c:v>40585</c:v>
                </c:pt>
                <c:pt idx="278">
                  <c:v>40588</c:v>
                </c:pt>
                <c:pt idx="279">
                  <c:v>40589</c:v>
                </c:pt>
                <c:pt idx="280">
                  <c:v>40590</c:v>
                </c:pt>
                <c:pt idx="281">
                  <c:v>40591</c:v>
                </c:pt>
                <c:pt idx="282">
                  <c:v>40592</c:v>
                </c:pt>
                <c:pt idx="283">
                  <c:v>40595</c:v>
                </c:pt>
                <c:pt idx="284">
                  <c:v>40596</c:v>
                </c:pt>
                <c:pt idx="285">
                  <c:v>40597</c:v>
                </c:pt>
                <c:pt idx="286">
                  <c:v>40598</c:v>
                </c:pt>
                <c:pt idx="287">
                  <c:v>40599</c:v>
                </c:pt>
                <c:pt idx="288">
                  <c:v>40602</c:v>
                </c:pt>
                <c:pt idx="289">
                  <c:v>40604</c:v>
                </c:pt>
                <c:pt idx="290">
                  <c:v>40605</c:v>
                </c:pt>
                <c:pt idx="291">
                  <c:v>40606</c:v>
                </c:pt>
                <c:pt idx="292">
                  <c:v>40609</c:v>
                </c:pt>
                <c:pt idx="293">
                  <c:v>40610</c:v>
                </c:pt>
                <c:pt idx="294">
                  <c:v>40611</c:v>
                </c:pt>
                <c:pt idx="295">
                  <c:v>40612</c:v>
                </c:pt>
                <c:pt idx="296">
                  <c:v>40613</c:v>
                </c:pt>
                <c:pt idx="297">
                  <c:v>40616</c:v>
                </c:pt>
                <c:pt idx="298">
                  <c:v>40617</c:v>
                </c:pt>
                <c:pt idx="299">
                  <c:v>40618</c:v>
                </c:pt>
                <c:pt idx="300">
                  <c:v>40619</c:v>
                </c:pt>
                <c:pt idx="301">
                  <c:v>40620</c:v>
                </c:pt>
                <c:pt idx="302">
                  <c:v>40623</c:v>
                </c:pt>
                <c:pt idx="303">
                  <c:v>40624</c:v>
                </c:pt>
                <c:pt idx="304">
                  <c:v>40625</c:v>
                </c:pt>
                <c:pt idx="305">
                  <c:v>40626</c:v>
                </c:pt>
                <c:pt idx="306">
                  <c:v>40627</c:v>
                </c:pt>
                <c:pt idx="307">
                  <c:v>40630</c:v>
                </c:pt>
                <c:pt idx="308">
                  <c:v>40631</c:v>
                </c:pt>
                <c:pt idx="309">
                  <c:v>40632</c:v>
                </c:pt>
                <c:pt idx="310">
                  <c:v>40633</c:v>
                </c:pt>
                <c:pt idx="311">
                  <c:v>40634</c:v>
                </c:pt>
                <c:pt idx="312">
                  <c:v>40637</c:v>
                </c:pt>
                <c:pt idx="313">
                  <c:v>40638</c:v>
                </c:pt>
                <c:pt idx="314">
                  <c:v>40639</c:v>
                </c:pt>
                <c:pt idx="315">
                  <c:v>40640</c:v>
                </c:pt>
                <c:pt idx="316">
                  <c:v>40641</c:v>
                </c:pt>
                <c:pt idx="317">
                  <c:v>40644</c:v>
                </c:pt>
                <c:pt idx="318">
                  <c:v>40645</c:v>
                </c:pt>
                <c:pt idx="319">
                  <c:v>40646</c:v>
                </c:pt>
                <c:pt idx="320">
                  <c:v>40647</c:v>
                </c:pt>
                <c:pt idx="321">
                  <c:v>40648</c:v>
                </c:pt>
                <c:pt idx="322">
                  <c:v>40651</c:v>
                </c:pt>
                <c:pt idx="323">
                  <c:v>40652</c:v>
                </c:pt>
                <c:pt idx="324">
                  <c:v>40653</c:v>
                </c:pt>
                <c:pt idx="325">
                  <c:v>40654</c:v>
                </c:pt>
                <c:pt idx="326">
                  <c:v>40655</c:v>
                </c:pt>
                <c:pt idx="327">
                  <c:v>40658</c:v>
                </c:pt>
                <c:pt idx="328">
                  <c:v>40659</c:v>
                </c:pt>
                <c:pt idx="329">
                  <c:v>40660</c:v>
                </c:pt>
                <c:pt idx="330">
                  <c:v>40661</c:v>
                </c:pt>
                <c:pt idx="331">
                  <c:v>40662</c:v>
                </c:pt>
                <c:pt idx="332">
                  <c:v>40665</c:v>
                </c:pt>
                <c:pt idx="333">
                  <c:v>40666</c:v>
                </c:pt>
                <c:pt idx="334">
                  <c:v>40667</c:v>
                </c:pt>
                <c:pt idx="335">
                  <c:v>40669</c:v>
                </c:pt>
                <c:pt idx="336">
                  <c:v>40672</c:v>
                </c:pt>
                <c:pt idx="337">
                  <c:v>40674</c:v>
                </c:pt>
                <c:pt idx="338">
                  <c:v>40675</c:v>
                </c:pt>
                <c:pt idx="339">
                  <c:v>40676</c:v>
                </c:pt>
                <c:pt idx="340">
                  <c:v>40679</c:v>
                </c:pt>
                <c:pt idx="341">
                  <c:v>40680</c:v>
                </c:pt>
                <c:pt idx="342">
                  <c:v>40681</c:v>
                </c:pt>
                <c:pt idx="343">
                  <c:v>40682</c:v>
                </c:pt>
                <c:pt idx="344">
                  <c:v>40683</c:v>
                </c:pt>
                <c:pt idx="345">
                  <c:v>40686</c:v>
                </c:pt>
                <c:pt idx="346">
                  <c:v>40687</c:v>
                </c:pt>
                <c:pt idx="347">
                  <c:v>40688</c:v>
                </c:pt>
                <c:pt idx="348">
                  <c:v>40689</c:v>
                </c:pt>
                <c:pt idx="349">
                  <c:v>40690</c:v>
                </c:pt>
                <c:pt idx="350">
                  <c:v>40693</c:v>
                </c:pt>
                <c:pt idx="351">
                  <c:v>40694</c:v>
                </c:pt>
                <c:pt idx="352">
                  <c:v>40695</c:v>
                </c:pt>
                <c:pt idx="353">
                  <c:v>40696</c:v>
                </c:pt>
                <c:pt idx="354">
                  <c:v>40697</c:v>
                </c:pt>
                <c:pt idx="355">
                  <c:v>40701</c:v>
                </c:pt>
                <c:pt idx="356">
                  <c:v>40702</c:v>
                </c:pt>
                <c:pt idx="357">
                  <c:v>40703</c:v>
                </c:pt>
                <c:pt idx="358">
                  <c:v>40704</c:v>
                </c:pt>
                <c:pt idx="359">
                  <c:v>40707</c:v>
                </c:pt>
                <c:pt idx="360">
                  <c:v>40708</c:v>
                </c:pt>
                <c:pt idx="361">
                  <c:v>40709</c:v>
                </c:pt>
                <c:pt idx="362">
                  <c:v>40710</c:v>
                </c:pt>
                <c:pt idx="363">
                  <c:v>40711</c:v>
                </c:pt>
                <c:pt idx="364">
                  <c:v>40714</c:v>
                </c:pt>
                <c:pt idx="365">
                  <c:v>40715</c:v>
                </c:pt>
                <c:pt idx="366">
                  <c:v>40716</c:v>
                </c:pt>
                <c:pt idx="367">
                  <c:v>40717</c:v>
                </c:pt>
                <c:pt idx="368">
                  <c:v>40718</c:v>
                </c:pt>
                <c:pt idx="369">
                  <c:v>40721</c:v>
                </c:pt>
                <c:pt idx="370">
                  <c:v>40722</c:v>
                </c:pt>
                <c:pt idx="371">
                  <c:v>40723</c:v>
                </c:pt>
                <c:pt idx="372">
                  <c:v>40724</c:v>
                </c:pt>
                <c:pt idx="373">
                  <c:v>40725</c:v>
                </c:pt>
                <c:pt idx="374">
                  <c:v>40728</c:v>
                </c:pt>
                <c:pt idx="375">
                  <c:v>40729</c:v>
                </c:pt>
                <c:pt idx="376">
                  <c:v>40730</c:v>
                </c:pt>
                <c:pt idx="377">
                  <c:v>40731</c:v>
                </c:pt>
                <c:pt idx="378">
                  <c:v>40732</c:v>
                </c:pt>
                <c:pt idx="379">
                  <c:v>40735</c:v>
                </c:pt>
                <c:pt idx="380">
                  <c:v>40736</c:v>
                </c:pt>
                <c:pt idx="381">
                  <c:v>40737</c:v>
                </c:pt>
                <c:pt idx="382">
                  <c:v>40738</c:v>
                </c:pt>
                <c:pt idx="383">
                  <c:v>40739</c:v>
                </c:pt>
                <c:pt idx="384">
                  <c:v>40742</c:v>
                </c:pt>
                <c:pt idx="385">
                  <c:v>40743</c:v>
                </c:pt>
                <c:pt idx="386">
                  <c:v>40744</c:v>
                </c:pt>
                <c:pt idx="387">
                  <c:v>40745</c:v>
                </c:pt>
                <c:pt idx="388">
                  <c:v>40746</c:v>
                </c:pt>
                <c:pt idx="389">
                  <c:v>40749</c:v>
                </c:pt>
                <c:pt idx="390">
                  <c:v>40750</c:v>
                </c:pt>
                <c:pt idx="391">
                  <c:v>40751</c:v>
                </c:pt>
                <c:pt idx="392">
                  <c:v>40752</c:v>
                </c:pt>
                <c:pt idx="393">
                  <c:v>40753</c:v>
                </c:pt>
                <c:pt idx="394">
                  <c:v>40756</c:v>
                </c:pt>
                <c:pt idx="395">
                  <c:v>40757</c:v>
                </c:pt>
                <c:pt idx="396">
                  <c:v>40758</c:v>
                </c:pt>
                <c:pt idx="397">
                  <c:v>40759</c:v>
                </c:pt>
                <c:pt idx="398">
                  <c:v>40760</c:v>
                </c:pt>
                <c:pt idx="399">
                  <c:v>40763</c:v>
                </c:pt>
                <c:pt idx="400">
                  <c:v>40764</c:v>
                </c:pt>
                <c:pt idx="401">
                  <c:v>40765</c:v>
                </c:pt>
                <c:pt idx="402">
                  <c:v>40766</c:v>
                </c:pt>
                <c:pt idx="403">
                  <c:v>40767</c:v>
                </c:pt>
                <c:pt idx="404">
                  <c:v>40771</c:v>
                </c:pt>
                <c:pt idx="405">
                  <c:v>40772</c:v>
                </c:pt>
                <c:pt idx="406">
                  <c:v>40773</c:v>
                </c:pt>
                <c:pt idx="407">
                  <c:v>40774</c:v>
                </c:pt>
                <c:pt idx="408">
                  <c:v>40777</c:v>
                </c:pt>
                <c:pt idx="409">
                  <c:v>40778</c:v>
                </c:pt>
                <c:pt idx="410">
                  <c:v>40779</c:v>
                </c:pt>
                <c:pt idx="411">
                  <c:v>40780</c:v>
                </c:pt>
                <c:pt idx="412">
                  <c:v>40781</c:v>
                </c:pt>
                <c:pt idx="413">
                  <c:v>40784</c:v>
                </c:pt>
                <c:pt idx="414">
                  <c:v>40785</c:v>
                </c:pt>
                <c:pt idx="415">
                  <c:v>40786</c:v>
                </c:pt>
                <c:pt idx="416">
                  <c:v>40787</c:v>
                </c:pt>
                <c:pt idx="417">
                  <c:v>40788</c:v>
                </c:pt>
                <c:pt idx="418">
                  <c:v>40791</c:v>
                </c:pt>
                <c:pt idx="419">
                  <c:v>40792</c:v>
                </c:pt>
                <c:pt idx="420">
                  <c:v>40793</c:v>
                </c:pt>
                <c:pt idx="421">
                  <c:v>40794</c:v>
                </c:pt>
                <c:pt idx="422">
                  <c:v>40795</c:v>
                </c:pt>
                <c:pt idx="423">
                  <c:v>40800</c:v>
                </c:pt>
                <c:pt idx="424">
                  <c:v>40801</c:v>
                </c:pt>
                <c:pt idx="425">
                  <c:v>40802</c:v>
                </c:pt>
                <c:pt idx="426">
                  <c:v>40805</c:v>
                </c:pt>
                <c:pt idx="427">
                  <c:v>40806</c:v>
                </c:pt>
                <c:pt idx="428">
                  <c:v>40807</c:v>
                </c:pt>
                <c:pt idx="429">
                  <c:v>40808</c:v>
                </c:pt>
                <c:pt idx="430">
                  <c:v>40809</c:v>
                </c:pt>
                <c:pt idx="431">
                  <c:v>40812</c:v>
                </c:pt>
                <c:pt idx="432">
                  <c:v>40813</c:v>
                </c:pt>
                <c:pt idx="433">
                  <c:v>40814</c:v>
                </c:pt>
                <c:pt idx="434">
                  <c:v>40815</c:v>
                </c:pt>
                <c:pt idx="435">
                  <c:v>40816</c:v>
                </c:pt>
                <c:pt idx="436">
                  <c:v>40820</c:v>
                </c:pt>
                <c:pt idx="437">
                  <c:v>40821</c:v>
                </c:pt>
                <c:pt idx="438">
                  <c:v>40822</c:v>
                </c:pt>
                <c:pt idx="439">
                  <c:v>40823</c:v>
                </c:pt>
                <c:pt idx="440">
                  <c:v>40826</c:v>
                </c:pt>
                <c:pt idx="441">
                  <c:v>40827</c:v>
                </c:pt>
                <c:pt idx="442">
                  <c:v>40828</c:v>
                </c:pt>
                <c:pt idx="443">
                  <c:v>40829</c:v>
                </c:pt>
                <c:pt idx="444">
                  <c:v>40830</c:v>
                </c:pt>
                <c:pt idx="445">
                  <c:v>40833</c:v>
                </c:pt>
                <c:pt idx="446">
                  <c:v>40834</c:v>
                </c:pt>
                <c:pt idx="447">
                  <c:v>40835</c:v>
                </c:pt>
                <c:pt idx="448">
                  <c:v>40836</c:v>
                </c:pt>
                <c:pt idx="449">
                  <c:v>40837</c:v>
                </c:pt>
                <c:pt idx="450">
                  <c:v>40840</c:v>
                </c:pt>
                <c:pt idx="451">
                  <c:v>40841</c:v>
                </c:pt>
                <c:pt idx="452">
                  <c:v>40842</c:v>
                </c:pt>
                <c:pt idx="453">
                  <c:v>40843</c:v>
                </c:pt>
                <c:pt idx="454">
                  <c:v>40844</c:v>
                </c:pt>
                <c:pt idx="455">
                  <c:v>40847</c:v>
                </c:pt>
                <c:pt idx="456">
                  <c:v>40848</c:v>
                </c:pt>
                <c:pt idx="457">
                  <c:v>40849</c:v>
                </c:pt>
                <c:pt idx="458">
                  <c:v>40850</c:v>
                </c:pt>
                <c:pt idx="459">
                  <c:v>40851</c:v>
                </c:pt>
                <c:pt idx="460">
                  <c:v>40854</c:v>
                </c:pt>
                <c:pt idx="461">
                  <c:v>40855</c:v>
                </c:pt>
                <c:pt idx="462">
                  <c:v>40856</c:v>
                </c:pt>
                <c:pt idx="463">
                  <c:v>40857</c:v>
                </c:pt>
                <c:pt idx="464">
                  <c:v>40858</c:v>
                </c:pt>
                <c:pt idx="465">
                  <c:v>40861</c:v>
                </c:pt>
                <c:pt idx="466">
                  <c:v>40862</c:v>
                </c:pt>
                <c:pt idx="467">
                  <c:v>40863</c:v>
                </c:pt>
                <c:pt idx="468">
                  <c:v>40864</c:v>
                </c:pt>
                <c:pt idx="469">
                  <c:v>40865</c:v>
                </c:pt>
                <c:pt idx="470">
                  <c:v>40868</c:v>
                </c:pt>
                <c:pt idx="471">
                  <c:v>40869</c:v>
                </c:pt>
                <c:pt idx="472">
                  <c:v>40870</c:v>
                </c:pt>
                <c:pt idx="473">
                  <c:v>40871</c:v>
                </c:pt>
                <c:pt idx="474">
                  <c:v>40872</c:v>
                </c:pt>
                <c:pt idx="475">
                  <c:v>40875</c:v>
                </c:pt>
                <c:pt idx="476">
                  <c:v>40876</c:v>
                </c:pt>
                <c:pt idx="477">
                  <c:v>40877</c:v>
                </c:pt>
                <c:pt idx="478">
                  <c:v>40878</c:v>
                </c:pt>
                <c:pt idx="479">
                  <c:v>40879</c:v>
                </c:pt>
                <c:pt idx="480">
                  <c:v>40882</c:v>
                </c:pt>
                <c:pt idx="481">
                  <c:v>40883</c:v>
                </c:pt>
                <c:pt idx="482">
                  <c:v>40884</c:v>
                </c:pt>
                <c:pt idx="483">
                  <c:v>40885</c:v>
                </c:pt>
                <c:pt idx="484">
                  <c:v>40886</c:v>
                </c:pt>
                <c:pt idx="485">
                  <c:v>40889</c:v>
                </c:pt>
                <c:pt idx="486">
                  <c:v>40890</c:v>
                </c:pt>
                <c:pt idx="487">
                  <c:v>40891</c:v>
                </c:pt>
                <c:pt idx="488">
                  <c:v>40892</c:v>
                </c:pt>
                <c:pt idx="489">
                  <c:v>40893</c:v>
                </c:pt>
                <c:pt idx="490">
                  <c:v>40896</c:v>
                </c:pt>
                <c:pt idx="491">
                  <c:v>40897</c:v>
                </c:pt>
                <c:pt idx="492">
                  <c:v>40898</c:v>
                </c:pt>
                <c:pt idx="493">
                  <c:v>40899</c:v>
                </c:pt>
                <c:pt idx="494">
                  <c:v>40900</c:v>
                </c:pt>
                <c:pt idx="495">
                  <c:v>40903</c:v>
                </c:pt>
                <c:pt idx="496">
                  <c:v>40904</c:v>
                </c:pt>
                <c:pt idx="497">
                  <c:v>40905</c:v>
                </c:pt>
                <c:pt idx="498">
                  <c:v>40906</c:v>
                </c:pt>
                <c:pt idx="499">
                  <c:v>40910</c:v>
                </c:pt>
                <c:pt idx="500">
                  <c:v>40911</c:v>
                </c:pt>
                <c:pt idx="501">
                  <c:v>40912</c:v>
                </c:pt>
                <c:pt idx="502">
                  <c:v>40913</c:v>
                </c:pt>
                <c:pt idx="503">
                  <c:v>40914</c:v>
                </c:pt>
                <c:pt idx="504">
                  <c:v>40917</c:v>
                </c:pt>
                <c:pt idx="505">
                  <c:v>40918</c:v>
                </c:pt>
                <c:pt idx="506">
                  <c:v>40919</c:v>
                </c:pt>
                <c:pt idx="507">
                  <c:v>40920</c:v>
                </c:pt>
                <c:pt idx="508">
                  <c:v>40921</c:v>
                </c:pt>
                <c:pt idx="509">
                  <c:v>40924</c:v>
                </c:pt>
                <c:pt idx="510">
                  <c:v>40925</c:v>
                </c:pt>
                <c:pt idx="511">
                  <c:v>40926</c:v>
                </c:pt>
                <c:pt idx="512">
                  <c:v>40927</c:v>
                </c:pt>
                <c:pt idx="513">
                  <c:v>40928</c:v>
                </c:pt>
                <c:pt idx="514">
                  <c:v>40933</c:v>
                </c:pt>
                <c:pt idx="515">
                  <c:v>40934</c:v>
                </c:pt>
                <c:pt idx="516">
                  <c:v>40935</c:v>
                </c:pt>
                <c:pt idx="517">
                  <c:v>40938</c:v>
                </c:pt>
                <c:pt idx="518">
                  <c:v>40939</c:v>
                </c:pt>
                <c:pt idx="519">
                  <c:v>40940</c:v>
                </c:pt>
                <c:pt idx="520">
                  <c:v>40941</c:v>
                </c:pt>
                <c:pt idx="521">
                  <c:v>40942</c:v>
                </c:pt>
                <c:pt idx="522">
                  <c:v>40945</c:v>
                </c:pt>
                <c:pt idx="523">
                  <c:v>40946</c:v>
                </c:pt>
                <c:pt idx="524">
                  <c:v>40947</c:v>
                </c:pt>
                <c:pt idx="525">
                  <c:v>40948</c:v>
                </c:pt>
                <c:pt idx="526">
                  <c:v>40949</c:v>
                </c:pt>
                <c:pt idx="527">
                  <c:v>40952</c:v>
                </c:pt>
                <c:pt idx="528">
                  <c:v>40953</c:v>
                </c:pt>
                <c:pt idx="529">
                  <c:v>40954</c:v>
                </c:pt>
                <c:pt idx="530">
                  <c:v>40955</c:v>
                </c:pt>
                <c:pt idx="531">
                  <c:v>40956</c:v>
                </c:pt>
                <c:pt idx="532">
                  <c:v>40959</c:v>
                </c:pt>
                <c:pt idx="533">
                  <c:v>40960</c:v>
                </c:pt>
                <c:pt idx="534">
                  <c:v>40961</c:v>
                </c:pt>
                <c:pt idx="535">
                  <c:v>40962</c:v>
                </c:pt>
                <c:pt idx="536">
                  <c:v>40963</c:v>
                </c:pt>
                <c:pt idx="537">
                  <c:v>40966</c:v>
                </c:pt>
                <c:pt idx="538">
                  <c:v>40967</c:v>
                </c:pt>
                <c:pt idx="539">
                  <c:v>40968</c:v>
                </c:pt>
                <c:pt idx="540">
                  <c:v>40970</c:v>
                </c:pt>
                <c:pt idx="541">
                  <c:v>40973</c:v>
                </c:pt>
                <c:pt idx="542">
                  <c:v>40974</c:v>
                </c:pt>
                <c:pt idx="543">
                  <c:v>40975</c:v>
                </c:pt>
                <c:pt idx="544">
                  <c:v>40976</c:v>
                </c:pt>
                <c:pt idx="545">
                  <c:v>40977</c:v>
                </c:pt>
                <c:pt idx="546">
                  <c:v>40980</c:v>
                </c:pt>
                <c:pt idx="547">
                  <c:v>40981</c:v>
                </c:pt>
                <c:pt idx="548">
                  <c:v>40982</c:v>
                </c:pt>
                <c:pt idx="549">
                  <c:v>40983</c:v>
                </c:pt>
                <c:pt idx="550">
                  <c:v>40984</c:v>
                </c:pt>
                <c:pt idx="551">
                  <c:v>40987</c:v>
                </c:pt>
                <c:pt idx="552">
                  <c:v>40988</c:v>
                </c:pt>
                <c:pt idx="553">
                  <c:v>40989</c:v>
                </c:pt>
                <c:pt idx="554">
                  <c:v>40990</c:v>
                </c:pt>
                <c:pt idx="555">
                  <c:v>40991</c:v>
                </c:pt>
                <c:pt idx="556">
                  <c:v>40994</c:v>
                </c:pt>
                <c:pt idx="557">
                  <c:v>40995</c:v>
                </c:pt>
                <c:pt idx="558">
                  <c:v>40996</c:v>
                </c:pt>
                <c:pt idx="559">
                  <c:v>40997</c:v>
                </c:pt>
                <c:pt idx="560">
                  <c:v>40998</c:v>
                </c:pt>
                <c:pt idx="561">
                  <c:v>41001</c:v>
                </c:pt>
                <c:pt idx="562">
                  <c:v>41002</c:v>
                </c:pt>
                <c:pt idx="563">
                  <c:v>41003</c:v>
                </c:pt>
                <c:pt idx="564">
                  <c:v>41004</c:v>
                </c:pt>
                <c:pt idx="565">
                  <c:v>41005</c:v>
                </c:pt>
                <c:pt idx="566">
                  <c:v>41008</c:v>
                </c:pt>
                <c:pt idx="567">
                  <c:v>41009</c:v>
                </c:pt>
                <c:pt idx="568">
                  <c:v>41011</c:v>
                </c:pt>
                <c:pt idx="569">
                  <c:v>41012</c:v>
                </c:pt>
                <c:pt idx="570">
                  <c:v>41015</c:v>
                </c:pt>
                <c:pt idx="571">
                  <c:v>41016</c:v>
                </c:pt>
                <c:pt idx="572">
                  <c:v>41017</c:v>
                </c:pt>
                <c:pt idx="573">
                  <c:v>41018</c:v>
                </c:pt>
                <c:pt idx="574">
                  <c:v>41019</c:v>
                </c:pt>
                <c:pt idx="575">
                  <c:v>41022</c:v>
                </c:pt>
                <c:pt idx="576">
                  <c:v>41023</c:v>
                </c:pt>
                <c:pt idx="577">
                  <c:v>41024</c:v>
                </c:pt>
                <c:pt idx="578">
                  <c:v>41025</c:v>
                </c:pt>
                <c:pt idx="579">
                  <c:v>41026</c:v>
                </c:pt>
                <c:pt idx="580">
                  <c:v>41029</c:v>
                </c:pt>
                <c:pt idx="581">
                  <c:v>41031</c:v>
                </c:pt>
                <c:pt idx="582">
                  <c:v>41032</c:v>
                </c:pt>
                <c:pt idx="583">
                  <c:v>41033</c:v>
                </c:pt>
                <c:pt idx="584">
                  <c:v>41036</c:v>
                </c:pt>
                <c:pt idx="585">
                  <c:v>41037</c:v>
                </c:pt>
                <c:pt idx="586">
                  <c:v>41038</c:v>
                </c:pt>
                <c:pt idx="587">
                  <c:v>41039</c:v>
                </c:pt>
                <c:pt idx="588">
                  <c:v>41040</c:v>
                </c:pt>
                <c:pt idx="589">
                  <c:v>41043</c:v>
                </c:pt>
                <c:pt idx="590">
                  <c:v>41044</c:v>
                </c:pt>
                <c:pt idx="591">
                  <c:v>41045</c:v>
                </c:pt>
                <c:pt idx="592">
                  <c:v>41046</c:v>
                </c:pt>
                <c:pt idx="593">
                  <c:v>41047</c:v>
                </c:pt>
                <c:pt idx="594">
                  <c:v>41050</c:v>
                </c:pt>
                <c:pt idx="595">
                  <c:v>41051</c:v>
                </c:pt>
                <c:pt idx="596">
                  <c:v>41052</c:v>
                </c:pt>
                <c:pt idx="597">
                  <c:v>41053</c:v>
                </c:pt>
                <c:pt idx="598">
                  <c:v>41054</c:v>
                </c:pt>
                <c:pt idx="599">
                  <c:v>41058</c:v>
                </c:pt>
                <c:pt idx="600">
                  <c:v>41059</c:v>
                </c:pt>
                <c:pt idx="601">
                  <c:v>41060</c:v>
                </c:pt>
                <c:pt idx="602">
                  <c:v>41061</c:v>
                </c:pt>
                <c:pt idx="603">
                  <c:v>41064</c:v>
                </c:pt>
                <c:pt idx="604">
                  <c:v>41065</c:v>
                </c:pt>
                <c:pt idx="605">
                  <c:v>41067</c:v>
                </c:pt>
                <c:pt idx="606">
                  <c:v>41068</c:v>
                </c:pt>
                <c:pt idx="607">
                  <c:v>41071</c:v>
                </c:pt>
                <c:pt idx="608">
                  <c:v>41072</c:v>
                </c:pt>
                <c:pt idx="609">
                  <c:v>41073</c:v>
                </c:pt>
                <c:pt idx="610">
                  <c:v>41074</c:v>
                </c:pt>
                <c:pt idx="611">
                  <c:v>41075</c:v>
                </c:pt>
                <c:pt idx="612">
                  <c:v>41078</c:v>
                </c:pt>
                <c:pt idx="613">
                  <c:v>41079</c:v>
                </c:pt>
                <c:pt idx="614">
                  <c:v>41080</c:v>
                </c:pt>
                <c:pt idx="615">
                  <c:v>41081</c:v>
                </c:pt>
                <c:pt idx="616">
                  <c:v>41082</c:v>
                </c:pt>
                <c:pt idx="617">
                  <c:v>41085</c:v>
                </c:pt>
                <c:pt idx="618">
                  <c:v>41086</c:v>
                </c:pt>
                <c:pt idx="619">
                  <c:v>41087</c:v>
                </c:pt>
                <c:pt idx="620">
                  <c:v>41088</c:v>
                </c:pt>
                <c:pt idx="621">
                  <c:v>41089</c:v>
                </c:pt>
                <c:pt idx="622">
                  <c:v>41092</c:v>
                </c:pt>
                <c:pt idx="623">
                  <c:v>41093</c:v>
                </c:pt>
                <c:pt idx="624">
                  <c:v>41094</c:v>
                </c:pt>
                <c:pt idx="625">
                  <c:v>41095</c:v>
                </c:pt>
                <c:pt idx="626">
                  <c:v>41096</c:v>
                </c:pt>
                <c:pt idx="627">
                  <c:v>41099</c:v>
                </c:pt>
                <c:pt idx="628">
                  <c:v>41100</c:v>
                </c:pt>
                <c:pt idx="629">
                  <c:v>41101</c:v>
                </c:pt>
                <c:pt idx="630">
                  <c:v>41102</c:v>
                </c:pt>
                <c:pt idx="631">
                  <c:v>41103</c:v>
                </c:pt>
                <c:pt idx="632">
                  <c:v>41106</c:v>
                </c:pt>
                <c:pt idx="633">
                  <c:v>41107</c:v>
                </c:pt>
                <c:pt idx="634">
                  <c:v>41108</c:v>
                </c:pt>
                <c:pt idx="635">
                  <c:v>41109</c:v>
                </c:pt>
                <c:pt idx="636">
                  <c:v>41110</c:v>
                </c:pt>
                <c:pt idx="637">
                  <c:v>41113</c:v>
                </c:pt>
                <c:pt idx="638">
                  <c:v>41114</c:v>
                </c:pt>
                <c:pt idx="639">
                  <c:v>41115</c:v>
                </c:pt>
                <c:pt idx="640">
                  <c:v>41116</c:v>
                </c:pt>
                <c:pt idx="641">
                  <c:v>41117</c:v>
                </c:pt>
                <c:pt idx="642">
                  <c:v>41120</c:v>
                </c:pt>
                <c:pt idx="643">
                  <c:v>41121</c:v>
                </c:pt>
                <c:pt idx="644">
                  <c:v>41122</c:v>
                </c:pt>
                <c:pt idx="645">
                  <c:v>41123</c:v>
                </c:pt>
                <c:pt idx="646">
                  <c:v>41124</c:v>
                </c:pt>
                <c:pt idx="647">
                  <c:v>41127</c:v>
                </c:pt>
                <c:pt idx="648">
                  <c:v>41128</c:v>
                </c:pt>
                <c:pt idx="649">
                  <c:v>41129</c:v>
                </c:pt>
                <c:pt idx="650">
                  <c:v>41130</c:v>
                </c:pt>
                <c:pt idx="651">
                  <c:v>41131</c:v>
                </c:pt>
                <c:pt idx="652">
                  <c:v>41134</c:v>
                </c:pt>
                <c:pt idx="653">
                  <c:v>41135</c:v>
                </c:pt>
                <c:pt idx="654">
                  <c:v>41137</c:v>
                </c:pt>
                <c:pt idx="655">
                  <c:v>41138</c:v>
                </c:pt>
                <c:pt idx="656">
                  <c:v>41141</c:v>
                </c:pt>
                <c:pt idx="657">
                  <c:v>41142</c:v>
                </c:pt>
                <c:pt idx="658">
                  <c:v>41143</c:v>
                </c:pt>
                <c:pt idx="659">
                  <c:v>41144</c:v>
                </c:pt>
                <c:pt idx="660">
                  <c:v>41145</c:v>
                </c:pt>
                <c:pt idx="661">
                  <c:v>41148</c:v>
                </c:pt>
                <c:pt idx="662">
                  <c:v>41149</c:v>
                </c:pt>
                <c:pt idx="663">
                  <c:v>41150</c:v>
                </c:pt>
                <c:pt idx="664">
                  <c:v>41151</c:v>
                </c:pt>
                <c:pt idx="665">
                  <c:v>41152</c:v>
                </c:pt>
                <c:pt idx="666">
                  <c:v>41155</c:v>
                </c:pt>
                <c:pt idx="667">
                  <c:v>41156</c:v>
                </c:pt>
                <c:pt idx="668">
                  <c:v>41157</c:v>
                </c:pt>
                <c:pt idx="669">
                  <c:v>41158</c:v>
                </c:pt>
                <c:pt idx="670">
                  <c:v>41159</c:v>
                </c:pt>
                <c:pt idx="671">
                  <c:v>41162</c:v>
                </c:pt>
                <c:pt idx="672">
                  <c:v>41163</c:v>
                </c:pt>
                <c:pt idx="673">
                  <c:v>41164</c:v>
                </c:pt>
                <c:pt idx="674">
                  <c:v>41165</c:v>
                </c:pt>
                <c:pt idx="675">
                  <c:v>41166</c:v>
                </c:pt>
                <c:pt idx="676">
                  <c:v>41169</c:v>
                </c:pt>
                <c:pt idx="677">
                  <c:v>41170</c:v>
                </c:pt>
                <c:pt idx="678">
                  <c:v>41171</c:v>
                </c:pt>
                <c:pt idx="679">
                  <c:v>41172</c:v>
                </c:pt>
                <c:pt idx="680">
                  <c:v>41173</c:v>
                </c:pt>
                <c:pt idx="681">
                  <c:v>41176</c:v>
                </c:pt>
                <c:pt idx="682">
                  <c:v>41177</c:v>
                </c:pt>
                <c:pt idx="683">
                  <c:v>41178</c:v>
                </c:pt>
                <c:pt idx="684">
                  <c:v>41179</c:v>
                </c:pt>
                <c:pt idx="685">
                  <c:v>41180</c:v>
                </c:pt>
                <c:pt idx="686">
                  <c:v>41184</c:v>
                </c:pt>
                <c:pt idx="687">
                  <c:v>41186</c:v>
                </c:pt>
                <c:pt idx="688">
                  <c:v>41187</c:v>
                </c:pt>
                <c:pt idx="689">
                  <c:v>41190</c:v>
                </c:pt>
                <c:pt idx="690">
                  <c:v>41191</c:v>
                </c:pt>
                <c:pt idx="691">
                  <c:v>41192</c:v>
                </c:pt>
                <c:pt idx="692">
                  <c:v>41193</c:v>
                </c:pt>
                <c:pt idx="693">
                  <c:v>41194</c:v>
                </c:pt>
                <c:pt idx="694">
                  <c:v>41197</c:v>
                </c:pt>
                <c:pt idx="695">
                  <c:v>41198</c:v>
                </c:pt>
                <c:pt idx="696">
                  <c:v>41199</c:v>
                </c:pt>
                <c:pt idx="697">
                  <c:v>41200</c:v>
                </c:pt>
                <c:pt idx="698">
                  <c:v>41201</c:v>
                </c:pt>
                <c:pt idx="699">
                  <c:v>41204</c:v>
                </c:pt>
                <c:pt idx="700">
                  <c:v>41205</c:v>
                </c:pt>
                <c:pt idx="701">
                  <c:v>41206</c:v>
                </c:pt>
                <c:pt idx="702">
                  <c:v>41207</c:v>
                </c:pt>
                <c:pt idx="703">
                  <c:v>41208</c:v>
                </c:pt>
                <c:pt idx="704">
                  <c:v>41211</c:v>
                </c:pt>
                <c:pt idx="705">
                  <c:v>41212</c:v>
                </c:pt>
                <c:pt idx="706">
                  <c:v>41213</c:v>
                </c:pt>
                <c:pt idx="707">
                  <c:v>41214</c:v>
                </c:pt>
                <c:pt idx="708">
                  <c:v>41215</c:v>
                </c:pt>
                <c:pt idx="709">
                  <c:v>41218</c:v>
                </c:pt>
                <c:pt idx="710">
                  <c:v>41219</c:v>
                </c:pt>
                <c:pt idx="711">
                  <c:v>41220</c:v>
                </c:pt>
                <c:pt idx="712">
                  <c:v>41221</c:v>
                </c:pt>
                <c:pt idx="713">
                  <c:v>41222</c:v>
                </c:pt>
                <c:pt idx="714">
                  <c:v>41225</c:v>
                </c:pt>
                <c:pt idx="715">
                  <c:v>41226</c:v>
                </c:pt>
                <c:pt idx="716">
                  <c:v>41227</c:v>
                </c:pt>
                <c:pt idx="717">
                  <c:v>41228</c:v>
                </c:pt>
                <c:pt idx="718">
                  <c:v>41229</c:v>
                </c:pt>
                <c:pt idx="719">
                  <c:v>41232</c:v>
                </c:pt>
                <c:pt idx="720">
                  <c:v>41233</c:v>
                </c:pt>
                <c:pt idx="721">
                  <c:v>41234</c:v>
                </c:pt>
                <c:pt idx="722">
                  <c:v>41235</c:v>
                </c:pt>
                <c:pt idx="723">
                  <c:v>41236</c:v>
                </c:pt>
                <c:pt idx="724">
                  <c:v>41239</c:v>
                </c:pt>
                <c:pt idx="725">
                  <c:v>41240</c:v>
                </c:pt>
                <c:pt idx="726">
                  <c:v>41241</c:v>
                </c:pt>
                <c:pt idx="727">
                  <c:v>41242</c:v>
                </c:pt>
                <c:pt idx="728">
                  <c:v>41243</c:v>
                </c:pt>
                <c:pt idx="729">
                  <c:v>41246</c:v>
                </c:pt>
                <c:pt idx="730">
                  <c:v>41247</c:v>
                </c:pt>
                <c:pt idx="731">
                  <c:v>41248</c:v>
                </c:pt>
                <c:pt idx="732">
                  <c:v>41249</c:v>
                </c:pt>
                <c:pt idx="733">
                  <c:v>41250</c:v>
                </c:pt>
                <c:pt idx="734">
                  <c:v>41253</c:v>
                </c:pt>
                <c:pt idx="735">
                  <c:v>41254</c:v>
                </c:pt>
                <c:pt idx="736">
                  <c:v>41255</c:v>
                </c:pt>
                <c:pt idx="737">
                  <c:v>41256</c:v>
                </c:pt>
                <c:pt idx="738">
                  <c:v>41257</c:v>
                </c:pt>
                <c:pt idx="739">
                  <c:v>41260</c:v>
                </c:pt>
                <c:pt idx="740">
                  <c:v>41261</c:v>
                </c:pt>
                <c:pt idx="741">
                  <c:v>41263</c:v>
                </c:pt>
                <c:pt idx="742">
                  <c:v>41264</c:v>
                </c:pt>
                <c:pt idx="743">
                  <c:v>41267</c:v>
                </c:pt>
                <c:pt idx="744">
                  <c:v>41269</c:v>
                </c:pt>
                <c:pt idx="745">
                  <c:v>41270</c:v>
                </c:pt>
                <c:pt idx="746">
                  <c:v>41271</c:v>
                </c:pt>
                <c:pt idx="747">
                  <c:v>41276</c:v>
                </c:pt>
                <c:pt idx="748">
                  <c:v>41277</c:v>
                </c:pt>
                <c:pt idx="749">
                  <c:v>41278</c:v>
                </c:pt>
                <c:pt idx="750">
                  <c:v>41281</c:v>
                </c:pt>
                <c:pt idx="751">
                  <c:v>41282</c:v>
                </c:pt>
                <c:pt idx="752">
                  <c:v>41283</c:v>
                </c:pt>
                <c:pt idx="753">
                  <c:v>41284</c:v>
                </c:pt>
                <c:pt idx="754">
                  <c:v>41285</c:v>
                </c:pt>
                <c:pt idx="755">
                  <c:v>41288</c:v>
                </c:pt>
                <c:pt idx="756">
                  <c:v>41289</c:v>
                </c:pt>
                <c:pt idx="757">
                  <c:v>41290</c:v>
                </c:pt>
                <c:pt idx="758">
                  <c:v>41291</c:v>
                </c:pt>
                <c:pt idx="759">
                  <c:v>41292</c:v>
                </c:pt>
                <c:pt idx="760">
                  <c:v>41295</c:v>
                </c:pt>
                <c:pt idx="761">
                  <c:v>41296</c:v>
                </c:pt>
                <c:pt idx="762">
                  <c:v>41297</c:v>
                </c:pt>
                <c:pt idx="763">
                  <c:v>41298</c:v>
                </c:pt>
                <c:pt idx="764">
                  <c:v>41299</c:v>
                </c:pt>
                <c:pt idx="765">
                  <c:v>41302</c:v>
                </c:pt>
                <c:pt idx="766">
                  <c:v>41303</c:v>
                </c:pt>
                <c:pt idx="767">
                  <c:v>41304</c:v>
                </c:pt>
                <c:pt idx="768">
                  <c:v>41305</c:v>
                </c:pt>
                <c:pt idx="769">
                  <c:v>41306</c:v>
                </c:pt>
                <c:pt idx="770">
                  <c:v>41309</c:v>
                </c:pt>
                <c:pt idx="771">
                  <c:v>41310</c:v>
                </c:pt>
                <c:pt idx="772">
                  <c:v>41311</c:v>
                </c:pt>
                <c:pt idx="773">
                  <c:v>41312</c:v>
                </c:pt>
                <c:pt idx="774">
                  <c:v>41313</c:v>
                </c:pt>
                <c:pt idx="775">
                  <c:v>41317</c:v>
                </c:pt>
                <c:pt idx="776">
                  <c:v>41318</c:v>
                </c:pt>
                <c:pt idx="777">
                  <c:v>41319</c:v>
                </c:pt>
                <c:pt idx="778">
                  <c:v>41320</c:v>
                </c:pt>
                <c:pt idx="779">
                  <c:v>41323</c:v>
                </c:pt>
                <c:pt idx="780">
                  <c:v>41324</c:v>
                </c:pt>
                <c:pt idx="781">
                  <c:v>41325</c:v>
                </c:pt>
                <c:pt idx="782">
                  <c:v>41326</c:v>
                </c:pt>
                <c:pt idx="783">
                  <c:v>41327</c:v>
                </c:pt>
                <c:pt idx="784">
                  <c:v>41330</c:v>
                </c:pt>
                <c:pt idx="785">
                  <c:v>41331</c:v>
                </c:pt>
                <c:pt idx="786">
                  <c:v>41332</c:v>
                </c:pt>
                <c:pt idx="787">
                  <c:v>41333</c:v>
                </c:pt>
                <c:pt idx="788">
                  <c:v>41337</c:v>
                </c:pt>
                <c:pt idx="789">
                  <c:v>41338</c:v>
                </c:pt>
                <c:pt idx="790">
                  <c:v>41339</c:v>
                </c:pt>
                <c:pt idx="791">
                  <c:v>41340</c:v>
                </c:pt>
                <c:pt idx="792">
                  <c:v>41341</c:v>
                </c:pt>
                <c:pt idx="793">
                  <c:v>41344</c:v>
                </c:pt>
                <c:pt idx="794">
                  <c:v>41345</c:v>
                </c:pt>
                <c:pt idx="795">
                  <c:v>41346</c:v>
                </c:pt>
                <c:pt idx="796">
                  <c:v>41347</c:v>
                </c:pt>
                <c:pt idx="797">
                  <c:v>41348</c:v>
                </c:pt>
                <c:pt idx="798">
                  <c:v>41351</c:v>
                </c:pt>
                <c:pt idx="799">
                  <c:v>41352</c:v>
                </c:pt>
                <c:pt idx="800">
                  <c:v>41353</c:v>
                </c:pt>
                <c:pt idx="801">
                  <c:v>41354</c:v>
                </c:pt>
                <c:pt idx="802">
                  <c:v>41355</c:v>
                </c:pt>
                <c:pt idx="803">
                  <c:v>41358</c:v>
                </c:pt>
                <c:pt idx="804">
                  <c:v>41359</c:v>
                </c:pt>
                <c:pt idx="805">
                  <c:v>41360</c:v>
                </c:pt>
                <c:pt idx="806">
                  <c:v>41361</c:v>
                </c:pt>
                <c:pt idx="807">
                  <c:v>41362</c:v>
                </c:pt>
                <c:pt idx="808">
                  <c:v>41365</c:v>
                </c:pt>
                <c:pt idx="809">
                  <c:v>41366</c:v>
                </c:pt>
                <c:pt idx="810">
                  <c:v>41367</c:v>
                </c:pt>
                <c:pt idx="811">
                  <c:v>41368</c:v>
                </c:pt>
                <c:pt idx="812">
                  <c:v>41369</c:v>
                </c:pt>
                <c:pt idx="813">
                  <c:v>41372</c:v>
                </c:pt>
                <c:pt idx="814">
                  <c:v>41373</c:v>
                </c:pt>
                <c:pt idx="815">
                  <c:v>41374</c:v>
                </c:pt>
                <c:pt idx="816">
                  <c:v>41375</c:v>
                </c:pt>
                <c:pt idx="817">
                  <c:v>41376</c:v>
                </c:pt>
                <c:pt idx="818">
                  <c:v>41379</c:v>
                </c:pt>
                <c:pt idx="819">
                  <c:v>41380</c:v>
                </c:pt>
                <c:pt idx="820">
                  <c:v>41381</c:v>
                </c:pt>
                <c:pt idx="821">
                  <c:v>41382</c:v>
                </c:pt>
                <c:pt idx="822">
                  <c:v>41383</c:v>
                </c:pt>
                <c:pt idx="823">
                  <c:v>41386</c:v>
                </c:pt>
                <c:pt idx="824">
                  <c:v>41387</c:v>
                </c:pt>
                <c:pt idx="825">
                  <c:v>41388</c:v>
                </c:pt>
                <c:pt idx="826">
                  <c:v>41389</c:v>
                </c:pt>
                <c:pt idx="827">
                  <c:v>41390</c:v>
                </c:pt>
                <c:pt idx="828">
                  <c:v>41393</c:v>
                </c:pt>
                <c:pt idx="829">
                  <c:v>41394</c:v>
                </c:pt>
                <c:pt idx="830">
                  <c:v>41396</c:v>
                </c:pt>
                <c:pt idx="831">
                  <c:v>41397</c:v>
                </c:pt>
                <c:pt idx="832">
                  <c:v>41400</c:v>
                </c:pt>
                <c:pt idx="833">
                  <c:v>41401</c:v>
                </c:pt>
                <c:pt idx="834">
                  <c:v>41402</c:v>
                </c:pt>
                <c:pt idx="835">
                  <c:v>41403</c:v>
                </c:pt>
                <c:pt idx="836">
                  <c:v>41404</c:v>
                </c:pt>
                <c:pt idx="837">
                  <c:v>41407</c:v>
                </c:pt>
                <c:pt idx="838">
                  <c:v>41408</c:v>
                </c:pt>
                <c:pt idx="839">
                  <c:v>41409</c:v>
                </c:pt>
                <c:pt idx="840">
                  <c:v>41410</c:v>
                </c:pt>
                <c:pt idx="841">
                  <c:v>41414</c:v>
                </c:pt>
                <c:pt idx="842">
                  <c:v>41415</c:v>
                </c:pt>
                <c:pt idx="843">
                  <c:v>41416</c:v>
                </c:pt>
                <c:pt idx="844">
                  <c:v>41417</c:v>
                </c:pt>
                <c:pt idx="845">
                  <c:v>41418</c:v>
                </c:pt>
                <c:pt idx="846">
                  <c:v>41421</c:v>
                </c:pt>
                <c:pt idx="847">
                  <c:v>41422</c:v>
                </c:pt>
                <c:pt idx="848">
                  <c:v>41423</c:v>
                </c:pt>
                <c:pt idx="849">
                  <c:v>41424</c:v>
                </c:pt>
                <c:pt idx="850">
                  <c:v>41425</c:v>
                </c:pt>
                <c:pt idx="851">
                  <c:v>41428</c:v>
                </c:pt>
                <c:pt idx="852">
                  <c:v>41429</c:v>
                </c:pt>
                <c:pt idx="853">
                  <c:v>41430</c:v>
                </c:pt>
                <c:pt idx="854">
                  <c:v>41432</c:v>
                </c:pt>
                <c:pt idx="855">
                  <c:v>41435</c:v>
                </c:pt>
                <c:pt idx="856">
                  <c:v>41436</c:v>
                </c:pt>
                <c:pt idx="857">
                  <c:v>41437</c:v>
                </c:pt>
                <c:pt idx="858">
                  <c:v>41438</c:v>
                </c:pt>
                <c:pt idx="859">
                  <c:v>41439</c:v>
                </c:pt>
                <c:pt idx="860">
                  <c:v>41442</c:v>
                </c:pt>
                <c:pt idx="861">
                  <c:v>41443</c:v>
                </c:pt>
                <c:pt idx="862">
                  <c:v>41444</c:v>
                </c:pt>
                <c:pt idx="863">
                  <c:v>41445</c:v>
                </c:pt>
                <c:pt idx="864">
                  <c:v>41446</c:v>
                </c:pt>
                <c:pt idx="865">
                  <c:v>41449</c:v>
                </c:pt>
                <c:pt idx="866">
                  <c:v>41450</c:v>
                </c:pt>
                <c:pt idx="867">
                  <c:v>41451</c:v>
                </c:pt>
                <c:pt idx="868">
                  <c:v>41452</c:v>
                </c:pt>
                <c:pt idx="869">
                  <c:v>41453</c:v>
                </c:pt>
                <c:pt idx="870">
                  <c:v>41456</c:v>
                </c:pt>
                <c:pt idx="871">
                  <c:v>41457</c:v>
                </c:pt>
                <c:pt idx="872">
                  <c:v>41458</c:v>
                </c:pt>
                <c:pt idx="873">
                  <c:v>41459</c:v>
                </c:pt>
                <c:pt idx="874">
                  <c:v>41460</c:v>
                </c:pt>
                <c:pt idx="875">
                  <c:v>41463</c:v>
                </c:pt>
                <c:pt idx="876">
                  <c:v>41464</c:v>
                </c:pt>
                <c:pt idx="877">
                  <c:v>41465</c:v>
                </c:pt>
                <c:pt idx="878">
                  <c:v>41466</c:v>
                </c:pt>
                <c:pt idx="879">
                  <c:v>41467</c:v>
                </c:pt>
                <c:pt idx="880">
                  <c:v>41470</c:v>
                </c:pt>
                <c:pt idx="881">
                  <c:v>41471</c:v>
                </c:pt>
                <c:pt idx="882">
                  <c:v>41472</c:v>
                </c:pt>
                <c:pt idx="883">
                  <c:v>41473</c:v>
                </c:pt>
                <c:pt idx="884">
                  <c:v>41474</c:v>
                </c:pt>
                <c:pt idx="885">
                  <c:v>41477</c:v>
                </c:pt>
                <c:pt idx="886">
                  <c:v>41478</c:v>
                </c:pt>
                <c:pt idx="887">
                  <c:v>41479</c:v>
                </c:pt>
                <c:pt idx="888">
                  <c:v>41480</c:v>
                </c:pt>
                <c:pt idx="889">
                  <c:v>41481</c:v>
                </c:pt>
                <c:pt idx="890">
                  <c:v>41484</c:v>
                </c:pt>
                <c:pt idx="891">
                  <c:v>41485</c:v>
                </c:pt>
                <c:pt idx="892">
                  <c:v>41486</c:v>
                </c:pt>
                <c:pt idx="893">
                  <c:v>41487</c:v>
                </c:pt>
                <c:pt idx="894">
                  <c:v>41488</c:v>
                </c:pt>
                <c:pt idx="895">
                  <c:v>41491</c:v>
                </c:pt>
                <c:pt idx="896">
                  <c:v>41492</c:v>
                </c:pt>
                <c:pt idx="897">
                  <c:v>41493</c:v>
                </c:pt>
                <c:pt idx="898">
                  <c:v>41494</c:v>
                </c:pt>
                <c:pt idx="899">
                  <c:v>41495</c:v>
                </c:pt>
                <c:pt idx="900">
                  <c:v>41498</c:v>
                </c:pt>
                <c:pt idx="901">
                  <c:v>41499</c:v>
                </c:pt>
                <c:pt idx="902">
                  <c:v>41500</c:v>
                </c:pt>
                <c:pt idx="903">
                  <c:v>41502</c:v>
                </c:pt>
                <c:pt idx="904">
                  <c:v>41505</c:v>
                </c:pt>
                <c:pt idx="905">
                  <c:v>41506</c:v>
                </c:pt>
                <c:pt idx="906">
                  <c:v>41507</c:v>
                </c:pt>
                <c:pt idx="907">
                  <c:v>41508</c:v>
                </c:pt>
                <c:pt idx="908">
                  <c:v>41509</c:v>
                </c:pt>
                <c:pt idx="909">
                  <c:v>41512</c:v>
                </c:pt>
                <c:pt idx="910">
                  <c:v>41513</c:v>
                </c:pt>
                <c:pt idx="911">
                  <c:v>41514</c:v>
                </c:pt>
                <c:pt idx="912">
                  <c:v>41515</c:v>
                </c:pt>
                <c:pt idx="913">
                  <c:v>41516</c:v>
                </c:pt>
                <c:pt idx="914">
                  <c:v>41519</c:v>
                </c:pt>
                <c:pt idx="915">
                  <c:v>41520</c:v>
                </c:pt>
                <c:pt idx="916">
                  <c:v>41521</c:v>
                </c:pt>
                <c:pt idx="917">
                  <c:v>41522</c:v>
                </c:pt>
                <c:pt idx="918">
                  <c:v>41523</c:v>
                </c:pt>
                <c:pt idx="919">
                  <c:v>41526</c:v>
                </c:pt>
                <c:pt idx="920">
                  <c:v>41527</c:v>
                </c:pt>
                <c:pt idx="921">
                  <c:v>41528</c:v>
                </c:pt>
                <c:pt idx="922">
                  <c:v>41529</c:v>
                </c:pt>
                <c:pt idx="923">
                  <c:v>41530</c:v>
                </c:pt>
                <c:pt idx="924">
                  <c:v>41533</c:v>
                </c:pt>
                <c:pt idx="925">
                  <c:v>41534</c:v>
                </c:pt>
                <c:pt idx="926">
                  <c:v>41540</c:v>
                </c:pt>
                <c:pt idx="927">
                  <c:v>41541</c:v>
                </c:pt>
                <c:pt idx="928">
                  <c:v>41542</c:v>
                </c:pt>
                <c:pt idx="929">
                  <c:v>41543</c:v>
                </c:pt>
                <c:pt idx="930">
                  <c:v>41544</c:v>
                </c:pt>
                <c:pt idx="931">
                  <c:v>41547</c:v>
                </c:pt>
                <c:pt idx="932">
                  <c:v>41548</c:v>
                </c:pt>
                <c:pt idx="933">
                  <c:v>41549</c:v>
                </c:pt>
                <c:pt idx="934">
                  <c:v>41551</c:v>
                </c:pt>
                <c:pt idx="935">
                  <c:v>41554</c:v>
                </c:pt>
                <c:pt idx="936">
                  <c:v>41555</c:v>
                </c:pt>
                <c:pt idx="937">
                  <c:v>41557</c:v>
                </c:pt>
                <c:pt idx="938">
                  <c:v>41558</c:v>
                </c:pt>
                <c:pt idx="939">
                  <c:v>41561</c:v>
                </c:pt>
                <c:pt idx="940">
                  <c:v>41562</c:v>
                </c:pt>
                <c:pt idx="941">
                  <c:v>41563</c:v>
                </c:pt>
                <c:pt idx="942">
                  <c:v>41564</c:v>
                </c:pt>
                <c:pt idx="943">
                  <c:v>41565</c:v>
                </c:pt>
                <c:pt idx="944">
                  <c:v>41568</c:v>
                </c:pt>
                <c:pt idx="945">
                  <c:v>41569</c:v>
                </c:pt>
                <c:pt idx="946">
                  <c:v>41570</c:v>
                </c:pt>
                <c:pt idx="947">
                  <c:v>41571</c:v>
                </c:pt>
                <c:pt idx="948">
                  <c:v>41572</c:v>
                </c:pt>
                <c:pt idx="949">
                  <c:v>41575</c:v>
                </c:pt>
                <c:pt idx="950">
                  <c:v>41576</c:v>
                </c:pt>
                <c:pt idx="951">
                  <c:v>41577</c:v>
                </c:pt>
                <c:pt idx="952">
                  <c:v>41578</c:v>
                </c:pt>
                <c:pt idx="953">
                  <c:v>41579</c:v>
                </c:pt>
                <c:pt idx="954">
                  <c:v>41582</c:v>
                </c:pt>
                <c:pt idx="955">
                  <c:v>41583</c:v>
                </c:pt>
                <c:pt idx="956">
                  <c:v>41584</c:v>
                </c:pt>
                <c:pt idx="957">
                  <c:v>41585</c:v>
                </c:pt>
                <c:pt idx="958">
                  <c:v>41586</c:v>
                </c:pt>
                <c:pt idx="959">
                  <c:v>41589</c:v>
                </c:pt>
                <c:pt idx="960">
                  <c:v>41590</c:v>
                </c:pt>
                <c:pt idx="961">
                  <c:v>41591</c:v>
                </c:pt>
                <c:pt idx="962">
                  <c:v>41592</c:v>
                </c:pt>
                <c:pt idx="963">
                  <c:v>41593</c:v>
                </c:pt>
                <c:pt idx="964">
                  <c:v>41596</c:v>
                </c:pt>
                <c:pt idx="965">
                  <c:v>41597</c:v>
                </c:pt>
                <c:pt idx="966">
                  <c:v>41598</c:v>
                </c:pt>
                <c:pt idx="967">
                  <c:v>41599</c:v>
                </c:pt>
                <c:pt idx="968">
                  <c:v>41600</c:v>
                </c:pt>
                <c:pt idx="969">
                  <c:v>41603</c:v>
                </c:pt>
                <c:pt idx="970">
                  <c:v>41604</c:v>
                </c:pt>
                <c:pt idx="971">
                  <c:v>41605</c:v>
                </c:pt>
                <c:pt idx="972">
                  <c:v>41606</c:v>
                </c:pt>
                <c:pt idx="973">
                  <c:v>41607</c:v>
                </c:pt>
                <c:pt idx="974">
                  <c:v>41610</c:v>
                </c:pt>
                <c:pt idx="975">
                  <c:v>41611</c:v>
                </c:pt>
                <c:pt idx="976">
                  <c:v>41612</c:v>
                </c:pt>
                <c:pt idx="977">
                  <c:v>41613</c:v>
                </c:pt>
                <c:pt idx="978">
                  <c:v>41614</c:v>
                </c:pt>
                <c:pt idx="979">
                  <c:v>41617</c:v>
                </c:pt>
                <c:pt idx="980">
                  <c:v>41618</c:v>
                </c:pt>
                <c:pt idx="981">
                  <c:v>41619</c:v>
                </c:pt>
                <c:pt idx="982">
                  <c:v>41620</c:v>
                </c:pt>
                <c:pt idx="983">
                  <c:v>41621</c:v>
                </c:pt>
                <c:pt idx="984">
                  <c:v>41624</c:v>
                </c:pt>
                <c:pt idx="985">
                  <c:v>41625</c:v>
                </c:pt>
                <c:pt idx="986">
                  <c:v>41626</c:v>
                </c:pt>
                <c:pt idx="987">
                  <c:v>41627</c:v>
                </c:pt>
                <c:pt idx="988">
                  <c:v>41628</c:v>
                </c:pt>
                <c:pt idx="989">
                  <c:v>41631</c:v>
                </c:pt>
                <c:pt idx="990">
                  <c:v>41632</c:v>
                </c:pt>
                <c:pt idx="991">
                  <c:v>41634</c:v>
                </c:pt>
                <c:pt idx="992">
                  <c:v>41635</c:v>
                </c:pt>
                <c:pt idx="993">
                  <c:v>41638</c:v>
                </c:pt>
                <c:pt idx="994">
                  <c:v>41641</c:v>
                </c:pt>
                <c:pt idx="995">
                  <c:v>41642</c:v>
                </c:pt>
                <c:pt idx="996">
                  <c:v>41645</c:v>
                </c:pt>
                <c:pt idx="997">
                  <c:v>41646</c:v>
                </c:pt>
                <c:pt idx="998">
                  <c:v>41647</c:v>
                </c:pt>
                <c:pt idx="999">
                  <c:v>41648</c:v>
                </c:pt>
                <c:pt idx="1000">
                  <c:v>41649</c:v>
                </c:pt>
                <c:pt idx="1001">
                  <c:v>41652</c:v>
                </c:pt>
                <c:pt idx="1002">
                  <c:v>41653</c:v>
                </c:pt>
                <c:pt idx="1003">
                  <c:v>41654</c:v>
                </c:pt>
                <c:pt idx="1004">
                  <c:v>41655</c:v>
                </c:pt>
                <c:pt idx="1005">
                  <c:v>41656</c:v>
                </c:pt>
                <c:pt idx="1006">
                  <c:v>41659</c:v>
                </c:pt>
                <c:pt idx="1007">
                  <c:v>41660</c:v>
                </c:pt>
                <c:pt idx="1008">
                  <c:v>41661</c:v>
                </c:pt>
                <c:pt idx="1009">
                  <c:v>41662</c:v>
                </c:pt>
                <c:pt idx="1010">
                  <c:v>41663</c:v>
                </c:pt>
                <c:pt idx="1011">
                  <c:v>41666</c:v>
                </c:pt>
                <c:pt idx="1012">
                  <c:v>41667</c:v>
                </c:pt>
                <c:pt idx="1013">
                  <c:v>41668</c:v>
                </c:pt>
                <c:pt idx="1014">
                  <c:v>41673</c:v>
                </c:pt>
                <c:pt idx="1015">
                  <c:v>41674</c:v>
                </c:pt>
                <c:pt idx="1016">
                  <c:v>41675</c:v>
                </c:pt>
                <c:pt idx="1017">
                  <c:v>41676</c:v>
                </c:pt>
                <c:pt idx="1018">
                  <c:v>41677</c:v>
                </c:pt>
                <c:pt idx="1019">
                  <c:v>41680</c:v>
                </c:pt>
                <c:pt idx="1020">
                  <c:v>41681</c:v>
                </c:pt>
                <c:pt idx="1021">
                  <c:v>41682</c:v>
                </c:pt>
                <c:pt idx="1022">
                  <c:v>41683</c:v>
                </c:pt>
                <c:pt idx="1023">
                  <c:v>41684</c:v>
                </c:pt>
                <c:pt idx="1024">
                  <c:v>41687</c:v>
                </c:pt>
                <c:pt idx="1025">
                  <c:v>41688</c:v>
                </c:pt>
                <c:pt idx="1026">
                  <c:v>41689</c:v>
                </c:pt>
                <c:pt idx="1027">
                  <c:v>41690</c:v>
                </c:pt>
                <c:pt idx="1028">
                  <c:v>41691</c:v>
                </c:pt>
                <c:pt idx="1029">
                  <c:v>41694</c:v>
                </c:pt>
                <c:pt idx="1030">
                  <c:v>41695</c:v>
                </c:pt>
                <c:pt idx="1031">
                  <c:v>41696</c:v>
                </c:pt>
                <c:pt idx="1032">
                  <c:v>41697</c:v>
                </c:pt>
                <c:pt idx="1033">
                  <c:v>41698</c:v>
                </c:pt>
                <c:pt idx="1034">
                  <c:v>41701</c:v>
                </c:pt>
                <c:pt idx="1035">
                  <c:v>41702</c:v>
                </c:pt>
                <c:pt idx="1036">
                  <c:v>41703</c:v>
                </c:pt>
                <c:pt idx="1037">
                  <c:v>41704</c:v>
                </c:pt>
                <c:pt idx="1038">
                  <c:v>41705</c:v>
                </c:pt>
                <c:pt idx="1039">
                  <c:v>41708</c:v>
                </c:pt>
                <c:pt idx="1040">
                  <c:v>41709</c:v>
                </c:pt>
                <c:pt idx="1041">
                  <c:v>41710</c:v>
                </c:pt>
                <c:pt idx="1042">
                  <c:v>41711</c:v>
                </c:pt>
                <c:pt idx="1043">
                  <c:v>41712</c:v>
                </c:pt>
                <c:pt idx="1044">
                  <c:v>41715</c:v>
                </c:pt>
                <c:pt idx="1045">
                  <c:v>41716</c:v>
                </c:pt>
                <c:pt idx="1046">
                  <c:v>41717</c:v>
                </c:pt>
                <c:pt idx="1047">
                  <c:v>41718</c:v>
                </c:pt>
                <c:pt idx="1048">
                  <c:v>41719</c:v>
                </c:pt>
                <c:pt idx="1049">
                  <c:v>41722</c:v>
                </c:pt>
                <c:pt idx="1050">
                  <c:v>41723</c:v>
                </c:pt>
                <c:pt idx="1051">
                  <c:v>41724</c:v>
                </c:pt>
                <c:pt idx="1052">
                  <c:v>41725</c:v>
                </c:pt>
                <c:pt idx="1053">
                  <c:v>41726</c:v>
                </c:pt>
                <c:pt idx="1054">
                  <c:v>41729</c:v>
                </c:pt>
                <c:pt idx="1055">
                  <c:v>41730</c:v>
                </c:pt>
                <c:pt idx="1056">
                  <c:v>41731</c:v>
                </c:pt>
                <c:pt idx="1057">
                  <c:v>41732</c:v>
                </c:pt>
                <c:pt idx="1058">
                  <c:v>41733</c:v>
                </c:pt>
                <c:pt idx="1059">
                  <c:v>41736</c:v>
                </c:pt>
                <c:pt idx="1060">
                  <c:v>41737</c:v>
                </c:pt>
                <c:pt idx="1061">
                  <c:v>41738</c:v>
                </c:pt>
                <c:pt idx="1062">
                  <c:v>41739</c:v>
                </c:pt>
                <c:pt idx="1063">
                  <c:v>41740</c:v>
                </c:pt>
                <c:pt idx="1064">
                  <c:v>41743</c:v>
                </c:pt>
                <c:pt idx="1065">
                  <c:v>41744</c:v>
                </c:pt>
                <c:pt idx="1066">
                  <c:v>41745</c:v>
                </c:pt>
                <c:pt idx="1067">
                  <c:v>41746</c:v>
                </c:pt>
                <c:pt idx="1068">
                  <c:v>41747</c:v>
                </c:pt>
                <c:pt idx="1069">
                  <c:v>41750</c:v>
                </c:pt>
                <c:pt idx="1070">
                  <c:v>41751</c:v>
                </c:pt>
                <c:pt idx="1071">
                  <c:v>41752</c:v>
                </c:pt>
                <c:pt idx="1072">
                  <c:v>41753</c:v>
                </c:pt>
                <c:pt idx="1073">
                  <c:v>41754</c:v>
                </c:pt>
                <c:pt idx="1074">
                  <c:v>41757</c:v>
                </c:pt>
                <c:pt idx="1075">
                  <c:v>41758</c:v>
                </c:pt>
                <c:pt idx="1076">
                  <c:v>41759</c:v>
                </c:pt>
                <c:pt idx="1077">
                  <c:v>41761</c:v>
                </c:pt>
                <c:pt idx="1078">
                  <c:v>41766</c:v>
                </c:pt>
                <c:pt idx="1079">
                  <c:v>41767</c:v>
                </c:pt>
                <c:pt idx="1080">
                  <c:v>41768</c:v>
                </c:pt>
                <c:pt idx="1081">
                  <c:v>41771</c:v>
                </c:pt>
                <c:pt idx="1082">
                  <c:v>41772</c:v>
                </c:pt>
                <c:pt idx="1083">
                  <c:v>41773</c:v>
                </c:pt>
                <c:pt idx="1084">
                  <c:v>41774</c:v>
                </c:pt>
                <c:pt idx="1085">
                  <c:v>41775</c:v>
                </c:pt>
                <c:pt idx="1086">
                  <c:v>41778</c:v>
                </c:pt>
                <c:pt idx="1087">
                  <c:v>41779</c:v>
                </c:pt>
                <c:pt idx="1088">
                  <c:v>41780</c:v>
                </c:pt>
                <c:pt idx="1089">
                  <c:v>41781</c:v>
                </c:pt>
                <c:pt idx="1090">
                  <c:v>41782</c:v>
                </c:pt>
                <c:pt idx="1091">
                  <c:v>41785</c:v>
                </c:pt>
                <c:pt idx="1092">
                  <c:v>41786</c:v>
                </c:pt>
                <c:pt idx="1093">
                  <c:v>41787</c:v>
                </c:pt>
                <c:pt idx="1094">
                  <c:v>41788</c:v>
                </c:pt>
                <c:pt idx="1095">
                  <c:v>41789</c:v>
                </c:pt>
                <c:pt idx="1096">
                  <c:v>41792</c:v>
                </c:pt>
                <c:pt idx="1097">
                  <c:v>41793</c:v>
                </c:pt>
                <c:pt idx="1098">
                  <c:v>41795</c:v>
                </c:pt>
                <c:pt idx="1099">
                  <c:v>41799</c:v>
                </c:pt>
                <c:pt idx="1100">
                  <c:v>41800</c:v>
                </c:pt>
                <c:pt idx="1101">
                  <c:v>41801</c:v>
                </c:pt>
                <c:pt idx="1102">
                  <c:v>41802</c:v>
                </c:pt>
                <c:pt idx="1103">
                  <c:v>41803</c:v>
                </c:pt>
                <c:pt idx="1104">
                  <c:v>41806</c:v>
                </c:pt>
                <c:pt idx="1105">
                  <c:v>41807</c:v>
                </c:pt>
                <c:pt idx="1106">
                  <c:v>41808</c:v>
                </c:pt>
                <c:pt idx="1107">
                  <c:v>41809</c:v>
                </c:pt>
                <c:pt idx="1108">
                  <c:v>41810</c:v>
                </c:pt>
                <c:pt idx="1109">
                  <c:v>41813</c:v>
                </c:pt>
                <c:pt idx="1110">
                  <c:v>41814</c:v>
                </c:pt>
                <c:pt idx="1111">
                  <c:v>41815</c:v>
                </c:pt>
                <c:pt idx="1112">
                  <c:v>41816</c:v>
                </c:pt>
                <c:pt idx="1113">
                  <c:v>41817</c:v>
                </c:pt>
                <c:pt idx="1114">
                  <c:v>41820</c:v>
                </c:pt>
                <c:pt idx="1115">
                  <c:v>41821</c:v>
                </c:pt>
                <c:pt idx="1116">
                  <c:v>41822</c:v>
                </c:pt>
                <c:pt idx="1117">
                  <c:v>41823</c:v>
                </c:pt>
                <c:pt idx="1118">
                  <c:v>41824</c:v>
                </c:pt>
                <c:pt idx="1119">
                  <c:v>41827</c:v>
                </c:pt>
                <c:pt idx="1120">
                  <c:v>41828</c:v>
                </c:pt>
                <c:pt idx="1121">
                  <c:v>41829</c:v>
                </c:pt>
                <c:pt idx="1122">
                  <c:v>41830</c:v>
                </c:pt>
                <c:pt idx="1123">
                  <c:v>41831</c:v>
                </c:pt>
                <c:pt idx="1124">
                  <c:v>41834</c:v>
                </c:pt>
                <c:pt idx="1125">
                  <c:v>41835</c:v>
                </c:pt>
                <c:pt idx="1126">
                  <c:v>41836</c:v>
                </c:pt>
                <c:pt idx="1127">
                  <c:v>41837</c:v>
                </c:pt>
                <c:pt idx="1128">
                  <c:v>41838</c:v>
                </c:pt>
                <c:pt idx="1129">
                  <c:v>41841</c:v>
                </c:pt>
                <c:pt idx="1130">
                  <c:v>41842</c:v>
                </c:pt>
                <c:pt idx="1131">
                  <c:v>41843</c:v>
                </c:pt>
                <c:pt idx="1132">
                  <c:v>41844</c:v>
                </c:pt>
                <c:pt idx="1133">
                  <c:v>41845</c:v>
                </c:pt>
                <c:pt idx="1134">
                  <c:v>41848</c:v>
                </c:pt>
                <c:pt idx="1135">
                  <c:v>41849</c:v>
                </c:pt>
                <c:pt idx="1136">
                  <c:v>41850</c:v>
                </c:pt>
                <c:pt idx="1137">
                  <c:v>41851</c:v>
                </c:pt>
                <c:pt idx="1138">
                  <c:v>41852</c:v>
                </c:pt>
                <c:pt idx="1139">
                  <c:v>41855</c:v>
                </c:pt>
                <c:pt idx="1140">
                  <c:v>41856</c:v>
                </c:pt>
                <c:pt idx="1141">
                  <c:v>41857</c:v>
                </c:pt>
                <c:pt idx="1142">
                  <c:v>41858</c:v>
                </c:pt>
                <c:pt idx="1143">
                  <c:v>41859</c:v>
                </c:pt>
                <c:pt idx="1144">
                  <c:v>41862</c:v>
                </c:pt>
                <c:pt idx="1145">
                  <c:v>41863</c:v>
                </c:pt>
                <c:pt idx="1146">
                  <c:v>41864</c:v>
                </c:pt>
                <c:pt idx="1147">
                  <c:v>41865</c:v>
                </c:pt>
                <c:pt idx="1148">
                  <c:v>41869</c:v>
                </c:pt>
                <c:pt idx="1149">
                  <c:v>41870</c:v>
                </c:pt>
                <c:pt idx="1150">
                  <c:v>41871</c:v>
                </c:pt>
                <c:pt idx="1151">
                  <c:v>41872</c:v>
                </c:pt>
                <c:pt idx="1152">
                  <c:v>41873</c:v>
                </c:pt>
                <c:pt idx="1153">
                  <c:v>41876</c:v>
                </c:pt>
                <c:pt idx="1154">
                  <c:v>41877</c:v>
                </c:pt>
                <c:pt idx="1155">
                  <c:v>41878</c:v>
                </c:pt>
                <c:pt idx="1156">
                  <c:v>41879</c:v>
                </c:pt>
                <c:pt idx="1157">
                  <c:v>41880</c:v>
                </c:pt>
                <c:pt idx="1158">
                  <c:v>41883</c:v>
                </c:pt>
                <c:pt idx="1159">
                  <c:v>41884</c:v>
                </c:pt>
                <c:pt idx="1160">
                  <c:v>41885</c:v>
                </c:pt>
                <c:pt idx="1161">
                  <c:v>41886</c:v>
                </c:pt>
                <c:pt idx="1162">
                  <c:v>41887</c:v>
                </c:pt>
                <c:pt idx="1163">
                  <c:v>41893</c:v>
                </c:pt>
                <c:pt idx="1164">
                  <c:v>41894</c:v>
                </c:pt>
                <c:pt idx="1165">
                  <c:v>41897</c:v>
                </c:pt>
                <c:pt idx="1166">
                  <c:v>41898</c:v>
                </c:pt>
                <c:pt idx="1167">
                  <c:v>41899</c:v>
                </c:pt>
                <c:pt idx="1168">
                  <c:v>41900</c:v>
                </c:pt>
                <c:pt idx="1169">
                  <c:v>41901</c:v>
                </c:pt>
                <c:pt idx="1170">
                  <c:v>41904</c:v>
                </c:pt>
                <c:pt idx="1171">
                  <c:v>41905</c:v>
                </c:pt>
                <c:pt idx="1172">
                  <c:v>41906</c:v>
                </c:pt>
                <c:pt idx="1173">
                  <c:v>41907</c:v>
                </c:pt>
                <c:pt idx="1174">
                  <c:v>41908</c:v>
                </c:pt>
                <c:pt idx="1175">
                  <c:v>41911</c:v>
                </c:pt>
                <c:pt idx="1176">
                  <c:v>41912</c:v>
                </c:pt>
                <c:pt idx="1177">
                  <c:v>41913</c:v>
                </c:pt>
                <c:pt idx="1178">
                  <c:v>41914</c:v>
                </c:pt>
                <c:pt idx="1179">
                  <c:v>41918</c:v>
                </c:pt>
                <c:pt idx="1180">
                  <c:v>41919</c:v>
                </c:pt>
                <c:pt idx="1181">
                  <c:v>41920</c:v>
                </c:pt>
                <c:pt idx="1182">
                  <c:v>41922</c:v>
                </c:pt>
                <c:pt idx="1183">
                  <c:v>41925</c:v>
                </c:pt>
                <c:pt idx="1184">
                  <c:v>41926</c:v>
                </c:pt>
                <c:pt idx="1185">
                  <c:v>41927</c:v>
                </c:pt>
                <c:pt idx="1186">
                  <c:v>41928</c:v>
                </c:pt>
                <c:pt idx="1187">
                  <c:v>41929</c:v>
                </c:pt>
                <c:pt idx="1188">
                  <c:v>41932</c:v>
                </c:pt>
                <c:pt idx="1189">
                  <c:v>41933</c:v>
                </c:pt>
                <c:pt idx="1190">
                  <c:v>41934</c:v>
                </c:pt>
                <c:pt idx="1191">
                  <c:v>41935</c:v>
                </c:pt>
                <c:pt idx="1192">
                  <c:v>41936</c:v>
                </c:pt>
                <c:pt idx="1193">
                  <c:v>41939</c:v>
                </c:pt>
                <c:pt idx="1194">
                  <c:v>41940</c:v>
                </c:pt>
                <c:pt idx="1195">
                  <c:v>41941</c:v>
                </c:pt>
                <c:pt idx="1196">
                  <c:v>41942</c:v>
                </c:pt>
                <c:pt idx="1197">
                  <c:v>41943</c:v>
                </c:pt>
                <c:pt idx="1198">
                  <c:v>41946</c:v>
                </c:pt>
                <c:pt idx="1199">
                  <c:v>41947</c:v>
                </c:pt>
                <c:pt idx="1200">
                  <c:v>41948</c:v>
                </c:pt>
                <c:pt idx="1201">
                  <c:v>41949</c:v>
                </c:pt>
                <c:pt idx="1202">
                  <c:v>41950</c:v>
                </c:pt>
                <c:pt idx="1203">
                  <c:v>41953</c:v>
                </c:pt>
                <c:pt idx="1204">
                  <c:v>41954</c:v>
                </c:pt>
                <c:pt idx="1205">
                  <c:v>41955</c:v>
                </c:pt>
                <c:pt idx="1206">
                  <c:v>41956</c:v>
                </c:pt>
                <c:pt idx="1207">
                  <c:v>41957</c:v>
                </c:pt>
                <c:pt idx="1208">
                  <c:v>41960</c:v>
                </c:pt>
                <c:pt idx="1209">
                  <c:v>41961</c:v>
                </c:pt>
                <c:pt idx="1210">
                  <c:v>41962</c:v>
                </c:pt>
                <c:pt idx="1211">
                  <c:v>41963</c:v>
                </c:pt>
                <c:pt idx="1212">
                  <c:v>41964</c:v>
                </c:pt>
                <c:pt idx="1213">
                  <c:v>41967</c:v>
                </c:pt>
                <c:pt idx="1214">
                  <c:v>41968</c:v>
                </c:pt>
                <c:pt idx="1215">
                  <c:v>41969</c:v>
                </c:pt>
                <c:pt idx="1216">
                  <c:v>41970</c:v>
                </c:pt>
                <c:pt idx="1217">
                  <c:v>41971</c:v>
                </c:pt>
                <c:pt idx="1218">
                  <c:v>41974</c:v>
                </c:pt>
                <c:pt idx="1219">
                  <c:v>41975</c:v>
                </c:pt>
                <c:pt idx="1220">
                  <c:v>41976</c:v>
                </c:pt>
                <c:pt idx="1221">
                  <c:v>41977</c:v>
                </c:pt>
                <c:pt idx="1222">
                  <c:v>41978</c:v>
                </c:pt>
                <c:pt idx="1223">
                  <c:v>41981</c:v>
                </c:pt>
                <c:pt idx="1224">
                  <c:v>41982</c:v>
                </c:pt>
                <c:pt idx="1225">
                  <c:v>41983</c:v>
                </c:pt>
                <c:pt idx="1226">
                  <c:v>41984</c:v>
                </c:pt>
                <c:pt idx="1227">
                  <c:v>41985</c:v>
                </c:pt>
                <c:pt idx="1228">
                  <c:v>41988</c:v>
                </c:pt>
                <c:pt idx="1229">
                  <c:v>41989</c:v>
                </c:pt>
                <c:pt idx="1230">
                  <c:v>41990</c:v>
                </c:pt>
                <c:pt idx="1231">
                  <c:v>41991</c:v>
                </c:pt>
                <c:pt idx="1232">
                  <c:v>41992</c:v>
                </c:pt>
                <c:pt idx="1233">
                  <c:v>41995</c:v>
                </c:pt>
                <c:pt idx="1234">
                  <c:v>41996</c:v>
                </c:pt>
                <c:pt idx="1235">
                  <c:v>41997</c:v>
                </c:pt>
                <c:pt idx="1236">
                  <c:v>41999</c:v>
                </c:pt>
                <c:pt idx="1237">
                  <c:v>42002</c:v>
                </c:pt>
                <c:pt idx="1238">
                  <c:v>42003</c:v>
                </c:pt>
                <c:pt idx="1239">
                  <c:v>42006</c:v>
                </c:pt>
                <c:pt idx="1240">
                  <c:v>42009</c:v>
                </c:pt>
                <c:pt idx="1241">
                  <c:v>42010</c:v>
                </c:pt>
                <c:pt idx="1242">
                  <c:v>42011</c:v>
                </c:pt>
                <c:pt idx="1243">
                  <c:v>42012</c:v>
                </c:pt>
                <c:pt idx="1244">
                  <c:v>42013</c:v>
                </c:pt>
                <c:pt idx="1245">
                  <c:v>42016</c:v>
                </c:pt>
                <c:pt idx="1246">
                  <c:v>42017</c:v>
                </c:pt>
                <c:pt idx="1247">
                  <c:v>42018</c:v>
                </c:pt>
                <c:pt idx="1248">
                  <c:v>42019</c:v>
                </c:pt>
                <c:pt idx="1249">
                  <c:v>42020</c:v>
                </c:pt>
                <c:pt idx="1250">
                  <c:v>42023</c:v>
                </c:pt>
                <c:pt idx="1251">
                  <c:v>42024</c:v>
                </c:pt>
                <c:pt idx="1252">
                  <c:v>42025</c:v>
                </c:pt>
                <c:pt idx="1253">
                  <c:v>42026</c:v>
                </c:pt>
                <c:pt idx="1254">
                  <c:v>42027</c:v>
                </c:pt>
                <c:pt idx="1255">
                  <c:v>42030</c:v>
                </c:pt>
                <c:pt idx="1256">
                  <c:v>42031</c:v>
                </c:pt>
                <c:pt idx="1257">
                  <c:v>42032</c:v>
                </c:pt>
                <c:pt idx="1258">
                  <c:v>42033</c:v>
                </c:pt>
                <c:pt idx="1259">
                  <c:v>42034</c:v>
                </c:pt>
                <c:pt idx="1260">
                  <c:v>42037</c:v>
                </c:pt>
                <c:pt idx="1261">
                  <c:v>42038</c:v>
                </c:pt>
                <c:pt idx="1262">
                  <c:v>42039</c:v>
                </c:pt>
                <c:pt idx="1263">
                  <c:v>42040</c:v>
                </c:pt>
                <c:pt idx="1264">
                  <c:v>42041</c:v>
                </c:pt>
                <c:pt idx="1265">
                  <c:v>42044</c:v>
                </c:pt>
                <c:pt idx="1266">
                  <c:v>42045</c:v>
                </c:pt>
                <c:pt idx="1267">
                  <c:v>42046</c:v>
                </c:pt>
                <c:pt idx="1268">
                  <c:v>42047</c:v>
                </c:pt>
                <c:pt idx="1269">
                  <c:v>42048</c:v>
                </c:pt>
                <c:pt idx="1270">
                  <c:v>42051</c:v>
                </c:pt>
                <c:pt idx="1271">
                  <c:v>42052</c:v>
                </c:pt>
                <c:pt idx="1272">
                  <c:v>42058</c:v>
                </c:pt>
                <c:pt idx="1273">
                  <c:v>42059</c:v>
                </c:pt>
                <c:pt idx="1274">
                  <c:v>42060</c:v>
                </c:pt>
                <c:pt idx="1275">
                  <c:v>42061</c:v>
                </c:pt>
                <c:pt idx="1276">
                  <c:v>42062</c:v>
                </c:pt>
                <c:pt idx="1277">
                  <c:v>42065</c:v>
                </c:pt>
                <c:pt idx="1278">
                  <c:v>42066</c:v>
                </c:pt>
                <c:pt idx="1279">
                  <c:v>42067</c:v>
                </c:pt>
                <c:pt idx="1280">
                  <c:v>42068</c:v>
                </c:pt>
                <c:pt idx="1281">
                  <c:v>42069</c:v>
                </c:pt>
                <c:pt idx="1282">
                  <c:v>42072</c:v>
                </c:pt>
                <c:pt idx="1283">
                  <c:v>42073</c:v>
                </c:pt>
                <c:pt idx="1284">
                  <c:v>42074</c:v>
                </c:pt>
                <c:pt idx="1285">
                  <c:v>42075</c:v>
                </c:pt>
                <c:pt idx="1286">
                  <c:v>42076</c:v>
                </c:pt>
                <c:pt idx="1287">
                  <c:v>42079</c:v>
                </c:pt>
                <c:pt idx="1288">
                  <c:v>42080</c:v>
                </c:pt>
                <c:pt idx="1289">
                  <c:v>42081</c:v>
                </c:pt>
                <c:pt idx="1290">
                  <c:v>42082</c:v>
                </c:pt>
                <c:pt idx="1291">
                  <c:v>42083</c:v>
                </c:pt>
                <c:pt idx="1292">
                  <c:v>42086</c:v>
                </c:pt>
                <c:pt idx="1293">
                  <c:v>42087</c:v>
                </c:pt>
                <c:pt idx="1294">
                  <c:v>42088</c:v>
                </c:pt>
                <c:pt idx="1295">
                  <c:v>42089</c:v>
                </c:pt>
                <c:pt idx="1296">
                  <c:v>42090</c:v>
                </c:pt>
                <c:pt idx="1297">
                  <c:v>42093</c:v>
                </c:pt>
                <c:pt idx="1298">
                  <c:v>42094</c:v>
                </c:pt>
                <c:pt idx="1299">
                  <c:v>42095</c:v>
                </c:pt>
                <c:pt idx="1300">
                  <c:v>42096</c:v>
                </c:pt>
                <c:pt idx="1301">
                  <c:v>42097</c:v>
                </c:pt>
                <c:pt idx="1302">
                  <c:v>42100</c:v>
                </c:pt>
                <c:pt idx="1303">
                  <c:v>42101</c:v>
                </c:pt>
                <c:pt idx="1304">
                  <c:v>42102</c:v>
                </c:pt>
                <c:pt idx="1305">
                  <c:v>42103</c:v>
                </c:pt>
                <c:pt idx="1306">
                  <c:v>42104</c:v>
                </c:pt>
                <c:pt idx="1307">
                  <c:v>42107</c:v>
                </c:pt>
                <c:pt idx="1308">
                  <c:v>42108</c:v>
                </c:pt>
                <c:pt idx="1309">
                  <c:v>42109</c:v>
                </c:pt>
                <c:pt idx="1310">
                  <c:v>42110</c:v>
                </c:pt>
                <c:pt idx="1311">
                  <c:v>42111</c:v>
                </c:pt>
                <c:pt idx="1312">
                  <c:v>42114</c:v>
                </c:pt>
                <c:pt idx="1313">
                  <c:v>42115</c:v>
                </c:pt>
                <c:pt idx="1314">
                  <c:v>42116</c:v>
                </c:pt>
                <c:pt idx="1315">
                  <c:v>42117</c:v>
                </c:pt>
                <c:pt idx="1316">
                  <c:v>42118</c:v>
                </c:pt>
                <c:pt idx="1317">
                  <c:v>42121</c:v>
                </c:pt>
                <c:pt idx="1318">
                  <c:v>42122</c:v>
                </c:pt>
                <c:pt idx="1319">
                  <c:v>42123</c:v>
                </c:pt>
                <c:pt idx="1320">
                  <c:v>42124</c:v>
                </c:pt>
                <c:pt idx="1321">
                  <c:v>42128</c:v>
                </c:pt>
                <c:pt idx="1322">
                  <c:v>42130</c:v>
                </c:pt>
                <c:pt idx="1323">
                  <c:v>42131</c:v>
                </c:pt>
                <c:pt idx="1324">
                  <c:v>42132</c:v>
                </c:pt>
                <c:pt idx="1325">
                  <c:v>42135</c:v>
                </c:pt>
                <c:pt idx="1326">
                  <c:v>42136</c:v>
                </c:pt>
                <c:pt idx="1327">
                  <c:v>42137</c:v>
                </c:pt>
                <c:pt idx="1328">
                  <c:v>42138</c:v>
                </c:pt>
                <c:pt idx="1329">
                  <c:v>42139</c:v>
                </c:pt>
                <c:pt idx="1330">
                  <c:v>42142</c:v>
                </c:pt>
                <c:pt idx="1331">
                  <c:v>42143</c:v>
                </c:pt>
                <c:pt idx="1332">
                  <c:v>42144</c:v>
                </c:pt>
                <c:pt idx="1333">
                  <c:v>42145</c:v>
                </c:pt>
                <c:pt idx="1334">
                  <c:v>42146</c:v>
                </c:pt>
                <c:pt idx="1335">
                  <c:v>42150</c:v>
                </c:pt>
                <c:pt idx="1336">
                  <c:v>42151</c:v>
                </c:pt>
                <c:pt idx="1337">
                  <c:v>42152</c:v>
                </c:pt>
                <c:pt idx="1338">
                  <c:v>42153</c:v>
                </c:pt>
                <c:pt idx="1339">
                  <c:v>42156</c:v>
                </c:pt>
                <c:pt idx="1340">
                  <c:v>42157</c:v>
                </c:pt>
                <c:pt idx="1341">
                  <c:v>42158</c:v>
                </c:pt>
                <c:pt idx="1342">
                  <c:v>42159</c:v>
                </c:pt>
                <c:pt idx="1343">
                  <c:v>42160</c:v>
                </c:pt>
                <c:pt idx="1344">
                  <c:v>42163</c:v>
                </c:pt>
                <c:pt idx="1345">
                  <c:v>42164</c:v>
                </c:pt>
                <c:pt idx="1346">
                  <c:v>42165</c:v>
                </c:pt>
                <c:pt idx="1347">
                  <c:v>42166</c:v>
                </c:pt>
                <c:pt idx="1348">
                  <c:v>42167</c:v>
                </c:pt>
                <c:pt idx="1349">
                  <c:v>42170</c:v>
                </c:pt>
                <c:pt idx="1350">
                  <c:v>42171</c:v>
                </c:pt>
                <c:pt idx="1351">
                  <c:v>42172</c:v>
                </c:pt>
                <c:pt idx="1352">
                  <c:v>42173</c:v>
                </c:pt>
                <c:pt idx="1353">
                  <c:v>42174</c:v>
                </c:pt>
                <c:pt idx="1354">
                  <c:v>42177</c:v>
                </c:pt>
                <c:pt idx="1355">
                  <c:v>42178</c:v>
                </c:pt>
                <c:pt idx="1356">
                  <c:v>42179</c:v>
                </c:pt>
                <c:pt idx="1357">
                  <c:v>42180</c:v>
                </c:pt>
                <c:pt idx="1358">
                  <c:v>42181</c:v>
                </c:pt>
                <c:pt idx="1359">
                  <c:v>42184</c:v>
                </c:pt>
                <c:pt idx="1360">
                  <c:v>42185</c:v>
                </c:pt>
                <c:pt idx="1361">
                  <c:v>42186</c:v>
                </c:pt>
                <c:pt idx="1362">
                  <c:v>42187</c:v>
                </c:pt>
                <c:pt idx="1363">
                  <c:v>42188</c:v>
                </c:pt>
                <c:pt idx="1364">
                  <c:v>42191</c:v>
                </c:pt>
                <c:pt idx="1365">
                  <c:v>42192</c:v>
                </c:pt>
                <c:pt idx="1366">
                  <c:v>42193</c:v>
                </c:pt>
                <c:pt idx="1367">
                  <c:v>42194</c:v>
                </c:pt>
                <c:pt idx="1368">
                  <c:v>42195</c:v>
                </c:pt>
                <c:pt idx="1369">
                  <c:v>42198</c:v>
                </c:pt>
                <c:pt idx="1370">
                  <c:v>42199</c:v>
                </c:pt>
                <c:pt idx="1371">
                  <c:v>42200</c:v>
                </c:pt>
                <c:pt idx="1372">
                  <c:v>42201</c:v>
                </c:pt>
                <c:pt idx="1373">
                  <c:v>42202</c:v>
                </c:pt>
                <c:pt idx="1374">
                  <c:v>42205</c:v>
                </c:pt>
                <c:pt idx="1375">
                  <c:v>42206</c:v>
                </c:pt>
                <c:pt idx="1376">
                  <c:v>42207</c:v>
                </c:pt>
                <c:pt idx="1377">
                  <c:v>42208</c:v>
                </c:pt>
                <c:pt idx="1378">
                  <c:v>42209</c:v>
                </c:pt>
                <c:pt idx="1379">
                  <c:v>42212</c:v>
                </c:pt>
                <c:pt idx="1380">
                  <c:v>42213</c:v>
                </c:pt>
                <c:pt idx="1381">
                  <c:v>42214</c:v>
                </c:pt>
                <c:pt idx="1382">
                  <c:v>42215</c:v>
                </c:pt>
                <c:pt idx="1383">
                  <c:v>42216</c:v>
                </c:pt>
                <c:pt idx="1384">
                  <c:v>42219</c:v>
                </c:pt>
                <c:pt idx="1385">
                  <c:v>42220</c:v>
                </c:pt>
                <c:pt idx="1386">
                  <c:v>42221</c:v>
                </c:pt>
                <c:pt idx="1387">
                  <c:v>42222</c:v>
                </c:pt>
                <c:pt idx="1388">
                  <c:v>42223</c:v>
                </c:pt>
                <c:pt idx="1389">
                  <c:v>42226</c:v>
                </c:pt>
                <c:pt idx="1390">
                  <c:v>42227</c:v>
                </c:pt>
                <c:pt idx="1391">
                  <c:v>42228</c:v>
                </c:pt>
                <c:pt idx="1392">
                  <c:v>42229</c:v>
                </c:pt>
                <c:pt idx="1393">
                  <c:v>42233</c:v>
                </c:pt>
                <c:pt idx="1394">
                  <c:v>42234</c:v>
                </c:pt>
                <c:pt idx="1395">
                  <c:v>42235</c:v>
                </c:pt>
                <c:pt idx="1396">
                  <c:v>42236</c:v>
                </c:pt>
                <c:pt idx="1397">
                  <c:v>42237</c:v>
                </c:pt>
                <c:pt idx="1398">
                  <c:v>42240</c:v>
                </c:pt>
                <c:pt idx="1399">
                  <c:v>42241</c:v>
                </c:pt>
                <c:pt idx="1400">
                  <c:v>42242</c:v>
                </c:pt>
                <c:pt idx="1401">
                  <c:v>42243</c:v>
                </c:pt>
                <c:pt idx="1402">
                  <c:v>42244</c:v>
                </c:pt>
                <c:pt idx="1403">
                  <c:v>42247</c:v>
                </c:pt>
                <c:pt idx="1404">
                  <c:v>42248</c:v>
                </c:pt>
                <c:pt idx="1405">
                  <c:v>42249</c:v>
                </c:pt>
                <c:pt idx="1406">
                  <c:v>42250</c:v>
                </c:pt>
                <c:pt idx="1407">
                  <c:v>42251</c:v>
                </c:pt>
                <c:pt idx="1408">
                  <c:v>42254</c:v>
                </c:pt>
                <c:pt idx="1409">
                  <c:v>42255</c:v>
                </c:pt>
                <c:pt idx="1410">
                  <c:v>42256</c:v>
                </c:pt>
                <c:pt idx="1411">
                  <c:v>42257</c:v>
                </c:pt>
                <c:pt idx="1412">
                  <c:v>42258</c:v>
                </c:pt>
                <c:pt idx="1413">
                  <c:v>42261</c:v>
                </c:pt>
                <c:pt idx="1414">
                  <c:v>42262</c:v>
                </c:pt>
                <c:pt idx="1415">
                  <c:v>42263</c:v>
                </c:pt>
                <c:pt idx="1416">
                  <c:v>42264</c:v>
                </c:pt>
                <c:pt idx="1417">
                  <c:v>42265</c:v>
                </c:pt>
                <c:pt idx="1418">
                  <c:v>42268</c:v>
                </c:pt>
                <c:pt idx="1419">
                  <c:v>42269</c:v>
                </c:pt>
                <c:pt idx="1420">
                  <c:v>42270</c:v>
                </c:pt>
                <c:pt idx="1421">
                  <c:v>42271</c:v>
                </c:pt>
                <c:pt idx="1422">
                  <c:v>42272</c:v>
                </c:pt>
                <c:pt idx="1423">
                  <c:v>42277</c:v>
                </c:pt>
                <c:pt idx="1424">
                  <c:v>42278</c:v>
                </c:pt>
                <c:pt idx="1425">
                  <c:v>42279</c:v>
                </c:pt>
                <c:pt idx="1426">
                  <c:v>42282</c:v>
                </c:pt>
                <c:pt idx="1427">
                  <c:v>42283</c:v>
                </c:pt>
                <c:pt idx="1428">
                  <c:v>42284</c:v>
                </c:pt>
                <c:pt idx="1429">
                  <c:v>42285</c:v>
                </c:pt>
                <c:pt idx="1430">
                  <c:v>42289</c:v>
                </c:pt>
                <c:pt idx="1431">
                  <c:v>42290</c:v>
                </c:pt>
                <c:pt idx="1432">
                  <c:v>42291</c:v>
                </c:pt>
                <c:pt idx="1433">
                  <c:v>42292</c:v>
                </c:pt>
                <c:pt idx="1434">
                  <c:v>42293</c:v>
                </c:pt>
                <c:pt idx="1435">
                  <c:v>42296</c:v>
                </c:pt>
                <c:pt idx="1436">
                  <c:v>42297</c:v>
                </c:pt>
                <c:pt idx="1437">
                  <c:v>42298</c:v>
                </c:pt>
                <c:pt idx="1438">
                  <c:v>42299</c:v>
                </c:pt>
                <c:pt idx="1439">
                  <c:v>42300</c:v>
                </c:pt>
                <c:pt idx="1440">
                  <c:v>42303</c:v>
                </c:pt>
                <c:pt idx="1441">
                  <c:v>42304</c:v>
                </c:pt>
                <c:pt idx="1442">
                  <c:v>42305</c:v>
                </c:pt>
                <c:pt idx="1443">
                  <c:v>42306</c:v>
                </c:pt>
                <c:pt idx="1444">
                  <c:v>42307</c:v>
                </c:pt>
                <c:pt idx="1445">
                  <c:v>42310</c:v>
                </c:pt>
                <c:pt idx="1446">
                  <c:v>42311</c:v>
                </c:pt>
                <c:pt idx="1447">
                  <c:v>42312</c:v>
                </c:pt>
                <c:pt idx="1448">
                  <c:v>42313</c:v>
                </c:pt>
                <c:pt idx="1449">
                  <c:v>42314</c:v>
                </c:pt>
                <c:pt idx="1450">
                  <c:v>42317</c:v>
                </c:pt>
                <c:pt idx="1451">
                  <c:v>42318</c:v>
                </c:pt>
                <c:pt idx="1452">
                  <c:v>42319</c:v>
                </c:pt>
                <c:pt idx="1453">
                  <c:v>42320</c:v>
                </c:pt>
                <c:pt idx="1454">
                  <c:v>42321</c:v>
                </c:pt>
                <c:pt idx="1455">
                  <c:v>42324</c:v>
                </c:pt>
                <c:pt idx="1456">
                  <c:v>42325</c:v>
                </c:pt>
                <c:pt idx="1457">
                  <c:v>42326</c:v>
                </c:pt>
                <c:pt idx="1458">
                  <c:v>42327</c:v>
                </c:pt>
                <c:pt idx="1459">
                  <c:v>42328</c:v>
                </c:pt>
                <c:pt idx="1460">
                  <c:v>42331</c:v>
                </c:pt>
                <c:pt idx="1461">
                  <c:v>42332</c:v>
                </c:pt>
                <c:pt idx="1462">
                  <c:v>42333</c:v>
                </c:pt>
                <c:pt idx="1463">
                  <c:v>42334</c:v>
                </c:pt>
                <c:pt idx="1464">
                  <c:v>42335</c:v>
                </c:pt>
                <c:pt idx="1465">
                  <c:v>42338</c:v>
                </c:pt>
                <c:pt idx="1466">
                  <c:v>42339</c:v>
                </c:pt>
                <c:pt idx="1467">
                  <c:v>42340</c:v>
                </c:pt>
                <c:pt idx="1468">
                  <c:v>42341</c:v>
                </c:pt>
                <c:pt idx="1469">
                  <c:v>42342</c:v>
                </c:pt>
                <c:pt idx="1470">
                  <c:v>42345</c:v>
                </c:pt>
                <c:pt idx="1471">
                  <c:v>42346</c:v>
                </c:pt>
                <c:pt idx="1472">
                  <c:v>42347</c:v>
                </c:pt>
                <c:pt idx="1473">
                  <c:v>42348</c:v>
                </c:pt>
                <c:pt idx="1474">
                  <c:v>42349</c:v>
                </c:pt>
                <c:pt idx="1475">
                  <c:v>42352</c:v>
                </c:pt>
                <c:pt idx="1476">
                  <c:v>42353</c:v>
                </c:pt>
                <c:pt idx="1477">
                  <c:v>42354</c:v>
                </c:pt>
                <c:pt idx="1478">
                  <c:v>42355</c:v>
                </c:pt>
                <c:pt idx="1479">
                  <c:v>42356</c:v>
                </c:pt>
                <c:pt idx="1480">
                  <c:v>42359</c:v>
                </c:pt>
                <c:pt idx="1481">
                  <c:v>42360</c:v>
                </c:pt>
                <c:pt idx="1482">
                  <c:v>42361</c:v>
                </c:pt>
                <c:pt idx="1483">
                  <c:v>42362</c:v>
                </c:pt>
                <c:pt idx="1484">
                  <c:v>42366</c:v>
                </c:pt>
                <c:pt idx="1485">
                  <c:v>42367</c:v>
                </c:pt>
                <c:pt idx="1486">
                  <c:v>42368</c:v>
                </c:pt>
                <c:pt idx="1487">
                  <c:v>42373</c:v>
                </c:pt>
                <c:pt idx="1488">
                  <c:v>42374</c:v>
                </c:pt>
                <c:pt idx="1489">
                  <c:v>42375</c:v>
                </c:pt>
                <c:pt idx="1490">
                  <c:v>42376</c:v>
                </c:pt>
                <c:pt idx="1491">
                  <c:v>42377</c:v>
                </c:pt>
                <c:pt idx="1492">
                  <c:v>42380</c:v>
                </c:pt>
                <c:pt idx="1493">
                  <c:v>42381</c:v>
                </c:pt>
                <c:pt idx="1494">
                  <c:v>42382</c:v>
                </c:pt>
                <c:pt idx="1495">
                  <c:v>42383</c:v>
                </c:pt>
                <c:pt idx="1496">
                  <c:v>42384</c:v>
                </c:pt>
                <c:pt idx="1497">
                  <c:v>42387</c:v>
                </c:pt>
                <c:pt idx="1498">
                  <c:v>42388</c:v>
                </c:pt>
                <c:pt idx="1499">
                  <c:v>42389</c:v>
                </c:pt>
                <c:pt idx="1500">
                  <c:v>42390</c:v>
                </c:pt>
                <c:pt idx="1501">
                  <c:v>42391</c:v>
                </c:pt>
                <c:pt idx="1502">
                  <c:v>42394</c:v>
                </c:pt>
                <c:pt idx="1503">
                  <c:v>42395</c:v>
                </c:pt>
                <c:pt idx="1504">
                  <c:v>42396</c:v>
                </c:pt>
                <c:pt idx="1505">
                  <c:v>42397</c:v>
                </c:pt>
                <c:pt idx="1506">
                  <c:v>42398</c:v>
                </c:pt>
                <c:pt idx="1507">
                  <c:v>42401</c:v>
                </c:pt>
                <c:pt idx="1508">
                  <c:v>42402</c:v>
                </c:pt>
                <c:pt idx="1509">
                  <c:v>42403</c:v>
                </c:pt>
                <c:pt idx="1510">
                  <c:v>42404</c:v>
                </c:pt>
                <c:pt idx="1511">
                  <c:v>42405</c:v>
                </c:pt>
                <c:pt idx="1512">
                  <c:v>42411</c:v>
                </c:pt>
                <c:pt idx="1513">
                  <c:v>42412</c:v>
                </c:pt>
                <c:pt idx="1514">
                  <c:v>42415</c:v>
                </c:pt>
                <c:pt idx="1515">
                  <c:v>42416</c:v>
                </c:pt>
                <c:pt idx="1516">
                  <c:v>42417</c:v>
                </c:pt>
                <c:pt idx="1517">
                  <c:v>42418</c:v>
                </c:pt>
                <c:pt idx="1518">
                  <c:v>42419</c:v>
                </c:pt>
                <c:pt idx="1519">
                  <c:v>42422</c:v>
                </c:pt>
                <c:pt idx="1520">
                  <c:v>42423</c:v>
                </c:pt>
                <c:pt idx="1521">
                  <c:v>42424</c:v>
                </c:pt>
                <c:pt idx="1522">
                  <c:v>42425</c:v>
                </c:pt>
                <c:pt idx="1523">
                  <c:v>42426</c:v>
                </c:pt>
                <c:pt idx="1524">
                  <c:v>42429</c:v>
                </c:pt>
                <c:pt idx="1525">
                  <c:v>42431</c:v>
                </c:pt>
                <c:pt idx="1526">
                  <c:v>42432</c:v>
                </c:pt>
                <c:pt idx="1527">
                  <c:v>42433</c:v>
                </c:pt>
                <c:pt idx="1528">
                  <c:v>42436</c:v>
                </c:pt>
                <c:pt idx="1529">
                  <c:v>42437</c:v>
                </c:pt>
                <c:pt idx="1530">
                  <c:v>42438</c:v>
                </c:pt>
                <c:pt idx="1531">
                  <c:v>42439</c:v>
                </c:pt>
                <c:pt idx="1532">
                  <c:v>42440</c:v>
                </c:pt>
                <c:pt idx="1533">
                  <c:v>42443</c:v>
                </c:pt>
                <c:pt idx="1534">
                  <c:v>42444</c:v>
                </c:pt>
                <c:pt idx="1535">
                  <c:v>42445</c:v>
                </c:pt>
                <c:pt idx="1536">
                  <c:v>42446</c:v>
                </c:pt>
                <c:pt idx="1537">
                  <c:v>42447</c:v>
                </c:pt>
                <c:pt idx="1538">
                  <c:v>42450</c:v>
                </c:pt>
                <c:pt idx="1539">
                  <c:v>42451</c:v>
                </c:pt>
                <c:pt idx="1540">
                  <c:v>42452</c:v>
                </c:pt>
                <c:pt idx="1541">
                  <c:v>42453</c:v>
                </c:pt>
                <c:pt idx="1542">
                  <c:v>42454</c:v>
                </c:pt>
                <c:pt idx="1543">
                  <c:v>42457</c:v>
                </c:pt>
                <c:pt idx="1544">
                  <c:v>42458</c:v>
                </c:pt>
                <c:pt idx="1545">
                  <c:v>42459</c:v>
                </c:pt>
                <c:pt idx="1546">
                  <c:v>42460</c:v>
                </c:pt>
                <c:pt idx="1547">
                  <c:v>42461</c:v>
                </c:pt>
                <c:pt idx="1548">
                  <c:v>42464</c:v>
                </c:pt>
                <c:pt idx="1549">
                  <c:v>42465</c:v>
                </c:pt>
                <c:pt idx="1550">
                  <c:v>42466</c:v>
                </c:pt>
                <c:pt idx="1551">
                  <c:v>42467</c:v>
                </c:pt>
                <c:pt idx="1552">
                  <c:v>42468</c:v>
                </c:pt>
                <c:pt idx="1553">
                  <c:v>42471</c:v>
                </c:pt>
                <c:pt idx="1554">
                  <c:v>42472</c:v>
                </c:pt>
                <c:pt idx="1555">
                  <c:v>42474</c:v>
                </c:pt>
                <c:pt idx="1556">
                  <c:v>42475</c:v>
                </c:pt>
                <c:pt idx="1557">
                  <c:v>42478</c:v>
                </c:pt>
                <c:pt idx="1558">
                  <c:v>42479</c:v>
                </c:pt>
                <c:pt idx="1559">
                  <c:v>42480</c:v>
                </c:pt>
                <c:pt idx="1560">
                  <c:v>42481</c:v>
                </c:pt>
                <c:pt idx="1561">
                  <c:v>42482</c:v>
                </c:pt>
                <c:pt idx="1562">
                  <c:v>42485</c:v>
                </c:pt>
                <c:pt idx="1563">
                  <c:v>42486</c:v>
                </c:pt>
                <c:pt idx="1564">
                  <c:v>42487</c:v>
                </c:pt>
                <c:pt idx="1565">
                  <c:v>42488</c:v>
                </c:pt>
                <c:pt idx="1566">
                  <c:v>42489</c:v>
                </c:pt>
                <c:pt idx="1567">
                  <c:v>42492</c:v>
                </c:pt>
                <c:pt idx="1568">
                  <c:v>42493</c:v>
                </c:pt>
                <c:pt idx="1569">
                  <c:v>42494</c:v>
                </c:pt>
                <c:pt idx="1570">
                  <c:v>42499</c:v>
                </c:pt>
                <c:pt idx="1571">
                  <c:v>42500</c:v>
                </c:pt>
                <c:pt idx="1572">
                  <c:v>42501</c:v>
                </c:pt>
                <c:pt idx="1573">
                  <c:v>42502</c:v>
                </c:pt>
                <c:pt idx="1574">
                  <c:v>42503</c:v>
                </c:pt>
                <c:pt idx="1575">
                  <c:v>42506</c:v>
                </c:pt>
                <c:pt idx="1576">
                  <c:v>42507</c:v>
                </c:pt>
                <c:pt idx="1577">
                  <c:v>42508</c:v>
                </c:pt>
                <c:pt idx="1578">
                  <c:v>42509</c:v>
                </c:pt>
                <c:pt idx="1579">
                  <c:v>42510</c:v>
                </c:pt>
                <c:pt idx="1580">
                  <c:v>42513</c:v>
                </c:pt>
                <c:pt idx="1581">
                  <c:v>42514</c:v>
                </c:pt>
                <c:pt idx="1582">
                  <c:v>42515</c:v>
                </c:pt>
                <c:pt idx="1583">
                  <c:v>42516</c:v>
                </c:pt>
                <c:pt idx="1584">
                  <c:v>42517</c:v>
                </c:pt>
                <c:pt idx="1585">
                  <c:v>42520</c:v>
                </c:pt>
                <c:pt idx="1586">
                  <c:v>42521</c:v>
                </c:pt>
                <c:pt idx="1587">
                  <c:v>42522</c:v>
                </c:pt>
                <c:pt idx="1588">
                  <c:v>42523</c:v>
                </c:pt>
                <c:pt idx="1589">
                  <c:v>42524</c:v>
                </c:pt>
                <c:pt idx="1590">
                  <c:v>42528</c:v>
                </c:pt>
                <c:pt idx="1591">
                  <c:v>42529</c:v>
                </c:pt>
                <c:pt idx="1592">
                  <c:v>42530</c:v>
                </c:pt>
                <c:pt idx="1593">
                  <c:v>42531</c:v>
                </c:pt>
                <c:pt idx="1594">
                  <c:v>42534</c:v>
                </c:pt>
                <c:pt idx="1595">
                  <c:v>42535</c:v>
                </c:pt>
                <c:pt idx="1596">
                  <c:v>42536</c:v>
                </c:pt>
                <c:pt idx="1597">
                  <c:v>42537</c:v>
                </c:pt>
                <c:pt idx="1598">
                  <c:v>42538</c:v>
                </c:pt>
                <c:pt idx="1599">
                  <c:v>42541</c:v>
                </c:pt>
                <c:pt idx="1600">
                  <c:v>42542</c:v>
                </c:pt>
                <c:pt idx="1601">
                  <c:v>42543</c:v>
                </c:pt>
                <c:pt idx="1602">
                  <c:v>42544</c:v>
                </c:pt>
                <c:pt idx="1603">
                  <c:v>42545</c:v>
                </c:pt>
                <c:pt idx="1604">
                  <c:v>42548</c:v>
                </c:pt>
                <c:pt idx="1605">
                  <c:v>42549</c:v>
                </c:pt>
                <c:pt idx="1606">
                  <c:v>42550</c:v>
                </c:pt>
                <c:pt idx="1607">
                  <c:v>42551</c:v>
                </c:pt>
                <c:pt idx="1608">
                  <c:v>42552</c:v>
                </c:pt>
                <c:pt idx="1609">
                  <c:v>42555</c:v>
                </c:pt>
                <c:pt idx="1610">
                  <c:v>42556</c:v>
                </c:pt>
                <c:pt idx="1611">
                  <c:v>42557</c:v>
                </c:pt>
                <c:pt idx="1612">
                  <c:v>42558</c:v>
                </c:pt>
                <c:pt idx="1613">
                  <c:v>42559</c:v>
                </c:pt>
                <c:pt idx="1614">
                  <c:v>42562</c:v>
                </c:pt>
                <c:pt idx="1615">
                  <c:v>42563</c:v>
                </c:pt>
                <c:pt idx="1616">
                  <c:v>42564</c:v>
                </c:pt>
                <c:pt idx="1617">
                  <c:v>42565</c:v>
                </c:pt>
                <c:pt idx="1618">
                  <c:v>42566</c:v>
                </c:pt>
                <c:pt idx="1619">
                  <c:v>42569</c:v>
                </c:pt>
                <c:pt idx="1620">
                  <c:v>42570</c:v>
                </c:pt>
                <c:pt idx="1621">
                  <c:v>42571</c:v>
                </c:pt>
                <c:pt idx="1622">
                  <c:v>42572</c:v>
                </c:pt>
                <c:pt idx="1623">
                  <c:v>42573</c:v>
                </c:pt>
                <c:pt idx="1624">
                  <c:v>42576</c:v>
                </c:pt>
                <c:pt idx="1625">
                  <c:v>42577</c:v>
                </c:pt>
                <c:pt idx="1626">
                  <c:v>42578</c:v>
                </c:pt>
                <c:pt idx="1627">
                  <c:v>42579</c:v>
                </c:pt>
                <c:pt idx="1628">
                  <c:v>42580</c:v>
                </c:pt>
                <c:pt idx="1629">
                  <c:v>42583</c:v>
                </c:pt>
                <c:pt idx="1630">
                  <c:v>42584</c:v>
                </c:pt>
                <c:pt idx="1631">
                  <c:v>42585</c:v>
                </c:pt>
                <c:pt idx="1632">
                  <c:v>42586</c:v>
                </c:pt>
                <c:pt idx="1633">
                  <c:v>42587</c:v>
                </c:pt>
                <c:pt idx="1634">
                  <c:v>42590</c:v>
                </c:pt>
                <c:pt idx="1635">
                  <c:v>42591</c:v>
                </c:pt>
                <c:pt idx="1636">
                  <c:v>42592</c:v>
                </c:pt>
                <c:pt idx="1637">
                  <c:v>42593</c:v>
                </c:pt>
                <c:pt idx="1638">
                  <c:v>42594</c:v>
                </c:pt>
                <c:pt idx="1639">
                  <c:v>42598</c:v>
                </c:pt>
                <c:pt idx="1640">
                  <c:v>42599</c:v>
                </c:pt>
                <c:pt idx="1641">
                  <c:v>42600</c:v>
                </c:pt>
                <c:pt idx="1642">
                  <c:v>42601</c:v>
                </c:pt>
                <c:pt idx="1643">
                  <c:v>42604</c:v>
                </c:pt>
                <c:pt idx="1644">
                  <c:v>42605</c:v>
                </c:pt>
                <c:pt idx="1645">
                  <c:v>42606</c:v>
                </c:pt>
                <c:pt idx="1646">
                  <c:v>42607</c:v>
                </c:pt>
                <c:pt idx="1647">
                  <c:v>42608</c:v>
                </c:pt>
                <c:pt idx="1648">
                  <c:v>42611</c:v>
                </c:pt>
                <c:pt idx="1649">
                  <c:v>42612</c:v>
                </c:pt>
                <c:pt idx="1650">
                  <c:v>42613</c:v>
                </c:pt>
                <c:pt idx="1651">
                  <c:v>42614</c:v>
                </c:pt>
                <c:pt idx="1652">
                  <c:v>42615</c:v>
                </c:pt>
                <c:pt idx="1653">
                  <c:v>42618</c:v>
                </c:pt>
                <c:pt idx="1654">
                  <c:v>42619</c:v>
                </c:pt>
                <c:pt idx="1655">
                  <c:v>42620</c:v>
                </c:pt>
                <c:pt idx="1656">
                  <c:v>42621</c:v>
                </c:pt>
                <c:pt idx="1657">
                  <c:v>42622</c:v>
                </c:pt>
                <c:pt idx="1658">
                  <c:v>42625</c:v>
                </c:pt>
                <c:pt idx="1659">
                  <c:v>42626</c:v>
                </c:pt>
                <c:pt idx="1660">
                  <c:v>42632</c:v>
                </c:pt>
                <c:pt idx="1661">
                  <c:v>42633</c:v>
                </c:pt>
                <c:pt idx="1662">
                  <c:v>42634</c:v>
                </c:pt>
                <c:pt idx="1663">
                  <c:v>42635</c:v>
                </c:pt>
                <c:pt idx="1664">
                  <c:v>42636</c:v>
                </c:pt>
                <c:pt idx="1665">
                  <c:v>42639</c:v>
                </c:pt>
                <c:pt idx="1666">
                  <c:v>42640</c:v>
                </c:pt>
                <c:pt idx="1667">
                  <c:v>42641</c:v>
                </c:pt>
                <c:pt idx="1668">
                  <c:v>42642</c:v>
                </c:pt>
                <c:pt idx="1669">
                  <c:v>42643</c:v>
                </c:pt>
                <c:pt idx="1670">
                  <c:v>42647</c:v>
                </c:pt>
                <c:pt idx="1671">
                  <c:v>42648</c:v>
                </c:pt>
                <c:pt idx="1672">
                  <c:v>42649</c:v>
                </c:pt>
                <c:pt idx="1673">
                  <c:v>42650</c:v>
                </c:pt>
                <c:pt idx="1674">
                  <c:v>42653</c:v>
                </c:pt>
                <c:pt idx="1675">
                  <c:v>42654</c:v>
                </c:pt>
                <c:pt idx="1676">
                  <c:v>42655</c:v>
                </c:pt>
                <c:pt idx="1677">
                  <c:v>42656</c:v>
                </c:pt>
                <c:pt idx="1678">
                  <c:v>42657</c:v>
                </c:pt>
                <c:pt idx="1679">
                  <c:v>42660</c:v>
                </c:pt>
                <c:pt idx="1680">
                  <c:v>42661</c:v>
                </c:pt>
                <c:pt idx="1681">
                  <c:v>42662</c:v>
                </c:pt>
                <c:pt idx="1682">
                  <c:v>42663</c:v>
                </c:pt>
                <c:pt idx="1683">
                  <c:v>42664</c:v>
                </c:pt>
                <c:pt idx="1684">
                  <c:v>42667</c:v>
                </c:pt>
                <c:pt idx="1685">
                  <c:v>42668</c:v>
                </c:pt>
                <c:pt idx="1686">
                  <c:v>42669</c:v>
                </c:pt>
                <c:pt idx="1687">
                  <c:v>42670</c:v>
                </c:pt>
                <c:pt idx="1688">
                  <c:v>42671</c:v>
                </c:pt>
                <c:pt idx="1689">
                  <c:v>42674</c:v>
                </c:pt>
                <c:pt idx="1690">
                  <c:v>42675</c:v>
                </c:pt>
                <c:pt idx="1691">
                  <c:v>42676</c:v>
                </c:pt>
                <c:pt idx="1692">
                  <c:v>42677</c:v>
                </c:pt>
                <c:pt idx="1693">
                  <c:v>42678</c:v>
                </c:pt>
                <c:pt idx="1694">
                  <c:v>42681</c:v>
                </c:pt>
                <c:pt idx="1695">
                  <c:v>42682</c:v>
                </c:pt>
                <c:pt idx="1696">
                  <c:v>42683</c:v>
                </c:pt>
                <c:pt idx="1697">
                  <c:v>42684</c:v>
                </c:pt>
                <c:pt idx="1698">
                  <c:v>42685</c:v>
                </c:pt>
                <c:pt idx="1699">
                  <c:v>42688</c:v>
                </c:pt>
                <c:pt idx="1700">
                  <c:v>42689</c:v>
                </c:pt>
                <c:pt idx="1701">
                  <c:v>42690</c:v>
                </c:pt>
                <c:pt idx="1702">
                  <c:v>42691</c:v>
                </c:pt>
                <c:pt idx="1703">
                  <c:v>42692</c:v>
                </c:pt>
                <c:pt idx="1704">
                  <c:v>42695</c:v>
                </c:pt>
                <c:pt idx="1705">
                  <c:v>42696</c:v>
                </c:pt>
                <c:pt idx="1706">
                  <c:v>42697</c:v>
                </c:pt>
                <c:pt idx="1707">
                  <c:v>42698</c:v>
                </c:pt>
                <c:pt idx="1708">
                  <c:v>42699</c:v>
                </c:pt>
                <c:pt idx="1709">
                  <c:v>42702</c:v>
                </c:pt>
                <c:pt idx="1710">
                  <c:v>42703</c:v>
                </c:pt>
                <c:pt idx="1711">
                  <c:v>42704</c:v>
                </c:pt>
                <c:pt idx="1712">
                  <c:v>42705</c:v>
                </c:pt>
                <c:pt idx="1713">
                  <c:v>42706</c:v>
                </c:pt>
                <c:pt idx="1714">
                  <c:v>42709</c:v>
                </c:pt>
                <c:pt idx="1715">
                  <c:v>42710</c:v>
                </c:pt>
                <c:pt idx="1716">
                  <c:v>42711</c:v>
                </c:pt>
                <c:pt idx="1717">
                  <c:v>42712</c:v>
                </c:pt>
                <c:pt idx="1718">
                  <c:v>42713</c:v>
                </c:pt>
                <c:pt idx="1719">
                  <c:v>42716</c:v>
                </c:pt>
                <c:pt idx="1720">
                  <c:v>42717</c:v>
                </c:pt>
                <c:pt idx="1721">
                  <c:v>42718</c:v>
                </c:pt>
                <c:pt idx="1722">
                  <c:v>42719</c:v>
                </c:pt>
                <c:pt idx="1723">
                  <c:v>42720</c:v>
                </c:pt>
                <c:pt idx="1724">
                  <c:v>42723</c:v>
                </c:pt>
                <c:pt idx="1725">
                  <c:v>42724</c:v>
                </c:pt>
                <c:pt idx="1726">
                  <c:v>42725</c:v>
                </c:pt>
                <c:pt idx="1727">
                  <c:v>42726</c:v>
                </c:pt>
                <c:pt idx="1728">
                  <c:v>42727</c:v>
                </c:pt>
                <c:pt idx="1729">
                  <c:v>42730</c:v>
                </c:pt>
                <c:pt idx="1730">
                  <c:v>42731</c:v>
                </c:pt>
                <c:pt idx="1731">
                  <c:v>42732</c:v>
                </c:pt>
                <c:pt idx="1732">
                  <c:v>42733</c:v>
                </c:pt>
                <c:pt idx="1733">
                  <c:v>42737</c:v>
                </c:pt>
                <c:pt idx="1734">
                  <c:v>42738</c:v>
                </c:pt>
                <c:pt idx="1735">
                  <c:v>42739</c:v>
                </c:pt>
                <c:pt idx="1736">
                  <c:v>42740</c:v>
                </c:pt>
                <c:pt idx="1737">
                  <c:v>42741</c:v>
                </c:pt>
                <c:pt idx="1738">
                  <c:v>42744</c:v>
                </c:pt>
                <c:pt idx="1739">
                  <c:v>42745</c:v>
                </c:pt>
                <c:pt idx="1740">
                  <c:v>42746</c:v>
                </c:pt>
                <c:pt idx="1741">
                  <c:v>42747</c:v>
                </c:pt>
                <c:pt idx="1742">
                  <c:v>42748</c:v>
                </c:pt>
                <c:pt idx="1743">
                  <c:v>42751</c:v>
                </c:pt>
                <c:pt idx="1744">
                  <c:v>42752</c:v>
                </c:pt>
                <c:pt idx="1745">
                  <c:v>42753</c:v>
                </c:pt>
                <c:pt idx="1746">
                  <c:v>42754</c:v>
                </c:pt>
                <c:pt idx="1747">
                  <c:v>42755</c:v>
                </c:pt>
                <c:pt idx="1748">
                  <c:v>42758</c:v>
                </c:pt>
                <c:pt idx="1749">
                  <c:v>42759</c:v>
                </c:pt>
                <c:pt idx="1750">
                  <c:v>42760</c:v>
                </c:pt>
                <c:pt idx="1751">
                  <c:v>42761</c:v>
                </c:pt>
                <c:pt idx="1752">
                  <c:v>42766</c:v>
                </c:pt>
                <c:pt idx="1753">
                  <c:v>42767</c:v>
                </c:pt>
                <c:pt idx="1754">
                  <c:v>42768</c:v>
                </c:pt>
                <c:pt idx="1755">
                  <c:v>42769</c:v>
                </c:pt>
                <c:pt idx="1756">
                  <c:v>42772</c:v>
                </c:pt>
                <c:pt idx="1757">
                  <c:v>42773</c:v>
                </c:pt>
                <c:pt idx="1758">
                  <c:v>42774</c:v>
                </c:pt>
                <c:pt idx="1759">
                  <c:v>42775</c:v>
                </c:pt>
                <c:pt idx="1760">
                  <c:v>42776</c:v>
                </c:pt>
                <c:pt idx="1761">
                  <c:v>42779</c:v>
                </c:pt>
                <c:pt idx="1762">
                  <c:v>42780</c:v>
                </c:pt>
                <c:pt idx="1763">
                  <c:v>42781</c:v>
                </c:pt>
                <c:pt idx="1764">
                  <c:v>42782</c:v>
                </c:pt>
                <c:pt idx="1765">
                  <c:v>42783</c:v>
                </c:pt>
                <c:pt idx="1766">
                  <c:v>42786</c:v>
                </c:pt>
                <c:pt idx="1767">
                  <c:v>42787</c:v>
                </c:pt>
                <c:pt idx="1768">
                  <c:v>42788</c:v>
                </c:pt>
                <c:pt idx="1769">
                  <c:v>42789</c:v>
                </c:pt>
                <c:pt idx="1770">
                  <c:v>42790</c:v>
                </c:pt>
                <c:pt idx="1771">
                  <c:v>42793</c:v>
                </c:pt>
                <c:pt idx="1772">
                  <c:v>42794</c:v>
                </c:pt>
                <c:pt idx="1773">
                  <c:v>42796</c:v>
                </c:pt>
                <c:pt idx="1774">
                  <c:v>42797</c:v>
                </c:pt>
                <c:pt idx="1775">
                  <c:v>42800</c:v>
                </c:pt>
                <c:pt idx="1776">
                  <c:v>42801</c:v>
                </c:pt>
                <c:pt idx="1777">
                  <c:v>42802</c:v>
                </c:pt>
                <c:pt idx="1778">
                  <c:v>42803</c:v>
                </c:pt>
                <c:pt idx="1779">
                  <c:v>42804</c:v>
                </c:pt>
                <c:pt idx="1780">
                  <c:v>42807</c:v>
                </c:pt>
                <c:pt idx="1781">
                  <c:v>42808</c:v>
                </c:pt>
                <c:pt idx="1782">
                  <c:v>42809</c:v>
                </c:pt>
                <c:pt idx="1783">
                  <c:v>42810</c:v>
                </c:pt>
                <c:pt idx="1784">
                  <c:v>42811</c:v>
                </c:pt>
                <c:pt idx="1785">
                  <c:v>42814</c:v>
                </c:pt>
                <c:pt idx="1786">
                  <c:v>42815</c:v>
                </c:pt>
                <c:pt idx="1787">
                  <c:v>42816</c:v>
                </c:pt>
                <c:pt idx="1788">
                  <c:v>42817</c:v>
                </c:pt>
                <c:pt idx="1789">
                  <c:v>42818</c:v>
                </c:pt>
                <c:pt idx="1790">
                  <c:v>42821</c:v>
                </c:pt>
                <c:pt idx="1791">
                  <c:v>42822</c:v>
                </c:pt>
                <c:pt idx="1792">
                  <c:v>42823</c:v>
                </c:pt>
                <c:pt idx="1793">
                  <c:v>42824</c:v>
                </c:pt>
                <c:pt idx="1794">
                  <c:v>42825</c:v>
                </c:pt>
                <c:pt idx="1795">
                  <c:v>42828</c:v>
                </c:pt>
                <c:pt idx="1796">
                  <c:v>42829</c:v>
                </c:pt>
                <c:pt idx="1797">
                  <c:v>42830</c:v>
                </c:pt>
                <c:pt idx="1798">
                  <c:v>42831</c:v>
                </c:pt>
                <c:pt idx="1799">
                  <c:v>42832</c:v>
                </c:pt>
                <c:pt idx="1800">
                  <c:v>42835</c:v>
                </c:pt>
                <c:pt idx="1801">
                  <c:v>42836</c:v>
                </c:pt>
                <c:pt idx="1802">
                  <c:v>42837</c:v>
                </c:pt>
                <c:pt idx="1803">
                  <c:v>42838</c:v>
                </c:pt>
                <c:pt idx="1804">
                  <c:v>42839</c:v>
                </c:pt>
                <c:pt idx="1805">
                  <c:v>42842</c:v>
                </c:pt>
                <c:pt idx="1806">
                  <c:v>42843</c:v>
                </c:pt>
                <c:pt idx="1807">
                  <c:v>42844</c:v>
                </c:pt>
                <c:pt idx="1808">
                  <c:v>42845</c:v>
                </c:pt>
                <c:pt idx="1809">
                  <c:v>42846</c:v>
                </c:pt>
                <c:pt idx="1810">
                  <c:v>42849</c:v>
                </c:pt>
                <c:pt idx="1811">
                  <c:v>42850</c:v>
                </c:pt>
                <c:pt idx="1812">
                  <c:v>42851</c:v>
                </c:pt>
                <c:pt idx="1813">
                  <c:v>42852</c:v>
                </c:pt>
                <c:pt idx="1814">
                  <c:v>42853</c:v>
                </c:pt>
                <c:pt idx="1815">
                  <c:v>42857</c:v>
                </c:pt>
                <c:pt idx="1816">
                  <c:v>42859</c:v>
                </c:pt>
                <c:pt idx="1817">
                  <c:v>42863</c:v>
                </c:pt>
                <c:pt idx="1818">
                  <c:v>42865</c:v>
                </c:pt>
                <c:pt idx="1819">
                  <c:v>42866</c:v>
                </c:pt>
                <c:pt idx="1820">
                  <c:v>42867</c:v>
                </c:pt>
                <c:pt idx="1821">
                  <c:v>42870</c:v>
                </c:pt>
                <c:pt idx="1822">
                  <c:v>42871</c:v>
                </c:pt>
                <c:pt idx="1823">
                  <c:v>42872</c:v>
                </c:pt>
                <c:pt idx="1824">
                  <c:v>42873</c:v>
                </c:pt>
                <c:pt idx="1825">
                  <c:v>42874</c:v>
                </c:pt>
                <c:pt idx="1826">
                  <c:v>42877</c:v>
                </c:pt>
                <c:pt idx="1827">
                  <c:v>42878</c:v>
                </c:pt>
                <c:pt idx="1828">
                  <c:v>42879</c:v>
                </c:pt>
                <c:pt idx="1829">
                  <c:v>42880</c:v>
                </c:pt>
                <c:pt idx="1830">
                  <c:v>42881</c:v>
                </c:pt>
                <c:pt idx="1831">
                  <c:v>42884</c:v>
                </c:pt>
                <c:pt idx="1832">
                  <c:v>42885</c:v>
                </c:pt>
                <c:pt idx="1833">
                  <c:v>42886</c:v>
                </c:pt>
                <c:pt idx="1834">
                  <c:v>42887</c:v>
                </c:pt>
                <c:pt idx="1835">
                  <c:v>42888</c:v>
                </c:pt>
                <c:pt idx="1836">
                  <c:v>42891</c:v>
                </c:pt>
                <c:pt idx="1837">
                  <c:v>42893</c:v>
                </c:pt>
                <c:pt idx="1838">
                  <c:v>42894</c:v>
                </c:pt>
                <c:pt idx="1839">
                  <c:v>42895</c:v>
                </c:pt>
                <c:pt idx="1840">
                  <c:v>42898</c:v>
                </c:pt>
                <c:pt idx="1841">
                  <c:v>42899</c:v>
                </c:pt>
                <c:pt idx="1842">
                  <c:v>42900</c:v>
                </c:pt>
                <c:pt idx="1843">
                  <c:v>42901</c:v>
                </c:pt>
                <c:pt idx="1844">
                  <c:v>42902</c:v>
                </c:pt>
                <c:pt idx="1845">
                  <c:v>42905</c:v>
                </c:pt>
                <c:pt idx="1846">
                  <c:v>42906</c:v>
                </c:pt>
                <c:pt idx="1847">
                  <c:v>42907</c:v>
                </c:pt>
                <c:pt idx="1848">
                  <c:v>42908</c:v>
                </c:pt>
                <c:pt idx="1849">
                  <c:v>42909</c:v>
                </c:pt>
                <c:pt idx="1850">
                  <c:v>42912</c:v>
                </c:pt>
                <c:pt idx="1851">
                  <c:v>42913</c:v>
                </c:pt>
                <c:pt idx="1852">
                  <c:v>42914</c:v>
                </c:pt>
                <c:pt idx="1853">
                  <c:v>42915</c:v>
                </c:pt>
                <c:pt idx="1854">
                  <c:v>42916</c:v>
                </c:pt>
                <c:pt idx="1855">
                  <c:v>42919</c:v>
                </c:pt>
                <c:pt idx="1856">
                  <c:v>42920</c:v>
                </c:pt>
                <c:pt idx="1857">
                  <c:v>42921</c:v>
                </c:pt>
                <c:pt idx="1858">
                  <c:v>42922</c:v>
                </c:pt>
                <c:pt idx="1859">
                  <c:v>42923</c:v>
                </c:pt>
                <c:pt idx="1860">
                  <c:v>42926</c:v>
                </c:pt>
                <c:pt idx="1861">
                  <c:v>42927</c:v>
                </c:pt>
                <c:pt idx="1862">
                  <c:v>42928</c:v>
                </c:pt>
                <c:pt idx="1863">
                  <c:v>42929</c:v>
                </c:pt>
                <c:pt idx="1864">
                  <c:v>42930</c:v>
                </c:pt>
                <c:pt idx="1865">
                  <c:v>42933</c:v>
                </c:pt>
                <c:pt idx="1866">
                  <c:v>42934</c:v>
                </c:pt>
                <c:pt idx="1867">
                  <c:v>42935</c:v>
                </c:pt>
                <c:pt idx="1868">
                  <c:v>42936</c:v>
                </c:pt>
                <c:pt idx="1869">
                  <c:v>42937</c:v>
                </c:pt>
                <c:pt idx="1870">
                  <c:v>42940</c:v>
                </c:pt>
                <c:pt idx="1871">
                  <c:v>42941</c:v>
                </c:pt>
                <c:pt idx="1872">
                  <c:v>42942</c:v>
                </c:pt>
                <c:pt idx="1873">
                  <c:v>42943</c:v>
                </c:pt>
                <c:pt idx="1874">
                  <c:v>42944</c:v>
                </c:pt>
                <c:pt idx="1875">
                  <c:v>42947</c:v>
                </c:pt>
                <c:pt idx="1876">
                  <c:v>42948</c:v>
                </c:pt>
                <c:pt idx="1877">
                  <c:v>42949</c:v>
                </c:pt>
                <c:pt idx="1878">
                  <c:v>42950</c:v>
                </c:pt>
                <c:pt idx="1879">
                  <c:v>42951</c:v>
                </c:pt>
                <c:pt idx="1880">
                  <c:v>42954</c:v>
                </c:pt>
                <c:pt idx="1881">
                  <c:v>42955</c:v>
                </c:pt>
                <c:pt idx="1882">
                  <c:v>42956</c:v>
                </c:pt>
                <c:pt idx="1883">
                  <c:v>42957</c:v>
                </c:pt>
                <c:pt idx="1884">
                  <c:v>42958</c:v>
                </c:pt>
                <c:pt idx="1885">
                  <c:v>42961</c:v>
                </c:pt>
                <c:pt idx="1886">
                  <c:v>42963</c:v>
                </c:pt>
                <c:pt idx="1887">
                  <c:v>42964</c:v>
                </c:pt>
                <c:pt idx="1888">
                  <c:v>42965</c:v>
                </c:pt>
                <c:pt idx="1889">
                  <c:v>42968</c:v>
                </c:pt>
                <c:pt idx="1890">
                  <c:v>42969</c:v>
                </c:pt>
                <c:pt idx="1891">
                  <c:v>42970</c:v>
                </c:pt>
                <c:pt idx="1892">
                  <c:v>42971</c:v>
                </c:pt>
                <c:pt idx="1893">
                  <c:v>42972</c:v>
                </c:pt>
                <c:pt idx="1894">
                  <c:v>42975</c:v>
                </c:pt>
                <c:pt idx="1895">
                  <c:v>42976</c:v>
                </c:pt>
                <c:pt idx="1896">
                  <c:v>42977</c:v>
                </c:pt>
                <c:pt idx="1897">
                  <c:v>42978</c:v>
                </c:pt>
                <c:pt idx="1898">
                  <c:v>42979</c:v>
                </c:pt>
                <c:pt idx="1899">
                  <c:v>42982</c:v>
                </c:pt>
                <c:pt idx="1900">
                  <c:v>42983</c:v>
                </c:pt>
                <c:pt idx="1901">
                  <c:v>42984</c:v>
                </c:pt>
                <c:pt idx="1902">
                  <c:v>42985</c:v>
                </c:pt>
                <c:pt idx="1903">
                  <c:v>42986</c:v>
                </c:pt>
                <c:pt idx="1904">
                  <c:v>42989</c:v>
                </c:pt>
                <c:pt idx="1905">
                  <c:v>42990</c:v>
                </c:pt>
                <c:pt idx="1906">
                  <c:v>42991</c:v>
                </c:pt>
                <c:pt idx="1907">
                  <c:v>42992</c:v>
                </c:pt>
                <c:pt idx="1908">
                  <c:v>42993</c:v>
                </c:pt>
                <c:pt idx="1909">
                  <c:v>42996</c:v>
                </c:pt>
                <c:pt idx="1910">
                  <c:v>42997</c:v>
                </c:pt>
                <c:pt idx="1911">
                  <c:v>42998</c:v>
                </c:pt>
                <c:pt idx="1912">
                  <c:v>42999</c:v>
                </c:pt>
                <c:pt idx="1913">
                  <c:v>43000</c:v>
                </c:pt>
                <c:pt idx="1914">
                  <c:v>43003</c:v>
                </c:pt>
                <c:pt idx="1915">
                  <c:v>43004</c:v>
                </c:pt>
                <c:pt idx="1916">
                  <c:v>43005</c:v>
                </c:pt>
                <c:pt idx="1917">
                  <c:v>43006</c:v>
                </c:pt>
                <c:pt idx="1918">
                  <c:v>43007</c:v>
                </c:pt>
                <c:pt idx="1919">
                  <c:v>43018</c:v>
                </c:pt>
                <c:pt idx="1920">
                  <c:v>43019</c:v>
                </c:pt>
                <c:pt idx="1921">
                  <c:v>43020</c:v>
                </c:pt>
                <c:pt idx="1922">
                  <c:v>43021</c:v>
                </c:pt>
                <c:pt idx="1923">
                  <c:v>43024</c:v>
                </c:pt>
                <c:pt idx="1924">
                  <c:v>43025</c:v>
                </c:pt>
                <c:pt idx="1925">
                  <c:v>43026</c:v>
                </c:pt>
                <c:pt idx="1926">
                  <c:v>43027</c:v>
                </c:pt>
                <c:pt idx="1927">
                  <c:v>43028</c:v>
                </c:pt>
                <c:pt idx="1928">
                  <c:v>43031</c:v>
                </c:pt>
                <c:pt idx="1929">
                  <c:v>43032</c:v>
                </c:pt>
                <c:pt idx="1930">
                  <c:v>43033</c:v>
                </c:pt>
                <c:pt idx="1931">
                  <c:v>43034</c:v>
                </c:pt>
                <c:pt idx="1932">
                  <c:v>43035</c:v>
                </c:pt>
                <c:pt idx="1933">
                  <c:v>43038</c:v>
                </c:pt>
                <c:pt idx="1934">
                  <c:v>43039</c:v>
                </c:pt>
                <c:pt idx="1935">
                  <c:v>43040</c:v>
                </c:pt>
                <c:pt idx="1936">
                  <c:v>43041</c:v>
                </c:pt>
                <c:pt idx="1937">
                  <c:v>43042</c:v>
                </c:pt>
                <c:pt idx="1938">
                  <c:v>43045</c:v>
                </c:pt>
                <c:pt idx="1939">
                  <c:v>43046</c:v>
                </c:pt>
                <c:pt idx="1940">
                  <c:v>43047</c:v>
                </c:pt>
                <c:pt idx="1941">
                  <c:v>43048</c:v>
                </c:pt>
                <c:pt idx="1942">
                  <c:v>43049</c:v>
                </c:pt>
                <c:pt idx="1943">
                  <c:v>43052</c:v>
                </c:pt>
                <c:pt idx="1944">
                  <c:v>43053</c:v>
                </c:pt>
                <c:pt idx="1945">
                  <c:v>43054</c:v>
                </c:pt>
                <c:pt idx="1946">
                  <c:v>43055</c:v>
                </c:pt>
                <c:pt idx="1947">
                  <c:v>43056</c:v>
                </c:pt>
                <c:pt idx="1948">
                  <c:v>43059</c:v>
                </c:pt>
                <c:pt idx="1949">
                  <c:v>43060</c:v>
                </c:pt>
                <c:pt idx="1950">
                  <c:v>43061</c:v>
                </c:pt>
                <c:pt idx="1951">
                  <c:v>43062</c:v>
                </c:pt>
                <c:pt idx="1952">
                  <c:v>43063</c:v>
                </c:pt>
                <c:pt idx="1953">
                  <c:v>43066</c:v>
                </c:pt>
                <c:pt idx="1954">
                  <c:v>43067</c:v>
                </c:pt>
                <c:pt idx="1955">
                  <c:v>43068</c:v>
                </c:pt>
                <c:pt idx="1956">
                  <c:v>43069</c:v>
                </c:pt>
                <c:pt idx="1957">
                  <c:v>43070</c:v>
                </c:pt>
                <c:pt idx="1958">
                  <c:v>43073</c:v>
                </c:pt>
                <c:pt idx="1959">
                  <c:v>43074</c:v>
                </c:pt>
                <c:pt idx="1960">
                  <c:v>43075</c:v>
                </c:pt>
                <c:pt idx="1961">
                  <c:v>43076</c:v>
                </c:pt>
                <c:pt idx="1962">
                  <c:v>43077</c:v>
                </c:pt>
                <c:pt idx="1963">
                  <c:v>43080</c:v>
                </c:pt>
                <c:pt idx="1964">
                  <c:v>43081</c:v>
                </c:pt>
                <c:pt idx="1965">
                  <c:v>43082</c:v>
                </c:pt>
                <c:pt idx="1966">
                  <c:v>43083</c:v>
                </c:pt>
                <c:pt idx="1967">
                  <c:v>43084</c:v>
                </c:pt>
                <c:pt idx="1968">
                  <c:v>43087</c:v>
                </c:pt>
                <c:pt idx="1969">
                  <c:v>43088</c:v>
                </c:pt>
                <c:pt idx="1970">
                  <c:v>43089</c:v>
                </c:pt>
                <c:pt idx="1971">
                  <c:v>43090</c:v>
                </c:pt>
                <c:pt idx="1972">
                  <c:v>43091</c:v>
                </c:pt>
                <c:pt idx="1973">
                  <c:v>43095</c:v>
                </c:pt>
                <c:pt idx="1974">
                  <c:v>43096</c:v>
                </c:pt>
                <c:pt idx="1975">
                  <c:v>43097</c:v>
                </c:pt>
                <c:pt idx="1976">
                  <c:v>43102</c:v>
                </c:pt>
                <c:pt idx="1977">
                  <c:v>43103</c:v>
                </c:pt>
                <c:pt idx="1978">
                  <c:v>43104</c:v>
                </c:pt>
                <c:pt idx="1979">
                  <c:v>43105</c:v>
                </c:pt>
                <c:pt idx="1980">
                  <c:v>43108</c:v>
                </c:pt>
                <c:pt idx="1981">
                  <c:v>43109</c:v>
                </c:pt>
                <c:pt idx="1982">
                  <c:v>43110</c:v>
                </c:pt>
                <c:pt idx="1983">
                  <c:v>43111</c:v>
                </c:pt>
                <c:pt idx="1984">
                  <c:v>43112</c:v>
                </c:pt>
                <c:pt idx="1985">
                  <c:v>43115</c:v>
                </c:pt>
                <c:pt idx="1986">
                  <c:v>43116</c:v>
                </c:pt>
                <c:pt idx="1987">
                  <c:v>43117</c:v>
                </c:pt>
                <c:pt idx="1988">
                  <c:v>43118</c:v>
                </c:pt>
                <c:pt idx="1989">
                  <c:v>43119</c:v>
                </c:pt>
                <c:pt idx="1990">
                  <c:v>43122</c:v>
                </c:pt>
                <c:pt idx="1991">
                  <c:v>43123</c:v>
                </c:pt>
                <c:pt idx="1992">
                  <c:v>43124</c:v>
                </c:pt>
                <c:pt idx="1993">
                  <c:v>43125</c:v>
                </c:pt>
                <c:pt idx="1994">
                  <c:v>43126</c:v>
                </c:pt>
                <c:pt idx="1995">
                  <c:v>43129</c:v>
                </c:pt>
                <c:pt idx="1996">
                  <c:v>43130</c:v>
                </c:pt>
                <c:pt idx="1997">
                  <c:v>43131</c:v>
                </c:pt>
                <c:pt idx="1998">
                  <c:v>43132</c:v>
                </c:pt>
                <c:pt idx="1999">
                  <c:v>43133</c:v>
                </c:pt>
                <c:pt idx="2000">
                  <c:v>43136</c:v>
                </c:pt>
                <c:pt idx="2001">
                  <c:v>43137</c:v>
                </c:pt>
                <c:pt idx="2002">
                  <c:v>43138</c:v>
                </c:pt>
                <c:pt idx="2003">
                  <c:v>43139</c:v>
                </c:pt>
                <c:pt idx="2004">
                  <c:v>43140</c:v>
                </c:pt>
                <c:pt idx="2005">
                  <c:v>43143</c:v>
                </c:pt>
                <c:pt idx="2006">
                  <c:v>43144</c:v>
                </c:pt>
                <c:pt idx="2007">
                  <c:v>43145</c:v>
                </c:pt>
                <c:pt idx="2008">
                  <c:v>43150</c:v>
                </c:pt>
                <c:pt idx="2009">
                  <c:v>43151</c:v>
                </c:pt>
                <c:pt idx="2010">
                  <c:v>43152</c:v>
                </c:pt>
                <c:pt idx="2011">
                  <c:v>43153</c:v>
                </c:pt>
                <c:pt idx="2012">
                  <c:v>43154</c:v>
                </c:pt>
                <c:pt idx="2013">
                  <c:v>43157</c:v>
                </c:pt>
                <c:pt idx="2014">
                  <c:v>43158</c:v>
                </c:pt>
                <c:pt idx="2015">
                  <c:v>43159</c:v>
                </c:pt>
                <c:pt idx="2016">
                  <c:v>43161</c:v>
                </c:pt>
                <c:pt idx="2017">
                  <c:v>43164</c:v>
                </c:pt>
                <c:pt idx="2018">
                  <c:v>43165</c:v>
                </c:pt>
                <c:pt idx="2019">
                  <c:v>43166</c:v>
                </c:pt>
                <c:pt idx="2020">
                  <c:v>43167</c:v>
                </c:pt>
                <c:pt idx="2021">
                  <c:v>43168</c:v>
                </c:pt>
                <c:pt idx="2022">
                  <c:v>43171</c:v>
                </c:pt>
                <c:pt idx="2023">
                  <c:v>43172</c:v>
                </c:pt>
                <c:pt idx="2024">
                  <c:v>43173</c:v>
                </c:pt>
                <c:pt idx="2025">
                  <c:v>43174</c:v>
                </c:pt>
                <c:pt idx="2026">
                  <c:v>43175</c:v>
                </c:pt>
                <c:pt idx="2027">
                  <c:v>43178</c:v>
                </c:pt>
                <c:pt idx="2028">
                  <c:v>43179</c:v>
                </c:pt>
                <c:pt idx="2029">
                  <c:v>43180</c:v>
                </c:pt>
                <c:pt idx="2030">
                  <c:v>43181</c:v>
                </c:pt>
                <c:pt idx="2031">
                  <c:v>43182</c:v>
                </c:pt>
                <c:pt idx="2032">
                  <c:v>43185</c:v>
                </c:pt>
                <c:pt idx="2033">
                  <c:v>43186</c:v>
                </c:pt>
                <c:pt idx="2034">
                  <c:v>43187</c:v>
                </c:pt>
                <c:pt idx="2035">
                  <c:v>43188</c:v>
                </c:pt>
                <c:pt idx="2036">
                  <c:v>43189</c:v>
                </c:pt>
                <c:pt idx="2037">
                  <c:v>43192</c:v>
                </c:pt>
                <c:pt idx="2038">
                  <c:v>43193</c:v>
                </c:pt>
                <c:pt idx="2039">
                  <c:v>43194</c:v>
                </c:pt>
                <c:pt idx="2040">
                  <c:v>43195</c:v>
                </c:pt>
                <c:pt idx="2041">
                  <c:v>43196</c:v>
                </c:pt>
                <c:pt idx="2042">
                  <c:v>43199</c:v>
                </c:pt>
                <c:pt idx="2043">
                  <c:v>43200</c:v>
                </c:pt>
                <c:pt idx="2044">
                  <c:v>43201</c:v>
                </c:pt>
                <c:pt idx="2045">
                  <c:v>43202</c:v>
                </c:pt>
                <c:pt idx="2046">
                  <c:v>43203</c:v>
                </c:pt>
                <c:pt idx="2047">
                  <c:v>43206</c:v>
                </c:pt>
                <c:pt idx="2048">
                  <c:v>43207</c:v>
                </c:pt>
                <c:pt idx="2049">
                  <c:v>43208</c:v>
                </c:pt>
                <c:pt idx="2050">
                  <c:v>43209</c:v>
                </c:pt>
                <c:pt idx="2051">
                  <c:v>43210</c:v>
                </c:pt>
                <c:pt idx="2052">
                  <c:v>43213</c:v>
                </c:pt>
                <c:pt idx="2053">
                  <c:v>43214</c:v>
                </c:pt>
                <c:pt idx="2054">
                  <c:v>43215</c:v>
                </c:pt>
                <c:pt idx="2055">
                  <c:v>43216</c:v>
                </c:pt>
                <c:pt idx="2056">
                  <c:v>43217</c:v>
                </c:pt>
                <c:pt idx="2057">
                  <c:v>43220</c:v>
                </c:pt>
                <c:pt idx="2058">
                  <c:v>43222</c:v>
                </c:pt>
                <c:pt idx="2059">
                  <c:v>43223</c:v>
                </c:pt>
                <c:pt idx="2060">
                  <c:v>43224</c:v>
                </c:pt>
                <c:pt idx="2061">
                  <c:v>43228</c:v>
                </c:pt>
                <c:pt idx="2062">
                  <c:v>43229</c:v>
                </c:pt>
                <c:pt idx="2063">
                  <c:v>43230</c:v>
                </c:pt>
                <c:pt idx="2064">
                  <c:v>43231</c:v>
                </c:pt>
                <c:pt idx="2065">
                  <c:v>43234</c:v>
                </c:pt>
                <c:pt idx="2066">
                  <c:v>43235</c:v>
                </c:pt>
                <c:pt idx="2067">
                  <c:v>43236</c:v>
                </c:pt>
                <c:pt idx="2068">
                  <c:v>43237</c:v>
                </c:pt>
                <c:pt idx="2069">
                  <c:v>43238</c:v>
                </c:pt>
                <c:pt idx="2070">
                  <c:v>43241</c:v>
                </c:pt>
                <c:pt idx="2071">
                  <c:v>43243</c:v>
                </c:pt>
                <c:pt idx="2072">
                  <c:v>43244</c:v>
                </c:pt>
                <c:pt idx="2073">
                  <c:v>43245</c:v>
                </c:pt>
                <c:pt idx="2074">
                  <c:v>43248</c:v>
                </c:pt>
                <c:pt idx="2075">
                  <c:v>43249</c:v>
                </c:pt>
                <c:pt idx="2076">
                  <c:v>43250</c:v>
                </c:pt>
                <c:pt idx="2077">
                  <c:v>43251</c:v>
                </c:pt>
                <c:pt idx="2078">
                  <c:v>43252</c:v>
                </c:pt>
                <c:pt idx="2079">
                  <c:v>43255</c:v>
                </c:pt>
                <c:pt idx="2080">
                  <c:v>43256</c:v>
                </c:pt>
                <c:pt idx="2081">
                  <c:v>43258</c:v>
                </c:pt>
                <c:pt idx="2082">
                  <c:v>43259</c:v>
                </c:pt>
                <c:pt idx="2083">
                  <c:v>43262</c:v>
                </c:pt>
                <c:pt idx="2084">
                  <c:v>43263</c:v>
                </c:pt>
                <c:pt idx="2085">
                  <c:v>43265</c:v>
                </c:pt>
                <c:pt idx="2086">
                  <c:v>43266</c:v>
                </c:pt>
                <c:pt idx="2087">
                  <c:v>43269</c:v>
                </c:pt>
                <c:pt idx="2088">
                  <c:v>43270</c:v>
                </c:pt>
                <c:pt idx="2089">
                  <c:v>43271</c:v>
                </c:pt>
                <c:pt idx="2090">
                  <c:v>43272</c:v>
                </c:pt>
                <c:pt idx="2091">
                  <c:v>43273</c:v>
                </c:pt>
                <c:pt idx="2092">
                  <c:v>43276</c:v>
                </c:pt>
                <c:pt idx="2093">
                  <c:v>43277</c:v>
                </c:pt>
                <c:pt idx="2094">
                  <c:v>43278</c:v>
                </c:pt>
                <c:pt idx="2095">
                  <c:v>43279</c:v>
                </c:pt>
                <c:pt idx="2096">
                  <c:v>43280</c:v>
                </c:pt>
                <c:pt idx="2097">
                  <c:v>43283</c:v>
                </c:pt>
                <c:pt idx="2098">
                  <c:v>43284</c:v>
                </c:pt>
                <c:pt idx="2099">
                  <c:v>43285</c:v>
                </c:pt>
                <c:pt idx="2100">
                  <c:v>43286</c:v>
                </c:pt>
                <c:pt idx="2101">
                  <c:v>43287</c:v>
                </c:pt>
                <c:pt idx="2102">
                  <c:v>43290</c:v>
                </c:pt>
                <c:pt idx="2103">
                  <c:v>43291</c:v>
                </c:pt>
                <c:pt idx="2104">
                  <c:v>43292</c:v>
                </c:pt>
                <c:pt idx="2105">
                  <c:v>43293</c:v>
                </c:pt>
                <c:pt idx="2106">
                  <c:v>43294</c:v>
                </c:pt>
                <c:pt idx="2107">
                  <c:v>43297</c:v>
                </c:pt>
                <c:pt idx="2108">
                  <c:v>43298</c:v>
                </c:pt>
                <c:pt idx="2109">
                  <c:v>43299</c:v>
                </c:pt>
                <c:pt idx="2110">
                  <c:v>43300</c:v>
                </c:pt>
                <c:pt idx="2111">
                  <c:v>43301</c:v>
                </c:pt>
                <c:pt idx="2112">
                  <c:v>43304</c:v>
                </c:pt>
                <c:pt idx="2113">
                  <c:v>43305</c:v>
                </c:pt>
                <c:pt idx="2114">
                  <c:v>43306</c:v>
                </c:pt>
                <c:pt idx="2115">
                  <c:v>43307</c:v>
                </c:pt>
                <c:pt idx="2116">
                  <c:v>43308</c:v>
                </c:pt>
                <c:pt idx="2117">
                  <c:v>43311</c:v>
                </c:pt>
                <c:pt idx="2118">
                  <c:v>43312</c:v>
                </c:pt>
                <c:pt idx="2119">
                  <c:v>43313</c:v>
                </c:pt>
                <c:pt idx="2120">
                  <c:v>43314</c:v>
                </c:pt>
                <c:pt idx="2121">
                  <c:v>43315</c:v>
                </c:pt>
                <c:pt idx="2122">
                  <c:v>43318</c:v>
                </c:pt>
                <c:pt idx="2123">
                  <c:v>43319</c:v>
                </c:pt>
                <c:pt idx="2124">
                  <c:v>43320</c:v>
                </c:pt>
                <c:pt idx="2125">
                  <c:v>43321</c:v>
                </c:pt>
                <c:pt idx="2126">
                  <c:v>43322</c:v>
                </c:pt>
                <c:pt idx="2127">
                  <c:v>43325</c:v>
                </c:pt>
                <c:pt idx="2128">
                  <c:v>43326</c:v>
                </c:pt>
                <c:pt idx="2129">
                  <c:v>43328</c:v>
                </c:pt>
                <c:pt idx="2130">
                  <c:v>43329</c:v>
                </c:pt>
                <c:pt idx="2131">
                  <c:v>43332</c:v>
                </c:pt>
                <c:pt idx="2132">
                  <c:v>43333</c:v>
                </c:pt>
                <c:pt idx="2133">
                  <c:v>43334</c:v>
                </c:pt>
                <c:pt idx="2134">
                  <c:v>43335</c:v>
                </c:pt>
                <c:pt idx="2135">
                  <c:v>43336</c:v>
                </c:pt>
                <c:pt idx="2136">
                  <c:v>43339</c:v>
                </c:pt>
                <c:pt idx="2137">
                  <c:v>43340</c:v>
                </c:pt>
                <c:pt idx="2138">
                  <c:v>43341</c:v>
                </c:pt>
                <c:pt idx="2139">
                  <c:v>43342</c:v>
                </c:pt>
                <c:pt idx="2140">
                  <c:v>43343</c:v>
                </c:pt>
                <c:pt idx="2141">
                  <c:v>43346</c:v>
                </c:pt>
                <c:pt idx="2142">
                  <c:v>43347</c:v>
                </c:pt>
                <c:pt idx="2143">
                  <c:v>43348</c:v>
                </c:pt>
                <c:pt idx="2144">
                  <c:v>43349</c:v>
                </c:pt>
                <c:pt idx="2145">
                  <c:v>43350</c:v>
                </c:pt>
                <c:pt idx="2146">
                  <c:v>43353</c:v>
                </c:pt>
                <c:pt idx="2147">
                  <c:v>43354</c:v>
                </c:pt>
                <c:pt idx="2148">
                  <c:v>43355</c:v>
                </c:pt>
                <c:pt idx="2149">
                  <c:v>43356</c:v>
                </c:pt>
                <c:pt idx="2150">
                  <c:v>43357</c:v>
                </c:pt>
                <c:pt idx="2151">
                  <c:v>43360</c:v>
                </c:pt>
                <c:pt idx="2152">
                  <c:v>43361</c:v>
                </c:pt>
                <c:pt idx="2153">
                  <c:v>43362</c:v>
                </c:pt>
                <c:pt idx="2154">
                  <c:v>43363</c:v>
                </c:pt>
                <c:pt idx="2155">
                  <c:v>43364</c:v>
                </c:pt>
                <c:pt idx="2156">
                  <c:v>43370</c:v>
                </c:pt>
                <c:pt idx="2157">
                  <c:v>43371</c:v>
                </c:pt>
                <c:pt idx="2158">
                  <c:v>43374</c:v>
                </c:pt>
                <c:pt idx="2159">
                  <c:v>43375</c:v>
                </c:pt>
                <c:pt idx="2160">
                  <c:v>43377</c:v>
                </c:pt>
                <c:pt idx="2161">
                  <c:v>43378</c:v>
                </c:pt>
                <c:pt idx="2162">
                  <c:v>43381</c:v>
                </c:pt>
                <c:pt idx="2163">
                  <c:v>43383</c:v>
                </c:pt>
                <c:pt idx="2164">
                  <c:v>43384</c:v>
                </c:pt>
                <c:pt idx="2165">
                  <c:v>43385</c:v>
                </c:pt>
                <c:pt idx="2166">
                  <c:v>43388</c:v>
                </c:pt>
                <c:pt idx="2167">
                  <c:v>43389</c:v>
                </c:pt>
                <c:pt idx="2168">
                  <c:v>43390</c:v>
                </c:pt>
                <c:pt idx="2169">
                  <c:v>43391</c:v>
                </c:pt>
                <c:pt idx="2170">
                  <c:v>43392</c:v>
                </c:pt>
                <c:pt idx="2171">
                  <c:v>43395</c:v>
                </c:pt>
                <c:pt idx="2172">
                  <c:v>43396</c:v>
                </c:pt>
                <c:pt idx="2173">
                  <c:v>43397</c:v>
                </c:pt>
                <c:pt idx="2174">
                  <c:v>43398</c:v>
                </c:pt>
                <c:pt idx="2175">
                  <c:v>43399</c:v>
                </c:pt>
                <c:pt idx="2176">
                  <c:v>43402</c:v>
                </c:pt>
                <c:pt idx="2177">
                  <c:v>43403</c:v>
                </c:pt>
                <c:pt idx="2178">
                  <c:v>43404</c:v>
                </c:pt>
                <c:pt idx="2179">
                  <c:v>43405</c:v>
                </c:pt>
                <c:pt idx="2180">
                  <c:v>43406</c:v>
                </c:pt>
                <c:pt idx="2181">
                  <c:v>43409</c:v>
                </c:pt>
                <c:pt idx="2182">
                  <c:v>43410</c:v>
                </c:pt>
                <c:pt idx="2183">
                  <c:v>43411</c:v>
                </c:pt>
                <c:pt idx="2184">
                  <c:v>43412</c:v>
                </c:pt>
                <c:pt idx="2185">
                  <c:v>43413</c:v>
                </c:pt>
                <c:pt idx="2186">
                  <c:v>43416</c:v>
                </c:pt>
                <c:pt idx="2187">
                  <c:v>43417</c:v>
                </c:pt>
                <c:pt idx="2188">
                  <c:v>43418</c:v>
                </c:pt>
                <c:pt idx="2189">
                  <c:v>43419</c:v>
                </c:pt>
                <c:pt idx="2190">
                  <c:v>43420</c:v>
                </c:pt>
                <c:pt idx="2191">
                  <c:v>43423</c:v>
                </c:pt>
                <c:pt idx="2192">
                  <c:v>43424</c:v>
                </c:pt>
                <c:pt idx="2193">
                  <c:v>43425</c:v>
                </c:pt>
                <c:pt idx="2194">
                  <c:v>43426</c:v>
                </c:pt>
                <c:pt idx="2195">
                  <c:v>43427</c:v>
                </c:pt>
                <c:pt idx="2196">
                  <c:v>43430</c:v>
                </c:pt>
                <c:pt idx="2197">
                  <c:v>43431</c:v>
                </c:pt>
                <c:pt idx="2198">
                  <c:v>43432</c:v>
                </c:pt>
                <c:pt idx="2199">
                  <c:v>43433</c:v>
                </c:pt>
                <c:pt idx="2200">
                  <c:v>43434</c:v>
                </c:pt>
                <c:pt idx="2201">
                  <c:v>43437</c:v>
                </c:pt>
                <c:pt idx="2202">
                  <c:v>43438</c:v>
                </c:pt>
                <c:pt idx="2203">
                  <c:v>43439</c:v>
                </c:pt>
                <c:pt idx="2204">
                  <c:v>43440</c:v>
                </c:pt>
                <c:pt idx="2205">
                  <c:v>43441</c:v>
                </c:pt>
                <c:pt idx="2206">
                  <c:v>43444</c:v>
                </c:pt>
                <c:pt idx="2207">
                  <c:v>43445</c:v>
                </c:pt>
                <c:pt idx="2208">
                  <c:v>43446</c:v>
                </c:pt>
                <c:pt idx="2209">
                  <c:v>43447</c:v>
                </c:pt>
                <c:pt idx="2210">
                  <c:v>43448</c:v>
                </c:pt>
                <c:pt idx="2211">
                  <c:v>43451</c:v>
                </c:pt>
                <c:pt idx="2212">
                  <c:v>43452</c:v>
                </c:pt>
                <c:pt idx="2213">
                  <c:v>43453</c:v>
                </c:pt>
                <c:pt idx="2214">
                  <c:v>43454</c:v>
                </c:pt>
                <c:pt idx="2215">
                  <c:v>43455</c:v>
                </c:pt>
                <c:pt idx="2216">
                  <c:v>43458</c:v>
                </c:pt>
                <c:pt idx="2217">
                  <c:v>43460</c:v>
                </c:pt>
                <c:pt idx="2218">
                  <c:v>43461</c:v>
                </c:pt>
                <c:pt idx="2219">
                  <c:v>43462</c:v>
                </c:pt>
                <c:pt idx="2220">
                  <c:v>43467</c:v>
                </c:pt>
                <c:pt idx="2221">
                  <c:v>43468</c:v>
                </c:pt>
                <c:pt idx="2222">
                  <c:v>43469</c:v>
                </c:pt>
                <c:pt idx="2223">
                  <c:v>43472</c:v>
                </c:pt>
                <c:pt idx="2224">
                  <c:v>43473</c:v>
                </c:pt>
                <c:pt idx="2225">
                  <c:v>43474</c:v>
                </c:pt>
                <c:pt idx="2226">
                  <c:v>43475</c:v>
                </c:pt>
                <c:pt idx="2227">
                  <c:v>43476</c:v>
                </c:pt>
                <c:pt idx="2228">
                  <c:v>43479</c:v>
                </c:pt>
                <c:pt idx="2229">
                  <c:v>43480</c:v>
                </c:pt>
                <c:pt idx="2230">
                  <c:v>43481</c:v>
                </c:pt>
                <c:pt idx="2231">
                  <c:v>43482</c:v>
                </c:pt>
                <c:pt idx="2232">
                  <c:v>43483</c:v>
                </c:pt>
                <c:pt idx="2233">
                  <c:v>43486</c:v>
                </c:pt>
                <c:pt idx="2234">
                  <c:v>43487</c:v>
                </c:pt>
                <c:pt idx="2235">
                  <c:v>43488</c:v>
                </c:pt>
                <c:pt idx="2236">
                  <c:v>43489</c:v>
                </c:pt>
                <c:pt idx="2237">
                  <c:v>43490</c:v>
                </c:pt>
                <c:pt idx="2238">
                  <c:v>43493</c:v>
                </c:pt>
                <c:pt idx="2239">
                  <c:v>43494</c:v>
                </c:pt>
                <c:pt idx="2240">
                  <c:v>43495</c:v>
                </c:pt>
                <c:pt idx="2241">
                  <c:v>43496</c:v>
                </c:pt>
                <c:pt idx="2242">
                  <c:v>43497</c:v>
                </c:pt>
                <c:pt idx="2243">
                  <c:v>43503</c:v>
                </c:pt>
                <c:pt idx="2244">
                  <c:v>43504</c:v>
                </c:pt>
                <c:pt idx="2245">
                  <c:v>43507</c:v>
                </c:pt>
                <c:pt idx="2246">
                  <c:v>43508</c:v>
                </c:pt>
                <c:pt idx="2247">
                  <c:v>43509</c:v>
                </c:pt>
                <c:pt idx="2248">
                  <c:v>43510</c:v>
                </c:pt>
                <c:pt idx="2249">
                  <c:v>43511</c:v>
                </c:pt>
                <c:pt idx="2250">
                  <c:v>43514</c:v>
                </c:pt>
                <c:pt idx="2251">
                  <c:v>43515</c:v>
                </c:pt>
                <c:pt idx="2252">
                  <c:v>43516</c:v>
                </c:pt>
                <c:pt idx="2253">
                  <c:v>43517</c:v>
                </c:pt>
                <c:pt idx="2254">
                  <c:v>43518</c:v>
                </c:pt>
                <c:pt idx="2255">
                  <c:v>43521</c:v>
                </c:pt>
                <c:pt idx="2256">
                  <c:v>43522</c:v>
                </c:pt>
                <c:pt idx="2257">
                  <c:v>43523</c:v>
                </c:pt>
                <c:pt idx="2258">
                  <c:v>43524</c:v>
                </c:pt>
                <c:pt idx="2259">
                  <c:v>43528</c:v>
                </c:pt>
                <c:pt idx="2260">
                  <c:v>43529</c:v>
                </c:pt>
                <c:pt idx="2261">
                  <c:v>43530</c:v>
                </c:pt>
                <c:pt idx="2262">
                  <c:v>43531</c:v>
                </c:pt>
                <c:pt idx="2263">
                  <c:v>43532</c:v>
                </c:pt>
                <c:pt idx="2264">
                  <c:v>43535</c:v>
                </c:pt>
                <c:pt idx="2265">
                  <c:v>43536</c:v>
                </c:pt>
                <c:pt idx="2266">
                  <c:v>43537</c:v>
                </c:pt>
                <c:pt idx="2267">
                  <c:v>43538</c:v>
                </c:pt>
                <c:pt idx="2268">
                  <c:v>43539</c:v>
                </c:pt>
                <c:pt idx="2269">
                  <c:v>43542</c:v>
                </c:pt>
                <c:pt idx="2270">
                  <c:v>43543</c:v>
                </c:pt>
                <c:pt idx="2271">
                  <c:v>43544</c:v>
                </c:pt>
                <c:pt idx="2272">
                  <c:v>43545</c:v>
                </c:pt>
                <c:pt idx="2273">
                  <c:v>43546</c:v>
                </c:pt>
                <c:pt idx="2274">
                  <c:v>43549</c:v>
                </c:pt>
                <c:pt idx="2275">
                  <c:v>43550</c:v>
                </c:pt>
                <c:pt idx="2276">
                  <c:v>43551</c:v>
                </c:pt>
                <c:pt idx="2277">
                  <c:v>43552</c:v>
                </c:pt>
                <c:pt idx="2278">
                  <c:v>43553</c:v>
                </c:pt>
                <c:pt idx="2279">
                  <c:v>43556</c:v>
                </c:pt>
                <c:pt idx="2280">
                  <c:v>43557</c:v>
                </c:pt>
                <c:pt idx="2281">
                  <c:v>43558</c:v>
                </c:pt>
                <c:pt idx="2282">
                  <c:v>43559</c:v>
                </c:pt>
                <c:pt idx="2283">
                  <c:v>43560</c:v>
                </c:pt>
                <c:pt idx="2284">
                  <c:v>43563</c:v>
                </c:pt>
                <c:pt idx="2285">
                  <c:v>43564</c:v>
                </c:pt>
                <c:pt idx="2286">
                  <c:v>43565</c:v>
                </c:pt>
                <c:pt idx="2287">
                  <c:v>43566</c:v>
                </c:pt>
                <c:pt idx="2288">
                  <c:v>43567</c:v>
                </c:pt>
                <c:pt idx="2289">
                  <c:v>43570</c:v>
                </c:pt>
                <c:pt idx="2290">
                  <c:v>43571</c:v>
                </c:pt>
                <c:pt idx="2291">
                  <c:v>43572</c:v>
                </c:pt>
                <c:pt idx="2292">
                  <c:v>43573</c:v>
                </c:pt>
                <c:pt idx="2293">
                  <c:v>43574</c:v>
                </c:pt>
                <c:pt idx="2294">
                  <c:v>43577</c:v>
                </c:pt>
                <c:pt idx="2295">
                  <c:v>43578</c:v>
                </c:pt>
                <c:pt idx="2296">
                  <c:v>43579</c:v>
                </c:pt>
                <c:pt idx="2297">
                  <c:v>43580</c:v>
                </c:pt>
                <c:pt idx="2298">
                  <c:v>43581</c:v>
                </c:pt>
                <c:pt idx="2299">
                  <c:v>43584</c:v>
                </c:pt>
                <c:pt idx="2300">
                  <c:v>43585</c:v>
                </c:pt>
                <c:pt idx="2301">
                  <c:v>43587</c:v>
                </c:pt>
                <c:pt idx="2302">
                  <c:v>43588</c:v>
                </c:pt>
                <c:pt idx="2303">
                  <c:v>43592</c:v>
                </c:pt>
                <c:pt idx="2304">
                  <c:v>43593</c:v>
                </c:pt>
                <c:pt idx="2305">
                  <c:v>43594</c:v>
                </c:pt>
                <c:pt idx="2306">
                  <c:v>43595</c:v>
                </c:pt>
                <c:pt idx="2307">
                  <c:v>43598</c:v>
                </c:pt>
                <c:pt idx="2308">
                  <c:v>43599</c:v>
                </c:pt>
                <c:pt idx="2309">
                  <c:v>43600</c:v>
                </c:pt>
                <c:pt idx="2310">
                  <c:v>43601</c:v>
                </c:pt>
                <c:pt idx="2311">
                  <c:v>43602</c:v>
                </c:pt>
                <c:pt idx="2312">
                  <c:v>43605</c:v>
                </c:pt>
                <c:pt idx="2313">
                  <c:v>43606</c:v>
                </c:pt>
                <c:pt idx="2314">
                  <c:v>43607</c:v>
                </c:pt>
                <c:pt idx="2315">
                  <c:v>43608</c:v>
                </c:pt>
                <c:pt idx="2316">
                  <c:v>43609</c:v>
                </c:pt>
                <c:pt idx="2317">
                  <c:v>43612</c:v>
                </c:pt>
                <c:pt idx="2318">
                  <c:v>43613</c:v>
                </c:pt>
                <c:pt idx="2319">
                  <c:v>43614</c:v>
                </c:pt>
                <c:pt idx="2320">
                  <c:v>43615</c:v>
                </c:pt>
                <c:pt idx="2321">
                  <c:v>43616</c:v>
                </c:pt>
                <c:pt idx="2322">
                  <c:v>43619</c:v>
                </c:pt>
                <c:pt idx="2323">
                  <c:v>43620</c:v>
                </c:pt>
                <c:pt idx="2324">
                  <c:v>43621</c:v>
                </c:pt>
                <c:pt idx="2325">
                  <c:v>43623</c:v>
                </c:pt>
                <c:pt idx="2326">
                  <c:v>43626</c:v>
                </c:pt>
                <c:pt idx="2327">
                  <c:v>43627</c:v>
                </c:pt>
                <c:pt idx="2328">
                  <c:v>43628</c:v>
                </c:pt>
                <c:pt idx="2329">
                  <c:v>43629</c:v>
                </c:pt>
                <c:pt idx="2330">
                  <c:v>43630</c:v>
                </c:pt>
                <c:pt idx="2331">
                  <c:v>43633</c:v>
                </c:pt>
                <c:pt idx="2332">
                  <c:v>43634</c:v>
                </c:pt>
                <c:pt idx="2333">
                  <c:v>43635</c:v>
                </c:pt>
                <c:pt idx="2334">
                  <c:v>43636</c:v>
                </c:pt>
                <c:pt idx="2335">
                  <c:v>43637</c:v>
                </c:pt>
                <c:pt idx="2336">
                  <c:v>43640</c:v>
                </c:pt>
                <c:pt idx="2337">
                  <c:v>43641</c:v>
                </c:pt>
                <c:pt idx="2338">
                  <c:v>43642</c:v>
                </c:pt>
                <c:pt idx="2339">
                  <c:v>43643</c:v>
                </c:pt>
                <c:pt idx="2340">
                  <c:v>43644</c:v>
                </c:pt>
                <c:pt idx="2341">
                  <c:v>43647</c:v>
                </c:pt>
                <c:pt idx="2342">
                  <c:v>43648</c:v>
                </c:pt>
                <c:pt idx="2343">
                  <c:v>43649</c:v>
                </c:pt>
                <c:pt idx="2344">
                  <c:v>43650</c:v>
                </c:pt>
                <c:pt idx="2345">
                  <c:v>43651</c:v>
                </c:pt>
                <c:pt idx="2346">
                  <c:v>43654</c:v>
                </c:pt>
                <c:pt idx="2347">
                  <c:v>43655</c:v>
                </c:pt>
                <c:pt idx="2348">
                  <c:v>43656</c:v>
                </c:pt>
                <c:pt idx="2349">
                  <c:v>43657</c:v>
                </c:pt>
                <c:pt idx="2350">
                  <c:v>43658</c:v>
                </c:pt>
                <c:pt idx="2351">
                  <c:v>43661</c:v>
                </c:pt>
                <c:pt idx="2352">
                  <c:v>43662</c:v>
                </c:pt>
                <c:pt idx="2353">
                  <c:v>43663</c:v>
                </c:pt>
                <c:pt idx="2354">
                  <c:v>43664</c:v>
                </c:pt>
                <c:pt idx="2355">
                  <c:v>43665</c:v>
                </c:pt>
                <c:pt idx="2356">
                  <c:v>43668</c:v>
                </c:pt>
                <c:pt idx="2357">
                  <c:v>43669</c:v>
                </c:pt>
                <c:pt idx="2358">
                  <c:v>43670</c:v>
                </c:pt>
                <c:pt idx="2359">
                  <c:v>43671</c:v>
                </c:pt>
                <c:pt idx="2360">
                  <c:v>43672</c:v>
                </c:pt>
                <c:pt idx="2361">
                  <c:v>43675</c:v>
                </c:pt>
                <c:pt idx="2362">
                  <c:v>43676</c:v>
                </c:pt>
                <c:pt idx="2363">
                  <c:v>43677</c:v>
                </c:pt>
                <c:pt idx="2364">
                  <c:v>43678</c:v>
                </c:pt>
                <c:pt idx="2365">
                  <c:v>43679</c:v>
                </c:pt>
                <c:pt idx="2366">
                  <c:v>43682</c:v>
                </c:pt>
                <c:pt idx="2367">
                  <c:v>43683</c:v>
                </c:pt>
                <c:pt idx="2368">
                  <c:v>43684</c:v>
                </c:pt>
                <c:pt idx="2369">
                  <c:v>43685</c:v>
                </c:pt>
                <c:pt idx="2370">
                  <c:v>43686</c:v>
                </c:pt>
                <c:pt idx="2371">
                  <c:v>43689</c:v>
                </c:pt>
                <c:pt idx="2372">
                  <c:v>43690</c:v>
                </c:pt>
                <c:pt idx="2373">
                  <c:v>43691</c:v>
                </c:pt>
                <c:pt idx="2374">
                  <c:v>43693</c:v>
                </c:pt>
                <c:pt idx="2375">
                  <c:v>43696</c:v>
                </c:pt>
                <c:pt idx="2376">
                  <c:v>43697</c:v>
                </c:pt>
                <c:pt idx="2377">
                  <c:v>43698</c:v>
                </c:pt>
                <c:pt idx="2378">
                  <c:v>43699</c:v>
                </c:pt>
                <c:pt idx="2379">
                  <c:v>43700</c:v>
                </c:pt>
                <c:pt idx="2380">
                  <c:v>43703</c:v>
                </c:pt>
                <c:pt idx="2381">
                  <c:v>43704</c:v>
                </c:pt>
                <c:pt idx="2382">
                  <c:v>43705</c:v>
                </c:pt>
                <c:pt idx="2383">
                  <c:v>43706</c:v>
                </c:pt>
                <c:pt idx="2384">
                  <c:v>43707</c:v>
                </c:pt>
                <c:pt idx="2385">
                  <c:v>43710</c:v>
                </c:pt>
                <c:pt idx="2386">
                  <c:v>43711</c:v>
                </c:pt>
                <c:pt idx="2387">
                  <c:v>43712</c:v>
                </c:pt>
                <c:pt idx="2388">
                  <c:v>43713</c:v>
                </c:pt>
                <c:pt idx="2389">
                  <c:v>43714</c:v>
                </c:pt>
                <c:pt idx="2390">
                  <c:v>43717</c:v>
                </c:pt>
                <c:pt idx="2391">
                  <c:v>43718</c:v>
                </c:pt>
                <c:pt idx="2392">
                  <c:v>43719</c:v>
                </c:pt>
                <c:pt idx="2393">
                  <c:v>43724</c:v>
                </c:pt>
                <c:pt idx="2394">
                  <c:v>43725</c:v>
                </c:pt>
                <c:pt idx="2395">
                  <c:v>43726</c:v>
                </c:pt>
                <c:pt idx="2396">
                  <c:v>43727</c:v>
                </c:pt>
                <c:pt idx="2397">
                  <c:v>43728</c:v>
                </c:pt>
                <c:pt idx="2398">
                  <c:v>43731</c:v>
                </c:pt>
                <c:pt idx="2399">
                  <c:v>43732</c:v>
                </c:pt>
                <c:pt idx="2400">
                  <c:v>43733</c:v>
                </c:pt>
                <c:pt idx="2401">
                  <c:v>43734</c:v>
                </c:pt>
                <c:pt idx="2402">
                  <c:v>43735</c:v>
                </c:pt>
                <c:pt idx="2403">
                  <c:v>43738</c:v>
                </c:pt>
                <c:pt idx="2404">
                  <c:v>43739</c:v>
                </c:pt>
                <c:pt idx="2405">
                  <c:v>43740</c:v>
                </c:pt>
                <c:pt idx="2406">
                  <c:v>43742</c:v>
                </c:pt>
                <c:pt idx="2407">
                  <c:v>43745</c:v>
                </c:pt>
                <c:pt idx="2408">
                  <c:v>43746</c:v>
                </c:pt>
                <c:pt idx="2409">
                  <c:v>43748</c:v>
                </c:pt>
                <c:pt idx="2410">
                  <c:v>43749</c:v>
                </c:pt>
                <c:pt idx="2411">
                  <c:v>43752</c:v>
                </c:pt>
                <c:pt idx="2412">
                  <c:v>43753</c:v>
                </c:pt>
                <c:pt idx="2413">
                  <c:v>43754</c:v>
                </c:pt>
                <c:pt idx="2414">
                  <c:v>43755</c:v>
                </c:pt>
                <c:pt idx="2415">
                  <c:v>43756</c:v>
                </c:pt>
                <c:pt idx="2416">
                  <c:v>43759</c:v>
                </c:pt>
                <c:pt idx="2417">
                  <c:v>43760</c:v>
                </c:pt>
                <c:pt idx="2418">
                  <c:v>43761</c:v>
                </c:pt>
                <c:pt idx="2419">
                  <c:v>43762</c:v>
                </c:pt>
                <c:pt idx="2420">
                  <c:v>43763</c:v>
                </c:pt>
                <c:pt idx="2421">
                  <c:v>43766</c:v>
                </c:pt>
                <c:pt idx="2422">
                  <c:v>43767</c:v>
                </c:pt>
                <c:pt idx="2423">
                  <c:v>43768</c:v>
                </c:pt>
                <c:pt idx="2424">
                  <c:v>43769</c:v>
                </c:pt>
                <c:pt idx="2425">
                  <c:v>43770</c:v>
                </c:pt>
                <c:pt idx="2426">
                  <c:v>43773</c:v>
                </c:pt>
                <c:pt idx="2427">
                  <c:v>43774</c:v>
                </c:pt>
                <c:pt idx="2428">
                  <c:v>43775</c:v>
                </c:pt>
                <c:pt idx="2429">
                  <c:v>43776</c:v>
                </c:pt>
                <c:pt idx="2430">
                  <c:v>43777</c:v>
                </c:pt>
                <c:pt idx="2431">
                  <c:v>43780</c:v>
                </c:pt>
                <c:pt idx="2432">
                  <c:v>43781</c:v>
                </c:pt>
                <c:pt idx="2433">
                  <c:v>43782</c:v>
                </c:pt>
                <c:pt idx="2434">
                  <c:v>43783</c:v>
                </c:pt>
                <c:pt idx="2435">
                  <c:v>43784</c:v>
                </c:pt>
                <c:pt idx="2436">
                  <c:v>43787</c:v>
                </c:pt>
                <c:pt idx="2437">
                  <c:v>43788</c:v>
                </c:pt>
                <c:pt idx="2438">
                  <c:v>43789</c:v>
                </c:pt>
                <c:pt idx="2439">
                  <c:v>43790</c:v>
                </c:pt>
                <c:pt idx="2440">
                  <c:v>43791</c:v>
                </c:pt>
                <c:pt idx="2441">
                  <c:v>43794</c:v>
                </c:pt>
                <c:pt idx="2442">
                  <c:v>43795</c:v>
                </c:pt>
                <c:pt idx="2443">
                  <c:v>43796</c:v>
                </c:pt>
                <c:pt idx="2444">
                  <c:v>43797</c:v>
                </c:pt>
                <c:pt idx="2445">
                  <c:v>43798</c:v>
                </c:pt>
                <c:pt idx="2446">
                  <c:v>43801</c:v>
                </c:pt>
                <c:pt idx="2447">
                  <c:v>43802</c:v>
                </c:pt>
                <c:pt idx="2448">
                  <c:v>43803</c:v>
                </c:pt>
                <c:pt idx="2449">
                  <c:v>43804</c:v>
                </c:pt>
                <c:pt idx="2450">
                  <c:v>43805</c:v>
                </c:pt>
                <c:pt idx="2451">
                  <c:v>43808</c:v>
                </c:pt>
                <c:pt idx="2452">
                  <c:v>43809</c:v>
                </c:pt>
                <c:pt idx="2453">
                  <c:v>43810</c:v>
                </c:pt>
                <c:pt idx="2454">
                  <c:v>43811</c:v>
                </c:pt>
                <c:pt idx="2455">
                  <c:v>43812</c:v>
                </c:pt>
                <c:pt idx="2456">
                  <c:v>43815</c:v>
                </c:pt>
                <c:pt idx="2457">
                  <c:v>43816</c:v>
                </c:pt>
                <c:pt idx="2458">
                  <c:v>43817</c:v>
                </c:pt>
                <c:pt idx="2459">
                  <c:v>43818</c:v>
                </c:pt>
                <c:pt idx="2460">
                  <c:v>43819</c:v>
                </c:pt>
                <c:pt idx="2461">
                  <c:v>43822</c:v>
                </c:pt>
                <c:pt idx="2462">
                  <c:v>43823</c:v>
                </c:pt>
                <c:pt idx="2463">
                  <c:v>43825</c:v>
                </c:pt>
                <c:pt idx="2464">
                  <c:v>43826</c:v>
                </c:pt>
                <c:pt idx="2465">
                  <c:v>43829</c:v>
                </c:pt>
                <c:pt idx="2466">
                  <c:v>43832</c:v>
                </c:pt>
                <c:pt idx="2467">
                  <c:v>43833</c:v>
                </c:pt>
                <c:pt idx="2468">
                  <c:v>43836</c:v>
                </c:pt>
                <c:pt idx="2469">
                  <c:v>43837</c:v>
                </c:pt>
                <c:pt idx="2470">
                  <c:v>43838</c:v>
                </c:pt>
                <c:pt idx="2471">
                  <c:v>43839</c:v>
                </c:pt>
                <c:pt idx="2472">
                  <c:v>43840</c:v>
                </c:pt>
                <c:pt idx="2473">
                  <c:v>43843</c:v>
                </c:pt>
                <c:pt idx="2474">
                  <c:v>43844</c:v>
                </c:pt>
                <c:pt idx="2475">
                  <c:v>43845</c:v>
                </c:pt>
                <c:pt idx="2476">
                  <c:v>43846</c:v>
                </c:pt>
                <c:pt idx="2477">
                  <c:v>43847</c:v>
                </c:pt>
                <c:pt idx="2478">
                  <c:v>43850</c:v>
                </c:pt>
                <c:pt idx="2479">
                  <c:v>43851</c:v>
                </c:pt>
                <c:pt idx="2480">
                  <c:v>43852</c:v>
                </c:pt>
                <c:pt idx="2481">
                  <c:v>43853</c:v>
                </c:pt>
                <c:pt idx="2482">
                  <c:v>43858</c:v>
                </c:pt>
                <c:pt idx="2483">
                  <c:v>43859</c:v>
                </c:pt>
                <c:pt idx="2484">
                  <c:v>43860</c:v>
                </c:pt>
                <c:pt idx="2485">
                  <c:v>43861</c:v>
                </c:pt>
                <c:pt idx="2486">
                  <c:v>43864</c:v>
                </c:pt>
                <c:pt idx="2487">
                  <c:v>43865</c:v>
                </c:pt>
                <c:pt idx="2488">
                  <c:v>43866</c:v>
                </c:pt>
                <c:pt idx="2489">
                  <c:v>43867</c:v>
                </c:pt>
                <c:pt idx="2490">
                  <c:v>43868</c:v>
                </c:pt>
                <c:pt idx="2491">
                  <c:v>43871</c:v>
                </c:pt>
                <c:pt idx="2492">
                  <c:v>43872</c:v>
                </c:pt>
                <c:pt idx="2493">
                  <c:v>43873</c:v>
                </c:pt>
                <c:pt idx="2494">
                  <c:v>43874</c:v>
                </c:pt>
                <c:pt idx="2495">
                  <c:v>43875</c:v>
                </c:pt>
                <c:pt idx="2496">
                  <c:v>43878</c:v>
                </c:pt>
                <c:pt idx="2497">
                  <c:v>43879</c:v>
                </c:pt>
                <c:pt idx="2498">
                  <c:v>43880</c:v>
                </c:pt>
                <c:pt idx="2499">
                  <c:v>43881</c:v>
                </c:pt>
                <c:pt idx="2500">
                  <c:v>43882</c:v>
                </c:pt>
                <c:pt idx="2501">
                  <c:v>43885</c:v>
                </c:pt>
                <c:pt idx="2502">
                  <c:v>43886</c:v>
                </c:pt>
                <c:pt idx="2503">
                  <c:v>43887</c:v>
                </c:pt>
                <c:pt idx="2504">
                  <c:v>43888</c:v>
                </c:pt>
                <c:pt idx="2505">
                  <c:v>43889</c:v>
                </c:pt>
                <c:pt idx="2506">
                  <c:v>43892</c:v>
                </c:pt>
                <c:pt idx="2507">
                  <c:v>43893</c:v>
                </c:pt>
                <c:pt idx="2508">
                  <c:v>43894</c:v>
                </c:pt>
                <c:pt idx="2509">
                  <c:v>43895</c:v>
                </c:pt>
                <c:pt idx="2510">
                  <c:v>43896</c:v>
                </c:pt>
                <c:pt idx="2511">
                  <c:v>43899</c:v>
                </c:pt>
                <c:pt idx="2512">
                  <c:v>43900</c:v>
                </c:pt>
                <c:pt idx="2513">
                  <c:v>43901</c:v>
                </c:pt>
                <c:pt idx="2514">
                  <c:v>43902</c:v>
                </c:pt>
                <c:pt idx="2515">
                  <c:v>43903</c:v>
                </c:pt>
                <c:pt idx="2516">
                  <c:v>43906</c:v>
                </c:pt>
                <c:pt idx="2517">
                  <c:v>43907</c:v>
                </c:pt>
                <c:pt idx="2518">
                  <c:v>43908</c:v>
                </c:pt>
                <c:pt idx="2519">
                  <c:v>43909</c:v>
                </c:pt>
                <c:pt idx="2520">
                  <c:v>43910</c:v>
                </c:pt>
                <c:pt idx="2521">
                  <c:v>43913</c:v>
                </c:pt>
                <c:pt idx="2522">
                  <c:v>43914</c:v>
                </c:pt>
                <c:pt idx="2523">
                  <c:v>43915</c:v>
                </c:pt>
                <c:pt idx="2524">
                  <c:v>43916</c:v>
                </c:pt>
                <c:pt idx="2525">
                  <c:v>43917</c:v>
                </c:pt>
                <c:pt idx="2526">
                  <c:v>43920</c:v>
                </c:pt>
                <c:pt idx="2527">
                  <c:v>43921</c:v>
                </c:pt>
                <c:pt idx="2528">
                  <c:v>43922</c:v>
                </c:pt>
                <c:pt idx="2529">
                  <c:v>43923</c:v>
                </c:pt>
                <c:pt idx="2530">
                  <c:v>43924</c:v>
                </c:pt>
                <c:pt idx="2531">
                  <c:v>43927</c:v>
                </c:pt>
                <c:pt idx="2532">
                  <c:v>43928</c:v>
                </c:pt>
                <c:pt idx="2533">
                  <c:v>43929</c:v>
                </c:pt>
                <c:pt idx="2534">
                  <c:v>43930</c:v>
                </c:pt>
                <c:pt idx="2535">
                  <c:v>43931</c:v>
                </c:pt>
                <c:pt idx="2536">
                  <c:v>43934</c:v>
                </c:pt>
              </c:numCache>
            </c:numRef>
          </c:cat>
          <c:val>
            <c:numRef>
              <c:f>Sheet4!$AT$15:$AT$2551</c:f>
              <c:numCache>
                <c:formatCode>0.0%</c:formatCode>
                <c:ptCount val="2537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0.18211157727138377</c:v>
                </c:pt>
                <c:pt idx="60">
                  <c:v>0.18167796345946766</c:v>
                </c:pt>
                <c:pt idx="61">
                  <c:v>0.18514266381928746</c:v>
                </c:pt>
                <c:pt idx="62">
                  <c:v>0.18471843346297884</c:v>
                </c:pt>
                <c:pt idx="63">
                  <c:v>0.18208130191888067</c:v>
                </c:pt>
                <c:pt idx="64">
                  <c:v>0.18171146946627562</c:v>
                </c:pt>
                <c:pt idx="65">
                  <c:v>0.1816683712665583</c:v>
                </c:pt>
                <c:pt idx="66">
                  <c:v>0.18171707931632139</c:v>
                </c:pt>
                <c:pt idx="67">
                  <c:v>0.17847085305402255</c:v>
                </c:pt>
                <c:pt idx="68">
                  <c:v>0.17882366269312083</c:v>
                </c:pt>
                <c:pt idx="69">
                  <c:v>0.17788524047728363</c:v>
                </c:pt>
                <c:pt idx="70">
                  <c:v>0.18022181728006412</c:v>
                </c:pt>
                <c:pt idx="71">
                  <c:v>0.18042619938281917</c:v>
                </c:pt>
                <c:pt idx="72">
                  <c:v>0.18089299056043689</c:v>
                </c:pt>
                <c:pt idx="73">
                  <c:v>0.18419511946275424</c:v>
                </c:pt>
                <c:pt idx="74">
                  <c:v>0.17769547708445252</c:v>
                </c:pt>
                <c:pt idx="75">
                  <c:v>0.18060870101231538</c:v>
                </c:pt>
                <c:pt idx="76">
                  <c:v>0.17580735595184765</c:v>
                </c:pt>
                <c:pt idx="77">
                  <c:v>0.17474146869405652</c:v>
                </c:pt>
                <c:pt idx="78">
                  <c:v>0.17414953481010584</c:v>
                </c:pt>
                <c:pt idx="79">
                  <c:v>0.16576134519037314</c:v>
                </c:pt>
                <c:pt idx="80">
                  <c:v>0.1674201752619611</c:v>
                </c:pt>
                <c:pt idx="81">
                  <c:v>0.16684931352489532</c:v>
                </c:pt>
                <c:pt idx="82">
                  <c:v>0.16586240724043899</c:v>
                </c:pt>
                <c:pt idx="83">
                  <c:v>0.16820887650654237</c:v>
                </c:pt>
                <c:pt idx="84">
                  <c:v>0.15403031519801552</c:v>
                </c:pt>
                <c:pt idx="85">
                  <c:v>0.15916186739887891</c:v>
                </c:pt>
                <c:pt idx="86">
                  <c:v>0.16511528422513091</c:v>
                </c:pt>
                <c:pt idx="87">
                  <c:v>0.16908592049154944</c:v>
                </c:pt>
                <c:pt idx="88">
                  <c:v>0.16590429301461121</c:v>
                </c:pt>
                <c:pt idx="89">
                  <c:v>0.16580176237537303</c:v>
                </c:pt>
                <c:pt idx="90">
                  <c:v>0.16959827869289598</c:v>
                </c:pt>
                <c:pt idx="91">
                  <c:v>0.16595626379117309</c:v>
                </c:pt>
                <c:pt idx="92">
                  <c:v>0.17440300407535556</c:v>
                </c:pt>
                <c:pt idx="93">
                  <c:v>0.17045198777249046</c:v>
                </c:pt>
                <c:pt idx="94">
                  <c:v>0.16565184400944294</c:v>
                </c:pt>
                <c:pt idx="95">
                  <c:v>0.16934070120542716</c:v>
                </c:pt>
                <c:pt idx="96">
                  <c:v>0.16826139833453047</c:v>
                </c:pt>
                <c:pt idx="97">
                  <c:v>0.17346590501706621</c:v>
                </c:pt>
                <c:pt idx="98">
                  <c:v>0.17422341588910428</c:v>
                </c:pt>
                <c:pt idx="99">
                  <c:v>0.17448453780264714</c:v>
                </c:pt>
                <c:pt idx="100">
                  <c:v>0.17567400847660217</c:v>
                </c:pt>
                <c:pt idx="101">
                  <c:v>0.17693827478741214</c:v>
                </c:pt>
                <c:pt idx="102">
                  <c:v>0.17621312740878997</c:v>
                </c:pt>
                <c:pt idx="103">
                  <c:v>0.17816608049033392</c:v>
                </c:pt>
                <c:pt idx="104">
                  <c:v>0.17821460534794009</c:v>
                </c:pt>
                <c:pt idx="105">
                  <c:v>0.181499986552738</c:v>
                </c:pt>
                <c:pt idx="106">
                  <c:v>0.1819807975528355</c:v>
                </c:pt>
                <c:pt idx="107">
                  <c:v>0.18205769620030546</c:v>
                </c:pt>
                <c:pt idx="108">
                  <c:v>0.18124762871622416</c:v>
                </c:pt>
                <c:pt idx="109">
                  <c:v>0.18421003478435763</c:v>
                </c:pt>
                <c:pt idx="110">
                  <c:v>0.179051850836945</c:v>
                </c:pt>
                <c:pt idx="111">
                  <c:v>0.17864164669024801</c:v>
                </c:pt>
                <c:pt idx="112">
                  <c:v>0.17905886391285611</c:v>
                </c:pt>
                <c:pt idx="113">
                  <c:v>0.17803534937511331</c:v>
                </c:pt>
                <c:pt idx="114">
                  <c:v>0.17748929210957862</c:v>
                </c:pt>
                <c:pt idx="115">
                  <c:v>0.18093885239241669</c:v>
                </c:pt>
                <c:pt idx="116">
                  <c:v>0.18117064752719667</c:v>
                </c:pt>
                <c:pt idx="117">
                  <c:v>0.18109214575524057</c:v>
                </c:pt>
                <c:pt idx="118">
                  <c:v>0.18168002642007736</c:v>
                </c:pt>
                <c:pt idx="119">
                  <c:v>0.18235396609109589</c:v>
                </c:pt>
                <c:pt idx="120">
                  <c:v>0.18214107179298775</c:v>
                </c:pt>
                <c:pt idx="121">
                  <c:v>0.18064648790723928</c:v>
                </c:pt>
                <c:pt idx="122">
                  <c:v>0.18090142563454323</c:v>
                </c:pt>
                <c:pt idx="123">
                  <c:v>0.18177876253422617</c:v>
                </c:pt>
                <c:pt idx="124">
                  <c:v>0.18231963327619466</c:v>
                </c:pt>
                <c:pt idx="125">
                  <c:v>0.18241132658855541</c:v>
                </c:pt>
                <c:pt idx="126">
                  <c:v>0.18293217081378568</c:v>
                </c:pt>
                <c:pt idx="127">
                  <c:v>0.18311046624225943</c:v>
                </c:pt>
                <c:pt idx="128">
                  <c:v>0.18496532473934729</c:v>
                </c:pt>
                <c:pt idx="129">
                  <c:v>0.18815129784658918</c:v>
                </c:pt>
                <c:pt idx="130">
                  <c:v>0.18599578262031205</c:v>
                </c:pt>
                <c:pt idx="131">
                  <c:v>0.18573670730547034</c:v>
                </c:pt>
                <c:pt idx="132">
                  <c:v>0.18742937598746584</c:v>
                </c:pt>
                <c:pt idx="133">
                  <c:v>0.183898329961726</c:v>
                </c:pt>
                <c:pt idx="134">
                  <c:v>0.18443318564212266</c:v>
                </c:pt>
                <c:pt idx="135">
                  <c:v>0.18103116839981837</c:v>
                </c:pt>
                <c:pt idx="136">
                  <c:v>0.18072561457278782</c:v>
                </c:pt>
                <c:pt idx="137">
                  <c:v>0.18164089278629797</c:v>
                </c:pt>
                <c:pt idx="138">
                  <c:v>0.18105416878353922</c:v>
                </c:pt>
                <c:pt idx="139">
                  <c:v>0.18350913559672616</c:v>
                </c:pt>
                <c:pt idx="140">
                  <c:v>0.18268427557502831</c:v>
                </c:pt>
                <c:pt idx="141">
                  <c:v>0.1824802223785417</c:v>
                </c:pt>
                <c:pt idx="142">
                  <c:v>0.18184292635240665</c:v>
                </c:pt>
                <c:pt idx="143">
                  <c:v>0.17992732233330741</c:v>
                </c:pt>
                <c:pt idx="144">
                  <c:v>0.18078805935896225</c:v>
                </c:pt>
                <c:pt idx="145">
                  <c:v>0.17741121579969352</c:v>
                </c:pt>
                <c:pt idx="146">
                  <c:v>0.17022947781933678</c:v>
                </c:pt>
                <c:pt idx="147">
                  <c:v>0.16647514763369642</c:v>
                </c:pt>
                <c:pt idx="148">
                  <c:v>0.16592955325700062</c:v>
                </c:pt>
                <c:pt idx="149">
                  <c:v>0.16562203488871272</c:v>
                </c:pt>
                <c:pt idx="150">
                  <c:v>0.16173322573016574</c:v>
                </c:pt>
                <c:pt idx="151">
                  <c:v>0.1621454704677881</c:v>
                </c:pt>
                <c:pt idx="152">
                  <c:v>0.15513210991095214</c:v>
                </c:pt>
                <c:pt idx="153">
                  <c:v>0.16176971862622122</c:v>
                </c:pt>
                <c:pt idx="154">
                  <c:v>0.16248411906753393</c:v>
                </c:pt>
                <c:pt idx="155">
                  <c:v>0.15809473924287043</c:v>
                </c:pt>
                <c:pt idx="156">
                  <c:v>0.15799354535195848</c:v>
                </c:pt>
                <c:pt idx="157">
                  <c:v>0.14746877072445896</c:v>
                </c:pt>
                <c:pt idx="158">
                  <c:v>0.14857543196319789</c:v>
                </c:pt>
                <c:pt idx="159">
                  <c:v>0.1462101394615159</c:v>
                </c:pt>
                <c:pt idx="160">
                  <c:v>0.14543320955228201</c:v>
                </c:pt>
                <c:pt idx="161">
                  <c:v>0.14448030350776161</c:v>
                </c:pt>
                <c:pt idx="162">
                  <c:v>0.14749264664233033</c:v>
                </c:pt>
                <c:pt idx="163">
                  <c:v>0.14141852957966497</c:v>
                </c:pt>
                <c:pt idx="164">
                  <c:v>0.14138511416862304</c:v>
                </c:pt>
                <c:pt idx="165">
                  <c:v>0.14123655346226166</c:v>
                </c:pt>
                <c:pt idx="166">
                  <c:v>0.14318604597764362</c:v>
                </c:pt>
                <c:pt idx="167">
                  <c:v>0.14449334979712117</c:v>
                </c:pt>
                <c:pt idx="168">
                  <c:v>0.14474600266720875</c:v>
                </c:pt>
                <c:pt idx="169">
                  <c:v>0.14131552435500078</c:v>
                </c:pt>
                <c:pt idx="170">
                  <c:v>0.14069242327183687</c:v>
                </c:pt>
                <c:pt idx="171">
                  <c:v>0.14074579320563987</c:v>
                </c:pt>
                <c:pt idx="172">
                  <c:v>0.14049666562181276</c:v>
                </c:pt>
                <c:pt idx="173">
                  <c:v>0.14055671682302415</c:v>
                </c:pt>
                <c:pt idx="174">
                  <c:v>0.14197128427721586</c:v>
                </c:pt>
                <c:pt idx="175">
                  <c:v>0.13908631681593892</c:v>
                </c:pt>
                <c:pt idx="176">
                  <c:v>0.13858970429145598</c:v>
                </c:pt>
                <c:pt idx="177">
                  <c:v>0.13852422170869613</c:v>
                </c:pt>
                <c:pt idx="178">
                  <c:v>0.13871087244910982</c:v>
                </c:pt>
                <c:pt idx="179">
                  <c:v>0.13873706371210837</c:v>
                </c:pt>
                <c:pt idx="180">
                  <c:v>0.13875861494097935</c:v>
                </c:pt>
                <c:pt idx="181">
                  <c:v>0.13594682958633594</c:v>
                </c:pt>
                <c:pt idx="182">
                  <c:v>0.13509875559275836</c:v>
                </c:pt>
                <c:pt idx="183">
                  <c:v>0.1333463865785621</c:v>
                </c:pt>
                <c:pt idx="184">
                  <c:v>0.13241618519537146</c:v>
                </c:pt>
                <c:pt idx="185">
                  <c:v>0.13242922394974685</c:v>
                </c:pt>
                <c:pt idx="186">
                  <c:v>0.13189403952043074</c:v>
                </c:pt>
                <c:pt idx="187">
                  <c:v>0.13043499842281336</c:v>
                </c:pt>
                <c:pt idx="188">
                  <c:v>0.1274441644440712</c:v>
                </c:pt>
                <c:pt idx="189">
                  <c:v>0.12633660124270926</c:v>
                </c:pt>
                <c:pt idx="190">
                  <c:v>0.12617061894413359</c:v>
                </c:pt>
                <c:pt idx="191">
                  <c:v>0.12649625156903643</c:v>
                </c:pt>
                <c:pt idx="192">
                  <c:v>0.1243787103696623</c:v>
                </c:pt>
                <c:pt idx="193">
                  <c:v>0.12715510080612949</c:v>
                </c:pt>
                <c:pt idx="194">
                  <c:v>0.12546316145130385</c:v>
                </c:pt>
                <c:pt idx="195">
                  <c:v>0.12733271178894065</c:v>
                </c:pt>
                <c:pt idx="196">
                  <c:v>0.1273226483374463</c:v>
                </c:pt>
                <c:pt idx="197">
                  <c:v>0.1312175220833518</c:v>
                </c:pt>
                <c:pt idx="198">
                  <c:v>0.13223953151352</c:v>
                </c:pt>
                <c:pt idx="199">
                  <c:v>0.12984653771253279</c:v>
                </c:pt>
                <c:pt idx="200">
                  <c:v>0.12949541448592439</c:v>
                </c:pt>
                <c:pt idx="201">
                  <c:v>0.13209660448041136</c:v>
                </c:pt>
                <c:pt idx="202">
                  <c:v>0.13315872776375198</c:v>
                </c:pt>
                <c:pt idx="203">
                  <c:v>0.13302480767746713</c:v>
                </c:pt>
                <c:pt idx="204">
                  <c:v>0.13268003260041603</c:v>
                </c:pt>
                <c:pt idx="205">
                  <c:v>0.1304542078239834</c:v>
                </c:pt>
                <c:pt idx="206">
                  <c:v>0.1336991764993718</c:v>
                </c:pt>
                <c:pt idx="207">
                  <c:v>0.13836423450382873</c:v>
                </c:pt>
                <c:pt idx="208">
                  <c:v>0.13809962063792569</c:v>
                </c:pt>
                <c:pt idx="209">
                  <c:v>0.13885184873924108</c:v>
                </c:pt>
                <c:pt idx="210">
                  <c:v>0.13894281179374679</c:v>
                </c:pt>
                <c:pt idx="211">
                  <c:v>0.13839890650591827</c:v>
                </c:pt>
                <c:pt idx="212">
                  <c:v>0.13503608745536966</c:v>
                </c:pt>
                <c:pt idx="213">
                  <c:v>0.12584056579656655</c:v>
                </c:pt>
                <c:pt idx="214">
                  <c:v>0.12528614448533407</c:v>
                </c:pt>
                <c:pt idx="215">
                  <c:v>0.14108986966481293</c:v>
                </c:pt>
                <c:pt idx="216">
                  <c:v>0.14077938312076954</c:v>
                </c:pt>
                <c:pt idx="217">
                  <c:v>0.14073668886690616</c:v>
                </c:pt>
                <c:pt idx="218">
                  <c:v>0.13935197905949026</c:v>
                </c:pt>
                <c:pt idx="219">
                  <c:v>0.13924713842417746</c:v>
                </c:pt>
                <c:pt idx="220">
                  <c:v>0.14188133212928211</c:v>
                </c:pt>
                <c:pt idx="221">
                  <c:v>0.14203629030185161</c:v>
                </c:pt>
                <c:pt idx="222">
                  <c:v>0.13777473618992483</c:v>
                </c:pt>
                <c:pt idx="223">
                  <c:v>0.13878984430193705</c:v>
                </c:pt>
                <c:pt idx="224">
                  <c:v>0.13877622079314278</c:v>
                </c:pt>
                <c:pt idx="225">
                  <c:v>0.13458708112883519</c:v>
                </c:pt>
                <c:pt idx="226">
                  <c:v>0.1346313792218829</c:v>
                </c:pt>
                <c:pt idx="227">
                  <c:v>0.13319019852470695</c:v>
                </c:pt>
                <c:pt idx="228">
                  <c:v>0.13296720380656124</c:v>
                </c:pt>
                <c:pt idx="229">
                  <c:v>0.13498690444958489</c:v>
                </c:pt>
                <c:pt idx="230">
                  <c:v>0.13638181585136364</c:v>
                </c:pt>
                <c:pt idx="231">
                  <c:v>0.13658035183903494</c:v>
                </c:pt>
                <c:pt idx="232">
                  <c:v>0.13565109169470813</c:v>
                </c:pt>
                <c:pt idx="233">
                  <c:v>0.13580771251906504</c:v>
                </c:pt>
                <c:pt idx="234">
                  <c:v>0.13520884523768584</c:v>
                </c:pt>
                <c:pt idx="235">
                  <c:v>0.13856243712872132</c:v>
                </c:pt>
                <c:pt idx="236">
                  <c:v>0.13864050769122765</c:v>
                </c:pt>
                <c:pt idx="237">
                  <c:v>0.13876507632246543</c:v>
                </c:pt>
                <c:pt idx="238">
                  <c:v>0.13778577218620633</c:v>
                </c:pt>
                <c:pt idx="239">
                  <c:v>0.13689988622149263</c:v>
                </c:pt>
                <c:pt idx="240">
                  <c:v>0.13740516310334785</c:v>
                </c:pt>
                <c:pt idx="241">
                  <c:v>0.13823266937072415</c:v>
                </c:pt>
                <c:pt idx="242">
                  <c:v>0.13799125690800434</c:v>
                </c:pt>
                <c:pt idx="243">
                  <c:v>0.13801271570009505</c:v>
                </c:pt>
                <c:pt idx="244">
                  <c:v>0.13761424234037428</c:v>
                </c:pt>
                <c:pt idx="245">
                  <c:v>0.1376434997264642</c:v>
                </c:pt>
                <c:pt idx="246">
                  <c:v>0.1381832872722166</c:v>
                </c:pt>
                <c:pt idx="247">
                  <c:v>0.13871966072329636</c:v>
                </c:pt>
                <c:pt idx="248">
                  <c:v>0.13905041348922853</c:v>
                </c:pt>
                <c:pt idx="249">
                  <c:v>0.13678674184935732</c:v>
                </c:pt>
                <c:pt idx="250">
                  <c:v>0.13662631443689821</c:v>
                </c:pt>
                <c:pt idx="251">
                  <c:v>0.13729953584179697</c:v>
                </c:pt>
                <c:pt idx="252">
                  <c:v>0.13714293174937439</c:v>
                </c:pt>
                <c:pt idx="253">
                  <c:v>0.13396284837880509</c:v>
                </c:pt>
                <c:pt idx="254">
                  <c:v>0.1342711750178644</c:v>
                </c:pt>
                <c:pt idx="255">
                  <c:v>0.13221125352753463</c:v>
                </c:pt>
                <c:pt idx="256">
                  <c:v>0.1331742061603548</c:v>
                </c:pt>
                <c:pt idx="257">
                  <c:v>0.12803211871920583</c:v>
                </c:pt>
                <c:pt idx="258">
                  <c:v>0.12538210074185499</c:v>
                </c:pt>
                <c:pt idx="259">
                  <c:v>0.12537836485168147</c:v>
                </c:pt>
                <c:pt idx="260">
                  <c:v>0.12627985587574925</c:v>
                </c:pt>
                <c:pt idx="261">
                  <c:v>0.12470542578548452</c:v>
                </c:pt>
                <c:pt idx="262">
                  <c:v>0.12396226530819364</c:v>
                </c:pt>
                <c:pt idx="263">
                  <c:v>0.12495822434121125</c:v>
                </c:pt>
                <c:pt idx="264">
                  <c:v>0.12447786529802214</c:v>
                </c:pt>
                <c:pt idx="265">
                  <c:v>0.13115566168953721</c:v>
                </c:pt>
                <c:pt idx="266">
                  <c:v>0.12741599825049243</c:v>
                </c:pt>
                <c:pt idx="267">
                  <c:v>0.12290796763625447</c:v>
                </c:pt>
                <c:pt idx="268">
                  <c:v>0.12510724402877146</c:v>
                </c:pt>
                <c:pt idx="269">
                  <c:v>0.12441807800956106</c:v>
                </c:pt>
                <c:pt idx="270">
                  <c:v>0.12464403430624185</c:v>
                </c:pt>
                <c:pt idx="271">
                  <c:v>0.13175316366445711</c:v>
                </c:pt>
                <c:pt idx="272">
                  <c:v>0.13174858182750707</c:v>
                </c:pt>
                <c:pt idx="273">
                  <c:v>0.13198869481634415</c:v>
                </c:pt>
                <c:pt idx="274">
                  <c:v>0.13104953844033074</c:v>
                </c:pt>
                <c:pt idx="275">
                  <c:v>0.11728855551262149</c:v>
                </c:pt>
                <c:pt idx="276">
                  <c:v>0.12497163393400759</c:v>
                </c:pt>
                <c:pt idx="277">
                  <c:v>0.12955707583264253</c:v>
                </c:pt>
                <c:pt idx="278">
                  <c:v>0.13571458785234627</c:v>
                </c:pt>
                <c:pt idx="279">
                  <c:v>0.13572550551557225</c:v>
                </c:pt>
                <c:pt idx="280">
                  <c:v>0.1345193749512989</c:v>
                </c:pt>
                <c:pt idx="281">
                  <c:v>0.13430917481943655</c:v>
                </c:pt>
                <c:pt idx="282">
                  <c:v>0.13858304724262216</c:v>
                </c:pt>
                <c:pt idx="283">
                  <c:v>0.13801010574641118</c:v>
                </c:pt>
                <c:pt idx="284">
                  <c:v>0.14261458301357402</c:v>
                </c:pt>
                <c:pt idx="285">
                  <c:v>0.14285527095868034</c:v>
                </c:pt>
                <c:pt idx="286">
                  <c:v>0.14095968698862882</c:v>
                </c:pt>
                <c:pt idx="287">
                  <c:v>0.14134715575729837</c:v>
                </c:pt>
                <c:pt idx="288">
                  <c:v>0.1433941180270159</c:v>
                </c:pt>
                <c:pt idx="289">
                  <c:v>0.14161306317221214</c:v>
                </c:pt>
                <c:pt idx="290">
                  <c:v>0.14613951541626821</c:v>
                </c:pt>
                <c:pt idx="291">
                  <c:v>0.15058728017051287</c:v>
                </c:pt>
                <c:pt idx="292">
                  <c:v>0.15388486990747555</c:v>
                </c:pt>
                <c:pt idx="293">
                  <c:v>0.15422358192033728</c:v>
                </c:pt>
                <c:pt idx="294">
                  <c:v>0.15394444067116983</c:v>
                </c:pt>
                <c:pt idx="295">
                  <c:v>0.15130193362493444</c:v>
                </c:pt>
                <c:pt idx="296">
                  <c:v>0.15407816198280663</c:v>
                </c:pt>
                <c:pt idx="297">
                  <c:v>0.15672290780389597</c:v>
                </c:pt>
                <c:pt idx="298">
                  <c:v>0.16383357978267696</c:v>
                </c:pt>
                <c:pt idx="299">
                  <c:v>0.16921503629546217</c:v>
                </c:pt>
                <c:pt idx="300">
                  <c:v>0.16908934956286639</c:v>
                </c:pt>
                <c:pt idx="301">
                  <c:v>0.16898352783027734</c:v>
                </c:pt>
                <c:pt idx="302">
                  <c:v>0.17015884104694851</c:v>
                </c:pt>
                <c:pt idx="303">
                  <c:v>0.16976037658307408</c:v>
                </c:pt>
                <c:pt idx="304">
                  <c:v>0.16975938065990315</c:v>
                </c:pt>
                <c:pt idx="305">
                  <c:v>0.17167775291940898</c:v>
                </c:pt>
                <c:pt idx="306">
                  <c:v>0.17270052103598793</c:v>
                </c:pt>
                <c:pt idx="307">
                  <c:v>0.1724619421539878</c:v>
                </c:pt>
                <c:pt idx="308">
                  <c:v>0.17269172455220189</c:v>
                </c:pt>
                <c:pt idx="309">
                  <c:v>0.17361354307479315</c:v>
                </c:pt>
                <c:pt idx="310">
                  <c:v>0.17400605395663488</c:v>
                </c:pt>
                <c:pt idx="311">
                  <c:v>0.17343835626449189</c:v>
                </c:pt>
                <c:pt idx="312">
                  <c:v>0.1729783957314627</c:v>
                </c:pt>
                <c:pt idx="313">
                  <c:v>0.17350163492611215</c:v>
                </c:pt>
                <c:pt idx="314">
                  <c:v>0.17350855437320076</c:v>
                </c:pt>
                <c:pt idx="315">
                  <c:v>0.17357261128942697</c:v>
                </c:pt>
                <c:pt idx="316">
                  <c:v>0.17311529380488755</c:v>
                </c:pt>
                <c:pt idx="317">
                  <c:v>0.17302283566343765</c:v>
                </c:pt>
                <c:pt idx="318">
                  <c:v>0.17588377046181491</c:v>
                </c:pt>
                <c:pt idx="319">
                  <c:v>0.17899146499867774</c:v>
                </c:pt>
                <c:pt idx="320">
                  <c:v>0.17882282074818912</c:v>
                </c:pt>
                <c:pt idx="321">
                  <c:v>0.17862296661792912</c:v>
                </c:pt>
                <c:pt idx="322">
                  <c:v>0.17866236683206088</c:v>
                </c:pt>
                <c:pt idx="323">
                  <c:v>0.17810506859050113</c:v>
                </c:pt>
                <c:pt idx="324">
                  <c:v>0.1843399724900357</c:v>
                </c:pt>
                <c:pt idx="325">
                  <c:v>0.18198518062221902</c:v>
                </c:pt>
                <c:pt idx="326">
                  <c:v>0.18167339665137397</c:v>
                </c:pt>
                <c:pt idx="327">
                  <c:v>0.18198342623362385</c:v>
                </c:pt>
                <c:pt idx="328">
                  <c:v>0.18056581465972127</c:v>
                </c:pt>
                <c:pt idx="329">
                  <c:v>0.18059155675967065</c:v>
                </c:pt>
                <c:pt idx="330">
                  <c:v>0.18044786457730239</c:v>
                </c:pt>
                <c:pt idx="331">
                  <c:v>0.17620339326077167</c:v>
                </c:pt>
                <c:pt idx="332">
                  <c:v>0.17923401226481084</c:v>
                </c:pt>
                <c:pt idx="333">
                  <c:v>0.181260029623144</c:v>
                </c:pt>
                <c:pt idx="334">
                  <c:v>0.18229943620504688</c:v>
                </c:pt>
                <c:pt idx="335">
                  <c:v>0.1839644438748137</c:v>
                </c:pt>
                <c:pt idx="336">
                  <c:v>0.17918356452702394</c:v>
                </c:pt>
                <c:pt idx="337">
                  <c:v>0.17727494072815106</c:v>
                </c:pt>
                <c:pt idx="338">
                  <c:v>0.17877172936552069</c:v>
                </c:pt>
                <c:pt idx="339">
                  <c:v>0.17871766190829066</c:v>
                </c:pt>
                <c:pt idx="340">
                  <c:v>0.17816192511118087</c:v>
                </c:pt>
                <c:pt idx="341">
                  <c:v>0.17773429788329487</c:v>
                </c:pt>
                <c:pt idx="342">
                  <c:v>0.17738778319579576</c:v>
                </c:pt>
                <c:pt idx="343">
                  <c:v>0.18163808670643081</c:v>
                </c:pt>
                <c:pt idx="344">
                  <c:v>0.17845157867669142</c:v>
                </c:pt>
                <c:pt idx="345">
                  <c:v>0.1871235361003844</c:v>
                </c:pt>
                <c:pt idx="346">
                  <c:v>0.18661610508733192</c:v>
                </c:pt>
                <c:pt idx="347">
                  <c:v>0.18804063670081383</c:v>
                </c:pt>
                <c:pt idx="348">
                  <c:v>0.19491546981417704</c:v>
                </c:pt>
                <c:pt idx="349">
                  <c:v>0.19445022708538898</c:v>
                </c:pt>
                <c:pt idx="350">
                  <c:v>0.19008856945457858</c:v>
                </c:pt>
                <c:pt idx="351">
                  <c:v>0.19201655966723463</c:v>
                </c:pt>
                <c:pt idx="352">
                  <c:v>0.18907282212892637</c:v>
                </c:pt>
                <c:pt idx="353">
                  <c:v>0.19129836975569464</c:v>
                </c:pt>
                <c:pt idx="354">
                  <c:v>0.19129711383790371</c:v>
                </c:pt>
                <c:pt idx="355">
                  <c:v>0.19000384072835327</c:v>
                </c:pt>
                <c:pt idx="356">
                  <c:v>0.18846235392634159</c:v>
                </c:pt>
                <c:pt idx="357">
                  <c:v>0.18703209767128756</c:v>
                </c:pt>
                <c:pt idx="358">
                  <c:v>0.1815759499306567</c:v>
                </c:pt>
                <c:pt idx="359">
                  <c:v>0.17712180813003869</c:v>
                </c:pt>
                <c:pt idx="360">
                  <c:v>0.17932601501460113</c:v>
                </c:pt>
                <c:pt idx="361">
                  <c:v>0.17839106147326814</c:v>
                </c:pt>
                <c:pt idx="362">
                  <c:v>0.18274664317907549</c:v>
                </c:pt>
                <c:pt idx="363">
                  <c:v>0.1837291218163028</c:v>
                </c:pt>
                <c:pt idx="364">
                  <c:v>0.18426311843003018</c:v>
                </c:pt>
                <c:pt idx="365">
                  <c:v>0.18550808105199412</c:v>
                </c:pt>
                <c:pt idx="366">
                  <c:v>0.18499387942234419</c:v>
                </c:pt>
                <c:pt idx="367">
                  <c:v>0.18525300985683593</c:v>
                </c:pt>
                <c:pt idx="368">
                  <c:v>0.18849041471830333</c:v>
                </c:pt>
                <c:pt idx="369">
                  <c:v>0.18849120026216393</c:v>
                </c:pt>
                <c:pt idx="370">
                  <c:v>0.18807637026178345</c:v>
                </c:pt>
                <c:pt idx="371">
                  <c:v>0.19035513990469391</c:v>
                </c:pt>
                <c:pt idx="372">
                  <c:v>0.19035101127003612</c:v>
                </c:pt>
                <c:pt idx="373">
                  <c:v>0.19171270560796286</c:v>
                </c:pt>
                <c:pt idx="374">
                  <c:v>0.19285474678091855</c:v>
                </c:pt>
                <c:pt idx="375">
                  <c:v>0.19337012406614404</c:v>
                </c:pt>
                <c:pt idx="376">
                  <c:v>0.19352031479224124</c:v>
                </c:pt>
                <c:pt idx="377">
                  <c:v>0.1935547222582662</c:v>
                </c:pt>
                <c:pt idx="378">
                  <c:v>0.19070347947729158</c:v>
                </c:pt>
                <c:pt idx="379">
                  <c:v>0.18969985490018845</c:v>
                </c:pt>
                <c:pt idx="380">
                  <c:v>0.19475171076901387</c:v>
                </c:pt>
                <c:pt idx="381">
                  <c:v>0.19564410363753773</c:v>
                </c:pt>
                <c:pt idx="382">
                  <c:v>0.19560249764444665</c:v>
                </c:pt>
                <c:pt idx="383">
                  <c:v>0.1955579961658607</c:v>
                </c:pt>
                <c:pt idx="384">
                  <c:v>0.19009850069398682</c:v>
                </c:pt>
                <c:pt idx="385">
                  <c:v>0.18773160827565166</c:v>
                </c:pt>
                <c:pt idx="386">
                  <c:v>0.19009508548466933</c:v>
                </c:pt>
                <c:pt idx="387">
                  <c:v>0.18969055764854759</c:v>
                </c:pt>
                <c:pt idx="388">
                  <c:v>0.19132130787619461</c:v>
                </c:pt>
                <c:pt idx="389">
                  <c:v>0.1923046386177367</c:v>
                </c:pt>
                <c:pt idx="390">
                  <c:v>0.19321270960405887</c:v>
                </c:pt>
                <c:pt idx="391">
                  <c:v>0.19295551221697518</c:v>
                </c:pt>
                <c:pt idx="392">
                  <c:v>0.19032677617406743</c:v>
                </c:pt>
                <c:pt idx="393">
                  <c:v>0.18984614921794263</c:v>
                </c:pt>
                <c:pt idx="394">
                  <c:v>0.19286595107676666</c:v>
                </c:pt>
                <c:pt idx="395">
                  <c:v>0.19641937277162863</c:v>
                </c:pt>
                <c:pt idx="396">
                  <c:v>0.20407298719256042</c:v>
                </c:pt>
                <c:pt idx="397">
                  <c:v>0.2071243723638497</c:v>
                </c:pt>
                <c:pt idx="398">
                  <c:v>0.21556539894041202</c:v>
                </c:pt>
                <c:pt idx="399">
                  <c:v>0.22771975461972507</c:v>
                </c:pt>
                <c:pt idx="400">
                  <c:v>0.23816738729910392</c:v>
                </c:pt>
                <c:pt idx="401">
                  <c:v>0.23813495675166771</c:v>
                </c:pt>
                <c:pt idx="402">
                  <c:v>0.23512682124291268</c:v>
                </c:pt>
                <c:pt idx="403">
                  <c:v>0.2344148517305685</c:v>
                </c:pt>
                <c:pt idx="404">
                  <c:v>0.25872854900029224</c:v>
                </c:pt>
                <c:pt idx="405">
                  <c:v>0.25406544939497622</c:v>
                </c:pt>
                <c:pt idx="406">
                  <c:v>0.25698490353339398</c:v>
                </c:pt>
                <c:pt idx="407">
                  <c:v>0.2863535472696267</c:v>
                </c:pt>
                <c:pt idx="408">
                  <c:v>0.28007100159103121</c:v>
                </c:pt>
                <c:pt idx="409">
                  <c:v>0.29428912055082207</c:v>
                </c:pt>
                <c:pt idx="410">
                  <c:v>0.29500222756987182</c:v>
                </c:pt>
                <c:pt idx="411">
                  <c:v>0.29082653365531508</c:v>
                </c:pt>
                <c:pt idx="412">
                  <c:v>0.29181773502406644</c:v>
                </c:pt>
                <c:pt idx="413">
                  <c:v>0.29860454297405747</c:v>
                </c:pt>
                <c:pt idx="414">
                  <c:v>0.29932730818241221</c:v>
                </c:pt>
                <c:pt idx="415">
                  <c:v>0.30240265888661583</c:v>
                </c:pt>
                <c:pt idx="416">
                  <c:v>0.30210331373470811</c:v>
                </c:pt>
                <c:pt idx="417">
                  <c:v>0.3022555964069516</c:v>
                </c:pt>
                <c:pt idx="418">
                  <c:v>0.31533412787611464</c:v>
                </c:pt>
                <c:pt idx="419">
                  <c:v>0.31548683735200878</c:v>
                </c:pt>
                <c:pt idx="420">
                  <c:v>0.3266342305123161</c:v>
                </c:pt>
                <c:pt idx="421">
                  <c:v>0.32742238883720887</c:v>
                </c:pt>
                <c:pt idx="422">
                  <c:v>0.32759406774289884</c:v>
                </c:pt>
                <c:pt idx="423">
                  <c:v>0.33422912997228993</c:v>
                </c:pt>
                <c:pt idx="424">
                  <c:v>0.3360708516399985</c:v>
                </c:pt>
                <c:pt idx="425">
                  <c:v>0.34456780120481173</c:v>
                </c:pt>
                <c:pt idx="426">
                  <c:v>0.34431335309372491</c:v>
                </c:pt>
                <c:pt idx="427">
                  <c:v>0.34505617110890652</c:v>
                </c:pt>
                <c:pt idx="428">
                  <c:v>0.34311284895591426</c:v>
                </c:pt>
                <c:pt idx="429">
                  <c:v>0.34784859184343064</c:v>
                </c:pt>
                <c:pt idx="430">
                  <c:v>0.3659904745912459</c:v>
                </c:pt>
                <c:pt idx="431">
                  <c:v>0.36549854019045808</c:v>
                </c:pt>
                <c:pt idx="432">
                  <c:v>0.38282049092386161</c:v>
                </c:pt>
                <c:pt idx="433">
                  <c:v>0.38139495770488602</c:v>
                </c:pt>
                <c:pt idx="434">
                  <c:v>0.38624548402823222</c:v>
                </c:pt>
                <c:pt idx="435">
                  <c:v>0.38564677783463625</c:v>
                </c:pt>
                <c:pt idx="436">
                  <c:v>0.39138772310409814</c:v>
                </c:pt>
                <c:pt idx="437">
                  <c:v>0.39259893016423475</c:v>
                </c:pt>
                <c:pt idx="438">
                  <c:v>0.39890725416283018</c:v>
                </c:pt>
                <c:pt idx="439">
                  <c:v>0.40381215094922202</c:v>
                </c:pt>
                <c:pt idx="440">
                  <c:v>0.40176667817890926</c:v>
                </c:pt>
                <c:pt idx="441">
                  <c:v>0.40315572761882518</c:v>
                </c:pt>
                <c:pt idx="442">
                  <c:v>0.40371047840362195</c:v>
                </c:pt>
                <c:pt idx="443">
                  <c:v>0.4037450094774746</c:v>
                </c:pt>
                <c:pt idx="444">
                  <c:v>0.40381040923949635</c:v>
                </c:pt>
                <c:pt idx="445">
                  <c:v>0.40547888736862109</c:v>
                </c:pt>
                <c:pt idx="446">
                  <c:v>0.40501467606805119</c:v>
                </c:pt>
                <c:pt idx="447">
                  <c:v>0.40568318936775433</c:v>
                </c:pt>
                <c:pt idx="448">
                  <c:v>0.40776598622914056</c:v>
                </c:pt>
                <c:pt idx="449">
                  <c:v>0.40981989591129631</c:v>
                </c:pt>
                <c:pt idx="450">
                  <c:v>0.41599046399598288</c:v>
                </c:pt>
                <c:pt idx="451">
                  <c:v>0.41592858052999299</c:v>
                </c:pt>
                <c:pt idx="452">
                  <c:v>0.41568832261602195</c:v>
                </c:pt>
                <c:pt idx="453">
                  <c:v>0.41662028657572669</c:v>
                </c:pt>
                <c:pt idx="454">
                  <c:v>0.41471897137741232</c:v>
                </c:pt>
                <c:pt idx="455">
                  <c:v>0.41234904085195279</c:v>
                </c:pt>
                <c:pt idx="456">
                  <c:v>0.40869111418473403</c:v>
                </c:pt>
                <c:pt idx="457">
                  <c:v>0.40623826585400319</c:v>
                </c:pt>
                <c:pt idx="458">
                  <c:v>0.40045274779971096</c:v>
                </c:pt>
                <c:pt idx="459">
                  <c:v>0.39874882013533536</c:v>
                </c:pt>
                <c:pt idx="460">
                  <c:v>0.39122598281187643</c:v>
                </c:pt>
                <c:pt idx="461">
                  <c:v>0.39187500670667413</c:v>
                </c:pt>
                <c:pt idx="462">
                  <c:v>0.3918696550847886</c:v>
                </c:pt>
                <c:pt idx="463">
                  <c:v>0.40592975225118921</c:v>
                </c:pt>
                <c:pt idx="464">
                  <c:v>0.39662800383196445</c:v>
                </c:pt>
                <c:pt idx="465">
                  <c:v>0.39893178275005314</c:v>
                </c:pt>
                <c:pt idx="466">
                  <c:v>0.39683261108474821</c:v>
                </c:pt>
                <c:pt idx="467">
                  <c:v>0.37493902921290906</c:v>
                </c:pt>
                <c:pt idx="468">
                  <c:v>0.37331782937439989</c:v>
                </c:pt>
                <c:pt idx="469">
                  <c:v>0.36737462849388081</c:v>
                </c:pt>
                <c:pt idx="470">
                  <c:v>0.36715509820182701</c:v>
                </c:pt>
                <c:pt idx="471">
                  <c:v>0.36692766183125131</c:v>
                </c:pt>
                <c:pt idx="472">
                  <c:v>0.37061312991824319</c:v>
                </c:pt>
                <c:pt idx="473">
                  <c:v>0.3659046427598594</c:v>
                </c:pt>
                <c:pt idx="474">
                  <c:v>0.36610024856588125</c:v>
                </c:pt>
                <c:pt idx="475">
                  <c:v>0.36738997481316815</c:v>
                </c:pt>
                <c:pt idx="476">
                  <c:v>0.37097860763396306</c:v>
                </c:pt>
                <c:pt idx="477">
                  <c:v>0.37065638228528264</c:v>
                </c:pt>
                <c:pt idx="478">
                  <c:v>0.36739728443494174</c:v>
                </c:pt>
                <c:pt idx="479">
                  <c:v>0.36665961636262379</c:v>
                </c:pt>
                <c:pt idx="480">
                  <c:v>0.35718934161409671</c:v>
                </c:pt>
                <c:pt idx="481">
                  <c:v>0.35759543464836901</c:v>
                </c:pt>
                <c:pt idx="482">
                  <c:v>0.35485370372992797</c:v>
                </c:pt>
                <c:pt idx="483">
                  <c:v>0.34677500540390938</c:v>
                </c:pt>
                <c:pt idx="484">
                  <c:v>0.34895859032657711</c:v>
                </c:pt>
                <c:pt idx="485">
                  <c:v>0.34125773628779643</c:v>
                </c:pt>
                <c:pt idx="486">
                  <c:v>0.34345057227091702</c:v>
                </c:pt>
                <c:pt idx="487">
                  <c:v>0.34315156111885187</c:v>
                </c:pt>
                <c:pt idx="488">
                  <c:v>0.34617845378418166</c:v>
                </c:pt>
                <c:pt idx="489">
                  <c:v>0.34100815393601291</c:v>
                </c:pt>
                <c:pt idx="490">
                  <c:v>0.32652097287741499</c:v>
                </c:pt>
                <c:pt idx="491">
                  <c:v>0.32379765998254145</c:v>
                </c:pt>
                <c:pt idx="492">
                  <c:v>0.31333948660264122</c:v>
                </c:pt>
                <c:pt idx="493">
                  <c:v>0.31293833686201838</c:v>
                </c:pt>
                <c:pt idx="494">
                  <c:v>0.30829290579368163</c:v>
                </c:pt>
                <c:pt idx="495">
                  <c:v>0.30868738703622833</c:v>
                </c:pt>
                <c:pt idx="496">
                  <c:v>0.29904618542450789</c:v>
                </c:pt>
                <c:pt idx="497">
                  <c:v>0.29661679387178946</c:v>
                </c:pt>
                <c:pt idx="498">
                  <c:v>0.29053755321904345</c:v>
                </c:pt>
                <c:pt idx="499">
                  <c:v>0.28501396879237284</c:v>
                </c:pt>
                <c:pt idx="500">
                  <c:v>0.29115491543104854</c:v>
                </c:pt>
                <c:pt idx="501">
                  <c:v>0.28963281716625461</c:v>
                </c:pt>
                <c:pt idx="502">
                  <c:v>0.28934536187863452</c:v>
                </c:pt>
                <c:pt idx="503">
                  <c:v>0.29032632014595494</c:v>
                </c:pt>
                <c:pt idx="504">
                  <c:v>0.29088037258045163</c:v>
                </c:pt>
                <c:pt idx="505">
                  <c:v>0.29076577468610987</c:v>
                </c:pt>
                <c:pt idx="506">
                  <c:v>0.28922616240054971</c:v>
                </c:pt>
                <c:pt idx="507">
                  <c:v>0.28945904285671475</c:v>
                </c:pt>
                <c:pt idx="508">
                  <c:v>0.28417196697344954</c:v>
                </c:pt>
                <c:pt idx="509">
                  <c:v>0.28232607419346079</c:v>
                </c:pt>
                <c:pt idx="510">
                  <c:v>0.27636821274696038</c:v>
                </c:pt>
                <c:pt idx="511">
                  <c:v>0.27622851207171922</c:v>
                </c:pt>
                <c:pt idx="512">
                  <c:v>0.27764531641793194</c:v>
                </c:pt>
                <c:pt idx="513">
                  <c:v>0.2794215181042094</c:v>
                </c:pt>
                <c:pt idx="514">
                  <c:v>0.279278406199784</c:v>
                </c:pt>
                <c:pt idx="515">
                  <c:v>0.27838306731820367</c:v>
                </c:pt>
                <c:pt idx="516">
                  <c:v>0.27848701098639339</c:v>
                </c:pt>
                <c:pt idx="517">
                  <c:v>0.27945781064805358</c:v>
                </c:pt>
                <c:pt idx="518">
                  <c:v>0.2775723988012338</c:v>
                </c:pt>
                <c:pt idx="519">
                  <c:v>0.26902419014162271</c:v>
                </c:pt>
                <c:pt idx="520">
                  <c:v>0.26983542498395424</c:v>
                </c:pt>
                <c:pt idx="521">
                  <c:v>0.26942788293288228</c:v>
                </c:pt>
                <c:pt idx="522">
                  <c:v>0.2693648659661263</c:v>
                </c:pt>
                <c:pt idx="523">
                  <c:v>0.24496778335396668</c:v>
                </c:pt>
                <c:pt idx="524">
                  <c:v>0.23906258559320503</c:v>
                </c:pt>
                <c:pt idx="525">
                  <c:v>0.23550562921049362</c:v>
                </c:pt>
                <c:pt idx="526">
                  <c:v>0.23640665653538037</c:v>
                </c:pt>
                <c:pt idx="527">
                  <c:v>0.23350363434909807</c:v>
                </c:pt>
                <c:pt idx="528">
                  <c:v>0.23276044745253671</c:v>
                </c:pt>
                <c:pt idx="529">
                  <c:v>0.22928794834059049</c:v>
                </c:pt>
                <c:pt idx="530">
                  <c:v>0.23021854723615437</c:v>
                </c:pt>
                <c:pt idx="531">
                  <c:v>0.23172656768159222</c:v>
                </c:pt>
                <c:pt idx="532">
                  <c:v>0.22447641497795695</c:v>
                </c:pt>
                <c:pt idx="533">
                  <c:v>0.22431232040337365</c:v>
                </c:pt>
                <c:pt idx="534">
                  <c:v>0.2228738944952002</c:v>
                </c:pt>
                <c:pt idx="535">
                  <c:v>0.22002495883075307</c:v>
                </c:pt>
                <c:pt idx="536">
                  <c:v>0.21489689060854358</c:v>
                </c:pt>
                <c:pt idx="537">
                  <c:v>0.21702147078033782</c:v>
                </c:pt>
                <c:pt idx="538">
                  <c:v>0.19974196031846789</c:v>
                </c:pt>
                <c:pt idx="539">
                  <c:v>0.2014930842906256</c:v>
                </c:pt>
                <c:pt idx="540">
                  <c:v>0.20139639435952408</c:v>
                </c:pt>
                <c:pt idx="541">
                  <c:v>0.20120016848057101</c:v>
                </c:pt>
                <c:pt idx="542">
                  <c:v>0.20131162991487364</c:v>
                </c:pt>
                <c:pt idx="543">
                  <c:v>0.20207581384810225</c:v>
                </c:pt>
                <c:pt idx="544">
                  <c:v>0.19746057491070915</c:v>
                </c:pt>
                <c:pt idx="545">
                  <c:v>0.19639403068356118</c:v>
                </c:pt>
                <c:pt idx="546">
                  <c:v>0.19199469272325809</c:v>
                </c:pt>
                <c:pt idx="547">
                  <c:v>0.19279132162759621</c:v>
                </c:pt>
                <c:pt idx="548">
                  <c:v>0.18660333339439117</c:v>
                </c:pt>
                <c:pt idx="549">
                  <c:v>0.18529109439208602</c:v>
                </c:pt>
                <c:pt idx="550">
                  <c:v>0.170489961034541</c:v>
                </c:pt>
                <c:pt idx="551">
                  <c:v>0.1702730883321539</c:v>
                </c:pt>
                <c:pt idx="552">
                  <c:v>0.1583343572253543</c:v>
                </c:pt>
                <c:pt idx="553">
                  <c:v>0.1593101985308292</c:v>
                </c:pt>
                <c:pt idx="554">
                  <c:v>0.15797353897709945</c:v>
                </c:pt>
                <c:pt idx="555">
                  <c:v>0.15711495079307977</c:v>
                </c:pt>
                <c:pt idx="556">
                  <c:v>0.15611487198290008</c:v>
                </c:pt>
                <c:pt idx="557">
                  <c:v>0.15525884564990935</c:v>
                </c:pt>
                <c:pt idx="558">
                  <c:v>0.1556961699016193</c:v>
                </c:pt>
                <c:pt idx="559">
                  <c:v>0.15744025759590338</c:v>
                </c:pt>
                <c:pt idx="560">
                  <c:v>0.14650924133518051</c:v>
                </c:pt>
                <c:pt idx="561">
                  <c:v>0.14641043759680572</c:v>
                </c:pt>
                <c:pt idx="562">
                  <c:v>0.14790092927820275</c:v>
                </c:pt>
                <c:pt idx="563">
                  <c:v>0.14920465651387604</c:v>
                </c:pt>
                <c:pt idx="564">
                  <c:v>0.1471584714816431</c:v>
                </c:pt>
                <c:pt idx="565">
                  <c:v>0.14459357183827073</c:v>
                </c:pt>
                <c:pt idx="566">
                  <c:v>0.14832875248433572</c:v>
                </c:pt>
                <c:pt idx="567">
                  <c:v>0.14725041866361593</c:v>
                </c:pt>
                <c:pt idx="568">
                  <c:v>0.14737041949581633</c:v>
                </c:pt>
                <c:pt idx="569">
                  <c:v>0.1471515707685821</c:v>
                </c:pt>
                <c:pt idx="570">
                  <c:v>0.14392004418649984</c:v>
                </c:pt>
                <c:pt idx="571">
                  <c:v>0.14434858232881606</c:v>
                </c:pt>
                <c:pt idx="572">
                  <c:v>0.1433649318868295</c:v>
                </c:pt>
                <c:pt idx="573">
                  <c:v>0.13712446208352075</c:v>
                </c:pt>
                <c:pt idx="574">
                  <c:v>0.14035208946413713</c:v>
                </c:pt>
                <c:pt idx="575">
                  <c:v>0.14034662175231769</c:v>
                </c:pt>
                <c:pt idx="576">
                  <c:v>0.14028370237679919</c:v>
                </c:pt>
                <c:pt idx="577">
                  <c:v>0.13744664185032748</c:v>
                </c:pt>
                <c:pt idx="578">
                  <c:v>0.13691879951641753</c:v>
                </c:pt>
                <c:pt idx="579">
                  <c:v>0.13766206523000379</c:v>
                </c:pt>
                <c:pt idx="580">
                  <c:v>0.13539635713498249</c:v>
                </c:pt>
                <c:pt idx="581">
                  <c:v>0.13556046671354158</c:v>
                </c:pt>
                <c:pt idx="582">
                  <c:v>0.13565268962829238</c:v>
                </c:pt>
                <c:pt idx="583">
                  <c:v>0.13619668778172198</c:v>
                </c:pt>
                <c:pt idx="584">
                  <c:v>0.13885750091126525</c:v>
                </c:pt>
                <c:pt idx="585">
                  <c:v>0.1387678464931231</c:v>
                </c:pt>
                <c:pt idx="586">
                  <c:v>0.1375554786074159</c:v>
                </c:pt>
                <c:pt idx="587">
                  <c:v>0.1371273354790839</c:v>
                </c:pt>
                <c:pt idx="588">
                  <c:v>0.14044028394991306</c:v>
                </c:pt>
                <c:pt idx="589">
                  <c:v>0.13748071679884938</c:v>
                </c:pt>
                <c:pt idx="590">
                  <c:v>0.13488506482136711</c:v>
                </c:pt>
                <c:pt idx="591">
                  <c:v>0.14683468670698688</c:v>
                </c:pt>
                <c:pt idx="592">
                  <c:v>0.1469800858181769</c:v>
                </c:pt>
                <c:pt idx="593">
                  <c:v>0.16256929880901327</c:v>
                </c:pt>
                <c:pt idx="594">
                  <c:v>0.16468898268235538</c:v>
                </c:pt>
                <c:pt idx="595">
                  <c:v>0.16782552592660741</c:v>
                </c:pt>
                <c:pt idx="596">
                  <c:v>0.16850170003668877</c:v>
                </c:pt>
                <c:pt idx="597">
                  <c:v>0.16654189272942202</c:v>
                </c:pt>
                <c:pt idx="598">
                  <c:v>0.16580826899704554</c:v>
                </c:pt>
                <c:pt idx="599">
                  <c:v>0.1662592099143862</c:v>
                </c:pt>
                <c:pt idx="600">
                  <c:v>0.16618458963005109</c:v>
                </c:pt>
                <c:pt idx="601">
                  <c:v>0.16522265931930272</c:v>
                </c:pt>
                <c:pt idx="602">
                  <c:v>0.16489576769398853</c:v>
                </c:pt>
                <c:pt idx="603">
                  <c:v>0.17267787969393539</c:v>
                </c:pt>
                <c:pt idx="604">
                  <c:v>0.1729360869497501</c:v>
                </c:pt>
                <c:pt idx="605">
                  <c:v>0.18171281905845141</c:v>
                </c:pt>
                <c:pt idx="606">
                  <c:v>0.18175505877369824</c:v>
                </c:pt>
                <c:pt idx="607">
                  <c:v>0.18443572726433843</c:v>
                </c:pt>
                <c:pt idx="608">
                  <c:v>0.18309483733198792</c:v>
                </c:pt>
                <c:pt idx="609">
                  <c:v>0.18326946124144308</c:v>
                </c:pt>
                <c:pt idx="610">
                  <c:v>0.18372176974426876</c:v>
                </c:pt>
                <c:pt idx="611">
                  <c:v>0.18335854428608414</c:v>
                </c:pt>
                <c:pt idx="612">
                  <c:v>0.18831808431841041</c:v>
                </c:pt>
                <c:pt idx="613">
                  <c:v>0.18792541975430177</c:v>
                </c:pt>
                <c:pt idx="614">
                  <c:v>0.18850781676909542</c:v>
                </c:pt>
                <c:pt idx="615">
                  <c:v>0.18935747549390208</c:v>
                </c:pt>
                <c:pt idx="616">
                  <c:v>0.19570938321390241</c:v>
                </c:pt>
                <c:pt idx="617">
                  <c:v>0.19521129022294911</c:v>
                </c:pt>
                <c:pt idx="618">
                  <c:v>0.19523149153795752</c:v>
                </c:pt>
                <c:pt idx="619">
                  <c:v>0.19468634409293112</c:v>
                </c:pt>
                <c:pt idx="620">
                  <c:v>0.19473805431042532</c:v>
                </c:pt>
                <c:pt idx="621">
                  <c:v>0.19881656173553292</c:v>
                </c:pt>
                <c:pt idx="622">
                  <c:v>0.19654055785347696</c:v>
                </c:pt>
                <c:pt idx="623">
                  <c:v>0.19585579743737613</c:v>
                </c:pt>
                <c:pt idx="624">
                  <c:v>0.19555122533191543</c:v>
                </c:pt>
                <c:pt idx="625">
                  <c:v>0.19554104679849407</c:v>
                </c:pt>
                <c:pt idx="626">
                  <c:v>0.19438515453882982</c:v>
                </c:pt>
                <c:pt idx="627">
                  <c:v>0.19601358790672599</c:v>
                </c:pt>
                <c:pt idx="628">
                  <c:v>0.19589020714225935</c:v>
                </c:pt>
                <c:pt idx="629">
                  <c:v>0.19416581547302572</c:v>
                </c:pt>
                <c:pt idx="630">
                  <c:v>0.19878432022194734</c:v>
                </c:pt>
                <c:pt idx="631">
                  <c:v>0.20264652627215077</c:v>
                </c:pt>
                <c:pt idx="632">
                  <c:v>0.2011493745487565</c:v>
                </c:pt>
                <c:pt idx="633">
                  <c:v>0.20140308179353214</c:v>
                </c:pt>
                <c:pt idx="634">
                  <c:v>0.20185341417365057</c:v>
                </c:pt>
                <c:pt idx="635">
                  <c:v>0.20542816460641256</c:v>
                </c:pt>
                <c:pt idx="636">
                  <c:v>0.20539115217026879</c:v>
                </c:pt>
                <c:pt idx="637">
                  <c:v>0.20858021064134163</c:v>
                </c:pt>
                <c:pt idx="638">
                  <c:v>0.2086979635741566</c:v>
                </c:pt>
                <c:pt idx="639">
                  <c:v>0.20924551073490652</c:v>
                </c:pt>
                <c:pt idx="640">
                  <c:v>0.20992624297958895</c:v>
                </c:pt>
                <c:pt idx="641">
                  <c:v>0.21846282505772782</c:v>
                </c:pt>
                <c:pt idx="642">
                  <c:v>0.21966149852034467</c:v>
                </c:pt>
                <c:pt idx="643">
                  <c:v>0.22474923427029678</c:v>
                </c:pt>
                <c:pt idx="644">
                  <c:v>0.22200049747997397</c:v>
                </c:pt>
                <c:pt idx="645">
                  <c:v>0.22200714784644943</c:v>
                </c:pt>
                <c:pt idx="646">
                  <c:v>0.22269153858180646</c:v>
                </c:pt>
                <c:pt idx="647">
                  <c:v>0.22776685939198471</c:v>
                </c:pt>
                <c:pt idx="648">
                  <c:v>0.22569663184708502</c:v>
                </c:pt>
                <c:pt idx="649">
                  <c:v>0.22661357058411427</c:v>
                </c:pt>
                <c:pt idx="650">
                  <c:v>0.23003653468120139</c:v>
                </c:pt>
                <c:pt idx="651">
                  <c:v>0.21904640325661826</c:v>
                </c:pt>
                <c:pt idx="652">
                  <c:v>0.21994363222410462</c:v>
                </c:pt>
                <c:pt idx="653">
                  <c:v>0.20805440422794244</c:v>
                </c:pt>
                <c:pt idx="654">
                  <c:v>0.20703812962506221</c:v>
                </c:pt>
                <c:pt idx="655">
                  <c:v>0.20527348594959435</c:v>
                </c:pt>
                <c:pt idx="656">
                  <c:v>0.20348839437193417</c:v>
                </c:pt>
                <c:pt idx="657">
                  <c:v>0.20357132927230917</c:v>
                </c:pt>
                <c:pt idx="658">
                  <c:v>0.20384770112571121</c:v>
                </c:pt>
                <c:pt idx="659">
                  <c:v>0.2018550011555954</c:v>
                </c:pt>
                <c:pt idx="660">
                  <c:v>0.20398618896419335</c:v>
                </c:pt>
                <c:pt idx="661">
                  <c:v>0.20408357211392508</c:v>
                </c:pt>
                <c:pt idx="662">
                  <c:v>0.20383503998435532</c:v>
                </c:pt>
                <c:pt idx="663">
                  <c:v>0.19546291546488789</c:v>
                </c:pt>
                <c:pt idx="664">
                  <c:v>0.19660472872220597</c:v>
                </c:pt>
                <c:pt idx="665">
                  <c:v>0.1883045283306552</c:v>
                </c:pt>
                <c:pt idx="666">
                  <c:v>0.1876518224653741</c:v>
                </c:pt>
                <c:pt idx="667">
                  <c:v>0.18382636234100219</c:v>
                </c:pt>
                <c:pt idx="668">
                  <c:v>0.18745261855570286</c:v>
                </c:pt>
                <c:pt idx="669">
                  <c:v>0.18757519441365914</c:v>
                </c:pt>
                <c:pt idx="670">
                  <c:v>0.19656853197475904</c:v>
                </c:pt>
                <c:pt idx="671">
                  <c:v>0.19584482234840411</c:v>
                </c:pt>
                <c:pt idx="672">
                  <c:v>0.19189902985949917</c:v>
                </c:pt>
                <c:pt idx="673">
                  <c:v>0.19486556200169722</c:v>
                </c:pt>
                <c:pt idx="674">
                  <c:v>0.19447416795039901</c:v>
                </c:pt>
                <c:pt idx="675">
                  <c:v>0.2036445250338717</c:v>
                </c:pt>
                <c:pt idx="676">
                  <c:v>0.19649437952888291</c:v>
                </c:pt>
                <c:pt idx="677">
                  <c:v>0.19390144403794418</c:v>
                </c:pt>
                <c:pt idx="678">
                  <c:v>0.19350588166070856</c:v>
                </c:pt>
                <c:pt idx="679">
                  <c:v>0.19490645787667965</c:v>
                </c:pt>
                <c:pt idx="680">
                  <c:v>0.19509787061535055</c:v>
                </c:pt>
                <c:pt idx="681">
                  <c:v>0.1910970497071571</c:v>
                </c:pt>
                <c:pt idx="682">
                  <c:v>0.19154904589438929</c:v>
                </c:pt>
                <c:pt idx="683">
                  <c:v>0.19132048186135486</c:v>
                </c:pt>
                <c:pt idx="684">
                  <c:v>0.19137169361910361</c:v>
                </c:pt>
                <c:pt idx="685">
                  <c:v>0.19140809397901115</c:v>
                </c:pt>
                <c:pt idx="686">
                  <c:v>0.18990794906649924</c:v>
                </c:pt>
                <c:pt idx="687">
                  <c:v>0.18752358170351602</c:v>
                </c:pt>
                <c:pt idx="688">
                  <c:v>0.18725342702392225</c:v>
                </c:pt>
                <c:pt idx="689">
                  <c:v>0.1880111911562713</c:v>
                </c:pt>
                <c:pt idx="690">
                  <c:v>0.18079854872298887</c:v>
                </c:pt>
                <c:pt idx="691">
                  <c:v>0.18195803166701816</c:v>
                </c:pt>
                <c:pt idx="692">
                  <c:v>0.18314131387389801</c:v>
                </c:pt>
                <c:pt idx="693">
                  <c:v>0.18315093192339149</c:v>
                </c:pt>
                <c:pt idx="694">
                  <c:v>0.18016872233679901</c:v>
                </c:pt>
                <c:pt idx="695">
                  <c:v>0.17810912137968701</c:v>
                </c:pt>
                <c:pt idx="696">
                  <c:v>0.17869695016983367</c:v>
                </c:pt>
                <c:pt idx="697">
                  <c:v>0.17378558150486206</c:v>
                </c:pt>
                <c:pt idx="698">
                  <c:v>0.17519654860775027</c:v>
                </c:pt>
                <c:pt idx="699">
                  <c:v>0.17267084038321026</c:v>
                </c:pt>
                <c:pt idx="700">
                  <c:v>0.1735337845287809</c:v>
                </c:pt>
                <c:pt idx="701">
                  <c:v>0.16436391197377248</c:v>
                </c:pt>
                <c:pt idx="702">
                  <c:v>0.16393970357048857</c:v>
                </c:pt>
                <c:pt idx="703">
                  <c:v>0.16175592033280223</c:v>
                </c:pt>
                <c:pt idx="704">
                  <c:v>0.16176712452247888</c:v>
                </c:pt>
                <c:pt idx="705">
                  <c:v>0.16131618547100368</c:v>
                </c:pt>
                <c:pt idx="706">
                  <c:v>0.15970596616006127</c:v>
                </c:pt>
                <c:pt idx="707">
                  <c:v>0.15401957656772625</c:v>
                </c:pt>
                <c:pt idx="708">
                  <c:v>0.1563507676424164</c:v>
                </c:pt>
                <c:pt idx="709">
                  <c:v>0.15552730470394763</c:v>
                </c:pt>
                <c:pt idx="710">
                  <c:v>0.1512410937565514</c:v>
                </c:pt>
                <c:pt idx="711">
                  <c:v>0.1515436396285387</c:v>
                </c:pt>
                <c:pt idx="712">
                  <c:v>0.15321793717181564</c:v>
                </c:pt>
                <c:pt idx="713">
                  <c:v>0.15083527337766606</c:v>
                </c:pt>
                <c:pt idx="714">
                  <c:v>0.15085669830580548</c:v>
                </c:pt>
                <c:pt idx="715">
                  <c:v>0.15054616398807849</c:v>
                </c:pt>
                <c:pt idx="716">
                  <c:v>0.15080447325110211</c:v>
                </c:pt>
                <c:pt idx="717">
                  <c:v>0.15282966157662953</c:v>
                </c:pt>
                <c:pt idx="718">
                  <c:v>0.15281809325835291</c:v>
                </c:pt>
                <c:pt idx="719">
                  <c:v>0.15399936594630645</c:v>
                </c:pt>
                <c:pt idx="720">
                  <c:v>0.15249479502092708</c:v>
                </c:pt>
                <c:pt idx="721">
                  <c:v>0.15241219355997312</c:v>
                </c:pt>
                <c:pt idx="722">
                  <c:v>0.15390242902896936</c:v>
                </c:pt>
                <c:pt idx="723">
                  <c:v>0.15414374262301569</c:v>
                </c:pt>
                <c:pt idx="724">
                  <c:v>0.15198345750749392</c:v>
                </c:pt>
                <c:pt idx="725">
                  <c:v>0.15350455588667752</c:v>
                </c:pt>
                <c:pt idx="726">
                  <c:v>0.15406629697765434</c:v>
                </c:pt>
                <c:pt idx="727">
                  <c:v>0.15587092867747873</c:v>
                </c:pt>
                <c:pt idx="728">
                  <c:v>0.15055990687869741</c:v>
                </c:pt>
                <c:pt idx="729">
                  <c:v>0.15067574838885778</c:v>
                </c:pt>
                <c:pt idx="730">
                  <c:v>0.1384556927231872</c:v>
                </c:pt>
                <c:pt idx="731">
                  <c:v>0.13908604043565193</c:v>
                </c:pt>
                <c:pt idx="732">
                  <c:v>0.13903291147989483</c:v>
                </c:pt>
                <c:pt idx="733">
                  <c:v>0.13531420798037405</c:v>
                </c:pt>
                <c:pt idx="734">
                  <c:v>0.13532190171862707</c:v>
                </c:pt>
                <c:pt idx="735">
                  <c:v>0.11866832841787031</c:v>
                </c:pt>
                <c:pt idx="736">
                  <c:v>0.11910005464712915</c:v>
                </c:pt>
                <c:pt idx="737">
                  <c:v>0.12341816680823406</c:v>
                </c:pt>
                <c:pt idx="738">
                  <c:v>0.12379010064197037</c:v>
                </c:pt>
                <c:pt idx="739">
                  <c:v>0.12295570636946282</c:v>
                </c:pt>
                <c:pt idx="740">
                  <c:v>0.12289662956860141</c:v>
                </c:pt>
                <c:pt idx="741">
                  <c:v>0.12296216739375365</c:v>
                </c:pt>
                <c:pt idx="742">
                  <c:v>0.12444353916808204</c:v>
                </c:pt>
                <c:pt idx="743">
                  <c:v>0.12379591721314588</c:v>
                </c:pt>
                <c:pt idx="744">
                  <c:v>0.12345099624780786</c:v>
                </c:pt>
                <c:pt idx="745">
                  <c:v>0.12338963833101071</c:v>
                </c:pt>
                <c:pt idx="746">
                  <c:v>0.12375853457986617</c:v>
                </c:pt>
                <c:pt idx="747">
                  <c:v>0.13012332077752048</c:v>
                </c:pt>
                <c:pt idx="748">
                  <c:v>0.13082062036186959</c:v>
                </c:pt>
                <c:pt idx="749">
                  <c:v>0.13031332137895019</c:v>
                </c:pt>
                <c:pt idx="750">
                  <c:v>0.13025667437923855</c:v>
                </c:pt>
                <c:pt idx="751">
                  <c:v>0.12600605635162199</c:v>
                </c:pt>
                <c:pt idx="752">
                  <c:v>0.12475763500293451</c:v>
                </c:pt>
                <c:pt idx="753">
                  <c:v>0.12550949440755738</c:v>
                </c:pt>
                <c:pt idx="754">
                  <c:v>0.12595168282631108</c:v>
                </c:pt>
                <c:pt idx="755">
                  <c:v>0.1248651834335669</c:v>
                </c:pt>
                <c:pt idx="756">
                  <c:v>0.12685056135175057</c:v>
                </c:pt>
                <c:pt idx="757">
                  <c:v>0.12678230588195566</c:v>
                </c:pt>
                <c:pt idx="758">
                  <c:v>0.12517461580000144</c:v>
                </c:pt>
                <c:pt idx="759">
                  <c:v>0.12562047644271579</c:v>
                </c:pt>
                <c:pt idx="760">
                  <c:v>0.12403284748096888</c:v>
                </c:pt>
                <c:pt idx="761">
                  <c:v>0.12315701098976137</c:v>
                </c:pt>
                <c:pt idx="762">
                  <c:v>0.12333831603921723</c:v>
                </c:pt>
                <c:pt idx="763">
                  <c:v>0.11882646169940429</c:v>
                </c:pt>
                <c:pt idx="764">
                  <c:v>0.12098829177140534</c:v>
                </c:pt>
                <c:pt idx="765">
                  <c:v>0.12146605007998694</c:v>
                </c:pt>
                <c:pt idx="766">
                  <c:v>0.12241164658781034</c:v>
                </c:pt>
                <c:pt idx="767">
                  <c:v>0.12097747990459957</c:v>
                </c:pt>
                <c:pt idx="768">
                  <c:v>0.11831471375752647</c:v>
                </c:pt>
                <c:pt idx="769">
                  <c:v>0.11761027497485506</c:v>
                </c:pt>
                <c:pt idx="770">
                  <c:v>0.11569536328110026</c:v>
                </c:pt>
                <c:pt idx="771">
                  <c:v>0.11645103371905845</c:v>
                </c:pt>
                <c:pt idx="772">
                  <c:v>0.11273135893856508</c:v>
                </c:pt>
                <c:pt idx="773">
                  <c:v>0.11206068800703559</c:v>
                </c:pt>
                <c:pt idx="774">
                  <c:v>0.11451689772433926</c:v>
                </c:pt>
                <c:pt idx="775">
                  <c:v>0.11398140660146049</c:v>
                </c:pt>
                <c:pt idx="776">
                  <c:v>0.11843460199262944</c:v>
                </c:pt>
                <c:pt idx="777">
                  <c:v>0.1149614996717582</c:v>
                </c:pt>
                <c:pt idx="778">
                  <c:v>0.11427668341740305</c:v>
                </c:pt>
                <c:pt idx="779">
                  <c:v>0.11292253216779388</c:v>
                </c:pt>
                <c:pt idx="780">
                  <c:v>0.11209393518422282</c:v>
                </c:pt>
                <c:pt idx="781">
                  <c:v>0.12015792870430349</c:v>
                </c:pt>
                <c:pt idx="782">
                  <c:v>0.11938339037866653</c:v>
                </c:pt>
                <c:pt idx="783">
                  <c:v>0.11860041786875827</c:v>
                </c:pt>
                <c:pt idx="784">
                  <c:v>0.11884743660020894</c:v>
                </c:pt>
                <c:pt idx="785">
                  <c:v>0.11773302403808605</c:v>
                </c:pt>
                <c:pt idx="786">
                  <c:v>0.11670864069793345</c:v>
                </c:pt>
                <c:pt idx="787">
                  <c:v>0.11639441057696596</c:v>
                </c:pt>
                <c:pt idx="788">
                  <c:v>0.11737885987588531</c:v>
                </c:pt>
                <c:pt idx="789">
                  <c:v>0.11702952126475452</c:v>
                </c:pt>
                <c:pt idx="790">
                  <c:v>0.1168505507917656</c:v>
                </c:pt>
                <c:pt idx="791">
                  <c:v>0.1178802351139006</c:v>
                </c:pt>
                <c:pt idx="792">
                  <c:v>0.11784106950048</c:v>
                </c:pt>
                <c:pt idx="793">
                  <c:v>0.11737325598422747</c:v>
                </c:pt>
                <c:pt idx="794">
                  <c:v>0.11820477362811786</c:v>
                </c:pt>
                <c:pt idx="795">
                  <c:v>0.1181017715391178</c:v>
                </c:pt>
                <c:pt idx="796">
                  <c:v>0.11748838226012691</c:v>
                </c:pt>
                <c:pt idx="797">
                  <c:v>0.11457730363590593</c:v>
                </c:pt>
                <c:pt idx="798">
                  <c:v>0.11586680122933683</c:v>
                </c:pt>
                <c:pt idx="799">
                  <c:v>0.11575837356687189</c:v>
                </c:pt>
                <c:pt idx="800">
                  <c:v>0.11706798242249922</c:v>
                </c:pt>
                <c:pt idx="801">
                  <c:v>0.11726918057130106</c:v>
                </c:pt>
                <c:pt idx="802">
                  <c:v>0.11530895139227676</c:v>
                </c:pt>
                <c:pt idx="803">
                  <c:v>0.12044056963315695</c:v>
                </c:pt>
                <c:pt idx="804">
                  <c:v>0.120693014556402</c:v>
                </c:pt>
                <c:pt idx="805">
                  <c:v>0.12102733001338786</c:v>
                </c:pt>
                <c:pt idx="806">
                  <c:v>0.12062678680506772</c:v>
                </c:pt>
                <c:pt idx="807">
                  <c:v>0.11391608552953741</c:v>
                </c:pt>
                <c:pt idx="808">
                  <c:v>0.11358625946382357</c:v>
                </c:pt>
                <c:pt idx="809">
                  <c:v>0.11366281848117592</c:v>
                </c:pt>
                <c:pt idx="810">
                  <c:v>0.11369212530308422</c:v>
                </c:pt>
                <c:pt idx="811">
                  <c:v>0.1155505929254529</c:v>
                </c:pt>
                <c:pt idx="812">
                  <c:v>0.12007692661408663</c:v>
                </c:pt>
                <c:pt idx="813">
                  <c:v>0.11879566504674446</c:v>
                </c:pt>
                <c:pt idx="814">
                  <c:v>0.11828685615478608</c:v>
                </c:pt>
                <c:pt idx="815">
                  <c:v>0.11869365553561312</c:v>
                </c:pt>
                <c:pt idx="816">
                  <c:v>0.11705258488012404</c:v>
                </c:pt>
                <c:pt idx="817">
                  <c:v>0.1213912369439395</c:v>
                </c:pt>
                <c:pt idx="818">
                  <c:v>0.12140779635982671</c:v>
                </c:pt>
                <c:pt idx="819">
                  <c:v>0.12064841637121208</c:v>
                </c:pt>
                <c:pt idx="820">
                  <c:v>0.12063527268982797</c:v>
                </c:pt>
                <c:pt idx="821">
                  <c:v>0.12313054667881455</c:v>
                </c:pt>
                <c:pt idx="822">
                  <c:v>0.12285876471703845</c:v>
                </c:pt>
                <c:pt idx="823">
                  <c:v>0.12389267142933962</c:v>
                </c:pt>
                <c:pt idx="824">
                  <c:v>0.12266629390756432</c:v>
                </c:pt>
                <c:pt idx="825">
                  <c:v>0.12337132252002078</c:v>
                </c:pt>
                <c:pt idx="826">
                  <c:v>0.1233010689054249</c:v>
                </c:pt>
                <c:pt idx="827">
                  <c:v>0.12336225159522693</c:v>
                </c:pt>
                <c:pt idx="828">
                  <c:v>0.12347105871005987</c:v>
                </c:pt>
                <c:pt idx="829">
                  <c:v>0.12678794307218086</c:v>
                </c:pt>
                <c:pt idx="830">
                  <c:v>0.12680753653483653</c:v>
                </c:pt>
                <c:pt idx="831">
                  <c:v>0.12600727662604197</c:v>
                </c:pt>
                <c:pt idx="832">
                  <c:v>0.1261171884413024</c:v>
                </c:pt>
                <c:pt idx="833">
                  <c:v>0.12657584515329606</c:v>
                </c:pt>
                <c:pt idx="834">
                  <c:v>0.12401957745944928</c:v>
                </c:pt>
                <c:pt idx="835">
                  <c:v>0.12722767727348788</c:v>
                </c:pt>
                <c:pt idx="836">
                  <c:v>0.12822808545051698</c:v>
                </c:pt>
                <c:pt idx="837">
                  <c:v>0.12825450532278865</c:v>
                </c:pt>
                <c:pt idx="838">
                  <c:v>0.13068930473792167</c:v>
                </c:pt>
                <c:pt idx="839">
                  <c:v>0.1307233631032225</c:v>
                </c:pt>
                <c:pt idx="840">
                  <c:v>0.13211780567459933</c:v>
                </c:pt>
                <c:pt idx="841">
                  <c:v>0.12339879954364856</c:v>
                </c:pt>
                <c:pt idx="842">
                  <c:v>0.12313285920886087</c:v>
                </c:pt>
                <c:pt idx="843">
                  <c:v>0.12426893076124207</c:v>
                </c:pt>
                <c:pt idx="844">
                  <c:v>0.12694668092002315</c:v>
                </c:pt>
                <c:pt idx="845">
                  <c:v>0.12676670685200311</c:v>
                </c:pt>
                <c:pt idx="846">
                  <c:v>0.12695637045851618</c:v>
                </c:pt>
                <c:pt idx="847">
                  <c:v>0.12470729811598773</c:v>
                </c:pt>
                <c:pt idx="848">
                  <c:v>0.125487576669187</c:v>
                </c:pt>
                <c:pt idx="849">
                  <c:v>0.1254658139676951</c:v>
                </c:pt>
                <c:pt idx="850">
                  <c:v>0.12534040916436939</c:v>
                </c:pt>
                <c:pt idx="851">
                  <c:v>0.1242854504213614</c:v>
                </c:pt>
                <c:pt idx="852">
                  <c:v>0.12430627443700008</c:v>
                </c:pt>
                <c:pt idx="853">
                  <c:v>0.12816861457748488</c:v>
                </c:pt>
                <c:pt idx="854">
                  <c:v>0.13419222286692364</c:v>
                </c:pt>
                <c:pt idx="855">
                  <c:v>0.13427593850357911</c:v>
                </c:pt>
                <c:pt idx="856">
                  <c:v>0.13509549917856289</c:v>
                </c:pt>
                <c:pt idx="857">
                  <c:v>0.13443822549623405</c:v>
                </c:pt>
                <c:pt idx="858">
                  <c:v>0.13687177272721915</c:v>
                </c:pt>
                <c:pt idx="859">
                  <c:v>0.13648712064401874</c:v>
                </c:pt>
                <c:pt idx="860">
                  <c:v>0.13502820345695771</c:v>
                </c:pt>
                <c:pt idx="861">
                  <c:v>0.13642659303865798</c:v>
                </c:pt>
                <c:pt idx="862">
                  <c:v>0.13700384455820508</c:v>
                </c:pt>
                <c:pt idx="863">
                  <c:v>0.13854174173652442</c:v>
                </c:pt>
                <c:pt idx="864">
                  <c:v>0.14113344568714187</c:v>
                </c:pt>
                <c:pt idx="865">
                  <c:v>0.14238463019319972</c:v>
                </c:pt>
                <c:pt idx="866">
                  <c:v>0.14277662819706186</c:v>
                </c:pt>
                <c:pt idx="867">
                  <c:v>0.14186850727322187</c:v>
                </c:pt>
                <c:pt idx="868">
                  <c:v>0.15698239467305924</c:v>
                </c:pt>
                <c:pt idx="869">
                  <c:v>0.16042417660900732</c:v>
                </c:pt>
                <c:pt idx="870">
                  <c:v>0.16061386045261328</c:v>
                </c:pt>
                <c:pt idx="871">
                  <c:v>0.15882549810234384</c:v>
                </c:pt>
                <c:pt idx="872">
                  <c:v>0.15908278369388879</c:v>
                </c:pt>
                <c:pt idx="873">
                  <c:v>0.16020282895997706</c:v>
                </c:pt>
                <c:pt idx="874">
                  <c:v>0.1604370090235005</c:v>
                </c:pt>
                <c:pt idx="875">
                  <c:v>0.16036286014926973</c:v>
                </c:pt>
                <c:pt idx="876">
                  <c:v>0.16047871171982356</c:v>
                </c:pt>
                <c:pt idx="877">
                  <c:v>0.15743659514714303</c:v>
                </c:pt>
                <c:pt idx="878">
                  <c:v>0.17167309009977885</c:v>
                </c:pt>
                <c:pt idx="879">
                  <c:v>0.17187053227475263</c:v>
                </c:pt>
                <c:pt idx="880">
                  <c:v>0.17201162909051496</c:v>
                </c:pt>
                <c:pt idx="881">
                  <c:v>0.16985967328995277</c:v>
                </c:pt>
                <c:pt idx="882">
                  <c:v>0.17142657023650346</c:v>
                </c:pt>
                <c:pt idx="883">
                  <c:v>0.17056086134787435</c:v>
                </c:pt>
                <c:pt idx="884">
                  <c:v>0.17033725868087479</c:v>
                </c:pt>
                <c:pt idx="885">
                  <c:v>0.16978189757969697</c:v>
                </c:pt>
                <c:pt idx="886">
                  <c:v>0.17113419444539593</c:v>
                </c:pt>
                <c:pt idx="887">
                  <c:v>0.1711280213609544</c:v>
                </c:pt>
                <c:pt idx="888">
                  <c:v>0.17102848915223137</c:v>
                </c:pt>
                <c:pt idx="889">
                  <c:v>0.16851467561700698</c:v>
                </c:pt>
                <c:pt idx="890">
                  <c:v>0.16869782824398569</c:v>
                </c:pt>
                <c:pt idx="891">
                  <c:v>0.16956594547375009</c:v>
                </c:pt>
                <c:pt idx="892">
                  <c:v>0.16956594547375009</c:v>
                </c:pt>
                <c:pt idx="893">
                  <c:v>0.16945325679162423</c:v>
                </c:pt>
                <c:pt idx="894">
                  <c:v>0.16949523377129649</c:v>
                </c:pt>
                <c:pt idx="895">
                  <c:v>0.16712706259264973</c:v>
                </c:pt>
                <c:pt idx="896">
                  <c:v>0.16319020565076506</c:v>
                </c:pt>
                <c:pt idx="897">
                  <c:v>0.16636632807946469</c:v>
                </c:pt>
                <c:pt idx="898">
                  <c:v>0.16448263666026233</c:v>
                </c:pt>
                <c:pt idx="899">
                  <c:v>0.16443031917626016</c:v>
                </c:pt>
                <c:pt idx="900">
                  <c:v>0.16324310154916144</c:v>
                </c:pt>
                <c:pt idx="901">
                  <c:v>0.16784079532780818</c:v>
                </c:pt>
                <c:pt idx="902">
                  <c:v>0.16846026780967813</c:v>
                </c:pt>
                <c:pt idx="903">
                  <c:v>0.16761030226012011</c:v>
                </c:pt>
                <c:pt idx="904">
                  <c:v>0.16543917761982929</c:v>
                </c:pt>
                <c:pt idx="905">
                  <c:v>0.1679978199011089</c:v>
                </c:pt>
                <c:pt idx="906">
                  <c:v>0.1690152269742361</c:v>
                </c:pt>
                <c:pt idx="907">
                  <c:v>0.16966440564353175</c:v>
                </c:pt>
                <c:pt idx="908">
                  <c:v>0.17070816369624028</c:v>
                </c:pt>
                <c:pt idx="909">
                  <c:v>0.17206019748716445</c:v>
                </c:pt>
                <c:pt idx="910">
                  <c:v>0.17202370264352074</c:v>
                </c:pt>
                <c:pt idx="911">
                  <c:v>0.17187336528652503</c:v>
                </c:pt>
                <c:pt idx="912">
                  <c:v>0.17418582946508787</c:v>
                </c:pt>
                <c:pt idx="913">
                  <c:v>0.17320679430443925</c:v>
                </c:pt>
                <c:pt idx="914">
                  <c:v>0.16796147863449148</c:v>
                </c:pt>
                <c:pt idx="915">
                  <c:v>0.16793246735881759</c:v>
                </c:pt>
                <c:pt idx="916">
                  <c:v>0.16709395296851429</c:v>
                </c:pt>
                <c:pt idx="917">
                  <c:v>0.16759249518005859</c:v>
                </c:pt>
                <c:pt idx="918">
                  <c:v>0.16403909321163326</c:v>
                </c:pt>
                <c:pt idx="919">
                  <c:v>0.16533310997570114</c:v>
                </c:pt>
                <c:pt idx="920">
                  <c:v>0.16670628143890215</c:v>
                </c:pt>
                <c:pt idx="921">
                  <c:v>0.16592622405909344</c:v>
                </c:pt>
                <c:pt idx="922">
                  <c:v>0.1651417255735925</c:v>
                </c:pt>
                <c:pt idx="923">
                  <c:v>0.15918317335059662</c:v>
                </c:pt>
                <c:pt idx="924">
                  <c:v>0.15659512720518085</c:v>
                </c:pt>
                <c:pt idx="925">
                  <c:v>0.15412964727621847</c:v>
                </c:pt>
                <c:pt idx="926">
                  <c:v>0.15288001443471713</c:v>
                </c:pt>
                <c:pt idx="927">
                  <c:v>0.15285477720782634</c:v>
                </c:pt>
                <c:pt idx="928">
                  <c:v>0.1414464540238892</c:v>
                </c:pt>
                <c:pt idx="929">
                  <c:v>0.13873305375212436</c:v>
                </c:pt>
                <c:pt idx="930">
                  <c:v>0.13809676489540321</c:v>
                </c:pt>
                <c:pt idx="931">
                  <c:v>0.13928954053228446</c:v>
                </c:pt>
                <c:pt idx="932">
                  <c:v>0.13374533351593296</c:v>
                </c:pt>
                <c:pt idx="933">
                  <c:v>0.13305762623128778</c:v>
                </c:pt>
                <c:pt idx="934">
                  <c:v>0.13232202937389947</c:v>
                </c:pt>
                <c:pt idx="935">
                  <c:v>0.13044213679194103</c:v>
                </c:pt>
                <c:pt idx="936">
                  <c:v>0.13002952207160298</c:v>
                </c:pt>
                <c:pt idx="937">
                  <c:v>0.12977053006972064</c:v>
                </c:pt>
                <c:pt idx="938">
                  <c:v>0.11559808162152292</c:v>
                </c:pt>
                <c:pt idx="939">
                  <c:v>0.11508795221813062</c:v>
                </c:pt>
                <c:pt idx="940">
                  <c:v>0.11707837097069872</c:v>
                </c:pt>
                <c:pt idx="941">
                  <c:v>0.11643432876628027</c:v>
                </c:pt>
                <c:pt idx="942">
                  <c:v>0.11482283464508358</c:v>
                </c:pt>
                <c:pt idx="943">
                  <c:v>0.11347009760658296</c:v>
                </c:pt>
                <c:pt idx="944">
                  <c:v>0.1129544416935655</c:v>
                </c:pt>
                <c:pt idx="945">
                  <c:v>0.11289215853028554</c:v>
                </c:pt>
                <c:pt idx="946">
                  <c:v>0.11311148482802266</c:v>
                </c:pt>
                <c:pt idx="947">
                  <c:v>0.11312483564928599</c:v>
                </c:pt>
                <c:pt idx="948">
                  <c:v>0.11434140003827077</c:v>
                </c:pt>
                <c:pt idx="949">
                  <c:v>0.11521622767060231</c:v>
                </c:pt>
                <c:pt idx="950">
                  <c:v>0.11441085864668261</c:v>
                </c:pt>
                <c:pt idx="951">
                  <c:v>0.11347853840249311</c:v>
                </c:pt>
                <c:pt idx="952">
                  <c:v>0.11908964519730647</c:v>
                </c:pt>
                <c:pt idx="953">
                  <c:v>0.11946296780997073</c:v>
                </c:pt>
                <c:pt idx="954">
                  <c:v>0.12084023967794723</c:v>
                </c:pt>
                <c:pt idx="955">
                  <c:v>0.12124219436695816</c:v>
                </c:pt>
                <c:pt idx="956">
                  <c:v>0.12049467405066613</c:v>
                </c:pt>
                <c:pt idx="957">
                  <c:v>0.11550438820631559</c:v>
                </c:pt>
                <c:pt idx="958">
                  <c:v>0.11809226269521039</c:v>
                </c:pt>
                <c:pt idx="959">
                  <c:v>0.11812779864857942</c:v>
                </c:pt>
                <c:pt idx="960">
                  <c:v>0.11953877337074803</c:v>
                </c:pt>
                <c:pt idx="961">
                  <c:v>0.12079543360434208</c:v>
                </c:pt>
                <c:pt idx="962">
                  <c:v>0.12020215514579975</c:v>
                </c:pt>
                <c:pt idx="963">
                  <c:v>0.12798184603784335</c:v>
                </c:pt>
                <c:pt idx="964">
                  <c:v>0.1279529330837936</c:v>
                </c:pt>
                <c:pt idx="965">
                  <c:v>0.12484448685586835</c:v>
                </c:pt>
                <c:pt idx="966">
                  <c:v>0.12385961709032817</c:v>
                </c:pt>
                <c:pt idx="967">
                  <c:v>0.12563057708338798</c:v>
                </c:pt>
                <c:pt idx="968">
                  <c:v>0.12393885917483398</c:v>
                </c:pt>
                <c:pt idx="969">
                  <c:v>0.12300317193099027</c:v>
                </c:pt>
                <c:pt idx="970">
                  <c:v>0.12309550364229052</c:v>
                </c:pt>
                <c:pt idx="971">
                  <c:v>0.12311402238768167</c:v>
                </c:pt>
                <c:pt idx="972">
                  <c:v>0.12191181016467241</c:v>
                </c:pt>
                <c:pt idx="973">
                  <c:v>0.12008263256636156</c:v>
                </c:pt>
                <c:pt idx="974">
                  <c:v>0.12114940209146163</c:v>
                </c:pt>
                <c:pt idx="975">
                  <c:v>0.12319886074203606</c:v>
                </c:pt>
                <c:pt idx="976">
                  <c:v>0.12629039981228093</c:v>
                </c:pt>
                <c:pt idx="977">
                  <c:v>0.12490282473634713</c:v>
                </c:pt>
                <c:pt idx="978">
                  <c:v>0.12489074153848996</c:v>
                </c:pt>
                <c:pt idx="979">
                  <c:v>0.12500323250057666</c:v>
                </c:pt>
                <c:pt idx="980">
                  <c:v>0.12296299236569282</c:v>
                </c:pt>
                <c:pt idx="981">
                  <c:v>0.12375481007600939</c:v>
                </c:pt>
                <c:pt idx="982">
                  <c:v>0.12430698740876987</c:v>
                </c:pt>
                <c:pt idx="983">
                  <c:v>0.12402019737096136</c:v>
                </c:pt>
                <c:pt idx="984">
                  <c:v>0.12157744424502658</c:v>
                </c:pt>
                <c:pt idx="985">
                  <c:v>0.12141727127024336</c:v>
                </c:pt>
                <c:pt idx="986">
                  <c:v>0.12180315308601383</c:v>
                </c:pt>
                <c:pt idx="987">
                  <c:v>0.12181397932635661</c:v>
                </c:pt>
                <c:pt idx="988">
                  <c:v>0.12163751874360845</c:v>
                </c:pt>
                <c:pt idx="989">
                  <c:v>0.12223220802213346</c:v>
                </c:pt>
                <c:pt idx="990">
                  <c:v>0.12224360771475393</c:v>
                </c:pt>
                <c:pt idx="991">
                  <c:v>0.12122359226666195</c:v>
                </c:pt>
                <c:pt idx="992">
                  <c:v>0.12115329188921456</c:v>
                </c:pt>
                <c:pt idx="993">
                  <c:v>0.12131840499211366</c:v>
                </c:pt>
                <c:pt idx="994">
                  <c:v>0.13183476445400916</c:v>
                </c:pt>
                <c:pt idx="995">
                  <c:v>0.1341240254517804</c:v>
                </c:pt>
                <c:pt idx="996">
                  <c:v>0.13394206678350642</c:v>
                </c:pt>
                <c:pt idx="997">
                  <c:v>0.13405002102048783</c:v>
                </c:pt>
                <c:pt idx="998">
                  <c:v>0.13105764548731205</c:v>
                </c:pt>
                <c:pt idx="999">
                  <c:v>0.13196763740415263</c:v>
                </c:pt>
                <c:pt idx="1000">
                  <c:v>0.12942150804932973</c:v>
                </c:pt>
                <c:pt idx="1001">
                  <c:v>0.13022512332788447</c:v>
                </c:pt>
                <c:pt idx="1002">
                  <c:v>0.12965297606838744</c:v>
                </c:pt>
                <c:pt idx="1003">
                  <c:v>0.12908554199654731</c:v>
                </c:pt>
                <c:pt idx="1004">
                  <c:v>0.12927452381840202</c:v>
                </c:pt>
                <c:pt idx="1005">
                  <c:v>0.12993544472779617</c:v>
                </c:pt>
                <c:pt idx="1006">
                  <c:v>0.12877978562818268</c:v>
                </c:pt>
                <c:pt idx="1007">
                  <c:v>0.12898878666281718</c:v>
                </c:pt>
                <c:pt idx="1008">
                  <c:v>0.12857166292956848</c:v>
                </c:pt>
                <c:pt idx="1009">
                  <c:v>0.12965502127712941</c:v>
                </c:pt>
                <c:pt idx="1010">
                  <c:v>0.12958792983654779</c:v>
                </c:pt>
                <c:pt idx="1011">
                  <c:v>0.13244619041683381</c:v>
                </c:pt>
                <c:pt idx="1012">
                  <c:v>0.12897162478622964</c:v>
                </c:pt>
                <c:pt idx="1013">
                  <c:v>0.13081107284806215</c:v>
                </c:pt>
                <c:pt idx="1014">
                  <c:v>0.13186068032946424</c:v>
                </c:pt>
                <c:pt idx="1015">
                  <c:v>0.1364323561205705</c:v>
                </c:pt>
                <c:pt idx="1016">
                  <c:v>0.13670994545548135</c:v>
                </c:pt>
                <c:pt idx="1017">
                  <c:v>0.13845773643845627</c:v>
                </c:pt>
                <c:pt idx="1018">
                  <c:v>0.13807150395135787</c:v>
                </c:pt>
                <c:pt idx="1019">
                  <c:v>0.13806181850465957</c:v>
                </c:pt>
                <c:pt idx="1020">
                  <c:v>0.13684158043370159</c:v>
                </c:pt>
                <c:pt idx="1021">
                  <c:v>0.13200355811845454</c:v>
                </c:pt>
                <c:pt idx="1022">
                  <c:v>0.13232633313395323</c:v>
                </c:pt>
                <c:pt idx="1023">
                  <c:v>0.12460086459421992</c:v>
                </c:pt>
                <c:pt idx="1024">
                  <c:v>0.12467041716162755</c:v>
                </c:pt>
                <c:pt idx="1025">
                  <c:v>0.12248071325169556</c:v>
                </c:pt>
                <c:pt idx="1026">
                  <c:v>0.12160599394237057</c:v>
                </c:pt>
                <c:pt idx="1027">
                  <c:v>0.11987357620087272</c:v>
                </c:pt>
                <c:pt idx="1028">
                  <c:v>0.12446209469934674</c:v>
                </c:pt>
                <c:pt idx="1029">
                  <c:v>0.12418994800884925</c:v>
                </c:pt>
                <c:pt idx="1030">
                  <c:v>0.12534838285652417</c:v>
                </c:pt>
                <c:pt idx="1031">
                  <c:v>0.1254817902921187</c:v>
                </c:pt>
                <c:pt idx="1032">
                  <c:v>0.12405884388370994</c:v>
                </c:pt>
                <c:pt idx="1033">
                  <c:v>0.12408231057088748</c:v>
                </c:pt>
                <c:pt idx="1034">
                  <c:v>0.12427822477225195</c:v>
                </c:pt>
                <c:pt idx="1035">
                  <c:v>0.12317990687456751</c:v>
                </c:pt>
                <c:pt idx="1036">
                  <c:v>0.12241478682699369</c:v>
                </c:pt>
                <c:pt idx="1037">
                  <c:v>0.12242602124534678</c:v>
                </c:pt>
                <c:pt idx="1038">
                  <c:v>0.12241050677736583</c:v>
                </c:pt>
                <c:pt idx="1039">
                  <c:v>0.12199463116833588</c:v>
                </c:pt>
                <c:pt idx="1040">
                  <c:v>0.12214596977470601</c:v>
                </c:pt>
                <c:pt idx="1041">
                  <c:v>0.1258943596695665</c:v>
                </c:pt>
                <c:pt idx="1042">
                  <c:v>0.12542630978562941</c:v>
                </c:pt>
                <c:pt idx="1043">
                  <c:v>0.12623310358490741</c:v>
                </c:pt>
                <c:pt idx="1044">
                  <c:v>0.12665815396610552</c:v>
                </c:pt>
                <c:pt idx="1045">
                  <c:v>0.1273418269122755</c:v>
                </c:pt>
                <c:pt idx="1046">
                  <c:v>0.12690707116573297</c:v>
                </c:pt>
                <c:pt idx="1047">
                  <c:v>0.12850353500380671</c:v>
                </c:pt>
                <c:pt idx="1048">
                  <c:v>0.12937395423306156</c:v>
                </c:pt>
                <c:pt idx="1049">
                  <c:v>0.12912070702660686</c:v>
                </c:pt>
                <c:pt idx="1050">
                  <c:v>0.12914097460540516</c:v>
                </c:pt>
                <c:pt idx="1051">
                  <c:v>0.13260973965304154</c:v>
                </c:pt>
                <c:pt idx="1052">
                  <c:v>0.13386774639704566</c:v>
                </c:pt>
                <c:pt idx="1053">
                  <c:v>0.13364645480279652</c:v>
                </c:pt>
                <c:pt idx="1054">
                  <c:v>0.1235331714183602</c:v>
                </c:pt>
                <c:pt idx="1055">
                  <c:v>0.12097614710963284</c:v>
                </c:pt>
                <c:pt idx="1056">
                  <c:v>0.12089180693103585</c:v>
                </c:pt>
                <c:pt idx="1057">
                  <c:v>0.12087633111460991</c:v>
                </c:pt>
                <c:pt idx="1058">
                  <c:v>0.12085357311884999</c:v>
                </c:pt>
                <c:pt idx="1059">
                  <c:v>0.11955051921287418</c:v>
                </c:pt>
                <c:pt idx="1060">
                  <c:v>0.11915670340397007</c:v>
                </c:pt>
                <c:pt idx="1061">
                  <c:v>0.11864992575368909</c:v>
                </c:pt>
                <c:pt idx="1062">
                  <c:v>0.11893187681203848</c:v>
                </c:pt>
                <c:pt idx="1063">
                  <c:v>0.11987626332378973</c:v>
                </c:pt>
                <c:pt idx="1064">
                  <c:v>0.11980043066049753</c:v>
                </c:pt>
                <c:pt idx="1065">
                  <c:v>0.11891923480572712</c:v>
                </c:pt>
                <c:pt idx="1066">
                  <c:v>0.11848594853399283</c:v>
                </c:pt>
                <c:pt idx="1067">
                  <c:v>0.11791559046443464</c:v>
                </c:pt>
                <c:pt idx="1068">
                  <c:v>0.11865712517978935</c:v>
                </c:pt>
                <c:pt idx="1069">
                  <c:v>0.1155258245397678</c:v>
                </c:pt>
                <c:pt idx="1070">
                  <c:v>0.11532515270944853</c:v>
                </c:pt>
                <c:pt idx="1071">
                  <c:v>0.11037145771423923</c:v>
                </c:pt>
                <c:pt idx="1072">
                  <c:v>0.11021554828945759</c:v>
                </c:pt>
                <c:pt idx="1073">
                  <c:v>0.11179262581423104</c:v>
                </c:pt>
                <c:pt idx="1074">
                  <c:v>0.10925656944139191</c:v>
                </c:pt>
                <c:pt idx="1075">
                  <c:v>0.1020644527172638</c:v>
                </c:pt>
                <c:pt idx="1076">
                  <c:v>0.10207951686166948</c:v>
                </c:pt>
                <c:pt idx="1077">
                  <c:v>0.10015961481893772</c:v>
                </c:pt>
                <c:pt idx="1078">
                  <c:v>0.10152628181069712</c:v>
                </c:pt>
                <c:pt idx="1079">
                  <c:v>0.10220641377599135</c:v>
                </c:pt>
                <c:pt idx="1080">
                  <c:v>0.10165770682015311</c:v>
                </c:pt>
                <c:pt idx="1081">
                  <c:v>0.10228837599848178</c:v>
                </c:pt>
                <c:pt idx="1082">
                  <c:v>0.10361999921486266</c:v>
                </c:pt>
                <c:pt idx="1083">
                  <c:v>0.10732742553134517</c:v>
                </c:pt>
                <c:pt idx="1084">
                  <c:v>0.10716078700339245</c:v>
                </c:pt>
                <c:pt idx="1085">
                  <c:v>0.10720632475650219</c:v>
                </c:pt>
                <c:pt idx="1086">
                  <c:v>0.10697485210576758</c:v>
                </c:pt>
                <c:pt idx="1087">
                  <c:v>0.10559803927301438</c:v>
                </c:pt>
                <c:pt idx="1088">
                  <c:v>0.10024004071583305</c:v>
                </c:pt>
                <c:pt idx="1089">
                  <c:v>9.9836839095986854E-2</c:v>
                </c:pt>
                <c:pt idx="1090">
                  <c:v>9.8371201345908585E-2</c:v>
                </c:pt>
                <c:pt idx="1091">
                  <c:v>9.8500552179472664E-2</c:v>
                </c:pt>
                <c:pt idx="1092">
                  <c:v>9.9522193930528705E-2</c:v>
                </c:pt>
                <c:pt idx="1093">
                  <c:v>0.10163025306956119</c:v>
                </c:pt>
                <c:pt idx="1094">
                  <c:v>0.10016711984631028</c:v>
                </c:pt>
                <c:pt idx="1095">
                  <c:v>0.10161428166005081</c:v>
                </c:pt>
                <c:pt idx="1096">
                  <c:v>0.10026190769975017</c:v>
                </c:pt>
                <c:pt idx="1097">
                  <c:v>0.10040775022419708</c:v>
                </c:pt>
                <c:pt idx="1098">
                  <c:v>0.1012817407875139</c:v>
                </c:pt>
                <c:pt idx="1099">
                  <c:v>9.8753559214982828E-2</c:v>
                </c:pt>
                <c:pt idx="1100">
                  <c:v>0.10105776012437606</c:v>
                </c:pt>
                <c:pt idx="1101">
                  <c:v>9.4200527365467579E-2</c:v>
                </c:pt>
                <c:pt idx="1102">
                  <c:v>9.4394178037936358E-2</c:v>
                </c:pt>
                <c:pt idx="1103">
                  <c:v>9.6460145629763877E-2</c:v>
                </c:pt>
                <c:pt idx="1104">
                  <c:v>9.6214943692913474E-2</c:v>
                </c:pt>
                <c:pt idx="1105">
                  <c:v>9.5573335760946287E-2</c:v>
                </c:pt>
                <c:pt idx="1106">
                  <c:v>9.6539184983550269E-2</c:v>
                </c:pt>
                <c:pt idx="1107">
                  <c:v>9.3778393666366811E-2</c:v>
                </c:pt>
                <c:pt idx="1108">
                  <c:v>9.6973720710688313E-2</c:v>
                </c:pt>
                <c:pt idx="1109">
                  <c:v>9.6769725620207123E-2</c:v>
                </c:pt>
                <c:pt idx="1110">
                  <c:v>9.9231210235216652E-2</c:v>
                </c:pt>
                <c:pt idx="1111">
                  <c:v>9.6098177022868894E-2</c:v>
                </c:pt>
                <c:pt idx="1112">
                  <c:v>9.5655574939201293E-2</c:v>
                </c:pt>
                <c:pt idx="1113">
                  <c:v>9.6194547045848358E-2</c:v>
                </c:pt>
                <c:pt idx="1114">
                  <c:v>9.7070570868897033E-2</c:v>
                </c:pt>
                <c:pt idx="1115">
                  <c:v>9.7077141438293865E-2</c:v>
                </c:pt>
                <c:pt idx="1116">
                  <c:v>9.8591180545502824E-2</c:v>
                </c:pt>
                <c:pt idx="1117">
                  <c:v>9.8827663560087112E-2</c:v>
                </c:pt>
                <c:pt idx="1118">
                  <c:v>9.891216288253786E-2</c:v>
                </c:pt>
                <c:pt idx="1119">
                  <c:v>9.9013673940111166E-2</c:v>
                </c:pt>
                <c:pt idx="1120">
                  <c:v>9.8910021771202075E-2</c:v>
                </c:pt>
                <c:pt idx="1121">
                  <c:v>9.9082439737860628E-2</c:v>
                </c:pt>
                <c:pt idx="1122">
                  <c:v>9.8633421468123469E-2</c:v>
                </c:pt>
                <c:pt idx="1123">
                  <c:v>9.9441423691350672E-2</c:v>
                </c:pt>
                <c:pt idx="1124">
                  <c:v>9.9555223751801147E-2</c:v>
                </c:pt>
                <c:pt idx="1125">
                  <c:v>0.10254909035288121</c:v>
                </c:pt>
                <c:pt idx="1126">
                  <c:v>0.10259632117500155</c:v>
                </c:pt>
                <c:pt idx="1127">
                  <c:v>0.10294335302584326</c:v>
                </c:pt>
                <c:pt idx="1128">
                  <c:v>0.10191871786304742</c:v>
                </c:pt>
                <c:pt idx="1129">
                  <c:v>0.10180172803301757</c:v>
                </c:pt>
                <c:pt idx="1130">
                  <c:v>0.10222705933859659</c:v>
                </c:pt>
                <c:pt idx="1131">
                  <c:v>0.10221609810526133</c:v>
                </c:pt>
                <c:pt idx="1132">
                  <c:v>0.10221276562948056</c:v>
                </c:pt>
                <c:pt idx="1133">
                  <c:v>9.8014681708958662E-2</c:v>
                </c:pt>
                <c:pt idx="1134">
                  <c:v>9.898845335848562E-2</c:v>
                </c:pt>
                <c:pt idx="1135">
                  <c:v>0.10012484342652646</c:v>
                </c:pt>
                <c:pt idx="1136">
                  <c:v>0.10246643700190031</c:v>
                </c:pt>
                <c:pt idx="1137">
                  <c:v>0.10325916563741734</c:v>
                </c:pt>
                <c:pt idx="1138">
                  <c:v>0.1009591822202234</c:v>
                </c:pt>
                <c:pt idx="1139">
                  <c:v>0.10065780931587567</c:v>
                </c:pt>
                <c:pt idx="1140">
                  <c:v>0.10214457749613734</c:v>
                </c:pt>
                <c:pt idx="1141">
                  <c:v>0.10204143375800749</c:v>
                </c:pt>
                <c:pt idx="1142">
                  <c:v>0.1004697237471593</c:v>
                </c:pt>
                <c:pt idx="1143">
                  <c:v>9.9523910592686296E-2</c:v>
                </c:pt>
                <c:pt idx="1144">
                  <c:v>0.10004982148740202</c:v>
                </c:pt>
                <c:pt idx="1145">
                  <c:v>9.9952578416984267E-2</c:v>
                </c:pt>
                <c:pt idx="1146">
                  <c:v>0.101884071707979</c:v>
                </c:pt>
                <c:pt idx="1147">
                  <c:v>0.10183260291747998</c:v>
                </c:pt>
                <c:pt idx="1148">
                  <c:v>0.10254310296700452</c:v>
                </c:pt>
                <c:pt idx="1149">
                  <c:v>0.10392267660075159</c:v>
                </c:pt>
                <c:pt idx="1150">
                  <c:v>0.10392531722021363</c:v>
                </c:pt>
                <c:pt idx="1151">
                  <c:v>0.10879450135656546</c:v>
                </c:pt>
                <c:pt idx="1152">
                  <c:v>0.10845769541584062</c:v>
                </c:pt>
                <c:pt idx="1153">
                  <c:v>0.10647639652500054</c:v>
                </c:pt>
                <c:pt idx="1154">
                  <c:v>0.10652741256183144</c:v>
                </c:pt>
                <c:pt idx="1155">
                  <c:v>0.10450846304227053</c:v>
                </c:pt>
                <c:pt idx="1156">
                  <c:v>0.10396156330138458</c:v>
                </c:pt>
                <c:pt idx="1157">
                  <c:v>0.10400592486382522</c:v>
                </c:pt>
                <c:pt idx="1158">
                  <c:v>0.10312607127332633</c:v>
                </c:pt>
                <c:pt idx="1159">
                  <c:v>0.10501450747235362</c:v>
                </c:pt>
                <c:pt idx="1160">
                  <c:v>0.10243146878088867</c:v>
                </c:pt>
                <c:pt idx="1161">
                  <c:v>0.10268110234926882</c:v>
                </c:pt>
                <c:pt idx="1162">
                  <c:v>0.10294151704829006</c:v>
                </c:pt>
                <c:pt idx="1163">
                  <c:v>0.10129894523184704</c:v>
                </c:pt>
                <c:pt idx="1164">
                  <c:v>0.10192066306359097</c:v>
                </c:pt>
                <c:pt idx="1165">
                  <c:v>0.10184451409304018</c:v>
                </c:pt>
                <c:pt idx="1166">
                  <c:v>0.10112130641051616</c:v>
                </c:pt>
                <c:pt idx="1167">
                  <c:v>0.10301687931464831</c:v>
                </c:pt>
                <c:pt idx="1168">
                  <c:v>0.10064356151575851</c:v>
                </c:pt>
                <c:pt idx="1169">
                  <c:v>0.10012421421008226</c:v>
                </c:pt>
                <c:pt idx="1170">
                  <c:v>9.8863384423460918E-2</c:v>
                </c:pt>
                <c:pt idx="1171">
                  <c:v>9.8944993449964685E-2</c:v>
                </c:pt>
                <c:pt idx="1172">
                  <c:v>9.7868600771387107E-2</c:v>
                </c:pt>
                <c:pt idx="1173">
                  <c:v>9.7423720878595604E-2</c:v>
                </c:pt>
                <c:pt idx="1174">
                  <c:v>9.6361381778724414E-2</c:v>
                </c:pt>
                <c:pt idx="1175">
                  <c:v>9.6205587596281339E-2</c:v>
                </c:pt>
                <c:pt idx="1176">
                  <c:v>9.4784111519864808E-2</c:v>
                </c:pt>
                <c:pt idx="1177">
                  <c:v>9.951074875933788E-2</c:v>
                </c:pt>
                <c:pt idx="1178">
                  <c:v>0.10173037794390705</c:v>
                </c:pt>
                <c:pt idx="1179">
                  <c:v>0.10182017648277306</c:v>
                </c:pt>
                <c:pt idx="1180">
                  <c:v>0.10209343527095036</c:v>
                </c:pt>
                <c:pt idx="1181">
                  <c:v>0.10251166432184143</c:v>
                </c:pt>
                <c:pt idx="1182">
                  <c:v>0.10564413946542339</c:v>
                </c:pt>
                <c:pt idx="1183">
                  <c:v>0.10427742902176784</c:v>
                </c:pt>
                <c:pt idx="1184">
                  <c:v>0.10418648925063596</c:v>
                </c:pt>
                <c:pt idx="1185">
                  <c:v>0.1006331210429621</c:v>
                </c:pt>
                <c:pt idx="1186">
                  <c:v>0.10070482441778522</c:v>
                </c:pt>
                <c:pt idx="1187">
                  <c:v>0.10253855231991725</c:v>
                </c:pt>
                <c:pt idx="1188">
                  <c:v>0.10921385505325422</c:v>
                </c:pt>
                <c:pt idx="1189">
                  <c:v>0.11066899800144606</c:v>
                </c:pt>
                <c:pt idx="1190">
                  <c:v>0.11269685015073982</c:v>
                </c:pt>
                <c:pt idx="1191">
                  <c:v>0.11275654229581748</c:v>
                </c:pt>
                <c:pt idx="1192">
                  <c:v>0.11269899778478475</c:v>
                </c:pt>
                <c:pt idx="1193">
                  <c:v>0.11289556355847842</c:v>
                </c:pt>
                <c:pt idx="1194">
                  <c:v>0.11132366553646432</c:v>
                </c:pt>
                <c:pt idx="1195">
                  <c:v>0.11922525838633413</c:v>
                </c:pt>
                <c:pt idx="1196">
                  <c:v>0.1161870198999025</c:v>
                </c:pt>
                <c:pt idx="1197">
                  <c:v>0.11697982963901461</c:v>
                </c:pt>
                <c:pt idx="1198">
                  <c:v>0.11742608205063605</c:v>
                </c:pt>
                <c:pt idx="1199">
                  <c:v>0.11789086004163313</c:v>
                </c:pt>
                <c:pt idx="1200">
                  <c:v>0.11724540972547676</c:v>
                </c:pt>
                <c:pt idx="1201">
                  <c:v>0.1179493479336198</c:v>
                </c:pt>
                <c:pt idx="1202">
                  <c:v>0.11791641452130115</c:v>
                </c:pt>
                <c:pt idx="1203">
                  <c:v>0.11857624751431575</c:v>
                </c:pt>
                <c:pt idx="1204">
                  <c:v>0.11797722489201184</c:v>
                </c:pt>
                <c:pt idx="1205">
                  <c:v>0.11824991116920733</c:v>
                </c:pt>
                <c:pt idx="1206">
                  <c:v>0.11642755745781674</c:v>
                </c:pt>
                <c:pt idx="1207">
                  <c:v>0.11721669979940746</c:v>
                </c:pt>
                <c:pt idx="1208">
                  <c:v>0.11678071453855551</c:v>
                </c:pt>
                <c:pt idx="1209">
                  <c:v>0.11696814516376178</c:v>
                </c:pt>
                <c:pt idx="1210">
                  <c:v>0.11692170913819472</c:v>
                </c:pt>
                <c:pt idx="1211">
                  <c:v>0.11309930000232958</c:v>
                </c:pt>
                <c:pt idx="1212">
                  <c:v>0.1124541976818615</c:v>
                </c:pt>
                <c:pt idx="1213">
                  <c:v>0.11453103257951014</c:v>
                </c:pt>
                <c:pt idx="1214">
                  <c:v>0.11436941261706682</c:v>
                </c:pt>
                <c:pt idx="1215">
                  <c:v>0.11419113860362905</c:v>
                </c:pt>
                <c:pt idx="1216">
                  <c:v>0.11479349712876095</c:v>
                </c:pt>
                <c:pt idx="1217">
                  <c:v>0.11481288993364488</c:v>
                </c:pt>
                <c:pt idx="1218">
                  <c:v>0.11585470956682581</c:v>
                </c:pt>
                <c:pt idx="1219">
                  <c:v>0.1142773842121567</c:v>
                </c:pt>
                <c:pt idx="1220">
                  <c:v>0.1143232940363513</c:v>
                </c:pt>
                <c:pt idx="1221">
                  <c:v>0.11594450981366994</c:v>
                </c:pt>
                <c:pt idx="1222">
                  <c:v>0.1157227251608087</c:v>
                </c:pt>
                <c:pt idx="1223">
                  <c:v>0.11450482204338139</c:v>
                </c:pt>
                <c:pt idx="1224">
                  <c:v>0.11375025632304889</c:v>
                </c:pt>
                <c:pt idx="1225">
                  <c:v>0.11755853990708097</c:v>
                </c:pt>
                <c:pt idx="1226">
                  <c:v>0.12096569607586544</c:v>
                </c:pt>
                <c:pt idx="1227">
                  <c:v>0.11926967250588481</c:v>
                </c:pt>
                <c:pt idx="1228">
                  <c:v>0.11822032519044937</c:v>
                </c:pt>
                <c:pt idx="1229">
                  <c:v>0.11876139588495234</c:v>
                </c:pt>
                <c:pt idx="1230">
                  <c:v>0.11791124369554631</c:v>
                </c:pt>
                <c:pt idx="1231">
                  <c:v>0.11741880411297859</c:v>
                </c:pt>
                <c:pt idx="1232">
                  <c:v>0.12296504174571497</c:v>
                </c:pt>
                <c:pt idx="1233">
                  <c:v>0.1239523331017046</c:v>
                </c:pt>
                <c:pt idx="1234">
                  <c:v>0.12402364987700355</c:v>
                </c:pt>
                <c:pt idx="1235">
                  <c:v>0.12437703627495865</c:v>
                </c:pt>
                <c:pt idx="1236">
                  <c:v>0.12408320554492895</c:v>
                </c:pt>
                <c:pt idx="1237">
                  <c:v>0.12387939788495496</c:v>
                </c:pt>
                <c:pt idx="1238">
                  <c:v>0.12328164859927829</c:v>
                </c:pt>
                <c:pt idx="1239">
                  <c:v>0.12329797433281812</c:v>
                </c:pt>
                <c:pt idx="1240">
                  <c:v>0.12316971218607277</c:v>
                </c:pt>
                <c:pt idx="1241">
                  <c:v>0.12765403337649828</c:v>
                </c:pt>
                <c:pt idx="1242">
                  <c:v>0.1249900170928917</c:v>
                </c:pt>
                <c:pt idx="1243">
                  <c:v>0.1282523517476914</c:v>
                </c:pt>
                <c:pt idx="1244">
                  <c:v>0.12943556619650631</c:v>
                </c:pt>
                <c:pt idx="1245">
                  <c:v>0.12935940787890016</c:v>
                </c:pt>
                <c:pt idx="1246">
                  <c:v>0.12908670007244441</c:v>
                </c:pt>
                <c:pt idx="1247">
                  <c:v>0.12649039033641105</c:v>
                </c:pt>
                <c:pt idx="1248">
                  <c:v>0.12177750815124042</c:v>
                </c:pt>
                <c:pt idx="1249">
                  <c:v>0.12369881396469082</c:v>
                </c:pt>
                <c:pt idx="1250">
                  <c:v>0.12358822882898172</c:v>
                </c:pt>
                <c:pt idx="1251">
                  <c:v>0.12506871656975929</c:v>
                </c:pt>
                <c:pt idx="1252">
                  <c:v>0.1254333586316938</c:v>
                </c:pt>
                <c:pt idx="1253">
                  <c:v>0.12522312763589341</c:v>
                </c:pt>
                <c:pt idx="1254">
                  <c:v>0.12591536988343144</c:v>
                </c:pt>
                <c:pt idx="1255">
                  <c:v>0.11776843567220364</c:v>
                </c:pt>
                <c:pt idx="1256">
                  <c:v>0.1189195311181302</c:v>
                </c:pt>
                <c:pt idx="1257">
                  <c:v>0.1182047525500719</c:v>
                </c:pt>
                <c:pt idx="1258">
                  <c:v>0.11817911585271237</c:v>
                </c:pt>
                <c:pt idx="1259">
                  <c:v>0.11682071095689572</c:v>
                </c:pt>
                <c:pt idx="1260">
                  <c:v>0.11679071111775041</c:v>
                </c:pt>
                <c:pt idx="1261">
                  <c:v>0.11633883068616312</c:v>
                </c:pt>
                <c:pt idx="1262">
                  <c:v>0.11672591320507766</c:v>
                </c:pt>
                <c:pt idx="1263">
                  <c:v>0.11461898502784588</c:v>
                </c:pt>
                <c:pt idx="1264">
                  <c:v>0.11464990704942014</c:v>
                </c:pt>
                <c:pt idx="1265">
                  <c:v>0.11468832207482584</c:v>
                </c:pt>
                <c:pt idx="1266">
                  <c:v>0.11504840528804403</c:v>
                </c:pt>
                <c:pt idx="1267">
                  <c:v>0.11412943053942852</c:v>
                </c:pt>
                <c:pt idx="1268">
                  <c:v>0.11427331954276131</c:v>
                </c:pt>
                <c:pt idx="1269">
                  <c:v>0.11387245898484075</c:v>
                </c:pt>
                <c:pt idx="1270">
                  <c:v>0.1138425889149024</c:v>
                </c:pt>
                <c:pt idx="1271">
                  <c:v>0.11334823363333285</c:v>
                </c:pt>
                <c:pt idx="1272">
                  <c:v>0.11313866937733791</c:v>
                </c:pt>
                <c:pt idx="1273">
                  <c:v>0.11138661803810233</c:v>
                </c:pt>
                <c:pt idx="1274">
                  <c:v>0.11211390923550831</c:v>
                </c:pt>
                <c:pt idx="1275">
                  <c:v>0.11209554505125964</c:v>
                </c:pt>
                <c:pt idx="1276">
                  <c:v>0.11221981924111478</c:v>
                </c:pt>
                <c:pt idx="1277">
                  <c:v>0.11361255659894794</c:v>
                </c:pt>
                <c:pt idx="1278">
                  <c:v>0.11247608242930612</c:v>
                </c:pt>
                <c:pt idx="1279">
                  <c:v>0.11247608242930612</c:v>
                </c:pt>
                <c:pt idx="1280">
                  <c:v>0.1124763862222961</c:v>
                </c:pt>
                <c:pt idx="1281">
                  <c:v>0.11169719660230314</c:v>
                </c:pt>
                <c:pt idx="1282">
                  <c:v>0.11465624318673151</c:v>
                </c:pt>
                <c:pt idx="1283">
                  <c:v>0.11486585234045105</c:v>
                </c:pt>
                <c:pt idx="1284">
                  <c:v>0.11484867198895736</c:v>
                </c:pt>
                <c:pt idx="1285">
                  <c:v>0.11154450597658012</c:v>
                </c:pt>
                <c:pt idx="1286">
                  <c:v>0.10786451624332619</c:v>
                </c:pt>
                <c:pt idx="1287">
                  <c:v>0.10766074210142948</c:v>
                </c:pt>
                <c:pt idx="1288">
                  <c:v>0.11690185018326779</c:v>
                </c:pt>
                <c:pt idx="1289">
                  <c:v>0.11562110753869545</c:v>
                </c:pt>
                <c:pt idx="1290">
                  <c:v>0.11541586766330952</c:v>
                </c:pt>
                <c:pt idx="1291">
                  <c:v>0.11549230791027028</c:v>
                </c:pt>
                <c:pt idx="1292">
                  <c:v>0.11058424796644904</c:v>
                </c:pt>
                <c:pt idx="1293">
                  <c:v>0.10981447390014716</c:v>
                </c:pt>
                <c:pt idx="1294">
                  <c:v>0.10964912529503418</c:v>
                </c:pt>
                <c:pt idx="1295">
                  <c:v>0.11215385618705727</c:v>
                </c:pt>
                <c:pt idx="1296">
                  <c:v>0.11224138500782402</c:v>
                </c:pt>
                <c:pt idx="1297">
                  <c:v>0.10760886092303248</c:v>
                </c:pt>
                <c:pt idx="1298">
                  <c:v>0.10594334206930403</c:v>
                </c:pt>
                <c:pt idx="1299">
                  <c:v>0.10776764647666132</c:v>
                </c:pt>
                <c:pt idx="1300">
                  <c:v>0.10760595015367218</c:v>
                </c:pt>
                <c:pt idx="1301">
                  <c:v>0.10121925170269855</c:v>
                </c:pt>
                <c:pt idx="1302">
                  <c:v>0.10118405297412825</c:v>
                </c:pt>
                <c:pt idx="1303">
                  <c:v>9.746977262860107E-2</c:v>
                </c:pt>
                <c:pt idx="1304">
                  <c:v>9.6803558556245992E-2</c:v>
                </c:pt>
                <c:pt idx="1305">
                  <c:v>9.6744883979832177E-2</c:v>
                </c:pt>
                <c:pt idx="1306">
                  <c:v>0.10038835083340522</c:v>
                </c:pt>
                <c:pt idx="1307">
                  <c:v>0.10074313014387852</c:v>
                </c:pt>
                <c:pt idx="1308">
                  <c:v>0.10158343502356301</c:v>
                </c:pt>
                <c:pt idx="1309">
                  <c:v>9.6174297810392342E-2</c:v>
                </c:pt>
                <c:pt idx="1310">
                  <c:v>9.5978932010262086E-2</c:v>
                </c:pt>
                <c:pt idx="1311">
                  <c:v>9.444220831738534E-2</c:v>
                </c:pt>
                <c:pt idx="1312">
                  <c:v>9.4053203659652501E-2</c:v>
                </c:pt>
                <c:pt idx="1313">
                  <c:v>9.4145016880288632E-2</c:v>
                </c:pt>
                <c:pt idx="1314">
                  <c:v>9.3288318523175012E-2</c:v>
                </c:pt>
                <c:pt idx="1315">
                  <c:v>9.7207361093939071E-2</c:v>
                </c:pt>
                <c:pt idx="1316">
                  <c:v>9.7230602004213129E-2</c:v>
                </c:pt>
                <c:pt idx="1317">
                  <c:v>9.7723863990431412E-2</c:v>
                </c:pt>
                <c:pt idx="1318">
                  <c:v>9.7301213259110564E-2</c:v>
                </c:pt>
                <c:pt idx="1319">
                  <c:v>9.7243486819496322E-2</c:v>
                </c:pt>
                <c:pt idx="1320">
                  <c:v>9.8280065913348869E-2</c:v>
                </c:pt>
                <c:pt idx="1321">
                  <c:v>9.8312296591102702E-2</c:v>
                </c:pt>
                <c:pt idx="1322">
                  <c:v>0.10174215065713413</c:v>
                </c:pt>
                <c:pt idx="1323">
                  <c:v>0.10133817842639396</c:v>
                </c:pt>
                <c:pt idx="1324">
                  <c:v>0.10237936083715178</c:v>
                </c:pt>
                <c:pt idx="1325">
                  <c:v>0.10205033503794063</c:v>
                </c:pt>
                <c:pt idx="1326">
                  <c:v>0.10096654320841943</c:v>
                </c:pt>
                <c:pt idx="1327">
                  <c:v>0.10164842099868263</c:v>
                </c:pt>
                <c:pt idx="1328">
                  <c:v>0.10134969818422697</c:v>
                </c:pt>
                <c:pt idx="1329">
                  <c:v>0.10223140102694574</c:v>
                </c:pt>
                <c:pt idx="1330">
                  <c:v>0.10227765450072411</c:v>
                </c:pt>
                <c:pt idx="1331">
                  <c:v>0.10239880014524799</c:v>
                </c:pt>
                <c:pt idx="1332">
                  <c:v>0.10384626822244895</c:v>
                </c:pt>
                <c:pt idx="1333">
                  <c:v>0.10631239480011535</c:v>
                </c:pt>
                <c:pt idx="1334">
                  <c:v>0.10848021908257463</c:v>
                </c:pt>
                <c:pt idx="1335">
                  <c:v>0.10865735773444202</c:v>
                </c:pt>
                <c:pt idx="1336">
                  <c:v>0.11585475872248005</c:v>
                </c:pt>
                <c:pt idx="1337">
                  <c:v>0.11463018858744507</c:v>
                </c:pt>
                <c:pt idx="1338">
                  <c:v>0.11447952892274182</c:v>
                </c:pt>
                <c:pt idx="1339">
                  <c:v>0.11528353830183143</c:v>
                </c:pt>
                <c:pt idx="1340">
                  <c:v>0.11701513157258404</c:v>
                </c:pt>
                <c:pt idx="1341">
                  <c:v>0.11743385357767026</c:v>
                </c:pt>
                <c:pt idx="1342">
                  <c:v>0.11506236348835107</c:v>
                </c:pt>
                <c:pt idx="1343">
                  <c:v>0.11483144257297227</c:v>
                </c:pt>
                <c:pt idx="1344">
                  <c:v>0.11497348714274395</c:v>
                </c:pt>
                <c:pt idx="1345">
                  <c:v>0.11403539504046055</c:v>
                </c:pt>
                <c:pt idx="1346">
                  <c:v>0.11358350187551484</c:v>
                </c:pt>
                <c:pt idx="1347">
                  <c:v>0.11357688339040635</c:v>
                </c:pt>
                <c:pt idx="1348">
                  <c:v>0.10337349035644765</c:v>
                </c:pt>
                <c:pt idx="1349">
                  <c:v>0.10358503900218768</c:v>
                </c:pt>
                <c:pt idx="1350">
                  <c:v>0.10478132823057126</c:v>
                </c:pt>
                <c:pt idx="1351">
                  <c:v>0.10496509250254482</c:v>
                </c:pt>
                <c:pt idx="1352">
                  <c:v>0.10509594260742118</c:v>
                </c:pt>
                <c:pt idx="1353">
                  <c:v>0.10509050675569839</c:v>
                </c:pt>
                <c:pt idx="1354">
                  <c:v>0.10562538841569341</c:v>
                </c:pt>
                <c:pt idx="1355">
                  <c:v>0.10729891464849846</c:v>
                </c:pt>
                <c:pt idx="1356">
                  <c:v>0.10729810193086409</c:v>
                </c:pt>
                <c:pt idx="1357">
                  <c:v>0.10758553617108732</c:v>
                </c:pt>
                <c:pt idx="1358">
                  <c:v>0.10729908382568094</c:v>
                </c:pt>
                <c:pt idx="1359">
                  <c:v>0.10885792575646479</c:v>
                </c:pt>
                <c:pt idx="1360">
                  <c:v>0.10919977509755197</c:v>
                </c:pt>
                <c:pt idx="1361">
                  <c:v>0.11068784003766353</c:v>
                </c:pt>
                <c:pt idx="1362">
                  <c:v>0.11073709267862893</c:v>
                </c:pt>
                <c:pt idx="1363">
                  <c:v>0.11093490166209936</c:v>
                </c:pt>
                <c:pt idx="1364">
                  <c:v>0.12126291578946431</c:v>
                </c:pt>
                <c:pt idx="1365">
                  <c:v>0.12126509076106008</c:v>
                </c:pt>
                <c:pt idx="1366">
                  <c:v>0.1197458312497555</c:v>
                </c:pt>
                <c:pt idx="1367">
                  <c:v>0.12021328841631616</c:v>
                </c:pt>
                <c:pt idx="1368">
                  <c:v>0.1187892980113693</c:v>
                </c:pt>
                <c:pt idx="1369">
                  <c:v>0.12186205023769953</c:v>
                </c:pt>
                <c:pt idx="1370">
                  <c:v>0.11987572887320169</c:v>
                </c:pt>
                <c:pt idx="1371">
                  <c:v>0.12036997753395749</c:v>
                </c:pt>
                <c:pt idx="1372">
                  <c:v>0.12154144386287005</c:v>
                </c:pt>
                <c:pt idx="1373">
                  <c:v>0.1217942459190214</c:v>
                </c:pt>
                <c:pt idx="1374">
                  <c:v>0.12193587978794848</c:v>
                </c:pt>
                <c:pt idx="1375">
                  <c:v>0.11827581539974513</c:v>
                </c:pt>
                <c:pt idx="1376">
                  <c:v>0.11925405781391572</c:v>
                </c:pt>
                <c:pt idx="1377">
                  <c:v>0.11917622843389876</c:v>
                </c:pt>
                <c:pt idx="1378">
                  <c:v>0.12008076815775262</c:v>
                </c:pt>
                <c:pt idx="1379">
                  <c:v>0.12013448946627293</c:v>
                </c:pt>
                <c:pt idx="1380">
                  <c:v>0.11985470525966579</c:v>
                </c:pt>
                <c:pt idx="1381">
                  <c:v>0.11980545458848087</c:v>
                </c:pt>
                <c:pt idx="1382">
                  <c:v>0.11887641439034528</c:v>
                </c:pt>
                <c:pt idx="1383">
                  <c:v>0.11877973333379505</c:v>
                </c:pt>
                <c:pt idx="1384">
                  <c:v>0.12020874936429884</c:v>
                </c:pt>
                <c:pt idx="1385">
                  <c:v>0.12165084672321266</c:v>
                </c:pt>
                <c:pt idx="1386">
                  <c:v>0.1216446583917857</c:v>
                </c:pt>
                <c:pt idx="1387">
                  <c:v>0.12268183115243779</c:v>
                </c:pt>
                <c:pt idx="1388">
                  <c:v>0.12250490353381988</c:v>
                </c:pt>
                <c:pt idx="1389">
                  <c:v>0.12156410821776165</c:v>
                </c:pt>
                <c:pt idx="1390">
                  <c:v>0.12154764916257806</c:v>
                </c:pt>
                <c:pt idx="1391">
                  <c:v>0.1210906256781203</c:v>
                </c:pt>
                <c:pt idx="1392">
                  <c:v>0.1189909837062869</c:v>
                </c:pt>
                <c:pt idx="1393">
                  <c:v>0.11845962753584956</c:v>
                </c:pt>
                <c:pt idx="1394">
                  <c:v>0.11451909825180595</c:v>
                </c:pt>
                <c:pt idx="1395">
                  <c:v>0.11458961395832803</c:v>
                </c:pt>
                <c:pt idx="1396">
                  <c:v>0.1102432919670345</c:v>
                </c:pt>
                <c:pt idx="1397">
                  <c:v>0.11573790598311313</c:v>
                </c:pt>
                <c:pt idx="1398">
                  <c:v>0.12430428153036269</c:v>
                </c:pt>
                <c:pt idx="1399">
                  <c:v>0.12562145395956559</c:v>
                </c:pt>
                <c:pt idx="1400">
                  <c:v>0.13344848291839193</c:v>
                </c:pt>
                <c:pt idx="1401">
                  <c:v>0.13356669634636231</c:v>
                </c:pt>
                <c:pt idx="1402">
                  <c:v>0.13709593511015858</c:v>
                </c:pt>
                <c:pt idx="1403">
                  <c:v>0.13727132787886595</c:v>
                </c:pt>
                <c:pt idx="1404">
                  <c:v>0.13962814344063296</c:v>
                </c:pt>
                <c:pt idx="1405">
                  <c:v>0.13976581090633391</c:v>
                </c:pt>
                <c:pt idx="1406">
                  <c:v>0.13972477353348281</c:v>
                </c:pt>
                <c:pt idx="1407">
                  <c:v>0.14096834011668805</c:v>
                </c:pt>
                <c:pt idx="1408">
                  <c:v>0.14096834011668805</c:v>
                </c:pt>
                <c:pt idx="1409">
                  <c:v>0.14109910256894875</c:v>
                </c:pt>
                <c:pt idx="1410">
                  <c:v>0.15365530916274359</c:v>
                </c:pt>
                <c:pt idx="1411">
                  <c:v>0.15575204969133102</c:v>
                </c:pt>
                <c:pt idx="1412">
                  <c:v>0.15811813391001819</c:v>
                </c:pt>
                <c:pt idx="1413">
                  <c:v>0.15812040295454752</c:v>
                </c:pt>
                <c:pt idx="1414">
                  <c:v>0.15783585885020887</c:v>
                </c:pt>
                <c:pt idx="1415">
                  <c:v>0.16199558939381914</c:v>
                </c:pt>
                <c:pt idx="1416">
                  <c:v>0.16202624144025018</c:v>
                </c:pt>
                <c:pt idx="1417">
                  <c:v>0.16280663366737147</c:v>
                </c:pt>
                <c:pt idx="1418">
                  <c:v>0.16647951775070854</c:v>
                </c:pt>
                <c:pt idx="1419">
                  <c:v>0.16581820553888407</c:v>
                </c:pt>
                <c:pt idx="1420">
                  <c:v>0.16940882803723412</c:v>
                </c:pt>
                <c:pt idx="1421">
                  <c:v>0.16749003957230474</c:v>
                </c:pt>
                <c:pt idx="1422">
                  <c:v>0.16737292077922727</c:v>
                </c:pt>
                <c:pt idx="1423">
                  <c:v>0.16973115481623943</c:v>
                </c:pt>
                <c:pt idx="1424">
                  <c:v>0.16330626151757766</c:v>
                </c:pt>
                <c:pt idx="1425">
                  <c:v>0.16370697923682867</c:v>
                </c:pt>
                <c:pt idx="1426">
                  <c:v>0.16205389185208352</c:v>
                </c:pt>
                <c:pt idx="1427">
                  <c:v>0.16244603161185775</c:v>
                </c:pt>
                <c:pt idx="1428">
                  <c:v>0.16506675752760749</c:v>
                </c:pt>
                <c:pt idx="1429">
                  <c:v>0.16450357154435113</c:v>
                </c:pt>
                <c:pt idx="1430">
                  <c:v>0.16427654278220791</c:v>
                </c:pt>
                <c:pt idx="1431">
                  <c:v>0.16407866561035464</c:v>
                </c:pt>
                <c:pt idx="1432">
                  <c:v>0.16355975210446663</c:v>
                </c:pt>
                <c:pt idx="1433">
                  <c:v>0.16522572910815689</c:v>
                </c:pt>
                <c:pt idx="1434">
                  <c:v>0.16492572750550574</c:v>
                </c:pt>
                <c:pt idx="1435">
                  <c:v>0.16447830870330077</c:v>
                </c:pt>
                <c:pt idx="1436">
                  <c:v>0.16345059648568255</c:v>
                </c:pt>
                <c:pt idx="1437">
                  <c:v>0.16347233633175587</c:v>
                </c:pt>
                <c:pt idx="1438">
                  <c:v>0.16309161031742928</c:v>
                </c:pt>
                <c:pt idx="1439">
                  <c:v>0.16406132131779988</c:v>
                </c:pt>
                <c:pt idx="1440">
                  <c:v>0.16421017526638523</c:v>
                </c:pt>
                <c:pt idx="1441">
                  <c:v>0.16414893516332735</c:v>
                </c:pt>
                <c:pt idx="1442">
                  <c:v>0.16286843093924055</c:v>
                </c:pt>
                <c:pt idx="1443">
                  <c:v>0.16298545625040459</c:v>
                </c:pt>
                <c:pt idx="1444">
                  <c:v>0.1611206659092832</c:v>
                </c:pt>
                <c:pt idx="1445">
                  <c:v>0.16050096055470525</c:v>
                </c:pt>
                <c:pt idx="1446">
                  <c:v>0.16082771327085457</c:v>
                </c:pt>
                <c:pt idx="1447">
                  <c:v>0.15839918239388376</c:v>
                </c:pt>
                <c:pt idx="1448">
                  <c:v>0.1584711191139267</c:v>
                </c:pt>
                <c:pt idx="1449">
                  <c:v>0.15896874269032382</c:v>
                </c:pt>
                <c:pt idx="1450">
                  <c:v>0.15880415985244431</c:v>
                </c:pt>
                <c:pt idx="1451">
                  <c:v>0.16130379370742273</c:v>
                </c:pt>
                <c:pt idx="1452">
                  <c:v>0.16130773243205943</c:v>
                </c:pt>
                <c:pt idx="1453">
                  <c:v>0.16042999835716937</c:v>
                </c:pt>
                <c:pt idx="1454">
                  <c:v>0.16188201510223219</c:v>
                </c:pt>
                <c:pt idx="1455">
                  <c:v>0.16508207296238839</c:v>
                </c:pt>
                <c:pt idx="1456">
                  <c:v>0.16438295006230558</c:v>
                </c:pt>
                <c:pt idx="1457">
                  <c:v>0.15904595178646019</c:v>
                </c:pt>
                <c:pt idx="1458">
                  <c:v>0.15184255181724551</c:v>
                </c:pt>
                <c:pt idx="1459">
                  <c:v>0.15147882953274419</c:v>
                </c:pt>
                <c:pt idx="1460">
                  <c:v>0.14625526605034647</c:v>
                </c:pt>
                <c:pt idx="1461">
                  <c:v>0.14640341653418254</c:v>
                </c:pt>
                <c:pt idx="1462">
                  <c:v>0.14400468918918777</c:v>
                </c:pt>
                <c:pt idx="1463">
                  <c:v>0.14561710541632977</c:v>
                </c:pt>
                <c:pt idx="1464">
                  <c:v>0.1422520168752793</c:v>
                </c:pt>
                <c:pt idx="1465">
                  <c:v>0.14850203799320597</c:v>
                </c:pt>
                <c:pt idx="1466">
                  <c:v>0.15264244861323492</c:v>
                </c:pt>
                <c:pt idx="1467">
                  <c:v>0.15187129698352361</c:v>
                </c:pt>
                <c:pt idx="1468">
                  <c:v>0.15282231357175474</c:v>
                </c:pt>
                <c:pt idx="1469">
                  <c:v>0.15464289919419658</c:v>
                </c:pt>
                <c:pt idx="1470">
                  <c:v>0.14376032030750091</c:v>
                </c:pt>
                <c:pt idx="1471">
                  <c:v>0.14236416791132783</c:v>
                </c:pt>
                <c:pt idx="1472">
                  <c:v>0.13903500047086059</c:v>
                </c:pt>
                <c:pt idx="1473">
                  <c:v>0.13916659739502318</c:v>
                </c:pt>
                <c:pt idx="1474">
                  <c:v>0.13915604690357697</c:v>
                </c:pt>
                <c:pt idx="1475">
                  <c:v>0.13297345676258038</c:v>
                </c:pt>
                <c:pt idx="1476">
                  <c:v>0.1330111797263801</c:v>
                </c:pt>
                <c:pt idx="1477">
                  <c:v>0.13811345262721575</c:v>
                </c:pt>
                <c:pt idx="1478">
                  <c:v>0.13276240418921958</c:v>
                </c:pt>
                <c:pt idx="1479">
                  <c:v>0.13221162235123571</c:v>
                </c:pt>
                <c:pt idx="1480">
                  <c:v>0.1263479827530409</c:v>
                </c:pt>
                <c:pt idx="1481">
                  <c:v>0.12701685448015906</c:v>
                </c:pt>
                <c:pt idx="1482">
                  <c:v>0.12707668790997623</c:v>
                </c:pt>
                <c:pt idx="1483">
                  <c:v>0.12529507896784825</c:v>
                </c:pt>
                <c:pt idx="1484">
                  <c:v>0.12802088693461483</c:v>
                </c:pt>
                <c:pt idx="1485">
                  <c:v>0.12743806192468027</c:v>
                </c:pt>
                <c:pt idx="1486">
                  <c:v>0.12749904605824591</c:v>
                </c:pt>
                <c:pt idx="1487">
                  <c:v>0.13532652038179388</c:v>
                </c:pt>
                <c:pt idx="1488">
                  <c:v>0.13280267699466439</c:v>
                </c:pt>
                <c:pt idx="1489">
                  <c:v>0.13143674782177969</c:v>
                </c:pt>
                <c:pt idx="1490">
                  <c:v>0.13310489351622692</c:v>
                </c:pt>
                <c:pt idx="1491">
                  <c:v>0.13421908109063169</c:v>
                </c:pt>
                <c:pt idx="1492">
                  <c:v>0.13603575551913188</c:v>
                </c:pt>
                <c:pt idx="1493">
                  <c:v>0.13333154750216483</c:v>
                </c:pt>
                <c:pt idx="1494">
                  <c:v>0.13639331163083887</c:v>
                </c:pt>
                <c:pt idx="1495">
                  <c:v>0.13741163891197347</c:v>
                </c:pt>
                <c:pt idx="1496">
                  <c:v>0.13848703922713601</c:v>
                </c:pt>
                <c:pt idx="1497">
                  <c:v>0.13821070134436661</c:v>
                </c:pt>
                <c:pt idx="1498">
                  <c:v>0.1384263524436278</c:v>
                </c:pt>
                <c:pt idx="1499">
                  <c:v>0.14457073619066851</c:v>
                </c:pt>
                <c:pt idx="1500">
                  <c:v>0.14414727109006215</c:v>
                </c:pt>
                <c:pt idx="1501">
                  <c:v>0.1523926105909072</c:v>
                </c:pt>
                <c:pt idx="1502">
                  <c:v>0.15319198888201407</c:v>
                </c:pt>
                <c:pt idx="1503">
                  <c:v>0.15503549555297311</c:v>
                </c:pt>
                <c:pt idx="1504">
                  <c:v>0.1592707822163143</c:v>
                </c:pt>
                <c:pt idx="1505">
                  <c:v>0.15895843172650254</c:v>
                </c:pt>
                <c:pt idx="1506">
                  <c:v>0.15841597152401746</c:v>
                </c:pt>
                <c:pt idx="1507">
                  <c:v>0.15923537966040471</c:v>
                </c:pt>
                <c:pt idx="1508">
                  <c:v>0.16048320298610064</c:v>
                </c:pt>
                <c:pt idx="1509">
                  <c:v>0.16099782828306852</c:v>
                </c:pt>
                <c:pt idx="1510">
                  <c:v>0.16533920664572363</c:v>
                </c:pt>
                <c:pt idx="1511">
                  <c:v>0.16341501040944389</c:v>
                </c:pt>
                <c:pt idx="1512">
                  <c:v>0.17282930689565909</c:v>
                </c:pt>
                <c:pt idx="1513">
                  <c:v>0.17328393042164322</c:v>
                </c:pt>
                <c:pt idx="1514">
                  <c:v>0.17562578079927768</c:v>
                </c:pt>
                <c:pt idx="1515">
                  <c:v>0.17537868992940944</c:v>
                </c:pt>
                <c:pt idx="1516">
                  <c:v>0.17409019637698236</c:v>
                </c:pt>
                <c:pt idx="1517">
                  <c:v>0.17600994810097662</c:v>
                </c:pt>
                <c:pt idx="1518">
                  <c:v>0.17357126607471546</c:v>
                </c:pt>
                <c:pt idx="1519">
                  <c:v>0.17357430919798969</c:v>
                </c:pt>
                <c:pt idx="1520">
                  <c:v>0.17324501225485958</c:v>
                </c:pt>
                <c:pt idx="1521">
                  <c:v>0.17259605343407178</c:v>
                </c:pt>
                <c:pt idx="1522">
                  <c:v>0.17257643641812653</c:v>
                </c:pt>
                <c:pt idx="1523">
                  <c:v>0.17065849723341087</c:v>
                </c:pt>
                <c:pt idx="1524">
                  <c:v>0.17068664479643511</c:v>
                </c:pt>
                <c:pt idx="1525">
                  <c:v>0.17016970950759222</c:v>
                </c:pt>
                <c:pt idx="1526">
                  <c:v>0.1662567179730986</c:v>
                </c:pt>
                <c:pt idx="1527">
                  <c:v>0.16546171240255686</c:v>
                </c:pt>
                <c:pt idx="1528">
                  <c:v>0.16481197823426408</c:v>
                </c:pt>
                <c:pt idx="1529">
                  <c:v>0.16416292692405063</c:v>
                </c:pt>
                <c:pt idx="1530">
                  <c:v>0.16381873860655888</c:v>
                </c:pt>
                <c:pt idx="1531">
                  <c:v>0.16451953219777973</c:v>
                </c:pt>
                <c:pt idx="1532">
                  <c:v>0.16456758654842357</c:v>
                </c:pt>
                <c:pt idx="1533">
                  <c:v>0.16427073601790551</c:v>
                </c:pt>
                <c:pt idx="1534">
                  <c:v>0.16428090855377639</c:v>
                </c:pt>
                <c:pt idx="1535">
                  <c:v>0.16319149030655547</c:v>
                </c:pt>
                <c:pt idx="1536">
                  <c:v>0.16373497188123604</c:v>
                </c:pt>
                <c:pt idx="1537">
                  <c:v>0.15883757229598217</c:v>
                </c:pt>
                <c:pt idx="1538">
                  <c:v>0.15876885277084257</c:v>
                </c:pt>
                <c:pt idx="1539">
                  <c:v>0.15870941531136257</c:v>
                </c:pt>
                <c:pt idx="1540">
                  <c:v>0.15860524068542423</c:v>
                </c:pt>
                <c:pt idx="1541">
                  <c:v>0.15823991396888884</c:v>
                </c:pt>
                <c:pt idx="1542">
                  <c:v>0.1579958882751839</c:v>
                </c:pt>
                <c:pt idx="1543">
                  <c:v>0.15769155808579421</c:v>
                </c:pt>
                <c:pt idx="1544">
                  <c:v>0.15536521827889099</c:v>
                </c:pt>
                <c:pt idx="1545">
                  <c:v>0.15545319978062172</c:v>
                </c:pt>
                <c:pt idx="1546">
                  <c:v>0.15538457092438721</c:v>
                </c:pt>
                <c:pt idx="1547">
                  <c:v>0.15008026767620952</c:v>
                </c:pt>
                <c:pt idx="1548">
                  <c:v>0.14966526888982762</c:v>
                </c:pt>
                <c:pt idx="1549">
                  <c:v>0.15059624277844066</c:v>
                </c:pt>
                <c:pt idx="1550">
                  <c:v>0.14893974199575716</c:v>
                </c:pt>
                <c:pt idx="1551">
                  <c:v>0.14827869042414119</c:v>
                </c:pt>
                <c:pt idx="1552">
                  <c:v>0.14596789976810609</c:v>
                </c:pt>
                <c:pt idx="1553">
                  <c:v>0.14590924867004706</c:v>
                </c:pt>
                <c:pt idx="1554">
                  <c:v>0.1442849412488581</c:v>
                </c:pt>
                <c:pt idx="1555">
                  <c:v>0.14876803818845186</c:v>
                </c:pt>
                <c:pt idx="1556">
                  <c:v>0.14660172438692642</c:v>
                </c:pt>
                <c:pt idx="1557">
                  <c:v>0.14671016463346928</c:v>
                </c:pt>
                <c:pt idx="1558">
                  <c:v>0.14637250089053322</c:v>
                </c:pt>
                <c:pt idx="1559">
                  <c:v>0.13674879803022719</c:v>
                </c:pt>
                <c:pt idx="1560">
                  <c:v>0.13708444891961022</c:v>
                </c:pt>
                <c:pt idx="1561">
                  <c:v>0.1308280070310972</c:v>
                </c:pt>
                <c:pt idx="1562">
                  <c:v>0.13051759787834052</c:v>
                </c:pt>
                <c:pt idx="1563">
                  <c:v>0.12707385334280941</c:v>
                </c:pt>
                <c:pt idx="1564">
                  <c:v>0.12322809483203173</c:v>
                </c:pt>
                <c:pt idx="1565">
                  <c:v>0.12523086152369192</c:v>
                </c:pt>
                <c:pt idx="1566">
                  <c:v>0.12567228568714148</c:v>
                </c:pt>
                <c:pt idx="1567">
                  <c:v>0.12613636406279932</c:v>
                </c:pt>
                <c:pt idx="1568">
                  <c:v>0.12385402766761978</c:v>
                </c:pt>
                <c:pt idx="1569">
                  <c:v>0.12248327052835435</c:v>
                </c:pt>
                <c:pt idx="1570">
                  <c:v>0.11824068516005243</c:v>
                </c:pt>
                <c:pt idx="1571">
                  <c:v>0.11872573778907133</c:v>
                </c:pt>
                <c:pt idx="1572">
                  <c:v>0.10240896676842448</c:v>
                </c:pt>
                <c:pt idx="1573">
                  <c:v>0.10114938038634923</c:v>
                </c:pt>
                <c:pt idx="1574">
                  <c:v>9.834541065352348E-2</c:v>
                </c:pt>
                <c:pt idx="1575">
                  <c:v>9.4653430999620924E-2</c:v>
                </c:pt>
                <c:pt idx="1576">
                  <c:v>9.4625776937454775E-2</c:v>
                </c:pt>
                <c:pt idx="1577">
                  <c:v>9.225676108612145E-2</c:v>
                </c:pt>
                <c:pt idx="1578">
                  <c:v>9.2471697914844386E-2</c:v>
                </c:pt>
                <c:pt idx="1579">
                  <c:v>9.2464149534576587E-2</c:v>
                </c:pt>
                <c:pt idx="1580">
                  <c:v>9.2886101932438667E-2</c:v>
                </c:pt>
                <c:pt idx="1581">
                  <c:v>9.4917818334010029E-2</c:v>
                </c:pt>
                <c:pt idx="1582">
                  <c:v>9.8808231318403744E-2</c:v>
                </c:pt>
                <c:pt idx="1583">
                  <c:v>9.8856633737439706E-2</c:v>
                </c:pt>
                <c:pt idx="1584">
                  <c:v>9.9173473079810323E-2</c:v>
                </c:pt>
                <c:pt idx="1585">
                  <c:v>9.3051092034503055E-2</c:v>
                </c:pt>
                <c:pt idx="1586">
                  <c:v>9.36074078989442E-2</c:v>
                </c:pt>
                <c:pt idx="1587">
                  <c:v>9.3540800487980677E-2</c:v>
                </c:pt>
                <c:pt idx="1588">
                  <c:v>9.3585594828061211E-2</c:v>
                </c:pt>
                <c:pt idx="1589">
                  <c:v>9.2207642611294466E-2</c:v>
                </c:pt>
                <c:pt idx="1590">
                  <c:v>9.6317046909795409E-2</c:v>
                </c:pt>
                <c:pt idx="1591">
                  <c:v>9.6011883268757717E-2</c:v>
                </c:pt>
                <c:pt idx="1592">
                  <c:v>9.5954330768445978E-2</c:v>
                </c:pt>
                <c:pt idx="1593">
                  <c:v>9.6608102092063219E-2</c:v>
                </c:pt>
                <c:pt idx="1594">
                  <c:v>0.10505066913040469</c:v>
                </c:pt>
                <c:pt idx="1595">
                  <c:v>0.10515136208890755</c:v>
                </c:pt>
                <c:pt idx="1596">
                  <c:v>0.10410361787295044</c:v>
                </c:pt>
                <c:pt idx="1597">
                  <c:v>0.10493814788415094</c:v>
                </c:pt>
                <c:pt idx="1598">
                  <c:v>0.10490878750092984</c:v>
                </c:pt>
                <c:pt idx="1599">
                  <c:v>0.10883331852120921</c:v>
                </c:pt>
                <c:pt idx="1600">
                  <c:v>0.10883203650346493</c:v>
                </c:pt>
                <c:pt idx="1601">
                  <c:v>0.10898634574717161</c:v>
                </c:pt>
                <c:pt idx="1602">
                  <c:v>0.10902639067861862</c:v>
                </c:pt>
                <c:pt idx="1603">
                  <c:v>0.12415870434410461</c:v>
                </c:pt>
                <c:pt idx="1604">
                  <c:v>0.12335736098212613</c:v>
                </c:pt>
                <c:pt idx="1605">
                  <c:v>0.12324364789214376</c:v>
                </c:pt>
                <c:pt idx="1606">
                  <c:v>0.12472722984339377</c:v>
                </c:pt>
                <c:pt idx="1607">
                  <c:v>0.12223334949519118</c:v>
                </c:pt>
                <c:pt idx="1608">
                  <c:v>0.12368085762304884</c:v>
                </c:pt>
                <c:pt idx="1609">
                  <c:v>0.12202456212874463</c:v>
                </c:pt>
                <c:pt idx="1610">
                  <c:v>0.12169761915696861</c:v>
                </c:pt>
                <c:pt idx="1611">
                  <c:v>0.12897121357963326</c:v>
                </c:pt>
                <c:pt idx="1612">
                  <c:v>0.13094568041878654</c:v>
                </c:pt>
                <c:pt idx="1613">
                  <c:v>0.13133228539258987</c:v>
                </c:pt>
                <c:pt idx="1614">
                  <c:v>0.13397101824205696</c:v>
                </c:pt>
                <c:pt idx="1615">
                  <c:v>0.12659839825478822</c:v>
                </c:pt>
                <c:pt idx="1616">
                  <c:v>0.12778000042445833</c:v>
                </c:pt>
                <c:pt idx="1617">
                  <c:v>0.12777077727486721</c:v>
                </c:pt>
                <c:pt idx="1618">
                  <c:v>0.12813219656514971</c:v>
                </c:pt>
                <c:pt idx="1619">
                  <c:v>0.12805304502034714</c:v>
                </c:pt>
                <c:pt idx="1620">
                  <c:v>0.1269768321321062</c:v>
                </c:pt>
                <c:pt idx="1621">
                  <c:v>0.12667293746000272</c:v>
                </c:pt>
                <c:pt idx="1622">
                  <c:v>0.12667643005785797</c:v>
                </c:pt>
                <c:pt idx="1623">
                  <c:v>0.12657037849301236</c:v>
                </c:pt>
                <c:pt idx="1624">
                  <c:v>0.12663912480826525</c:v>
                </c:pt>
                <c:pt idx="1625">
                  <c:v>0.12602447219972926</c:v>
                </c:pt>
                <c:pt idx="1626">
                  <c:v>0.12563829155589762</c:v>
                </c:pt>
                <c:pt idx="1627">
                  <c:v>0.12490502751412802</c:v>
                </c:pt>
                <c:pt idx="1628">
                  <c:v>0.12483840551499133</c:v>
                </c:pt>
                <c:pt idx="1629">
                  <c:v>0.12575761998006657</c:v>
                </c:pt>
                <c:pt idx="1630">
                  <c:v>0.12642915615246239</c:v>
                </c:pt>
                <c:pt idx="1631">
                  <c:v>0.12898685782483973</c:v>
                </c:pt>
                <c:pt idx="1632">
                  <c:v>0.12891260460916396</c:v>
                </c:pt>
                <c:pt idx="1633">
                  <c:v>0.13103788351180826</c:v>
                </c:pt>
                <c:pt idx="1634">
                  <c:v>0.13058939856262888</c:v>
                </c:pt>
                <c:pt idx="1635">
                  <c:v>0.131139974900673</c:v>
                </c:pt>
                <c:pt idx="1636">
                  <c:v>0.13125141083987488</c:v>
                </c:pt>
                <c:pt idx="1637">
                  <c:v>0.13070676664755207</c:v>
                </c:pt>
                <c:pt idx="1638">
                  <c:v>0.13040366520272767</c:v>
                </c:pt>
                <c:pt idx="1639">
                  <c:v>0.13032916228677635</c:v>
                </c:pt>
                <c:pt idx="1640">
                  <c:v>0.13017558819806371</c:v>
                </c:pt>
                <c:pt idx="1641">
                  <c:v>0.12914075411302722</c:v>
                </c:pt>
                <c:pt idx="1642">
                  <c:v>0.1265916588946322</c:v>
                </c:pt>
                <c:pt idx="1643">
                  <c:v>0.12723110428784731</c:v>
                </c:pt>
                <c:pt idx="1644">
                  <c:v>0.12713017431097534</c:v>
                </c:pt>
                <c:pt idx="1645">
                  <c:v>0.12757686735747101</c:v>
                </c:pt>
                <c:pt idx="1646">
                  <c:v>0.12680323353092501</c:v>
                </c:pt>
                <c:pt idx="1647">
                  <c:v>0.12718749738683208</c:v>
                </c:pt>
                <c:pt idx="1648">
                  <c:v>0.12714278374185109</c:v>
                </c:pt>
                <c:pt idx="1649">
                  <c:v>0.12729638177717117</c:v>
                </c:pt>
                <c:pt idx="1650">
                  <c:v>0.12440151015487538</c:v>
                </c:pt>
                <c:pt idx="1651">
                  <c:v>0.12347264995996315</c:v>
                </c:pt>
                <c:pt idx="1652">
                  <c:v>0.12350453981911839</c:v>
                </c:pt>
                <c:pt idx="1653">
                  <c:v>0.12530447582196313</c:v>
                </c:pt>
                <c:pt idx="1654">
                  <c:v>0.11812549359595552</c:v>
                </c:pt>
                <c:pt idx="1655">
                  <c:v>0.11805690900032856</c:v>
                </c:pt>
                <c:pt idx="1656">
                  <c:v>0.11803894775217488</c:v>
                </c:pt>
                <c:pt idx="1657">
                  <c:v>0.12076616767223046</c:v>
                </c:pt>
                <c:pt idx="1658">
                  <c:v>0.13315856738414017</c:v>
                </c:pt>
                <c:pt idx="1659">
                  <c:v>0.13021895980050455</c:v>
                </c:pt>
                <c:pt idx="1660">
                  <c:v>0.13128069539369008</c:v>
                </c:pt>
                <c:pt idx="1661">
                  <c:v>0.13111748904018636</c:v>
                </c:pt>
                <c:pt idx="1662">
                  <c:v>0.13141966728443857</c:v>
                </c:pt>
                <c:pt idx="1663">
                  <c:v>0.11677022940191679</c:v>
                </c:pt>
                <c:pt idx="1664">
                  <c:v>0.11677830060214708</c:v>
                </c:pt>
                <c:pt idx="1665">
                  <c:v>0.11709541871800862</c:v>
                </c:pt>
                <c:pt idx="1666">
                  <c:v>0.11676579427154345</c:v>
                </c:pt>
                <c:pt idx="1667">
                  <c:v>0.11672591320507766</c:v>
                </c:pt>
                <c:pt idx="1668">
                  <c:v>0.11631262359167924</c:v>
                </c:pt>
                <c:pt idx="1669">
                  <c:v>0.11859867721559181</c:v>
                </c:pt>
                <c:pt idx="1670">
                  <c:v>0.1189724364887422</c:v>
                </c:pt>
                <c:pt idx="1671">
                  <c:v>0.11041933001371619</c:v>
                </c:pt>
                <c:pt idx="1672">
                  <c:v>0.10940976918548151</c:v>
                </c:pt>
                <c:pt idx="1673">
                  <c:v>0.10925742948790752</c:v>
                </c:pt>
                <c:pt idx="1674">
                  <c:v>0.10558757631078783</c:v>
                </c:pt>
                <c:pt idx="1675">
                  <c:v>0.1111243865590969</c:v>
                </c:pt>
                <c:pt idx="1676">
                  <c:v>0.10990677081593492</c:v>
                </c:pt>
                <c:pt idx="1677">
                  <c:v>0.11150947668171755</c:v>
                </c:pt>
                <c:pt idx="1678">
                  <c:v>0.11145830123976518</c:v>
                </c:pt>
                <c:pt idx="1679">
                  <c:v>0.11170796672802023</c:v>
                </c:pt>
                <c:pt idx="1680">
                  <c:v>0.11240579875264595</c:v>
                </c:pt>
                <c:pt idx="1681">
                  <c:v>0.11235358698534986</c:v>
                </c:pt>
                <c:pt idx="1682">
                  <c:v>0.11231572025744728</c:v>
                </c:pt>
                <c:pt idx="1683">
                  <c:v>0.11270938164972961</c:v>
                </c:pt>
                <c:pt idx="1684">
                  <c:v>0.11386568224544365</c:v>
                </c:pt>
                <c:pt idx="1685">
                  <c:v>0.11302453535945343</c:v>
                </c:pt>
                <c:pt idx="1686">
                  <c:v>0.1157605873914794</c:v>
                </c:pt>
                <c:pt idx="1687">
                  <c:v>0.11583998958235744</c:v>
                </c:pt>
                <c:pt idx="1688">
                  <c:v>0.1157901409696124</c:v>
                </c:pt>
                <c:pt idx="1689">
                  <c:v>0.11439681161848252</c:v>
                </c:pt>
                <c:pt idx="1690">
                  <c:v>0.11330480624688466</c:v>
                </c:pt>
                <c:pt idx="1691">
                  <c:v>0.11296259332861225</c:v>
                </c:pt>
                <c:pt idx="1692">
                  <c:v>0.11287819684081556</c:v>
                </c:pt>
                <c:pt idx="1693">
                  <c:v>0.10999820399150131</c:v>
                </c:pt>
                <c:pt idx="1694">
                  <c:v>0.11031385963295205</c:v>
                </c:pt>
                <c:pt idx="1695">
                  <c:v>0.10955071126644068</c:v>
                </c:pt>
                <c:pt idx="1696">
                  <c:v>0.11835357827934663</c:v>
                </c:pt>
                <c:pt idx="1697">
                  <c:v>0.12721820984141477</c:v>
                </c:pt>
                <c:pt idx="1698">
                  <c:v>0.12996871474920157</c:v>
                </c:pt>
                <c:pt idx="1699">
                  <c:v>0.13091286259653917</c:v>
                </c:pt>
                <c:pt idx="1700">
                  <c:v>0.13104145533742045</c:v>
                </c:pt>
                <c:pt idx="1701">
                  <c:v>0.13024759928169147</c:v>
                </c:pt>
                <c:pt idx="1702">
                  <c:v>0.13014848352059993</c:v>
                </c:pt>
                <c:pt idx="1703">
                  <c:v>0.1297364190991796</c:v>
                </c:pt>
                <c:pt idx="1704">
                  <c:v>0.12941457741482462</c:v>
                </c:pt>
                <c:pt idx="1705">
                  <c:v>0.13149243440245814</c:v>
                </c:pt>
                <c:pt idx="1706">
                  <c:v>0.13195486593554559</c:v>
                </c:pt>
                <c:pt idx="1707">
                  <c:v>0.13234142746596328</c:v>
                </c:pt>
                <c:pt idx="1708">
                  <c:v>0.13233759487367583</c:v>
                </c:pt>
                <c:pt idx="1709">
                  <c:v>0.13220981322074549</c:v>
                </c:pt>
                <c:pt idx="1710">
                  <c:v>0.13213433534199651</c:v>
                </c:pt>
                <c:pt idx="1711">
                  <c:v>0.13245317740012819</c:v>
                </c:pt>
                <c:pt idx="1712">
                  <c:v>0.1324115483467859</c:v>
                </c:pt>
                <c:pt idx="1713">
                  <c:v>0.13049049059449974</c:v>
                </c:pt>
                <c:pt idx="1714">
                  <c:v>0.13009793429749214</c:v>
                </c:pt>
                <c:pt idx="1715">
                  <c:v>0.1333010446638532</c:v>
                </c:pt>
                <c:pt idx="1716">
                  <c:v>0.13336172042447667</c:v>
                </c:pt>
                <c:pt idx="1717">
                  <c:v>0.13808314260323901</c:v>
                </c:pt>
                <c:pt idx="1718">
                  <c:v>0.12683872263359497</c:v>
                </c:pt>
                <c:pt idx="1719">
                  <c:v>0.12656814283089177</c:v>
                </c:pt>
                <c:pt idx="1720">
                  <c:v>0.12562276580355805</c:v>
                </c:pt>
                <c:pt idx="1721">
                  <c:v>0.12535137853926823</c:v>
                </c:pt>
                <c:pt idx="1722">
                  <c:v>0.12500128487475232</c:v>
                </c:pt>
                <c:pt idx="1723">
                  <c:v>0.12447292415404096</c:v>
                </c:pt>
                <c:pt idx="1724">
                  <c:v>0.12459589404775474</c:v>
                </c:pt>
                <c:pt idx="1725">
                  <c:v>0.12444157992230462</c:v>
                </c:pt>
                <c:pt idx="1726">
                  <c:v>0.12346930600527295</c:v>
                </c:pt>
                <c:pt idx="1727">
                  <c:v>0.12296683637248552</c:v>
                </c:pt>
                <c:pt idx="1728">
                  <c:v>0.12186436347327206</c:v>
                </c:pt>
                <c:pt idx="1729">
                  <c:v>0.11965497517757365</c:v>
                </c:pt>
                <c:pt idx="1730">
                  <c:v>0.11901280589122204</c:v>
                </c:pt>
                <c:pt idx="1731">
                  <c:v>0.12105918485306326</c:v>
                </c:pt>
                <c:pt idx="1732">
                  <c:v>0.11986782763400244</c:v>
                </c:pt>
                <c:pt idx="1733">
                  <c:v>0.1195974999738707</c:v>
                </c:pt>
                <c:pt idx="1734">
                  <c:v>0.12131334396400428</c:v>
                </c:pt>
                <c:pt idx="1735">
                  <c:v>0.1165216754404846</c:v>
                </c:pt>
                <c:pt idx="1736">
                  <c:v>0.11693127055624732</c:v>
                </c:pt>
                <c:pt idx="1737">
                  <c:v>0.11562575280561165</c:v>
                </c:pt>
                <c:pt idx="1738">
                  <c:v>0.11537205239821416</c:v>
                </c:pt>
                <c:pt idx="1739">
                  <c:v>0.11511693332860745</c:v>
                </c:pt>
                <c:pt idx="1740">
                  <c:v>0.11915665859756053</c:v>
                </c:pt>
                <c:pt idx="1741">
                  <c:v>0.11979425073213897</c:v>
                </c:pt>
                <c:pt idx="1742">
                  <c:v>0.12101694516450642</c:v>
                </c:pt>
                <c:pt idx="1743">
                  <c:v>0.12147308260108562</c:v>
                </c:pt>
                <c:pt idx="1744">
                  <c:v>0.12062129544675863</c:v>
                </c:pt>
                <c:pt idx="1745">
                  <c:v>0.1203787062368351</c:v>
                </c:pt>
                <c:pt idx="1746">
                  <c:v>0.11762609879888079</c:v>
                </c:pt>
                <c:pt idx="1747">
                  <c:v>0.11784645784714382</c:v>
                </c:pt>
                <c:pt idx="1748">
                  <c:v>0.11786861271944614</c:v>
                </c:pt>
                <c:pt idx="1749">
                  <c:v>0.11770216808912806</c:v>
                </c:pt>
                <c:pt idx="1750">
                  <c:v>0.11780228063171738</c:v>
                </c:pt>
                <c:pt idx="1751">
                  <c:v>0.1156662163002678</c:v>
                </c:pt>
                <c:pt idx="1752">
                  <c:v>0.11744334602447142</c:v>
                </c:pt>
                <c:pt idx="1753">
                  <c:v>0.11770025992511944</c:v>
                </c:pt>
                <c:pt idx="1754">
                  <c:v>0.11727127178657473</c:v>
                </c:pt>
                <c:pt idx="1755">
                  <c:v>0.11722182231614828</c:v>
                </c:pt>
                <c:pt idx="1756">
                  <c:v>0.10718785031073851</c:v>
                </c:pt>
                <c:pt idx="1757">
                  <c:v>9.7736625510100816E-2</c:v>
                </c:pt>
                <c:pt idx="1758">
                  <c:v>9.4085017269362636E-2</c:v>
                </c:pt>
                <c:pt idx="1759">
                  <c:v>9.2262652157039382E-2</c:v>
                </c:pt>
                <c:pt idx="1760">
                  <c:v>9.1941524341861328E-2</c:v>
                </c:pt>
                <c:pt idx="1761">
                  <c:v>9.1704330341537452E-2</c:v>
                </c:pt>
                <c:pt idx="1762">
                  <c:v>9.218311989307118E-2</c:v>
                </c:pt>
                <c:pt idx="1763">
                  <c:v>9.2187197169855947E-2</c:v>
                </c:pt>
                <c:pt idx="1764">
                  <c:v>9.182423076689615E-2</c:v>
                </c:pt>
                <c:pt idx="1765">
                  <c:v>8.9360580548316734E-2</c:v>
                </c:pt>
                <c:pt idx="1766">
                  <c:v>8.9089877299770345E-2</c:v>
                </c:pt>
                <c:pt idx="1767">
                  <c:v>8.9111736372500513E-2</c:v>
                </c:pt>
                <c:pt idx="1768">
                  <c:v>8.9153857488527916E-2</c:v>
                </c:pt>
                <c:pt idx="1769">
                  <c:v>8.9134991702264216E-2</c:v>
                </c:pt>
                <c:pt idx="1770">
                  <c:v>9.1646927325118727E-2</c:v>
                </c:pt>
                <c:pt idx="1771">
                  <c:v>9.213213870876355E-2</c:v>
                </c:pt>
                <c:pt idx="1772">
                  <c:v>9.2356862041224078E-2</c:v>
                </c:pt>
                <c:pt idx="1773">
                  <c:v>9.2729286142375619E-2</c:v>
                </c:pt>
                <c:pt idx="1774">
                  <c:v>9.551101737850963E-2</c:v>
                </c:pt>
                <c:pt idx="1775">
                  <c:v>9.1847516228192788E-2</c:v>
                </c:pt>
                <c:pt idx="1776">
                  <c:v>9.2224177865952522E-2</c:v>
                </c:pt>
                <c:pt idx="1777">
                  <c:v>8.1083803477887489E-2</c:v>
                </c:pt>
                <c:pt idx="1778">
                  <c:v>8.0722936693820649E-2</c:v>
                </c:pt>
                <c:pt idx="1779">
                  <c:v>8.0754818505550552E-2</c:v>
                </c:pt>
                <c:pt idx="1780">
                  <c:v>8.3539632530852281E-2</c:v>
                </c:pt>
                <c:pt idx="1781">
                  <c:v>8.5180764718134003E-2</c:v>
                </c:pt>
                <c:pt idx="1782">
                  <c:v>8.4962955038143301E-2</c:v>
                </c:pt>
                <c:pt idx="1783">
                  <c:v>8.5919409618272782E-2</c:v>
                </c:pt>
                <c:pt idx="1784">
                  <c:v>8.6231643883087739E-2</c:v>
                </c:pt>
                <c:pt idx="1785">
                  <c:v>8.6827660983493093E-2</c:v>
                </c:pt>
                <c:pt idx="1786">
                  <c:v>8.8902765204559031E-2</c:v>
                </c:pt>
                <c:pt idx="1787">
                  <c:v>8.9578727612519532E-2</c:v>
                </c:pt>
                <c:pt idx="1788">
                  <c:v>8.9416306668890583E-2</c:v>
                </c:pt>
                <c:pt idx="1789">
                  <c:v>8.9643776382233017E-2</c:v>
                </c:pt>
                <c:pt idx="1790">
                  <c:v>9.1162202247664401E-2</c:v>
                </c:pt>
                <c:pt idx="1791">
                  <c:v>8.7915748574744143E-2</c:v>
                </c:pt>
                <c:pt idx="1792">
                  <c:v>8.7932508016669797E-2</c:v>
                </c:pt>
                <c:pt idx="1793">
                  <c:v>8.8034129745230061E-2</c:v>
                </c:pt>
                <c:pt idx="1794">
                  <c:v>8.6715579504570928E-2</c:v>
                </c:pt>
                <c:pt idx="1795">
                  <c:v>8.6835941164739514E-2</c:v>
                </c:pt>
                <c:pt idx="1796">
                  <c:v>8.6412883337958712E-2</c:v>
                </c:pt>
                <c:pt idx="1797">
                  <c:v>8.6173507274174513E-2</c:v>
                </c:pt>
                <c:pt idx="1798">
                  <c:v>8.6902645704883333E-2</c:v>
                </c:pt>
                <c:pt idx="1799">
                  <c:v>8.7041724652654237E-2</c:v>
                </c:pt>
                <c:pt idx="1800">
                  <c:v>8.1871763928802466E-2</c:v>
                </c:pt>
                <c:pt idx="1801">
                  <c:v>8.2013528441700581E-2</c:v>
                </c:pt>
                <c:pt idx="1802">
                  <c:v>8.043752476195741E-2</c:v>
                </c:pt>
                <c:pt idx="1803">
                  <c:v>8.1595217332423503E-2</c:v>
                </c:pt>
                <c:pt idx="1804">
                  <c:v>8.2557461037033819E-2</c:v>
                </c:pt>
                <c:pt idx="1805">
                  <c:v>8.2596628773490291E-2</c:v>
                </c:pt>
                <c:pt idx="1806">
                  <c:v>8.2528962558709965E-2</c:v>
                </c:pt>
                <c:pt idx="1807">
                  <c:v>8.3116129499940308E-2</c:v>
                </c:pt>
                <c:pt idx="1808">
                  <c:v>8.344690365024672E-2</c:v>
                </c:pt>
                <c:pt idx="1809">
                  <c:v>8.486387984116045E-2</c:v>
                </c:pt>
                <c:pt idx="1810">
                  <c:v>8.5617893741983406E-2</c:v>
                </c:pt>
                <c:pt idx="1811">
                  <c:v>8.7272993667736734E-2</c:v>
                </c:pt>
                <c:pt idx="1812">
                  <c:v>8.5238075163785357E-2</c:v>
                </c:pt>
                <c:pt idx="1813">
                  <c:v>8.4773069756451574E-2</c:v>
                </c:pt>
                <c:pt idx="1814">
                  <c:v>8.4179211371446377E-2</c:v>
                </c:pt>
                <c:pt idx="1815">
                  <c:v>8.5522020357927095E-2</c:v>
                </c:pt>
                <c:pt idx="1816">
                  <c:v>8.7230931382340005E-2</c:v>
                </c:pt>
                <c:pt idx="1817">
                  <c:v>9.9775856595280779E-2</c:v>
                </c:pt>
                <c:pt idx="1818">
                  <c:v>0.10303039472547962</c:v>
                </c:pt>
                <c:pt idx="1819">
                  <c:v>0.10508942293855895</c:v>
                </c:pt>
                <c:pt idx="1820">
                  <c:v>0.1059712066745859</c:v>
                </c:pt>
                <c:pt idx="1821">
                  <c:v>0.10594555941294583</c:v>
                </c:pt>
                <c:pt idx="1822">
                  <c:v>0.10540623449865971</c:v>
                </c:pt>
                <c:pt idx="1823">
                  <c:v>0.10553395083886995</c:v>
                </c:pt>
                <c:pt idx="1824">
                  <c:v>0.10593863509966353</c:v>
                </c:pt>
                <c:pt idx="1825">
                  <c:v>0.10604139501924294</c:v>
                </c:pt>
                <c:pt idx="1826">
                  <c:v>0.10692664933954983</c:v>
                </c:pt>
                <c:pt idx="1827">
                  <c:v>0.10594471279630489</c:v>
                </c:pt>
                <c:pt idx="1828">
                  <c:v>0.10593024871688134</c:v>
                </c:pt>
                <c:pt idx="1829">
                  <c:v>0.10779448808272597</c:v>
                </c:pt>
                <c:pt idx="1830">
                  <c:v>0.10554877272488208</c:v>
                </c:pt>
                <c:pt idx="1831">
                  <c:v>0.10470425808445878</c:v>
                </c:pt>
                <c:pt idx="1832">
                  <c:v>0.10605943824421271</c:v>
                </c:pt>
                <c:pt idx="1833">
                  <c:v>0.10493015982394178</c:v>
                </c:pt>
                <c:pt idx="1834">
                  <c:v>0.10202008426393472</c:v>
                </c:pt>
                <c:pt idx="1835">
                  <c:v>0.10425812491201582</c:v>
                </c:pt>
                <c:pt idx="1836">
                  <c:v>0.10432262864526386</c:v>
                </c:pt>
                <c:pt idx="1837">
                  <c:v>0.1054351626613424</c:v>
                </c:pt>
                <c:pt idx="1838">
                  <c:v>0.10502648818435749</c:v>
                </c:pt>
                <c:pt idx="1839">
                  <c:v>0.10635236221707793</c:v>
                </c:pt>
                <c:pt idx="1840">
                  <c:v>0.10745126510600682</c:v>
                </c:pt>
                <c:pt idx="1841">
                  <c:v>0.10673230000523171</c:v>
                </c:pt>
                <c:pt idx="1842">
                  <c:v>0.10674701218380538</c:v>
                </c:pt>
                <c:pt idx="1843">
                  <c:v>0.10659480049010564</c:v>
                </c:pt>
                <c:pt idx="1844">
                  <c:v>0.10617691600119786</c:v>
                </c:pt>
                <c:pt idx="1845">
                  <c:v>0.10597237887650614</c:v>
                </c:pt>
                <c:pt idx="1846">
                  <c:v>0.10416068274789907</c:v>
                </c:pt>
                <c:pt idx="1847">
                  <c:v>0.10455926484251303</c:v>
                </c:pt>
                <c:pt idx="1848">
                  <c:v>0.1050175409077221</c:v>
                </c:pt>
                <c:pt idx="1849">
                  <c:v>0.10480945082887731</c:v>
                </c:pt>
                <c:pt idx="1850">
                  <c:v>0.10355905856162222</c:v>
                </c:pt>
                <c:pt idx="1851">
                  <c:v>0.10354161433117165</c:v>
                </c:pt>
                <c:pt idx="1852">
                  <c:v>0.10422995941991905</c:v>
                </c:pt>
                <c:pt idx="1853">
                  <c:v>0.10440596369095634</c:v>
                </c:pt>
                <c:pt idx="1854">
                  <c:v>0.10420668103764442</c:v>
                </c:pt>
                <c:pt idx="1855">
                  <c:v>0.10415291870406838</c:v>
                </c:pt>
                <c:pt idx="1856">
                  <c:v>0.10508684882805351</c:v>
                </c:pt>
                <c:pt idx="1857">
                  <c:v>0.10510082955372597</c:v>
                </c:pt>
                <c:pt idx="1858">
                  <c:v>0.1043295203360934</c:v>
                </c:pt>
                <c:pt idx="1859">
                  <c:v>0.10475996631525274</c:v>
                </c:pt>
                <c:pt idx="1860">
                  <c:v>0.10332637709408879</c:v>
                </c:pt>
                <c:pt idx="1861">
                  <c:v>0.10236989361450012</c:v>
                </c:pt>
                <c:pt idx="1862">
                  <c:v>0.1024629632962937</c:v>
                </c:pt>
                <c:pt idx="1863">
                  <c:v>0.10192813270774727</c:v>
                </c:pt>
                <c:pt idx="1864">
                  <c:v>0.10035550300332738</c:v>
                </c:pt>
                <c:pt idx="1865">
                  <c:v>0.10039274722267169</c:v>
                </c:pt>
                <c:pt idx="1866">
                  <c:v>0.1004005503395005</c:v>
                </c:pt>
                <c:pt idx="1867">
                  <c:v>9.8850422699129692E-2</c:v>
                </c:pt>
                <c:pt idx="1868">
                  <c:v>9.8927293281137585E-2</c:v>
                </c:pt>
                <c:pt idx="1869">
                  <c:v>9.823042281341203E-2</c:v>
                </c:pt>
                <c:pt idx="1870">
                  <c:v>9.7841746315332601E-2</c:v>
                </c:pt>
                <c:pt idx="1871">
                  <c:v>9.696297318817905E-2</c:v>
                </c:pt>
                <c:pt idx="1872">
                  <c:v>9.714113723018114E-2</c:v>
                </c:pt>
                <c:pt idx="1873">
                  <c:v>9.7187949137879842E-2</c:v>
                </c:pt>
                <c:pt idx="1874">
                  <c:v>0.10683761144998977</c:v>
                </c:pt>
                <c:pt idx="1875">
                  <c:v>0.10584231299597993</c:v>
                </c:pt>
                <c:pt idx="1876">
                  <c:v>0.1052761656351876</c:v>
                </c:pt>
                <c:pt idx="1877">
                  <c:v>9.2742431734712416E-2</c:v>
                </c:pt>
                <c:pt idx="1878">
                  <c:v>9.6117053637739022E-2</c:v>
                </c:pt>
                <c:pt idx="1879">
                  <c:v>9.349360152130054E-2</c:v>
                </c:pt>
                <c:pt idx="1880">
                  <c:v>9.2730667956512733E-2</c:v>
                </c:pt>
                <c:pt idx="1881">
                  <c:v>9.2854981520758162E-2</c:v>
                </c:pt>
                <c:pt idx="1882">
                  <c:v>9.6622455017243911E-2</c:v>
                </c:pt>
                <c:pt idx="1883">
                  <c:v>9.695938674499803E-2</c:v>
                </c:pt>
                <c:pt idx="1884">
                  <c:v>0.10414627506622351</c:v>
                </c:pt>
                <c:pt idx="1885">
                  <c:v>0.10508375981221449</c:v>
                </c:pt>
                <c:pt idx="1886">
                  <c:v>0.10468357746003196</c:v>
                </c:pt>
                <c:pt idx="1887">
                  <c:v>0.10526155558771572</c:v>
                </c:pt>
                <c:pt idx="1888">
                  <c:v>0.10536732697198094</c:v>
                </c:pt>
                <c:pt idx="1889">
                  <c:v>0.10276412336437003</c:v>
                </c:pt>
                <c:pt idx="1890">
                  <c:v>0.10241690124689846</c:v>
                </c:pt>
                <c:pt idx="1891">
                  <c:v>0.10238725937027486</c:v>
                </c:pt>
                <c:pt idx="1892">
                  <c:v>0.10167393396273025</c:v>
                </c:pt>
                <c:pt idx="1893">
                  <c:v>0.10170089995102041</c:v>
                </c:pt>
                <c:pt idx="1894">
                  <c:v>0.10226720335159233</c:v>
                </c:pt>
                <c:pt idx="1895">
                  <c:v>9.9258968941120088E-2</c:v>
                </c:pt>
                <c:pt idx="1896">
                  <c:v>9.9416103971205608E-2</c:v>
                </c:pt>
                <c:pt idx="1897">
                  <c:v>9.9198761439780306E-2</c:v>
                </c:pt>
                <c:pt idx="1898">
                  <c:v>9.9196124172507172E-2</c:v>
                </c:pt>
                <c:pt idx="1899">
                  <c:v>9.9826695760406092E-2</c:v>
                </c:pt>
                <c:pt idx="1900">
                  <c:v>9.7700219453980414E-2</c:v>
                </c:pt>
                <c:pt idx="1901">
                  <c:v>9.708115615996718E-2</c:v>
                </c:pt>
                <c:pt idx="1902">
                  <c:v>0.10053382936831577</c:v>
                </c:pt>
                <c:pt idx="1903">
                  <c:v>0.10022087877469885</c:v>
                </c:pt>
                <c:pt idx="1904">
                  <c:v>0.10146847201746623</c:v>
                </c:pt>
                <c:pt idx="1905">
                  <c:v>0.10083537161875057</c:v>
                </c:pt>
                <c:pt idx="1906">
                  <c:v>0.10077854291397752</c:v>
                </c:pt>
                <c:pt idx="1907">
                  <c:v>0.10135276053367571</c:v>
                </c:pt>
                <c:pt idx="1908">
                  <c:v>0.10083280186627461</c:v>
                </c:pt>
                <c:pt idx="1909">
                  <c:v>0.1062351622341457</c:v>
                </c:pt>
                <c:pt idx="1910">
                  <c:v>0.10581640576400979</c:v>
                </c:pt>
                <c:pt idx="1911">
                  <c:v>0.1058184508598235</c:v>
                </c:pt>
                <c:pt idx="1912">
                  <c:v>0.10543555763384251</c:v>
                </c:pt>
                <c:pt idx="1913">
                  <c:v>0.1054261690409173</c:v>
                </c:pt>
                <c:pt idx="1914">
                  <c:v>0.10529287628614852</c:v>
                </c:pt>
                <c:pt idx="1915">
                  <c:v>0.10618753541713878</c:v>
                </c:pt>
                <c:pt idx="1916">
                  <c:v>0.10542625006794956</c:v>
                </c:pt>
                <c:pt idx="1917">
                  <c:v>0.10509643029626149</c:v>
                </c:pt>
                <c:pt idx="1918">
                  <c:v>0.10623420736071469</c:v>
                </c:pt>
                <c:pt idx="1919">
                  <c:v>0.11308090384127341</c:v>
                </c:pt>
                <c:pt idx="1920">
                  <c:v>0.11510966090601739</c:v>
                </c:pt>
                <c:pt idx="1921">
                  <c:v>0.11496249041922255</c:v>
                </c:pt>
                <c:pt idx="1922">
                  <c:v>0.1151258006100357</c:v>
                </c:pt>
                <c:pt idx="1923">
                  <c:v>0.11390632725986082</c:v>
                </c:pt>
                <c:pt idx="1924">
                  <c:v>0.1138221864822198</c:v>
                </c:pt>
                <c:pt idx="1925">
                  <c:v>0.11365219602373267</c:v>
                </c:pt>
                <c:pt idx="1926">
                  <c:v>0.11441496820413204</c:v>
                </c:pt>
                <c:pt idx="1927">
                  <c:v>0.1153022004288245</c:v>
                </c:pt>
                <c:pt idx="1928">
                  <c:v>0.11490277334352685</c:v>
                </c:pt>
                <c:pt idx="1929">
                  <c:v>0.11477448248852389</c:v>
                </c:pt>
                <c:pt idx="1930">
                  <c:v>0.11478197460801612</c:v>
                </c:pt>
                <c:pt idx="1931">
                  <c:v>0.11508477288135274</c:v>
                </c:pt>
                <c:pt idx="1932">
                  <c:v>0.11572272516080873</c:v>
                </c:pt>
                <c:pt idx="1933">
                  <c:v>0.11574388426937605</c:v>
                </c:pt>
                <c:pt idx="1934">
                  <c:v>0.10913039176498755</c:v>
                </c:pt>
                <c:pt idx="1935">
                  <c:v>0.11314263324506427</c:v>
                </c:pt>
                <c:pt idx="1936">
                  <c:v>0.11274097265526067</c:v>
                </c:pt>
                <c:pt idx="1937">
                  <c:v>0.11287125949655645</c:v>
                </c:pt>
                <c:pt idx="1938">
                  <c:v>0.10699807379859776</c:v>
                </c:pt>
                <c:pt idx="1939">
                  <c:v>0.10708075267395323</c:v>
                </c:pt>
                <c:pt idx="1940">
                  <c:v>0.10714739396690105</c:v>
                </c:pt>
                <c:pt idx="1941">
                  <c:v>0.1071724779684519</c:v>
                </c:pt>
                <c:pt idx="1942">
                  <c:v>0.10383271160862555</c:v>
                </c:pt>
                <c:pt idx="1943">
                  <c:v>0.10411287616356994</c:v>
                </c:pt>
                <c:pt idx="1944">
                  <c:v>9.6016750657266364E-2</c:v>
                </c:pt>
                <c:pt idx="1945">
                  <c:v>9.6040828182425111E-2</c:v>
                </c:pt>
                <c:pt idx="1946">
                  <c:v>9.5869273810835487E-2</c:v>
                </c:pt>
                <c:pt idx="1947">
                  <c:v>9.5451801840385778E-2</c:v>
                </c:pt>
                <c:pt idx="1948">
                  <c:v>9.5790562324836959E-2</c:v>
                </c:pt>
                <c:pt idx="1949">
                  <c:v>9.5695451780768687E-2</c:v>
                </c:pt>
                <c:pt idx="1950">
                  <c:v>9.6011082517080792E-2</c:v>
                </c:pt>
                <c:pt idx="1951">
                  <c:v>9.6409849697238231E-2</c:v>
                </c:pt>
                <c:pt idx="1952">
                  <c:v>9.6371132712752633E-2</c:v>
                </c:pt>
                <c:pt idx="1953">
                  <c:v>0.10385900742703454</c:v>
                </c:pt>
                <c:pt idx="1954">
                  <c:v>0.10322770026351898</c:v>
                </c:pt>
                <c:pt idx="1955">
                  <c:v>0.10297416559341968</c:v>
                </c:pt>
                <c:pt idx="1956">
                  <c:v>0.10897858582993047</c:v>
                </c:pt>
                <c:pt idx="1957">
                  <c:v>0.1085340154443508</c:v>
                </c:pt>
                <c:pt idx="1958">
                  <c:v>0.11088040831974123</c:v>
                </c:pt>
                <c:pt idx="1959">
                  <c:v>0.10763857272828849</c:v>
                </c:pt>
                <c:pt idx="1960">
                  <c:v>0.11294976219391088</c:v>
                </c:pt>
                <c:pt idx="1961">
                  <c:v>0.11294976219391087</c:v>
                </c:pt>
                <c:pt idx="1962">
                  <c:v>0.1105472304921816</c:v>
                </c:pt>
                <c:pt idx="1963">
                  <c:v>0.11054386904324838</c:v>
                </c:pt>
                <c:pt idx="1964">
                  <c:v>0.10991985354516186</c:v>
                </c:pt>
                <c:pt idx="1965">
                  <c:v>0.11052235528140519</c:v>
                </c:pt>
                <c:pt idx="1966">
                  <c:v>0.11095434012791182</c:v>
                </c:pt>
                <c:pt idx="1967">
                  <c:v>0.11020121196540478</c:v>
                </c:pt>
                <c:pt idx="1968">
                  <c:v>0.11003262751858683</c:v>
                </c:pt>
                <c:pt idx="1969">
                  <c:v>0.10486260841724185</c:v>
                </c:pt>
                <c:pt idx="1970">
                  <c:v>0.105040585376659</c:v>
                </c:pt>
                <c:pt idx="1971">
                  <c:v>0.11203262236766698</c:v>
                </c:pt>
                <c:pt idx="1972">
                  <c:v>0.11241386668791718</c:v>
                </c:pt>
                <c:pt idx="1973">
                  <c:v>0.11297509850120042</c:v>
                </c:pt>
                <c:pt idx="1974">
                  <c:v>0.11326643420998153</c:v>
                </c:pt>
                <c:pt idx="1975">
                  <c:v>0.11576725628224349</c:v>
                </c:pt>
                <c:pt idx="1976">
                  <c:v>0.11588109393772304</c:v>
                </c:pt>
                <c:pt idx="1977">
                  <c:v>0.11601865367258836</c:v>
                </c:pt>
                <c:pt idx="1978">
                  <c:v>0.11638944430558432</c:v>
                </c:pt>
                <c:pt idx="1979">
                  <c:v>0.11264797409539423</c:v>
                </c:pt>
                <c:pt idx="1980">
                  <c:v>0.11120107852177863</c:v>
                </c:pt>
                <c:pt idx="1981">
                  <c:v>0.1107478436871614</c:v>
                </c:pt>
                <c:pt idx="1982">
                  <c:v>0.11189509599832594</c:v>
                </c:pt>
                <c:pt idx="1983">
                  <c:v>0.11251684981159676</c:v>
                </c:pt>
                <c:pt idx="1984">
                  <c:v>0.11263012677621879</c:v>
                </c:pt>
                <c:pt idx="1985">
                  <c:v>0.112715192154265</c:v>
                </c:pt>
                <c:pt idx="1986">
                  <c:v>0.11321403458546402</c:v>
                </c:pt>
                <c:pt idx="1987">
                  <c:v>0.11234575550353923</c:v>
                </c:pt>
                <c:pt idx="1988">
                  <c:v>0.11229415608804147</c:v>
                </c:pt>
                <c:pt idx="1989">
                  <c:v>0.11227438529433299</c:v>
                </c:pt>
                <c:pt idx="1990">
                  <c:v>0.11408980093753385</c:v>
                </c:pt>
                <c:pt idx="1991">
                  <c:v>0.11691810780286939</c:v>
                </c:pt>
                <c:pt idx="1992">
                  <c:v>0.11609133984255965</c:v>
                </c:pt>
                <c:pt idx="1993">
                  <c:v>0.11751428777177894</c:v>
                </c:pt>
                <c:pt idx="1994">
                  <c:v>0.11610893409325221</c:v>
                </c:pt>
                <c:pt idx="1995">
                  <c:v>0.11277946666700864</c:v>
                </c:pt>
                <c:pt idx="1996">
                  <c:v>0.11605906605500202</c:v>
                </c:pt>
                <c:pt idx="1997">
                  <c:v>0.11574877983762207</c:v>
                </c:pt>
                <c:pt idx="1998">
                  <c:v>0.11545401549931146</c:v>
                </c:pt>
                <c:pt idx="1999">
                  <c:v>0.12169823627261163</c:v>
                </c:pt>
                <c:pt idx="2000">
                  <c:v>0.12350373575630298</c:v>
                </c:pt>
                <c:pt idx="2001">
                  <c:v>0.12755877329320706</c:v>
                </c:pt>
                <c:pt idx="2002">
                  <c:v>0.13574835030367582</c:v>
                </c:pt>
                <c:pt idx="2003">
                  <c:v>0.13591060758541729</c:v>
                </c:pt>
                <c:pt idx="2004">
                  <c:v>0.14235584965923737</c:v>
                </c:pt>
                <c:pt idx="2005">
                  <c:v>0.14441630395304275</c:v>
                </c:pt>
                <c:pt idx="2006">
                  <c:v>0.14502287838212732</c:v>
                </c:pt>
                <c:pt idx="2007">
                  <c:v>0.1472893979407979</c:v>
                </c:pt>
                <c:pt idx="2008">
                  <c:v>0.14806354007082595</c:v>
                </c:pt>
                <c:pt idx="2009">
                  <c:v>0.14969367365457831</c:v>
                </c:pt>
                <c:pt idx="2010">
                  <c:v>0.1495623435566904</c:v>
                </c:pt>
                <c:pt idx="2011">
                  <c:v>0.15006850401834851</c:v>
                </c:pt>
                <c:pt idx="2012">
                  <c:v>0.15342348172871945</c:v>
                </c:pt>
                <c:pt idx="2013">
                  <c:v>0.14949893157602459</c:v>
                </c:pt>
                <c:pt idx="2014">
                  <c:v>0.14915082924478421</c:v>
                </c:pt>
                <c:pt idx="2015">
                  <c:v>0.15110621149556486</c:v>
                </c:pt>
                <c:pt idx="2016">
                  <c:v>0.15028170056738022</c:v>
                </c:pt>
                <c:pt idx="2017">
                  <c:v>0.15207332297060533</c:v>
                </c:pt>
                <c:pt idx="2018">
                  <c:v>0.15533346949631527</c:v>
                </c:pt>
                <c:pt idx="2019">
                  <c:v>0.1552971143608714</c:v>
                </c:pt>
                <c:pt idx="2020">
                  <c:v>0.15442447816854399</c:v>
                </c:pt>
                <c:pt idx="2021">
                  <c:v>0.15559335428708093</c:v>
                </c:pt>
                <c:pt idx="2022">
                  <c:v>0.15670363867147874</c:v>
                </c:pt>
                <c:pt idx="2023">
                  <c:v>0.15738273374597334</c:v>
                </c:pt>
                <c:pt idx="2024">
                  <c:v>0.15738273374597334</c:v>
                </c:pt>
                <c:pt idx="2025">
                  <c:v>0.15686992387627768</c:v>
                </c:pt>
                <c:pt idx="2026">
                  <c:v>0.15661966627600374</c:v>
                </c:pt>
                <c:pt idx="2027">
                  <c:v>0.15710923502077642</c:v>
                </c:pt>
                <c:pt idx="2028">
                  <c:v>0.15738859562845814</c:v>
                </c:pt>
                <c:pt idx="2029">
                  <c:v>0.15738394368172873</c:v>
                </c:pt>
                <c:pt idx="2030">
                  <c:v>0.15767556091060714</c:v>
                </c:pt>
                <c:pt idx="2031">
                  <c:v>0.16795400005832914</c:v>
                </c:pt>
                <c:pt idx="2032">
                  <c:v>0.16849037542295847</c:v>
                </c:pt>
                <c:pt idx="2033">
                  <c:v>0.16815402049956907</c:v>
                </c:pt>
                <c:pt idx="2034">
                  <c:v>0.17039114234557651</c:v>
                </c:pt>
                <c:pt idx="2035">
                  <c:v>0.16834967634487369</c:v>
                </c:pt>
                <c:pt idx="2036">
                  <c:v>0.1682172557101205</c:v>
                </c:pt>
                <c:pt idx="2037">
                  <c:v>0.16802747868494708</c:v>
                </c:pt>
                <c:pt idx="2038">
                  <c:v>0.16738935419645146</c:v>
                </c:pt>
                <c:pt idx="2039">
                  <c:v>0.16752019620210939</c:v>
                </c:pt>
                <c:pt idx="2040">
                  <c:v>0.16978177179514384</c:v>
                </c:pt>
                <c:pt idx="2041">
                  <c:v>0.16989308612143228</c:v>
                </c:pt>
                <c:pt idx="2042">
                  <c:v>0.16980424382311235</c:v>
                </c:pt>
                <c:pt idx="2043">
                  <c:v>0.16951488820169722</c:v>
                </c:pt>
                <c:pt idx="2044">
                  <c:v>0.16941676132233538</c:v>
                </c:pt>
                <c:pt idx="2045">
                  <c:v>0.16935104839716922</c:v>
                </c:pt>
                <c:pt idx="2046">
                  <c:v>0.16883439192979932</c:v>
                </c:pt>
                <c:pt idx="2047">
                  <c:v>0.16882989091922262</c:v>
                </c:pt>
                <c:pt idx="2048">
                  <c:v>0.16884004174044515</c:v>
                </c:pt>
                <c:pt idx="2049">
                  <c:v>0.17102213118755188</c:v>
                </c:pt>
                <c:pt idx="2050">
                  <c:v>0.17019902118860533</c:v>
                </c:pt>
                <c:pt idx="2051">
                  <c:v>0.16799902542090203</c:v>
                </c:pt>
                <c:pt idx="2052">
                  <c:v>0.16800046398241017</c:v>
                </c:pt>
                <c:pt idx="2053">
                  <c:v>0.16704248104771513</c:v>
                </c:pt>
                <c:pt idx="2054">
                  <c:v>0.16705166875520372</c:v>
                </c:pt>
                <c:pt idx="2055">
                  <c:v>0.16851584153265123</c:v>
                </c:pt>
                <c:pt idx="2056">
                  <c:v>0.16747649579588114</c:v>
                </c:pt>
                <c:pt idx="2057">
                  <c:v>0.16853061121129964</c:v>
                </c:pt>
                <c:pt idx="2058">
                  <c:v>0.16862335835539169</c:v>
                </c:pt>
                <c:pt idx="2059">
                  <c:v>0.16460124760117831</c:v>
                </c:pt>
                <c:pt idx="2060">
                  <c:v>0.16474864583687704</c:v>
                </c:pt>
                <c:pt idx="2061">
                  <c:v>0.16143440878258589</c:v>
                </c:pt>
                <c:pt idx="2062">
                  <c:v>0.15406728345274498</c:v>
                </c:pt>
                <c:pt idx="2063">
                  <c:v>0.15500204656932101</c:v>
                </c:pt>
                <c:pt idx="2064">
                  <c:v>0.14810472062424765</c:v>
                </c:pt>
                <c:pt idx="2065">
                  <c:v>0.14676096546102047</c:v>
                </c:pt>
                <c:pt idx="2066">
                  <c:v>0.14691710737922242</c:v>
                </c:pt>
                <c:pt idx="2067">
                  <c:v>0.14522145380097184</c:v>
                </c:pt>
                <c:pt idx="2068">
                  <c:v>0.14492118243598506</c:v>
                </c:pt>
                <c:pt idx="2069">
                  <c:v>0.14297094454136777</c:v>
                </c:pt>
                <c:pt idx="2070">
                  <c:v>0.14269487656047841</c:v>
                </c:pt>
                <c:pt idx="2071">
                  <c:v>0.14242682046033564</c:v>
                </c:pt>
                <c:pt idx="2072">
                  <c:v>0.13927864413421179</c:v>
                </c:pt>
                <c:pt idx="2073">
                  <c:v>0.13928378834205818</c:v>
                </c:pt>
                <c:pt idx="2074">
                  <c:v>0.13936675429739273</c:v>
                </c:pt>
                <c:pt idx="2075">
                  <c:v>0.13810542472684792</c:v>
                </c:pt>
                <c:pt idx="2076">
                  <c:v>0.14228704230104605</c:v>
                </c:pt>
                <c:pt idx="2077">
                  <c:v>0.14035346650269112</c:v>
                </c:pt>
                <c:pt idx="2078">
                  <c:v>0.13553866169311002</c:v>
                </c:pt>
                <c:pt idx="2079">
                  <c:v>0.13586835602704381</c:v>
                </c:pt>
                <c:pt idx="2080">
                  <c:v>0.13387858602707969</c:v>
                </c:pt>
                <c:pt idx="2081">
                  <c:v>0.1331065942157969</c:v>
                </c:pt>
                <c:pt idx="2082">
                  <c:v>0.13274993440580588</c:v>
                </c:pt>
                <c:pt idx="2083">
                  <c:v>0.13274993440580588</c:v>
                </c:pt>
                <c:pt idx="2084">
                  <c:v>0.13263378394688061</c:v>
                </c:pt>
                <c:pt idx="2085">
                  <c:v>0.13730731534575141</c:v>
                </c:pt>
                <c:pt idx="2086">
                  <c:v>0.1381081540076104</c:v>
                </c:pt>
                <c:pt idx="2087">
                  <c:v>0.13893171399123516</c:v>
                </c:pt>
                <c:pt idx="2088">
                  <c:v>0.14075579718319942</c:v>
                </c:pt>
                <c:pt idx="2089">
                  <c:v>0.14222529167915368</c:v>
                </c:pt>
                <c:pt idx="2090">
                  <c:v>0.14280762442257883</c:v>
                </c:pt>
                <c:pt idx="2091">
                  <c:v>0.12716246528072342</c:v>
                </c:pt>
                <c:pt idx="2092">
                  <c:v>0.12597392668084073</c:v>
                </c:pt>
                <c:pt idx="2093">
                  <c:v>0.12553830383119552</c:v>
                </c:pt>
                <c:pt idx="2094">
                  <c:v>0.12232194129441333</c:v>
                </c:pt>
                <c:pt idx="2095">
                  <c:v>0.12418861529742381</c:v>
                </c:pt>
                <c:pt idx="2096">
                  <c:v>0.12452084040398723</c:v>
                </c:pt>
                <c:pt idx="2097">
                  <c:v>0.13223136772403701</c:v>
                </c:pt>
                <c:pt idx="2098">
                  <c:v>0.13231846521664367</c:v>
                </c:pt>
                <c:pt idx="2099">
                  <c:v>0.12903639691503155</c:v>
                </c:pt>
                <c:pt idx="2100">
                  <c:v>0.12496267917438661</c:v>
                </c:pt>
                <c:pt idx="2101">
                  <c:v>0.12539927702329909</c:v>
                </c:pt>
                <c:pt idx="2102">
                  <c:v>0.12570456607539515</c:v>
                </c:pt>
                <c:pt idx="2103">
                  <c:v>0.12591559602382024</c:v>
                </c:pt>
                <c:pt idx="2104">
                  <c:v>0.12624388825616034</c:v>
                </c:pt>
                <c:pt idx="2105">
                  <c:v>0.12619679546819196</c:v>
                </c:pt>
                <c:pt idx="2106">
                  <c:v>0.12949276480017416</c:v>
                </c:pt>
                <c:pt idx="2107">
                  <c:v>0.1296254106444634</c:v>
                </c:pt>
                <c:pt idx="2108">
                  <c:v>0.1296230519360671</c:v>
                </c:pt>
                <c:pt idx="2109">
                  <c:v>0.12647148791026891</c:v>
                </c:pt>
                <c:pt idx="2110">
                  <c:v>0.12590551259454416</c:v>
                </c:pt>
                <c:pt idx="2111">
                  <c:v>0.12570558541047344</c:v>
                </c:pt>
                <c:pt idx="2112">
                  <c:v>0.12647295135217179</c:v>
                </c:pt>
                <c:pt idx="2113">
                  <c:v>0.12632859694772067</c:v>
                </c:pt>
                <c:pt idx="2114">
                  <c:v>0.12595201346114027</c:v>
                </c:pt>
                <c:pt idx="2115">
                  <c:v>0.12370868884163008</c:v>
                </c:pt>
                <c:pt idx="2116">
                  <c:v>0.12232724865176958</c:v>
                </c:pt>
                <c:pt idx="2117">
                  <c:v>0.12060805142193703</c:v>
                </c:pt>
                <c:pt idx="2118">
                  <c:v>0.12060772384407001</c:v>
                </c:pt>
                <c:pt idx="2119">
                  <c:v>0.1207101179531823</c:v>
                </c:pt>
                <c:pt idx="2120">
                  <c:v>0.12319025385178729</c:v>
                </c:pt>
                <c:pt idx="2121">
                  <c:v>0.12429019569444208</c:v>
                </c:pt>
                <c:pt idx="2122">
                  <c:v>0.12407369037820948</c:v>
                </c:pt>
                <c:pt idx="2123">
                  <c:v>0.12327122844651084</c:v>
                </c:pt>
                <c:pt idx="2124">
                  <c:v>0.12287691940325447</c:v>
                </c:pt>
                <c:pt idx="2125">
                  <c:v>0.12289860765164047</c:v>
                </c:pt>
                <c:pt idx="2126">
                  <c:v>0.12422575390072456</c:v>
                </c:pt>
                <c:pt idx="2127">
                  <c:v>0.12617663043446914</c:v>
                </c:pt>
                <c:pt idx="2128">
                  <c:v>0.12642587913577755</c:v>
                </c:pt>
                <c:pt idx="2129">
                  <c:v>0.12724525897731273</c:v>
                </c:pt>
                <c:pt idx="2130">
                  <c:v>0.12704933393858184</c:v>
                </c:pt>
                <c:pt idx="2131">
                  <c:v>0.12600186156816914</c:v>
                </c:pt>
                <c:pt idx="2132">
                  <c:v>0.128806926858689</c:v>
                </c:pt>
                <c:pt idx="2133">
                  <c:v>0.12906503406015571</c:v>
                </c:pt>
                <c:pt idx="2134">
                  <c:v>0.12929755866978349</c:v>
                </c:pt>
                <c:pt idx="2135">
                  <c:v>0.1288511210266737</c:v>
                </c:pt>
                <c:pt idx="2136">
                  <c:v>0.12179466674472092</c:v>
                </c:pt>
                <c:pt idx="2137">
                  <c:v>0.12121203497891128</c:v>
                </c:pt>
                <c:pt idx="2138">
                  <c:v>0.12025760992869727</c:v>
                </c:pt>
                <c:pt idx="2139">
                  <c:v>0.11961935731338717</c:v>
                </c:pt>
                <c:pt idx="2140">
                  <c:v>0.12041153374003305</c:v>
                </c:pt>
                <c:pt idx="2141">
                  <c:v>0.12059438092989411</c:v>
                </c:pt>
                <c:pt idx="2142">
                  <c:v>0.12009572114479405</c:v>
                </c:pt>
                <c:pt idx="2143">
                  <c:v>0.12142559638571727</c:v>
                </c:pt>
                <c:pt idx="2144">
                  <c:v>0.12144703679284524</c:v>
                </c:pt>
                <c:pt idx="2145">
                  <c:v>0.11668887664299195</c:v>
                </c:pt>
                <c:pt idx="2146">
                  <c:v>0.11605398729083673</c:v>
                </c:pt>
                <c:pt idx="2147">
                  <c:v>0.11436555662599156</c:v>
                </c:pt>
                <c:pt idx="2148">
                  <c:v>0.11140594254301836</c:v>
                </c:pt>
                <c:pt idx="2149">
                  <c:v>0.10968911322151362</c:v>
                </c:pt>
                <c:pt idx="2150">
                  <c:v>0.11356521549088666</c:v>
                </c:pt>
                <c:pt idx="2151">
                  <c:v>0.11277909110216533</c:v>
                </c:pt>
                <c:pt idx="2152">
                  <c:v>0.11297837501194191</c:v>
                </c:pt>
                <c:pt idx="2153">
                  <c:v>0.11301452374040774</c:v>
                </c:pt>
                <c:pt idx="2154">
                  <c:v>0.11428089746507823</c:v>
                </c:pt>
                <c:pt idx="2155">
                  <c:v>0.11164311040854655</c:v>
                </c:pt>
                <c:pt idx="2156">
                  <c:v>0.1118782993453457</c:v>
                </c:pt>
                <c:pt idx="2157">
                  <c:v>0.1025489341646469</c:v>
                </c:pt>
                <c:pt idx="2158">
                  <c:v>0.10257713096304738</c:v>
                </c:pt>
                <c:pt idx="2159">
                  <c:v>0.10541640820405554</c:v>
                </c:pt>
                <c:pt idx="2160">
                  <c:v>0.11046476177143705</c:v>
                </c:pt>
                <c:pt idx="2161">
                  <c:v>0.11000983931341193</c:v>
                </c:pt>
                <c:pt idx="2162">
                  <c:v>0.10937500969491482</c:v>
                </c:pt>
                <c:pt idx="2163">
                  <c:v>0.10998120501989017</c:v>
                </c:pt>
                <c:pt idx="2164">
                  <c:v>0.14142658333770305</c:v>
                </c:pt>
                <c:pt idx="2165">
                  <c:v>0.14535476168933276</c:v>
                </c:pt>
                <c:pt idx="2166">
                  <c:v>0.14250880329631979</c:v>
                </c:pt>
                <c:pt idx="2167">
                  <c:v>0.14236309034130101</c:v>
                </c:pt>
                <c:pt idx="2168">
                  <c:v>0.1446619390516023</c:v>
                </c:pt>
                <c:pt idx="2169">
                  <c:v>0.14564923222405821</c:v>
                </c:pt>
                <c:pt idx="2170">
                  <c:v>0.1460206017505517</c:v>
                </c:pt>
                <c:pt idx="2171">
                  <c:v>0.14593623578554521</c:v>
                </c:pt>
                <c:pt idx="2172">
                  <c:v>0.15313688559198779</c:v>
                </c:pt>
                <c:pt idx="2173">
                  <c:v>0.15297695007496159</c:v>
                </c:pt>
                <c:pt idx="2174">
                  <c:v>0.15633036889001495</c:v>
                </c:pt>
                <c:pt idx="2175">
                  <c:v>0.15765309169830419</c:v>
                </c:pt>
                <c:pt idx="2176">
                  <c:v>0.15806991802063683</c:v>
                </c:pt>
                <c:pt idx="2177">
                  <c:v>0.15966738987604989</c:v>
                </c:pt>
                <c:pt idx="2178">
                  <c:v>0.16041415001621187</c:v>
                </c:pt>
                <c:pt idx="2179">
                  <c:v>0.15995389844301591</c:v>
                </c:pt>
                <c:pt idx="2180">
                  <c:v>0.17537890708647796</c:v>
                </c:pt>
                <c:pt idx="2181">
                  <c:v>0.17527595056783354</c:v>
                </c:pt>
                <c:pt idx="2182">
                  <c:v>0.17587002510039498</c:v>
                </c:pt>
                <c:pt idx="2183">
                  <c:v>0.17517460577513677</c:v>
                </c:pt>
                <c:pt idx="2184">
                  <c:v>0.17584398853837668</c:v>
                </c:pt>
                <c:pt idx="2185">
                  <c:v>0.17581440127280606</c:v>
                </c:pt>
                <c:pt idx="2186">
                  <c:v>0.1743062894515654</c:v>
                </c:pt>
                <c:pt idx="2187">
                  <c:v>0.17302122285812815</c:v>
                </c:pt>
                <c:pt idx="2188">
                  <c:v>0.17270070034109616</c:v>
                </c:pt>
                <c:pt idx="2189">
                  <c:v>0.17325887753320982</c:v>
                </c:pt>
                <c:pt idx="2190">
                  <c:v>0.17322972608648898</c:v>
                </c:pt>
                <c:pt idx="2191">
                  <c:v>0.17335307206167519</c:v>
                </c:pt>
                <c:pt idx="2192">
                  <c:v>0.17237783087239261</c:v>
                </c:pt>
                <c:pt idx="2193">
                  <c:v>0.17222078212750686</c:v>
                </c:pt>
                <c:pt idx="2194">
                  <c:v>0.17179670839963485</c:v>
                </c:pt>
                <c:pt idx="2195">
                  <c:v>0.17155030600825355</c:v>
                </c:pt>
                <c:pt idx="2196">
                  <c:v>0.17374173615270436</c:v>
                </c:pt>
                <c:pt idx="2197">
                  <c:v>0.17486530748753987</c:v>
                </c:pt>
                <c:pt idx="2198">
                  <c:v>0.17514934170103263</c:v>
                </c:pt>
                <c:pt idx="2199">
                  <c:v>0.17531728051580547</c:v>
                </c:pt>
                <c:pt idx="2200">
                  <c:v>0.17541251245399725</c:v>
                </c:pt>
                <c:pt idx="2201">
                  <c:v>0.17922271638326603</c:v>
                </c:pt>
                <c:pt idx="2202">
                  <c:v>0.17984452946826326</c:v>
                </c:pt>
                <c:pt idx="2203">
                  <c:v>0.17858592946643315</c:v>
                </c:pt>
                <c:pt idx="2204">
                  <c:v>0.1810640765875674</c:v>
                </c:pt>
                <c:pt idx="2205">
                  <c:v>0.18129853870231064</c:v>
                </c:pt>
                <c:pt idx="2206">
                  <c:v>0.18210680829424977</c:v>
                </c:pt>
                <c:pt idx="2207">
                  <c:v>0.18203738403536973</c:v>
                </c:pt>
                <c:pt idx="2208">
                  <c:v>0.18491956840653995</c:v>
                </c:pt>
                <c:pt idx="2209">
                  <c:v>0.18516122438823185</c:v>
                </c:pt>
                <c:pt idx="2210">
                  <c:v>0.18318176496843006</c:v>
                </c:pt>
                <c:pt idx="2211">
                  <c:v>0.18312005870003725</c:v>
                </c:pt>
                <c:pt idx="2212">
                  <c:v>0.18295064435848932</c:v>
                </c:pt>
                <c:pt idx="2213">
                  <c:v>0.1839058859345071</c:v>
                </c:pt>
                <c:pt idx="2214">
                  <c:v>0.18343347604947471</c:v>
                </c:pt>
                <c:pt idx="2215">
                  <c:v>0.18280390382657938</c:v>
                </c:pt>
                <c:pt idx="2216">
                  <c:v>0.18205355926396485</c:v>
                </c:pt>
                <c:pt idx="2217">
                  <c:v>0.18318053112449165</c:v>
                </c:pt>
                <c:pt idx="2218">
                  <c:v>0.18316963990533705</c:v>
                </c:pt>
                <c:pt idx="2219">
                  <c:v>0.18267623262510563</c:v>
                </c:pt>
                <c:pt idx="2220">
                  <c:v>0.18215209876569025</c:v>
                </c:pt>
                <c:pt idx="2221">
                  <c:v>0.18280327102736726</c:v>
                </c:pt>
                <c:pt idx="2222">
                  <c:v>0.18395085922650509</c:v>
                </c:pt>
                <c:pt idx="2223">
                  <c:v>0.1865674245368282</c:v>
                </c:pt>
                <c:pt idx="2224">
                  <c:v>0.16465528768524826</c:v>
                </c:pt>
                <c:pt idx="2225">
                  <c:v>0.16854213163358656</c:v>
                </c:pt>
                <c:pt idx="2226">
                  <c:v>0.16790954132447808</c:v>
                </c:pt>
                <c:pt idx="2227">
                  <c:v>0.16844416708134724</c:v>
                </c:pt>
                <c:pt idx="2228">
                  <c:v>0.16725691594730363</c:v>
                </c:pt>
                <c:pt idx="2229">
                  <c:v>0.17100240022103763</c:v>
                </c:pt>
                <c:pt idx="2230">
                  <c:v>0.17108713361365194</c:v>
                </c:pt>
                <c:pt idx="2231">
                  <c:v>0.17105722295601472</c:v>
                </c:pt>
                <c:pt idx="2232">
                  <c:v>0.16415146777559245</c:v>
                </c:pt>
                <c:pt idx="2233">
                  <c:v>0.16389149118046351</c:v>
                </c:pt>
                <c:pt idx="2234">
                  <c:v>0.16022574921611199</c:v>
                </c:pt>
                <c:pt idx="2235">
                  <c:v>0.15710186741653556</c:v>
                </c:pt>
                <c:pt idx="2236">
                  <c:v>0.15675378934678508</c:v>
                </c:pt>
                <c:pt idx="2237">
                  <c:v>0.15993200080457923</c:v>
                </c:pt>
                <c:pt idx="2238">
                  <c:v>0.15965561921135976</c:v>
                </c:pt>
                <c:pt idx="2239">
                  <c:v>0.15946717041660319</c:v>
                </c:pt>
                <c:pt idx="2240">
                  <c:v>0.14372574059115012</c:v>
                </c:pt>
                <c:pt idx="2241">
                  <c:v>0.14239896578847447</c:v>
                </c:pt>
                <c:pt idx="2242">
                  <c:v>0.14209588121274705</c:v>
                </c:pt>
                <c:pt idx="2243">
                  <c:v>0.14174701503448472</c:v>
                </c:pt>
                <c:pt idx="2244">
                  <c:v>0.14484893720759395</c:v>
                </c:pt>
                <c:pt idx="2245">
                  <c:v>0.14469885080306899</c:v>
                </c:pt>
                <c:pt idx="2246">
                  <c:v>0.14504815319666334</c:v>
                </c:pt>
                <c:pt idx="2247">
                  <c:v>0.14435384667838769</c:v>
                </c:pt>
                <c:pt idx="2248">
                  <c:v>0.14619239413079915</c:v>
                </c:pt>
                <c:pt idx="2249">
                  <c:v>0.14937774560273676</c:v>
                </c:pt>
                <c:pt idx="2250">
                  <c:v>0.14988166077705486</c:v>
                </c:pt>
                <c:pt idx="2251">
                  <c:v>0.15011616247855572</c:v>
                </c:pt>
                <c:pt idx="2252">
                  <c:v>0.15019088870782896</c:v>
                </c:pt>
                <c:pt idx="2253">
                  <c:v>0.14968035535654314</c:v>
                </c:pt>
                <c:pt idx="2254">
                  <c:v>0.14953703911672389</c:v>
                </c:pt>
                <c:pt idx="2255">
                  <c:v>0.14890704630969612</c:v>
                </c:pt>
                <c:pt idx="2256">
                  <c:v>0.14728957193229941</c:v>
                </c:pt>
                <c:pt idx="2257">
                  <c:v>0.14654218297074231</c:v>
                </c:pt>
                <c:pt idx="2258">
                  <c:v>0.1509690892146637</c:v>
                </c:pt>
                <c:pt idx="2259">
                  <c:v>0.15128028706423485</c:v>
                </c:pt>
                <c:pt idx="2260">
                  <c:v>0.15051559793037728</c:v>
                </c:pt>
                <c:pt idx="2261">
                  <c:v>0.14626210684351942</c:v>
                </c:pt>
                <c:pt idx="2262">
                  <c:v>0.1447587373318043</c:v>
                </c:pt>
                <c:pt idx="2263">
                  <c:v>0.14726819118734782</c:v>
                </c:pt>
                <c:pt idx="2264">
                  <c:v>0.14337464388264259</c:v>
                </c:pt>
                <c:pt idx="2265">
                  <c:v>0.14442706903896668</c:v>
                </c:pt>
                <c:pt idx="2266">
                  <c:v>0.14314202310873289</c:v>
                </c:pt>
                <c:pt idx="2267">
                  <c:v>0.1430226180998502</c:v>
                </c:pt>
                <c:pt idx="2268">
                  <c:v>0.14206840510406793</c:v>
                </c:pt>
                <c:pt idx="2269">
                  <c:v>0.14195451348338692</c:v>
                </c:pt>
                <c:pt idx="2270">
                  <c:v>0.13850794066449273</c:v>
                </c:pt>
                <c:pt idx="2271">
                  <c:v>0.13844901637640192</c:v>
                </c:pt>
                <c:pt idx="2272">
                  <c:v>0.13896367285330849</c:v>
                </c:pt>
                <c:pt idx="2273">
                  <c:v>0.13825965145456923</c:v>
                </c:pt>
                <c:pt idx="2274">
                  <c:v>0.14334129711156904</c:v>
                </c:pt>
                <c:pt idx="2275">
                  <c:v>0.14334264791702575</c:v>
                </c:pt>
                <c:pt idx="2276">
                  <c:v>0.14325841425283636</c:v>
                </c:pt>
                <c:pt idx="2277">
                  <c:v>0.14148441598318059</c:v>
                </c:pt>
                <c:pt idx="2278">
                  <c:v>0.14164192427337463</c:v>
                </c:pt>
                <c:pt idx="2279">
                  <c:v>0.14381736051826521</c:v>
                </c:pt>
                <c:pt idx="2280">
                  <c:v>0.14034835642978638</c:v>
                </c:pt>
                <c:pt idx="2281">
                  <c:v>0.1407512529974031</c:v>
                </c:pt>
                <c:pt idx="2282">
                  <c:v>0.14011418394428482</c:v>
                </c:pt>
                <c:pt idx="2283">
                  <c:v>0.13766221002074827</c:v>
                </c:pt>
                <c:pt idx="2284">
                  <c:v>0.13652986896149891</c:v>
                </c:pt>
                <c:pt idx="2285">
                  <c:v>0.129162911715058</c:v>
                </c:pt>
                <c:pt idx="2286">
                  <c:v>0.12925793684446668</c:v>
                </c:pt>
                <c:pt idx="2287">
                  <c:v>0.12906190394863798</c:v>
                </c:pt>
                <c:pt idx="2288">
                  <c:v>0.12767042727272435</c:v>
                </c:pt>
                <c:pt idx="2289">
                  <c:v>0.12265626546421148</c:v>
                </c:pt>
                <c:pt idx="2290">
                  <c:v>0.12259773534557807</c:v>
                </c:pt>
                <c:pt idx="2291">
                  <c:v>0.1226518168209975</c:v>
                </c:pt>
                <c:pt idx="2292">
                  <c:v>0.12656668048965133</c:v>
                </c:pt>
                <c:pt idx="2293">
                  <c:v>0.12656968389529907</c:v>
                </c:pt>
                <c:pt idx="2294">
                  <c:v>0.12607482524010108</c:v>
                </c:pt>
                <c:pt idx="2295">
                  <c:v>0.1258959457351283</c:v>
                </c:pt>
                <c:pt idx="2296">
                  <c:v>0.12620912306867008</c:v>
                </c:pt>
                <c:pt idx="2297">
                  <c:v>0.12078902169780109</c:v>
                </c:pt>
                <c:pt idx="2298">
                  <c:v>0.12129454149552721</c:v>
                </c:pt>
                <c:pt idx="2299">
                  <c:v>0.12729820201907072</c:v>
                </c:pt>
                <c:pt idx="2300">
                  <c:v>0.12530372591752237</c:v>
                </c:pt>
                <c:pt idx="2301">
                  <c:v>0.12550016962646382</c:v>
                </c:pt>
                <c:pt idx="2302">
                  <c:v>0.12674419774102855</c:v>
                </c:pt>
                <c:pt idx="2303">
                  <c:v>0.12785427668950541</c:v>
                </c:pt>
                <c:pt idx="2304">
                  <c:v>0.12458030409937008</c:v>
                </c:pt>
                <c:pt idx="2305">
                  <c:v>0.14129968584656863</c:v>
                </c:pt>
                <c:pt idx="2306">
                  <c:v>0.14102222147290316</c:v>
                </c:pt>
                <c:pt idx="2307">
                  <c:v>0.1425917000223163</c:v>
                </c:pt>
                <c:pt idx="2308">
                  <c:v>0.13960630831747503</c:v>
                </c:pt>
                <c:pt idx="2309">
                  <c:v>0.13636765161422873</c:v>
                </c:pt>
                <c:pt idx="2310">
                  <c:v>0.13785634859322812</c:v>
                </c:pt>
                <c:pt idx="2311">
                  <c:v>0.13816239082068657</c:v>
                </c:pt>
                <c:pt idx="2312">
                  <c:v>0.13552273372365317</c:v>
                </c:pt>
                <c:pt idx="2313">
                  <c:v>0.13601251674704209</c:v>
                </c:pt>
                <c:pt idx="2314">
                  <c:v>0.13609287656173435</c:v>
                </c:pt>
                <c:pt idx="2315">
                  <c:v>0.13601816915023907</c:v>
                </c:pt>
                <c:pt idx="2316">
                  <c:v>0.13649795565613823</c:v>
                </c:pt>
                <c:pt idx="2317">
                  <c:v>0.1362208122678589</c:v>
                </c:pt>
                <c:pt idx="2318">
                  <c:v>0.13227772209526389</c:v>
                </c:pt>
                <c:pt idx="2319">
                  <c:v>0.13418824419954206</c:v>
                </c:pt>
                <c:pt idx="2320">
                  <c:v>0.13547072171018343</c:v>
                </c:pt>
                <c:pt idx="2321">
                  <c:v>0.13545928952509703</c:v>
                </c:pt>
                <c:pt idx="2322">
                  <c:v>0.13981755654653699</c:v>
                </c:pt>
                <c:pt idx="2323">
                  <c:v>0.13682559863080435</c:v>
                </c:pt>
                <c:pt idx="2324">
                  <c:v>0.13684309944022308</c:v>
                </c:pt>
                <c:pt idx="2325">
                  <c:v>0.13525323442982357</c:v>
                </c:pt>
                <c:pt idx="2326">
                  <c:v>0.13808656570107986</c:v>
                </c:pt>
                <c:pt idx="2327">
                  <c:v>0.13827499387887671</c:v>
                </c:pt>
                <c:pt idx="2328">
                  <c:v>0.13607057876991507</c:v>
                </c:pt>
                <c:pt idx="2329">
                  <c:v>0.13653014269532859</c:v>
                </c:pt>
                <c:pt idx="2330">
                  <c:v>0.13658560809610595</c:v>
                </c:pt>
                <c:pt idx="2331">
                  <c:v>0.13658307511100948</c:v>
                </c:pt>
                <c:pt idx="2332">
                  <c:v>0.13563818159015825</c:v>
                </c:pt>
                <c:pt idx="2333">
                  <c:v>0.13903531023278018</c:v>
                </c:pt>
                <c:pt idx="2334">
                  <c:v>0.13296076852252961</c:v>
                </c:pt>
                <c:pt idx="2335">
                  <c:v>0.13300907373151377</c:v>
                </c:pt>
                <c:pt idx="2336">
                  <c:v>0.13299263137482473</c:v>
                </c:pt>
                <c:pt idx="2337">
                  <c:v>0.13200842500077958</c:v>
                </c:pt>
                <c:pt idx="2338">
                  <c:v>0.13160170572280797</c:v>
                </c:pt>
                <c:pt idx="2339">
                  <c:v>0.12950079065264825</c:v>
                </c:pt>
                <c:pt idx="2340">
                  <c:v>0.12906823303842441</c:v>
                </c:pt>
                <c:pt idx="2341">
                  <c:v>0.12562242580211061</c:v>
                </c:pt>
                <c:pt idx="2342">
                  <c:v>0.12582797296174258</c:v>
                </c:pt>
                <c:pt idx="2343">
                  <c:v>0.12825876796274802</c:v>
                </c:pt>
                <c:pt idx="2344">
                  <c:v>0.12952529116295189</c:v>
                </c:pt>
                <c:pt idx="2345">
                  <c:v>0.12946653988252155</c:v>
                </c:pt>
                <c:pt idx="2346">
                  <c:v>0.13561063592606293</c:v>
                </c:pt>
                <c:pt idx="2347">
                  <c:v>0.13566633033454054</c:v>
                </c:pt>
                <c:pt idx="2348">
                  <c:v>0.1357402035045536</c:v>
                </c:pt>
                <c:pt idx="2349">
                  <c:v>0.137804558730035</c:v>
                </c:pt>
                <c:pt idx="2350">
                  <c:v>0.13765513578061542</c:v>
                </c:pt>
                <c:pt idx="2351">
                  <c:v>0.13766823680039203</c:v>
                </c:pt>
                <c:pt idx="2352">
                  <c:v>0.1348713134303981</c:v>
                </c:pt>
                <c:pt idx="2353">
                  <c:v>0.13603775448039343</c:v>
                </c:pt>
                <c:pt idx="2354">
                  <c:v>0.13610139976116761</c:v>
                </c:pt>
                <c:pt idx="2355">
                  <c:v>0.13949467531299528</c:v>
                </c:pt>
                <c:pt idx="2356">
                  <c:v>0.13822389648437075</c:v>
                </c:pt>
                <c:pt idx="2357">
                  <c:v>0.13857199254771532</c:v>
                </c:pt>
                <c:pt idx="2358">
                  <c:v>0.13955847325629184</c:v>
                </c:pt>
                <c:pt idx="2359">
                  <c:v>0.13328589877987593</c:v>
                </c:pt>
                <c:pt idx="2360">
                  <c:v>0.13283001179665049</c:v>
                </c:pt>
                <c:pt idx="2361">
                  <c:v>0.13628131373954491</c:v>
                </c:pt>
                <c:pt idx="2362">
                  <c:v>0.13583340232225902</c:v>
                </c:pt>
                <c:pt idx="2363">
                  <c:v>0.13619112380544421</c:v>
                </c:pt>
                <c:pt idx="2364">
                  <c:v>0.13605896416191607</c:v>
                </c:pt>
                <c:pt idx="2365">
                  <c:v>0.12051558602345287</c:v>
                </c:pt>
                <c:pt idx="2366">
                  <c:v>0.12803222992006771</c:v>
                </c:pt>
                <c:pt idx="2367">
                  <c:v>0.12903511425912098</c:v>
                </c:pt>
                <c:pt idx="2368">
                  <c:v>0.12938440832899487</c:v>
                </c:pt>
                <c:pt idx="2369">
                  <c:v>0.12907915309108542</c:v>
                </c:pt>
                <c:pt idx="2370">
                  <c:v>0.12828986762637654</c:v>
                </c:pt>
                <c:pt idx="2371">
                  <c:v>0.1278833566780847</c:v>
                </c:pt>
                <c:pt idx="2372">
                  <c:v>0.12916185077225878</c:v>
                </c:pt>
                <c:pt idx="2373">
                  <c:v>0.12998284515234421</c:v>
                </c:pt>
                <c:pt idx="2374">
                  <c:v>0.13001397043577498</c:v>
                </c:pt>
                <c:pt idx="2375">
                  <c:v>0.1305153943774125</c:v>
                </c:pt>
                <c:pt idx="2376">
                  <c:v>0.13210202836559731</c:v>
                </c:pt>
                <c:pt idx="2377">
                  <c:v>0.13214555149402879</c:v>
                </c:pt>
                <c:pt idx="2378">
                  <c:v>0.13305630208834052</c:v>
                </c:pt>
                <c:pt idx="2379">
                  <c:v>0.13064862839576583</c:v>
                </c:pt>
                <c:pt idx="2380">
                  <c:v>0.13247058950856133</c:v>
                </c:pt>
                <c:pt idx="2381">
                  <c:v>0.13302281695449267</c:v>
                </c:pt>
                <c:pt idx="2382">
                  <c:v>0.12960843192909419</c:v>
                </c:pt>
                <c:pt idx="2383">
                  <c:v>0.1298524585175454</c:v>
                </c:pt>
                <c:pt idx="2384">
                  <c:v>0.13564932843580443</c:v>
                </c:pt>
                <c:pt idx="2385">
                  <c:v>0.13562315236576356</c:v>
                </c:pt>
                <c:pt idx="2386">
                  <c:v>0.13213983848656025</c:v>
                </c:pt>
                <c:pt idx="2387">
                  <c:v>0.13492318454888896</c:v>
                </c:pt>
                <c:pt idx="2388">
                  <c:v>0.13683298628471577</c:v>
                </c:pt>
                <c:pt idx="2389">
                  <c:v>0.13667526166992461</c:v>
                </c:pt>
                <c:pt idx="2390">
                  <c:v>0.13741742802651968</c:v>
                </c:pt>
                <c:pt idx="2391">
                  <c:v>0.13781099510881323</c:v>
                </c:pt>
                <c:pt idx="2392">
                  <c:v>0.13838827176719803</c:v>
                </c:pt>
                <c:pt idx="2393">
                  <c:v>0.13533825044642148</c:v>
                </c:pt>
                <c:pt idx="2394">
                  <c:v>0.13523925202446069</c:v>
                </c:pt>
                <c:pt idx="2395">
                  <c:v>0.13562999405786166</c:v>
                </c:pt>
                <c:pt idx="2396">
                  <c:v>0.13636532078158436</c:v>
                </c:pt>
                <c:pt idx="2397">
                  <c:v>0.13680905300107465</c:v>
                </c:pt>
                <c:pt idx="2398">
                  <c:v>0.13680672448533651</c:v>
                </c:pt>
                <c:pt idx="2399">
                  <c:v>0.1361484233711161</c:v>
                </c:pt>
                <c:pt idx="2400">
                  <c:v>0.13866346774884719</c:v>
                </c:pt>
                <c:pt idx="2401">
                  <c:v>0.13870806008377232</c:v>
                </c:pt>
                <c:pt idx="2402">
                  <c:v>0.14090713566514626</c:v>
                </c:pt>
                <c:pt idx="2403">
                  <c:v>0.13940179995433516</c:v>
                </c:pt>
                <c:pt idx="2404">
                  <c:v>0.13858562842798547</c:v>
                </c:pt>
                <c:pt idx="2405">
                  <c:v>0.14537581910228747</c:v>
                </c:pt>
                <c:pt idx="2406">
                  <c:v>0.13905797730028815</c:v>
                </c:pt>
                <c:pt idx="2407">
                  <c:v>0.13892621087396217</c:v>
                </c:pt>
                <c:pt idx="2408">
                  <c:v>0.14157167628245323</c:v>
                </c:pt>
                <c:pt idx="2409">
                  <c:v>0.14099229441620476</c:v>
                </c:pt>
                <c:pt idx="2410">
                  <c:v>0.14215051452478467</c:v>
                </c:pt>
                <c:pt idx="2411">
                  <c:v>0.14387828189132648</c:v>
                </c:pt>
                <c:pt idx="2412">
                  <c:v>0.14349208163353619</c:v>
                </c:pt>
                <c:pt idx="2413">
                  <c:v>0.14285242307941792</c:v>
                </c:pt>
                <c:pt idx="2414">
                  <c:v>0.14282387387671763</c:v>
                </c:pt>
                <c:pt idx="2415">
                  <c:v>0.14135015735064058</c:v>
                </c:pt>
                <c:pt idx="2416">
                  <c:v>0.14155017365237299</c:v>
                </c:pt>
                <c:pt idx="2417">
                  <c:v>0.14376994617696987</c:v>
                </c:pt>
                <c:pt idx="2418">
                  <c:v>0.14258493026608057</c:v>
                </c:pt>
                <c:pt idx="2419">
                  <c:v>0.14260374100686332</c:v>
                </c:pt>
                <c:pt idx="2420">
                  <c:v>0.14246613763586546</c:v>
                </c:pt>
                <c:pt idx="2421">
                  <c:v>0.1381416045775285</c:v>
                </c:pt>
                <c:pt idx="2422">
                  <c:v>0.13793702505620431</c:v>
                </c:pt>
                <c:pt idx="2423">
                  <c:v>0.13728543517745939</c:v>
                </c:pt>
                <c:pt idx="2424">
                  <c:v>0.13715579363925376</c:v>
                </c:pt>
                <c:pt idx="2425">
                  <c:v>0.13640250755685032</c:v>
                </c:pt>
                <c:pt idx="2426">
                  <c:v>0.13056885695593595</c:v>
                </c:pt>
                <c:pt idx="2427">
                  <c:v>0.1264289281153913</c:v>
                </c:pt>
                <c:pt idx="2428">
                  <c:v>0.12548725048345871</c:v>
                </c:pt>
                <c:pt idx="2429">
                  <c:v>0.12559340895477503</c:v>
                </c:pt>
                <c:pt idx="2430">
                  <c:v>0.12523365822550409</c:v>
                </c:pt>
                <c:pt idx="2431">
                  <c:v>0.12685904616234642</c:v>
                </c:pt>
                <c:pt idx="2432">
                  <c:v>0.12569402396700072</c:v>
                </c:pt>
                <c:pt idx="2433">
                  <c:v>0.12680922064533781</c:v>
                </c:pt>
                <c:pt idx="2434">
                  <c:v>0.12726043016093322</c:v>
                </c:pt>
                <c:pt idx="2435">
                  <c:v>0.12874325573910689</c:v>
                </c:pt>
                <c:pt idx="2436">
                  <c:v>0.12729842570291544</c:v>
                </c:pt>
                <c:pt idx="2437">
                  <c:v>0.1277257494976865</c:v>
                </c:pt>
                <c:pt idx="2438">
                  <c:v>0.13021425837728282</c:v>
                </c:pt>
                <c:pt idx="2439">
                  <c:v>0.13398149884927513</c:v>
                </c:pt>
                <c:pt idx="2440">
                  <c:v>0.12946595704623784</c:v>
                </c:pt>
                <c:pt idx="2441">
                  <c:v>0.13035769291336402</c:v>
                </c:pt>
                <c:pt idx="2442">
                  <c:v>0.12986642890266986</c:v>
                </c:pt>
                <c:pt idx="2443">
                  <c:v>0.12922019519973504</c:v>
                </c:pt>
                <c:pt idx="2444">
                  <c:v>0.12538135981807866</c:v>
                </c:pt>
                <c:pt idx="2445">
                  <c:v>0.13023318330555503</c:v>
                </c:pt>
                <c:pt idx="2446">
                  <c:v>0.12994267627936584</c:v>
                </c:pt>
                <c:pt idx="2447">
                  <c:v>0.12798447416432451</c:v>
                </c:pt>
                <c:pt idx="2448">
                  <c:v>0.12752416839730316</c:v>
                </c:pt>
                <c:pt idx="2449">
                  <c:v>0.12754144969315079</c:v>
                </c:pt>
                <c:pt idx="2450">
                  <c:v>0.12899321543057468</c:v>
                </c:pt>
                <c:pt idx="2451">
                  <c:v>0.12902370771506444</c:v>
                </c:pt>
                <c:pt idx="2452">
                  <c:v>0.12844988615891137</c:v>
                </c:pt>
                <c:pt idx="2453">
                  <c:v>0.12834772102193878</c:v>
                </c:pt>
                <c:pt idx="2454">
                  <c:v>0.13275228313654761</c:v>
                </c:pt>
                <c:pt idx="2455">
                  <c:v>0.13682308309564076</c:v>
                </c:pt>
                <c:pt idx="2456">
                  <c:v>0.13636697298845457</c:v>
                </c:pt>
                <c:pt idx="2457">
                  <c:v>0.1395374536927303</c:v>
                </c:pt>
                <c:pt idx="2458">
                  <c:v>0.13957915814988467</c:v>
                </c:pt>
                <c:pt idx="2459">
                  <c:v>0.13936888936213096</c:v>
                </c:pt>
                <c:pt idx="2460">
                  <c:v>0.13644796661445835</c:v>
                </c:pt>
                <c:pt idx="2461">
                  <c:v>0.13656111017987269</c:v>
                </c:pt>
                <c:pt idx="2462">
                  <c:v>0.13435495802449088</c:v>
                </c:pt>
                <c:pt idx="2463">
                  <c:v>0.13370895169251709</c:v>
                </c:pt>
                <c:pt idx="2464">
                  <c:v>0.1337605018845503</c:v>
                </c:pt>
                <c:pt idx="2465">
                  <c:v>0.12584664113414296</c:v>
                </c:pt>
                <c:pt idx="2466">
                  <c:v>0.12815826960362961</c:v>
                </c:pt>
                <c:pt idx="2467">
                  <c:v>0.12815569503339103</c:v>
                </c:pt>
                <c:pt idx="2468">
                  <c:v>0.12690505178869568</c:v>
                </c:pt>
                <c:pt idx="2469">
                  <c:v>0.12622341774187815</c:v>
                </c:pt>
                <c:pt idx="2470">
                  <c:v>0.12605940689927356</c:v>
                </c:pt>
                <c:pt idx="2471">
                  <c:v>0.12881327952913413</c:v>
                </c:pt>
                <c:pt idx="2472">
                  <c:v>0.12978297073008241</c:v>
                </c:pt>
                <c:pt idx="2473">
                  <c:v>0.13053228238931056</c:v>
                </c:pt>
                <c:pt idx="2474">
                  <c:v>0.13041802412607376</c:v>
                </c:pt>
                <c:pt idx="2475">
                  <c:v>0.12913373950275778</c:v>
                </c:pt>
                <c:pt idx="2476">
                  <c:v>0.13024565629244933</c:v>
                </c:pt>
                <c:pt idx="2477">
                  <c:v>0.12802591355804843</c:v>
                </c:pt>
                <c:pt idx="2478">
                  <c:v>0.12801935221822083</c:v>
                </c:pt>
                <c:pt idx="2479">
                  <c:v>0.13081053137513074</c:v>
                </c:pt>
                <c:pt idx="2480">
                  <c:v>0.13295254461139158</c:v>
                </c:pt>
                <c:pt idx="2481">
                  <c:v>0.13599051200702278</c:v>
                </c:pt>
                <c:pt idx="2482">
                  <c:v>0.15188277805987893</c:v>
                </c:pt>
                <c:pt idx="2483">
                  <c:v>0.15101439644021822</c:v>
                </c:pt>
                <c:pt idx="2484">
                  <c:v>0.15659866614147178</c:v>
                </c:pt>
                <c:pt idx="2485">
                  <c:v>0.15814363177563123</c:v>
                </c:pt>
                <c:pt idx="2486">
                  <c:v>0.155308777623094</c:v>
                </c:pt>
                <c:pt idx="2487">
                  <c:v>0.15993953847032849</c:v>
                </c:pt>
                <c:pt idx="2488">
                  <c:v>0.16016975909582171</c:v>
                </c:pt>
                <c:pt idx="2489">
                  <c:v>0.17090234291418982</c:v>
                </c:pt>
                <c:pt idx="2490">
                  <c:v>0.17156691396100149</c:v>
                </c:pt>
                <c:pt idx="2491">
                  <c:v>0.17125734337837006</c:v>
                </c:pt>
                <c:pt idx="2492">
                  <c:v>0.17132618310389441</c:v>
                </c:pt>
                <c:pt idx="2493">
                  <c:v>0.17073348246286754</c:v>
                </c:pt>
                <c:pt idx="2494">
                  <c:v>0.16999657663552112</c:v>
                </c:pt>
                <c:pt idx="2495">
                  <c:v>0.16896369994263583</c:v>
                </c:pt>
                <c:pt idx="2496">
                  <c:v>0.16897928776899032</c:v>
                </c:pt>
                <c:pt idx="2497">
                  <c:v>0.17256439328699436</c:v>
                </c:pt>
                <c:pt idx="2498">
                  <c:v>0.16982999076344513</c:v>
                </c:pt>
                <c:pt idx="2499">
                  <c:v>0.16755987050421656</c:v>
                </c:pt>
                <c:pt idx="2500">
                  <c:v>0.17038230183813402</c:v>
                </c:pt>
                <c:pt idx="2501">
                  <c:v>0.18782493471766445</c:v>
                </c:pt>
                <c:pt idx="2502">
                  <c:v>0.18927278995394226</c:v>
                </c:pt>
                <c:pt idx="2503">
                  <c:v>0.19170783199300342</c:v>
                </c:pt>
                <c:pt idx="2504">
                  <c:v>0.19248967429933589</c:v>
                </c:pt>
                <c:pt idx="2505">
                  <c:v>0.20126549048710998</c:v>
                </c:pt>
                <c:pt idx="2506">
                  <c:v>0.20207898430639709</c:v>
                </c:pt>
                <c:pt idx="2507">
                  <c:v>0.20212114843347739</c:v>
                </c:pt>
                <c:pt idx="2508">
                  <c:v>0.2076134628729594</c:v>
                </c:pt>
                <c:pt idx="2509">
                  <c:v>0.20878240915575566</c:v>
                </c:pt>
                <c:pt idx="2510">
                  <c:v>0.21258764382034237</c:v>
                </c:pt>
                <c:pt idx="2511">
                  <c:v>0.23026952454070726</c:v>
                </c:pt>
                <c:pt idx="2512">
                  <c:v>0.23041538349067006</c:v>
                </c:pt>
                <c:pt idx="2513">
                  <c:v>0.23730336130812726</c:v>
                </c:pt>
                <c:pt idx="2514">
                  <c:v>0.24479420170102206</c:v>
                </c:pt>
                <c:pt idx="2515">
                  <c:v>0.24692912034544703</c:v>
                </c:pt>
                <c:pt idx="2516">
                  <c:v>0.25389826843022067</c:v>
                </c:pt>
                <c:pt idx="2517">
                  <c:v>0.25474848473460299</c:v>
                </c:pt>
                <c:pt idx="2518">
                  <c:v>0.27043564853768814</c:v>
                </c:pt>
                <c:pt idx="2519">
                  <c:v>0.30749162204378616</c:v>
                </c:pt>
                <c:pt idx="2520">
                  <c:v>0.34658705737373269</c:v>
                </c:pt>
                <c:pt idx="2521">
                  <c:v>0.36133897503778351</c:v>
                </c:pt>
                <c:pt idx="2522">
                  <c:v>0.41292471965443639</c:v>
                </c:pt>
                <c:pt idx="2523">
                  <c:v>0.43139937967000025</c:v>
                </c:pt>
                <c:pt idx="2524">
                  <c:v>0.43177348722586761</c:v>
                </c:pt>
                <c:pt idx="2525">
                  <c:v>0.43438175446278759</c:v>
                </c:pt>
                <c:pt idx="2526">
                  <c:v>0.43407577058639141</c:v>
                </c:pt>
                <c:pt idx="2527">
                  <c:v>0.43634839431392319</c:v>
                </c:pt>
                <c:pt idx="2528">
                  <c:v>0.44434477738175415</c:v>
                </c:pt>
                <c:pt idx="2529">
                  <c:v>0.44721528122673965</c:v>
                </c:pt>
                <c:pt idx="2530">
                  <c:v>0.44721269618283266</c:v>
                </c:pt>
                <c:pt idx="2531">
                  <c:v>0.4537858345003955</c:v>
                </c:pt>
                <c:pt idx="2532">
                  <c:v>0.45496071095037927</c:v>
                </c:pt>
                <c:pt idx="2533">
                  <c:v>0.45452906737055421</c:v>
                </c:pt>
                <c:pt idx="2534">
                  <c:v>0.45584842853366309</c:v>
                </c:pt>
                <c:pt idx="2535">
                  <c:v>0.45654536132694695</c:v>
                </c:pt>
                <c:pt idx="2536">
                  <c:v>0.45687167500702958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92A-4944-B0D1-5F0CC2AEC6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59604975"/>
        <c:axId val="359615375"/>
      </c:areaChart>
      <c:lineChart>
        <c:grouping val="standard"/>
        <c:varyColors val="0"/>
        <c:ser>
          <c:idx val="0"/>
          <c:order val="1"/>
          <c:tx>
            <c:strRef>
              <c:f>Sheet4!$AN$14</c:f>
              <c:strCache>
                <c:ptCount val="1"/>
                <c:pt idx="0">
                  <c:v>일일재조정매수 평균 (억) (좌)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Sheet4!$AK$15:$AK$2551</c:f>
              <c:numCache>
                <c:formatCode>yyyy\-mm\-dd</c:formatCode>
                <c:ptCount val="2537"/>
                <c:pt idx="0">
                  <c:v>40182</c:v>
                </c:pt>
                <c:pt idx="1">
                  <c:v>40183</c:v>
                </c:pt>
                <c:pt idx="2">
                  <c:v>40184</c:v>
                </c:pt>
                <c:pt idx="3">
                  <c:v>40185</c:v>
                </c:pt>
                <c:pt idx="4">
                  <c:v>40186</c:v>
                </c:pt>
                <c:pt idx="5">
                  <c:v>40189</c:v>
                </c:pt>
                <c:pt idx="6">
                  <c:v>40190</c:v>
                </c:pt>
                <c:pt idx="7">
                  <c:v>40191</c:v>
                </c:pt>
                <c:pt idx="8">
                  <c:v>40192</c:v>
                </c:pt>
                <c:pt idx="9">
                  <c:v>40193</c:v>
                </c:pt>
                <c:pt idx="10">
                  <c:v>40196</c:v>
                </c:pt>
                <c:pt idx="11">
                  <c:v>40197</c:v>
                </c:pt>
                <c:pt idx="12">
                  <c:v>40198</c:v>
                </c:pt>
                <c:pt idx="13">
                  <c:v>40199</c:v>
                </c:pt>
                <c:pt idx="14">
                  <c:v>40200</c:v>
                </c:pt>
                <c:pt idx="15">
                  <c:v>40203</c:v>
                </c:pt>
                <c:pt idx="16">
                  <c:v>40204</c:v>
                </c:pt>
                <c:pt idx="17">
                  <c:v>40205</c:v>
                </c:pt>
                <c:pt idx="18">
                  <c:v>40206</c:v>
                </c:pt>
                <c:pt idx="19">
                  <c:v>40207</c:v>
                </c:pt>
                <c:pt idx="20">
                  <c:v>40210</c:v>
                </c:pt>
                <c:pt idx="21">
                  <c:v>40211</c:v>
                </c:pt>
                <c:pt idx="22">
                  <c:v>40212</c:v>
                </c:pt>
                <c:pt idx="23">
                  <c:v>40213</c:v>
                </c:pt>
                <c:pt idx="24">
                  <c:v>40214</c:v>
                </c:pt>
                <c:pt idx="25">
                  <c:v>40217</c:v>
                </c:pt>
                <c:pt idx="26">
                  <c:v>40218</c:v>
                </c:pt>
                <c:pt idx="27">
                  <c:v>40219</c:v>
                </c:pt>
                <c:pt idx="28">
                  <c:v>40220</c:v>
                </c:pt>
                <c:pt idx="29">
                  <c:v>40221</c:v>
                </c:pt>
                <c:pt idx="30">
                  <c:v>40225</c:v>
                </c:pt>
                <c:pt idx="31">
                  <c:v>40226</c:v>
                </c:pt>
                <c:pt idx="32">
                  <c:v>40227</c:v>
                </c:pt>
                <c:pt idx="33">
                  <c:v>40228</c:v>
                </c:pt>
                <c:pt idx="34">
                  <c:v>40231</c:v>
                </c:pt>
                <c:pt idx="35">
                  <c:v>40232</c:v>
                </c:pt>
                <c:pt idx="36">
                  <c:v>40233</c:v>
                </c:pt>
                <c:pt idx="37">
                  <c:v>40234</c:v>
                </c:pt>
                <c:pt idx="38">
                  <c:v>40235</c:v>
                </c:pt>
                <c:pt idx="39">
                  <c:v>40239</c:v>
                </c:pt>
                <c:pt idx="40">
                  <c:v>40240</c:v>
                </c:pt>
                <c:pt idx="41">
                  <c:v>40241</c:v>
                </c:pt>
                <c:pt idx="42">
                  <c:v>40242</c:v>
                </c:pt>
                <c:pt idx="43">
                  <c:v>40245</c:v>
                </c:pt>
                <c:pt idx="44">
                  <c:v>40246</c:v>
                </c:pt>
                <c:pt idx="45">
                  <c:v>40247</c:v>
                </c:pt>
                <c:pt idx="46">
                  <c:v>40248</c:v>
                </c:pt>
                <c:pt idx="47">
                  <c:v>40249</c:v>
                </c:pt>
                <c:pt idx="48">
                  <c:v>40252</c:v>
                </c:pt>
                <c:pt idx="49">
                  <c:v>40253</c:v>
                </c:pt>
                <c:pt idx="50">
                  <c:v>40254</c:v>
                </c:pt>
                <c:pt idx="51">
                  <c:v>40255</c:v>
                </c:pt>
                <c:pt idx="52">
                  <c:v>40256</c:v>
                </c:pt>
                <c:pt idx="53">
                  <c:v>40259</c:v>
                </c:pt>
                <c:pt idx="54">
                  <c:v>40260</c:v>
                </c:pt>
                <c:pt idx="55">
                  <c:v>40261</c:v>
                </c:pt>
                <c:pt idx="56">
                  <c:v>40262</c:v>
                </c:pt>
                <c:pt idx="57">
                  <c:v>40263</c:v>
                </c:pt>
                <c:pt idx="58">
                  <c:v>40266</c:v>
                </c:pt>
                <c:pt idx="59">
                  <c:v>40267</c:v>
                </c:pt>
                <c:pt idx="60">
                  <c:v>40268</c:v>
                </c:pt>
                <c:pt idx="61">
                  <c:v>40269</c:v>
                </c:pt>
                <c:pt idx="62">
                  <c:v>40270</c:v>
                </c:pt>
                <c:pt idx="63">
                  <c:v>40273</c:v>
                </c:pt>
                <c:pt idx="64">
                  <c:v>40274</c:v>
                </c:pt>
                <c:pt idx="65">
                  <c:v>40275</c:v>
                </c:pt>
                <c:pt idx="66">
                  <c:v>40276</c:v>
                </c:pt>
                <c:pt idx="67">
                  <c:v>40277</c:v>
                </c:pt>
                <c:pt idx="68">
                  <c:v>40280</c:v>
                </c:pt>
                <c:pt idx="69">
                  <c:v>40281</c:v>
                </c:pt>
                <c:pt idx="70">
                  <c:v>40282</c:v>
                </c:pt>
                <c:pt idx="71">
                  <c:v>40283</c:v>
                </c:pt>
                <c:pt idx="72">
                  <c:v>40284</c:v>
                </c:pt>
                <c:pt idx="73">
                  <c:v>40287</c:v>
                </c:pt>
                <c:pt idx="74">
                  <c:v>40288</c:v>
                </c:pt>
                <c:pt idx="75">
                  <c:v>40289</c:v>
                </c:pt>
                <c:pt idx="76">
                  <c:v>40290</c:v>
                </c:pt>
                <c:pt idx="77">
                  <c:v>40291</c:v>
                </c:pt>
                <c:pt idx="78">
                  <c:v>40294</c:v>
                </c:pt>
                <c:pt idx="79">
                  <c:v>40295</c:v>
                </c:pt>
                <c:pt idx="80">
                  <c:v>40296</c:v>
                </c:pt>
                <c:pt idx="81">
                  <c:v>40297</c:v>
                </c:pt>
                <c:pt idx="82">
                  <c:v>40298</c:v>
                </c:pt>
                <c:pt idx="83">
                  <c:v>40301</c:v>
                </c:pt>
                <c:pt idx="84">
                  <c:v>40302</c:v>
                </c:pt>
                <c:pt idx="85">
                  <c:v>40304</c:v>
                </c:pt>
                <c:pt idx="86">
                  <c:v>40305</c:v>
                </c:pt>
                <c:pt idx="87">
                  <c:v>40308</c:v>
                </c:pt>
                <c:pt idx="88">
                  <c:v>40309</c:v>
                </c:pt>
                <c:pt idx="89">
                  <c:v>40310</c:v>
                </c:pt>
                <c:pt idx="90">
                  <c:v>40311</c:v>
                </c:pt>
                <c:pt idx="91">
                  <c:v>40312</c:v>
                </c:pt>
                <c:pt idx="92">
                  <c:v>40315</c:v>
                </c:pt>
                <c:pt idx="93">
                  <c:v>40316</c:v>
                </c:pt>
                <c:pt idx="94">
                  <c:v>40317</c:v>
                </c:pt>
                <c:pt idx="95">
                  <c:v>40318</c:v>
                </c:pt>
                <c:pt idx="96">
                  <c:v>40322</c:v>
                </c:pt>
                <c:pt idx="97">
                  <c:v>40323</c:v>
                </c:pt>
                <c:pt idx="98">
                  <c:v>40324</c:v>
                </c:pt>
                <c:pt idx="99">
                  <c:v>40325</c:v>
                </c:pt>
                <c:pt idx="100">
                  <c:v>40326</c:v>
                </c:pt>
                <c:pt idx="101">
                  <c:v>40329</c:v>
                </c:pt>
                <c:pt idx="102">
                  <c:v>40330</c:v>
                </c:pt>
                <c:pt idx="103">
                  <c:v>40332</c:v>
                </c:pt>
                <c:pt idx="104">
                  <c:v>40333</c:v>
                </c:pt>
                <c:pt idx="105">
                  <c:v>40336</c:v>
                </c:pt>
                <c:pt idx="106">
                  <c:v>40337</c:v>
                </c:pt>
                <c:pt idx="107">
                  <c:v>40338</c:v>
                </c:pt>
                <c:pt idx="108">
                  <c:v>40339</c:v>
                </c:pt>
                <c:pt idx="109">
                  <c:v>40340</c:v>
                </c:pt>
                <c:pt idx="110">
                  <c:v>40343</c:v>
                </c:pt>
                <c:pt idx="111">
                  <c:v>40344</c:v>
                </c:pt>
                <c:pt idx="112">
                  <c:v>40345</c:v>
                </c:pt>
                <c:pt idx="113">
                  <c:v>40346</c:v>
                </c:pt>
                <c:pt idx="114">
                  <c:v>40347</c:v>
                </c:pt>
                <c:pt idx="115">
                  <c:v>40350</c:v>
                </c:pt>
                <c:pt idx="116">
                  <c:v>40351</c:v>
                </c:pt>
                <c:pt idx="117">
                  <c:v>40352</c:v>
                </c:pt>
                <c:pt idx="118">
                  <c:v>40353</c:v>
                </c:pt>
                <c:pt idx="119">
                  <c:v>40354</c:v>
                </c:pt>
                <c:pt idx="120">
                  <c:v>40357</c:v>
                </c:pt>
                <c:pt idx="121">
                  <c:v>40358</c:v>
                </c:pt>
                <c:pt idx="122">
                  <c:v>40359</c:v>
                </c:pt>
                <c:pt idx="123">
                  <c:v>40360</c:v>
                </c:pt>
                <c:pt idx="124">
                  <c:v>40361</c:v>
                </c:pt>
                <c:pt idx="125">
                  <c:v>40364</c:v>
                </c:pt>
                <c:pt idx="126">
                  <c:v>40365</c:v>
                </c:pt>
                <c:pt idx="127">
                  <c:v>40366</c:v>
                </c:pt>
                <c:pt idx="128">
                  <c:v>40367</c:v>
                </c:pt>
                <c:pt idx="129">
                  <c:v>40368</c:v>
                </c:pt>
                <c:pt idx="130">
                  <c:v>40371</c:v>
                </c:pt>
                <c:pt idx="131">
                  <c:v>40372</c:v>
                </c:pt>
                <c:pt idx="132">
                  <c:v>40373</c:v>
                </c:pt>
                <c:pt idx="133">
                  <c:v>40374</c:v>
                </c:pt>
                <c:pt idx="134">
                  <c:v>40375</c:v>
                </c:pt>
                <c:pt idx="135">
                  <c:v>40378</c:v>
                </c:pt>
                <c:pt idx="136">
                  <c:v>40379</c:v>
                </c:pt>
                <c:pt idx="137">
                  <c:v>40380</c:v>
                </c:pt>
                <c:pt idx="138">
                  <c:v>40381</c:v>
                </c:pt>
                <c:pt idx="139">
                  <c:v>40382</c:v>
                </c:pt>
                <c:pt idx="140">
                  <c:v>40385</c:v>
                </c:pt>
                <c:pt idx="141">
                  <c:v>40386</c:v>
                </c:pt>
                <c:pt idx="142">
                  <c:v>40387</c:v>
                </c:pt>
                <c:pt idx="143">
                  <c:v>40388</c:v>
                </c:pt>
                <c:pt idx="144">
                  <c:v>40389</c:v>
                </c:pt>
                <c:pt idx="145">
                  <c:v>40392</c:v>
                </c:pt>
                <c:pt idx="146">
                  <c:v>40393</c:v>
                </c:pt>
                <c:pt idx="147">
                  <c:v>40394</c:v>
                </c:pt>
                <c:pt idx="148">
                  <c:v>40395</c:v>
                </c:pt>
                <c:pt idx="149">
                  <c:v>40396</c:v>
                </c:pt>
                <c:pt idx="150">
                  <c:v>40399</c:v>
                </c:pt>
                <c:pt idx="151">
                  <c:v>40400</c:v>
                </c:pt>
                <c:pt idx="152">
                  <c:v>40401</c:v>
                </c:pt>
                <c:pt idx="153">
                  <c:v>40402</c:v>
                </c:pt>
                <c:pt idx="154">
                  <c:v>40403</c:v>
                </c:pt>
                <c:pt idx="155">
                  <c:v>40406</c:v>
                </c:pt>
                <c:pt idx="156">
                  <c:v>40407</c:v>
                </c:pt>
                <c:pt idx="157">
                  <c:v>40408</c:v>
                </c:pt>
                <c:pt idx="158">
                  <c:v>40409</c:v>
                </c:pt>
                <c:pt idx="159">
                  <c:v>40410</c:v>
                </c:pt>
                <c:pt idx="160">
                  <c:v>40413</c:v>
                </c:pt>
                <c:pt idx="161">
                  <c:v>40414</c:v>
                </c:pt>
                <c:pt idx="162">
                  <c:v>40415</c:v>
                </c:pt>
                <c:pt idx="163">
                  <c:v>40416</c:v>
                </c:pt>
                <c:pt idx="164">
                  <c:v>40417</c:v>
                </c:pt>
                <c:pt idx="165">
                  <c:v>40420</c:v>
                </c:pt>
                <c:pt idx="166">
                  <c:v>40421</c:v>
                </c:pt>
                <c:pt idx="167">
                  <c:v>40422</c:v>
                </c:pt>
                <c:pt idx="168">
                  <c:v>40423</c:v>
                </c:pt>
                <c:pt idx="169">
                  <c:v>40424</c:v>
                </c:pt>
                <c:pt idx="170">
                  <c:v>40427</c:v>
                </c:pt>
                <c:pt idx="171">
                  <c:v>40428</c:v>
                </c:pt>
                <c:pt idx="172">
                  <c:v>40429</c:v>
                </c:pt>
                <c:pt idx="173">
                  <c:v>40430</c:v>
                </c:pt>
                <c:pt idx="174">
                  <c:v>40431</c:v>
                </c:pt>
                <c:pt idx="175">
                  <c:v>40434</c:v>
                </c:pt>
                <c:pt idx="176">
                  <c:v>40435</c:v>
                </c:pt>
                <c:pt idx="177">
                  <c:v>40436</c:v>
                </c:pt>
                <c:pt idx="178">
                  <c:v>40437</c:v>
                </c:pt>
                <c:pt idx="179">
                  <c:v>40438</c:v>
                </c:pt>
                <c:pt idx="180">
                  <c:v>40441</c:v>
                </c:pt>
                <c:pt idx="181">
                  <c:v>40445</c:v>
                </c:pt>
                <c:pt idx="182">
                  <c:v>40448</c:v>
                </c:pt>
                <c:pt idx="183">
                  <c:v>40449</c:v>
                </c:pt>
                <c:pt idx="184">
                  <c:v>40450</c:v>
                </c:pt>
                <c:pt idx="185">
                  <c:v>40451</c:v>
                </c:pt>
                <c:pt idx="186">
                  <c:v>40452</c:v>
                </c:pt>
                <c:pt idx="187">
                  <c:v>40455</c:v>
                </c:pt>
                <c:pt idx="188">
                  <c:v>40456</c:v>
                </c:pt>
                <c:pt idx="189">
                  <c:v>40457</c:v>
                </c:pt>
                <c:pt idx="190">
                  <c:v>40458</c:v>
                </c:pt>
                <c:pt idx="191">
                  <c:v>40459</c:v>
                </c:pt>
                <c:pt idx="192">
                  <c:v>40462</c:v>
                </c:pt>
                <c:pt idx="193">
                  <c:v>40463</c:v>
                </c:pt>
                <c:pt idx="194">
                  <c:v>40464</c:v>
                </c:pt>
                <c:pt idx="195">
                  <c:v>40465</c:v>
                </c:pt>
                <c:pt idx="196">
                  <c:v>40466</c:v>
                </c:pt>
                <c:pt idx="197">
                  <c:v>40469</c:v>
                </c:pt>
                <c:pt idx="198">
                  <c:v>40470</c:v>
                </c:pt>
                <c:pt idx="199">
                  <c:v>40471</c:v>
                </c:pt>
                <c:pt idx="200">
                  <c:v>40472</c:v>
                </c:pt>
                <c:pt idx="201">
                  <c:v>40473</c:v>
                </c:pt>
                <c:pt idx="202">
                  <c:v>40476</c:v>
                </c:pt>
                <c:pt idx="203">
                  <c:v>40477</c:v>
                </c:pt>
                <c:pt idx="204">
                  <c:v>40478</c:v>
                </c:pt>
                <c:pt idx="205">
                  <c:v>40479</c:v>
                </c:pt>
                <c:pt idx="206">
                  <c:v>40480</c:v>
                </c:pt>
                <c:pt idx="207">
                  <c:v>40483</c:v>
                </c:pt>
                <c:pt idx="208">
                  <c:v>40484</c:v>
                </c:pt>
                <c:pt idx="209">
                  <c:v>40485</c:v>
                </c:pt>
                <c:pt idx="210">
                  <c:v>40486</c:v>
                </c:pt>
                <c:pt idx="211">
                  <c:v>40487</c:v>
                </c:pt>
                <c:pt idx="212">
                  <c:v>40490</c:v>
                </c:pt>
                <c:pt idx="213">
                  <c:v>40491</c:v>
                </c:pt>
                <c:pt idx="214">
                  <c:v>40492</c:v>
                </c:pt>
                <c:pt idx="215">
                  <c:v>40493</c:v>
                </c:pt>
                <c:pt idx="216">
                  <c:v>40494</c:v>
                </c:pt>
                <c:pt idx="217">
                  <c:v>40497</c:v>
                </c:pt>
                <c:pt idx="218">
                  <c:v>40498</c:v>
                </c:pt>
                <c:pt idx="219">
                  <c:v>40499</c:v>
                </c:pt>
                <c:pt idx="220">
                  <c:v>40500</c:v>
                </c:pt>
                <c:pt idx="221">
                  <c:v>40501</c:v>
                </c:pt>
                <c:pt idx="222">
                  <c:v>40504</c:v>
                </c:pt>
                <c:pt idx="223">
                  <c:v>40505</c:v>
                </c:pt>
                <c:pt idx="224">
                  <c:v>40506</c:v>
                </c:pt>
                <c:pt idx="225">
                  <c:v>40507</c:v>
                </c:pt>
                <c:pt idx="226">
                  <c:v>40508</c:v>
                </c:pt>
                <c:pt idx="227">
                  <c:v>40511</c:v>
                </c:pt>
                <c:pt idx="228">
                  <c:v>40512</c:v>
                </c:pt>
                <c:pt idx="229">
                  <c:v>40513</c:v>
                </c:pt>
                <c:pt idx="230">
                  <c:v>40514</c:v>
                </c:pt>
                <c:pt idx="231">
                  <c:v>40515</c:v>
                </c:pt>
                <c:pt idx="232">
                  <c:v>40518</c:v>
                </c:pt>
                <c:pt idx="233">
                  <c:v>40519</c:v>
                </c:pt>
                <c:pt idx="234">
                  <c:v>40520</c:v>
                </c:pt>
                <c:pt idx="235">
                  <c:v>40521</c:v>
                </c:pt>
                <c:pt idx="236">
                  <c:v>40522</c:v>
                </c:pt>
                <c:pt idx="237">
                  <c:v>40525</c:v>
                </c:pt>
                <c:pt idx="238">
                  <c:v>40526</c:v>
                </c:pt>
                <c:pt idx="239">
                  <c:v>40527</c:v>
                </c:pt>
                <c:pt idx="240">
                  <c:v>40528</c:v>
                </c:pt>
                <c:pt idx="241">
                  <c:v>40529</c:v>
                </c:pt>
                <c:pt idx="242">
                  <c:v>40532</c:v>
                </c:pt>
                <c:pt idx="243">
                  <c:v>40533</c:v>
                </c:pt>
                <c:pt idx="244">
                  <c:v>40534</c:v>
                </c:pt>
                <c:pt idx="245">
                  <c:v>40535</c:v>
                </c:pt>
                <c:pt idx="246">
                  <c:v>40536</c:v>
                </c:pt>
                <c:pt idx="247">
                  <c:v>40539</c:v>
                </c:pt>
                <c:pt idx="248">
                  <c:v>40540</c:v>
                </c:pt>
                <c:pt idx="249">
                  <c:v>40541</c:v>
                </c:pt>
                <c:pt idx="250">
                  <c:v>40542</c:v>
                </c:pt>
                <c:pt idx="251">
                  <c:v>40546</c:v>
                </c:pt>
                <c:pt idx="252">
                  <c:v>40547</c:v>
                </c:pt>
                <c:pt idx="253">
                  <c:v>40548</c:v>
                </c:pt>
                <c:pt idx="254">
                  <c:v>40549</c:v>
                </c:pt>
                <c:pt idx="255">
                  <c:v>40550</c:v>
                </c:pt>
                <c:pt idx="256">
                  <c:v>40553</c:v>
                </c:pt>
                <c:pt idx="257">
                  <c:v>40554</c:v>
                </c:pt>
                <c:pt idx="258">
                  <c:v>40555</c:v>
                </c:pt>
                <c:pt idx="259">
                  <c:v>40556</c:v>
                </c:pt>
                <c:pt idx="260">
                  <c:v>40557</c:v>
                </c:pt>
                <c:pt idx="261">
                  <c:v>40560</c:v>
                </c:pt>
                <c:pt idx="262">
                  <c:v>40561</c:v>
                </c:pt>
                <c:pt idx="263">
                  <c:v>40562</c:v>
                </c:pt>
                <c:pt idx="264">
                  <c:v>40563</c:v>
                </c:pt>
                <c:pt idx="265">
                  <c:v>40564</c:v>
                </c:pt>
                <c:pt idx="266">
                  <c:v>40567</c:v>
                </c:pt>
                <c:pt idx="267">
                  <c:v>40568</c:v>
                </c:pt>
                <c:pt idx="268">
                  <c:v>40569</c:v>
                </c:pt>
                <c:pt idx="269">
                  <c:v>40570</c:v>
                </c:pt>
                <c:pt idx="270">
                  <c:v>40571</c:v>
                </c:pt>
                <c:pt idx="271">
                  <c:v>40574</c:v>
                </c:pt>
                <c:pt idx="272">
                  <c:v>40575</c:v>
                </c:pt>
                <c:pt idx="273">
                  <c:v>40581</c:v>
                </c:pt>
                <c:pt idx="274">
                  <c:v>40582</c:v>
                </c:pt>
                <c:pt idx="275">
                  <c:v>40583</c:v>
                </c:pt>
                <c:pt idx="276">
                  <c:v>40584</c:v>
                </c:pt>
                <c:pt idx="277">
                  <c:v>40585</c:v>
                </c:pt>
                <c:pt idx="278">
                  <c:v>40588</c:v>
                </c:pt>
                <c:pt idx="279">
                  <c:v>40589</c:v>
                </c:pt>
                <c:pt idx="280">
                  <c:v>40590</c:v>
                </c:pt>
                <c:pt idx="281">
                  <c:v>40591</c:v>
                </c:pt>
                <c:pt idx="282">
                  <c:v>40592</c:v>
                </c:pt>
                <c:pt idx="283">
                  <c:v>40595</c:v>
                </c:pt>
                <c:pt idx="284">
                  <c:v>40596</c:v>
                </c:pt>
                <c:pt idx="285">
                  <c:v>40597</c:v>
                </c:pt>
                <c:pt idx="286">
                  <c:v>40598</c:v>
                </c:pt>
                <c:pt idx="287">
                  <c:v>40599</c:v>
                </c:pt>
                <c:pt idx="288">
                  <c:v>40602</c:v>
                </c:pt>
                <c:pt idx="289">
                  <c:v>40604</c:v>
                </c:pt>
                <c:pt idx="290">
                  <c:v>40605</c:v>
                </c:pt>
                <c:pt idx="291">
                  <c:v>40606</c:v>
                </c:pt>
                <c:pt idx="292">
                  <c:v>40609</c:v>
                </c:pt>
                <c:pt idx="293">
                  <c:v>40610</c:v>
                </c:pt>
                <c:pt idx="294">
                  <c:v>40611</c:v>
                </c:pt>
                <c:pt idx="295">
                  <c:v>40612</c:v>
                </c:pt>
                <c:pt idx="296">
                  <c:v>40613</c:v>
                </c:pt>
                <c:pt idx="297">
                  <c:v>40616</c:v>
                </c:pt>
                <c:pt idx="298">
                  <c:v>40617</c:v>
                </c:pt>
                <c:pt idx="299">
                  <c:v>40618</c:v>
                </c:pt>
                <c:pt idx="300">
                  <c:v>40619</c:v>
                </c:pt>
                <c:pt idx="301">
                  <c:v>40620</c:v>
                </c:pt>
                <c:pt idx="302">
                  <c:v>40623</c:v>
                </c:pt>
                <c:pt idx="303">
                  <c:v>40624</c:v>
                </c:pt>
                <c:pt idx="304">
                  <c:v>40625</c:v>
                </c:pt>
                <c:pt idx="305">
                  <c:v>40626</c:v>
                </c:pt>
                <c:pt idx="306">
                  <c:v>40627</c:v>
                </c:pt>
                <c:pt idx="307">
                  <c:v>40630</c:v>
                </c:pt>
                <c:pt idx="308">
                  <c:v>40631</c:v>
                </c:pt>
                <c:pt idx="309">
                  <c:v>40632</c:v>
                </c:pt>
                <c:pt idx="310">
                  <c:v>40633</c:v>
                </c:pt>
                <c:pt idx="311">
                  <c:v>40634</c:v>
                </c:pt>
                <c:pt idx="312">
                  <c:v>40637</c:v>
                </c:pt>
                <c:pt idx="313">
                  <c:v>40638</c:v>
                </c:pt>
                <c:pt idx="314">
                  <c:v>40639</c:v>
                </c:pt>
                <c:pt idx="315">
                  <c:v>40640</c:v>
                </c:pt>
                <c:pt idx="316">
                  <c:v>40641</c:v>
                </c:pt>
                <c:pt idx="317">
                  <c:v>40644</c:v>
                </c:pt>
                <c:pt idx="318">
                  <c:v>40645</c:v>
                </c:pt>
                <c:pt idx="319">
                  <c:v>40646</c:v>
                </c:pt>
                <c:pt idx="320">
                  <c:v>40647</c:v>
                </c:pt>
                <c:pt idx="321">
                  <c:v>40648</c:v>
                </c:pt>
                <c:pt idx="322">
                  <c:v>40651</c:v>
                </c:pt>
                <c:pt idx="323">
                  <c:v>40652</c:v>
                </c:pt>
                <c:pt idx="324">
                  <c:v>40653</c:v>
                </c:pt>
                <c:pt idx="325">
                  <c:v>40654</c:v>
                </c:pt>
                <c:pt idx="326">
                  <c:v>40655</c:v>
                </c:pt>
                <c:pt idx="327">
                  <c:v>40658</c:v>
                </c:pt>
                <c:pt idx="328">
                  <c:v>40659</c:v>
                </c:pt>
                <c:pt idx="329">
                  <c:v>40660</c:v>
                </c:pt>
                <c:pt idx="330">
                  <c:v>40661</c:v>
                </c:pt>
                <c:pt idx="331">
                  <c:v>40662</c:v>
                </c:pt>
                <c:pt idx="332">
                  <c:v>40665</c:v>
                </c:pt>
                <c:pt idx="333">
                  <c:v>40666</c:v>
                </c:pt>
                <c:pt idx="334">
                  <c:v>40667</c:v>
                </c:pt>
                <c:pt idx="335">
                  <c:v>40669</c:v>
                </c:pt>
                <c:pt idx="336">
                  <c:v>40672</c:v>
                </c:pt>
                <c:pt idx="337">
                  <c:v>40674</c:v>
                </c:pt>
                <c:pt idx="338">
                  <c:v>40675</c:v>
                </c:pt>
                <c:pt idx="339">
                  <c:v>40676</c:v>
                </c:pt>
                <c:pt idx="340">
                  <c:v>40679</c:v>
                </c:pt>
                <c:pt idx="341">
                  <c:v>40680</c:v>
                </c:pt>
                <c:pt idx="342">
                  <c:v>40681</c:v>
                </c:pt>
                <c:pt idx="343">
                  <c:v>40682</c:v>
                </c:pt>
                <c:pt idx="344">
                  <c:v>40683</c:v>
                </c:pt>
                <c:pt idx="345">
                  <c:v>40686</c:v>
                </c:pt>
                <c:pt idx="346">
                  <c:v>40687</c:v>
                </c:pt>
                <c:pt idx="347">
                  <c:v>40688</c:v>
                </c:pt>
                <c:pt idx="348">
                  <c:v>40689</c:v>
                </c:pt>
                <c:pt idx="349">
                  <c:v>40690</c:v>
                </c:pt>
                <c:pt idx="350">
                  <c:v>40693</c:v>
                </c:pt>
                <c:pt idx="351">
                  <c:v>40694</c:v>
                </c:pt>
                <c:pt idx="352">
                  <c:v>40695</c:v>
                </c:pt>
                <c:pt idx="353">
                  <c:v>40696</c:v>
                </c:pt>
                <c:pt idx="354">
                  <c:v>40697</c:v>
                </c:pt>
                <c:pt idx="355">
                  <c:v>40701</c:v>
                </c:pt>
                <c:pt idx="356">
                  <c:v>40702</c:v>
                </c:pt>
                <c:pt idx="357">
                  <c:v>40703</c:v>
                </c:pt>
                <c:pt idx="358">
                  <c:v>40704</c:v>
                </c:pt>
                <c:pt idx="359">
                  <c:v>40707</c:v>
                </c:pt>
                <c:pt idx="360">
                  <c:v>40708</c:v>
                </c:pt>
                <c:pt idx="361">
                  <c:v>40709</c:v>
                </c:pt>
                <c:pt idx="362">
                  <c:v>40710</c:v>
                </c:pt>
                <c:pt idx="363">
                  <c:v>40711</c:v>
                </c:pt>
                <c:pt idx="364">
                  <c:v>40714</c:v>
                </c:pt>
                <c:pt idx="365">
                  <c:v>40715</c:v>
                </c:pt>
                <c:pt idx="366">
                  <c:v>40716</c:v>
                </c:pt>
                <c:pt idx="367">
                  <c:v>40717</c:v>
                </c:pt>
                <c:pt idx="368">
                  <c:v>40718</c:v>
                </c:pt>
                <c:pt idx="369">
                  <c:v>40721</c:v>
                </c:pt>
                <c:pt idx="370">
                  <c:v>40722</c:v>
                </c:pt>
                <c:pt idx="371">
                  <c:v>40723</c:v>
                </c:pt>
                <c:pt idx="372">
                  <c:v>40724</c:v>
                </c:pt>
                <c:pt idx="373">
                  <c:v>40725</c:v>
                </c:pt>
                <c:pt idx="374">
                  <c:v>40728</c:v>
                </c:pt>
                <c:pt idx="375">
                  <c:v>40729</c:v>
                </c:pt>
                <c:pt idx="376">
                  <c:v>40730</c:v>
                </c:pt>
                <c:pt idx="377">
                  <c:v>40731</c:v>
                </c:pt>
                <c:pt idx="378">
                  <c:v>40732</c:v>
                </c:pt>
                <c:pt idx="379">
                  <c:v>40735</c:v>
                </c:pt>
                <c:pt idx="380">
                  <c:v>40736</c:v>
                </c:pt>
                <c:pt idx="381">
                  <c:v>40737</c:v>
                </c:pt>
                <c:pt idx="382">
                  <c:v>40738</c:v>
                </c:pt>
                <c:pt idx="383">
                  <c:v>40739</c:v>
                </c:pt>
                <c:pt idx="384">
                  <c:v>40742</c:v>
                </c:pt>
                <c:pt idx="385">
                  <c:v>40743</c:v>
                </c:pt>
                <c:pt idx="386">
                  <c:v>40744</c:v>
                </c:pt>
                <c:pt idx="387">
                  <c:v>40745</c:v>
                </c:pt>
                <c:pt idx="388">
                  <c:v>40746</c:v>
                </c:pt>
                <c:pt idx="389">
                  <c:v>40749</c:v>
                </c:pt>
                <c:pt idx="390">
                  <c:v>40750</c:v>
                </c:pt>
                <c:pt idx="391">
                  <c:v>40751</c:v>
                </c:pt>
                <c:pt idx="392">
                  <c:v>40752</c:v>
                </c:pt>
                <c:pt idx="393">
                  <c:v>40753</c:v>
                </c:pt>
                <c:pt idx="394">
                  <c:v>40756</c:v>
                </c:pt>
                <c:pt idx="395">
                  <c:v>40757</c:v>
                </c:pt>
                <c:pt idx="396">
                  <c:v>40758</c:v>
                </c:pt>
                <c:pt idx="397">
                  <c:v>40759</c:v>
                </c:pt>
                <c:pt idx="398">
                  <c:v>40760</c:v>
                </c:pt>
                <c:pt idx="399">
                  <c:v>40763</c:v>
                </c:pt>
                <c:pt idx="400">
                  <c:v>40764</c:v>
                </c:pt>
                <c:pt idx="401">
                  <c:v>40765</c:v>
                </c:pt>
                <c:pt idx="402">
                  <c:v>40766</c:v>
                </c:pt>
                <c:pt idx="403">
                  <c:v>40767</c:v>
                </c:pt>
                <c:pt idx="404">
                  <c:v>40771</c:v>
                </c:pt>
                <c:pt idx="405">
                  <c:v>40772</c:v>
                </c:pt>
                <c:pt idx="406">
                  <c:v>40773</c:v>
                </c:pt>
                <c:pt idx="407">
                  <c:v>40774</c:v>
                </c:pt>
                <c:pt idx="408">
                  <c:v>40777</c:v>
                </c:pt>
                <c:pt idx="409">
                  <c:v>40778</c:v>
                </c:pt>
                <c:pt idx="410">
                  <c:v>40779</c:v>
                </c:pt>
                <c:pt idx="411">
                  <c:v>40780</c:v>
                </c:pt>
                <c:pt idx="412">
                  <c:v>40781</c:v>
                </c:pt>
                <c:pt idx="413">
                  <c:v>40784</c:v>
                </c:pt>
                <c:pt idx="414">
                  <c:v>40785</c:v>
                </c:pt>
                <c:pt idx="415">
                  <c:v>40786</c:v>
                </c:pt>
                <c:pt idx="416">
                  <c:v>40787</c:v>
                </c:pt>
                <c:pt idx="417">
                  <c:v>40788</c:v>
                </c:pt>
                <c:pt idx="418">
                  <c:v>40791</c:v>
                </c:pt>
                <c:pt idx="419">
                  <c:v>40792</c:v>
                </c:pt>
                <c:pt idx="420">
                  <c:v>40793</c:v>
                </c:pt>
                <c:pt idx="421">
                  <c:v>40794</c:v>
                </c:pt>
                <c:pt idx="422">
                  <c:v>40795</c:v>
                </c:pt>
                <c:pt idx="423">
                  <c:v>40800</c:v>
                </c:pt>
                <c:pt idx="424">
                  <c:v>40801</c:v>
                </c:pt>
                <c:pt idx="425">
                  <c:v>40802</c:v>
                </c:pt>
                <c:pt idx="426">
                  <c:v>40805</c:v>
                </c:pt>
                <c:pt idx="427">
                  <c:v>40806</c:v>
                </c:pt>
                <c:pt idx="428">
                  <c:v>40807</c:v>
                </c:pt>
                <c:pt idx="429">
                  <c:v>40808</c:v>
                </c:pt>
                <c:pt idx="430">
                  <c:v>40809</c:v>
                </c:pt>
                <c:pt idx="431">
                  <c:v>40812</c:v>
                </c:pt>
                <c:pt idx="432">
                  <c:v>40813</c:v>
                </c:pt>
                <c:pt idx="433">
                  <c:v>40814</c:v>
                </c:pt>
                <c:pt idx="434">
                  <c:v>40815</c:v>
                </c:pt>
                <c:pt idx="435">
                  <c:v>40816</c:v>
                </c:pt>
                <c:pt idx="436">
                  <c:v>40820</c:v>
                </c:pt>
                <c:pt idx="437">
                  <c:v>40821</c:v>
                </c:pt>
                <c:pt idx="438">
                  <c:v>40822</c:v>
                </c:pt>
                <c:pt idx="439">
                  <c:v>40823</c:v>
                </c:pt>
                <c:pt idx="440">
                  <c:v>40826</c:v>
                </c:pt>
                <c:pt idx="441">
                  <c:v>40827</c:v>
                </c:pt>
                <c:pt idx="442">
                  <c:v>40828</c:v>
                </c:pt>
                <c:pt idx="443">
                  <c:v>40829</c:v>
                </c:pt>
                <c:pt idx="444">
                  <c:v>40830</c:v>
                </c:pt>
                <c:pt idx="445">
                  <c:v>40833</c:v>
                </c:pt>
                <c:pt idx="446">
                  <c:v>40834</c:v>
                </c:pt>
                <c:pt idx="447">
                  <c:v>40835</c:v>
                </c:pt>
                <c:pt idx="448">
                  <c:v>40836</c:v>
                </c:pt>
                <c:pt idx="449">
                  <c:v>40837</c:v>
                </c:pt>
                <c:pt idx="450">
                  <c:v>40840</c:v>
                </c:pt>
                <c:pt idx="451">
                  <c:v>40841</c:v>
                </c:pt>
                <c:pt idx="452">
                  <c:v>40842</c:v>
                </c:pt>
                <c:pt idx="453">
                  <c:v>40843</c:v>
                </c:pt>
                <c:pt idx="454">
                  <c:v>40844</c:v>
                </c:pt>
                <c:pt idx="455">
                  <c:v>40847</c:v>
                </c:pt>
                <c:pt idx="456">
                  <c:v>40848</c:v>
                </c:pt>
                <c:pt idx="457">
                  <c:v>40849</c:v>
                </c:pt>
                <c:pt idx="458">
                  <c:v>40850</c:v>
                </c:pt>
                <c:pt idx="459">
                  <c:v>40851</c:v>
                </c:pt>
                <c:pt idx="460">
                  <c:v>40854</c:v>
                </c:pt>
                <c:pt idx="461">
                  <c:v>40855</c:v>
                </c:pt>
                <c:pt idx="462">
                  <c:v>40856</c:v>
                </c:pt>
                <c:pt idx="463">
                  <c:v>40857</c:v>
                </c:pt>
                <c:pt idx="464">
                  <c:v>40858</c:v>
                </c:pt>
                <c:pt idx="465">
                  <c:v>40861</c:v>
                </c:pt>
                <c:pt idx="466">
                  <c:v>40862</c:v>
                </c:pt>
                <c:pt idx="467">
                  <c:v>40863</c:v>
                </c:pt>
                <c:pt idx="468">
                  <c:v>40864</c:v>
                </c:pt>
                <c:pt idx="469">
                  <c:v>40865</c:v>
                </c:pt>
                <c:pt idx="470">
                  <c:v>40868</c:v>
                </c:pt>
                <c:pt idx="471">
                  <c:v>40869</c:v>
                </c:pt>
                <c:pt idx="472">
                  <c:v>40870</c:v>
                </c:pt>
                <c:pt idx="473">
                  <c:v>40871</c:v>
                </c:pt>
                <c:pt idx="474">
                  <c:v>40872</c:v>
                </c:pt>
                <c:pt idx="475">
                  <c:v>40875</c:v>
                </c:pt>
                <c:pt idx="476">
                  <c:v>40876</c:v>
                </c:pt>
                <c:pt idx="477">
                  <c:v>40877</c:v>
                </c:pt>
                <c:pt idx="478">
                  <c:v>40878</c:v>
                </c:pt>
                <c:pt idx="479">
                  <c:v>40879</c:v>
                </c:pt>
                <c:pt idx="480">
                  <c:v>40882</c:v>
                </c:pt>
                <c:pt idx="481">
                  <c:v>40883</c:v>
                </c:pt>
                <c:pt idx="482">
                  <c:v>40884</c:v>
                </c:pt>
                <c:pt idx="483">
                  <c:v>40885</c:v>
                </c:pt>
                <c:pt idx="484">
                  <c:v>40886</c:v>
                </c:pt>
                <c:pt idx="485">
                  <c:v>40889</c:v>
                </c:pt>
                <c:pt idx="486">
                  <c:v>40890</c:v>
                </c:pt>
                <c:pt idx="487">
                  <c:v>40891</c:v>
                </c:pt>
                <c:pt idx="488">
                  <c:v>40892</c:v>
                </c:pt>
                <c:pt idx="489">
                  <c:v>40893</c:v>
                </c:pt>
                <c:pt idx="490">
                  <c:v>40896</c:v>
                </c:pt>
                <c:pt idx="491">
                  <c:v>40897</c:v>
                </c:pt>
                <c:pt idx="492">
                  <c:v>40898</c:v>
                </c:pt>
                <c:pt idx="493">
                  <c:v>40899</c:v>
                </c:pt>
                <c:pt idx="494">
                  <c:v>40900</c:v>
                </c:pt>
                <c:pt idx="495">
                  <c:v>40903</c:v>
                </c:pt>
                <c:pt idx="496">
                  <c:v>40904</c:v>
                </c:pt>
                <c:pt idx="497">
                  <c:v>40905</c:v>
                </c:pt>
                <c:pt idx="498">
                  <c:v>40906</c:v>
                </c:pt>
                <c:pt idx="499">
                  <c:v>40910</c:v>
                </c:pt>
                <c:pt idx="500">
                  <c:v>40911</c:v>
                </c:pt>
                <c:pt idx="501">
                  <c:v>40912</c:v>
                </c:pt>
                <c:pt idx="502">
                  <c:v>40913</c:v>
                </c:pt>
                <c:pt idx="503">
                  <c:v>40914</c:v>
                </c:pt>
                <c:pt idx="504">
                  <c:v>40917</c:v>
                </c:pt>
                <c:pt idx="505">
                  <c:v>40918</c:v>
                </c:pt>
                <c:pt idx="506">
                  <c:v>40919</c:v>
                </c:pt>
                <c:pt idx="507">
                  <c:v>40920</c:v>
                </c:pt>
                <c:pt idx="508">
                  <c:v>40921</c:v>
                </c:pt>
                <c:pt idx="509">
                  <c:v>40924</c:v>
                </c:pt>
                <c:pt idx="510">
                  <c:v>40925</c:v>
                </c:pt>
                <c:pt idx="511">
                  <c:v>40926</c:v>
                </c:pt>
                <c:pt idx="512">
                  <c:v>40927</c:v>
                </c:pt>
                <c:pt idx="513">
                  <c:v>40928</c:v>
                </c:pt>
                <c:pt idx="514">
                  <c:v>40933</c:v>
                </c:pt>
                <c:pt idx="515">
                  <c:v>40934</c:v>
                </c:pt>
                <c:pt idx="516">
                  <c:v>40935</c:v>
                </c:pt>
                <c:pt idx="517">
                  <c:v>40938</c:v>
                </c:pt>
                <c:pt idx="518">
                  <c:v>40939</c:v>
                </c:pt>
                <c:pt idx="519">
                  <c:v>40940</c:v>
                </c:pt>
                <c:pt idx="520">
                  <c:v>40941</c:v>
                </c:pt>
                <c:pt idx="521">
                  <c:v>40942</c:v>
                </c:pt>
                <c:pt idx="522">
                  <c:v>40945</c:v>
                </c:pt>
                <c:pt idx="523">
                  <c:v>40946</c:v>
                </c:pt>
                <c:pt idx="524">
                  <c:v>40947</c:v>
                </c:pt>
                <c:pt idx="525">
                  <c:v>40948</c:v>
                </c:pt>
                <c:pt idx="526">
                  <c:v>40949</c:v>
                </c:pt>
                <c:pt idx="527">
                  <c:v>40952</c:v>
                </c:pt>
                <c:pt idx="528">
                  <c:v>40953</c:v>
                </c:pt>
                <c:pt idx="529">
                  <c:v>40954</c:v>
                </c:pt>
                <c:pt idx="530">
                  <c:v>40955</c:v>
                </c:pt>
                <c:pt idx="531">
                  <c:v>40956</c:v>
                </c:pt>
                <c:pt idx="532">
                  <c:v>40959</c:v>
                </c:pt>
                <c:pt idx="533">
                  <c:v>40960</c:v>
                </c:pt>
                <c:pt idx="534">
                  <c:v>40961</c:v>
                </c:pt>
                <c:pt idx="535">
                  <c:v>40962</c:v>
                </c:pt>
                <c:pt idx="536">
                  <c:v>40963</c:v>
                </c:pt>
                <c:pt idx="537">
                  <c:v>40966</c:v>
                </c:pt>
                <c:pt idx="538">
                  <c:v>40967</c:v>
                </c:pt>
                <c:pt idx="539">
                  <c:v>40968</c:v>
                </c:pt>
                <c:pt idx="540">
                  <c:v>40970</c:v>
                </c:pt>
                <c:pt idx="541">
                  <c:v>40973</c:v>
                </c:pt>
                <c:pt idx="542">
                  <c:v>40974</c:v>
                </c:pt>
                <c:pt idx="543">
                  <c:v>40975</c:v>
                </c:pt>
                <c:pt idx="544">
                  <c:v>40976</c:v>
                </c:pt>
                <c:pt idx="545">
                  <c:v>40977</c:v>
                </c:pt>
                <c:pt idx="546">
                  <c:v>40980</c:v>
                </c:pt>
                <c:pt idx="547">
                  <c:v>40981</c:v>
                </c:pt>
                <c:pt idx="548">
                  <c:v>40982</c:v>
                </c:pt>
                <c:pt idx="549">
                  <c:v>40983</c:v>
                </c:pt>
                <c:pt idx="550">
                  <c:v>40984</c:v>
                </c:pt>
                <c:pt idx="551">
                  <c:v>40987</c:v>
                </c:pt>
                <c:pt idx="552">
                  <c:v>40988</c:v>
                </c:pt>
                <c:pt idx="553">
                  <c:v>40989</c:v>
                </c:pt>
                <c:pt idx="554">
                  <c:v>40990</c:v>
                </c:pt>
                <c:pt idx="555">
                  <c:v>40991</c:v>
                </c:pt>
                <c:pt idx="556">
                  <c:v>40994</c:v>
                </c:pt>
                <c:pt idx="557">
                  <c:v>40995</c:v>
                </c:pt>
                <c:pt idx="558">
                  <c:v>40996</c:v>
                </c:pt>
                <c:pt idx="559">
                  <c:v>40997</c:v>
                </c:pt>
                <c:pt idx="560">
                  <c:v>40998</c:v>
                </c:pt>
                <c:pt idx="561">
                  <c:v>41001</c:v>
                </c:pt>
                <c:pt idx="562">
                  <c:v>41002</c:v>
                </c:pt>
                <c:pt idx="563">
                  <c:v>41003</c:v>
                </c:pt>
                <c:pt idx="564">
                  <c:v>41004</c:v>
                </c:pt>
                <c:pt idx="565">
                  <c:v>41005</c:v>
                </c:pt>
                <c:pt idx="566">
                  <c:v>41008</c:v>
                </c:pt>
                <c:pt idx="567">
                  <c:v>41009</c:v>
                </c:pt>
                <c:pt idx="568">
                  <c:v>41011</c:v>
                </c:pt>
                <c:pt idx="569">
                  <c:v>41012</c:v>
                </c:pt>
                <c:pt idx="570">
                  <c:v>41015</c:v>
                </c:pt>
                <c:pt idx="571">
                  <c:v>41016</c:v>
                </c:pt>
                <c:pt idx="572">
                  <c:v>41017</c:v>
                </c:pt>
                <c:pt idx="573">
                  <c:v>41018</c:v>
                </c:pt>
                <c:pt idx="574">
                  <c:v>41019</c:v>
                </c:pt>
                <c:pt idx="575">
                  <c:v>41022</c:v>
                </c:pt>
                <c:pt idx="576">
                  <c:v>41023</c:v>
                </c:pt>
                <c:pt idx="577">
                  <c:v>41024</c:v>
                </c:pt>
                <c:pt idx="578">
                  <c:v>41025</c:v>
                </c:pt>
                <c:pt idx="579">
                  <c:v>41026</c:v>
                </c:pt>
                <c:pt idx="580">
                  <c:v>41029</c:v>
                </c:pt>
                <c:pt idx="581">
                  <c:v>41031</c:v>
                </c:pt>
                <c:pt idx="582">
                  <c:v>41032</c:v>
                </c:pt>
                <c:pt idx="583">
                  <c:v>41033</c:v>
                </c:pt>
                <c:pt idx="584">
                  <c:v>41036</c:v>
                </c:pt>
                <c:pt idx="585">
                  <c:v>41037</c:v>
                </c:pt>
                <c:pt idx="586">
                  <c:v>41038</c:v>
                </c:pt>
                <c:pt idx="587">
                  <c:v>41039</c:v>
                </c:pt>
                <c:pt idx="588">
                  <c:v>41040</c:v>
                </c:pt>
                <c:pt idx="589">
                  <c:v>41043</c:v>
                </c:pt>
                <c:pt idx="590">
                  <c:v>41044</c:v>
                </c:pt>
                <c:pt idx="591">
                  <c:v>41045</c:v>
                </c:pt>
                <c:pt idx="592">
                  <c:v>41046</c:v>
                </c:pt>
                <c:pt idx="593">
                  <c:v>41047</c:v>
                </c:pt>
                <c:pt idx="594">
                  <c:v>41050</c:v>
                </c:pt>
                <c:pt idx="595">
                  <c:v>41051</c:v>
                </c:pt>
                <c:pt idx="596">
                  <c:v>41052</c:v>
                </c:pt>
                <c:pt idx="597">
                  <c:v>41053</c:v>
                </c:pt>
                <c:pt idx="598">
                  <c:v>41054</c:v>
                </c:pt>
                <c:pt idx="599">
                  <c:v>41058</c:v>
                </c:pt>
                <c:pt idx="600">
                  <c:v>41059</c:v>
                </c:pt>
                <c:pt idx="601">
                  <c:v>41060</c:v>
                </c:pt>
                <c:pt idx="602">
                  <c:v>41061</c:v>
                </c:pt>
                <c:pt idx="603">
                  <c:v>41064</c:v>
                </c:pt>
                <c:pt idx="604">
                  <c:v>41065</c:v>
                </c:pt>
                <c:pt idx="605">
                  <c:v>41067</c:v>
                </c:pt>
                <c:pt idx="606">
                  <c:v>41068</c:v>
                </c:pt>
                <c:pt idx="607">
                  <c:v>41071</c:v>
                </c:pt>
                <c:pt idx="608">
                  <c:v>41072</c:v>
                </c:pt>
                <c:pt idx="609">
                  <c:v>41073</c:v>
                </c:pt>
                <c:pt idx="610">
                  <c:v>41074</c:v>
                </c:pt>
                <c:pt idx="611">
                  <c:v>41075</c:v>
                </c:pt>
                <c:pt idx="612">
                  <c:v>41078</c:v>
                </c:pt>
                <c:pt idx="613">
                  <c:v>41079</c:v>
                </c:pt>
                <c:pt idx="614">
                  <c:v>41080</c:v>
                </c:pt>
                <c:pt idx="615">
                  <c:v>41081</c:v>
                </c:pt>
                <c:pt idx="616">
                  <c:v>41082</c:v>
                </c:pt>
                <c:pt idx="617">
                  <c:v>41085</c:v>
                </c:pt>
                <c:pt idx="618">
                  <c:v>41086</c:v>
                </c:pt>
                <c:pt idx="619">
                  <c:v>41087</c:v>
                </c:pt>
                <c:pt idx="620">
                  <c:v>41088</c:v>
                </c:pt>
                <c:pt idx="621">
                  <c:v>41089</c:v>
                </c:pt>
                <c:pt idx="622">
                  <c:v>41092</c:v>
                </c:pt>
                <c:pt idx="623">
                  <c:v>41093</c:v>
                </c:pt>
                <c:pt idx="624">
                  <c:v>41094</c:v>
                </c:pt>
                <c:pt idx="625">
                  <c:v>41095</c:v>
                </c:pt>
                <c:pt idx="626">
                  <c:v>41096</c:v>
                </c:pt>
                <c:pt idx="627">
                  <c:v>41099</c:v>
                </c:pt>
                <c:pt idx="628">
                  <c:v>41100</c:v>
                </c:pt>
                <c:pt idx="629">
                  <c:v>41101</c:v>
                </c:pt>
                <c:pt idx="630">
                  <c:v>41102</c:v>
                </c:pt>
                <c:pt idx="631">
                  <c:v>41103</c:v>
                </c:pt>
                <c:pt idx="632">
                  <c:v>41106</c:v>
                </c:pt>
                <c:pt idx="633">
                  <c:v>41107</c:v>
                </c:pt>
                <c:pt idx="634">
                  <c:v>41108</c:v>
                </c:pt>
                <c:pt idx="635">
                  <c:v>41109</c:v>
                </c:pt>
                <c:pt idx="636">
                  <c:v>41110</c:v>
                </c:pt>
                <c:pt idx="637">
                  <c:v>41113</c:v>
                </c:pt>
                <c:pt idx="638">
                  <c:v>41114</c:v>
                </c:pt>
                <c:pt idx="639">
                  <c:v>41115</c:v>
                </c:pt>
                <c:pt idx="640">
                  <c:v>41116</c:v>
                </c:pt>
                <c:pt idx="641">
                  <c:v>41117</c:v>
                </c:pt>
                <c:pt idx="642">
                  <c:v>41120</c:v>
                </c:pt>
                <c:pt idx="643">
                  <c:v>41121</c:v>
                </c:pt>
                <c:pt idx="644">
                  <c:v>41122</c:v>
                </c:pt>
                <c:pt idx="645">
                  <c:v>41123</c:v>
                </c:pt>
                <c:pt idx="646">
                  <c:v>41124</c:v>
                </c:pt>
                <c:pt idx="647">
                  <c:v>41127</c:v>
                </c:pt>
                <c:pt idx="648">
                  <c:v>41128</c:v>
                </c:pt>
                <c:pt idx="649">
                  <c:v>41129</c:v>
                </c:pt>
                <c:pt idx="650">
                  <c:v>41130</c:v>
                </c:pt>
                <c:pt idx="651">
                  <c:v>41131</c:v>
                </c:pt>
                <c:pt idx="652">
                  <c:v>41134</c:v>
                </c:pt>
                <c:pt idx="653">
                  <c:v>41135</c:v>
                </c:pt>
                <c:pt idx="654">
                  <c:v>41137</c:v>
                </c:pt>
                <c:pt idx="655">
                  <c:v>41138</c:v>
                </c:pt>
                <c:pt idx="656">
                  <c:v>41141</c:v>
                </c:pt>
                <c:pt idx="657">
                  <c:v>41142</c:v>
                </c:pt>
                <c:pt idx="658">
                  <c:v>41143</c:v>
                </c:pt>
                <c:pt idx="659">
                  <c:v>41144</c:v>
                </c:pt>
                <c:pt idx="660">
                  <c:v>41145</c:v>
                </c:pt>
                <c:pt idx="661">
                  <c:v>41148</c:v>
                </c:pt>
                <c:pt idx="662">
                  <c:v>41149</c:v>
                </c:pt>
                <c:pt idx="663">
                  <c:v>41150</c:v>
                </c:pt>
                <c:pt idx="664">
                  <c:v>41151</c:v>
                </c:pt>
                <c:pt idx="665">
                  <c:v>41152</c:v>
                </c:pt>
                <c:pt idx="666">
                  <c:v>41155</c:v>
                </c:pt>
                <c:pt idx="667">
                  <c:v>41156</c:v>
                </c:pt>
                <c:pt idx="668">
                  <c:v>41157</c:v>
                </c:pt>
                <c:pt idx="669">
                  <c:v>41158</c:v>
                </c:pt>
                <c:pt idx="670">
                  <c:v>41159</c:v>
                </c:pt>
                <c:pt idx="671">
                  <c:v>41162</c:v>
                </c:pt>
                <c:pt idx="672">
                  <c:v>41163</c:v>
                </c:pt>
                <c:pt idx="673">
                  <c:v>41164</c:v>
                </c:pt>
                <c:pt idx="674">
                  <c:v>41165</c:v>
                </c:pt>
                <c:pt idx="675">
                  <c:v>41166</c:v>
                </c:pt>
                <c:pt idx="676">
                  <c:v>41169</c:v>
                </c:pt>
                <c:pt idx="677">
                  <c:v>41170</c:v>
                </c:pt>
                <c:pt idx="678">
                  <c:v>41171</c:v>
                </c:pt>
                <c:pt idx="679">
                  <c:v>41172</c:v>
                </c:pt>
                <c:pt idx="680">
                  <c:v>41173</c:v>
                </c:pt>
                <c:pt idx="681">
                  <c:v>41176</c:v>
                </c:pt>
                <c:pt idx="682">
                  <c:v>41177</c:v>
                </c:pt>
                <c:pt idx="683">
                  <c:v>41178</c:v>
                </c:pt>
                <c:pt idx="684">
                  <c:v>41179</c:v>
                </c:pt>
                <c:pt idx="685">
                  <c:v>41180</c:v>
                </c:pt>
                <c:pt idx="686">
                  <c:v>41184</c:v>
                </c:pt>
                <c:pt idx="687">
                  <c:v>41186</c:v>
                </c:pt>
                <c:pt idx="688">
                  <c:v>41187</c:v>
                </c:pt>
                <c:pt idx="689">
                  <c:v>41190</c:v>
                </c:pt>
                <c:pt idx="690">
                  <c:v>41191</c:v>
                </c:pt>
                <c:pt idx="691">
                  <c:v>41192</c:v>
                </c:pt>
                <c:pt idx="692">
                  <c:v>41193</c:v>
                </c:pt>
                <c:pt idx="693">
                  <c:v>41194</c:v>
                </c:pt>
                <c:pt idx="694">
                  <c:v>41197</c:v>
                </c:pt>
                <c:pt idx="695">
                  <c:v>41198</c:v>
                </c:pt>
                <c:pt idx="696">
                  <c:v>41199</c:v>
                </c:pt>
                <c:pt idx="697">
                  <c:v>41200</c:v>
                </c:pt>
                <c:pt idx="698">
                  <c:v>41201</c:v>
                </c:pt>
                <c:pt idx="699">
                  <c:v>41204</c:v>
                </c:pt>
                <c:pt idx="700">
                  <c:v>41205</c:v>
                </c:pt>
                <c:pt idx="701">
                  <c:v>41206</c:v>
                </c:pt>
                <c:pt idx="702">
                  <c:v>41207</c:v>
                </c:pt>
                <c:pt idx="703">
                  <c:v>41208</c:v>
                </c:pt>
                <c:pt idx="704">
                  <c:v>41211</c:v>
                </c:pt>
                <c:pt idx="705">
                  <c:v>41212</c:v>
                </c:pt>
                <c:pt idx="706">
                  <c:v>41213</c:v>
                </c:pt>
                <c:pt idx="707">
                  <c:v>41214</c:v>
                </c:pt>
                <c:pt idx="708">
                  <c:v>41215</c:v>
                </c:pt>
                <c:pt idx="709">
                  <c:v>41218</c:v>
                </c:pt>
                <c:pt idx="710">
                  <c:v>41219</c:v>
                </c:pt>
                <c:pt idx="711">
                  <c:v>41220</c:v>
                </c:pt>
                <c:pt idx="712">
                  <c:v>41221</c:v>
                </c:pt>
                <c:pt idx="713">
                  <c:v>41222</c:v>
                </c:pt>
                <c:pt idx="714">
                  <c:v>41225</c:v>
                </c:pt>
                <c:pt idx="715">
                  <c:v>41226</c:v>
                </c:pt>
                <c:pt idx="716">
                  <c:v>41227</c:v>
                </c:pt>
                <c:pt idx="717">
                  <c:v>41228</c:v>
                </c:pt>
                <c:pt idx="718">
                  <c:v>41229</c:v>
                </c:pt>
                <c:pt idx="719">
                  <c:v>41232</c:v>
                </c:pt>
                <c:pt idx="720">
                  <c:v>41233</c:v>
                </c:pt>
                <c:pt idx="721">
                  <c:v>41234</c:v>
                </c:pt>
                <c:pt idx="722">
                  <c:v>41235</c:v>
                </c:pt>
                <c:pt idx="723">
                  <c:v>41236</c:v>
                </c:pt>
                <c:pt idx="724">
                  <c:v>41239</c:v>
                </c:pt>
                <c:pt idx="725">
                  <c:v>41240</c:v>
                </c:pt>
                <c:pt idx="726">
                  <c:v>41241</c:v>
                </c:pt>
                <c:pt idx="727">
                  <c:v>41242</c:v>
                </c:pt>
                <c:pt idx="728">
                  <c:v>41243</c:v>
                </c:pt>
                <c:pt idx="729">
                  <c:v>41246</c:v>
                </c:pt>
                <c:pt idx="730">
                  <c:v>41247</c:v>
                </c:pt>
                <c:pt idx="731">
                  <c:v>41248</c:v>
                </c:pt>
                <c:pt idx="732">
                  <c:v>41249</c:v>
                </c:pt>
                <c:pt idx="733">
                  <c:v>41250</c:v>
                </c:pt>
                <c:pt idx="734">
                  <c:v>41253</c:v>
                </c:pt>
                <c:pt idx="735">
                  <c:v>41254</c:v>
                </c:pt>
                <c:pt idx="736">
                  <c:v>41255</c:v>
                </c:pt>
                <c:pt idx="737">
                  <c:v>41256</c:v>
                </c:pt>
                <c:pt idx="738">
                  <c:v>41257</c:v>
                </c:pt>
                <c:pt idx="739">
                  <c:v>41260</c:v>
                </c:pt>
                <c:pt idx="740">
                  <c:v>41261</c:v>
                </c:pt>
                <c:pt idx="741">
                  <c:v>41263</c:v>
                </c:pt>
                <c:pt idx="742">
                  <c:v>41264</c:v>
                </c:pt>
                <c:pt idx="743">
                  <c:v>41267</c:v>
                </c:pt>
                <c:pt idx="744">
                  <c:v>41269</c:v>
                </c:pt>
                <c:pt idx="745">
                  <c:v>41270</c:v>
                </c:pt>
                <c:pt idx="746">
                  <c:v>41271</c:v>
                </c:pt>
                <c:pt idx="747">
                  <c:v>41276</c:v>
                </c:pt>
                <c:pt idx="748">
                  <c:v>41277</c:v>
                </c:pt>
                <c:pt idx="749">
                  <c:v>41278</c:v>
                </c:pt>
                <c:pt idx="750">
                  <c:v>41281</c:v>
                </c:pt>
                <c:pt idx="751">
                  <c:v>41282</c:v>
                </c:pt>
                <c:pt idx="752">
                  <c:v>41283</c:v>
                </c:pt>
                <c:pt idx="753">
                  <c:v>41284</c:v>
                </c:pt>
                <c:pt idx="754">
                  <c:v>41285</c:v>
                </c:pt>
                <c:pt idx="755">
                  <c:v>41288</c:v>
                </c:pt>
                <c:pt idx="756">
                  <c:v>41289</c:v>
                </c:pt>
                <c:pt idx="757">
                  <c:v>41290</c:v>
                </c:pt>
                <c:pt idx="758">
                  <c:v>41291</c:v>
                </c:pt>
                <c:pt idx="759">
                  <c:v>41292</c:v>
                </c:pt>
                <c:pt idx="760">
                  <c:v>41295</c:v>
                </c:pt>
                <c:pt idx="761">
                  <c:v>41296</c:v>
                </c:pt>
                <c:pt idx="762">
                  <c:v>41297</c:v>
                </c:pt>
                <c:pt idx="763">
                  <c:v>41298</c:v>
                </c:pt>
                <c:pt idx="764">
                  <c:v>41299</c:v>
                </c:pt>
                <c:pt idx="765">
                  <c:v>41302</c:v>
                </c:pt>
                <c:pt idx="766">
                  <c:v>41303</c:v>
                </c:pt>
                <c:pt idx="767">
                  <c:v>41304</c:v>
                </c:pt>
                <c:pt idx="768">
                  <c:v>41305</c:v>
                </c:pt>
                <c:pt idx="769">
                  <c:v>41306</c:v>
                </c:pt>
                <c:pt idx="770">
                  <c:v>41309</c:v>
                </c:pt>
                <c:pt idx="771">
                  <c:v>41310</c:v>
                </c:pt>
                <c:pt idx="772">
                  <c:v>41311</c:v>
                </c:pt>
                <c:pt idx="773">
                  <c:v>41312</c:v>
                </c:pt>
                <c:pt idx="774">
                  <c:v>41313</c:v>
                </c:pt>
                <c:pt idx="775">
                  <c:v>41317</c:v>
                </c:pt>
                <c:pt idx="776">
                  <c:v>41318</c:v>
                </c:pt>
                <c:pt idx="777">
                  <c:v>41319</c:v>
                </c:pt>
                <c:pt idx="778">
                  <c:v>41320</c:v>
                </c:pt>
                <c:pt idx="779">
                  <c:v>41323</c:v>
                </c:pt>
                <c:pt idx="780">
                  <c:v>41324</c:v>
                </c:pt>
                <c:pt idx="781">
                  <c:v>41325</c:v>
                </c:pt>
                <c:pt idx="782">
                  <c:v>41326</c:v>
                </c:pt>
                <c:pt idx="783">
                  <c:v>41327</c:v>
                </c:pt>
                <c:pt idx="784">
                  <c:v>41330</c:v>
                </c:pt>
                <c:pt idx="785">
                  <c:v>41331</c:v>
                </c:pt>
                <c:pt idx="786">
                  <c:v>41332</c:v>
                </c:pt>
                <c:pt idx="787">
                  <c:v>41333</c:v>
                </c:pt>
                <c:pt idx="788">
                  <c:v>41337</c:v>
                </c:pt>
                <c:pt idx="789">
                  <c:v>41338</c:v>
                </c:pt>
                <c:pt idx="790">
                  <c:v>41339</c:v>
                </c:pt>
                <c:pt idx="791">
                  <c:v>41340</c:v>
                </c:pt>
                <c:pt idx="792">
                  <c:v>41341</c:v>
                </c:pt>
                <c:pt idx="793">
                  <c:v>41344</c:v>
                </c:pt>
                <c:pt idx="794">
                  <c:v>41345</c:v>
                </c:pt>
                <c:pt idx="795">
                  <c:v>41346</c:v>
                </c:pt>
                <c:pt idx="796">
                  <c:v>41347</c:v>
                </c:pt>
                <c:pt idx="797">
                  <c:v>41348</c:v>
                </c:pt>
                <c:pt idx="798">
                  <c:v>41351</c:v>
                </c:pt>
                <c:pt idx="799">
                  <c:v>41352</c:v>
                </c:pt>
                <c:pt idx="800">
                  <c:v>41353</c:v>
                </c:pt>
                <c:pt idx="801">
                  <c:v>41354</c:v>
                </c:pt>
                <c:pt idx="802">
                  <c:v>41355</c:v>
                </c:pt>
                <c:pt idx="803">
                  <c:v>41358</c:v>
                </c:pt>
                <c:pt idx="804">
                  <c:v>41359</c:v>
                </c:pt>
                <c:pt idx="805">
                  <c:v>41360</c:v>
                </c:pt>
                <c:pt idx="806">
                  <c:v>41361</c:v>
                </c:pt>
                <c:pt idx="807">
                  <c:v>41362</c:v>
                </c:pt>
                <c:pt idx="808">
                  <c:v>41365</c:v>
                </c:pt>
                <c:pt idx="809">
                  <c:v>41366</c:v>
                </c:pt>
                <c:pt idx="810">
                  <c:v>41367</c:v>
                </c:pt>
                <c:pt idx="811">
                  <c:v>41368</c:v>
                </c:pt>
                <c:pt idx="812">
                  <c:v>41369</c:v>
                </c:pt>
                <c:pt idx="813">
                  <c:v>41372</c:v>
                </c:pt>
                <c:pt idx="814">
                  <c:v>41373</c:v>
                </c:pt>
                <c:pt idx="815">
                  <c:v>41374</c:v>
                </c:pt>
                <c:pt idx="816">
                  <c:v>41375</c:v>
                </c:pt>
                <c:pt idx="817">
                  <c:v>41376</c:v>
                </c:pt>
                <c:pt idx="818">
                  <c:v>41379</c:v>
                </c:pt>
                <c:pt idx="819">
                  <c:v>41380</c:v>
                </c:pt>
                <c:pt idx="820">
                  <c:v>41381</c:v>
                </c:pt>
                <c:pt idx="821">
                  <c:v>41382</c:v>
                </c:pt>
                <c:pt idx="822">
                  <c:v>41383</c:v>
                </c:pt>
                <c:pt idx="823">
                  <c:v>41386</c:v>
                </c:pt>
                <c:pt idx="824">
                  <c:v>41387</c:v>
                </c:pt>
                <c:pt idx="825">
                  <c:v>41388</c:v>
                </c:pt>
                <c:pt idx="826">
                  <c:v>41389</c:v>
                </c:pt>
                <c:pt idx="827">
                  <c:v>41390</c:v>
                </c:pt>
                <c:pt idx="828">
                  <c:v>41393</c:v>
                </c:pt>
                <c:pt idx="829">
                  <c:v>41394</c:v>
                </c:pt>
                <c:pt idx="830">
                  <c:v>41396</c:v>
                </c:pt>
                <c:pt idx="831">
                  <c:v>41397</c:v>
                </c:pt>
                <c:pt idx="832">
                  <c:v>41400</c:v>
                </c:pt>
                <c:pt idx="833">
                  <c:v>41401</c:v>
                </c:pt>
                <c:pt idx="834">
                  <c:v>41402</c:v>
                </c:pt>
                <c:pt idx="835">
                  <c:v>41403</c:v>
                </c:pt>
                <c:pt idx="836">
                  <c:v>41404</c:v>
                </c:pt>
                <c:pt idx="837">
                  <c:v>41407</c:v>
                </c:pt>
                <c:pt idx="838">
                  <c:v>41408</c:v>
                </c:pt>
                <c:pt idx="839">
                  <c:v>41409</c:v>
                </c:pt>
                <c:pt idx="840">
                  <c:v>41410</c:v>
                </c:pt>
                <c:pt idx="841">
                  <c:v>41414</c:v>
                </c:pt>
                <c:pt idx="842">
                  <c:v>41415</c:v>
                </c:pt>
                <c:pt idx="843">
                  <c:v>41416</c:v>
                </c:pt>
                <c:pt idx="844">
                  <c:v>41417</c:v>
                </c:pt>
                <c:pt idx="845">
                  <c:v>41418</c:v>
                </c:pt>
                <c:pt idx="846">
                  <c:v>41421</c:v>
                </c:pt>
                <c:pt idx="847">
                  <c:v>41422</c:v>
                </c:pt>
                <c:pt idx="848">
                  <c:v>41423</c:v>
                </c:pt>
                <c:pt idx="849">
                  <c:v>41424</c:v>
                </c:pt>
                <c:pt idx="850">
                  <c:v>41425</c:v>
                </c:pt>
                <c:pt idx="851">
                  <c:v>41428</c:v>
                </c:pt>
                <c:pt idx="852">
                  <c:v>41429</c:v>
                </c:pt>
                <c:pt idx="853">
                  <c:v>41430</c:v>
                </c:pt>
                <c:pt idx="854">
                  <c:v>41432</c:v>
                </c:pt>
                <c:pt idx="855">
                  <c:v>41435</c:v>
                </c:pt>
                <c:pt idx="856">
                  <c:v>41436</c:v>
                </c:pt>
                <c:pt idx="857">
                  <c:v>41437</c:v>
                </c:pt>
                <c:pt idx="858">
                  <c:v>41438</c:v>
                </c:pt>
                <c:pt idx="859">
                  <c:v>41439</c:v>
                </c:pt>
                <c:pt idx="860">
                  <c:v>41442</c:v>
                </c:pt>
                <c:pt idx="861">
                  <c:v>41443</c:v>
                </c:pt>
                <c:pt idx="862">
                  <c:v>41444</c:v>
                </c:pt>
                <c:pt idx="863">
                  <c:v>41445</c:v>
                </c:pt>
                <c:pt idx="864">
                  <c:v>41446</c:v>
                </c:pt>
                <c:pt idx="865">
                  <c:v>41449</c:v>
                </c:pt>
                <c:pt idx="866">
                  <c:v>41450</c:v>
                </c:pt>
                <c:pt idx="867">
                  <c:v>41451</c:v>
                </c:pt>
                <c:pt idx="868">
                  <c:v>41452</c:v>
                </c:pt>
                <c:pt idx="869">
                  <c:v>41453</c:v>
                </c:pt>
                <c:pt idx="870">
                  <c:v>41456</c:v>
                </c:pt>
                <c:pt idx="871">
                  <c:v>41457</c:v>
                </c:pt>
                <c:pt idx="872">
                  <c:v>41458</c:v>
                </c:pt>
                <c:pt idx="873">
                  <c:v>41459</c:v>
                </c:pt>
                <c:pt idx="874">
                  <c:v>41460</c:v>
                </c:pt>
                <c:pt idx="875">
                  <c:v>41463</c:v>
                </c:pt>
                <c:pt idx="876">
                  <c:v>41464</c:v>
                </c:pt>
                <c:pt idx="877">
                  <c:v>41465</c:v>
                </c:pt>
                <c:pt idx="878">
                  <c:v>41466</c:v>
                </c:pt>
                <c:pt idx="879">
                  <c:v>41467</c:v>
                </c:pt>
                <c:pt idx="880">
                  <c:v>41470</c:v>
                </c:pt>
                <c:pt idx="881">
                  <c:v>41471</c:v>
                </c:pt>
                <c:pt idx="882">
                  <c:v>41472</c:v>
                </c:pt>
                <c:pt idx="883">
                  <c:v>41473</c:v>
                </c:pt>
                <c:pt idx="884">
                  <c:v>41474</c:v>
                </c:pt>
                <c:pt idx="885">
                  <c:v>41477</c:v>
                </c:pt>
                <c:pt idx="886">
                  <c:v>41478</c:v>
                </c:pt>
                <c:pt idx="887">
                  <c:v>41479</c:v>
                </c:pt>
                <c:pt idx="888">
                  <c:v>41480</c:v>
                </c:pt>
                <c:pt idx="889">
                  <c:v>41481</c:v>
                </c:pt>
                <c:pt idx="890">
                  <c:v>41484</c:v>
                </c:pt>
                <c:pt idx="891">
                  <c:v>41485</c:v>
                </c:pt>
                <c:pt idx="892">
                  <c:v>41486</c:v>
                </c:pt>
                <c:pt idx="893">
                  <c:v>41487</c:v>
                </c:pt>
                <c:pt idx="894">
                  <c:v>41488</c:v>
                </c:pt>
                <c:pt idx="895">
                  <c:v>41491</c:v>
                </c:pt>
                <c:pt idx="896">
                  <c:v>41492</c:v>
                </c:pt>
                <c:pt idx="897">
                  <c:v>41493</c:v>
                </c:pt>
                <c:pt idx="898">
                  <c:v>41494</c:v>
                </c:pt>
                <c:pt idx="899">
                  <c:v>41495</c:v>
                </c:pt>
                <c:pt idx="900">
                  <c:v>41498</c:v>
                </c:pt>
                <c:pt idx="901">
                  <c:v>41499</c:v>
                </c:pt>
                <c:pt idx="902">
                  <c:v>41500</c:v>
                </c:pt>
                <c:pt idx="903">
                  <c:v>41502</c:v>
                </c:pt>
                <c:pt idx="904">
                  <c:v>41505</c:v>
                </c:pt>
                <c:pt idx="905">
                  <c:v>41506</c:v>
                </c:pt>
                <c:pt idx="906">
                  <c:v>41507</c:v>
                </c:pt>
                <c:pt idx="907">
                  <c:v>41508</c:v>
                </c:pt>
                <c:pt idx="908">
                  <c:v>41509</c:v>
                </c:pt>
                <c:pt idx="909">
                  <c:v>41512</c:v>
                </c:pt>
                <c:pt idx="910">
                  <c:v>41513</c:v>
                </c:pt>
                <c:pt idx="911">
                  <c:v>41514</c:v>
                </c:pt>
                <c:pt idx="912">
                  <c:v>41515</c:v>
                </c:pt>
                <c:pt idx="913">
                  <c:v>41516</c:v>
                </c:pt>
                <c:pt idx="914">
                  <c:v>41519</c:v>
                </c:pt>
                <c:pt idx="915">
                  <c:v>41520</c:v>
                </c:pt>
                <c:pt idx="916">
                  <c:v>41521</c:v>
                </c:pt>
                <c:pt idx="917">
                  <c:v>41522</c:v>
                </c:pt>
                <c:pt idx="918">
                  <c:v>41523</c:v>
                </c:pt>
                <c:pt idx="919">
                  <c:v>41526</c:v>
                </c:pt>
                <c:pt idx="920">
                  <c:v>41527</c:v>
                </c:pt>
                <c:pt idx="921">
                  <c:v>41528</c:v>
                </c:pt>
                <c:pt idx="922">
                  <c:v>41529</c:v>
                </c:pt>
                <c:pt idx="923">
                  <c:v>41530</c:v>
                </c:pt>
                <c:pt idx="924">
                  <c:v>41533</c:v>
                </c:pt>
                <c:pt idx="925">
                  <c:v>41534</c:v>
                </c:pt>
                <c:pt idx="926">
                  <c:v>41540</c:v>
                </c:pt>
                <c:pt idx="927">
                  <c:v>41541</c:v>
                </c:pt>
                <c:pt idx="928">
                  <c:v>41542</c:v>
                </c:pt>
                <c:pt idx="929">
                  <c:v>41543</c:v>
                </c:pt>
                <c:pt idx="930">
                  <c:v>41544</c:v>
                </c:pt>
                <c:pt idx="931">
                  <c:v>41547</c:v>
                </c:pt>
                <c:pt idx="932">
                  <c:v>41548</c:v>
                </c:pt>
                <c:pt idx="933">
                  <c:v>41549</c:v>
                </c:pt>
                <c:pt idx="934">
                  <c:v>41551</c:v>
                </c:pt>
                <c:pt idx="935">
                  <c:v>41554</c:v>
                </c:pt>
                <c:pt idx="936">
                  <c:v>41555</c:v>
                </c:pt>
                <c:pt idx="937">
                  <c:v>41557</c:v>
                </c:pt>
                <c:pt idx="938">
                  <c:v>41558</c:v>
                </c:pt>
                <c:pt idx="939">
                  <c:v>41561</c:v>
                </c:pt>
                <c:pt idx="940">
                  <c:v>41562</c:v>
                </c:pt>
                <c:pt idx="941">
                  <c:v>41563</c:v>
                </c:pt>
                <c:pt idx="942">
                  <c:v>41564</c:v>
                </c:pt>
                <c:pt idx="943">
                  <c:v>41565</c:v>
                </c:pt>
                <c:pt idx="944">
                  <c:v>41568</c:v>
                </c:pt>
                <c:pt idx="945">
                  <c:v>41569</c:v>
                </c:pt>
                <c:pt idx="946">
                  <c:v>41570</c:v>
                </c:pt>
                <c:pt idx="947">
                  <c:v>41571</c:v>
                </c:pt>
                <c:pt idx="948">
                  <c:v>41572</c:v>
                </c:pt>
                <c:pt idx="949">
                  <c:v>41575</c:v>
                </c:pt>
                <c:pt idx="950">
                  <c:v>41576</c:v>
                </c:pt>
                <c:pt idx="951">
                  <c:v>41577</c:v>
                </c:pt>
                <c:pt idx="952">
                  <c:v>41578</c:v>
                </c:pt>
                <c:pt idx="953">
                  <c:v>41579</c:v>
                </c:pt>
                <c:pt idx="954">
                  <c:v>41582</c:v>
                </c:pt>
                <c:pt idx="955">
                  <c:v>41583</c:v>
                </c:pt>
                <c:pt idx="956">
                  <c:v>41584</c:v>
                </c:pt>
                <c:pt idx="957">
                  <c:v>41585</c:v>
                </c:pt>
                <c:pt idx="958">
                  <c:v>41586</c:v>
                </c:pt>
                <c:pt idx="959">
                  <c:v>41589</c:v>
                </c:pt>
                <c:pt idx="960">
                  <c:v>41590</c:v>
                </c:pt>
                <c:pt idx="961">
                  <c:v>41591</c:v>
                </c:pt>
                <c:pt idx="962">
                  <c:v>41592</c:v>
                </c:pt>
                <c:pt idx="963">
                  <c:v>41593</c:v>
                </c:pt>
                <c:pt idx="964">
                  <c:v>41596</c:v>
                </c:pt>
                <c:pt idx="965">
                  <c:v>41597</c:v>
                </c:pt>
                <c:pt idx="966">
                  <c:v>41598</c:v>
                </c:pt>
                <c:pt idx="967">
                  <c:v>41599</c:v>
                </c:pt>
                <c:pt idx="968">
                  <c:v>41600</c:v>
                </c:pt>
                <c:pt idx="969">
                  <c:v>41603</c:v>
                </c:pt>
                <c:pt idx="970">
                  <c:v>41604</c:v>
                </c:pt>
                <c:pt idx="971">
                  <c:v>41605</c:v>
                </c:pt>
                <c:pt idx="972">
                  <c:v>41606</c:v>
                </c:pt>
                <c:pt idx="973">
                  <c:v>41607</c:v>
                </c:pt>
                <c:pt idx="974">
                  <c:v>41610</c:v>
                </c:pt>
                <c:pt idx="975">
                  <c:v>41611</c:v>
                </c:pt>
                <c:pt idx="976">
                  <c:v>41612</c:v>
                </c:pt>
                <c:pt idx="977">
                  <c:v>41613</c:v>
                </c:pt>
                <c:pt idx="978">
                  <c:v>41614</c:v>
                </c:pt>
                <c:pt idx="979">
                  <c:v>41617</c:v>
                </c:pt>
                <c:pt idx="980">
                  <c:v>41618</c:v>
                </c:pt>
                <c:pt idx="981">
                  <c:v>41619</c:v>
                </c:pt>
                <c:pt idx="982">
                  <c:v>41620</c:v>
                </c:pt>
                <c:pt idx="983">
                  <c:v>41621</c:v>
                </c:pt>
                <c:pt idx="984">
                  <c:v>41624</c:v>
                </c:pt>
                <c:pt idx="985">
                  <c:v>41625</c:v>
                </c:pt>
                <c:pt idx="986">
                  <c:v>41626</c:v>
                </c:pt>
                <c:pt idx="987">
                  <c:v>41627</c:v>
                </c:pt>
                <c:pt idx="988">
                  <c:v>41628</c:v>
                </c:pt>
                <c:pt idx="989">
                  <c:v>41631</c:v>
                </c:pt>
                <c:pt idx="990">
                  <c:v>41632</c:v>
                </c:pt>
                <c:pt idx="991">
                  <c:v>41634</c:v>
                </c:pt>
                <c:pt idx="992">
                  <c:v>41635</c:v>
                </c:pt>
                <c:pt idx="993">
                  <c:v>41638</c:v>
                </c:pt>
                <c:pt idx="994">
                  <c:v>41641</c:v>
                </c:pt>
                <c:pt idx="995">
                  <c:v>41642</c:v>
                </c:pt>
                <c:pt idx="996">
                  <c:v>41645</c:v>
                </c:pt>
                <c:pt idx="997">
                  <c:v>41646</c:v>
                </c:pt>
                <c:pt idx="998">
                  <c:v>41647</c:v>
                </c:pt>
                <c:pt idx="999">
                  <c:v>41648</c:v>
                </c:pt>
                <c:pt idx="1000">
                  <c:v>41649</c:v>
                </c:pt>
                <c:pt idx="1001">
                  <c:v>41652</c:v>
                </c:pt>
                <c:pt idx="1002">
                  <c:v>41653</c:v>
                </c:pt>
                <c:pt idx="1003">
                  <c:v>41654</c:v>
                </c:pt>
                <c:pt idx="1004">
                  <c:v>41655</c:v>
                </c:pt>
                <c:pt idx="1005">
                  <c:v>41656</c:v>
                </c:pt>
                <c:pt idx="1006">
                  <c:v>41659</c:v>
                </c:pt>
                <c:pt idx="1007">
                  <c:v>41660</c:v>
                </c:pt>
                <c:pt idx="1008">
                  <c:v>41661</c:v>
                </c:pt>
                <c:pt idx="1009">
                  <c:v>41662</c:v>
                </c:pt>
                <c:pt idx="1010">
                  <c:v>41663</c:v>
                </c:pt>
                <c:pt idx="1011">
                  <c:v>41666</c:v>
                </c:pt>
                <c:pt idx="1012">
                  <c:v>41667</c:v>
                </c:pt>
                <c:pt idx="1013">
                  <c:v>41668</c:v>
                </c:pt>
                <c:pt idx="1014">
                  <c:v>41673</c:v>
                </c:pt>
                <c:pt idx="1015">
                  <c:v>41674</c:v>
                </c:pt>
                <c:pt idx="1016">
                  <c:v>41675</c:v>
                </c:pt>
                <c:pt idx="1017">
                  <c:v>41676</c:v>
                </c:pt>
                <c:pt idx="1018">
                  <c:v>41677</c:v>
                </c:pt>
                <c:pt idx="1019">
                  <c:v>41680</c:v>
                </c:pt>
                <c:pt idx="1020">
                  <c:v>41681</c:v>
                </c:pt>
                <c:pt idx="1021">
                  <c:v>41682</c:v>
                </c:pt>
                <c:pt idx="1022">
                  <c:v>41683</c:v>
                </c:pt>
                <c:pt idx="1023">
                  <c:v>41684</c:v>
                </c:pt>
                <c:pt idx="1024">
                  <c:v>41687</c:v>
                </c:pt>
                <c:pt idx="1025">
                  <c:v>41688</c:v>
                </c:pt>
                <c:pt idx="1026">
                  <c:v>41689</c:v>
                </c:pt>
                <c:pt idx="1027">
                  <c:v>41690</c:v>
                </c:pt>
                <c:pt idx="1028">
                  <c:v>41691</c:v>
                </c:pt>
                <c:pt idx="1029">
                  <c:v>41694</c:v>
                </c:pt>
                <c:pt idx="1030">
                  <c:v>41695</c:v>
                </c:pt>
                <c:pt idx="1031">
                  <c:v>41696</c:v>
                </c:pt>
                <c:pt idx="1032">
                  <c:v>41697</c:v>
                </c:pt>
                <c:pt idx="1033">
                  <c:v>41698</c:v>
                </c:pt>
                <c:pt idx="1034">
                  <c:v>41701</c:v>
                </c:pt>
                <c:pt idx="1035">
                  <c:v>41702</c:v>
                </c:pt>
                <c:pt idx="1036">
                  <c:v>41703</c:v>
                </c:pt>
                <c:pt idx="1037">
                  <c:v>41704</c:v>
                </c:pt>
                <c:pt idx="1038">
                  <c:v>41705</c:v>
                </c:pt>
                <c:pt idx="1039">
                  <c:v>41708</c:v>
                </c:pt>
                <c:pt idx="1040">
                  <c:v>41709</c:v>
                </c:pt>
                <c:pt idx="1041">
                  <c:v>41710</c:v>
                </c:pt>
                <c:pt idx="1042">
                  <c:v>41711</c:v>
                </c:pt>
                <c:pt idx="1043">
                  <c:v>41712</c:v>
                </c:pt>
                <c:pt idx="1044">
                  <c:v>41715</c:v>
                </c:pt>
                <c:pt idx="1045">
                  <c:v>41716</c:v>
                </c:pt>
                <c:pt idx="1046">
                  <c:v>41717</c:v>
                </c:pt>
                <c:pt idx="1047">
                  <c:v>41718</c:v>
                </c:pt>
                <c:pt idx="1048">
                  <c:v>41719</c:v>
                </c:pt>
                <c:pt idx="1049">
                  <c:v>41722</c:v>
                </c:pt>
                <c:pt idx="1050">
                  <c:v>41723</c:v>
                </c:pt>
                <c:pt idx="1051">
                  <c:v>41724</c:v>
                </c:pt>
                <c:pt idx="1052">
                  <c:v>41725</c:v>
                </c:pt>
                <c:pt idx="1053">
                  <c:v>41726</c:v>
                </c:pt>
                <c:pt idx="1054">
                  <c:v>41729</c:v>
                </c:pt>
                <c:pt idx="1055">
                  <c:v>41730</c:v>
                </c:pt>
                <c:pt idx="1056">
                  <c:v>41731</c:v>
                </c:pt>
                <c:pt idx="1057">
                  <c:v>41732</c:v>
                </c:pt>
                <c:pt idx="1058">
                  <c:v>41733</c:v>
                </c:pt>
                <c:pt idx="1059">
                  <c:v>41736</c:v>
                </c:pt>
                <c:pt idx="1060">
                  <c:v>41737</c:v>
                </c:pt>
                <c:pt idx="1061">
                  <c:v>41738</c:v>
                </c:pt>
                <c:pt idx="1062">
                  <c:v>41739</c:v>
                </c:pt>
                <c:pt idx="1063">
                  <c:v>41740</c:v>
                </c:pt>
                <c:pt idx="1064">
                  <c:v>41743</c:v>
                </c:pt>
                <c:pt idx="1065">
                  <c:v>41744</c:v>
                </c:pt>
                <c:pt idx="1066">
                  <c:v>41745</c:v>
                </c:pt>
                <c:pt idx="1067">
                  <c:v>41746</c:v>
                </c:pt>
                <c:pt idx="1068">
                  <c:v>41747</c:v>
                </c:pt>
                <c:pt idx="1069">
                  <c:v>41750</c:v>
                </c:pt>
                <c:pt idx="1070">
                  <c:v>41751</c:v>
                </c:pt>
                <c:pt idx="1071">
                  <c:v>41752</c:v>
                </c:pt>
                <c:pt idx="1072">
                  <c:v>41753</c:v>
                </c:pt>
                <c:pt idx="1073">
                  <c:v>41754</c:v>
                </c:pt>
                <c:pt idx="1074">
                  <c:v>41757</c:v>
                </c:pt>
                <c:pt idx="1075">
                  <c:v>41758</c:v>
                </c:pt>
                <c:pt idx="1076">
                  <c:v>41759</c:v>
                </c:pt>
                <c:pt idx="1077">
                  <c:v>41761</c:v>
                </c:pt>
                <c:pt idx="1078">
                  <c:v>41766</c:v>
                </c:pt>
                <c:pt idx="1079">
                  <c:v>41767</c:v>
                </c:pt>
                <c:pt idx="1080">
                  <c:v>41768</c:v>
                </c:pt>
                <c:pt idx="1081">
                  <c:v>41771</c:v>
                </c:pt>
                <c:pt idx="1082">
                  <c:v>41772</c:v>
                </c:pt>
                <c:pt idx="1083">
                  <c:v>41773</c:v>
                </c:pt>
                <c:pt idx="1084">
                  <c:v>41774</c:v>
                </c:pt>
                <c:pt idx="1085">
                  <c:v>41775</c:v>
                </c:pt>
                <c:pt idx="1086">
                  <c:v>41778</c:v>
                </c:pt>
                <c:pt idx="1087">
                  <c:v>41779</c:v>
                </c:pt>
                <c:pt idx="1088">
                  <c:v>41780</c:v>
                </c:pt>
                <c:pt idx="1089">
                  <c:v>41781</c:v>
                </c:pt>
                <c:pt idx="1090">
                  <c:v>41782</c:v>
                </c:pt>
                <c:pt idx="1091">
                  <c:v>41785</c:v>
                </c:pt>
                <c:pt idx="1092">
                  <c:v>41786</c:v>
                </c:pt>
                <c:pt idx="1093">
                  <c:v>41787</c:v>
                </c:pt>
                <c:pt idx="1094">
                  <c:v>41788</c:v>
                </c:pt>
                <c:pt idx="1095">
                  <c:v>41789</c:v>
                </c:pt>
                <c:pt idx="1096">
                  <c:v>41792</c:v>
                </c:pt>
                <c:pt idx="1097">
                  <c:v>41793</c:v>
                </c:pt>
                <c:pt idx="1098">
                  <c:v>41795</c:v>
                </c:pt>
                <c:pt idx="1099">
                  <c:v>41799</c:v>
                </c:pt>
                <c:pt idx="1100">
                  <c:v>41800</c:v>
                </c:pt>
                <c:pt idx="1101">
                  <c:v>41801</c:v>
                </c:pt>
                <c:pt idx="1102">
                  <c:v>41802</c:v>
                </c:pt>
                <c:pt idx="1103">
                  <c:v>41803</c:v>
                </c:pt>
                <c:pt idx="1104">
                  <c:v>41806</c:v>
                </c:pt>
                <c:pt idx="1105">
                  <c:v>41807</c:v>
                </c:pt>
                <c:pt idx="1106">
                  <c:v>41808</c:v>
                </c:pt>
                <c:pt idx="1107">
                  <c:v>41809</c:v>
                </c:pt>
                <c:pt idx="1108">
                  <c:v>41810</c:v>
                </c:pt>
                <c:pt idx="1109">
                  <c:v>41813</c:v>
                </c:pt>
                <c:pt idx="1110">
                  <c:v>41814</c:v>
                </c:pt>
                <c:pt idx="1111">
                  <c:v>41815</c:v>
                </c:pt>
                <c:pt idx="1112">
                  <c:v>41816</c:v>
                </c:pt>
                <c:pt idx="1113">
                  <c:v>41817</c:v>
                </c:pt>
                <c:pt idx="1114">
                  <c:v>41820</c:v>
                </c:pt>
                <c:pt idx="1115">
                  <c:v>41821</c:v>
                </c:pt>
                <c:pt idx="1116">
                  <c:v>41822</c:v>
                </c:pt>
                <c:pt idx="1117">
                  <c:v>41823</c:v>
                </c:pt>
                <c:pt idx="1118">
                  <c:v>41824</c:v>
                </c:pt>
                <c:pt idx="1119">
                  <c:v>41827</c:v>
                </c:pt>
                <c:pt idx="1120">
                  <c:v>41828</c:v>
                </c:pt>
                <c:pt idx="1121">
                  <c:v>41829</c:v>
                </c:pt>
                <c:pt idx="1122">
                  <c:v>41830</c:v>
                </c:pt>
                <c:pt idx="1123">
                  <c:v>41831</c:v>
                </c:pt>
                <c:pt idx="1124">
                  <c:v>41834</c:v>
                </c:pt>
                <c:pt idx="1125">
                  <c:v>41835</c:v>
                </c:pt>
                <c:pt idx="1126">
                  <c:v>41836</c:v>
                </c:pt>
                <c:pt idx="1127">
                  <c:v>41837</c:v>
                </c:pt>
                <c:pt idx="1128">
                  <c:v>41838</c:v>
                </c:pt>
                <c:pt idx="1129">
                  <c:v>41841</c:v>
                </c:pt>
                <c:pt idx="1130">
                  <c:v>41842</c:v>
                </c:pt>
                <c:pt idx="1131">
                  <c:v>41843</c:v>
                </c:pt>
                <c:pt idx="1132">
                  <c:v>41844</c:v>
                </c:pt>
                <c:pt idx="1133">
                  <c:v>41845</c:v>
                </c:pt>
                <c:pt idx="1134">
                  <c:v>41848</c:v>
                </c:pt>
                <c:pt idx="1135">
                  <c:v>41849</c:v>
                </c:pt>
                <c:pt idx="1136">
                  <c:v>41850</c:v>
                </c:pt>
                <c:pt idx="1137">
                  <c:v>41851</c:v>
                </c:pt>
                <c:pt idx="1138">
                  <c:v>41852</c:v>
                </c:pt>
                <c:pt idx="1139">
                  <c:v>41855</c:v>
                </c:pt>
                <c:pt idx="1140">
                  <c:v>41856</c:v>
                </c:pt>
                <c:pt idx="1141">
                  <c:v>41857</c:v>
                </c:pt>
                <c:pt idx="1142">
                  <c:v>41858</c:v>
                </c:pt>
                <c:pt idx="1143">
                  <c:v>41859</c:v>
                </c:pt>
                <c:pt idx="1144">
                  <c:v>41862</c:v>
                </c:pt>
                <c:pt idx="1145">
                  <c:v>41863</c:v>
                </c:pt>
                <c:pt idx="1146">
                  <c:v>41864</c:v>
                </c:pt>
                <c:pt idx="1147">
                  <c:v>41865</c:v>
                </c:pt>
                <c:pt idx="1148">
                  <c:v>41869</c:v>
                </c:pt>
                <c:pt idx="1149">
                  <c:v>41870</c:v>
                </c:pt>
                <c:pt idx="1150">
                  <c:v>41871</c:v>
                </c:pt>
                <c:pt idx="1151">
                  <c:v>41872</c:v>
                </c:pt>
                <c:pt idx="1152">
                  <c:v>41873</c:v>
                </c:pt>
                <c:pt idx="1153">
                  <c:v>41876</c:v>
                </c:pt>
                <c:pt idx="1154">
                  <c:v>41877</c:v>
                </c:pt>
                <c:pt idx="1155">
                  <c:v>41878</c:v>
                </c:pt>
                <c:pt idx="1156">
                  <c:v>41879</c:v>
                </c:pt>
                <c:pt idx="1157">
                  <c:v>41880</c:v>
                </c:pt>
                <c:pt idx="1158">
                  <c:v>41883</c:v>
                </c:pt>
                <c:pt idx="1159">
                  <c:v>41884</c:v>
                </c:pt>
                <c:pt idx="1160">
                  <c:v>41885</c:v>
                </c:pt>
                <c:pt idx="1161">
                  <c:v>41886</c:v>
                </c:pt>
                <c:pt idx="1162">
                  <c:v>41887</c:v>
                </c:pt>
                <c:pt idx="1163">
                  <c:v>41893</c:v>
                </c:pt>
                <c:pt idx="1164">
                  <c:v>41894</c:v>
                </c:pt>
                <c:pt idx="1165">
                  <c:v>41897</c:v>
                </c:pt>
                <c:pt idx="1166">
                  <c:v>41898</c:v>
                </c:pt>
                <c:pt idx="1167">
                  <c:v>41899</c:v>
                </c:pt>
                <c:pt idx="1168">
                  <c:v>41900</c:v>
                </c:pt>
                <c:pt idx="1169">
                  <c:v>41901</c:v>
                </c:pt>
                <c:pt idx="1170">
                  <c:v>41904</c:v>
                </c:pt>
                <c:pt idx="1171">
                  <c:v>41905</c:v>
                </c:pt>
                <c:pt idx="1172">
                  <c:v>41906</c:v>
                </c:pt>
                <c:pt idx="1173">
                  <c:v>41907</c:v>
                </c:pt>
                <c:pt idx="1174">
                  <c:v>41908</c:v>
                </c:pt>
                <c:pt idx="1175">
                  <c:v>41911</c:v>
                </c:pt>
                <c:pt idx="1176">
                  <c:v>41912</c:v>
                </c:pt>
                <c:pt idx="1177">
                  <c:v>41913</c:v>
                </c:pt>
                <c:pt idx="1178">
                  <c:v>41914</c:v>
                </c:pt>
                <c:pt idx="1179">
                  <c:v>41918</c:v>
                </c:pt>
                <c:pt idx="1180">
                  <c:v>41919</c:v>
                </c:pt>
                <c:pt idx="1181">
                  <c:v>41920</c:v>
                </c:pt>
                <c:pt idx="1182">
                  <c:v>41922</c:v>
                </c:pt>
                <c:pt idx="1183">
                  <c:v>41925</c:v>
                </c:pt>
                <c:pt idx="1184">
                  <c:v>41926</c:v>
                </c:pt>
                <c:pt idx="1185">
                  <c:v>41927</c:v>
                </c:pt>
                <c:pt idx="1186">
                  <c:v>41928</c:v>
                </c:pt>
                <c:pt idx="1187">
                  <c:v>41929</c:v>
                </c:pt>
                <c:pt idx="1188">
                  <c:v>41932</c:v>
                </c:pt>
                <c:pt idx="1189">
                  <c:v>41933</c:v>
                </c:pt>
                <c:pt idx="1190">
                  <c:v>41934</c:v>
                </c:pt>
                <c:pt idx="1191">
                  <c:v>41935</c:v>
                </c:pt>
                <c:pt idx="1192">
                  <c:v>41936</c:v>
                </c:pt>
                <c:pt idx="1193">
                  <c:v>41939</c:v>
                </c:pt>
                <c:pt idx="1194">
                  <c:v>41940</c:v>
                </c:pt>
                <c:pt idx="1195">
                  <c:v>41941</c:v>
                </c:pt>
                <c:pt idx="1196">
                  <c:v>41942</c:v>
                </c:pt>
                <c:pt idx="1197">
                  <c:v>41943</c:v>
                </c:pt>
                <c:pt idx="1198">
                  <c:v>41946</c:v>
                </c:pt>
                <c:pt idx="1199">
                  <c:v>41947</c:v>
                </c:pt>
                <c:pt idx="1200">
                  <c:v>41948</c:v>
                </c:pt>
                <c:pt idx="1201">
                  <c:v>41949</c:v>
                </c:pt>
                <c:pt idx="1202">
                  <c:v>41950</c:v>
                </c:pt>
                <c:pt idx="1203">
                  <c:v>41953</c:v>
                </c:pt>
                <c:pt idx="1204">
                  <c:v>41954</c:v>
                </c:pt>
                <c:pt idx="1205">
                  <c:v>41955</c:v>
                </c:pt>
                <c:pt idx="1206">
                  <c:v>41956</c:v>
                </c:pt>
                <c:pt idx="1207">
                  <c:v>41957</c:v>
                </c:pt>
                <c:pt idx="1208">
                  <c:v>41960</c:v>
                </c:pt>
                <c:pt idx="1209">
                  <c:v>41961</c:v>
                </c:pt>
                <c:pt idx="1210">
                  <c:v>41962</c:v>
                </c:pt>
                <c:pt idx="1211">
                  <c:v>41963</c:v>
                </c:pt>
                <c:pt idx="1212">
                  <c:v>41964</c:v>
                </c:pt>
                <c:pt idx="1213">
                  <c:v>41967</c:v>
                </c:pt>
                <c:pt idx="1214">
                  <c:v>41968</c:v>
                </c:pt>
                <c:pt idx="1215">
                  <c:v>41969</c:v>
                </c:pt>
                <c:pt idx="1216">
                  <c:v>41970</c:v>
                </c:pt>
                <c:pt idx="1217">
                  <c:v>41971</c:v>
                </c:pt>
                <c:pt idx="1218">
                  <c:v>41974</c:v>
                </c:pt>
                <c:pt idx="1219">
                  <c:v>41975</c:v>
                </c:pt>
                <c:pt idx="1220">
                  <c:v>41976</c:v>
                </c:pt>
                <c:pt idx="1221">
                  <c:v>41977</c:v>
                </c:pt>
                <c:pt idx="1222">
                  <c:v>41978</c:v>
                </c:pt>
                <c:pt idx="1223">
                  <c:v>41981</c:v>
                </c:pt>
                <c:pt idx="1224">
                  <c:v>41982</c:v>
                </c:pt>
                <c:pt idx="1225">
                  <c:v>41983</c:v>
                </c:pt>
                <c:pt idx="1226">
                  <c:v>41984</c:v>
                </c:pt>
                <c:pt idx="1227">
                  <c:v>41985</c:v>
                </c:pt>
                <c:pt idx="1228">
                  <c:v>41988</c:v>
                </c:pt>
                <c:pt idx="1229">
                  <c:v>41989</c:v>
                </c:pt>
                <c:pt idx="1230">
                  <c:v>41990</c:v>
                </c:pt>
                <c:pt idx="1231">
                  <c:v>41991</c:v>
                </c:pt>
                <c:pt idx="1232">
                  <c:v>41992</c:v>
                </c:pt>
                <c:pt idx="1233">
                  <c:v>41995</c:v>
                </c:pt>
                <c:pt idx="1234">
                  <c:v>41996</c:v>
                </c:pt>
                <c:pt idx="1235">
                  <c:v>41997</c:v>
                </c:pt>
                <c:pt idx="1236">
                  <c:v>41999</c:v>
                </c:pt>
                <c:pt idx="1237">
                  <c:v>42002</c:v>
                </c:pt>
                <c:pt idx="1238">
                  <c:v>42003</c:v>
                </c:pt>
                <c:pt idx="1239">
                  <c:v>42006</c:v>
                </c:pt>
                <c:pt idx="1240">
                  <c:v>42009</c:v>
                </c:pt>
                <c:pt idx="1241">
                  <c:v>42010</c:v>
                </c:pt>
                <c:pt idx="1242">
                  <c:v>42011</c:v>
                </c:pt>
                <c:pt idx="1243">
                  <c:v>42012</c:v>
                </c:pt>
                <c:pt idx="1244">
                  <c:v>42013</c:v>
                </c:pt>
                <c:pt idx="1245">
                  <c:v>42016</c:v>
                </c:pt>
                <c:pt idx="1246">
                  <c:v>42017</c:v>
                </c:pt>
                <c:pt idx="1247">
                  <c:v>42018</c:v>
                </c:pt>
                <c:pt idx="1248">
                  <c:v>42019</c:v>
                </c:pt>
                <c:pt idx="1249">
                  <c:v>42020</c:v>
                </c:pt>
                <c:pt idx="1250">
                  <c:v>42023</c:v>
                </c:pt>
                <c:pt idx="1251">
                  <c:v>42024</c:v>
                </c:pt>
                <c:pt idx="1252">
                  <c:v>42025</c:v>
                </c:pt>
                <c:pt idx="1253">
                  <c:v>42026</c:v>
                </c:pt>
                <c:pt idx="1254">
                  <c:v>42027</c:v>
                </c:pt>
                <c:pt idx="1255">
                  <c:v>42030</c:v>
                </c:pt>
                <c:pt idx="1256">
                  <c:v>42031</c:v>
                </c:pt>
                <c:pt idx="1257">
                  <c:v>42032</c:v>
                </c:pt>
                <c:pt idx="1258">
                  <c:v>42033</c:v>
                </c:pt>
                <c:pt idx="1259">
                  <c:v>42034</c:v>
                </c:pt>
                <c:pt idx="1260">
                  <c:v>42037</c:v>
                </c:pt>
                <c:pt idx="1261">
                  <c:v>42038</c:v>
                </c:pt>
                <c:pt idx="1262">
                  <c:v>42039</c:v>
                </c:pt>
                <c:pt idx="1263">
                  <c:v>42040</c:v>
                </c:pt>
                <c:pt idx="1264">
                  <c:v>42041</c:v>
                </c:pt>
                <c:pt idx="1265">
                  <c:v>42044</c:v>
                </c:pt>
                <c:pt idx="1266">
                  <c:v>42045</c:v>
                </c:pt>
                <c:pt idx="1267">
                  <c:v>42046</c:v>
                </c:pt>
                <c:pt idx="1268">
                  <c:v>42047</c:v>
                </c:pt>
                <c:pt idx="1269">
                  <c:v>42048</c:v>
                </c:pt>
                <c:pt idx="1270">
                  <c:v>42051</c:v>
                </c:pt>
                <c:pt idx="1271">
                  <c:v>42052</c:v>
                </c:pt>
                <c:pt idx="1272">
                  <c:v>42058</c:v>
                </c:pt>
                <c:pt idx="1273">
                  <c:v>42059</c:v>
                </c:pt>
                <c:pt idx="1274">
                  <c:v>42060</c:v>
                </c:pt>
                <c:pt idx="1275">
                  <c:v>42061</c:v>
                </c:pt>
                <c:pt idx="1276">
                  <c:v>42062</c:v>
                </c:pt>
                <c:pt idx="1277">
                  <c:v>42065</c:v>
                </c:pt>
                <c:pt idx="1278">
                  <c:v>42066</c:v>
                </c:pt>
                <c:pt idx="1279">
                  <c:v>42067</c:v>
                </c:pt>
                <c:pt idx="1280">
                  <c:v>42068</c:v>
                </c:pt>
                <c:pt idx="1281">
                  <c:v>42069</c:v>
                </c:pt>
                <c:pt idx="1282">
                  <c:v>42072</c:v>
                </c:pt>
                <c:pt idx="1283">
                  <c:v>42073</c:v>
                </c:pt>
                <c:pt idx="1284">
                  <c:v>42074</c:v>
                </c:pt>
                <c:pt idx="1285">
                  <c:v>42075</c:v>
                </c:pt>
                <c:pt idx="1286">
                  <c:v>42076</c:v>
                </c:pt>
                <c:pt idx="1287">
                  <c:v>42079</c:v>
                </c:pt>
                <c:pt idx="1288">
                  <c:v>42080</c:v>
                </c:pt>
                <c:pt idx="1289">
                  <c:v>42081</c:v>
                </c:pt>
                <c:pt idx="1290">
                  <c:v>42082</c:v>
                </c:pt>
                <c:pt idx="1291">
                  <c:v>42083</c:v>
                </c:pt>
                <c:pt idx="1292">
                  <c:v>42086</c:v>
                </c:pt>
                <c:pt idx="1293">
                  <c:v>42087</c:v>
                </c:pt>
                <c:pt idx="1294">
                  <c:v>42088</c:v>
                </c:pt>
                <c:pt idx="1295">
                  <c:v>42089</c:v>
                </c:pt>
                <c:pt idx="1296">
                  <c:v>42090</c:v>
                </c:pt>
                <c:pt idx="1297">
                  <c:v>42093</c:v>
                </c:pt>
                <c:pt idx="1298">
                  <c:v>42094</c:v>
                </c:pt>
                <c:pt idx="1299">
                  <c:v>42095</c:v>
                </c:pt>
                <c:pt idx="1300">
                  <c:v>42096</c:v>
                </c:pt>
                <c:pt idx="1301">
                  <c:v>42097</c:v>
                </c:pt>
                <c:pt idx="1302">
                  <c:v>42100</c:v>
                </c:pt>
                <c:pt idx="1303">
                  <c:v>42101</c:v>
                </c:pt>
                <c:pt idx="1304">
                  <c:v>42102</c:v>
                </c:pt>
                <c:pt idx="1305">
                  <c:v>42103</c:v>
                </c:pt>
                <c:pt idx="1306">
                  <c:v>42104</c:v>
                </c:pt>
                <c:pt idx="1307">
                  <c:v>42107</c:v>
                </c:pt>
                <c:pt idx="1308">
                  <c:v>42108</c:v>
                </c:pt>
                <c:pt idx="1309">
                  <c:v>42109</c:v>
                </c:pt>
                <c:pt idx="1310">
                  <c:v>42110</c:v>
                </c:pt>
                <c:pt idx="1311">
                  <c:v>42111</c:v>
                </c:pt>
                <c:pt idx="1312">
                  <c:v>42114</c:v>
                </c:pt>
                <c:pt idx="1313">
                  <c:v>42115</c:v>
                </c:pt>
                <c:pt idx="1314">
                  <c:v>42116</c:v>
                </c:pt>
                <c:pt idx="1315">
                  <c:v>42117</c:v>
                </c:pt>
                <c:pt idx="1316">
                  <c:v>42118</c:v>
                </c:pt>
                <c:pt idx="1317">
                  <c:v>42121</c:v>
                </c:pt>
                <c:pt idx="1318">
                  <c:v>42122</c:v>
                </c:pt>
                <c:pt idx="1319">
                  <c:v>42123</c:v>
                </c:pt>
                <c:pt idx="1320">
                  <c:v>42124</c:v>
                </c:pt>
                <c:pt idx="1321">
                  <c:v>42128</c:v>
                </c:pt>
                <c:pt idx="1322">
                  <c:v>42130</c:v>
                </c:pt>
                <c:pt idx="1323">
                  <c:v>42131</c:v>
                </c:pt>
                <c:pt idx="1324">
                  <c:v>42132</c:v>
                </c:pt>
                <c:pt idx="1325">
                  <c:v>42135</c:v>
                </c:pt>
                <c:pt idx="1326">
                  <c:v>42136</c:v>
                </c:pt>
                <c:pt idx="1327">
                  <c:v>42137</c:v>
                </c:pt>
                <c:pt idx="1328">
                  <c:v>42138</c:v>
                </c:pt>
                <c:pt idx="1329">
                  <c:v>42139</c:v>
                </c:pt>
                <c:pt idx="1330">
                  <c:v>42142</c:v>
                </c:pt>
                <c:pt idx="1331">
                  <c:v>42143</c:v>
                </c:pt>
                <c:pt idx="1332">
                  <c:v>42144</c:v>
                </c:pt>
                <c:pt idx="1333">
                  <c:v>42145</c:v>
                </c:pt>
                <c:pt idx="1334">
                  <c:v>42146</c:v>
                </c:pt>
                <c:pt idx="1335">
                  <c:v>42150</c:v>
                </c:pt>
                <c:pt idx="1336">
                  <c:v>42151</c:v>
                </c:pt>
                <c:pt idx="1337">
                  <c:v>42152</c:v>
                </c:pt>
                <c:pt idx="1338">
                  <c:v>42153</c:v>
                </c:pt>
                <c:pt idx="1339">
                  <c:v>42156</c:v>
                </c:pt>
                <c:pt idx="1340">
                  <c:v>42157</c:v>
                </c:pt>
                <c:pt idx="1341">
                  <c:v>42158</c:v>
                </c:pt>
                <c:pt idx="1342">
                  <c:v>42159</c:v>
                </c:pt>
                <c:pt idx="1343">
                  <c:v>42160</c:v>
                </c:pt>
                <c:pt idx="1344">
                  <c:v>42163</c:v>
                </c:pt>
                <c:pt idx="1345">
                  <c:v>42164</c:v>
                </c:pt>
                <c:pt idx="1346">
                  <c:v>42165</c:v>
                </c:pt>
                <c:pt idx="1347">
                  <c:v>42166</c:v>
                </c:pt>
                <c:pt idx="1348">
                  <c:v>42167</c:v>
                </c:pt>
                <c:pt idx="1349">
                  <c:v>42170</c:v>
                </c:pt>
                <c:pt idx="1350">
                  <c:v>42171</c:v>
                </c:pt>
                <c:pt idx="1351">
                  <c:v>42172</c:v>
                </c:pt>
                <c:pt idx="1352">
                  <c:v>42173</c:v>
                </c:pt>
                <c:pt idx="1353">
                  <c:v>42174</c:v>
                </c:pt>
                <c:pt idx="1354">
                  <c:v>42177</c:v>
                </c:pt>
                <c:pt idx="1355">
                  <c:v>42178</c:v>
                </c:pt>
                <c:pt idx="1356">
                  <c:v>42179</c:v>
                </c:pt>
                <c:pt idx="1357">
                  <c:v>42180</c:v>
                </c:pt>
                <c:pt idx="1358">
                  <c:v>42181</c:v>
                </c:pt>
                <c:pt idx="1359">
                  <c:v>42184</c:v>
                </c:pt>
                <c:pt idx="1360">
                  <c:v>42185</c:v>
                </c:pt>
                <c:pt idx="1361">
                  <c:v>42186</c:v>
                </c:pt>
                <c:pt idx="1362">
                  <c:v>42187</c:v>
                </c:pt>
                <c:pt idx="1363">
                  <c:v>42188</c:v>
                </c:pt>
                <c:pt idx="1364">
                  <c:v>42191</c:v>
                </c:pt>
                <c:pt idx="1365">
                  <c:v>42192</c:v>
                </c:pt>
                <c:pt idx="1366">
                  <c:v>42193</c:v>
                </c:pt>
                <c:pt idx="1367">
                  <c:v>42194</c:v>
                </c:pt>
                <c:pt idx="1368">
                  <c:v>42195</c:v>
                </c:pt>
                <c:pt idx="1369">
                  <c:v>42198</c:v>
                </c:pt>
                <c:pt idx="1370">
                  <c:v>42199</c:v>
                </c:pt>
                <c:pt idx="1371">
                  <c:v>42200</c:v>
                </c:pt>
                <c:pt idx="1372">
                  <c:v>42201</c:v>
                </c:pt>
                <c:pt idx="1373">
                  <c:v>42202</c:v>
                </c:pt>
                <c:pt idx="1374">
                  <c:v>42205</c:v>
                </c:pt>
                <c:pt idx="1375">
                  <c:v>42206</c:v>
                </c:pt>
                <c:pt idx="1376">
                  <c:v>42207</c:v>
                </c:pt>
                <c:pt idx="1377">
                  <c:v>42208</c:v>
                </c:pt>
                <c:pt idx="1378">
                  <c:v>42209</c:v>
                </c:pt>
                <c:pt idx="1379">
                  <c:v>42212</c:v>
                </c:pt>
                <c:pt idx="1380">
                  <c:v>42213</c:v>
                </c:pt>
                <c:pt idx="1381">
                  <c:v>42214</c:v>
                </c:pt>
                <c:pt idx="1382">
                  <c:v>42215</c:v>
                </c:pt>
                <c:pt idx="1383">
                  <c:v>42216</c:v>
                </c:pt>
                <c:pt idx="1384">
                  <c:v>42219</c:v>
                </c:pt>
                <c:pt idx="1385">
                  <c:v>42220</c:v>
                </c:pt>
                <c:pt idx="1386">
                  <c:v>42221</c:v>
                </c:pt>
                <c:pt idx="1387">
                  <c:v>42222</c:v>
                </c:pt>
                <c:pt idx="1388">
                  <c:v>42223</c:v>
                </c:pt>
                <c:pt idx="1389">
                  <c:v>42226</c:v>
                </c:pt>
                <c:pt idx="1390">
                  <c:v>42227</c:v>
                </c:pt>
                <c:pt idx="1391">
                  <c:v>42228</c:v>
                </c:pt>
                <c:pt idx="1392">
                  <c:v>42229</c:v>
                </c:pt>
                <c:pt idx="1393">
                  <c:v>42233</c:v>
                </c:pt>
                <c:pt idx="1394">
                  <c:v>42234</c:v>
                </c:pt>
                <c:pt idx="1395">
                  <c:v>42235</c:v>
                </c:pt>
                <c:pt idx="1396">
                  <c:v>42236</c:v>
                </c:pt>
                <c:pt idx="1397">
                  <c:v>42237</c:v>
                </c:pt>
                <c:pt idx="1398">
                  <c:v>42240</c:v>
                </c:pt>
                <c:pt idx="1399">
                  <c:v>42241</c:v>
                </c:pt>
                <c:pt idx="1400">
                  <c:v>42242</c:v>
                </c:pt>
                <c:pt idx="1401">
                  <c:v>42243</c:v>
                </c:pt>
                <c:pt idx="1402">
                  <c:v>42244</c:v>
                </c:pt>
                <c:pt idx="1403">
                  <c:v>42247</c:v>
                </c:pt>
                <c:pt idx="1404">
                  <c:v>42248</c:v>
                </c:pt>
                <c:pt idx="1405">
                  <c:v>42249</c:v>
                </c:pt>
                <c:pt idx="1406">
                  <c:v>42250</c:v>
                </c:pt>
                <c:pt idx="1407">
                  <c:v>42251</c:v>
                </c:pt>
                <c:pt idx="1408">
                  <c:v>42254</c:v>
                </c:pt>
                <c:pt idx="1409">
                  <c:v>42255</c:v>
                </c:pt>
                <c:pt idx="1410">
                  <c:v>42256</c:v>
                </c:pt>
                <c:pt idx="1411">
                  <c:v>42257</c:v>
                </c:pt>
                <c:pt idx="1412">
                  <c:v>42258</c:v>
                </c:pt>
                <c:pt idx="1413">
                  <c:v>42261</c:v>
                </c:pt>
                <c:pt idx="1414">
                  <c:v>42262</c:v>
                </c:pt>
                <c:pt idx="1415">
                  <c:v>42263</c:v>
                </c:pt>
                <c:pt idx="1416">
                  <c:v>42264</c:v>
                </c:pt>
                <c:pt idx="1417">
                  <c:v>42265</c:v>
                </c:pt>
                <c:pt idx="1418">
                  <c:v>42268</c:v>
                </c:pt>
                <c:pt idx="1419">
                  <c:v>42269</c:v>
                </c:pt>
                <c:pt idx="1420">
                  <c:v>42270</c:v>
                </c:pt>
                <c:pt idx="1421">
                  <c:v>42271</c:v>
                </c:pt>
                <c:pt idx="1422">
                  <c:v>42272</c:v>
                </c:pt>
                <c:pt idx="1423">
                  <c:v>42277</c:v>
                </c:pt>
                <c:pt idx="1424">
                  <c:v>42278</c:v>
                </c:pt>
                <c:pt idx="1425">
                  <c:v>42279</c:v>
                </c:pt>
                <c:pt idx="1426">
                  <c:v>42282</c:v>
                </c:pt>
                <c:pt idx="1427">
                  <c:v>42283</c:v>
                </c:pt>
                <c:pt idx="1428">
                  <c:v>42284</c:v>
                </c:pt>
                <c:pt idx="1429">
                  <c:v>42285</c:v>
                </c:pt>
                <c:pt idx="1430">
                  <c:v>42289</c:v>
                </c:pt>
                <c:pt idx="1431">
                  <c:v>42290</c:v>
                </c:pt>
                <c:pt idx="1432">
                  <c:v>42291</c:v>
                </c:pt>
                <c:pt idx="1433">
                  <c:v>42292</c:v>
                </c:pt>
                <c:pt idx="1434">
                  <c:v>42293</c:v>
                </c:pt>
                <c:pt idx="1435">
                  <c:v>42296</c:v>
                </c:pt>
                <c:pt idx="1436">
                  <c:v>42297</c:v>
                </c:pt>
                <c:pt idx="1437">
                  <c:v>42298</c:v>
                </c:pt>
                <c:pt idx="1438">
                  <c:v>42299</c:v>
                </c:pt>
                <c:pt idx="1439">
                  <c:v>42300</c:v>
                </c:pt>
                <c:pt idx="1440">
                  <c:v>42303</c:v>
                </c:pt>
                <c:pt idx="1441">
                  <c:v>42304</c:v>
                </c:pt>
                <c:pt idx="1442">
                  <c:v>42305</c:v>
                </c:pt>
                <c:pt idx="1443">
                  <c:v>42306</c:v>
                </c:pt>
                <c:pt idx="1444">
                  <c:v>42307</c:v>
                </c:pt>
                <c:pt idx="1445">
                  <c:v>42310</c:v>
                </c:pt>
                <c:pt idx="1446">
                  <c:v>42311</c:v>
                </c:pt>
                <c:pt idx="1447">
                  <c:v>42312</c:v>
                </c:pt>
                <c:pt idx="1448">
                  <c:v>42313</c:v>
                </c:pt>
                <c:pt idx="1449">
                  <c:v>42314</c:v>
                </c:pt>
                <c:pt idx="1450">
                  <c:v>42317</c:v>
                </c:pt>
                <c:pt idx="1451">
                  <c:v>42318</c:v>
                </c:pt>
                <c:pt idx="1452">
                  <c:v>42319</c:v>
                </c:pt>
                <c:pt idx="1453">
                  <c:v>42320</c:v>
                </c:pt>
                <c:pt idx="1454">
                  <c:v>42321</c:v>
                </c:pt>
                <c:pt idx="1455">
                  <c:v>42324</c:v>
                </c:pt>
                <c:pt idx="1456">
                  <c:v>42325</c:v>
                </c:pt>
                <c:pt idx="1457">
                  <c:v>42326</c:v>
                </c:pt>
                <c:pt idx="1458">
                  <c:v>42327</c:v>
                </c:pt>
                <c:pt idx="1459">
                  <c:v>42328</c:v>
                </c:pt>
                <c:pt idx="1460">
                  <c:v>42331</c:v>
                </c:pt>
                <c:pt idx="1461">
                  <c:v>42332</c:v>
                </c:pt>
                <c:pt idx="1462">
                  <c:v>42333</c:v>
                </c:pt>
                <c:pt idx="1463">
                  <c:v>42334</c:v>
                </c:pt>
                <c:pt idx="1464">
                  <c:v>42335</c:v>
                </c:pt>
                <c:pt idx="1465">
                  <c:v>42338</c:v>
                </c:pt>
                <c:pt idx="1466">
                  <c:v>42339</c:v>
                </c:pt>
                <c:pt idx="1467">
                  <c:v>42340</c:v>
                </c:pt>
                <c:pt idx="1468">
                  <c:v>42341</c:v>
                </c:pt>
                <c:pt idx="1469">
                  <c:v>42342</c:v>
                </c:pt>
                <c:pt idx="1470">
                  <c:v>42345</c:v>
                </c:pt>
                <c:pt idx="1471">
                  <c:v>42346</c:v>
                </c:pt>
                <c:pt idx="1472">
                  <c:v>42347</c:v>
                </c:pt>
                <c:pt idx="1473">
                  <c:v>42348</c:v>
                </c:pt>
                <c:pt idx="1474">
                  <c:v>42349</c:v>
                </c:pt>
                <c:pt idx="1475">
                  <c:v>42352</c:v>
                </c:pt>
                <c:pt idx="1476">
                  <c:v>42353</c:v>
                </c:pt>
                <c:pt idx="1477">
                  <c:v>42354</c:v>
                </c:pt>
                <c:pt idx="1478">
                  <c:v>42355</c:v>
                </c:pt>
                <c:pt idx="1479">
                  <c:v>42356</c:v>
                </c:pt>
                <c:pt idx="1480">
                  <c:v>42359</c:v>
                </c:pt>
                <c:pt idx="1481">
                  <c:v>42360</c:v>
                </c:pt>
                <c:pt idx="1482">
                  <c:v>42361</c:v>
                </c:pt>
                <c:pt idx="1483">
                  <c:v>42362</c:v>
                </c:pt>
                <c:pt idx="1484">
                  <c:v>42366</c:v>
                </c:pt>
                <c:pt idx="1485">
                  <c:v>42367</c:v>
                </c:pt>
                <c:pt idx="1486">
                  <c:v>42368</c:v>
                </c:pt>
                <c:pt idx="1487">
                  <c:v>42373</c:v>
                </c:pt>
                <c:pt idx="1488">
                  <c:v>42374</c:v>
                </c:pt>
                <c:pt idx="1489">
                  <c:v>42375</c:v>
                </c:pt>
                <c:pt idx="1490">
                  <c:v>42376</c:v>
                </c:pt>
                <c:pt idx="1491">
                  <c:v>42377</c:v>
                </c:pt>
                <c:pt idx="1492">
                  <c:v>42380</c:v>
                </c:pt>
                <c:pt idx="1493">
                  <c:v>42381</c:v>
                </c:pt>
                <c:pt idx="1494">
                  <c:v>42382</c:v>
                </c:pt>
                <c:pt idx="1495">
                  <c:v>42383</c:v>
                </c:pt>
                <c:pt idx="1496">
                  <c:v>42384</c:v>
                </c:pt>
                <c:pt idx="1497">
                  <c:v>42387</c:v>
                </c:pt>
                <c:pt idx="1498">
                  <c:v>42388</c:v>
                </c:pt>
                <c:pt idx="1499">
                  <c:v>42389</c:v>
                </c:pt>
                <c:pt idx="1500">
                  <c:v>42390</c:v>
                </c:pt>
                <c:pt idx="1501">
                  <c:v>42391</c:v>
                </c:pt>
                <c:pt idx="1502">
                  <c:v>42394</c:v>
                </c:pt>
                <c:pt idx="1503">
                  <c:v>42395</c:v>
                </c:pt>
                <c:pt idx="1504">
                  <c:v>42396</c:v>
                </c:pt>
                <c:pt idx="1505">
                  <c:v>42397</c:v>
                </c:pt>
                <c:pt idx="1506">
                  <c:v>42398</c:v>
                </c:pt>
                <c:pt idx="1507">
                  <c:v>42401</c:v>
                </c:pt>
                <c:pt idx="1508">
                  <c:v>42402</c:v>
                </c:pt>
                <c:pt idx="1509">
                  <c:v>42403</c:v>
                </c:pt>
                <c:pt idx="1510">
                  <c:v>42404</c:v>
                </c:pt>
                <c:pt idx="1511">
                  <c:v>42405</c:v>
                </c:pt>
                <c:pt idx="1512">
                  <c:v>42411</c:v>
                </c:pt>
                <c:pt idx="1513">
                  <c:v>42412</c:v>
                </c:pt>
                <c:pt idx="1514">
                  <c:v>42415</c:v>
                </c:pt>
                <c:pt idx="1515">
                  <c:v>42416</c:v>
                </c:pt>
                <c:pt idx="1516">
                  <c:v>42417</c:v>
                </c:pt>
                <c:pt idx="1517">
                  <c:v>42418</c:v>
                </c:pt>
                <c:pt idx="1518">
                  <c:v>42419</c:v>
                </c:pt>
                <c:pt idx="1519">
                  <c:v>42422</c:v>
                </c:pt>
                <c:pt idx="1520">
                  <c:v>42423</c:v>
                </c:pt>
                <c:pt idx="1521">
                  <c:v>42424</c:v>
                </c:pt>
                <c:pt idx="1522">
                  <c:v>42425</c:v>
                </c:pt>
                <c:pt idx="1523">
                  <c:v>42426</c:v>
                </c:pt>
                <c:pt idx="1524">
                  <c:v>42429</c:v>
                </c:pt>
                <c:pt idx="1525">
                  <c:v>42431</c:v>
                </c:pt>
                <c:pt idx="1526">
                  <c:v>42432</c:v>
                </c:pt>
                <c:pt idx="1527">
                  <c:v>42433</c:v>
                </c:pt>
                <c:pt idx="1528">
                  <c:v>42436</c:v>
                </c:pt>
                <c:pt idx="1529">
                  <c:v>42437</c:v>
                </c:pt>
                <c:pt idx="1530">
                  <c:v>42438</c:v>
                </c:pt>
                <c:pt idx="1531">
                  <c:v>42439</c:v>
                </c:pt>
                <c:pt idx="1532">
                  <c:v>42440</c:v>
                </c:pt>
                <c:pt idx="1533">
                  <c:v>42443</c:v>
                </c:pt>
                <c:pt idx="1534">
                  <c:v>42444</c:v>
                </c:pt>
                <c:pt idx="1535">
                  <c:v>42445</c:v>
                </c:pt>
                <c:pt idx="1536">
                  <c:v>42446</c:v>
                </c:pt>
                <c:pt idx="1537">
                  <c:v>42447</c:v>
                </c:pt>
                <c:pt idx="1538">
                  <c:v>42450</c:v>
                </c:pt>
                <c:pt idx="1539">
                  <c:v>42451</c:v>
                </c:pt>
                <c:pt idx="1540">
                  <c:v>42452</c:v>
                </c:pt>
                <c:pt idx="1541">
                  <c:v>42453</c:v>
                </c:pt>
                <c:pt idx="1542">
                  <c:v>42454</c:v>
                </c:pt>
                <c:pt idx="1543">
                  <c:v>42457</c:v>
                </c:pt>
                <c:pt idx="1544">
                  <c:v>42458</c:v>
                </c:pt>
                <c:pt idx="1545">
                  <c:v>42459</c:v>
                </c:pt>
                <c:pt idx="1546">
                  <c:v>42460</c:v>
                </c:pt>
                <c:pt idx="1547">
                  <c:v>42461</c:v>
                </c:pt>
                <c:pt idx="1548">
                  <c:v>42464</c:v>
                </c:pt>
                <c:pt idx="1549">
                  <c:v>42465</c:v>
                </c:pt>
                <c:pt idx="1550">
                  <c:v>42466</c:v>
                </c:pt>
                <c:pt idx="1551">
                  <c:v>42467</c:v>
                </c:pt>
                <c:pt idx="1552">
                  <c:v>42468</c:v>
                </c:pt>
                <c:pt idx="1553">
                  <c:v>42471</c:v>
                </c:pt>
                <c:pt idx="1554">
                  <c:v>42472</c:v>
                </c:pt>
                <c:pt idx="1555">
                  <c:v>42474</c:v>
                </c:pt>
                <c:pt idx="1556">
                  <c:v>42475</c:v>
                </c:pt>
                <c:pt idx="1557">
                  <c:v>42478</c:v>
                </c:pt>
                <c:pt idx="1558">
                  <c:v>42479</c:v>
                </c:pt>
                <c:pt idx="1559">
                  <c:v>42480</c:v>
                </c:pt>
                <c:pt idx="1560">
                  <c:v>42481</c:v>
                </c:pt>
                <c:pt idx="1561">
                  <c:v>42482</c:v>
                </c:pt>
                <c:pt idx="1562">
                  <c:v>42485</c:v>
                </c:pt>
                <c:pt idx="1563">
                  <c:v>42486</c:v>
                </c:pt>
                <c:pt idx="1564">
                  <c:v>42487</c:v>
                </c:pt>
                <c:pt idx="1565">
                  <c:v>42488</c:v>
                </c:pt>
                <c:pt idx="1566">
                  <c:v>42489</c:v>
                </c:pt>
                <c:pt idx="1567">
                  <c:v>42492</c:v>
                </c:pt>
                <c:pt idx="1568">
                  <c:v>42493</c:v>
                </c:pt>
                <c:pt idx="1569">
                  <c:v>42494</c:v>
                </c:pt>
                <c:pt idx="1570">
                  <c:v>42499</c:v>
                </c:pt>
                <c:pt idx="1571">
                  <c:v>42500</c:v>
                </c:pt>
                <c:pt idx="1572">
                  <c:v>42501</c:v>
                </c:pt>
                <c:pt idx="1573">
                  <c:v>42502</c:v>
                </c:pt>
                <c:pt idx="1574">
                  <c:v>42503</c:v>
                </c:pt>
                <c:pt idx="1575">
                  <c:v>42506</c:v>
                </c:pt>
                <c:pt idx="1576">
                  <c:v>42507</c:v>
                </c:pt>
                <c:pt idx="1577">
                  <c:v>42508</c:v>
                </c:pt>
                <c:pt idx="1578">
                  <c:v>42509</c:v>
                </c:pt>
                <c:pt idx="1579">
                  <c:v>42510</c:v>
                </c:pt>
                <c:pt idx="1580">
                  <c:v>42513</c:v>
                </c:pt>
                <c:pt idx="1581">
                  <c:v>42514</c:v>
                </c:pt>
                <c:pt idx="1582">
                  <c:v>42515</c:v>
                </c:pt>
                <c:pt idx="1583">
                  <c:v>42516</c:v>
                </c:pt>
                <c:pt idx="1584">
                  <c:v>42517</c:v>
                </c:pt>
                <c:pt idx="1585">
                  <c:v>42520</c:v>
                </c:pt>
                <c:pt idx="1586">
                  <c:v>42521</c:v>
                </c:pt>
                <c:pt idx="1587">
                  <c:v>42522</c:v>
                </c:pt>
                <c:pt idx="1588">
                  <c:v>42523</c:v>
                </c:pt>
                <c:pt idx="1589">
                  <c:v>42524</c:v>
                </c:pt>
                <c:pt idx="1590">
                  <c:v>42528</c:v>
                </c:pt>
                <c:pt idx="1591">
                  <c:v>42529</c:v>
                </c:pt>
                <c:pt idx="1592">
                  <c:v>42530</c:v>
                </c:pt>
                <c:pt idx="1593">
                  <c:v>42531</c:v>
                </c:pt>
                <c:pt idx="1594">
                  <c:v>42534</c:v>
                </c:pt>
                <c:pt idx="1595">
                  <c:v>42535</c:v>
                </c:pt>
                <c:pt idx="1596">
                  <c:v>42536</c:v>
                </c:pt>
                <c:pt idx="1597">
                  <c:v>42537</c:v>
                </c:pt>
                <c:pt idx="1598">
                  <c:v>42538</c:v>
                </c:pt>
                <c:pt idx="1599">
                  <c:v>42541</c:v>
                </c:pt>
                <c:pt idx="1600">
                  <c:v>42542</c:v>
                </c:pt>
                <c:pt idx="1601">
                  <c:v>42543</c:v>
                </c:pt>
                <c:pt idx="1602">
                  <c:v>42544</c:v>
                </c:pt>
                <c:pt idx="1603">
                  <c:v>42545</c:v>
                </c:pt>
                <c:pt idx="1604">
                  <c:v>42548</c:v>
                </c:pt>
                <c:pt idx="1605">
                  <c:v>42549</c:v>
                </c:pt>
                <c:pt idx="1606">
                  <c:v>42550</c:v>
                </c:pt>
                <c:pt idx="1607">
                  <c:v>42551</c:v>
                </c:pt>
                <c:pt idx="1608">
                  <c:v>42552</c:v>
                </c:pt>
                <c:pt idx="1609">
                  <c:v>42555</c:v>
                </c:pt>
                <c:pt idx="1610">
                  <c:v>42556</c:v>
                </c:pt>
                <c:pt idx="1611">
                  <c:v>42557</c:v>
                </c:pt>
                <c:pt idx="1612">
                  <c:v>42558</c:v>
                </c:pt>
                <c:pt idx="1613">
                  <c:v>42559</c:v>
                </c:pt>
                <c:pt idx="1614">
                  <c:v>42562</c:v>
                </c:pt>
                <c:pt idx="1615">
                  <c:v>42563</c:v>
                </c:pt>
                <c:pt idx="1616">
                  <c:v>42564</c:v>
                </c:pt>
                <c:pt idx="1617">
                  <c:v>42565</c:v>
                </c:pt>
                <c:pt idx="1618">
                  <c:v>42566</c:v>
                </c:pt>
                <c:pt idx="1619">
                  <c:v>42569</c:v>
                </c:pt>
                <c:pt idx="1620">
                  <c:v>42570</c:v>
                </c:pt>
                <c:pt idx="1621">
                  <c:v>42571</c:v>
                </c:pt>
                <c:pt idx="1622">
                  <c:v>42572</c:v>
                </c:pt>
                <c:pt idx="1623">
                  <c:v>42573</c:v>
                </c:pt>
                <c:pt idx="1624">
                  <c:v>42576</c:v>
                </c:pt>
                <c:pt idx="1625">
                  <c:v>42577</c:v>
                </c:pt>
                <c:pt idx="1626">
                  <c:v>42578</c:v>
                </c:pt>
                <c:pt idx="1627">
                  <c:v>42579</c:v>
                </c:pt>
                <c:pt idx="1628">
                  <c:v>42580</c:v>
                </c:pt>
                <c:pt idx="1629">
                  <c:v>42583</c:v>
                </c:pt>
                <c:pt idx="1630">
                  <c:v>42584</c:v>
                </c:pt>
                <c:pt idx="1631">
                  <c:v>42585</c:v>
                </c:pt>
                <c:pt idx="1632">
                  <c:v>42586</c:v>
                </c:pt>
                <c:pt idx="1633">
                  <c:v>42587</c:v>
                </c:pt>
                <c:pt idx="1634">
                  <c:v>42590</c:v>
                </c:pt>
                <c:pt idx="1635">
                  <c:v>42591</c:v>
                </c:pt>
                <c:pt idx="1636">
                  <c:v>42592</c:v>
                </c:pt>
                <c:pt idx="1637">
                  <c:v>42593</c:v>
                </c:pt>
                <c:pt idx="1638">
                  <c:v>42594</c:v>
                </c:pt>
                <c:pt idx="1639">
                  <c:v>42598</c:v>
                </c:pt>
                <c:pt idx="1640">
                  <c:v>42599</c:v>
                </c:pt>
                <c:pt idx="1641">
                  <c:v>42600</c:v>
                </c:pt>
                <c:pt idx="1642">
                  <c:v>42601</c:v>
                </c:pt>
                <c:pt idx="1643">
                  <c:v>42604</c:v>
                </c:pt>
                <c:pt idx="1644">
                  <c:v>42605</c:v>
                </c:pt>
                <c:pt idx="1645">
                  <c:v>42606</c:v>
                </c:pt>
                <c:pt idx="1646">
                  <c:v>42607</c:v>
                </c:pt>
                <c:pt idx="1647">
                  <c:v>42608</c:v>
                </c:pt>
                <c:pt idx="1648">
                  <c:v>42611</c:v>
                </c:pt>
                <c:pt idx="1649">
                  <c:v>42612</c:v>
                </c:pt>
                <c:pt idx="1650">
                  <c:v>42613</c:v>
                </c:pt>
                <c:pt idx="1651">
                  <c:v>42614</c:v>
                </c:pt>
                <c:pt idx="1652">
                  <c:v>42615</c:v>
                </c:pt>
                <c:pt idx="1653">
                  <c:v>42618</c:v>
                </c:pt>
                <c:pt idx="1654">
                  <c:v>42619</c:v>
                </c:pt>
                <c:pt idx="1655">
                  <c:v>42620</c:v>
                </c:pt>
                <c:pt idx="1656">
                  <c:v>42621</c:v>
                </c:pt>
                <c:pt idx="1657">
                  <c:v>42622</c:v>
                </c:pt>
                <c:pt idx="1658">
                  <c:v>42625</c:v>
                </c:pt>
                <c:pt idx="1659">
                  <c:v>42626</c:v>
                </c:pt>
                <c:pt idx="1660">
                  <c:v>42632</c:v>
                </c:pt>
                <c:pt idx="1661">
                  <c:v>42633</c:v>
                </c:pt>
                <c:pt idx="1662">
                  <c:v>42634</c:v>
                </c:pt>
                <c:pt idx="1663">
                  <c:v>42635</c:v>
                </c:pt>
                <c:pt idx="1664">
                  <c:v>42636</c:v>
                </c:pt>
                <c:pt idx="1665">
                  <c:v>42639</c:v>
                </c:pt>
                <c:pt idx="1666">
                  <c:v>42640</c:v>
                </c:pt>
                <c:pt idx="1667">
                  <c:v>42641</c:v>
                </c:pt>
                <c:pt idx="1668">
                  <c:v>42642</c:v>
                </c:pt>
                <c:pt idx="1669">
                  <c:v>42643</c:v>
                </c:pt>
                <c:pt idx="1670">
                  <c:v>42647</c:v>
                </c:pt>
                <c:pt idx="1671">
                  <c:v>42648</c:v>
                </c:pt>
                <c:pt idx="1672">
                  <c:v>42649</c:v>
                </c:pt>
                <c:pt idx="1673">
                  <c:v>42650</c:v>
                </c:pt>
                <c:pt idx="1674">
                  <c:v>42653</c:v>
                </c:pt>
                <c:pt idx="1675">
                  <c:v>42654</c:v>
                </c:pt>
                <c:pt idx="1676">
                  <c:v>42655</c:v>
                </c:pt>
                <c:pt idx="1677">
                  <c:v>42656</c:v>
                </c:pt>
                <c:pt idx="1678">
                  <c:v>42657</c:v>
                </c:pt>
                <c:pt idx="1679">
                  <c:v>42660</c:v>
                </c:pt>
                <c:pt idx="1680">
                  <c:v>42661</c:v>
                </c:pt>
                <c:pt idx="1681">
                  <c:v>42662</c:v>
                </c:pt>
                <c:pt idx="1682">
                  <c:v>42663</c:v>
                </c:pt>
                <c:pt idx="1683">
                  <c:v>42664</c:v>
                </c:pt>
                <c:pt idx="1684">
                  <c:v>42667</c:v>
                </c:pt>
                <c:pt idx="1685">
                  <c:v>42668</c:v>
                </c:pt>
                <c:pt idx="1686">
                  <c:v>42669</c:v>
                </c:pt>
                <c:pt idx="1687">
                  <c:v>42670</c:v>
                </c:pt>
                <c:pt idx="1688">
                  <c:v>42671</c:v>
                </c:pt>
                <c:pt idx="1689">
                  <c:v>42674</c:v>
                </c:pt>
                <c:pt idx="1690">
                  <c:v>42675</c:v>
                </c:pt>
                <c:pt idx="1691">
                  <c:v>42676</c:v>
                </c:pt>
                <c:pt idx="1692">
                  <c:v>42677</c:v>
                </c:pt>
                <c:pt idx="1693">
                  <c:v>42678</c:v>
                </c:pt>
                <c:pt idx="1694">
                  <c:v>42681</c:v>
                </c:pt>
                <c:pt idx="1695">
                  <c:v>42682</c:v>
                </c:pt>
                <c:pt idx="1696">
                  <c:v>42683</c:v>
                </c:pt>
                <c:pt idx="1697">
                  <c:v>42684</c:v>
                </c:pt>
                <c:pt idx="1698">
                  <c:v>42685</c:v>
                </c:pt>
                <c:pt idx="1699">
                  <c:v>42688</c:v>
                </c:pt>
                <c:pt idx="1700">
                  <c:v>42689</c:v>
                </c:pt>
                <c:pt idx="1701">
                  <c:v>42690</c:v>
                </c:pt>
                <c:pt idx="1702">
                  <c:v>42691</c:v>
                </c:pt>
                <c:pt idx="1703">
                  <c:v>42692</c:v>
                </c:pt>
                <c:pt idx="1704">
                  <c:v>42695</c:v>
                </c:pt>
                <c:pt idx="1705">
                  <c:v>42696</c:v>
                </c:pt>
                <c:pt idx="1706">
                  <c:v>42697</c:v>
                </c:pt>
                <c:pt idx="1707">
                  <c:v>42698</c:v>
                </c:pt>
                <c:pt idx="1708">
                  <c:v>42699</c:v>
                </c:pt>
                <c:pt idx="1709">
                  <c:v>42702</c:v>
                </c:pt>
                <c:pt idx="1710">
                  <c:v>42703</c:v>
                </c:pt>
                <c:pt idx="1711">
                  <c:v>42704</c:v>
                </c:pt>
                <c:pt idx="1712">
                  <c:v>42705</c:v>
                </c:pt>
                <c:pt idx="1713">
                  <c:v>42706</c:v>
                </c:pt>
                <c:pt idx="1714">
                  <c:v>42709</c:v>
                </c:pt>
                <c:pt idx="1715">
                  <c:v>42710</c:v>
                </c:pt>
                <c:pt idx="1716">
                  <c:v>42711</c:v>
                </c:pt>
                <c:pt idx="1717">
                  <c:v>42712</c:v>
                </c:pt>
                <c:pt idx="1718">
                  <c:v>42713</c:v>
                </c:pt>
                <c:pt idx="1719">
                  <c:v>42716</c:v>
                </c:pt>
                <c:pt idx="1720">
                  <c:v>42717</c:v>
                </c:pt>
                <c:pt idx="1721">
                  <c:v>42718</c:v>
                </c:pt>
                <c:pt idx="1722">
                  <c:v>42719</c:v>
                </c:pt>
                <c:pt idx="1723">
                  <c:v>42720</c:v>
                </c:pt>
                <c:pt idx="1724">
                  <c:v>42723</c:v>
                </c:pt>
                <c:pt idx="1725">
                  <c:v>42724</c:v>
                </c:pt>
                <c:pt idx="1726">
                  <c:v>42725</c:v>
                </c:pt>
                <c:pt idx="1727">
                  <c:v>42726</c:v>
                </c:pt>
                <c:pt idx="1728">
                  <c:v>42727</c:v>
                </c:pt>
                <c:pt idx="1729">
                  <c:v>42730</c:v>
                </c:pt>
                <c:pt idx="1730">
                  <c:v>42731</c:v>
                </c:pt>
                <c:pt idx="1731">
                  <c:v>42732</c:v>
                </c:pt>
                <c:pt idx="1732">
                  <c:v>42733</c:v>
                </c:pt>
                <c:pt idx="1733">
                  <c:v>42737</c:v>
                </c:pt>
                <c:pt idx="1734">
                  <c:v>42738</c:v>
                </c:pt>
                <c:pt idx="1735">
                  <c:v>42739</c:v>
                </c:pt>
                <c:pt idx="1736">
                  <c:v>42740</c:v>
                </c:pt>
                <c:pt idx="1737">
                  <c:v>42741</c:v>
                </c:pt>
                <c:pt idx="1738">
                  <c:v>42744</c:v>
                </c:pt>
                <c:pt idx="1739">
                  <c:v>42745</c:v>
                </c:pt>
                <c:pt idx="1740">
                  <c:v>42746</c:v>
                </c:pt>
                <c:pt idx="1741">
                  <c:v>42747</c:v>
                </c:pt>
                <c:pt idx="1742">
                  <c:v>42748</c:v>
                </c:pt>
                <c:pt idx="1743">
                  <c:v>42751</c:v>
                </c:pt>
                <c:pt idx="1744">
                  <c:v>42752</c:v>
                </c:pt>
                <c:pt idx="1745">
                  <c:v>42753</c:v>
                </c:pt>
                <c:pt idx="1746">
                  <c:v>42754</c:v>
                </c:pt>
                <c:pt idx="1747">
                  <c:v>42755</c:v>
                </c:pt>
                <c:pt idx="1748">
                  <c:v>42758</c:v>
                </c:pt>
                <c:pt idx="1749">
                  <c:v>42759</c:v>
                </c:pt>
                <c:pt idx="1750">
                  <c:v>42760</c:v>
                </c:pt>
                <c:pt idx="1751">
                  <c:v>42761</c:v>
                </c:pt>
                <c:pt idx="1752">
                  <c:v>42766</c:v>
                </c:pt>
                <c:pt idx="1753">
                  <c:v>42767</c:v>
                </c:pt>
                <c:pt idx="1754">
                  <c:v>42768</c:v>
                </c:pt>
                <c:pt idx="1755">
                  <c:v>42769</c:v>
                </c:pt>
                <c:pt idx="1756">
                  <c:v>42772</c:v>
                </c:pt>
                <c:pt idx="1757">
                  <c:v>42773</c:v>
                </c:pt>
                <c:pt idx="1758">
                  <c:v>42774</c:v>
                </c:pt>
                <c:pt idx="1759">
                  <c:v>42775</c:v>
                </c:pt>
                <c:pt idx="1760">
                  <c:v>42776</c:v>
                </c:pt>
                <c:pt idx="1761">
                  <c:v>42779</c:v>
                </c:pt>
                <c:pt idx="1762">
                  <c:v>42780</c:v>
                </c:pt>
                <c:pt idx="1763">
                  <c:v>42781</c:v>
                </c:pt>
                <c:pt idx="1764">
                  <c:v>42782</c:v>
                </c:pt>
                <c:pt idx="1765">
                  <c:v>42783</c:v>
                </c:pt>
                <c:pt idx="1766">
                  <c:v>42786</c:v>
                </c:pt>
                <c:pt idx="1767">
                  <c:v>42787</c:v>
                </c:pt>
                <c:pt idx="1768">
                  <c:v>42788</c:v>
                </c:pt>
                <c:pt idx="1769">
                  <c:v>42789</c:v>
                </c:pt>
                <c:pt idx="1770">
                  <c:v>42790</c:v>
                </c:pt>
                <c:pt idx="1771">
                  <c:v>42793</c:v>
                </c:pt>
                <c:pt idx="1772">
                  <c:v>42794</c:v>
                </c:pt>
                <c:pt idx="1773">
                  <c:v>42796</c:v>
                </c:pt>
                <c:pt idx="1774">
                  <c:v>42797</c:v>
                </c:pt>
                <c:pt idx="1775">
                  <c:v>42800</c:v>
                </c:pt>
                <c:pt idx="1776">
                  <c:v>42801</c:v>
                </c:pt>
                <c:pt idx="1777">
                  <c:v>42802</c:v>
                </c:pt>
                <c:pt idx="1778">
                  <c:v>42803</c:v>
                </c:pt>
                <c:pt idx="1779">
                  <c:v>42804</c:v>
                </c:pt>
                <c:pt idx="1780">
                  <c:v>42807</c:v>
                </c:pt>
                <c:pt idx="1781">
                  <c:v>42808</c:v>
                </c:pt>
                <c:pt idx="1782">
                  <c:v>42809</c:v>
                </c:pt>
                <c:pt idx="1783">
                  <c:v>42810</c:v>
                </c:pt>
                <c:pt idx="1784">
                  <c:v>42811</c:v>
                </c:pt>
                <c:pt idx="1785">
                  <c:v>42814</c:v>
                </c:pt>
                <c:pt idx="1786">
                  <c:v>42815</c:v>
                </c:pt>
                <c:pt idx="1787">
                  <c:v>42816</c:v>
                </c:pt>
                <c:pt idx="1788">
                  <c:v>42817</c:v>
                </c:pt>
                <c:pt idx="1789">
                  <c:v>42818</c:v>
                </c:pt>
                <c:pt idx="1790">
                  <c:v>42821</c:v>
                </c:pt>
                <c:pt idx="1791">
                  <c:v>42822</c:v>
                </c:pt>
                <c:pt idx="1792">
                  <c:v>42823</c:v>
                </c:pt>
                <c:pt idx="1793">
                  <c:v>42824</c:v>
                </c:pt>
                <c:pt idx="1794">
                  <c:v>42825</c:v>
                </c:pt>
                <c:pt idx="1795">
                  <c:v>42828</c:v>
                </c:pt>
                <c:pt idx="1796">
                  <c:v>42829</c:v>
                </c:pt>
                <c:pt idx="1797">
                  <c:v>42830</c:v>
                </c:pt>
                <c:pt idx="1798">
                  <c:v>42831</c:v>
                </c:pt>
                <c:pt idx="1799">
                  <c:v>42832</c:v>
                </c:pt>
                <c:pt idx="1800">
                  <c:v>42835</c:v>
                </c:pt>
                <c:pt idx="1801">
                  <c:v>42836</c:v>
                </c:pt>
                <c:pt idx="1802">
                  <c:v>42837</c:v>
                </c:pt>
                <c:pt idx="1803">
                  <c:v>42838</c:v>
                </c:pt>
                <c:pt idx="1804">
                  <c:v>42839</c:v>
                </c:pt>
                <c:pt idx="1805">
                  <c:v>42842</c:v>
                </c:pt>
                <c:pt idx="1806">
                  <c:v>42843</c:v>
                </c:pt>
                <c:pt idx="1807">
                  <c:v>42844</c:v>
                </c:pt>
                <c:pt idx="1808">
                  <c:v>42845</c:v>
                </c:pt>
                <c:pt idx="1809">
                  <c:v>42846</c:v>
                </c:pt>
                <c:pt idx="1810">
                  <c:v>42849</c:v>
                </c:pt>
                <c:pt idx="1811">
                  <c:v>42850</c:v>
                </c:pt>
                <c:pt idx="1812">
                  <c:v>42851</c:v>
                </c:pt>
                <c:pt idx="1813">
                  <c:v>42852</c:v>
                </c:pt>
                <c:pt idx="1814">
                  <c:v>42853</c:v>
                </c:pt>
                <c:pt idx="1815">
                  <c:v>42857</c:v>
                </c:pt>
                <c:pt idx="1816">
                  <c:v>42859</c:v>
                </c:pt>
                <c:pt idx="1817">
                  <c:v>42863</c:v>
                </c:pt>
                <c:pt idx="1818">
                  <c:v>42865</c:v>
                </c:pt>
                <c:pt idx="1819">
                  <c:v>42866</c:v>
                </c:pt>
                <c:pt idx="1820">
                  <c:v>42867</c:v>
                </c:pt>
                <c:pt idx="1821">
                  <c:v>42870</c:v>
                </c:pt>
                <c:pt idx="1822">
                  <c:v>42871</c:v>
                </c:pt>
                <c:pt idx="1823">
                  <c:v>42872</c:v>
                </c:pt>
                <c:pt idx="1824">
                  <c:v>42873</c:v>
                </c:pt>
                <c:pt idx="1825">
                  <c:v>42874</c:v>
                </c:pt>
                <c:pt idx="1826">
                  <c:v>42877</c:v>
                </c:pt>
                <c:pt idx="1827">
                  <c:v>42878</c:v>
                </c:pt>
                <c:pt idx="1828">
                  <c:v>42879</c:v>
                </c:pt>
                <c:pt idx="1829">
                  <c:v>42880</c:v>
                </c:pt>
                <c:pt idx="1830">
                  <c:v>42881</c:v>
                </c:pt>
                <c:pt idx="1831">
                  <c:v>42884</c:v>
                </c:pt>
                <c:pt idx="1832">
                  <c:v>42885</c:v>
                </c:pt>
                <c:pt idx="1833">
                  <c:v>42886</c:v>
                </c:pt>
                <c:pt idx="1834">
                  <c:v>42887</c:v>
                </c:pt>
                <c:pt idx="1835">
                  <c:v>42888</c:v>
                </c:pt>
                <c:pt idx="1836">
                  <c:v>42891</c:v>
                </c:pt>
                <c:pt idx="1837">
                  <c:v>42893</c:v>
                </c:pt>
                <c:pt idx="1838">
                  <c:v>42894</c:v>
                </c:pt>
                <c:pt idx="1839">
                  <c:v>42895</c:v>
                </c:pt>
                <c:pt idx="1840">
                  <c:v>42898</c:v>
                </c:pt>
                <c:pt idx="1841">
                  <c:v>42899</c:v>
                </c:pt>
                <c:pt idx="1842">
                  <c:v>42900</c:v>
                </c:pt>
                <c:pt idx="1843">
                  <c:v>42901</c:v>
                </c:pt>
                <c:pt idx="1844">
                  <c:v>42902</c:v>
                </c:pt>
                <c:pt idx="1845">
                  <c:v>42905</c:v>
                </c:pt>
                <c:pt idx="1846">
                  <c:v>42906</c:v>
                </c:pt>
                <c:pt idx="1847">
                  <c:v>42907</c:v>
                </c:pt>
                <c:pt idx="1848">
                  <c:v>42908</c:v>
                </c:pt>
                <c:pt idx="1849">
                  <c:v>42909</c:v>
                </c:pt>
                <c:pt idx="1850">
                  <c:v>42912</c:v>
                </c:pt>
                <c:pt idx="1851">
                  <c:v>42913</c:v>
                </c:pt>
                <c:pt idx="1852">
                  <c:v>42914</c:v>
                </c:pt>
                <c:pt idx="1853">
                  <c:v>42915</c:v>
                </c:pt>
                <c:pt idx="1854">
                  <c:v>42916</c:v>
                </c:pt>
                <c:pt idx="1855">
                  <c:v>42919</c:v>
                </c:pt>
                <c:pt idx="1856">
                  <c:v>42920</c:v>
                </c:pt>
                <c:pt idx="1857">
                  <c:v>42921</c:v>
                </c:pt>
                <c:pt idx="1858">
                  <c:v>42922</c:v>
                </c:pt>
                <c:pt idx="1859">
                  <c:v>42923</c:v>
                </c:pt>
                <c:pt idx="1860">
                  <c:v>42926</c:v>
                </c:pt>
                <c:pt idx="1861">
                  <c:v>42927</c:v>
                </c:pt>
                <c:pt idx="1862">
                  <c:v>42928</c:v>
                </c:pt>
                <c:pt idx="1863">
                  <c:v>42929</c:v>
                </c:pt>
                <c:pt idx="1864">
                  <c:v>42930</c:v>
                </c:pt>
                <c:pt idx="1865">
                  <c:v>42933</c:v>
                </c:pt>
                <c:pt idx="1866">
                  <c:v>42934</c:v>
                </c:pt>
                <c:pt idx="1867">
                  <c:v>42935</c:v>
                </c:pt>
                <c:pt idx="1868">
                  <c:v>42936</c:v>
                </c:pt>
                <c:pt idx="1869">
                  <c:v>42937</c:v>
                </c:pt>
                <c:pt idx="1870">
                  <c:v>42940</c:v>
                </c:pt>
                <c:pt idx="1871">
                  <c:v>42941</c:v>
                </c:pt>
                <c:pt idx="1872">
                  <c:v>42942</c:v>
                </c:pt>
                <c:pt idx="1873">
                  <c:v>42943</c:v>
                </c:pt>
                <c:pt idx="1874">
                  <c:v>42944</c:v>
                </c:pt>
                <c:pt idx="1875">
                  <c:v>42947</c:v>
                </c:pt>
                <c:pt idx="1876">
                  <c:v>42948</c:v>
                </c:pt>
                <c:pt idx="1877">
                  <c:v>42949</c:v>
                </c:pt>
                <c:pt idx="1878">
                  <c:v>42950</c:v>
                </c:pt>
                <c:pt idx="1879">
                  <c:v>42951</c:v>
                </c:pt>
                <c:pt idx="1880">
                  <c:v>42954</c:v>
                </c:pt>
                <c:pt idx="1881">
                  <c:v>42955</c:v>
                </c:pt>
                <c:pt idx="1882">
                  <c:v>42956</c:v>
                </c:pt>
                <c:pt idx="1883">
                  <c:v>42957</c:v>
                </c:pt>
                <c:pt idx="1884">
                  <c:v>42958</c:v>
                </c:pt>
                <c:pt idx="1885">
                  <c:v>42961</c:v>
                </c:pt>
                <c:pt idx="1886">
                  <c:v>42963</c:v>
                </c:pt>
                <c:pt idx="1887">
                  <c:v>42964</c:v>
                </c:pt>
                <c:pt idx="1888">
                  <c:v>42965</c:v>
                </c:pt>
                <c:pt idx="1889">
                  <c:v>42968</c:v>
                </c:pt>
                <c:pt idx="1890">
                  <c:v>42969</c:v>
                </c:pt>
                <c:pt idx="1891">
                  <c:v>42970</c:v>
                </c:pt>
                <c:pt idx="1892">
                  <c:v>42971</c:v>
                </c:pt>
                <c:pt idx="1893">
                  <c:v>42972</c:v>
                </c:pt>
                <c:pt idx="1894">
                  <c:v>42975</c:v>
                </c:pt>
                <c:pt idx="1895">
                  <c:v>42976</c:v>
                </c:pt>
                <c:pt idx="1896">
                  <c:v>42977</c:v>
                </c:pt>
                <c:pt idx="1897">
                  <c:v>42978</c:v>
                </c:pt>
                <c:pt idx="1898">
                  <c:v>42979</c:v>
                </c:pt>
                <c:pt idx="1899">
                  <c:v>42982</c:v>
                </c:pt>
                <c:pt idx="1900">
                  <c:v>42983</c:v>
                </c:pt>
                <c:pt idx="1901">
                  <c:v>42984</c:v>
                </c:pt>
                <c:pt idx="1902">
                  <c:v>42985</c:v>
                </c:pt>
                <c:pt idx="1903">
                  <c:v>42986</c:v>
                </c:pt>
                <c:pt idx="1904">
                  <c:v>42989</c:v>
                </c:pt>
                <c:pt idx="1905">
                  <c:v>42990</c:v>
                </c:pt>
                <c:pt idx="1906">
                  <c:v>42991</c:v>
                </c:pt>
                <c:pt idx="1907">
                  <c:v>42992</c:v>
                </c:pt>
                <c:pt idx="1908">
                  <c:v>42993</c:v>
                </c:pt>
                <c:pt idx="1909">
                  <c:v>42996</c:v>
                </c:pt>
                <c:pt idx="1910">
                  <c:v>42997</c:v>
                </c:pt>
                <c:pt idx="1911">
                  <c:v>42998</c:v>
                </c:pt>
                <c:pt idx="1912">
                  <c:v>42999</c:v>
                </c:pt>
                <c:pt idx="1913">
                  <c:v>43000</c:v>
                </c:pt>
                <c:pt idx="1914">
                  <c:v>43003</c:v>
                </c:pt>
                <c:pt idx="1915">
                  <c:v>43004</c:v>
                </c:pt>
                <c:pt idx="1916">
                  <c:v>43005</c:v>
                </c:pt>
                <c:pt idx="1917">
                  <c:v>43006</c:v>
                </c:pt>
                <c:pt idx="1918">
                  <c:v>43007</c:v>
                </c:pt>
                <c:pt idx="1919">
                  <c:v>43018</c:v>
                </c:pt>
                <c:pt idx="1920">
                  <c:v>43019</c:v>
                </c:pt>
                <c:pt idx="1921">
                  <c:v>43020</c:v>
                </c:pt>
                <c:pt idx="1922">
                  <c:v>43021</c:v>
                </c:pt>
                <c:pt idx="1923">
                  <c:v>43024</c:v>
                </c:pt>
                <c:pt idx="1924">
                  <c:v>43025</c:v>
                </c:pt>
                <c:pt idx="1925">
                  <c:v>43026</c:v>
                </c:pt>
                <c:pt idx="1926">
                  <c:v>43027</c:v>
                </c:pt>
                <c:pt idx="1927">
                  <c:v>43028</c:v>
                </c:pt>
                <c:pt idx="1928">
                  <c:v>43031</c:v>
                </c:pt>
                <c:pt idx="1929">
                  <c:v>43032</c:v>
                </c:pt>
                <c:pt idx="1930">
                  <c:v>43033</c:v>
                </c:pt>
                <c:pt idx="1931">
                  <c:v>43034</c:v>
                </c:pt>
                <c:pt idx="1932">
                  <c:v>43035</c:v>
                </c:pt>
                <c:pt idx="1933">
                  <c:v>43038</c:v>
                </c:pt>
                <c:pt idx="1934">
                  <c:v>43039</c:v>
                </c:pt>
                <c:pt idx="1935">
                  <c:v>43040</c:v>
                </c:pt>
                <c:pt idx="1936">
                  <c:v>43041</c:v>
                </c:pt>
                <c:pt idx="1937">
                  <c:v>43042</c:v>
                </c:pt>
                <c:pt idx="1938">
                  <c:v>43045</c:v>
                </c:pt>
                <c:pt idx="1939">
                  <c:v>43046</c:v>
                </c:pt>
                <c:pt idx="1940">
                  <c:v>43047</c:v>
                </c:pt>
                <c:pt idx="1941">
                  <c:v>43048</c:v>
                </c:pt>
                <c:pt idx="1942">
                  <c:v>43049</c:v>
                </c:pt>
                <c:pt idx="1943">
                  <c:v>43052</c:v>
                </c:pt>
                <c:pt idx="1944">
                  <c:v>43053</c:v>
                </c:pt>
                <c:pt idx="1945">
                  <c:v>43054</c:v>
                </c:pt>
                <c:pt idx="1946">
                  <c:v>43055</c:v>
                </c:pt>
                <c:pt idx="1947">
                  <c:v>43056</c:v>
                </c:pt>
                <c:pt idx="1948">
                  <c:v>43059</c:v>
                </c:pt>
                <c:pt idx="1949">
                  <c:v>43060</c:v>
                </c:pt>
                <c:pt idx="1950">
                  <c:v>43061</c:v>
                </c:pt>
                <c:pt idx="1951">
                  <c:v>43062</c:v>
                </c:pt>
                <c:pt idx="1952">
                  <c:v>43063</c:v>
                </c:pt>
                <c:pt idx="1953">
                  <c:v>43066</c:v>
                </c:pt>
                <c:pt idx="1954">
                  <c:v>43067</c:v>
                </c:pt>
                <c:pt idx="1955">
                  <c:v>43068</c:v>
                </c:pt>
                <c:pt idx="1956">
                  <c:v>43069</c:v>
                </c:pt>
                <c:pt idx="1957">
                  <c:v>43070</c:v>
                </c:pt>
                <c:pt idx="1958">
                  <c:v>43073</c:v>
                </c:pt>
                <c:pt idx="1959">
                  <c:v>43074</c:v>
                </c:pt>
                <c:pt idx="1960">
                  <c:v>43075</c:v>
                </c:pt>
                <c:pt idx="1961">
                  <c:v>43076</c:v>
                </c:pt>
                <c:pt idx="1962">
                  <c:v>43077</c:v>
                </c:pt>
                <c:pt idx="1963">
                  <c:v>43080</c:v>
                </c:pt>
                <c:pt idx="1964">
                  <c:v>43081</c:v>
                </c:pt>
                <c:pt idx="1965">
                  <c:v>43082</c:v>
                </c:pt>
                <c:pt idx="1966">
                  <c:v>43083</c:v>
                </c:pt>
                <c:pt idx="1967">
                  <c:v>43084</c:v>
                </c:pt>
                <c:pt idx="1968">
                  <c:v>43087</c:v>
                </c:pt>
                <c:pt idx="1969">
                  <c:v>43088</c:v>
                </c:pt>
                <c:pt idx="1970">
                  <c:v>43089</c:v>
                </c:pt>
                <c:pt idx="1971">
                  <c:v>43090</c:v>
                </c:pt>
                <c:pt idx="1972">
                  <c:v>43091</c:v>
                </c:pt>
                <c:pt idx="1973">
                  <c:v>43095</c:v>
                </c:pt>
                <c:pt idx="1974">
                  <c:v>43096</c:v>
                </c:pt>
                <c:pt idx="1975">
                  <c:v>43097</c:v>
                </c:pt>
                <c:pt idx="1976">
                  <c:v>43102</c:v>
                </c:pt>
                <c:pt idx="1977">
                  <c:v>43103</c:v>
                </c:pt>
                <c:pt idx="1978">
                  <c:v>43104</c:v>
                </c:pt>
                <c:pt idx="1979">
                  <c:v>43105</c:v>
                </c:pt>
                <c:pt idx="1980">
                  <c:v>43108</c:v>
                </c:pt>
                <c:pt idx="1981">
                  <c:v>43109</c:v>
                </c:pt>
                <c:pt idx="1982">
                  <c:v>43110</c:v>
                </c:pt>
                <c:pt idx="1983">
                  <c:v>43111</c:v>
                </c:pt>
                <c:pt idx="1984">
                  <c:v>43112</c:v>
                </c:pt>
                <c:pt idx="1985">
                  <c:v>43115</c:v>
                </c:pt>
                <c:pt idx="1986">
                  <c:v>43116</c:v>
                </c:pt>
                <c:pt idx="1987">
                  <c:v>43117</c:v>
                </c:pt>
                <c:pt idx="1988">
                  <c:v>43118</c:v>
                </c:pt>
                <c:pt idx="1989">
                  <c:v>43119</c:v>
                </c:pt>
                <c:pt idx="1990">
                  <c:v>43122</c:v>
                </c:pt>
                <c:pt idx="1991">
                  <c:v>43123</c:v>
                </c:pt>
                <c:pt idx="1992">
                  <c:v>43124</c:v>
                </c:pt>
                <c:pt idx="1993">
                  <c:v>43125</c:v>
                </c:pt>
                <c:pt idx="1994">
                  <c:v>43126</c:v>
                </c:pt>
                <c:pt idx="1995">
                  <c:v>43129</c:v>
                </c:pt>
                <c:pt idx="1996">
                  <c:v>43130</c:v>
                </c:pt>
                <c:pt idx="1997">
                  <c:v>43131</c:v>
                </c:pt>
                <c:pt idx="1998">
                  <c:v>43132</c:v>
                </c:pt>
                <c:pt idx="1999">
                  <c:v>43133</c:v>
                </c:pt>
                <c:pt idx="2000">
                  <c:v>43136</c:v>
                </c:pt>
                <c:pt idx="2001">
                  <c:v>43137</c:v>
                </c:pt>
                <c:pt idx="2002">
                  <c:v>43138</c:v>
                </c:pt>
                <c:pt idx="2003">
                  <c:v>43139</c:v>
                </c:pt>
                <c:pt idx="2004">
                  <c:v>43140</c:v>
                </c:pt>
                <c:pt idx="2005">
                  <c:v>43143</c:v>
                </c:pt>
                <c:pt idx="2006">
                  <c:v>43144</c:v>
                </c:pt>
                <c:pt idx="2007">
                  <c:v>43145</c:v>
                </c:pt>
                <c:pt idx="2008">
                  <c:v>43150</c:v>
                </c:pt>
                <c:pt idx="2009">
                  <c:v>43151</c:v>
                </c:pt>
                <c:pt idx="2010">
                  <c:v>43152</c:v>
                </c:pt>
                <c:pt idx="2011">
                  <c:v>43153</c:v>
                </c:pt>
                <c:pt idx="2012">
                  <c:v>43154</c:v>
                </c:pt>
                <c:pt idx="2013">
                  <c:v>43157</c:v>
                </c:pt>
                <c:pt idx="2014">
                  <c:v>43158</c:v>
                </c:pt>
                <c:pt idx="2015">
                  <c:v>43159</c:v>
                </c:pt>
                <c:pt idx="2016">
                  <c:v>43161</c:v>
                </c:pt>
                <c:pt idx="2017">
                  <c:v>43164</c:v>
                </c:pt>
                <c:pt idx="2018">
                  <c:v>43165</c:v>
                </c:pt>
                <c:pt idx="2019">
                  <c:v>43166</c:v>
                </c:pt>
                <c:pt idx="2020">
                  <c:v>43167</c:v>
                </c:pt>
                <c:pt idx="2021">
                  <c:v>43168</c:v>
                </c:pt>
                <c:pt idx="2022">
                  <c:v>43171</c:v>
                </c:pt>
                <c:pt idx="2023">
                  <c:v>43172</c:v>
                </c:pt>
                <c:pt idx="2024">
                  <c:v>43173</c:v>
                </c:pt>
                <c:pt idx="2025">
                  <c:v>43174</c:v>
                </c:pt>
                <c:pt idx="2026">
                  <c:v>43175</c:v>
                </c:pt>
                <c:pt idx="2027">
                  <c:v>43178</c:v>
                </c:pt>
                <c:pt idx="2028">
                  <c:v>43179</c:v>
                </c:pt>
                <c:pt idx="2029">
                  <c:v>43180</c:v>
                </c:pt>
                <c:pt idx="2030">
                  <c:v>43181</c:v>
                </c:pt>
                <c:pt idx="2031">
                  <c:v>43182</c:v>
                </c:pt>
                <c:pt idx="2032">
                  <c:v>43185</c:v>
                </c:pt>
                <c:pt idx="2033">
                  <c:v>43186</c:v>
                </c:pt>
                <c:pt idx="2034">
                  <c:v>43187</c:v>
                </c:pt>
                <c:pt idx="2035">
                  <c:v>43188</c:v>
                </c:pt>
                <c:pt idx="2036">
                  <c:v>43189</c:v>
                </c:pt>
                <c:pt idx="2037">
                  <c:v>43192</c:v>
                </c:pt>
                <c:pt idx="2038">
                  <c:v>43193</c:v>
                </c:pt>
                <c:pt idx="2039">
                  <c:v>43194</c:v>
                </c:pt>
                <c:pt idx="2040">
                  <c:v>43195</c:v>
                </c:pt>
                <c:pt idx="2041">
                  <c:v>43196</c:v>
                </c:pt>
                <c:pt idx="2042">
                  <c:v>43199</c:v>
                </c:pt>
                <c:pt idx="2043">
                  <c:v>43200</c:v>
                </c:pt>
                <c:pt idx="2044">
                  <c:v>43201</c:v>
                </c:pt>
                <c:pt idx="2045">
                  <c:v>43202</c:v>
                </c:pt>
                <c:pt idx="2046">
                  <c:v>43203</c:v>
                </c:pt>
                <c:pt idx="2047">
                  <c:v>43206</c:v>
                </c:pt>
                <c:pt idx="2048">
                  <c:v>43207</c:v>
                </c:pt>
                <c:pt idx="2049">
                  <c:v>43208</c:v>
                </c:pt>
                <c:pt idx="2050">
                  <c:v>43209</c:v>
                </c:pt>
                <c:pt idx="2051">
                  <c:v>43210</c:v>
                </c:pt>
                <c:pt idx="2052">
                  <c:v>43213</c:v>
                </c:pt>
                <c:pt idx="2053">
                  <c:v>43214</c:v>
                </c:pt>
                <c:pt idx="2054">
                  <c:v>43215</c:v>
                </c:pt>
                <c:pt idx="2055">
                  <c:v>43216</c:v>
                </c:pt>
                <c:pt idx="2056">
                  <c:v>43217</c:v>
                </c:pt>
                <c:pt idx="2057">
                  <c:v>43220</c:v>
                </c:pt>
                <c:pt idx="2058">
                  <c:v>43222</c:v>
                </c:pt>
                <c:pt idx="2059">
                  <c:v>43223</c:v>
                </c:pt>
                <c:pt idx="2060">
                  <c:v>43224</c:v>
                </c:pt>
                <c:pt idx="2061">
                  <c:v>43228</c:v>
                </c:pt>
                <c:pt idx="2062">
                  <c:v>43229</c:v>
                </c:pt>
                <c:pt idx="2063">
                  <c:v>43230</c:v>
                </c:pt>
                <c:pt idx="2064">
                  <c:v>43231</c:v>
                </c:pt>
                <c:pt idx="2065">
                  <c:v>43234</c:v>
                </c:pt>
                <c:pt idx="2066">
                  <c:v>43235</c:v>
                </c:pt>
                <c:pt idx="2067">
                  <c:v>43236</c:v>
                </c:pt>
                <c:pt idx="2068">
                  <c:v>43237</c:v>
                </c:pt>
                <c:pt idx="2069">
                  <c:v>43238</c:v>
                </c:pt>
                <c:pt idx="2070">
                  <c:v>43241</c:v>
                </c:pt>
                <c:pt idx="2071">
                  <c:v>43243</c:v>
                </c:pt>
                <c:pt idx="2072">
                  <c:v>43244</c:v>
                </c:pt>
                <c:pt idx="2073">
                  <c:v>43245</c:v>
                </c:pt>
                <c:pt idx="2074">
                  <c:v>43248</c:v>
                </c:pt>
                <c:pt idx="2075">
                  <c:v>43249</c:v>
                </c:pt>
                <c:pt idx="2076">
                  <c:v>43250</c:v>
                </c:pt>
                <c:pt idx="2077">
                  <c:v>43251</c:v>
                </c:pt>
                <c:pt idx="2078">
                  <c:v>43252</c:v>
                </c:pt>
                <c:pt idx="2079">
                  <c:v>43255</c:v>
                </c:pt>
                <c:pt idx="2080">
                  <c:v>43256</c:v>
                </c:pt>
                <c:pt idx="2081">
                  <c:v>43258</c:v>
                </c:pt>
                <c:pt idx="2082">
                  <c:v>43259</c:v>
                </c:pt>
                <c:pt idx="2083">
                  <c:v>43262</c:v>
                </c:pt>
                <c:pt idx="2084">
                  <c:v>43263</c:v>
                </c:pt>
                <c:pt idx="2085">
                  <c:v>43265</c:v>
                </c:pt>
                <c:pt idx="2086">
                  <c:v>43266</c:v>
                </c:pt>
                <c:pt idx="2087">
                  <c:v>43269</c:v>
                </c:pt>
                <c:pt idx="2088">
                  <c:v>43270</c:v>
                </c:pt>
                <c:pt idx="2089">
                  <c:v>43271</c:v>
                </c:pt>
                <c:pt idx="2090">
                  <c:v>43272</c:v>
                </c:pt>
                <c:pt idx="2091">
                  <c:v>43273</c:v>
                </c:pt>
                <c:pt idx="2092">
                  <c:v>43276</c:v>
                </c:pt>
                <c:pt idx="2093">
                  <c:v>43277</c:v>
                </c:pt>
                <c:pt idx="2094">
                  <c:v>43278</c:v>
                </c:pt>
                <c:pt idx="2095">
                  <c:v>43279</c:v>
                </c:pt>
                <c:pt idx="2096">
                  <c:v>43280</c:v>
                </c:pt>
                <c:pt idx="2097">
                  <c:v>43283</c:v>
                </c:pt>
                <c:pt idx="2098">
                  <c:v>43284</c:v>
                </c:pt>
                <c:pt idx="2099">
                  <c:v>43285</c:v>
                </c:pt>
                <c:pt idx="2100">
                  <c:v>43286</c:v>
                </c:pt>
                <c:pt idx="2101">
                  <c:v>43287</c:v>
                </c:pt>
                <c:pt idx="2102">
                  <c:v>43290</c:v>
                </c:pt>
                <c:pt idx="2103">
                  <c:v>43291</c:v>
                </c:pt>
                <c:pt idx="2104">
                  <c:v>43292</c:v>
                </c:pt>
                <c:pt idx="2105">
                  <c:v>43293</c:v>
                </c:pt>
                <c:pt idx="2106">
                  <c:v>43294</c:v>
                </c:pt>
                <c:pt idx="2107">
                  <c:v>43297</c:v>
                </c:pt>
                <c:pt idx="2108">
                  <c:v>43298</c:v>
                </c:pt>
                <c:pt idx="2109">
                  <c:v>43299</c:v>
                </c:pt>
                <c:pt idx="2110">
                  <c:v>43300</c:v>
                </c:pt>
                <c:pt idx="2111">
                  <c:v>43301</c:v>
                </c:pt>
                <c:pt idx="2112">
                  <c:v>43304</c:v>
                </c:pt>
                <c:pt idx="2113">
                  <c:v>43305</c:v>
                </c:pt>
                <c:pt idx="2114">
                  <c:v>43306</c:v>
                </c:pt>
                <c:pt idx="2115">
                  <c:v>43307</c:v>
                </c:pt>
                <c:pt idx="2116">
                  <c:v>43308</c:v>
                </c:pt>
                <c:pt idx="2117">
                  <c:v>43311</c:v>
                </c:pt>
                <c:pt idx="2118">
                  <c:v>43312</c:v>
                </c:pt>
                <c:pt idx="2119">
                  <c:v>43313</c:v>
                </c:pt>
                <c:pt idx="2120">
                  <c:v>43314</c:v>
                </c:pt>
                <c:pt idx="2121">
                  <c:v>43315</c:v>
                </c:pt>
                <c:pt idx="2122">
                  <c:v>43318</c:v>
                </c:pt>
                <c:pt idx="2123">
                  <c:v>43319</c:v>
                </c:pt>
                <c:pt idx="2124">
                  <c:v>43320</c:v>
                </c:pt>
                <c:pt idx="2125">
                  <c:v>43321</c:v>
                </c:pt>
                <c:pt idx="2126">
                  <c:v>43322</c:v>
                </c:pt>
                <c:pt idx="2127">
                  <c:v>43325</c:v>
                </c:pt>
                <c:pt idx="2128">
                  <c:v>43326</c:v>
                </c:pt>
                <c:pt idx="2129">
                  <c:v>43328</c:v>
                </c:pt>
                <c:pt idx="2130">
                  <c:v>43329</c:v>
                </c:pt>
                <c:pt idx="2131">
                  <c:v>43332</c:v>
                </c:pt>
                <c:pt idx="2132">
                  <c:v>43333</c:v>
                </c:pt>
                <c:pt idx="2133">
                  <c:v>43334</c:v>
                </c:pt>
                <c:pt idx="2134">
                  <c:v>43335</c:v>
                </c:pt>
                <c:pt idx="2135">
                  <c:v>43336</c:v>
                </c:pt>
                <c:pt idx="2136">
                  <c:v>43339</c:v>
                </c:pt>
                <c:pt idx="2137">
                  <c:v>43340</c:v>
                </c:pt>
                <c:pt idx="2138">
                  <c:v>43341</c:v>
                </c:pt>
                <c:pt idx="2139">
                  <c:v>43342</c:v>
                </c:pt>
                <c:pt idx="2140">
                  <c:v>43343</c:v>
                </c:pt>
                <c:pt idx="2141">
                  <c:v>43346</c:v>
                </c:pt>
                <c:pt idx="2142">
                  <c:v>43347</c:v>
                </c:pt>
                <c:pt idx="2143">
                  <c:v>43348</c:v>
                </c:pt>
                <c:pt idx="2144">
                  <c:v>43349</c:v>
                </c:pt>
                <c:pt idx="2145">
                  <c:v>43350</c:v>
                </c:pt>
                <c:pt idx="2146">
                  <c:v>43353</c:v>
                </c:pt>
                <c:pt idx="2147">
                  <c:v>43354</c:v>
                </c:pt>
                <c:pt idx="2148">
                  <c:v>43355</c:v>
                </c:pt>
                <c:pt idx="2149">
                  <c:v>43356</c:v>
                </c:pt>
                <c:pt idx="2150">
                  <c:v>43357</c:v>
                </c:pt>
                <c:pt idx="2151">
                  <c:v>43360</c:v>
                </c:pt>
                <c:pt idx="2152">
                  <c:v>43361</c:v>
                </c:pt>
                <c:pt idx="2153">
                  <c:v>43362</c:v>
                </c:pt>
                <c:pt idx="2154">
                  <c:v>43363</c:v>
                </c:pt>
                <c:pt idx="2155">
                  <c:v>43364</c:v>
                </c:pt>
                <c:pt idx="2156">
                  <c:v>43370</c:v>
                </c:pt>
                <c:pt idx="2157">
                  <c:v>43371</c:v>
                </c:pt>
                <c:pt idx="2158">
                  <c:v>43374</c:v>
                </c:pt>
                <c:pt idx="2159">
                  <c:v>43375</c:v>
                </c:pt>
                <c:pt idx="2160">
                  <c:v>43377</c:v>
                </c:pt>
                <c:pt idx="2161">
                  <c:v>43378</c:v>
                </c:pt>
                <c:pt idx="2162">
                  <c:v>43381</c:v>
                </c:pt>
                <c:pt idx="2163">
                  <c:v>43383</c:v>
                </c:pt>
                <c:pt idx="2164">
                  <c:v>43384</c:v>
                </c:pt>
                <c:pt idx="2165">
                  <c:v>43385</c:v>
                </c:pt>
                <c:pt idx="2166">
                  <c:v>43388</c:v>
                </c:pt>
                <c:pt idx="2167">
                  <c:v>43389</c:v>
                </c:pt>
                <c:pt idx="2168">
                  <c:v>43390</c:v>
                </c:pt>
                <c:pt idx="2169">
                  <c:v>43391</c:v>
                </c:pt>
                <c:pt idx="2170">
                  <c:v>43392</c:v>
                </c:pt>
                <c:pt idx="2171">
                  <c:v>43395</c:v>
                </c:pt>
                <c:pt idx="2172">
                  <c:v>43396</c:v>
                </c:pt>
                <c:pt idx="2173">
                  <c:v>43397</c:v>
                </c:pt>
                <c:pt idx="2174">
                  <c:v>43398</c:v>
                </c:pt>
                <c:pt idx="2175">
                  <c:v>43399</c:v>
                </c:pt>
                <c:pt idx="2176">
                  <c:v>43402</c:v>
                </c:pt>
                <c:pt idx="2177">
                  <c:v>43403</c:v>
                </c:pt>
                <c:pt idx="2178">
                  <c:v>43404</c:v>
                </c:pt>
                <c:pt idx="2179">
                  <c:v>43405</c:v>
                </c:pt>
                <c:pt idx="2180">
                  <c:v>43406</c:v>
                </c:pt>
                <c:pt idx="2181">
                  <c:v>43409</c:v>
                </c:pt>
                <c:pt idx="2182">
                  <c:v>43410</c:v>
                </c:pt>
                <c:pt idx="2183">
                  <c:v>43411</c:v>
                </c:pt>
                <c:pt idx="2184">
                  <c:v>43412</c:v>
                </c:pt>
                <c:pt idx="2185">
                  <c:v>43413</c:v>
                </c:pt>
                <c:pt idx="2186">
                  <c:v>43416</c:v>
                </c:pt>
                <c:pt idx="2187">
                  <c:v>43417</c:v>
                </c:pt>
                <c:pt idx="2188">
                  <c:v>43418</c:v>
                </c:pt>
                <c:pt idx="2189">
                  <c:v>43419</c:v>
                </c:pt>
                <c:pt idx="2190">
                  <c:v>43420</c:v>
                </c:pt>
                <c:pt idx="2191">
                  <c:v>43423</c:v>
                </c:pt>
                <c:pt idx="2192">
                  <c:v>43424</c:v>
                </c:pt>
                <c:pt idx="2193">
                  <c:v>43425</c:v>
                </c:pt>
                <c:pt idx="2194">
                  <c:v>43426</c:v>
                </c:pt>
                <c:pt idx="2195">
                  <c:v>43427</c:v>
                </c:pt>
                <c:pt idx="2196">
                  <c:v>43430</c:v>
                </c:pt>
                <c:pt idx="2197">
                  <c:v>43431</c:v>
                </c:pt>
                <c:pt idx="2198">
                  <c:v>43432</c:v>
                </c:pt>
                <c:pt idx="2199">
                  <c:v>43433</c:v>
                </c:pt>
                <c:pt idx="2200">
                  <c:v>43434</c:v>
                </c:pt>
                <c:pt idx="2201">
                  <c:v>43437</c:v>
                </c:pt>
                <c:pt idx="2202">
                  <c:v>43438</c:v>
                </c:pt>
                <c:pt idx="2203">
                  <c:v>43439</c:v>
                </c:pt>
                <c:pt idx="2204">
                  <c:v>43440</c:v>
                </c:pt>
                <c:pt idx="2205">
                  <c:v>43441</c:v>
                </c:pt>
                <c:pt idx="2206">
                  <c:v>43444</c:v>
                </c:pt>
                <c:pt idx="2207">
                  <c:v>43445</c:v>
                </c:pt>
                <c:pt idx="2208">
                  <c:v>43446</c:v>
                </c:pt>
                <c:pt idx="2209">
                  <c:v>43447</c:v>
                </c:pt>
                <c:pt idx="2210">
                  <c:v>43448</c:v>
                </c:pt>
                <c:pt idx="2211">
                  <c:v>43451</c:v>
                </c:pt>
                <c:pt idx="2212">
                  <c:v>43452</c:v>
                </c:pt>
                <c:pt idx="2213">
                  <c:v>43453</c:v>
                </c:pt>
                <c:pt idx="2214">
                  <c:v>43454</c:v>
                </c:pt>
                <c:pt idx="2215">
                  <c:v>43455</c:v>
                </c:pt>
                <c:pt idx="2216">
                  <c:v>43458</c:v>
                </c:pt>
                <c:pt idx="2217">
                  <c:v>43460</c:v>
                </c:pt>
                <c:pt idx="2218">
                  <c:v>43461</c:v>
                </c:pt>
                <c:pt idx="2219">
                  <c:v>43462</c:v>
                </c:pt>
                <c:pt idx="2220">
                  <c:v>43467</c:v>
                </c:pt>
                <c:pt idx="2221">
                  <c:v>43468</c:v>
                </c:pt>
                <c:pt idx="2222">
                  <c:v>43469</c:v>
                </c:pt>
                <c:pt idx="2223">
                  <c:v>43472</c:v>
                </c:pt>
                <c:pt idx="2224">
                  <c:v>43473</c:v>
                </c:pt>
                <c:pt idx="2225">
                  <c:v>43474</c:v>
                </c:pt>
                <c:pt idx="2226">
                  <c:v>43475</c:v>
                </c:pt>
                <c:pt idx="2227">
                  <c:v>43476</c:v>
                </c:pt>
                <c:pt idx="2228">
                  <c:v>43479</c:v>
                </c:pt>
                <c:pt idx="2229">
                  <c:v>43480</c:v>
                </c:pt>
                <c:pt idx="2230">
                  <c:v>43481</c:v>
                </c:pt>
                <c:pt idx="2231">
                  <c:v>43482</c:v>
                </c:pt>
                <c:pt idx="2232">
                  <c:v>43483</c:v>
                </c:pt>
                <c:pt idx="2233">
                  <c:v>43486</c:v>
                </c:pt>
                <c:pt idx="2234">
                  <c:v>43487</c:v>
                </c:pt>
                <c:pt idx="2235">
                  <c:v>43488</c:v>
                </c:pt>
                <c:pt idx="2236">
                  <c:v>43489</c:v>
                </c:pt>
                <c:pt idx="2237">
                  <c:v>43490</c:v>
                </c:pt>
                <c:pt idx="2238">
                  <c:v>43493</c:v>
                </c:pt>
                <c:pt idx="2239">
                  <c:v>43494</c:v>
                </c:pt>
                <c:pt idx="2240">
                  <c:v>43495</c:v>
                </c:pt>
                <c:pt idx="2241">
                  <c:v>43496</c:v>
                </c:pt>
                <c:pt idx="2242">
                  <c:v>43497</c:v>
                </c:pt>
                <c:pt idx="2243">
                  <c:v>43503</c:v>
                </c:pt>
                <c:pt idx="2244">
                  <c:v>43504</c:v>
                </c:pt>
                <c:pt idx="2245">
                  <c:v>43507</c:v>
                </c:pt>
                <c:pt idx="2246">
                  <c:v>43508</c:v>
                </c:pt>
                <c:pt idx="2247">
                  <c:v>43509</c:v>
                </c:pt>
                <c:pt idx="2248">
                  <c:v>43510</c:v>
                </c:pt>
                <c:pt idx="2249">
                  <c:v>43511</c:v>
                </c:pt>
                <c:pt idx="2250">
                  <c:v>43514</c:v>
                </c:pt>
                <c:pt idx="2251">
                  <c:v>43515</c:v>
                </c:pt>
                <c:pt idx="2252">
                  <c:v>43516</c:v>
                </c:pt>
                <c:pt idx="2253">
                  <c:v>43517</c:v>
                </c:pt>
                <c:pt idx="2254">
                  <c:v>43518</c:v>
                </c:pt>
                <c:pt idx="2255">
                  <c:v>43521</c:v>
                </c:pt>
                <c:pt idx="2256">
                  <c:v>43522</c:v>
                </c:pt>
                <c:pt idx="2257">
                  <c:v>43523</c:v>
                </c:pt>
                <c:pt idx="2258">
                  <c:v>43524</c:v>
                </c:pt>
                <c:pt idx="2259">
                  <c:v>43528</c:v>
                </c:pt>
                <c:pt idx="2260">
                  <c:v>43529</c:v>
                </c:pt>
                <c:pt idx="2261">
                  <c:v>43530</c:v>
                </c:pt>
                <c:pt idx="2262">
                  <c:v>43531</c:v>
                </c:pt>
                <c:pt idx="2263">
                  <c:v>43532</c:v>
                </c:pt>
                <c:pt idx="2264">
                  <c:v>43535</c:v>
                </c:pt>
                <c:pt idx="2265">
                  <c:v>43536</c:v>
                </c:pt>
                <c:pt idx="2266">
                  <c:v>43537</c:v>
                </c:pt>
                <c:pt idx="2267">
                  <c:v>43538</c:v>
                </c:pt>
                <c:pt idx="2268">
                  <c:v>43539</c:v>
                </c:pt>
                <c:pt idx="2269">
                  <c:v>43542</c:v>
                </c:pt>
                <c:pt idx="2270">
                  <c:v>43543</c:v>
                </c:pt>
                <c:pt idx="2271">
                  <c:v>43544</c:v>
                </c:pt>
                <c:pt idx="2272">
                  <c:v>43545</c:v>
                </c:pt>
                <c:pt idx="2273">
                  <c:v>43546</c:v>
                </c:pt>
                <c:pt idx="2274">
                  <c:v>43549</c:v>
                </c:pt>
                <c:pt idx="2275">
                  <c:v>43550</c:v>
                </c:pt>
                <c:pt idx="2276">
                  <c:v>43551</c:v>
                </c:pt>
                <c:pt idx="2277">
                  <c:v>43552</c:v>
                </c:pt>
                <c:pt idx="2278">
                  <c:v>43553</c:v>
                </c:pt>
                <c:pt idx="2279">
                  <c:v>43556</c:v>
                </c:pt>
                <c:pt idx="2280">
                  <c:v>43557</c:v>
                </c:pt>
                <c:pt idx="2281">
                  <c:v>43558</c:v>
                </c:pt>
                <c:pt idx="2282">
                  <c:v>43559</c:v>
                </c:pt>
                <c:pt idx="2283">
                  <c:v>43560</c:v>
                </c:pt>
                <c:pt idx="2284">
                  <c:v>43563</c:v>
                </c:pt>
                <c:pt idx="2285">
                  <c:v>43564</c:v>
                </c:pt>
                <c:pt idx="2286">
                  <c:v>43565</c:v>
                </c:pt>
                <c:pt idx="2287">
                  <c:v>43566</c:v>
                </c:pt>
                <c:pt idx="2288">
                  <c:v>43567</c:v>
                </c:pt>
                <c:pt idx="2289">
                  <c:v>43570</c:v>
                </c:pt>
                <c:pt idx="2290">
                  <c:v>43571</c:v>
                </c:pt>
                <c:pt idx="2291">
                  <c:v>43572</c:v>
                </c:pt>
                <c:pt idx="2292">
                  <c:v>43573</c:v>
                </c:pt>
                <c:pt idx="2293">
                  <c:v>43574</c:v>
                </c:pt>
                <c:pt idx="2294">
                  <c:v>43577</c:v>
                </c:pt>
                <c:pt idx="2295">
                  <c:v>43578</c:v>
                </c:pt>
                <c:pt idx="2296">
                  <c:v>43579</c:v>
                </c:pt>
                <c:pt idx="2297">
                  <c:v>43580</c:v>
                </c:pt>
                <c:pt idx="2298">
                  <c:v>43581</c:v>
                </c:pt>
                <c:pt idx="2299">
                  <c:v>43584</c:v>
                </c:pt>
                <c:pt idx="2300">
                  <c:v>43585</c:v>
                </c:pt>
                <c:pt idx="2301">
                  <c:v>43587</c:v>
                </c:pt>
                <c:pt idx="2302">
                  <c:v>43588</c:v>
                </c:pt>
                <c:pt idx="2303">
                  <c:v>43592</c:v>
                </c:pt>
                <c:pt idx="2304">
                  <c:v>43593</c:v>
                </c:pt>
                <c:pt idx="2305">
                  <c:v>43594</c:v>
                </c:pt>
                <c:pt idx="2306">
                  <c:v>43595</c:v>
                </c:pt>
                <c:pt idx="2307">
                  <c:v>43598</c:v>
                </c:pt>
                <c:pt idx="2308">
                  <c:v>43599</c:v>
                </c:pt>
                <c:pt idx="2309">
                  <c:v>43600</c:v>
                </c:pt>
                <c:pt idx="2310">
                  <c:v>43601</c:v>
                </c:pt>
                <c:pt idx="2311">
                  <c:v>43602</c:v>
                </c:pt>
                <c:pt idx="2312">
                  <c:v>43605</c:v>
                </c:pt>
                <c:pt idx="2313">
                  <c:v>43606</c:v>
                </c:pt>
                <c:pt idx="2314">
                  <c:v>43607</c:v>
                </c:pt>
                <c:pt idx="2315">
                  <c:v>43608</c:v>
                </c:pt>
                <c:pt idx="2316">
                  <c:v>43609</c:v>
                </c:pt>
                <c:pt idx="2317">
                  <c:v>43612</c:v>
                </c:pt>
                <c:pt idx="2318">
                  <c:v>43613</c:v>
                </c:pt>
                <c:pt idx="2319">
                  <c:v>43614</c:v>
                </c:pt>
                <c:pt idx="2320">
                  <c:v>43615</c:v>
                </c:pt>
                <c:pt idx="2321">
                  <c:v>43616</c:v>
                </c:pt>
                <c:pt idx="2322">
                  <c:v>43619</c:v>
                </c:pt>
                <c:pt idx="2323">
                  <c:v>43620</c:v>
                </c:pt>
                <c:pt idx="2324">
                  <c:v>43621</c:v>
                </c:pt>
                <c:pt idx="2325">
                  <c:v>43623</c:v>
                </c:pt>
                <c:pt idx="2326">
                  <c:v>43626</c:v>
                </c:pt>
                <c:pt idx="2327">
                  <c:v>43627</c:v>
                </c:pt>
                <c:pt idx="2328">
                  <c:v>43628</c:v>
                </c:pt>
                <c:pt idx="2329">
                  <c:v>43629</c:v>
                </c:pt>
                <c:pt idx="2330">
                  <c:v>43630</c:v>
                </c:pt>
                <c:pt idx="2331">
                  <c:v>43633</c:v>
                </c:pt>
                <c:pt idx="2332">
                  <c:v>43634</c:v>
                </c:pt>
                <c:pt idx="2333">
                  <c:v>43635</c:v>
                </c:pt>
                <c:pt idx="2334">
                  <c:v>43636</c:v>
                </c:pt>
                <c:pt idx="2335">
                  <c:v>43637</c:v>
                </c:pt>
                <c:pt idx="2336">
                  <c:v>43640</c:v>
                </c:pt>
                <c:pt idx="2337">
                  <c:v>43641</c:v>
                </c:pt>
                <c:pt idx="2338">
                  <c:v>43642</c:v>
                </c:pt>
                <c:pt idx="2339">
                  <c:v>43643</c:v>
                </c:pt>
                <c:pt idx="2340">
                  <c:v>43644</c:v>
                </c:pt>
                <c:pt idx="2341">
                  <c:v>43647</c:v>
                </c:pt>
                <c:pt idx="2342">
                  <c:v>43648</c:v>
                </c:pt>
                <c:pt idx="2343">
                  <c:v>43649</c:v>
                </c:pt>
                <c:pt idx="2344">
                  <c:v>43650</c:v>
                </c:pt>
                <c:pt idx="2345">
                  <c:v>43651</c:v>
                </c:pt>
                <c:pt idx="2346">
                  <c:v>43654</c:v>
                </c:pt>
                <c:pt idx="2347">
                  <c:v>43655</c:v>
                </c:pt>
                <c:pt idx="2348">
                  <c:v>43656</c:v>
                </c:pt>
                <c:pt idx="2349">
                  <c:v>43657</c:v>
                </c:pt>
                <c:pt idx="2350">
                  <c:v>43658</c:v>
                </c:pt>
                <c:pt idx="2351">
                  <c:v>43661</c:v>
                </c:pt>
                <c:pt idx="2352">
                  <c:v>43662</c:v>
                </c:pt>
                <c:pt idx="2353">
                  <c:v>43663</c:v>
                </c:pt>
                <c:pt idx="2354">
                  <c:v>43664</c:v>
                </c:pt>
                <c:pt idx="2355">
                  <c:v>43665</c:v>
                </c:pt>
                <c:pt idx="2356">
                  <c:v>43668</c:v>
                </c:pt>
                <c:pt idx="2357">
                  <c:v>43669</c:v>
                </c:pt>
                <c:pt idx="2358">
                  <c:v>43670</c:v>
                </c:pt>
                <c:pt idx="2359">
                  <c:v>43671</c:v>
                </c:pt>
                <c:pt idx="2360">
                  <c:v>43672</c:v>
                </c:pt>
                <c:pt idx="2361">
                  <c:v>43675</c:v>
                </c:pt>
                <c:pt idx="2362">
                  <c:v>43676</c:v>
                </c:pt>
                <c:pt idx="2363">
                  <c:v>43677</c:v>
                </c:pt>
                <c:pt idx="2364">
                  <c:v>43678</c:v>
                </c:pt>
                <c:pt idx="2365">
                  <c:v>43679</c:v>
                </c:pt>
                <c:pt idx="2366">
                  <c:v>43682</c:v>
                </c:pt>
                <c:pt idx="2367">
                  <c:v>43683</c:v>
                </c:pt>
                <c:pt idx="2368">
                  <c:v>43684</c:v>
                </c:pt>
                <c:pt idx="2369">
                  <c:v>43685</c:v>
                </c:pt>
                <c:pt idx="2370">
                  <c:v>43686</c:v>
                </c:pt>
                <c:pt idx="2371">
                  <c:v>43689</c:v>
                </c:pt>
                <c:pt idx="2372">
                  <c:v>43690</c:v>
                </c:pt>
                <c:pt idx="2373">
                  <c:v>43691</c:v>
                </c:pt>
                <c:pt idx="2374">
                  <c:v>43693</c:v>
                </c:pt>
                <c:pt idx="2375">
                  <c:v>43696</c:v>
                </c:pt>
                <c:pt idx="2376">
                  <c:v>43697</c:v>
                </c:pt>
                <c:pt idx="2377">
                  <c:v>43698</c:v>
                </c:pt>
                <c:pt idx="2378">
                  <c:v>43699</c:v>
                </c:pt>
                <c:pt idx="2379">
                  <c:v>43700</c:v>
                </c:pt>
                <c:pt idx="2380">
                  <c:v>43703</c:v>
                </c:pt>
                <c:pt idx="2381">
                  <c:v>43704</c:v>
                </c:pt>
                <c:pt idx="2382">
                  <c:v>43705</c:v>
                </c:pt>
                <c:pt idx="2383">
                  <c:v>43706</c:v>
                </c:pt>
                <c:pt idx="2384">
                  <c:v>43707</c:v>
                </c:pt>
                <c:pt idx="2385">
                  <c:v>43710</c:v>
                </c:pt>
                <c:pt idx="2386">
                  <c:v>43711</c:v>
                </c:pt>
                <c:pt idx="2387">
                  <c:v>43712</c:v>
                </c:pt>
                <c:pt idx="2388">
                  <c:v>43713</c:v>
                </c:pt>
                <c:pt idx="2389">
                  <c:v>43714</c:v>
                </c:pt>
                <c:pt idx="2390">
                  <c:v>43717</c:v>
                </c:pt>
                <c:pt idx="2391">
                  <c:v>43718</c:v>
                </c:pt>
                <c:pt idx="2392">
                  <c:v>43719</c:v>
                </c:pt>
                <c:pt idx="2393">
                  <c:v>43724</c:v>
                </c:pt>
                <c:pt idx="2394">
                  <c:v>43725</c:v>
                </c:pt>
                <c:pt idx="2395">
                  <c:v>43726</c:v>
                </c:pt>
                <c:pt idx="2396">
                  <c:v>43727</c:v>
                </c:pt>
                <c:pt idx="2397">
                  <c:v>43728</c:v>
                </c:pt>
                <c:pt idx="2398">
                  <c:v>43731</c:v>
                </c:pt>
                <c:pt idx="2399">
                  <c:v>43732</c:v>
                </c:pt>
                <c:pt idx="2400">
                  <c:v>43733</c:v>
                </c:pt>
                <c:pt idx="2401">
                  <c:v>43734</c:v>
                </c:pt>
                <c:pt idx="2402">
                  <c:v>43735</c:v>
                </c:pt>
                <c:pt idx="2403">
                  <c:v>43738</c:v>
                </c:pt>
                <c:pt idx="2404">
                  <c:v>43739</c:v>
                </c:pt>
                <c:pt idx="2405">
                  <c:v>43740</c:v>
                </c:pt>
                <c:pt idx="2406">
                  <c:v>43742</c:v>
                </c:pt>
                <c:pt idx="2407">
                  <c:v>43745</c:v>
                </c:pt>
                <c:pt idx="2408">
                  <c:v>43746</c:v>
                </c:pt>
                <c:pt idx="2409">
                  <c:v>43748</c:v>
                </c:pt>
                <c:pt idx="2410">
                  <c:v>43749</c:v>
                </c:pt>
                <c:pt idx="2411">
                  <c:v>43752</c:v>
                </c:pt>
                <c:pt idx="2412">
                  <c:v>43753</c:v>
                </c:pt>
                <c:pt idx="2413">
                  <c:v>43754</c:v>
                </c:pt>
                <c:pt idx="2414">
                  <c:v>43755</c:v>
                </c:pt>
                <c:pt idx="2415">
                  <c:v>43756</c:v>
                </c:pt>
                <c:pt idx="2416">
                  <c:v>43759</c:v>
                </c:pt>
                <c:pt idx="2417">
                  <c:v>43760</c:v>
                </c:pt>
                <c:pt idx="2418">
                  <c:v>43761</c:v>
                </c:pt>
                <c:pt idx="2419">
                  <c:v>43762</c:v>
                </c:pt>
                <c:pt idx="2420">
                  <c:v>43763</c:v>
                </c:pt>
                <c:pt idx="2421">
                  <c:v>43766</c:v>
                </c:pt>
                <c:pt idx="2422">
                  <c:v>43767</c:v>
                </c:pt>
                <c:pt idx="2423">
                  <c:v>43768</c:v>
                </c:pt>
                <c:pt idx="2424">
                  <c:v>43769</c:v>
                </c:pt>
                <c:pt idx="2425">
                  <c:v>43770</c:v>
                </c:pt>
                <c:pt idx="2426">
                  <c:v>43773</c:v>
                </c:pt>
                <c:pt idx="2427">
                  <c:v>43774</c:v>
                </c:pt>
                <c:pt idx="2428">
                  <c:v>43775</c:v>
                </c:pt>
                <c:pt idx="2429">
                  <c:v>43776</c:v>
                </c:pt>
                <c:pt idx="2430">
                  <c:v>43777</c:v>
                </c:pt>
                <c:pt idx="2431">
                  <c:v>43780</c:v>
                </c:pt>
                <c:pt idx="2432">
                  <c:v>43781</c:v>
                </c:pt>
                <c:pt idx="2433">
                  <c:v>43782</c:v>
                </c:pt>
                <c:pt idx="2434">
                  <c:v>43783</c:v>
                </c:pt>
                <c:pt idx="2435">
                  <c:v>43784</c:v>
                </c:pt>
                <c:pt idx="2436">
                  <c:v>43787</c:v>
                </c:pt>
                <c:pt idx="2437">
                  <c:v>43788</c:v>
                </c:pt>
                <c:pt idx="2438">
                  <c:v>43789</c:v>
                </c:pt>
                <c:pt idx="2439">
                  <c:v>43790</c:v>
                </c:pt>
                <c:pt idx="2440">
                  <c:v>43791</c:v>
                </c:pt>
                <c:pt idx="2441">
                  <c:v>43794</c:v>
                </c:pt>
                <c:pt idx="2442">
                  <c:v>43795</c:v>
                </c:pt>
                <c:pt idx="2443">
                  <c:v>43796</c:v>
                </c:pt>
                <c:pt idx="2444">
                  <c:v>43797</c:v>
                </c:pt>
                <c:pt idx="2445">
                  <c:v>43798</c:v>
                </c:pt>
                <c:pt idx="2446">
                  <c:v>43801</c:v>
                </c:pt>
                <c:pt idx="2447">
                  <c:v>43802</c:v>
                </c:pt>
                <c:pt idx="2448">
                  <c:v>43803</c:v>
                </c:pt>
                <c:pt idx="2449">
                  <c:v>43804</c:v>
                </c:pt>
                <c:pt idx="2450">
                  <c:v>43805</c:v>
                </c:pt>
                <c:pt idx="2451">
                  <c:v>43808</c:v>
                </c:pt>
                <c:pt idx="2452">
                  <c:v>43809</c:v>
                </c:pt>
                <c:pt idx="2453">
                  <c:v>43810</c:v>
                </c:pt>
                <c:pt idx="2454">
                  <c:v>43811</c:v>
                </c:pt>
                <c:pt idx="2455">
                  <c:v>43812</c:v>
                </c:pt>
                <c:pt idx="2456">
                  <c:v>43815</c:v>
                </c:pt>
                <c:pt idx="2457">
                  <c:v>43816</c:v>
                </c:pt>
                <c:pt idx="2458">
                  <c:v>43817</c:v>
                </c:pt>
                <c:pt idx="2459">
                  <c:v>43818</c:v>
                </c:pt>
                <c:pt idx="2460">
                  <c:v>43819</c:v>
                </c:pt>
                <c:pt idx="2461">
                  <c:v>43822</c:v>
                </c:pt>
                <c:pt idx="2462">
                  <c:v>43823</c:v>
                </c:pt>
                <c:pt idx="2463">
                  <c:v>43825</c:v>
                </c:pt>
                <c:pt idx="2464">
                  <c:v>43826</c:v>
                </c:pt>
                <c:pt idx="2465">
                  <c:v>43829</c:v>
                </c:pt>
                <c:pt idx="2466">
                  <c:v>43832</c:v>
                </c:pt>
                <c:pt idx="2467">
                  <c:v>43833</c:v>
                </c:pt>
                <c:pt idx="2468">
                  <c:v>43836</c:v>
                </c:pt>
                <c:pt idx="2469">
                  <c:v>43837</c:v>
                </c:pt>
                <c:pt idx="2470">
                  <c:v>43838</c:v>
                </c:pt>
                <c:pt idx="2471">
                  <c:v>43839</c:v>
                </c:pt>
                <c:pt idx="2472">
                  <c:v>43840</c:v>
                </c:pt>
                <c:pt idx="2473">
                  <c:v>43843</c:v>
                </c:pt>
                <c:pt idx="2474">
                  <c:v>43844</c:v>
                </c:pt>
                <c:pt idx="2475">
                  <c:v>43845</c:v>
                </c:pt>
                <c:pt idx="2476">
                  <c:v>43846</c:v>
                </c:pt>
                <c:pt idx="2477">
                  <c:v>43847</c:v>
                </c:pt>
                <c:pt idx="2478">
                  <c:v>43850</c:v>
                </c:pt>
                <c:pt idx="2479">
                  <c:v>43851</c:v>
                </c:pt>
                <c:pt idx="2480">
                  <c:v>43852</c:v>
                </c:pt>
                <c:pt idx="2481">
                  <c:v>43853</c:v>
                </c:pt>
                <c:pt idx="2482">
                  <c:v>43858</c:v>
                </c:pt>
                <c:pt idx="2483">
                  <c:v>43859</c:v>
                </c:pt>
                <c:pt idx="2484">
                  <c:v>43860</c:v>
                </c:pt>
                <c:pt idx="2485">
                  <c:v>43861</c:v>
                </c:pt>
                <c:pt idx="2486">
                  <c:v>43864</c:v>
                </c:pt>
                <c:pt idx="2487">
                  <c:v>43865</c:v>
                </c:pt>
                <c:pt idx="2488">
                  <c:v>43866</c:v>
                </c:pt>
                <c:pt idx="2489">
                  <c:v>43867</c:v>
                </c:pt>
                <c:pt idx="2490">
                  <c:v>43868</c:v>
                </c:pt>
                <c:pt idx="2491">
                  <c:v>43871</c:v>
                </c:pt>
                <c:pt idx="2492">
                  <c:v>43872</c:v>
                </c:pt>
                <c:pt idx="2493">
                  <c:v>43873</c:v>
                </c:pt>
                <c:pt idx="2494">
                  <c:v>43874</c:v>
                </c:pt>
                <c:pt idx="2495">
                  <c:v>43875</c:v>
                </c:pt>
                <c:pt idx="2496">
                  <c:v>43878</c:v>
                </c:pt>
                <c:pt idx="2497">
                  <c:v>43879</c:v>
                </c:pt>
                <c:pt idx="2498">
                  <c:v>43880</c:v>
                </c:pt>
                <c:pt idx="2499">
                  <c:v>43881</c:v>
                </c:pt>
                <c:pt idx="2500">
                  <c:v>43882</c:v>
                </c:pt>
                <c:pt idx="2501">
                  <c:v>43885</c:v>
                </c:pt>
                <c:pt idx="2502">
                  <c:v>43886</c:v>
                </c:pt>
                <c:pt idx="2503">
                  <c:v>43887</c:v>
                </c:pt>
                <c:pt idx="2504">
                  <c:v>43888</c:v>
                </c:pt>
                <c:pt idx="2505">
                  <c:v>43889</c:v>
                </c:pt>
                <c:pt idx="2506">
                  <c:v>43892</c:v>
                </c:pt>
                <c:pt idx="2507">
                  <c:v>43893</c:v>
                </c:pt>
                <c:pt idx="2508">
                  <c:v>43894</c:v>
                </c:pt>
                <c:pt idx="2509">
                  <c:v>43895</c:v>
                </c:pt>
                <c:pt idx="2510">
                  <c:v>43896</c:v>
                </c:pt>
                <c:pt idx="2511">
                  <c:v>43899</c:v>
                </c:pt>
                <c:pt idx="2512">
                  <c:v>43900</c:v>
                </c:pt>
                <c:pt idx="2513">
                  <c:v>43901</c:v>
                </c:pt>
                <c:pt idx="2514">
                  <c:v>43902</c:v>
                </c:pt>
                <c:pt idx="2515">
                  <c:v>43903</c:v>
                </c:pt>
                <c:pt idx="2516">
                  <c:v>43906</c:v>
                </c:pt>
                <c:pt idx="2517">
                  <c:v>43907</c:v>
                </c:pt>
                <c:pt idx="2518">
                  <c:v>43908</c:v>
                </c:pt>
                <c:pt idx="2519">
                  <c:v>43909</c:v>
                </c:pt>
                <c:pt idx="2520">
                  <c:v>43910</c:v>
                </c:pt>
                <c:pt idx="2521">
                  <c:v>43913</c:v>
                </c:pt>
                <c:pt idx="2522">
                  <c:v>43914</c:v>
                </c:pt>
                <c:pt idx="2523">
                  <c:v>43915</c:v>
                </c:pt>
                <c:pt idx="2524">
                  <c:v>43916</c:v>
                </c:pt>
                <c:pt idx="2525">
                  <c:v>43917</c:v>
                </c:pt>
                <c:pt idx="2526">
                  <c:v>43920</c:v>
                </c:pt>
                <c:pt idx="2527">
                  <c:v>43921</c:v>
                </c:pt>
                <c:pt idx="2528">
                  <c:v>43922</c:v>
                </c:pt>
                <c:pt idx="2529">
                  <c:v>43923</c:v>
                </c:pt>
                <c:pt idx="2530">
                  <c:v>43924</c:v>
                </c:pt>
                <c:pt idx="2531">
                  <c:v>43927</c:v>
                </c:pt>
                <c:pt idx="2532">
                  <c:v>43928</c:v>
                </c:pt>
                <c:pt idx="2533">
                  <c:v>43929</c:v>
                </c:pt>
                <c:pt idx="2534">
                  <c:v>43930</c:v>
                </c:pt>
                <c:pt idx="2535">
                  <c:v>43931</c:v>
                </c:pt>
                <c:pt idx="2536">
                  <c:v>43934</c:v>
                </c:pt>
              </c:numCache>
            </c:numRef>
          </c:cat>
          <c:val>
            <c:numRef>
              <c:f>Sheet4!$AN$15:$AN$2551</c:f>
              <c:numCache>
                <c:formatCode>_(* #,##0_);_(* \(#,##0\);_(* "-"_);_(@_)</c:formatCode>
                <c:ptCount val="253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7.0128232782109992</c:v>
                </c:pt>
                <c:pt idx="20">
                  <c:v>6.4788297479435997</c:v>
                </c:pt>
                <c:pt idx="21">
                  <c:v>6.4788297479435997</c:v>
                </c:pt>
                <c:pt idx="22">
                  <c:v>6.8745911255099994</c:v>
                </c:pt>
                <c:pt idx="23">
                  <c:v>6.8745911255099994</c:v>
                </c:pt>
                <c:pt idx="24">
                  <c:v>6.9594506836357777</c:v>
                </c:pt>
                <c:pt idx="25">
                  <c:v>6.9594506836357777</c:v>
                </c:pt>
                <c:pt idx="26">
                  <c:v>7.9503898762740004</c:v>
                </c:pt>
                <c:pt idx="27">
                  <c:v>7.9503898762740004</c:v>
                </c:pt>
                <c:pt idx="28">
                  <c:v>8.8606046289459997</c:v>
                </c:pt>
                <c:pt idx="29">
                  <c:v>8.8294205304864999</c:v>
                </c:pt>
                <c:pt idx="30">
                  <c:v>8.7597900908809994</c:v>
                </c:pt>
                <c:pt idx="31">
                  <c:v>9.6041555646544428</c:v>
                </c:pt>
                <c:pt idx="32">
                  <c:v>10.411968234457248</c:v>
                </c:pt>
                <c:pt idx="33">
                  <c:v>11.053159276208858</c:v>
                </c:pt>
                <c:pt idx="34">
                  <c:v>15.257981869690751</c:v>
                </c:pt>
                <c:pt idx="35">
                  <c:v>13.749312745293112</c:v>
                </c:pt>
                <c:pt idx="36">
                  <c:v>13.749312745293112</c:v>
                </c:pt>
                <c:pt idx="37">
                  <c:v>13.749312745293112</c:v>
                </c:pt>
                <c:pt idx="38">
                  <c:v>13.301159197858002</c:v>
                </c:pt>
                <c:pt idx="39">
                  <c:v>15.151081865773801</c:v>
                </c:pt>
                <c:pt idx="40">
                  <c:v>15.901322003074602</c:v>
                </c:pt>
                <c:pt idx="41">
                  <c:v>15.901322003074602</c:v>
                </c:pt>
                <c:pt idx="42">
                  <c:v>16.891105100370002</c:v>
                </c:pt>
                <c:pt idx="43">
                  <c:v>18.612371472468002</c:v>
                </c:pt>
                <c:pt idx="44">
                  <c:v>17.132654346135002</c:v>
                </c:pt>
                <c:pt idx="45">
                  <c:v>17.132654346135002</c:v>
                </c:pt>
                <c:pt idx="46">
                  <c:v>17.551328029525454</c:v>
                </c:pt>
                <c:pt idx="47">
                  <c:v>16.527038978245333</c:v>
                </c:pt>
                <c:pt idx="48">
                  <c:v>16.444856325648001</c:v>
                </c:pt>
                <c:pt idx="49">
                  <c:v>16.444856325648001</c:v>
                </c:pt>
                <c:pt idx="50">
                  <c:v>20.084272280622908</c:v>
                </c:pt>
                <c:pt idx="51">
                  <c:v>20.456791573200999</c:v>
                </c:pt>
                <c:pt idx="52">
                  <c:v>19.79022403093418</c:v>
                </c:pt>
                <c:pt idx="53">
                  <c:v>19.79022403093418</c:v>
                </c:pt>
                <c:pt idx="54">
                  <c:v>17.009666751555272</c:v>
                </c:pt>
                <c:pt idx="55">
                  <c:v>18.542637451699598</c:v>
                </c:pt>
                <c:pt idx="56">
                  <c:v>17.709270926365999</c:v>
                </c:pt>
                <c:pt idx="57">
                  <c:v>17.154038921527334</c:v>
                </c:pt>
                <c:pt idx="58">
                  <c:v>17.956174248211997</c:v>
                </c:pt>
                <c:pt idx="59">
                  <c:v>16.070855356141454</c:v>
                </c:pt>
                <c:pt idx="60">
                  <c:v>16.731248493446799</c:v>
                </c:pt>
                <c:pt idx="61">
                  <c:v>19.524136614557452</c:v>
                </c:pt>
                <c:pt idx="62">
                  <c:v>18.868192132111457</c:v>
                </c:pt>
                <c:pt idx="63">
                  <c:v>16.516987096604364</c:v>
                </c:pt>
                <c:pt idx="64">
                  <c:v>16.465488780964002</c:v>
                </c:pt>
                <c:pt idx="65">
                  <c:v>16.465488780964002</c:v>
                </c:pt>
                <c:pt idx="66">
                  <c:v>16.105926432476668</c:v>
                </c:pt>
                <c:pt idx="67">
                  <c:v>17.091932525050549</c:v>
                </c:pt>
                <c:pt idx="68">
                  <c:v>17.091932525050549</c:v>
                </c:pt>
                <c:pt idx="69">
                  <c:v>15.788441408157004</c:v>
                </c:pt>
                <c:pt idx="70">
                  <c:v>16.707229106063505</c:v>
                </c:pt>
                <c:pt idx="71">
                  <c:v>16.802232988482004</c:v>
                </c:pt>
                <c:pt idx="72">
                  <c:v>17.108706686833333</c:v>
                </c:pt>
                <c:pt idx="73">
                  <c:v>17.108706686833333</c:v>
                </c:pt>
                <c:pt idx="74">
                  <c:v>18.025624053658333</c:v>
                </c:pt>
                <c:pt idx="75">
                  <c:v>21.995889657176306</c:v>
                </c:pt>
                <c:pt idx="76">
                  <c:v>23.047579989188495</c:v>
                </c:pt>
                <c:pt idx="77">
                  <c:v>24.138588454723639</c:v>
                </c:pt>
                <c:pt idx="78">
                  <c:v>25.515211865596669</c:v>
                </c:pt>
                <c:pt idx="79">
                  <c:v>26.829151302083634</c:v>
                </c:pt>
                <c:pt idx="80">
                  <c:v>26.829151302083634</c:v>
                </c:pt>
                <c:pt idx="81">
                  <c:v>24.766764649725598</c:v>
                </c:pt>
                <c:pt idx="82">
                  <c:v>26.630921163967194</c:v>
                </c:pt>
                <c:pt idx="83">
                  <c:v>28.483047981866889</c:v>
                </c:pt>
                <c:pt idx="84">
                  <c:v>32.007268419046753</c:v>
                </c:pt>
                <c:pt idx="85">
                  <c:v>32.007268419046753</c:v>
                </c:pt>
                <c:pt idx="86">
                  <c:v>34.843915250465429</c:v>
                </c:pt>
                <c:pt idx="87">
                  <c:v>39.804041189065757</c:v>
                </c:pt>
                <c:pt idx="88">
                  <c:v>39.804041189065757</c:v>
                </c:pt>
                <c:pt idx="89">
                  <c:v>45.283184341456867</c:v>
                </c:pt>
                <c:pt idx="90">
                  <c:v>48.441093514599139</c:v>
                </c:pt>
                <c:pt idx="91">
                  <c:v>46.67636514631743</c:v>
                </c:pt>
                <c:pt idx="92">
                  <c:v>46.67636514631743</c:v>
                </c:pt>
                <c:pt idx="93">
                  <c:v>46.67636514631743</c:v>
                </c:pt>
                <c:pt idx="94">
                  <c:v>50.270989611904334</c:v>
                </c:pt>
                <c:pt idx="95">
                  <c:v>46.397372154406796</c:v>
                </c:pt>
                <c:pt idx="96">
                  <c:v>43.653294720704672</c:v>
                </c:pt>
                <c:pt idx="97">
                  <c:v>43.653294720704672</c:v>
                </c:pt>
                <c:pt idx="98">
                  <c:v>43.115819143386339</c:v>
                </c:pt>
                <c:pt idx="99">
                  <c:v>47.009520590429716</c:v>
                </c:pt>
                <c:pt idx="100">
                  <c:v>47.346991798436008</c:v>
                </c:pt>
                <c:pt idx="101">
                  <c:v>47.750662283562228</c:v>
                </c:pt>
                <c:pt idx="102">
                  <c:v>49.540128712454504</c:v>
                </c:pt>
                <c:pt idx="103">
                  <c:v>55.236087473607562</c:v>
                </c:pt>
                <c:pt idx="104">
                  <c:v>50.705375335600408</c:v>
                </c:pt>
                <c:pt idx="105">
                  <c:v>50.705375335600408</c:v>
                </c:pt>
                <c:pt idx="106">
                  <c:v>49.439684809203094</c:v>
                </c:pt>
                <c:pt idx="107">
                  <c:v>46.931161014196597</c:v>
                </c:pt>
                <c:pt idx="108">
                  <c:v>43.616070340703814</c:v>
                </c:pt>
                <c:pt idx="109">
                  <c:v>46.578600962138829</c:v>
                </c:pt>
                <c:pt idx="110">
                  <c:v>44.278383678801674</c:v>
                </c:pt>
                <c:pt idx="111">
                  <c:v>47.795583922371634</c:v>
                </c:pt>
                <c:pt idx="112">
                  <c:v>47.431133176312329</c:v>
                </c:pt>
                <c:pt idx="113">
                  <c:v>43.968106586532151</c:v>
                </c:pt>
                <c:pt idx="114">
                  <c:v>41.317454993969001</c:v>
                </c:pt>
                <c:pt idx="115">
                  <c:v>44.334096868151065</c:v>
                </c:pt>
                <c:pt idx="116">
                  <c:v>45.362753247862294</c:v>
                </c:pt>
                <c:pt idx="117">
                  <c:v>45.362753247862294</c:v>
                </c:pt>
                <c:pt idx="118">
                  <c:v>45.473227177127853</c:v>
                </c:pt>
                <c:pt idx="119">
                  <c:v>43.557957785161527</c:v>
                </c:pt>
                <c:pt idx="120">
                  <c:v>43.045346746051671</c:v>
                </c:pt>
                <c:pt idx="121">
                  <c:v>42.32401225345891</c:v>
                </c:pt>
                <c:pt idx="122">
                  <c:v>42.32401225345891</c:v>
                </c:pt>
                <c:pt idx="123">
                  <c:v>36.476037722521603</c:v>
                </c:pt>
                <c:pt idx="124">
                  <c:v>39.425712347964442</c:v>
                </c:pt>
                <c:pt idx="125">
                  <c:v>36.438352094640997</c:v>
                </c:pt>
                <c:pt idx="126">
                  <c:v>36.236622461082803</c:v>
                </c:pt>
                <c:pt idx="127">
                  <c:v>36.236622461082803</c:v>
                </c:pt>
                <c:pt idx="128">
                  <c:v>42.331461095484201</c:v>
                </c:pt>
                <c:pt idx="129">
                  <c:v>42.143762319882605</c:v>
                </c:pt>
                <c:pt idx="130">
                  <c:v>39.989473438395805</c:v>
                </c:pt>
                <c:pt idx="131">
                  <c:v>36.837114634530728</c:v>
                </c:pt>
                <c:pt idx="132">
                  <c:v>38.496399396904543</c:v>
                </c:pt>
                <c:pt idx="133">
                  <c:v>42.104860585677997</c:v>
                </c:pt>
                <c:pt idx="134">
                  <c:v>46.02106906290355</c:v>
                </c:pt>
                <c:pt idx="135">
                  <c:v>40.952817307428994</c:v>
                </c:pt>
                <c:pt idx="136">
                  <c:v>37.614719682997332</c:v>
                </c:pt>
                <c:pt idx="137">
                  <c:v>38.194816803405601</c:v>
                </c:pt>
                <c:pt idx="138">
                  <c:v>38.107590789227558</c:v>
                </c:pt>
                <c:pt idx="139">
                  <c:v>41.116751127015803</c:v>
                </c:pt>
                <c:pt idx="140">
                  <c:v>39.955202962410731</c:v>
                </c:pt>
                <c:pt idx="141">
                  <c:v>36.74325545815767</c:v>
                </c:pt>
                <c:pt idx="142">
                  <c:v>34.907701457887995</c:v>
                </c:pt>
                <c:pt idx="143">
                  <c:v>34.907701457887995</c:v>
                </c:pt>
                <c:pt idx="144">
                  <c:v>34.907701457887995</c:v>
                </c:pt>
                <c:pt idx="145">
                  <c:v>39.051579930011847</c:v>
                </c:pt>
                <c:pt idx="146">
                  <c:v>38.257775287392775</c:v>
                </c:pt>
                <c:pt idx="147">
                  <c:v>38.257775287392775</c:v>
                </c:pt>
                <c:pt idx="148">
                  <c:v>35.494794065526328</c:v>
                </c:pt>
                <c:pt idx="149">
                  <c:v>31.695279885855271</c:v>
                </c:pt>
                <c:pt idx="150">
                  <c:v>30.687941343271277</c:v>
                </c:pt>
                <c:pt idx="151">
                  <c:v>33.225382818010402</c:v>
                </c:pt>
                <c:pt idx="152">
                  <c:v>30.064391202703558</c:v>
                </c:pt>
                <c:pt idx="153">
                  <c:v>30.064391202703558</c:v>
                </c:pt>
                <c:pt idx="154">
                  <c:v>33.9536733846044</c:v>
                </c:pt>
                <c:pt idx="155">
                  <c:v>33.9536733846044</c:v>
                </c:pt>
                <c:pt idx="156">
                  <c:v>36.176022475798803</c:v>
                </c:pt>
                <c:pt idx="157">
                  <c:v>33.979349132047602</c:v>
                </c:pt>
                <c:pt idx="158">
                  <c:v>37.178008488690551</c:v>
                </c:pt>
                <c:pt idx="159">
                  <c:v>34.075889920848603</c:v>
                </c:pt>
                <c:pt idx="160">
                  <c:v>34.713241988014005</c:v>
                </c:pt>
                <c:pt idx="161">
                  <c:v>38.875918122594001</c:v>
                </c:pt>
                <c:pt idx="162">
                  <c:v>42.589470218014284</c:v>
                </c:pt>
                <c:pt idx="163">
                  <c:v>42.589470218014284</c:v>
                </c:pt>
                <c:pt idx="164">
                  <c:v>37.672346092507496</c:v>
                </c:pt>
                <c:pt idx="165">
                  <c:v>42.336211015939497</c:v>
                </c:pt>
                <c:pt idx="166">
                  <c:v>44.891952181702287</c:v>
                </c:pt>
                <c:pt idx="167">
                  <c:v>47.198628346737003</c:v>
                </c:pt>
                <c:pt idx="168">
                  <c:v>45.29935699438667</c:v>
                </c:pt>
                <c:pt idx="169">
                  <c:v>41.665815817178398</c:v>
                </c:pt>
                <c:pt idx="170">
                  <c:v>44.150592292586197</c:v>
                </c:pt>
                <c:pt idx="171">
                  <c:v>44.150592292586197</c:v>
                </c:pt>
                <c:pt idx="172">
                  <c:v>44.150592292586197</c:v>
                </c:pt>
                <c:pt idx="173">
                  <c:v>41.491726131577266</c:v>
                </c:pt>
                <c:pt idx="174">
                  <c:v>40.80176047455182</c:v>
                </c:pt>
                <c:pt idx="175">
                  <c:v>42.400664439341163</c:v>
                </c:pt>
                <c:pt idx="176">
                  <c:v>43.243140333873271</c:v>
                </c:pt>
                <c:pt idx="177">
                  <c:v>43.869320906881271</c:v>
                </c:pt>
                <c:pt idx="178">
                  <c:v>41.339792792057395</c:v>
                </c:pt>
                <c:pt idx="179">
                  <c:v>42.442981951883446</c:v>
                </c:pt>
                <c:pt idx="180">
                  <c:v>40.160369774344993</c:v>
                </c:pt>
                <c:pt idx="181">
                  <c:v>39.780401218819378</c:v>
                </c:pt>
                <c:pt idx="182">
                  <c:v>39.58759477167856</c:v>
                </c:pt>
                <c:pt idx="183">
                  <c:v>39.58759477167856</c:v>
                </c:pt>
                <c:pt idx="184">
                  <c:v>42.145988451721415</c:v>
                </c:pt>
                <c:pt idx="185">
                  <c:v>36.057144547423427</c:v>
                </c:pt>
                <c:pt idx="186">
                  <c:v>34.471444568374935</c:v>
                </c:pt>
                <c:pt idx="187">
                  <c:v>31.029699757189736</c:v>
                </c:pt>
                <c:pt idx="188">
                  <c:v>29.364893223158937</c:v>
                </c:pt>
                <c:pt idx="189">
                  <c:v>34.154625654585601</c:v>
                </c:pt>
                <c:pt idx="190">
                  <c:v>33.565577390888144</c:v>
                </c:pt>
                <c:pt idx="191">
                  <c:v>33.565577390888144</c:v>
                </c:pt>
                <c:pt idx="192">
                  <c:v>33.565577390888144</c:v>
                </c:pt>
                <c:pt idx="193">
                  <c:v>35.001155303918921</c:v>
                </c:pt>
                <c:pt idx="194">
                  <c:v>31.482364142594918</c:v>
                </c:pt>
                <c:pt idx="195">
                  <c:v>33.213513976657381</c:v>
                </c:pt>
                <c:pt idx="196">
                  <c:v>31.416371710195993</c:v>
                </c:pt>
                <c:pt idx="197">
                  <c:v>31.653250783852915</c:v>
                </c:pt>
                <c:pt idx="198">
                  <c:v>31.653250783852915</c:v>
                </c:pt>
                <c:pt idx="199">
                  <c:v>30.84494255545415</c:v>
                </c:pt>
                <c:pt idx="200">
                  <c:v>31.160104526504611</c:v>
                </c:pt>
                <c:pt idx="201">
                  <c:v>34.944145745394458</c:v>
                </c:pt>
                <c:pt idx="202">
                  <c:v>36.626816689931069</c:v>
                </c:pt>
                <c:pt idx="203">
                  <c:v>34.410327960148706</c:v>
                </c:pt>
                <c:pt idx="204">
                  <c:v>34.051892515963225</c:v>
                </c:pt>
                <c:pt idx="205">
                  <c:v>35.59874733565816</c:v>
                </c:pt>
                <c:pt idx="206">
                  <c:v>37.719393015109269</c:v>
                </c:pt>
                <c:pt idx="207">
                  <c:v>46.721115440343276</c:v>
                </c:pt>
                <c:pt idx="208">
                  <c:v>47.433709105081626</c:v>
                </c:pt>
                <c:pt idx="209">
                  <c:v>44.77673173974437</c:v>
                </c:pt>
                <c:pt idx="210">
                  <c:v>43.382744254559007</c:v>
                </c:pt>
                <c:pt idx="211">
                  <c:v>40.231662889574473</c:v>
                </c:pt>
                <c:pt idx="212">
                  <c:v>38.228063841644868</c:v>
                </c:pt>
                <c:pt idx="213">
                  <c:v>36.246672343228539</c:v>
                </c:pt>
                <c:pt idx="214">
                  <c:v>40.144038209296134</c:v>
                </c:pt>
                <c:pt idx="215">
                  <c:v>37.119072660329003</c:v>
                </c:pt>
                <c:pt idx="216">
                  <c:v>37.995293588584858</c:v>
                </c:pt>
                <c:pt idx="217">
                  <c:v>36.877764285315202</c:v>
                </c:pt>
                <c:pt idx="218">
                  <c:v>36.877764285315202</c:v>
                </c:pt>
                <c:pt idx="219">
                  <c:v>36.442828407054854</c:v>
                </c:pt>
                <c:pt idx="220">
                  <c:v>42.163478706805286</c:v>
                </c:pt>
                <c:pt idx="221">
                  <c:v>39.586885188145992</c:v>
                </c:pt>
                <c:pt idx="222">
                  <c:v>37.13010784346114</c:v>
                </c:pt>
                <c:pt idx="223">
                  <c:v>39.55581041042138</c:v>
                </c:pt>
                <c:pt idx="224">
                  <c:v>37.183498076698427</c:v>
                </c:pt>
                <c:pt idx="225">
                  <c:v>34.832096702001735</c:v>
                </c:pt>
                <c:pt idx="226">
                  <c:v>34.832096702001735</c:v>
                </c:pt>
                <c:pt idx="227">
                  <c:v>29.410236751303575</c:v>
                </c:pt>
                <c:pt idx="228">
                  <c:v>29.790671494031006</c:v>
                </c:pt>
                <c:pt idx="229">
                  <c:v>31.868905270585572</c:v>
                </c:pt>
                <c:pt idx="230">
                  <c:v>35.68211665025057</c:v>
                </c:pt>
                <c:pt idx="231">
                  <c:v>38.444863848581996</c:v>
                </c:pt>
                <c:pt idx="232">
                  <c:v>40.465139820122154</c:v>
                </c:pt>
                <c:pt idx="233">
                  <c:v>42.190407221233848</c:v>
                </c:pt>
                <c:pt idx="234">
                  <c:v>39.532625015650503</c:v>
                </c:pt>
                <c:pt idx="235">
                  <c:v>45.086525791953697</c:v>
                </c:pt>
                <c:pt idx="236">
                  <c:v>47.150351671134835</c:v>
                </c:pt>
                <c:pt idx="237">
                  <c:v>48.381621710396495</c:v>
                </c:pt>
                <c:pt idx="238">
                  <c:v>47.836600994182611</c:v>
                </c:pt>
                <c:pt idx="239">
                  <c:v>45.74975470104328</c:v>
                </c:pt>
                <c:pt idx="240">
                  <c:v>41.635286167155535</c:v>
                </c:pt>
                <c:pt idx="241">
                  <c:v>42.828329557690772</c:v>
                </c:pt>
                <c:pt idx="242">
                  <c:v>44.350611153145337</c:v>
                </c:pt>
                <c:pt idx="243">
                  <c:v>44.267396063516308</c:v>
                </c:pt>
                <c:pt idx="244">
                  <c:v>44.311118137095534</c:v>
                </c:pt>
                <c:pt idx="245">
                  <c:v>44.21230150271154</c:v>
                </c:pt>
                <c:pt idx="246">
                  <c:v>44.21230150271154</c:v>
                </c:pt>
                <c:pt idx="247">
                  <c:v>44.21230150271154</c:v>
                </c:pt>
                <c:pt idx="248">
                  <c:v>45.931623229164771</c:v>
                </c:pt>
                <c:pt idx="249">
                  <c:v>42.316258079880612</c:v>
                </c:pt>
                <c:pt idx="250">
                  <c:v>37.447092459854922</c:v>
                </c:pt>
                <c:pt idx="251">
                  <c:v>39.32329292791939</c:v>
                </c:pt>
                <c:pt idx="252">
                  <c:v>40.003235373704577</c:v>
                </c:pt>
                <c:pt idx="253">
                  <c:v>40.700740588616313</c:v>
                </c:pt>
                <c:pt idx="254">
                  <c:v>40.700740588616313</c:v>
                </c:pt>
                <c:pt idx="255">
                  <c:v>33.858810530922149</c:v>
                </c:pt>
                <c:pt idx="256">
                  <c:v>33.858810530922149</c:v>
                </c:pt>
                <c:pt idx="257">
                  <c:v>33.411793475866617</c:v>
                </c:pt>
                <c:pt idx="258">
                  <c:v>32.46982391218846</c:v>
                </c:pt>
                <c:pt idx="259">
                  <c:v>33.62391316401817</c:v>
                </c:pt>
                <c:pt idx="260">
                  <c:v>36.595336023716463</c:v>
                </c:pt>
                <c:pt idx="261">
                  <c:v>34.324066591208826</c:v>
                </c:pt>
                <c:pt idx="262">
                  <c:v>34.324066591208826</c:v>
                </c:pt>
                <c:pt idx="263">
                  <c:v>36.809310599790173</c:v>
                </c:pt>
                <c:pt idx="264">
                  <c:v>39.527263863877458</c:v>
                </c:pt>
                <c:pt idx="265">
                  <c:v>43.417204129339602</c:v>
                </c:pt>
                <c:pt idx="266">
                  <c:v>44.054734987187459</c:v>
                </c:pt>
                <c:pt idx="267">
                  <c:v>42.030625524046833</c:v>
                </c:pt>
                <c:pt idx="268">
                  <c:v>47.611329740106839</c:v>
                </c:pt>
                <c:pt idx="269">
                  <c:v>45.760603727916838</c:v>
                </c:pt>
                <c:pt idx="270">
                  <c:v>48.272050596591455</c:v>
                </c:pt>
                <c:pt idx="271">
                  <c:v>46.550480319126798</c:v>
                </c:pt>
                <c:pt idx="272">
                  <c:v>42.630534430974798</c:v>
                </c:pt>
                <c:pt idx="273">
                  <c:v>42.667324225285817</c:v>
                </c:pt>
                <c:pt idx="274">
                  <c:v>42.667324225285817</c:v>
                </c:pt>
                <c:pt idx="275">
                  <c:v>44.655232212057598</c:v>
                </c:pt>
                <c:pt idx="276">
                  <c:v>44.655232212057598</c:v>
                </c:pt>
                <c:pt idx="277">
                  <c:v>46.261772147290891</c:v>
                </c:pt>
                <c:pt idx="278">
                  <c:v>64.017866188952226</c:v>
                </c:pt>
                <c:pt idx="279">
                  <c:v>64.017866188952226</c:v>
                </c:pt>
                <c:pt idx="280">
                  <c:v>62.988548170059246</c:v>
                </c:pt>
                <c:pt idx="281">
                  <c:v>62.988548170059246</c:v>
                </c:pt>
                <c:pt idx="282">
                  <c:v>73.688765341374889</c:v>
                </c:pt>
                <c:pt idx="283">
                  <c:v>73.76339312267875</c:v>
                </c:pt>
                <c:pt idx="284">
                  <c:v>73.76339312267875</c:v>
                </c:pt>
                <c:pt idx="285">
                  <c:v>73.76339312267875</c:v>
                </c:pt>
                <c:pt idx="286">
                  <c:v>77.096728773680567</c:v>
                </c:pt>
                <c:pt idx="287">
                  <c:v>82.952533351458854</c:v>
                </c:pt>
                <c:pt idx="288">
                  <c:v>78.841732591362003</c:v>
                </c:pt>
                <c:pt idx="289">
                  <c:v>92.316080217677595</c:v>
                </c:pt>
                <c:pt idx="290">
                  <c:v>113.59280873444366</c:v>
                </c:pt>
                <c:pt idx="291">
                  <c:v>126.34524558033171</c:v>
                </c:pt>
                <c:pt idx="292">
                  <c:v>145.79561512915498</c:v>
                </c:pt>
                <c:pt idx="293">
                  <c:v>150.750975975513</c:v>
                </c:pt>
                <c:pt idx="294">
                  <c:v>131.86472572023686</c:v>
                </c:pt>
                <c:pt idx="295">
                  <c:v>131.86472572023686</c:v>
                </c:pt>
                <c:pt idx="296">
                  <c:v>131.86472572023686</c:v>
                </c:pt>
                <c:pt idx="297">
                  <c:v>134.87866734096974</c:v>
                </c:pt>
                <c:pt idx="298">
                  <c:v>127.16767775442942</c:v>
                </c:pt>
                <c:pt idx="299">
                  <c:v>139.27741746561074</c:v>
                </c:pt>
                <c:pt idx="300">
                  <c:v>125.6429646819491</c:v>
                </c:pt>
                <c:pt idx="301">
                  <c:v>124.8636623923542</c:v>
                </c:pt>
                <c:pt idx="302">
                  <c:v>120.2692385079112</c:v>
                </c:pt>
                <c:pt idx="303">
                  <c:v>114.07005071588436</c:v>
                </c:pt>
                <c:pt idx="304">
                  <c:v>114.07005071588436</c:v>
                </c:pt>
                <c:pt idx="305">
                  <c:v>116.32250171039884</c:v>
                </c:pt>
                <c:pt idx="306">
                  <c:v>116.33983238181401</c:v>
                </c:pt>
                <c:pt idx="307">
                  <c:v>113.13607815922154</c:v>
                </c:pt>
                <c:pt idx="308">
                  <c:v>111.18521485675915</c:v>
                </c:pt>
                <c:pt idx="309">
                  <c:v>111.48456910450935</c:v>
                </c:pt>
                <c:pt idx="310">
                  <c:v>101.64609569877534</c:v>
                </c:pt>
                <c:pt idx="311">
                  <c:v>92.959197974100405</c:v>
                </c:pt>
                <c:pt idx="312">
                  <c:v>92.959197974100405</c:v>
                </c:pt>
                <c:pt idx="313">
                  <c:v>93.374924332615592</c:v>
                </c:pt>
                <c:pt idx="314">
                  <c:v>98.719760057189561</c:v>
                </c:pt>
                <c:pt idx="315">
                  <c:v>98.719760057189561</c:v>
                </c:pt>
                <c:pt idx="316">
                  <c:v>93.66258876093238</c:v>
                </c:pt>
                <c:pt idx="317">
                  <c:v>89.211612337706143</c:v>
                </c:pt>
                <c:pt idx="318">
                  <c:v>89.211612337706143</c:v>
                </c:pt>
                <c:pt idx="319">
                  <c:v>86.248390913561153</c:v>
                </c:pt>
                <c:pt idx="320">
                  <c:v>92.109809580933714</c:v>
                </c:pt>
                <c:pt idx="321">
                  <c:v>90.129799411313215</c:v>
                </c:pt>
                <c:pt idx="322">
                  <c:v>88.195094039966818</c:v>
                </c:pt>
                <c:pt idx="323">
                  <c:v>91.478450516725985</c:v>
                </c:pt>
                <c:pt idx="324">
                  <c:v>107.40270617258564</c:v>
                </c:pt>
                <c:pt idx="325">
                  <c:v>109.28114818237816</c:v>
                </c:pt>
                <c:pt idx="326">
                  <c:v>108.62054343179472</c:v>
                </c:pt>
                <c:pt idx="327">
                  <c:v>113.68007530727199</c:v>
                </c:pt>
                <c:pt idx="328">
                  <c:v>116.46568364552441</c:v>
                </c:pt>
                <c:pt idx="329">
                  <c:v>107.678949572028</c:v>
                </c:pt>
                <c:pt idx="330">
                  <c:v>100.67112958119239</c:v>
                </c:pt>
                <c:pt idx="331">
                  <c:v>103.79498833626533</c:v>
                </c:pt>
                <c:pt idx="332">
                  <c:v>113.62597203924119</c:v>
                </c:pt>
                <c:pt idx="333">
                  <c:v>117.47293752979333</c:v>
                </c:pt>
                <c:pt idx="334">
                  <c:v>117.47293752979333</c:v>
                </c:pt>
                <c:pt idx="335">
                  <c:v>117.47293752979333</c:v>
                </c:pt>
                <c:pt idx="336">
                  <c:v>129.299280894351</c:v>
                </c:pt>
                <c:pt idx="337">
                  <c:v>133.39438565420889</c:v>
                </c:pt>
                <c:pt idx="338">
                  <c:v>133.39438565420889</c:v>
                </c:pt>
                <c:pt idx="339">
                  <c:v>127.24862192275374</c:v>
                </c:pt>
                <c:pt idx="340">
                  <c:v>131.337395946594</c:v>
                </c:pt>
                <c:pt idx="341">
                  <c:v>131.337395946594</c:v>
                </c:pt>
                <c:pt idx="342">
                  <c:v>142.62481396071175</c:v>
                </c:pt>
                <c:pt idx="343">
                  <c:v>142.62481396071175</c:v>
                </c:pt>
                <c:pt idx="344">
                  <c:v>120.02915938517425</c:v>
                </c:pt>
                <c:pt idx="345">
                  <c:v>113.79892975911801</c:v>
                </c:pt>
                <c:pt idx="346">
                  <c:v>103.21794764262626</c:v>
                </c:pt>
                <c:pt idx="347">
                  <c:v>107.28306884721628</c:v>
                </c:pt>
                <c:pt idx="348">
                  <c:v>145.17615648936598</c:v>
                </c:pt>
                <c:pt idx="349">
                  <c:v>148.43541834052024</c:v>
                </c:pt>
                <c:pt idx="350">
                  <c:v>169.30888520003626</c:v>
                </c:pt>
                <c:pt idx="351">
                  <c:v>191.79462872820625</c:v>
                </c:pt>
                <c:pt idx="352">
                  <c:v>190.32174349423227</c:v>
                </c:pt>
                <c:pt idx="353">
                  <c:v>190.32174349423227</c:v>
                </c:pt>
                <c:pt idx="354">
                  <c:v>167.07911203335772</c:v>
                </c:pt>
                <c:pt idx="355">
                  <c:v>167.07911203335772</c:v>
                </c:pt>
                <c:pt idx="356">
                  <c:v>167.07911203335772</c:v>
                </c:pt>
                <c:pt idx="357">
                  <c:v>167.2110960762557</c:v>
                </c:pt>
                <c:pt idx="358">
                  <c:v>167.2110960762557</c:v>
                </c:pt>
                <c:pt idx="359">
                  <c:v>151.64325014317475</c:v>
                </c:pt>
                <c:pt idx="360">
                  <c:v>160.57505691043445</c:v>
                </c:pt>
                <c:pt idx="361">
                  <c:v>149.656728469846</c:v>
                </c:pt>
                <c:pt idx="362">
                  <c:v>141.65894940432489</c:v>
                </c:pt>
                <c:pt idx="363">
                  <c:v>141.65894940432489</c:v>
                </c:pt>
                <c:pt idx="364">
                  <c:v>146.64078285702277</c:v>
                </c:pt>
                <c:pt idx="365">
                  <c:v>161.94013547033913</c:v>
                </c:pt>
                <c:pt idx="366">
                  <c:v>174.22282592829157</c:v>
                </c:pt>
                <c:pt idx="367">
                  <c:v>174.22282592829157</c:v>
                </c:pt>
                <c:pt idx="368">
                  <c:v>166.20260869549338</c:v>
                </c:pt>
                <c:pt idx="369">
                  <c:v>180.24264945151975</c:v>
                </c:pt>
                <c:pt idx="370">
                  <c:v>180.24264945151975</c:v>
                </c:pt>
                <c:pt idx="371">
                  <c:v>171.34877204604277</c:v>
                </c:pt>
                <c:pt idx="372">
                  <c:v>156.32694878837137</c:v>
                </c:pt>
                <c:pt idx="373">
                  <c:v>164.21377148720183</c:v>
                </c:pt>
                <c:pt idx="374">
                  <c:v>182.63838389288145</c:v>
                </c:pt>
                <c:pt idx="375">
                  <c:v>178.6404802005882</c:v>
                </c:pt>
                <c:pt idx="376">
                  <c:v>170.10256133088185</c:v>
                </c:pt>
                <c:pt idx="377">
                  <c:v>161.35150246478341</c:v>
                </c:pt>
                <c:pt idx="378">
                  <c:v>161.35150246478341</c:v>
                </c:pt>
                <c:pt idx="379">
                  <c:v>171.24176695254801</c:v>
                </c:pt>
                <c:pt idx="380">
                  <c:v>165.71560839836945</c:v>
                </c:pt>
                <c:pt idx="381">
                  <c:v>174.14721847756601</c:v>
                </c:pt>
                <c:pt idx="382">
                  <c:v>174.14721847756601</c:v>
                </c:pt>
                <c:pt idx="383">
                  <c:v>167.90949173013686</c:v>
                </c:pt>
                <c:pt idx="384">
                  <c:v>167.90949173013686</c:v>
                </c:pt>
                <c:pt idx="385">
                  <c:v>157.32535858043383</c:v>
                </c:pt>
                <c:pt idx="386">
                  <c:v>168.85564828934184</c:v>
                </c:pt>
                <c:pt idx="387">
                  <c:v>168.85564828934184</c:v>
                </c:pt>
                <c:pt idx="388">
                  <c:v>159.11476087659929</c:v>
                </c:pt>
                <c:pt idx="389">
                  <c:v>159.11476087659929</c:v>
                </c:pt>
                <c:pt idx="390">
                  <c:v>159.58395662807183</c:v>
                </c:pt>
                <c:pt idx="391">
                  <c:v>140.16143400728799</c:v>
                </c:pt>
                <c:pt idx="392">
                  <c:v>149.61680412367784</c:v>
                </c:pt>
                <c:pt idx="393">
                  <c:v>141.05896695837799</c:v>
                </c:pt>
                <c:pt idx="394">
                  <c:v>158.30894726245197</c:v>
                </c:pt>
                <c:pt idx="395">
                  <c:v>160.49200326076263</c:v>
                </c:pt>
                <c:pt idx="396">
                  <c:v>171.03032194784399</c:v>
                </c:pt>
                <c:pt idx="397">
                  <c:v>187.41482564444999</c:v>
                </c:pt>
                <c:pt idx="398">
                  <c:v>187.41482564444999</c:v>
                </c:pt>
                <c:pt idx="399">
                  <c:v>187.41482564444999</c:v>
                </c:pt>
                <c:pt idx="400">
                  <c:v>187.41482564444999</c:v>
                </c:pt>
                <c:pt idx="401">
                  <c:v>194.62738268923965</c:v>
                </c:pt>
                <c:pt idx="402">
                  <c:v>180.01131188361484</c:v>
                </c:pt>
                <c:pt idx="403">
                  <c:v>193.46411427948132</c:v>
                </c:pt>
                <c:pt idx="404">
                  <c:v>348.42152774186059</c:v>
                </c:pt>
                <c:pt idx="405">
                  <c:v>320.623302565053</c:v>
                </c:pt>
                <c:pt idx="406">
                  <c:v>328.35113525338284</c:v>
                </c:pt>
                <c:pt idx="407">
                  <c:v>328.35113525338284</c:v>
                </c:pt>
                <c:pt idx="408">
                  <c:v>344.56031557076966</c:v>
                </c:pt>
                <c:pt idx="409">
                  <c:v>440.62620450548224</c:v>
                </c:pt>
                <c:pt idx="410">
                  <c:v>486.60638694068433</c:v>
                </c:pt>
                <c:pt idx="411">
                  <c:v>514.05694380282989</c:v>
                </c:pt>
                <c:pt idx="412">
                  <c:v>471.77739305905965</c:v>
                </c:pt>
                <c:pt idx="413">
                  <c:v>508.61735863876919</c:v>
                </c:pt>
                <c:pt idx="414">
                  <c:v>489.45742653034142</c:v>
                </c:pt>
                <c:pt idx="415">
                  <c:v>489.96093719587014</c:v>
                </c:pt>
                <c:pt idx="416">
                  <c:v>443.26660288108513</c:v>
                </c:pt>
                <c:pt idx="417">
                  <c:v>443.26660288108513</c:v>
                </c:pt>
                <c:pt idx="418">
                  <c:v>443.26660288108513</c:v>
                </c:pt>
                <c:pt idx="419">
                  <c:v>443.26660288108513</c:v>
                </c:pt>
                <c:pt idx="420">
                  <c:v>501.62747469380469</c:v>
                </c:pt>
                <c:pt idx="421">
                  <c:v>483.90381636288765</c:v>
                </c:pt>
                <c:pt idx="422">
                  <c:v>519.50280993679871</c:v>
                </c:pt>
                <c:pt idx="423">
                  <c:v>519.50280993679871</c:v>
                </c:pt>
                <c:pt idx="424">
                  <c:v>444.24957586201106</c:v>
                </c:pt>
                <c:pt idx="425">
                  <c:v>544.97035658276207</c:v>
                </c:pt>
                <c:pt idx="426">
                  <c:v>544.97035658276207</c:v>
                </c:pt>
                <c:pt idx="427">
                  <c:v>524.52063995703691</c:v>
                </c:pt>
                <c:pt idx="428">
                  <c:v>505.01715841921248</c:v>
                </c:pt>
                <c:pt idx="429">
                  <c:v>462.35012677800029</c:v>
                </c:pt>
                <c:pt idx="430">
                  <c:v>462.35012677800029</c:v>
                </c:pt>
                <c:pt idx="431">
                  <c:v>485.32042158463241</c:v>
                </c:pt>
                <c:pt idx="432">
                  <c:v>630.47246967124386</c:v>
                </c:pt>
                <c:pt idx="433">
                  <c:v>616.87000486869476</c:v>
                </c:pt>
                <c:pt idx="434">
                  <c:v>700.40295647373898</c:v>
                </c:pt>
                <c:pt idx="435">
                  <c:v>651.71822185854421</c:v>
                </c:pt>
                <c:pt idx="436">
                  <c:v>721.57384717082459</c:v>
                </c:pt>
                <c:pt idx="437">
                  <c:v>721.57384717082459</c:v>
                </c:pt>
                <c:pt idx="438">
                  <c:v>755.28306811700611</c:v>
                </c:pt>
                <c:pt idx="439">
                  <c:v>781.51950790933722</c:v>
                </c:pt>
                <c:pt idx="440">
                  <c:v>690.59983946362456</c:v>
                </c:pt>
                <c:pt idx="441">
                  <c:v>719.82050714303034</c:v>
                </c:pt>
                <c:pt idx="442">
                  <c:v>683.77161049805989</c:v>
                </c:pt>
                <c:pt idx="443">
                  <c:v>648.03073296696914</c:v>
                </c:pt>
                <c:pt idx="444">
                  <c:v>632.07796853219395</c:v>
                </c:pt>
                <c:pt idx="445">
                  <c:v>582.8610718168859</c:v>
                </c:pt>
                <c:pt idx="446">
                  <c:v>582.8610718168859</c:v>
                </c:pt>
                <c:pt idx="447">
                  <c:v>586.57573821634594</c:v>
                </c:pt>
                <c:pt idx="448">
                  <c:v>612.87576807059804</c:v>
                </c:pt>
                <c:pt idx="449">
                  <c:v>618.68020471774298</c:v>
                </c:pt>
                <c:pt idx="450">
                  <c:v>667.34604708983318</c:v>
                </c:pt>
                <c:pt idx="451">
                  <c:v>667.34604708983318</c:v>
                </c:pt>
                <c:pt idx="452">
                  <c:v>541.66760972619352</c:v>
                </c:pt>
                <c:pt idx="453">
                  <c:v>541.84089375136887</c:v>
                </c:pt>
                <c:pt idx="454">
                  <c:v>485.01521967265785</c:v>
                </c:pt>
                <c:pt idx="455">
                  <c:v>519.14904419440825</c:v>
                </c:pt>
                <c:pt idx="456">
                  <c:v>485.03128621363095</c:v>
                </c:pt>
                <c:pt idx="457">
                  <c:v>485.03128621363095</c:v>
                </c:pt>
                <c:pt idx="458">
                  <c:v>444.05737404084454</c:v>
                </c:pt>
                <c:pt idx="459">
                  <c:v>458.68282355310379</c:v>
                </c:pt>
                <c:pt idx="460">
                  <c:v>487.4184376788686</c:v>
                </c:pt>
                <c:pt idx="461">
                  <c:v>477.17239755241911</c:v>
                </c:pt>
                <c:pt idx="462">
                  <c:v>464.30580112148169</c:v>
                </c:pt>
                <c:pt idx="463">
                  <c:v>486.59358280580915</c:v>
                </c:pt>
                <c:pt idx="464">
                  <c:v>562.90223322513509</c:v>
                </c:pt>
                <c:pt idx="465">
                  <c:v>585.5844145842367</c:v>
                </c:pt>
                <c:pt idx="466">
                  <c:v>585.5844145842367</c:v>
                </c:pt>
                <c:pt idx="467">
                  <c:v>609.35641401595615</c:v>
                </c:pt>
                <c:pt idx="468">
                  <c:v>589.53732398870341</c:v>
                </c:pt>
                <c:pt idx="469">
                  <c:v>579.65771193922558</c:v>
                </c:pt>
                <c:pt idx="470">
                  <c:v>499.61945794058335</c:v>
                </c:pt>
                <c:pt idx="471">
                  <c:v>467.99419052680679</c:v>
                </c:pt>
                <c:pt idx="472">
                  <c:v>513.85193453442866</c:v>
                </c:pt>
                <c:pt idx="473">
                  <c:v>483.40882239672203</c:v>
                </c:pt>
                <c:pt idx="474">
                  <c:v>519.98597933292149</c:v>
                </c:pt>
                <c:pt idx="475">
                  <c:v>565.87182547004466</c:v>
                </c:pt>
                <c:pt idx="476">
                  <c:v>675.08385617412807</c:v>
                </c:pt>
                <c:pt idx="477">
                  <c:v>675.08385617412807</c:v>
                </c:pt>
                <c:pt idx="478">
                  <c:v>776.80714451843687</c:v>
                </c:pt>
                <c:pt idx="479">
                  <c:v>724.3812495755659</c:v>
                </c:pt>
                <c:pt idx="480">
                  <c:v>666.75384897554136</c:v>
                </c:pt>
                <c:pt idx="481">
                  <c:v>666.75384897554136</c:v>
                </c:pt>
                <c:pt idx="482">
                  <c:v>682.96555444237515</c:v>
                </c:pt>
                <c:pt idx="483">
                  <c:v>682.96555444237515</c:v>
                </c:pt>
                <c:pt idx="484">
                  <c:v>638.58509930775233</c:v>
                </c:pt>
                <c:pt idx="485">
                  <c:v>602.0742779128974</c:v>
                </c:pt>
                <c:pt idx="486">
                  <c:v>602.0742779128974</c:v>
                </c:pt>
                <c:pt idx="487">
                  <c:v>602.0742779128974</c:v>
                </c:pt>
                <c:pt idx="488">
                  <c:v>628.41525968748761</c:v>
                </c:pt>
                <c:pt idx="489">
                  <c:v>611.71449831562268</c:v>
                </c:pt>
                <c:pt idx="490">
                  <c:v>611.71449831562268</c:v>
                </c:pt>
                <c:pt idx="491">
                  <c:v>628.86750826292064</c:v>
                </c:pt>
                <c:pt idx="492">
                  <c:v>698.5469735360366</c:v>
                </c:pt>
                <c:pt idx="493">
                  <c:v>746.13231938843353</c:v>
                </c:pt>
                <c:pt idx="494">
                  <c:v>716.94224401005499</c:v>
                </c:pt>
                <c:pt idx="495">
                  <c:v>692.94042728150225</c:v>
                </c:pt>
                <c:pt idx="496">
                  <c:v>655.77161183925239</c:v>
                </c:pt>
                <c:pt idx="497">
                  <c:v>655.77161183925239</c:v>
                </c:pt>
                <c:pt idx="498">
                  <c:v>507.69373644240056</c:v>
                </c:pt>
                <c:pt idx="499">
                  <c:v>455.88602216274296</c:v>
                </c:pt>
                <c:pt idx="500">
                  <c:v>573.94608804540599</c:v>
                </c:pt>
                <c:pt idx="501">
                  <c:v>573.94608804540599</c:v>
                </c:pt>
                <c:pt idx="502">
                  <c:v>613.80243706611088</c:v>
                </c:pt>
                <c:pt idx="503">
                  <c:v>613.80243706611088</c:v>
                </c:pt>
                <c:pt idx="504">
                  <c:v>613.80243706611088</c:v>
                </c:pt>
                <c:pt idx="505">
                  <c:v>617.01217802000451</c:v>
                </c:pt>
                <c:pt idx="506">
                  <c:v>617.01217802000451</c:v>
                </c:pt>
                <c:pt idx="507">
                  <c:v>588.46668573033173</c:v>
                </c:pt>
                <c:pt idx="508">
                  <c:v>553.00738350224492</c:v>
                </c:pt>
                <c:pt idx="509">
                  <c:v>562.36975552243734</c:v>
                </c:pt>
                <c:pt idx="510">
                  <c:v>575.81820485812705</c:v>
                </c:pt>
                <c:pt idx="511">
                  <c:v>605.57749629933051</c:v>
                </c:pt>
                <c:pt idx="512">
                  <c:v>501.15544601519895</c:v>
                </c:pt>
                <c:pt idx="513">
                  <c:v>529.80429478379108</c:v>
                </c:pt>
                <c:pt idx="514">
                  <c:v>487.64373727246181</c:v>
                </c:pt>
                <c:pt idx="515">
                  <c:v>444.18858601501063</c:v>
                </c:pt>
                <c:pt idx="516">
                  <c:v>418.33743805144746</c:v>
                </c:pt>
                <c:pt idx="517">
                  <c:v>418.33743805144746</c:v>
                </c:pt>
                <c:pt idx="518">
                  <c:v>403.21432467804351</c:v>
                </c:pt>
                <c:pt idx="519">
                  <c:v>397.24851713960976</c:v>
                </c:pt>
                <c:pt idx="520">
                  <c:v>344.80696185132587</c:v>
                </c:pt>
                <c:pt idx="521">
                  <c:v>344.80696185132587</c:v>
                </c:pt>
                <c:pt idx="522">
                  <c:v>322.46242708958846</c:v>
                </c:pt>
                <c:pt idx="523">
                  <c:v>308.16489664613954</c:v>
                </c:pt>
                <c:pt idx="524">
                  <c:v>316.87898071892118</c:v>
                </c:pt>
                <c:pt idx="525">
                  <c:v>295.16875906339374</c:v>
                </c:pt>
                <c:pt idx="526">
                  <c:v>295.16875906339374</c:v>
                </c:pt>
                <c:pt idx="527">
                  <c:v>283.49959369846425</c:v>
                </c:pt>
                <c:pt idx="528">
                  <c:v>284.51149569995818</c:v>
                </c:pt>
                <c:pt idx="529">
                  <c:v>297.34721122443602</c:v>
                </c:pt>
                <c:pt idx="530">
                  <c:v>269.771597773064</c:v>
                </c:pt>
                <c:pt idx="531">
                  <c:v>287.90679852609304</c:v>
                </c:pt>
                <c:pt idx="532">
                  <c:v>256.43883672244453</c:v>
                </c:pt>
                <c:pt idx="533">
                  <c:v>220.54196185029573</c:v>
                </c:pt>
                <c:pt idx="534">
                  <c:v>222.28264770554975</c:v>
                </c:pt>
                <c:pt idx="535">
                  <c:v>235.29729562921128</c:v>
                </c:pt>
                <c:pt idx="536">
                  <c:v>239.50673431342435</c:v>
                </c:pt>
                <c:pt idx="537">
                  <c:v>239.50673431342435</c:v>
                </c:pt>
                <c:pt idx="538">
                  <c:v>243.33482861833636</c:v>
                </c:pt>
                <c:pt idx="539">
                  <c:v>279.70948825583048</c:v>
                </c:pt>
                <c:pt idx="540">
                  <c:v>247.26374900635972</c:v>
                </c:pt>
                <c:pt idx="541">
                  <c:v>247.26374900635972</c:v>
                </c:pt>
                <c:pt idx="542">
                  <c:v>263.34172726116128</c:v>
                </c:pt>
                <c:pt idx="543">
                  <c:v>276.16397511387561</c:v>
                </c:pt>
                <c:pt idx="544">
                  <c:v>265.91030267665593</c:v>
                </c:pt>
                <c:pt idx="545">
                  <c:v>279.3777363956774</c:v>
                </c:pt>
                <c:pt idx="546">
                  <c:v>279.3777363956774</c:v>
                </c:pt>
                <c:pt idx="547">
                  <c:v>296.74299704635018</c:v>
                </c:pt>
                <c:pt idx="548">
                  <c:v>303.72584797542385</c:v>
                </c:pt>
                <c:pt idx="549">
                  <c:v>287.96935883072365</c:v>
                </c:pt>
                <c:pt idx="550">
                  <c:v>287.96935883072365</c:v>
                </c:pt>
                <c:pt idx="551">
                  <c:v>260.94454160857822</c:v>
                </c:pt>
                <c:pt idx="552">
                  <c:v>285.21236260280602</c:v>
                </c:pt>
                <c:pt idx="553">
                  <c:v>285.21236260280602</c:v>
                </c:pt>
                <c:pt idx="554">
                  <c:v>277.58309916441647</c:v>
                </c:pt>
                <c:pt idx="555">
                  <c:v>277.58309916441647</c:v>
                </c:pt>
                <c:pt idx="556">
                  <c:v>284.58692559261976</c:v>
                </c:pt>
                <c:pt idx="557">
                  <c:v>296.94305184394176</c:v>
                </c:pt>
                <c:pt idx="558">
                  <c:v>298.08946832277354</c:v>
                </c:pt>
                <c:pt idx="559">
                  <c:v>273.53653848420021</c:v>
                </c:pt>
                <c:pt idx="560">
                  <c:v>306.68540156278652</c:v>
                </c:pt>
                <c:pt idx="561">
                  <c:v>305.61965443274573</c:v>
                </c:pt>
                <c:pt idx="562">
                  <c:v>319.59401344172488</c:v>
                </c:pt>
                <c:pt idx="563">
                  <c:v>319.59401344172488</c:v>
                </c:pt>
                <c:pt idx="564">
                  <c:v>304.4456206656825</c:v>
                </c:pt>
                <c:pt idx="565">
                  <c:v>297.50033673556027</c:v>
                </c:pt>
                <c:pt idx="566">
                  <c:v>297.50033673556027</c:v>
                </c:pt>
                <c:pt idx="567">
                  <c:v>282.19629535691462</c:v>
                </c:pt>
                <c:pt idx="568">
                  <c:v>265.80614321719469</c:v>
                </c:pt>
                <c:pt idx="569">
                  <c:v>278.88022448122689</c:v>
                </c:pt>
                <c:pt idx="570">
                  <c:v>278.88022448122689</c:v>
                </c:pt>
                <c:pt idx="571">
                  <c:v>284.60582529061469</c:v>
                </c:pt>
                <c:pt idx="572">
                  <c:v>297.40026211111541</c:v>
                </c:pt>
                <c:pt idx="573">
                  <c:v>297.40026211111541</c:v>
                </c:pt>
                <c:pt idx="574">
                  <c:v>343.15638653091065</c:v>
                </c:pt>
                <c:pt idx="575">
                  <c:v>343.15638653091065</c:v>
                </c:pt>
                <c:pt idx="576">
                  <c:v>343.15638653091065</c:v>
                </c:pt>
                <c:pt idx="577">
                  <c:v>276.31010807813601</c:v>
                </c:pt>
                <c:pt idx="578">
                  <c:v>250.12034329929946</c:v>
                </c:pt>
                <c:pt idx="579">
                  <c:v>251.84109304067053</c:v>
                </c:pt>
                <c:pt idx="580">
                  <c:v>237.9644281566849</c:v>
                </c:pt>
                <c:pt idx="581">
                  <c:v>237.8496197228649</c:v>
                </c:pt>
                <c:pt idx="582">
                  <c:v>213.65721149902825</c:v>
                </c:pt>
                <c:pt idx="583">
                  <c:v>213.65721149902825</c:v>
                </c:pt>
                <c:pt idx="584">
                  <c:v>217.07249514973714</c:v>
                </c:pt>
                <c:pt idx="585">
                  <c:v>212.23563730385399</c:v>
                </c:pt>
                <c:pt idx="586">
                  <c:v>212.23563730385399</c:v>
                </c:pt>
                <c:pt idx="587">
                  <c:v>212.23563730385399</c:v>
                </c:pt>
                <c:pt idx="588">
                  <c:v>212.23563730385399</c:v>
                </c:pt>
                <c:pt idx="589">
                  <c:v>169.30847271294948</c:v>
                </c:pt>
                <c:pt idx="590">
                  <c:v>169.30847271294948</c:v>
                </c:pt>
                <c:pt idx="591">
                  <c:v>169.30847271294948</c:v>
                </c:pt>
                <c:pt idx="592">
                  <c:v>132.55449963086849</c:v>
                </c:pt>
                <c:pt idx="593">
                  <c:v>132.55449963086849</c:v>
                </c:pt>
                <c:pt idx="594">
                  <c:v>163.3668477199173</c:v>
                </c:pt>
                <c:pt idx="595">
                  <c:v>209.46778941334756</c:v>
                </c:pt>
                <c:pt idx="596">
                  <c:v>209.46778941334756</c:v>
                </c:pt>
                <c:pt idx="597">
                  <c:v>219.91182128147935</c:v>
                </c:pt>
                <c:pt idx="598">
                  <c:v>227.11538921636338</c:v>
                </c:pt>
                <c:pt idx="599">
                  <c:v>258.0365763639594</c:v>
                </c:pt>
                <c:pt idx="600">
                  <c:v>272.60162828386598</c:v>
                </c:pt>
                <c:pt idx="601">
                  <c:v>269.5360632420892</c:v>
                </c:pt>
                <c:pt idx="602">
                  <c:v>269.5360632420892</c:v>
                </c:pt>
                <c:pt idx="603">
                  <c:v>269.5360632420892</c:v>
                </c:pt>
                <c:pt idx="604">
                  <c:v>282.54629704680264</c:v>
                </c:pt>
                <c:pt idx="605">
                  <c:v>382.41164137499862</c:v>
                </c:pt>
                <c:pt idx="606">
                  <c:v>382.41164137499862</c:v>
                </c:pt>
                <c:pt idx="607">
                  <c:v>416.10331171230354</c:v>
                </c:pt>
                <c:pt idx="608">
                  <c:v>416.10331171230354</c:v>
                </c:pt>
                <c:pt idx="609">
                  <c:v>424.30621674910435</c:v>
                </c:pt>
                <c:pt idx="610">
                  <c:v>406.50527918501086</c:v>
                </c:pt>
                <c:pt idx="611">
                  <c:v>406.50527918501086</c:v>
                </c:pt>
                <c:pt idx="612">
                  <c:v>465.39777596085247</c:v>
                </c:pt>
                <c:pt idx="613">
                  <c:v>465.39777596085247</c:v>
                </c:pt>
                <c:pt idx="614">
                  <c:v>449.72159048732351</c:v>
                </c:pt>
                <c:pt idx="615">
                  <c:v>432.25612307063386</c:v>
                </c:pt>
                <c:pt idx="616">
                  <c:v>432.25612307063386</c:v>
                </c:pt>
                <c:pt idx="617">
                  <c:v>467.89448829286982</c:v>
                </c:pt>
                <c:pt idx="618">
                  <c:v>505.75412008258849</c:v>
                </c:pt>
                <c:pt idx="619">
                  <c:v>437.40403172301899</c:v>
                </c:pt>
                <c:pt idx="620">
                  <c:v>390.90319329527466</c:v>
                </c:pt>
                <c:pt idx="621">
                  <c:v>432.35962133454024</c:v>
                </c:pt>
                <c:pt idx="622">
                  <c:v>432.35962133454024</c:v>
                </c:pt>
                <c:pt idx="623">
                  <c:v>427.92456756461911</c:v>
                </c:pt>
                <c:pt idx="624">
                  <c:v>406.98378456704637</c:v>
                </c:pt>
                <c:pt idx="625">
                  <c:v>339.96558989010742</c:v>
                </c:pt>
                <c:pt idx="626">
                  <c:v>339.96558989010742</c:v>
                </c:pt>
                <c:pt idx="627">
                  <c:v>297.81417268366948</c:v>
                </c:pt>
                <c:pt idx="628">
                  <c:v>297.81417268366948</c:v>
                </c:pt>
                <c:pt idx="629">
                  <c:v>323.04888855585421</c:v>
                </c:pt>
                <c:pt idx="630">
                  <c:v>336.55645784325117</c:v>
                </c:pt>
                <c:pt idx="631">
                  <c:v>376.6886378875385</c:v>
                </c:pt>
                <c:pt idx="632">
                  <c:v>298.76740700691221</c:v>
                </c:pt>
                <c:pt idx="633">
                  <c:v>280.855738786546</c:v>
                </c:pt>
                <c:pt idx="634">
                  <c:v>286.28425710692824</c:v>
                </c:pt>
                <c:pt idx="635">
                  <c:v>331.26767879665181</c:v>
                </c:pt>
                <c:pt idx="636">
                  <c:v>331.26767879665181</c:v>
                </c:pt>
                <c:pt idx="637">
                  <c:v>331.26767879665181</c:v>
                </c:pt>
                <c:pt idx="638">
                  <c:v>313.20057092899219</c:v>
                </c:pt>
                <c:pt idx="639">
                  <c:v>345.07868927336108</c:v>
                </c:pt>
                <c:pt idx="640">
                  <c:v>379.47139015200395</c:v>
                </c:pt>
                <c:pt idx="641">
                  <c:v>433.45237414215512</c:v>
                </c:pt>
                <c:pt idx="642">
                  <c:v>433.79296235189139</c:v>
                </c:pt>
                <c:pt idx="643">
                  <c:v>495.06751895807554</c:v>
                </c:pt>
                <c:pt idx="644">
                  <c:v>532.71062611883849</c:v>
                </c:pt>
                <c:pt idx="645">
                  <c:v>532.71062611883849</c:v>
                </c:pt>
                <c:pt idx="646">
                  <c:v>532.71062611883849</c:v>
                </c:pt>
                <c:pt idx="647">
                  <c:v>573.92686038016541</c:v>
                </c:pt>
                <c:pt idx="648">
                  <c:v>522.12884437796856</c:v>
                </c:pt>
                <c:pt idx="649">
                  <c:v>511.45895979035782</c:v>
                </c:pt>
                <c:pt idx="650">
                  <c:v>537.99330038874314</c:v>
                </c:pt>
                <c:pt idx="651">
                  <c:v>497.30003598179803</c:v>
                </c:pt>
                <c:pt idx="652">
                  <c:v>530.02647932472121</c:v>
                </c:pt>
                <c:pt idx="653">
                  <c:v>566.18921608573828</c:v>
                </c:pt>
                <c:pt idx="654">
                  <c:v>566.18921608573828</c:v>
                </c:pt>
                <c:pt idx="655">
                  <c:v>554.8305037013107</c:v>
                </c:pt>
                <c:pt idx="656">
                  <c:v>554.8305037013107</c:v>
                </c:pt>
                <c:pt idx="657">
                  <c:v>554.8305037013107</c:v>
                </c:pt>
                <c:pt idx="658">
                  <c:v>595.25389405943645</c:v>
                </c:pt>
                <c:pt idx="659">
                  <c:v>556.81722239906185</c:v>
                </c:pt>
                <c:pt idx="660">
                  <c:v>579.65586526085713</c:v>
                </c:pt>
                <c:pt idx="661">
                  <c:v>500.58470255658682</c:v>
                </c:pt>
                <c:pt idx="662">
                  <c:v>508.55050834622051</c:v>
                </c:pt>
                <c:pt idx="663">
                  <c:v>416.41355982965177</c:v>
                </c:pt>
                <c:pt idx="664">
                  <c:v>416.41355982965177</c:v>
                </c:pt>
                <c:pt idx="665">
                  <c:v>416.41355982965177</c:v>
                </c:pt>
                <c:pt idx="666">
                  <c:v>381.94321898934601</c:v>
                </c:pt>
                <c:pt idx="667">
                  <c:v>311.57700027150071</c:v>
                </c:pt>
                <c:pt idx="668">
                  <c:v>355.49533111657223</c:v>
                </c:pt>
                <c:pt idx="669">
                  <c:v>322.42395908194027</c:v>
                </c:pt>
                <c:pt idx="670">
                  <c:v>375.73289561370348</c:v>
                </c:pt>
                <c:pt idx="671">
                  <c:v>416.92146806477672</c:v>
                </c:pt>
                <c:pt idx="672">
                  <c:v>416.92146806477672</c:v>
                </c:pt>
                <c:pt idx="673">
                  <c:v>434.00002076007075</c:v>
                </c:pt>
                <c:pt idx="674">
                  <c:v>434.00002076007075</c:v>
                </c:pt>
                <c:pt idx="675">
                  <c:v>556.86797621368885</c:v>
                </c:pt>
                <c:pt idx="676">
                  <c:v>556.86797621368885</c:v>
                </c:pt>
                <c:pt idx="677">
                  <c:v>492.60431360867653</c:v>
                </c:pt>
                <c:pt idx="678">
                  <c:v>440.93499854024606</c:v>
                </c:pt>
                <c:pt idx="679">
                  <c:v>474.49556013336223</c:v>
                </c:pt>
                <c:pt idx="680">
                  <c:v>447.39627168653709</c:v>
                </c:pt>
                <c:pt idx="681">
                  <c:v>405.07332726527022</c:v>
                </c:pt>
                <c:pt idx="682">
                  <c:v>405.07332726527022</c:v>
                </c:pt>
                <c:pt idx="683">
                  <c:v>421.2788072064447</c:v>
                </c:pt>
                <c:pt idx="684">
                  <c:v>397.46113042902346</c:v>
                </c:pt>
                <c:pt idx="685">
                  <c:v>373.3520352140813</c:v>
                </c:pt>
                <c:pt idx="686">
                  <c:v>400.06918950879947</c:v>
                </c:pt>
                <c:pt idx="687">
                  <c:v>400.06918950879947</c:v>
                </c:pt>
                <c:pt idx="688">
                  <c:v>365.85937816376605</c:v>
                </c:pt>
                <c:pt idx="689">
                  <c:v>386.18625347172099</c:v>
                </c:pt>
                <c:pt idx="690">
                  <c:v>292.47717682505572</c:v>
                </c:pt>
                <c:pt idx="691">
                  <c:v>292.47717682505572</c:v>
                </c:pt>
                <c:pt idx="692">
                  <c:v>292.47717682505572</c:v>
                </c:pt>
                <c:pt idx="693">
                  <c:v>244.78850513723972</c:v>
                </c:pt>
                <c:pt idx="694">
                  <c:v>244.78850513723972</c:v>
                </c:pt>
                <c:pt idx="695">
                  <c:v>134.96950834735748</c:v>
                </c:pt>
                <c:pt idx="696">
                  <c:v>157.96164377884799</c:v>
                </c:pt>
                <c:pt idx="697">
                  <c:v>174.90532045487731</c:v>
                </c:pt>
                <c:pt idx="698">
                  <c:v>193.32092576263673</c:v>
                </c:pt>
                <c:pt idx="699">
                  <c:v>193.32092576263673</c:v>
                </c:pt>
                <c:pt idx="700">
                  <c:v>187.99506314130826</c:v>
                </c:pt>
                <c:pt idx="701">
                  <c:v>215.29976908588165</c:v>
                </c:pt>
                <c:pt idx="702">
                  <c:v>227.85889315854999</c:v>
                </c:pt>
                <c:pt idx="703">
                  <c:v>227.85889315854999</c:v>
                </c:pt>
                <c:pt idx="704">
                  <c:v>212.44794242207996</c:v>
                </c:pt>
                <c:pt idx="705">
                  <c:v>214.23150745545141</c:v>
                </c:pt>
                <c:pt idx="706">
                  <c:v>222.51775008391971</c:v>
                </c:pt>
                <c:pt idx="707">
                  <c:v>222.51775008391971</c:v>
                </c:pt>
                <c:pt idx="708">
                  <c:v>286.84491001400323</c:v>
                </c:pt>
                <c:pt idx="709">
                  <c:v>286.84491001400323</c:v>
                </c:pt>
                <c:pt idx="710">
                  <c:v>306.70242469135576</c:v>
                </c:pt>
                <c:pt idx="711">
                  <c:v>299.28479104571915</c:v>
                </c:pt>
                <c:pt idx="712">
                  <c:v>299.28479104571915</c:v>
                </c:pt>
                <c:pt idx="713">
                  <c:v>299.28479104571915</c:v>
                </c:pt>
                <c:pt idx="714">
                  <c:v>299.28479104571915</c:v>
                </c:pt>
                <c:pt idx="715">
                  <c:v>286.36935287120576</c:v>
                </c:pt>
                <c:pt idx="716">
                  <c:v>265.21954421789599</c:v>
                </c:pt>
                <c:pt idx="717">
                  <c:v>273.96551656290126</c:v>
                </c:pt>
                <c:pt idx="718">
                  <c:v>273.96551656290126</c:v>
                </c:pt>
                <c:pt idx="719">
                  <c:v>289.79717321480399</c:v>
                </c:pt>
                <c:pt idx="720">
                  <c:v>294.50174569705734</c:v>
                </c:pt>
                <c:pt idx="721">
                  <c:v>294.50174569705734</c:v>
                </c:pt>
                <c:pt idx="722">
                  <c:v>308.57635551571423</c:v>
                </c:pt>
                <c:pt idx="723">
                  <c:v>311.84061259966415</c:v>
                </c:pt>
                <c:pt idx="724">
                  <c:v>335.50213543193638</c:v>
                </c:pt>
                <c:pt idx="725">
                  <c:v>367.14394103253778</c:v>
                </c:pt>
                <c:pt idx="726">
                  <c:v>376.76866242690886</c:v>
                </c:pt>
                <c:pt idx="727">
                  <c:v>389.52099993033801</c:v>
                </c:pt>
                <c:pt idx="728">
                  <c:v>372.98127279436443</c:v>
                </c:pt>
                <c:pt idx="729">
                  <c:v>357.39296359787841</c:v>
                </c:pt>
                <c:pt idx="730">
                  <c:v>345.37412154095648</c:v>
                </c:pt>
                <c:pt idx="731">
                  <c:v>352.28958423142109</c:v>
                </c:pt>
                <c:pt idx="732">
                  <c:v>327.39915762502898</c:v>
                </c:pt>
                <c:pt idx="733">
                  <c:v>320.00959873344686</c:v>
                </c:pt>
                <c:pt idx="734">
                  <c:v>296.77309402530801</c:v>
                </c:pt>
                <c:pt idx="735">
                  <c:v>286.88473477017226</c:v>
                </c:pt>
                <c:pt idx="736">
                  <c:v>293.53312880396123</c:v>
                </c:pt>
                <c:pt idx="737">
                  <c:v>316.68499221763187</c:v>
                </c:pt>
                <c:pt idx="738">
                  <c:v>316.68499221763187</c:v>
                </c:pt>
                <c:pt idx="739">
                  <c:v>309.01072804744769</c:v>
                </c:pt>
                <c:pt idx="740">
                  <c:v>299.76321945110226</c:v>
                </c:pt>
                <c:pt idx="741">
                  <c:v>284.12059558016966</c:v>
                </c:pt>
                <c:pt idx="742">
                  <c:v>271.82527710317288</c:v>
                </c:pt>
                <c:pt idx="743">
                  <c:v>247.61452942000895</c:v>
                </c:pt>
                <c:pt idx="744">
                  <c:v>247.61452942000895</c:v>
                </c:pt>
                <c:pt idx="745">
                  <c:v>219.74244176515444</c:v>
                </c:pt>
                <c:pt idx="746">
                  <c:v>216.1500033262931</c:v>
                </c:pt>
                <c:pt idx="747">
                  <c:v>231.94079951576455</c:v>
                </c:pt>
                <c:pt idx="748">
                  <c:v>231.94079951576455</c:v>
                </c:pt>
                <c:pt idx="749">
                  <c:v>233.0825394147077</c:v>
                </c:pt>
                <c:pt idx="750">
                  <c:v>233.0825394147077</c:v>
                </c:pt>
                <c:pt idx="751">
                  <c:v>227.94231332850234</c:v>
                </c:pt>
                <c:pt idx="752">
                  <c:v>239.26567652495712</c:v>
                </c:pt>
                <c:pt idx="753">
                  <c:v>241.81401651044928</c:v>
                </c:pt>
                <c:pt idx="754">
                  <c:v>261.87826393791624</c:v>
                </c:pt>
                <c:pt idx="755">
                  <c:v>265.20654276143625</c:v>
                </c:pt>
                <c:pt idx="756">
                  <c:v>268.23176175823579</c:v>
                </c:pt>
                <c:pt idx="757">
                  <c:v>224.55332990359653</c:v>
                </c:pt>
                <c:pt idx="758">
                  <c:v>224.55332990359653</c:v>
                </c:pt>
                <c:pt idx="759">
                  <c:v>224.73543277066491</c:v>
                </c:pt>
                <c:pt idx="760">
                  <c:v>225.74920108139199</c:v>
                </c:pt>
                <c:pt idx="761">
                  <c:v>244.25440749734574</c:v>
                </c:pt>
                <c:pt idx="762">
                  <c:v>244.25440749734574</c:v>
                </c:pt>
                <c:pt idx="763">
                  <c:v>274.89882806010485</c:v>
                </c:pt>
                <c:pt idx="764">
                  <c:v>274.89882806010485</c:v>
                </c:pt>
                <c:pt idx="765">
                  <c:v>304.24414027159469</c:v>
                </c:pt>
                <c:pt idx="766">
                  <c:v>342.31728440798565</c:v>
                </c:pt>
                <c:pt idx="767">
                  <c:v>254.65573771053701</c:v>
                </c:pt>
                <c:pt idx="768">
                  <c:v>254.65573771053701</c:v>
                </c:pt>
                <c:pt idx="769">
                  <c:v>254.65573771053701</c:v>
                </c:pt>
                <c:pt idx="770">
                  <c:v>254.65573771053701</c:v>
                </c:pt>
                <c:pt idx="771">
                  <c:v>254.65573771053701</c:v>
                </c:pt>
                <c:pt idx="772">
                  <c:v>254.65573771053701</c:v>
                </c:pt>
                <c:pt idx="773">
                  <c:v>250.75773532103639</c:v>
                </c:pt>
                <c:pt idx="774">
                  <c:v>294.94455021238366</c:v>
                </c:pt>
                <c:pt idx="775">
                  <c:v>313.6320178661116</c:v>
                </c:pt>
                <c:pt idx="776">
                  <c:v>379.80061702643229</c:v>
                </c:pt>
                <c:pt idx="777">
                  <c:v>337.88965055994771</c:v>
                </c:pt>
                <c:pt idx="778">
                  <c:v>299.34942140779526</c:v>
                </c:pt>
                <c:pt idx="779">
                  <c:v>271.59893295611806</c:v>
                </c:pt>
                <c:pt idx="780">
                  <c:v>250.68204914943828</c:v>
                </c:pt>
                <c:pt idx="781">
                  <c:v>333.92520222664086</c:v>
                </c:pt>
                <c:pt idx="782">
                  <c:v>333.92520222664086</c:v>
                </c:pt>
                <c:pt idx="783">
                  <c:v>305.09115513230898</c:v>
                </c:pt>
                <c:pt idx="784">
                  <c:v>305.09115513230898</c:v>
                </c:pt>
                <c:pt idx="785">
                  <c:v>305.09115513230898</c:v>
                </c:pt>
                <c:pt idx="786">
                  <c:v>270.827889895184</c:v>
                </c:pt>
                <c:pt idx="787">
                  <c:v>295.95976195497076</c:v>
                </c:pt>
                <c:pt idx="788">
                  <c:v>295.95976195497076</c:v>
                </c:pt>
                <c:pt idx="789">
                  <c:v>274.32184651572067</c:v>
                </c:pt>
                <c:pt idx="790">
                  <c:v>260.18822899958963</c:v>
                </c:pt>
                <c:pt idx="791">
                  <c:v>260.18822899958963</c:v>
                </c:pt>
                <c:pt idx="792">
                  <c:v>260.18822899958963</c:v>
                </c:pt>
                <c:pt idx="793">
                  <c:v>260.18822899958963</c:v>
                </c:pt>
                <c:pt idx="794">
                  <c:v>236.94364757508691</c:v>
                </c:pt>
                <c:pt idx="795">
                  <c:v>228.87926527094635</c:v>
                </c:pt>
                <c:pt idx="796">
                  <c:v>170.36099152014168</c:v>
                </c:pt>
                <c:pt idx="797">
                  <c:v>177.9916405891509</c:v>
                </c:pt>
                <c:pt idx="798">
                  <c:v>192.83402291379321</c:v>
                </c:pt>
                <c:pt idx="799">
                  <c:v>218.23035785148539</c:v>
                </c:pt>
                <c:pt idx="800">
                  <c:v>233.21739997987262</c:v>
                </c:pt>
                <c:pt idx="801">
                  <c:v>140.12001069229427</c:v>
                </c:pt>
                <c:pt idx="802">
                  <c:v>140.12001069229427</c:v>
                </c:pt>
                <c:pt idx="803">
                  <c:v>241.14277759711152</c:v>
                </c:pt>
                <c:pt idx="804">
                  <c:v>236.19036050820245</c:v>
                </c:pt>
                <c:pt idx="805">
                  <c:v>239.31916942613921</c:v>
                </c:pt>
                <c:pt idx="806">
                  <c:v>259.77079757702222</c:v>
                </c:pt>
                <c:pt idx="807">
                  <c:v>243.00045347093425</c:v>
                </c:pt>
                <c:pt idx="808">
                  <c:v>243.00045347093425</c:v>
                </c:pt>
                <c:pt idx="809">
                  <c:v>266.13267363939849</c:v>
                </c:pt>
                <c:pt idx="810">
                  <c:v>289.19185039900566</c:v>
                </c:pt>
                <c:pt idx="811">
                  <c:v>289.19185039900566</c:v>
                </c:pt>
                <c:pt idx="812">
                  <c:v>289.19185039900566</c:v>
                </c:pt>
                <c:pt idx="813">
                  <c:v>289.19185039900566</c:v>
                </c:pt>
                <c:pt idx="814">
                  <c:v>257.32385235241748</c:v>
                </c:pt>
                <c:pt idx="815">
                  <c:v>292.23175996284249</c:v>
                </c:pt>
                <c:pt idx="816">
                  <c:v>346.00285408388299</c:v>
                </c:pt>
                <c:pt idx="817">
                  <c:v>346.00285408388299</c:v>
                </c:pt>
                <c:pt idx="818">
                  <c:v>346.00285408388299</c:v>
                </c:pt>
                <c:pt idx="819">
                  <c:v>322.24802959133348</c:v>
                </c:pt>
                <c:pt idx="820">
                  <c:v>322.24802959133348</c:v>
                </c:pt>
                <c:pt idx="821">
                  <c:v>322.24802959133348</c:v>
                </c:pt>
                <c:pt idx="822">
                  <c:v>312.32932477352887</c:v>
                </c:pt>
                <c:pt idx="823">
                  <c:v>295.92261783326535</c:v>
                </c:pt>
                <c:pt idx="824">
                  <c:v>308.34156708780722</c:v>
                </c:pt>
                <c:pt idx="825">
                  <c:v>341.358769045901</c:v>
                </c:pt>
                <c:pt idx="826">
                  <c:v>379.32853425867575</c:v>
                </c:pt>
                <c:pt idx="827">
                  <c:v>389.27216009448728</c:v>
                </c:pt>
                <c:pt idx="828">
                  <c:v>389.27216009448728</c:v>
                </c:pt>
                <c:pt idx="829">
                  <c:v>449.59904531266113</c:v>
                </c:pt>
                <c:pt idx="830">
                  <c:v>449.59904531266113</c:v>
                </c:pt>
                <c:pt idx="831">
                  <c:v>432.52358876509277</c:v>
                </c:pt>
                <c:pt idx="832">
                  <c:v>432.52358876509277</c:v>
                </c:pt>
                <c:pt idx="833">
                  <c:v>432.52358876509277</c:v>
                </c:pt>
                <c:pt idx="834">
                  <c:v>433.48357321396418</c:v>
                </c:pt>
                <c:pt idx="835">
                  <c:v>480.34877102099381</c:v>
                </c:pt>
                <c:pt idx="836">
                  <c:v>484.98829215813709</c:v>
                </c:pt>
                <c:pt idx="837">
                  <c:v>450.67643903519604</c:v>
                </c:pt>
                <c:pt idx="838">
                  <c:v>479.82001907479969</c:v>
                </c:pt>
                <c:pt idx="839">
                  <c:v>480.71670424529424</c:v>
                </c:pt>
                <c:pt idx="840">
                  <c:v>490.81818951687973</c:v>
                </c:pt>
                <c:pt idx="841">
                  <c:v>490.81818951687973</c:v>
                </c:pt>
                <c:pt idx="842">
                  <c:v>514.25805345195124</c:v>
                </c:pt>
                <c:pt idx="843">
                  <c:v>493.58402343084293</c:v>
                </c:pt>
                <c:pt idx="844">
                  <c:v>493.58402343084293</c:v>
                </c:pt>
                <c:pt idx="845">
                  <c:v>459.08285320092693</c:v>
                </c:pt>
                <c:pt idx="846">
                  <c:v>415.45584770700157</c:v>
                </c:pt>
                <c:pt idx="847">
                  <c:v>388.28997154119401</c:v>
                </c:pt>
                <c:pt idx="848">
                  <c:v>399.77208871642057</c:v>
                </c:pt>
                <c:pt idx="849">
                  <c:v>333.09522907684004</c:v>
                </c:pt>
                <c:pt idx="850">
                  <c:v>313.4776873036472</c:v>
                </c:pt>
                <c:pt idx="851">
                  <c:v>316.14178018569868</c:v>
                </c:pt>
                <c:pt idx="852">
                  <c:v>297.57469409105164</c:v>
                </c:pt>
                <c:pt idx="853">
                  <c:v>297.57469409105164</c:v>
                </c:pt>
                <c:pt idx="854">
                  <c:v>317.09215436613147</c:v>
                </c:pt>
                <c:pt idx="855">
                  <c:v>265.31388160694559</c:v>
                </c:pt>
                <c:pt idx="856">
                  <c:v>265.31388160694559</c:v>
                </c:pt>
                <c:pt idx="857">
                  <c:v>275.60089166346387</c:v>
                </c:pt>
                <c:pt idx="858">
                  <c:v>230.54135277188453</c:v>
                </c:pt>
                <c:pt idx="859">
                  <c:v>243.61953322159363</c:v>
                </c:pt>
                <c:pt idx="860">
                  <c:v>207.78803379332098</c:v>
                </c:pt>
                <c:pt idx="861">
                  <c:v>248.54564171487652</c:v>
                </c:pt>
                <c:pt idx="862">
                  <c:v>248.54564171487652</c:v>
                </c:pt>
                <c:pt idx="863">
                  <c:v>225.53098850363457</c:v>
                </c:pt>
                <c:pt idx="864">
                  <c:v>225.53098850363457</c:v>
                </c:pt>
                <c:pt idx="865">
                  <c:v>233.68963246812245</c:v>
                </c:pt>
                <c:pt idx="866">
                  <c:v>237.50213708567574</c:v>
                </c:pt>
                <c:pt idx="867">
                  <c:v>258.65025185258514</c:v>
                </c:pt>
                <c:pt idx="868">
                  <c:v>511.65786695323942</c:v>
                </c:pt>
                <c:pt idx="869">
                  <c:v>670.5230394879228</c:v>
                </c:pt>
                <c:pt idx="870">
                  <c:v>772.53527202721989</c:v>
                </c:pt>
                <c:pt idx="871">
                  <c:v>772.53527202721989</c:v>
                </c:pt>
                <c:pt idx="872">
                  <c:v>915.80181146053587</c:v>
                </c:pt>
                <c:pt idx="873">
                  <c:v>862.65869523981712</c:v>
                </c:pt>
                <c:pt idx="874">
                  <c:v>862.65869523981712</c:v>
                </c:pt>
                <c:pt idx="875">
                  <c:v>992.19668368584462</c:v>
                </c:pt>
                <c:pt idx="876">
                  <c:v>919.87582204772616</c:v>
                </c:pt>
                <c:pt idx="877">
                  <c:v>919.87582204772616</c:v>
                </c:pt>
                <c:pt idx="878">
                  <c:v>1148.4752110613197</c:v>
                </c:pt>
                <c:pt idx="879">
                  <c:v>1302.9149756794463</c:v>
                </c:pt>
                <c:pt idx="880">
                  <c:v>1148.9657233004991</c:v>
                </c:pt>
                <c:pt idx="881">
                  <c:v>1231.1063903621769</c:v>
                </c:pt>
                <c:pt idx="882">
                  <c:v>1181.5105271255745</c:v>
                </c:pt>
                <c:pt idx="883">
                  <c:v>1181.5105271255745</c:v>
                </c:pt>
                <c:pt idx="884">
                  <c:v>1181.5105271255745</c:v>
                </c:pt>
                <c:pt idx="885">
                  <c:v>1078.7362776272898</c:v>
                </c:pt>
                <c:pt idx="886">
                  <c:v>1080.0763563214691</c:v>
                </c:pt>
                <c:pt idx="887">
                  <c:v>1009.2963250187511</c:v>
                </c:pt>
                <c:pt idx="888">
                  <c:v>864.9280499626434</c:v>
                </c:pt>
                <c:pt idx="889">
                  <c:v>737.36606695506464</c:v>
                </c:pt>
                <c:pt idx="890">
                  <c:v>737.36606695506464</c:v>
                </c:pt>
                <c:pt idx="891">
                  <c:v>729.25977794014034</c:v>
                </c:pt>
                <c:pt idx="892">
                  <c:v>729.25977794014034</c:v>
                </c:pt>
                <c:pt idx="893">
                  <c:v>695.22397740042197</c:v>
                </c:pt>
                <c:pt idx="894">
                  <c:v>643.68841640690357</c:v>
                </c:pt>
                <c:pt idx="895">
                  <c:v>643.68841640690357</c:v>
                </c:pt>
                <c:pt idx="896">
                  <c:v>652.23010666188054</c:v>
                </c:pt>
                <c:pt idx="897">
                  <c:v>652.23010666188054</c:v>
                </c:pt>
                <c:pt idx="898">
                  <c:v>417.51597614508864</c:v>
                </c:pt>
                <c:pt idx="899">
                  <c:v>417.51597614508864</c:v>
                </c:pt>
                <c:pt idx="900">
                  <c:v>413.35655294948918</c:v>
                </c:pt>
                <c:pt idx="901">
                  <c:v>491.73039211874618</c:v>
                </c:pt>
                <c:pt idx="902">
                  <c:v>453.50992107586899</c:v>
                </c:pt>
                <c:pt idx="903">
                  <c:v>453.50992107586899</c:v>
                </c:pt>
                <c:pt idx="904">
                  <c:v>453.50992107586899</c:v>
                </c:pt>
                <c:pt idx="905">
                  <c:v>462.92926006952621</c:v>
                </c:pt>
                <c:pt idx="906">
                  <c:v>393.1661794244842</c:v>
                </c:pt>
                <c:pt idx="907">
                  <c:v>395.77744644075875</c:v>
                </c:pt>
                <c:pt idx="908">
                  <c:v>445.87217364681334</c:v>
                </c:pt>
                <c:pt idx="909">
                  <c:v>517.54334554731815</c:v>
                </c:pt>
                <c:pt idx="910">
                  <c:v>517.54334554731815</c:v>
                </c:pt>
                <c:pt idx="911">
                  <c:v>500.19836664000525</c:v>
                </c:pt>
                <c:pt idx="912">
                  <c:v>545.94842586531354</c:v>
                </c:pt>
                <c:pt idx="913">
                  <c:v>609.58827587364681</c:v>
                </c:pt>
                <c:pt idx="914">
                  <c:v>669.74520954888771</c:v>
                </c:pt>
                <c:pt idx="915">
                  <c:v>623.29689679462376</c:v>
                </c:pt>
                <c:pt idx="916">
                  <c:v>563.64131007220374</c:v>
                </c:pt>
                <c:pt idx="917">
                  <c:v>572.0457951493853</c:v>
                </c:pt>
                <c:pt idx="918">
                  <c:v>571.4546237518116</c:v>
                </c:pt>
                <c:pt idx="919">
                  <c:v>585.32591962978995</c:v>
                </c:pt>
                <c:pt idx="920">
                  <c:v>634.79615626017346</c:v>
                </c:pt>
                <c:pt idx="921">
                  <c:v>552.26633784224373</c:v>
                </c:pt>
                <c:pt idx="922">
                  <c:v>560.33508071569224</c:v>
                </c:pt>
                <c:pt idx="923">
                  <c:v>560.33508071569224</c:v>
                </c:pt>
                <c:pt idx="924">
                  <c:v>567.21185801008198</c:v>
                </c:pt>
                <c:pt idx="925">
                  <c:v>567.21185801008198</c:v>
                </c:pt>
                <c:pt idx="926">
                  <c:v>530.95655686360703</c:v>
                </c:pt>
                <c:pt idx="927">
                  <c:v>530.95655686360703</c:v>
                </c:pt>
                <c:pt idx="928">
                  <c:v>504.65043732763678</c:v>
                </c:pt>
                <c:pt idx="929">
                  <c:v>469.04432500250374</c:v>
                </c:pt>
                <c:pt idx="930">
                  <c:v>437.03110897320806</c:v>
                </c:pt>
                <c:pt idx="931">
                  <c:v>437.03110897320806</c:v>
                </c:pt>
                <c:pt idx="932">
                  <c:v>375.72398783437768</c:v>
                </c:pt>
                <c:pt idx="933">
                  <c:v>317.89478665867773</c:v>
                </c:pt>
                <c:pt idx="934">
                  <c:v>317.89478665867773</c:v>
                </c:pt>
                <c:pt idx="935">
                  <c:v>299.70216557178139</c:v>
                </c:pt>
                <c:pt idx="936">
                  <c:v>316.65524060620828</c:v>
                </c:pt>
                <c:pt idx="937">
                  <c:v>288.36895682995902</c:v>
                </c:pt>
                <c:pt idx="938">
                  <c:v>329.66435308889299</c:v>
                </c:pt>
                <c:pt idx="939">
                  <c:v>292.55109661628757</c:v>
                </c:pt>
                <c:pt idx="940">
                  <c:v>277.03936982966093</c:v>
                </c:pt>
                <c:pt idx="941">
                  <c:v>276.23221053301097</c:v>
                </c:pt>
                <c:pt idx="942">
                  <c:v>273.91944746828267</c:v>
                </c:pt>
                <c:pt idx="943">
                  <c:v>276.49149909794846</c:v>
                </c:pt>
                <c:pt idx="944">
                  <c:v>243.18559826609217</c:v>
                </c:pt>
                <c:pt idx="945">
                  <c:v>243.18559826609217</c:v>
                </c:pt>
                <c:pt idx="946">
                  <c:v>257.91486378211061</c:v>
                </c:pt>
                <c:pt idx="947">
                  <c:v>256.0871160435824</c:v>
                </c:pt>
                <c:pt idx="948">
                  <c:v>256.0871160435824</c:v>
                </c:pt>
                <c:pt idx="949">
                  <c:v>270.16596098702331</c:v>
                </c:pt>
                <c:pt idx="950">
                  <c:v>274.31185643799239</c:v>
                </c:pt>
                <c:pt idx="951">
                  <c:v>268.96572462869568</c:v>
                </c:pt>
                <c:pt idx="952">
                  <c:v>282.9665791528513</c:v>
                </c:pt>
                <c:pt idx="953">
                  <c:v>304.55938142378477</c:v>
                </c:pt>
                <c:pt idx="954">
                  <c:v>304.55938142378477</c:v>
                </c:pt>
                <c:pt idx="955">
                  <c:v>333.49468750307722</c:v>
                </c:pt>
                <c:pt idx="956">
                  <c:v>343.09065222364421</c:v>
                </c:pt>
                <c:pt idx="957">
                  <c:v>343.09065222364421</c:v>
                </c:pt>
                <c:pt idx="958">
                  <c:v>303.23047003799252</c:v>
                </c:pt>
                <c:pt idx="959">
                  <c:v>303.23047003799252</c:v>
                </c:pt>
                <c:pt idx="960">
                  <c:v>287.48546888400324</c:v>
                </c:pt>
                <c:pt idx="961">
                  <c:v>287.48546888400324</c:v>
                </c:pt>
                <c:pt idx="962">
                  <c:v>265.42818486589027</c:v>
                </c:pt>
                <c:pt idx="963">
                  <c:v>365.045703870723</c:v>
                </c:pt>
                <c:pt idx="964">
                  <c:v>341.4971505433831</c:v>
                </c:pt>
                <c:pt idx="965">
                  <c:v>358.67950766831382</c:v>
                </c:pt>
                <c:pt idx="966">
                  <c:v>358.67950766831382</c:v>
                </c:pt>
                <c:pt idx="967">
                  <c:v>372.10949311387094</c:v>
                </c:pt>
                <c:pt idx="968">
                  <c:v>364.33978648392326</c:v>
                </c:pt>
                <c:pt idx="969">
                  <c:v>349.24471580952644</c:v>
                </c:pt>
                <c:pt idx="970">
                  <c:v>358.90861648773438</c:v>
                </c:pt>
                <c:pt idx="971">
                  <c:v>353.79074186787324</c:v>
                </c:pt>
                <c:pt idx="972">
                  <c:v>364.46703914607019</c:v>
                </c:pt>
                <c:pt idx="973">
                  <c:v>369.40524620965641</c:v>
                </c:pt>
                <c:pt idx="974">
                  <c:v>369.40524620965641</c:v>
                </c:pt>
                <c:pt idx="975">
                  <c:v>369.40524620965641</c:v>
                </c:pt>
                <c:pt idx="976">
                  <c:v>369.40524620965641</c:v>
                </c:pt>
                <c:pt idx="977">
                  <c:v>369.40524620965641</c:v>
                </c:pt>
                <c:pt idx="978">
                  <c:v>369.40524620965641</c:v>
                </c:pt>
                <c:pt idx="979">
                  <c:v>390.1615984711849</c:v>
                </c:pt>
                <c:pt idx="980">
                  <c:v>381.10477704324177</c:v>
                </c:pt>
                <c:pt idx="981">
                  <c:v>381.10477704324177</c:v>
                </c:pt>
                <c:pt idx="982">
                  <c:v>415.19046952848021</c:v>
                </c:pt>
                <c:pt idx="983">
                  <c:v>329.37375083667348</c:v>
                </c:pt>
                <c:pt idx="984">
                  <c:v>354.5544689669606</c:v>
                </c:pt>
                <c:pt idx="985">
                  <c:v>306.55086998051229</c:v>
                </c:pt>
                <c:pt idx="986">
                  <c:v>302.34468392241075</c:v>
                </c:pt>
                <c:pt idx="987">
                  <c:v>273.67128014124336</c:v>
                </c:pt>
                <c:pt idx="988">
                  <c:v>266.10306789665663</c:v>
                </c:pt>
                <c:pt idx="989">
                  <c:v>285.27918772128334</c:v>
                </c:pt>
                <c:pt idx="990">
                  <c:v>271.63999574730644</c:v>
                </c:pt>
                <c:pt idx="991">
                  <c:v>285.72255414974222</c:v>
                </c:pt>
                <c:pt idx="992">
                  <c:v>230.80899131242023</c:v>
                </c:pt>
                <c:pt idx="993">
                  <c:v>225.529305910978</c:v>
                </c:pt>
                <c:pt idx="994">
                  <c:v>225.529305910978</c:v>
                </c:pt>
                <c:pt idx="995">
                  <c:v>225.529305910978</c:v>
                </c:pt>
                <c:pt idx="996">
                  <c:v>221.4596894145474</c:v>
                </c:pt>
                <c:pt idx="997">
                  <c:v>212.21537848197724</c:v>
                </c:pt>
                <c:pt idx="998">
                  <c:v>212.21537848197724</c:v>
                </c:pt>
                <c:pt idx="999">
                  <c:v>173.664404221528</c:v>
                </c:pt>
                <c:pt idx="1000">
                  <c:v>173.664404221528</c:v>
                </c:pt>
                <c:pt idx="1001">
                  <c:v>190.05417697709055</c:v>
                </c:pt>
                <c:pt idx="1002">
                  <c:v>190.05417697709055</c:v>
                </c:pt>
                <c:pt idx="1003">
                  <c:v>188.73311758934634</c:v>
                </c:pt>
                <c:pt idx="1004">
                  <c:v>185.45652183142354</c:v>
                </c:pt>
                <c:pt idx="1005">
                  <c:v>186.13660457674612</c:v>
                </c:pt>
                <c:pt idx="1006">
                  <c:v>189.05890952367682</c:v>
                </c:pt>
                <c:pt idx="1007">
                  <c:v>214.91641663989481</c:v>
                </c:pt>
                <c:pt idx="1008">
                  <c:v>210.24420942386564</c:v>
                </c:pt>
                <c:pt idx="1009">
                  <c:v>190.84075776453074</c:v>
                </c:pt>
                <c:pt idx="1010">
                  <c:v>202.68846898112298</c:v>
                </c:pt>
                <c:pt idx="1011">
                  <c:v>202.68846898112298</c:v>
                </c:pt>
                <c:pt idx="1012">
                  <c:v>223.20691866275837</c:v>
                </c:pt>
                <c:pt idx="1013">
                  <c:v>281.20385524499335</c:v>
                </c:pt>
                <c:pt idx="1014">
                  <c:v>281.20385524499335</c:v>
                </c:pt>
                <c:pt idx="1015">
                  <c:v>281.20385524499335</c:v>
                </c:pt>
                <c:pt idx="1016">
                  <c:v>281.0167819000302</c:v>
                </c:pt>
                <c:pt idx="1017">
                  <c:v>337.17818230827697</c:v>
                </c:pt>
                <c:pt idx="1018">
                  <c:v>354.23090220730779</c:v>
                </c:pt>
                <c:pt idx="1019">
                  <c:v>354.23090220730779</c:v>
                </c:pt>
                <c:pt idx="1020">
                  <c:v>355.50022288334145</c:v>
                </c:pt>
                <c:pt idx="1021">
                  <c:v>335.38562629409154</c:v>
                </c:pt>
                <c:pt idx="1022">
                  <c:v>335.38562629409154</c:v>
                </c:pt>
                <c:pt idx="1023">
                  <c:v>359.30523769435354</c:v>
                </c:pt>
                <c:pt idx="1024">
                  <c:v>366.90290664801569</c:v>
                </c:pt>
                <c:pt idx="1025">
                  <c:v>339.17697721154724</c:v>
                </c:pt>
                <c:pt idx="1026">
                  <c:v>341.77763857260385</c:v>
                </c:pt>
                <c:pt idx="1027">
                  <c:v>340.61432068952058</c:v>
                </c:pt>
                <c:pt idx="1028">
                  <c:v>426.6164065495239</c:v>
                </c:pt>
                <c:pt idx="1029">
                  <c:v>426.6164065495239</c:v>
                </c:pt>
                <c:pt idx="1030">
                  <c:v>438.17019877812487</c:v>
                </c:pt>
                <c:pt idx="1031">
                  <c:v>425.3946979926211</c:v>
                </c:pt>
                <c:pt idx="1032">
                  <c:v>425.85243590380861</c:v>
                </c:pt>
                <c:pt idx="1033">
                  <c:v>369.58581522818474</c:v>
                </c:pt>
                <c:pt idx="1034">
                  <c:v>369.58581522818474</c:v>
                </c:pt>
                <c:pt idx="1035">
                  <c:v>369.58581522818474</c:v>
                </c:pt>
                <c:pt idx="1036">
                  <c:v>402.18791038243512</c:v>
                </c:pt>
                <c:pt idx="1037">
                  <c:v>355.87028893919444</c:v>
                </c:pt>
                <c:pt idx="1038">
                  <c:v>341.79630458432598</c:v>
                </c:pt>
                <c:pt idx="1039">
                  <c:v>341.79630458432598</c:v>
                </c:pt>
                <c:pt idx="1040">
                  <c:v>330.49304747292996</c:v>
                </c:pt>
                <c:pt idx="1041">
                  <c:v>350.30362038304037</c:v>
                </c:pt>
                <c:pt idx="1042">
                  <c:v>350.30362038304037</c:v>
                </c:pt>
                <c:pt idx="1043">
                  <c:v>339.21030230861396</c:v>
                </c:pt>
                <c:pt idx="1044">
                  <c:v>344.16861578025839</c:v>
                </c:pt>
                <c:pt idx="1045">
                  <c:v>389.75672483751737</c:v>
                </c:pt>
                <c:pt idx="1046">
                  <c:v>389.75672483751737</c:v>
                </c:pt>
                <c:pt idx="1047">
                  <c:v>389.75672483751737</c:v>
                </c:pt>
                <c:pt idx="1048">
                  <c:v>331.08026671356538</c:v>
                </c:pt>
                <c:pt idx="1049">
                  <c:v>342.14522214504763</c:v>
                </c:pt>
                <c:pt idx="1050">
                  <c:v>319.83355303027872</c:v>
                </c:pt>
                <c:pt idx="1051">
                  <c:v>389.43068740249316</c:v>
                </c:pt>
                <c:pt idx="1052">
                  <c:v>425.19840319847651</c:v>
                </c:pt>
                <c:pt idx="1053">
                  <c:v>426.72707136576958</c:v>
                </c:pt>
                <c:pt idx="1054">
                  <c:v>403.51968716632217</c:v>
                </c:pt>
                <c:pt idx="1055">
                  <c:v>387.52176861686212</c:v>
                </c:pt>
                <c:pt idx="1056">
                  <c:v>352.14464359058547</c:v>
                </c:pt>
                <c:pt idx="1057">
                  <c:v>376.95259351003727</c:v>
                </c:pt>
                <c:pt idx="1058">
                  <c:v>347.89795590285752</c:v>
                </c:pt>
                <c:pt idx="1059">
                  <c:v>327.83280484870534</c:v>
                </c:pt>
                <c:pt idx="1060">
                  <c:v>319.04355179338324</c:v>
                </c:pt>
                <c:pt idx="1061">
                  <c:v>307.10698496934447</c:v>
                </c:pt>
                <c:pt idx="1062">
                  <c:v>303.1365335746807</c:v>
                </c:pt>
                <c:pt idx="1063">
                  <c:v>303.1365335746807</c:v>
                </c:pt>
                <c:pt idx="1064">
                  <c:v>304.2968191945335</c:v>
                </c:pt>
                <c:pt idx="1065">
                  <c:v>292.13911955207334</c:v>
                </c:pt>
                <c:pt idx="1066">
                  <c:v>272.37058841008906</c:v>
                </c:pt>
                <c:pt idx="1067">
                  <c:v>272.37058841008906</c:v>
                </c:pt>
                <c:pt idx="1068">
                  <c:v>261.04322929349831</c:v>
                </c:pt>
                <c:pt idx="1069">
                  <c:v>246.29311028070046</c:v>
                </c:pt>
                <c:pt idx="1070">
                  <c:v>237.7254012030933</c:v>
                </c:pt>
                <c:pt idx="1071">
                  <c:v>181.54581419650665</c:v>
                </c:pt>
                <c:pt idx="1072">
                  <c:v>146.61348564195799</c:v>
                </c:pt>
                <c:pt idx="1073">
                  <c:v>155.66182057198964</c:v>
                </c:pt>
                <c:pt idx="1074">
                  <c:v>154.08341811200381</c:v>
                </c:pt>
                <c:pt idx="1075">
                  <c:v>147.69883517191514</c:v>
                </c:pt>
                <c:pt idx="1076">
                  <c:v>143.37817154503279</c:v>
                </c:pt>
                <c:pt idx="1077">
                  <c:v>143.37817154503279</c:v>
                </c:pt>
                <c:pt idx="1078">
                  <c:v>159.81834716234033</c:v>
                </c:pt>
                <c:pt idx="1079">
                  <c:v>192.94757301537174</c:v>
                </c:pt>
                <c:pt idx="1080">
                  <c:v>191.28396781139347</c:v>
                </c:pt>
                <c:pt idx="1081">
                  <c:v>219.2886696799726</c:v>
                </c:pt>
                <c:pt idx="1082">
                  <c:v>270.77376632184513</c:v>
                </c:pt>
                <c:pt idx="1083">
                  <c:v>353.12040948247346</c:v>
                </c:pt>
                <c:pt idx="1084">
                  <c:v>353.12040948247346</c:v>
                </c:pt>
                <c:pt idx="1085">
                  <c:v>327.43756947723153</c:v>
                </c:pt>
                <c:pt idx="1086">
                  <c:v>335.70890518113089</c:v>
                </c:pt>
                <c:pt idx="1087">
                  <c:v>335.70890518113089</c:v>
                </c:pt>
                <c:pt idx="1088">
                  <c:v>331.30909762764628</c:v>
                </c:pt>
                <c:pt idx="1089">
                  <c:v>313.18363304070112</c:v>
                </c:pt>
                <c:pt idx="1090">
                  <c:v>300.71120095718601</c:v>
                </c:pt>
                <c:pt idx="1091">
                  <c:v>300.71120095718601</c:v>
                </c:pt>
                <c:pt idx="1092">
                  <c:v>300.71120095718601</c:v>
                </c:pt>
                <c:pt idx="1093">
                  <c:v>318.69936180569101</c:v>
                </c:pt>
                <c:pt idx="1094">
                  <c:v>318.69936180569101</c:v>
                </c:pt>
                <c:pt idx="1095">
                  <c:v>318.69936180569101</c:v>
                </c:pt>
                <c:pt idx="1096">
                  <c:v>313.39865851710096</c:v>
                </c:pt>
                <c:pt idx="1097">
                  <c:v>299.44472094327301</c:v>
                </c:pt>
                <c:pt idx="1098">
                  <c:v>299.44472094327301</c:v>
                </c:pt>
                <c:pt idx="1099">
                  <c:v>297.67100710447062</c:v>
                </c:pt>
                <c:pt idx="1100">
                  <c:v>337.68955138235748</c:v>
                </c:pt>
                <c:pt idx="1101">
                  <c:v>336.66205358690382</c:v>
                </c:pt>
                <c:pt idx="1102">
                  <c:v>306.51940503628248</c:v>
                </c:pt>
                <c:pt idx="1103">
                  <c:v>228.64096671495872</c:v>
                </c:pt>
                <c:pt idx="1104">
                  <c:v>216.28237604242463</c:v>
                </c:pt>
                <c:pt idx="1105">
                  <c:v>223.97007698620175</c:v>
                </c:pt>
                <c:pt idx="1106">
                  <c:v>240.73862349705345</c:v>
                </c:pt>
                <c:pt idx="1107">
                  <c:v>216.67907675724641</c:v>
                </c:pt>
                <c:pt idx="1108">
                  <c:v>216.67907675724641</c:v>
                </c:pt>
                <c:pt idx="1109">
                  <c:v>228.72685131172017</c:v>
                </c:pt>
                <c:pt idx="1110">
                  <c:v>295.0058547564966</c:v>
                </c:pt>
                <c:pt idx="1111">
                  <c:v>295.0058547564966</c:v>
                </c:pt>
                <c:pt idx="1112">
                  <c:v>302.91560576366453</c:v>
                </c:pt>
                <c:pt idx="1113">
                  <c:v>283.17369424382332</c:v>
                </c:pt>
                <c:pt idx="1114">
                  <c:v>290.4300162840708</c:v>
                </c:pt>
                <c:pt idx="1115">
                  <c:v>290.4300162840708</c:v>
                </c:pt>
                <c:pt idx="1116">
                  <c:v>310.3883225296878</c:v>
                </c:pt>
                <c:pt idx="1117">
                  <c:v>328.65909085174576</c:v>
                </c:pt>
                <c:pt idx="1118">
                  <c:v>328.65909085174576</c:v>
                </c:pt>
                <c:pt idx="1119">
                  <c:v>328.65909085174576</c:v>
                </c:pt>
                <c:pt idx="1120">
                  <c:v>301.22621147162897</c:v>
                </c:pt>
                <c:pt idx="1121">
                  <c:v>301.22621147162897</c:v>
                </c:pt>
                <c:pt idx="1122">
                  <c:v>274.31372712900179</c:v>
                </c:pt>
                <c:pt idx="1123">
                  <c:v>274.31372712900179</c:v>
                </c:pt>
                <c:pt idx="1124">
                  <c:v>272.73914321630218</c:v>
                </c:pt>
                <c:pt idx="1125">
                  <c:v>324.47168116721667</c:v>
                </c:pt>
                <c:pt idx="1126">
                  <c:v>300.45278905168857</c:v>
                </c:pt>
                <c:pt idx="1127">
                  <c:v>320.18063488492095</c:v>
                </c:pt>
                <c:pt idx="1128">
                  <c:v>320.18063488492095</c:v>
                </c:pt>
                <c:pt idx="1129">
                  <c:v>325.02182905708946</c:v>
                </c:pt>
                <c:pt idx="1130">
                  <c:v>285.87126219829838</c:v>
                </c:pt>
                <c:pt idx="1131">
                  <c:v>285.87126219829838</c:v>
                </c:pt>
                <c:pt idx="1132">
                  <c:v>247.54416309016244</c:v>
                </c:pt>
                <c:pt idx="1133">
                  <c:v>237.23509072689217</c:v>
                </c:pt>
                <c:pt idx="1134">
                  <c:v>242.33930453257116</c:v>
                </c:pt>
                <c:pt idx="1135">
                  <c:v>264.64395006998598</c:v>
                </c:pt>
                <c:pt idx="1136">
                  <c:v>278.90742721039993</c:v>
                </c:pt>
                <c:pt idx="1137">
                  <c:v>278.90742721039993</c:v>
                </c:pt>
                <c:pt idx="1138">
                  <c:v>278.90742721039993</c:v>
                </c:pt>
                <c:pt idx="1139">
                  <c:v>271.86142712058131</c:v>
                </c:pt>
                <c:pt idx="1140">
                  <c:v>271.86142712058131</c:v>
                </c:pt>
                <c:pt idx="1141">
                  <c:v>271.86142712058131</c:v>
                </c:pt>
                <c:pt idx="1142">
                  <c:v>291.21120664172651</c:v>
                </c:pt>
                <c:pt idx="1143">
                  <c:v>291.21120664172651</c:v>
                </c:pt>
                <c:pt idx="1144">
                  <c:v>303.28963678289421</c:v>
                </c:pt>
                <c:pt idx="1145">
                  <c:v>244.02611272201111</c:v>
                </c:pt>
                <c:pt idx="1146">
                  <c:v>280.35830010214352</c:v>
                </c:pt>
                <c:pt idx="1147">
                  <c:v>286.24601399524641</c:v>
                </c:pt>
                <c:pt idx="1148">
                  <c:v>286.24601399524641</c:v>
                </c:pt>
                <c:pt idx="1149">
                  <c:v>299.73313562009309</c:v>
                </c:pt>
                <c:pt idx="1150">
                  <c:v>278.94158402195092</c:v>
                </c:pt>
                <c:pt idx="1151">
                  <c:v>278.94158402195092</c:v>
                </c:pt>
                <c:pt idx="1152">
                  <c:v>304.99551293687091</c:v>
                </c:pt>
                <c:pt idx="1153">
                  <c:v>295.54039115109168</c:v>
                </c:pt>
                <c:pt idx="1154">
                  <c:v>270.25594617230695</c:v>
                </c:pt>
                <c:pt idx="1155">
                  <c:v>238.63608881380452</c:v>
                </c:pt>
                <c:pt idx="1156">
                  <c:v>187.90713622356054</c:v>
                </c:pt>
                <c:pt idx="1157">
                  <c:v>187.90713622356054</c:v>
                </c:pt>
                <c:pt idx="1158">
                  <c:v>187.90713622356054</c:v>
                </c:pt>
                <c:pt idx="1159">
                  <c:v>187.262307232659</c:v>
                </c:pt>
                <c:pt idx="1160">
                  <c:v>187.262307232659</c:v>
                </c:pt>
                <c:pt idx="1161">
                  <c:v>186.25868689405181</c:v>
                </c:pt>
                <c:pt idx="1162">
                  <c:v>186.25868689405181</c:v>
                </c:pt>
                <c:pt idx="1163">
                  <c:v>186.25868689405181</c:v>
                </c:pt>
                <c:pt idx="1164">
                  <c:v>192.57950833480254</c:v>
                </c:pt>
                <c:pt idx="1165">
                  <c:v>211.35163568650222</c:v>
                </c:pt>
                <c:pt idx="1166">
                  <c:v>180.67521397808221</c:v>
                </c:pt>
                <c:pt idx="1167">
                  <c:v>212.65805054481874</c:v>
                </c:pt>
                <c:pt idx="1168">
                  <c:v>212.65805054481874</c:v>
                </c:pt>
                <c:pt idx="1169">
                  <c:v>183.78530626190275</c:v>
                </c:pt>
                <c:pt idx="1170">
                  <c:v>199.2096212744062</c:v>
                </c:pt>
                <c:pt idx="1171">
                  <c:v>199.2096212744062</c:v>
                </c:pt>
                <c:pt idx="1172">
                  <c:v>175.80297183084701</c:v>
                </c:pt>
                <c:pt idx="1173">
                  <c:v>190.84251316606466</c:v>
                </c:pt>
                <c:pt idx="1174">
                  <c:v>198.61655756976572</c:v>
                </c:pt>
                <c:pt idx="1175">
                  <c:v>207.00864086535969</c:v>
                </c:pt>
                <c:pt idx="1176">
                  <c:v>231.70100465304634</c:v>
                </c:pt>
                <c:pt idx="1177">
                  <c:v>231.70100465304634</c:v>
                </c:pt>
                <c:pt idx="1178">
                  <c:v>231.70100465304634</c:v>
                </c:pt>
                <c:pt idx="1179">
                  <c:v>231.70100465304634</c:v>
                </c:pt>
                <c:pt idx="1180">
                  <c:v>225.03064927160261</c:v>
                </c:pt>
                <c:pt idx="1181">
                  <c:v>233.1653435655397</c:v>
                </c:pt>
                <c:pt idx="1182">
                  <c:v>233.1653435655397</c:v>
                </c:pt>
                <c:pt idx="1183">
                  <c:v>233.1653435655397</c:v>
                </c:pt>
                <c:pt idx="1184">
                  <c:v>195.20381838663866</c:v>
                </c:pt>
                <c:pt idx="1185">
                  <c:v>195.20381838663866</c:v>
                </c:pt>
                <c:pt idx="1186">
                  <c:v>198.81006124212803</c:v>
                </c:pt>
                <c:pt idx="1187">
                  <c:v>115.39097249961399</c:v>
                </c:pt>
                <c:pt idx="1188">
                  <c:v>327.37705669131282</c:v>
                </c:pt>
                <c:pt idx="1189">
                  <c:v>379.97027967502004</c:v>
                </c:pt>
                <c:pt idx="1190">
                  <c:v>458.43895184556925</c:v>
                </c:pt>
                <c:pt idx="1191">
                  <c:v>458.43895184556925</c:v>
                </c:pt>
                <c:pt idx="1192">
                  <c:v>552.62714068609148</c:v>
                </c:pt>
                <c:pt idx="1193">
                  <c:v>499.42414696328916</c:v>
                </c:pt>
                <c:pt idx="1194">
                  <c:v>499.42414696328916</c:v>
                </c:pt>
                <c:pt idx="1195">
                  <c:v>688.86175224371834</c:v>
                </c:pt>
                <c:pt idx="1196">
                  <c:v>599.10962091082604</c:v>
                </c:pt>
                <c:pt idx="1197">
                  <c:v>584.65632270757146</c:v>
                </c:pt>
                <c:pt idx="1198">
                  <c:v>584.65632270757146</c:v>
                </c:pt>
                <c:pt idx="1199">
                  <c:v>584.65632270757146</c:v>
                </c:pt>
                <c:pt idx="1200">
                  <c:v>641.74886638251883</c:v>
                </c:pt>
                <c:pt idx="1201">
                  <c:v>610.34805756962044</c:v>
                </c:pt>
                <c:pt idx="1202">
                  <c:v>548.98572885987414</c:v>
                </c:pt>
                <c:pt idx="1203">
                  <c:v>590.40374435064371</c:v>
                </c:pt>
                <c:pt idx="1204">
                  <c:v>647.35249241454278</c:v>
                </c:pt>
                <c:pt idx="1205">
                  <c:v>605.83282503264059</c:v>
                </c:pt>
                <c:pt idx="1206">
                  <c:v>605.83282503264059</c:v>
                </c:pt>
                <c:pt idx="1207">
                  <c:v>605.83282503264059</c:v>
                </c:pt>
                <c:pt idx="1208">
                  <c:v>491.80211222584984</c:v>
                </c:pt>
                <c:pt idx="1209">
                  <c:v>510.53358230691896</c:v>
                </c:pt>
                <c:pt idx="1210">
                  <c:v>484.35557648483416</c:v>
                </c:pt>
                <c:pt idx="1211">
                  <c:v>484.35557648483416</c:v>
                </c:pt>
                <c:pt idx="1212">
                  <c:v>464.78911687006456</c:v>
                </c:pt>
                <c:pt idx="1213">
                  <c:v>503.01008436272093</c:v>
                </c:pt>
                <c:pt idx="1214">
                  <c:v>503.01008436272093</c:v>
                </c:pt>
                <c:pt idx="1215">
                  <c:v>361.18855327236196</c:v>
                </c:pt>
                <c:pt idx="1216">
                  <c:v>388.7928747702652</c:v>
                </c:pt>
                <c:pt idx="1217">
                  <c:v>354.92525997781235</c:v>
                </c:pt>
                <c:pt idx="1218">
                  <c:v>354.92525997781235</c:v>
                </c:pt>
                <c:pt idx="1219">
                  <c:v>354.92525997781235</c:v>
                </c:pt>
                <c:pt idx="1220">
                  <c:v>330.93012426401793</c:v>
                </c:pt>
                <c:pt idx="1221">
                  <c:v>352.90155237758296</c:v>
                </c:pt>
                <c:pt idx="1222">
                  <c:v>352.02914195111595</c:v>
                </c:pt>
                <c:pt idx="1223">
                  <c:v>296.47125633143838</c:v>
                </c:pt>
                <c:pt idx="1224">
                  <c:v>296.47125633143838</c:v>
                </c:pt>
                <c:pt idx="1225">
                  <c:v>302.90280010503022</c:v>
                </c:pt>
                <c:pt idx="1226">
                  <c:v>302.90280010503022</c:v>
                </c:pt>
                <c:pt idx="1227">
                  <c:v>296.63567300840674</c:v>
                </c:pt>
                <c:pt idx="1228">
                  <c:v>322.79781377022744</c:v>
                </c:pt>
                <c:pt idx="1229">
                  <c:v>281.12553939829604</c:v>
                </c:pt>
                <c:pt idx="1230">
                  <c:v>281.12553939829604</c:v>
                </c:pt>
                <c:pt idx="1231">
                  <c:v>255.77526821573764</c:v>
                </c:pt>
                <c:pt idx="1232">
                  <c:v>351.1391505470848</c:v>
                </c:pt>
                <c:pt idx="1233">
                  <c:v>332.75146973870682</c:v>
                </c:pt>
                <c:pt idx="1234">
                  <c:v>332.75146973870682</c:v>
                </c:pt>
                <c:pt idx="1235">
                  <c:v>354.42272265342058</c:v>
                </c:pt>
                <c:pt idx="1236">
                  <c:v>353.33142857153302</c:v>
                </c:pt>
                <c:pt idx="1237">
                  <c:v>383.63042307199873</c:v>
                </c:pt>
                <c:pt idx="1238">
                  <c:v>383.63042307199873</c:v>
                </c:pt>
                <c:pt idx="1239">
                  <c:v>363.07320647971665</c:v>
                </c:pt>
                <c:pt idx="1240">
                  <c:v>400.08440336314624</c:v>
                </c:pt>
                <c:pt idx="1241">
                  <c:v>363.78224195186539</c:v>
                </c:pt>
                <c:pt idx="1242">
                  <c:v>380.13426804427974</c:v>
                </c:pt>
                <c:pt idx="1243">
                  <c:v>459.50638527602274</c:v>
                </c:pt>
                <c:pt idx="1244">
                  <c:v>480.28871332245086</c:v>
                </c:pt>
                <c:pt idx="1245">
                  <c:v>480.28871332245086</c:v>
                </c:pt>
                <c:pt idx="1246">
                  <c:v>449.31777014381532</c:v>
                </c:pt>
                <c:pt idx="1247">
                  <c:v>473.24592215510904</c:v>
                </c:pt>
                <c:pt idx="1248">
                  <c:v>473.24592215510904</c:v>
                </c:pt>
                <c:pt idx="1249">
                  <c:v>473.24592215510904</c:v>
                </c:pt>
                <c:pt idx="1250">
                  <c:v>499.44559552630454</c:v>
                </c:pt>
                <c:pt idx="1251">
                  <c:v>571.26243269859333</c:v>
                </c:pt>
                <c:pt idx="1252">
                  <c:v>489.11056756877753</c:v>
                </c:pt>
                <c:pt idx="1253">
                  <c:v>485.32662992002821</c:v>
                </c:pt>
                <c:pt idx="1254">
                  <c:v>488.35847009425095</c:v>
                </c:pt>
                <c:pt idx="1255">
                  <c:v>510.09547057149513</c:v>
                </c:pt>
                <c:pt idx="1256">
                  <c:v>513.54701009805001</c:v>
                </c:pt>
                <c:pt idx="1257">
                  <c:v>513.54701009805001</c:v>
                </c:pt>
                <c:pt idx="1258">
                  <c:v>513.54701009805001</c:v>
                </c:pt>
                <c:pt idx="1259">
                  <c:v>548.53940302656008</c:v>
                </c:pt>
                <c:pt idx="1260">
                  <c:v>512.10097206448177</c:v>
                </c:pt>
                <c:pt idx="1261">
                  <c:v>512.10097206448177</c:v>
                </c:pt>
                <c:pt idx="1262">
                  <c:v>526.9474798559844</c:v>
                </c:pt>
                <c:pt idx="1263">
                  <c:v>472.70706585129108</c:v>
                </c:pt>
                <c:pt idx="1264">
                  <c:v>410.91583602198051</c:v>
                </c:pt>
                <c:pt idx="1265">
                  <c:v>410.91583602198051</c:v>
                </c:pt>
                <c:pt idx="1266">
                  <c:v>440.957905332716</c:v>
                </c:pt>
                <c:pt idx="1267">
                  <c:v>412.2289348844098</c:v>
                </c:pt>
                <c:pt idx="1268">
                  <c:v>412.2289348844098</c:v>
                </c:pt>
                <c:pt idx="1269">
                  <c:v>421.94394744246767</c:v>
                </c:pt>
                <c:pt idx="1270">
                  <c:v>349.6609094045952</c:v>
                </c:pt>
                <c:pt idx="1271">
                  <c:v>288.44497681909121</c:v>
                </c:pt>
                <c:pt idx="1272">
                  <c:v>258.714514546884</c:v>
                </c:pt>
                <c:pt idx="1273">
                  <c:v>245.52687539508509</c:v>
                </c:pt>
                <c:pt idx="1274">
                  <c:v>234.78092046952204</c:v>
                </c:pt>
                <c:pt idx="1275">
                  <c:v>234.78092046952204</c:v>
                </c:pt>
                <c:pt idx="1276">
                  <c:v>203.79792593276977</c:v>
                </c:pt>
                <c:pt idx="1277">
                  <c:v>230.68954398399799</c:v>
                </c:pt>
                <c:pt idx="1278">
                  <c:v>227.97918872783148</c:v>
                </c:pt>
                <c:pt idx="1279">
                  <c:v>227.97918872783148</c:v>
                </c:pt>
                <c:pt idx="1280">
                  <c:v>231.96319739347271</c:v>
                </c:pt>
                <c:pt idx="1281">
                  <c:v>246.07080367124797</c:v>
                </c:pt>
                <c:pt idx="1282">
                  <c:v>240.20929176624998</c:v>
                </c:pt>
                <c:pt idx="1283">
                  <c:v>240.20929176624998</c:v>
                </c:pt>
                <c:pt idx="1284">
                  <c:v>239.84262138779178</c:v>
                </c:pt>
                <c:pt idx="1285">
                  <c:v>239.84262138779178</c:v>
                </c:pt>
                <c:pt idx="1286">
                  <c:v>254.60490015850246</c:v>
                </c:pt>
                <c:pt idx="1287">
                  <c:v>243.99335340489415</c:v>
                </c:pt>
                <c:pt idx="1288">
                  <c:v>322.57886367175371</c:v>
                </c:pt>
                <c:pt idx="1289">
                  <c:v>284.24942307785648</c:v>
                </c:pt>
                <c:pt idx="1290">
                  <c:v>295.9069032731411</c:v>
                </c:pt>
                <c:pt idx="1291">
                  <c:v>309.42982242585617</c:v>
                </c:pt>
                <c:pt idx="1292">
                  <c:v>305.04068197671216</c:v>
                </c:pt>
                <c:pt idx="1293">
                  <c:v>298.93717349961554</c:v>
                </c:pt>
                <c:pt idx="1294">
                  <c:v>289.98241404675679</c:v>
                </c:pt>
                <c:pt idx="1295">
                  <c:v>289.98241404675679</c:v>
                </c:pt>
                <c:pt idx="1296">
                  <c:v>289.98241404675679</c:v>
                </c:pt>
                <c:pt idx="1297">
                  <c:v>254.55173717354626</c:v>
                </c:pt>
                <c:pt idx="1298">
                  <c:v>257.40976145011098</c:v>
                </c:pt>
                <c:pt idx="1299">
                  <c:v>257.40976145011098</c:v>
                </c:pt>
                <c:pt idx="1300">
                  <c:v>236.37402335608871</c:v>
                </c:pt>
                <c:pt idx="1301">
                  <c:v>231.8682470591344</c:v>
                </c:pt>
                <c:pt idx="1302">
                  <c:v>216.69518069517591</c:v>
                </c:pt>
                <c:pt idx="1303">
                  <c:v>216.69518069517591</c:v>
                </c:pt>
                <c:pt idx="1304">
                  <c:v>233.52408116062432</c:v>
                </c:pt>
                <c:pt idx="1305">
                  <c:v>233.52408116062432</c:v>
                </c:pt>
                <c:pt idx="1306">
                  <c:v>254.77598062856276</c:v>
                </c:pt>
                <c:pt idx="1307">
                  <c:v>272.37387826711171</c:v>
                </c:pt>
                <c:pt idx="1308">
                  <c:v>204.73711304949151</c:v>
                </c:pt>
                <c:pt idx="1309">
                  <c:v>206.84126855176447</c:v>
                </c:pt>
                <c:pt idx="1310">
                  <c:v>231.63267983826674</c:v>
                </c:pt>
                <c:pt idx="1311">
                  <c:v>231.63267983826674</c:v>
                </c:pt>
                <c:pt idx="1312">
                  <c:v>231.25564093372063</c:v>
                </c:pt>
                <c:pt idx="1313">
                  <c:v>247.159579165536</c:v>
                </c:pt>
                <c:pt idx="1314">
                  <c:v>234.49187144244186</c:v>
                </c:pt>
                <c:pt idx="1315">
                  <c:v>265.97985453742803</c:v>
                </c:pt>
                <c:pt idx="1316">
                  <c:v>265.97985453742803</c:v>
                </c:pt>
                <c:pt idx="1317">
                  <c:v>277.98843727946371</c:v>
                </c:pt>
                <c:pt idx="1318">
                  <c:v>282.02051139006801</c:v>
                </c:pt>
                <c:pt idx="1319">
                  <c:v>282.02051139006801</c:v>
                </c:pt>
                <c:pt idx="1320">
                  <c:v>307.20593021445205</c:v>
                </c:pt>
                <c:pt idx="1321">
                  <c:v>288.85946296551674</c:v>
                </c:pt>
                <c:pt idx="1322">
                  <c:v>314.28357082930103</c:v>
                </c:pt>
                <c:pt idx="1323">
                  <c:v>314.28357082930103</c:v>
                </c:pt>
                <c:pt idx="1324">
                  <c:v>315.29634524168227</c:v>
                </c:pt>
                <c:pt idx="1325">
                  <c:v>294.58971311680364</c:v>
                </c:pt>
                <c:pt idx="1326">
                  <c:v>250.29249682761287</c:v>
                </c:pt>
                <c:pt idx="1327">
                  <c:v>250.93445100721777</c:v>
                </c:pt>
                <c:pt idx="1328">
                  <c:v>215.8472385221767</c:v>
                </c:pt>
                <c:pt idx="1329">
                  <c:v>238.02184905321477</c:v>
                </c:pt>
                <c:pt idx="1330">
                  <c:v>189.57331157645251</c:v>
                </c:pt>
                <c:pt idx="1331">
                  <c:v>185.419278874772</c:v>
                </c:pt>
                <c:pt idx="1332">
                  <c:v>223.48652082292958</c:v>
                </c:pt>
                <c:pt idx="1333">
                  <c:v>223.48652082292958</c:v>
                </c:pt>
                <c:pt idx="1334">
                  <c:v>273.03394452633933</c:v>
                </c:pt>
                <c:pt idx="1335">
                  <c:v>222.74773324560076</c:v>
                </c:pt>
                <c:pt idx="1336">
                  <c:v>222.74773324560076</c:v>
                </c:pt>
                <c:pt idx="1337">
                  <c:v>222.74773324560076</c:v>
                </c:pt>
                <c:pt idx="1338">
                  <c:v>204.20103088764156</c:v>
                </c:pt>
                <c:pt idx="1339">
                  <c:v>204.20103088764156</c:v>
                </c:pt>
                <c:pt idx="1340">
                  <c:v>204.20103088764156</c:v>
                </c:pt>
                <c:pt idx="1341">
                  <c:v>211.55440757046725</c:v>
                </c:pt>
                <c:pt idx="1342">
                  <c:v>213.06675100397578</c:v>
                </c:pt>
                <c:pt idx="1343">
                  <c:v>213.06675100397578</c:v>
                </c:pt>
                <c:pt idx="1344">
                  <c:v>213.06675100397578</c:v>
                </c:pt>
                <c:pt idx="1345">
                  <c:v>226.17134188036073</c:v>
                </c:pt>
                <c:pt idx="1346">
                  <c:v>226.17134188036073</c:v>
                </c:pt>
                <c:pt idx="1347">
                  <c:v>194.11827525457275</c:v>
                </c:pt>
                <c:pt idx="1348">
                  <c:v>211.77201076527803</c:v>
                </c:pt>
                <c:pt idx="1349">
                  <c:v>211.77201076527803</c:v>
                </c:pt>
                <c:pt idx="1350">
                  <c:v>230.62408506991233</c:v>
                </c:pt>
                <c:pt idx="1351">
                  <c:v>222.09262678746435</c:v>
                </c:pt>
                <c:pt idx="1352">
                  <c:v>174.75331179670334</c:v>
                </c:pt>
                <c:pt idx="1353">
                  <c:v>154.10262585117289</c:v>
                </c:pt>
                <c:pt idx="1354">
                  <c:v>107.20141881111628</c:v>
                </c:pt>
                <c:pt idx="1355">
                  <c:v>171.01482211908626</c:v>
                </c:pt>
                <c:pt idx="1356">
                  <c:v>160.21350766663045</c:v>
                </c:pt>
                <c:pt idx="1357">
                  <c:v>160.21350766663045</c:v>
                </c:pt>
                <c:pt idx="1358">
                  <c:v>166.88062848059954</c:v>
                </c:pt>
                <c:pt idx="1359">
                  <c:v>166.88062848059954</c:v>
                </c:pt>
                <c:pt idx="1360">
                  <c:v>167.27737903695558</c:v>
                </c:pt>
                <c:pt idx="1361">
                  <c:v>195.8114181449898</c:v>
                </c:pt>
                <c:pt idx="1362">
                  <c:v>181.92623886545778</c:v>
                </c:pt>
                <c:pt idx="1363">
                  <c:v>181.92623886545778</c:v>
                </c:pt>
                <c:pt idx="1364">
                  <c:v>181.92623886545778</c:v>
                </c:pt>
                <c:pt idx="1365">
                  <c:v>181.92623886545778</c:v>
                </c:pt>
                <c:pt idx="1366">
                  <c:v>181.92623886545778</c:v>
                </c:pt>
                <c:pt idx="1367">
                  <c:v>208.48014888513634</c:v>
                </c:pt>
                <c:pt idx="1368">
                  <c:v>191.856425584818</c:v>
                </c:pt>
                <c:pt idx="1369">
                  <c:v>221.34269990535876</c:v>
                </c:pt>
                <c:pt idx="1370">
                  <c:v>221.34269990535876</c:v>
                </c:pt>
                <c:pt idx="1371">
                  <c:v>227.97015937138198</c:v>
                </c:pt>
                <c:pt idx="1372">
                  <c:v>246.12089228807386</c:v>
                </c:pt>
                <c:pt idx="1373">
                  <c:v>264.11442413058086</c:v>
                </c:pt>
                <c:pt idx="1374">
                  <c:v>269.9341224319424</c:v>
                </c:pt>
                <c:pt idx="1375">
                  <c:v>237.42039486847037</c:v>
                </c:pt>
                <c:pt idx="1376">
                  <c:v>253.78213515061901</c:v>
                </c:pt>
                <c:pt idx="1377">
                  <c:v>253.78213515061901</c:v>
                </c:pt>
                <c:pt idx="1378">
                  <c:v>269.10998357294443</c:v>
                </c:pt>
                <c:pt idx="1379">
                  <c:v>243.54499521145121</c:v>
                </c:pt>
                <c:pt idx="1380">
                  <c:v>230.67993607722096</c:v>
                </c:pt>
                <c:pt idx="1381">
                  <c:v>197.04114653885503</c:v>
                </c:pt>
                <c:pt idx="1382">
                  <c:v>210.88699322126206</c:v>
                </c:pt>
                <c:pt idx="1383">
                  <c:v>202.57871801384866</c:v>
                </c:pt>
                <c:pt idx="1384">
                  <c:v>202.57871801384866</c:v>
                </c:pt>
                <c:pt idx="1385">
                  <c:v>222.58194102209771</c:v>
                </c:pt>
                <c:pt idx="1386">
                  <c:v>222.58194102209771</c:v>
                </c:pt>
                <c:pt idx="1387">
                  <c:v>212.31240068606741</c:v>
                </c:pt>
                <c:pt idx="1388">
                  <c:v>234.90317084215096</c:v>
                </c:pt>
                <c:pt idx="1389">
                  <c:v>192.36881822843876</c:v>
                </c:pt>
                <c:pt idx="1390">
                  <c:v>192.36881822843876</c:v>
                </c:pt>
                <c:pt idx="1391">
                  <c:v>193.11361502893826</c:v>
                </c:pt>
                <c:pt idx="1392">
                  <c:v>146.65594603412796</c:v>
                </c:pt>
                <c:pt idx="1393">
                  <c:v>146.65594603412796</c:v>
                </c:pt>
                <c:pt idx="1394">
                  <c:v>146.65594603412796</c:v>
                </c:pt>
                <c:pt idx="1395">
                  <c:v>127.75566336036867</c:v>
                </c:pt>
                <c:pt idx="1396">
                  <c:v>127.75566336036867</c:v>
                </c:pt>
                <c:pt idx="1397">
                  <c:v>127.75566336036867</c:v>
                </c:pt>
                <c:pt idx="1398">
                  <c:v>127.75566336036867</c:v>
                </c:pt>
                <c:pt idx="1399">
                  <c:v>188.17615072602999</c:v>
                </c:pt>
                <c:pt idx="1400">
                  <c:v>384.869255850451</c:v>
                </c:pt>
                <c:pt idx="1401">
                  <c:v>415.64433378473899</c:v>
                </c:pt>
                <c:pt idx="1402">
                  <c:v>490.83953576098003</c:v>
                </c:pt>
                <c:pt idx="1403">
                  <c:v>489.44760639661115</c:v>
                </c:pt>
                <c:pt idx="1404">
                  <c:v>489.44760639661115</c:v>
                </c:pt>
                <c:pt idx="1405">
                  <c:v>442.82211655174541</c:v>
                </c:pt>
                <c:pt idx="1406">
                  <c:v>403.49254863323478</c:v>
                </c:pt>
                <c:pt idx="1407">
                  <c:v>403.49254863323478</c:v>
                </c:pt>
                <c:pt idx="1408">
                  <c:v>403.49254863323478</c:v>
                </c:pt>
                <c:pt idx="1409">
                  <c:v>372.33660669003535</c:v>
                </c:pt>
                <c:pt idx="1410">
                  <c:v>521.79692138661824</c:v>
                </c:pt>
                <c:pt idx="1411">
                  <c:v>543.84192981397268</c:v>
                </c:pt>
                <c:pt idx="1412">
                  <c:v>596.65672165447461</c:v>
                </c:pt>
                <c:pt idx="1413">
                  <c:v>596.65672165447461</c:v>
                </c:pt>
                <c:pt idx="1414">
                  <c:v>554.97455035109476</c:v>
                </c:pt>
                <c:pt idx="1415">
                  <c:v>624.52595698791413</c:v>
                </c:pt>
                <c:pt idx="1416">
                  <c:v>586.72445448076587</c:v>
                </c:pt>
                <c:pt idx="1417">
                  <c:v>578.46926417712314</c:v>
                </c:pt>
                <c:pt idx="1418">
                  <c:v>578.46926417712314</c:v>
                </c:pt>
                <c:pt idx="1419">
                  <c:v>586.5784568618102</c:v>
                </c:pt>
                <c:pt idx="1420">
                  <c:v>537.6724786628431</c:v>
                </c:pt>
                <c:pt idx="1421">
                  <c:v>555.02732009746342</c:v>
                </c:pt>
                <c:pt idx="1422">
                  <c:v>519.84700850464856</c:v>
                </c:pt>
                <c:pt idx="1423">
                  <c:v>577.46094783682622</c:v>
                </c:pt>
                <c:pt idx="1424">
                  <c:v>569.95255048669537</c:v>
                </c:pt>
                <c:pt idx="1425">
                  <c:v>613.01771487725603</c:v>
                </c:pt>
                <c:pt idx="1426">
                  <c:v>620.16452247051518</c:v>
                </c:pt>
                <c:pt idx="1427">
                  <c:v>614.39053613716885</c:v>
                </c:pt>
                <c:pt idx="1428">
                  <c:v>631.69874470641639</c:v>
                </c:pt>
                <c:pt idx="1429">
                  <c:v>670.39242704355979</c:v>
                </c:pt>
                <c:pt idx="1430">
                  <c:v>535.41467726362634</c:v>
                </c:pt>
                <c:pt idx="1431">
                  <c:v>516.34156586163533</c:v>
                </c:pt>
                <c:pt idx="1432">
                  <c:v>516.34156586163533</c:v>
                </c:pt>
                <c:pt idx="1433">
                  <c:v>528.16490686378643</c:v>
                </c:pt>
                <c:pt idx="1434">
                  <c:v>560.66591265932732</c:v>
                </c:pt>
                <c:pt idx="1435">
                  <c:v>446.65401506002331</c:v>
                </c:pt>
                <c:pt idx="1436">
                  <c:v>455.05586870659084</c:v>
                </c:pt>
                <c:pt idx="1437">
                  <c:v>429.093071019945</c:v>
                </c:pt>
                <c:pt idx="1438">
                  <c:v>429.093071019945</c:v>
                </c:pt>
                <c:pt idx="1439">
                  <c:v>427.07967584747183</c:v>
                </c:pt>
                <c:pt idx="1440">
                  <c:v>409.64437716561429</c:v>
                </c:pt>
                <c:pt idx="1441">
                  <c:v>409.64437716561429</c:v>
                </c:pt>
                <c:pt idx="1442">
                  <c:v>409.64437716561429</c:v>
                </c:pt>
                <c:pt idx="1443">
                  <c:v>381.13023624187377</c:v>
                </c:pt>
                <c:pt idx="1444">
                  <c:v>348.62334261614569</c:v>
                </c:pt>
                <c:pt idx="1445">
                  <c:v>340.47227548576399</c:v>
                </c:pt>
                <c:pt idx="1446">
                  <c:v>348.33702985375658</c:v>
                </c:pt>
                <c:pt idx="1447">
                  <c:v>309.06243816709627</c:v>
                </c:pt>
                <c:pt idx="1448">
                  <c:v>264.86787071957218</c:v>
                </c:pt>
                <c:pt idx="1449">
                  <c:v>232.02795519159656</c:v>
                </c:pt>
                <c:pt idx="1450">
                  <c:v>244.00785005908318</c:v>
                </c:pt>
                <c:pt idx="1451">
                  <c:v>244.00785005908318</c:v>
                </c:pt>
                <c:pt idx="1452">
                  <c:v>244.00785005908318</c:v>
                </c:pt>
                <c:pt idx="1453">
                  <c:v>196.67038907791465</c:v>
                </c:pt>
                <c:pt idx="1454">
                  <c:v>196.67038907791465</c:v>
                </c:pt>
                <c:pt idx="1455">
                  <c:v>218.57310536249398</c:v>
                </c:pt>
                <c:pt idx="1456">
                  <c:v>248.52862387586947</c:v>
                </c:pt>
                <c:pt idx="1457">
                  <c:v>232.83861693428724</c:v>
                </c:pt>
                <c:pt idx="1458">
                  <c:v>283.79080300487266</c:v>
                </c:pt>
                <c:pt idx="1459">
                  <c:v>261.09578092199143</c:v>
                </c:pt>
                <c:pt idx="1460">
                  <c:v>264.04650913948194</c:v>
                </c:pt>
                <c:pt idx="1461">
                  <c:v>269.80865217373952</c:v>
                </c:pt>
                <c:pt idx="1462">
                  <c:v>269.80865217373952</c:v>
                </c:pt>
                <c:pt idx="1463">
                  <c:v>298.59805206300155</c:v>
                </c:pt>
                <c:pt idx="1464">
                  <c:v>320.96700716705533</c:v>
                </c:pt>
                <c:pt idx="1465">
                  <c:v>330.75544932278922</c:v>
                </c:pt>
                <c:pt idx="1466">
                  <c:v>400.12167882941151</c:v>
                </c:pt>
                <c:pt idx="1467">
                  <c:v>451.52377658450223</c:v>
                </c:pt>
                <c:pt idx="1468">
                  <c:v>451.52377658450223</c:v>
                </c:pt>
                <c:pt idx="1469">
                  <c:v>451.52377658450223</c:v>
                </c:pt>
                <c:pt idx="1470">
                  <c:v>451.52377658450223</c:v>
                </c:pt>
                <c:pt idx="1471">
                  <c:v>451.52377658450223</c:v>
                </c:pt>
                <c:pt idx="1472">
                  <c:v>399.34555375832093</c:v>
                </c:pt>
                <c:pt idx="1473">
                  <c:v>382.41461249944081</c:v>
                </c:pt>
                <c:pt idx="1474">
                  <c:v>382.41461249944081</c:v>
                </c:pt>
                <c:pt idx="1475">
                  <c:v>382.41461249944081</c:v>
                </c:pt>
                <c:pt idx="1476">
                  <c:v>344.4436904546742</c:v>
                </c:pt>
                <c:pt idx="1477">
                  <c:v>455.59915480960223</c:v>
                </c:pt>
                <c:pt idx="1478">
                  <c:v>395.31680376379558</c:v>
                </c:pt>
                <c:pt idx="1479">
                  <c:v>395.31680376379558</c:v>
                </c:pt>
                <c:pt idx="1480">
                  <c:v>387.95410978270513</c:v>
                </c:pt>
                <c:pt idx="1481">
                  <c:v>393.65733025151462</c:v>
                </c:pt>
                <c:pt idx="1482">
                  <c:v>376.35383307263157</c:v>
                </c:pt>
                <c:pt idx="1483">
                  <c:v>356.20396440666178</c:v>
                </c:pt>
                <c:pt idx="1484">
                  <c:v>356.20396440666178</c:v>
                </c:pt>
                <c:pt idx="1485">
                  <c:v>356.20396440666178</c:v>
                </c:pt>
                <c:pt idx="1486">
                  <c:v>292.7329475116955</c:v>
                </c:pt>
                <c:pt idx="1487">
                  <c:v>292.7329475116955</c:v>
                </c:pt>
                <c:pt idx="1488">
                  <c:v>292.69412886614714</c:v>
                </c:pt>
                <c:pt idx="1489">
                  <c:v>292.69412886614714</c:v>
                </c:pt>
                <c:pt idx="1490">
                  <c:v>292.69412886614714</c:v>
                </c:pt>
                <c:pt idx="1491">
                  <c:v>301.43531206159241</c:v>
                </c:pt>
                <c:pt idx="1492">
                  <c:v>331.13945851565245</c:v>
                </c:pt>
                <c:pt idx="1493">
                  <c:v>341.66100552655899</c:v>
                </c:pt>
                <c:pt idx="1494">
                  <c:v>383.75317732421291</c:v>
                </c:pt>
                <c:pt idx="1495">
                  <c:v>383.75317732421291</c:v>
                </c:pt>
                <c:pt idx="1496">
                  <c:v>415.24300975750202</c:v>
                </c:pt>
                <c:pt idx="1497">
                  <c:v>326.78096234404347</c:v>
                </c:pt>
                <c:pt idx="1498">
                  <c:v>361.40055980306971</c:v>
                </c:pt>
                <c:pt idx="1499">
                  <c:v>361.40055980306971</c:v>
                </c:pt>
                <c:pt idx="1500">
                  <c:v>395.34025762134235</c:v>
                </c:pt>
                <c:pt idx="1501">
                  <c:v>580.9709639807744</c:v>
                </c:pt>
                <c:pt idx="1502">
                  <c:v>614.96103920042901</c:v>
                </c:pt>
                <c:pt idx="1503">
                  <c:v>614.96103920042901</c:v>
                </c:pt>
                <c:pt idx="1504">
                  <c:v>687.73489357155347</c:v>
                </c:pt>
                <c:pt idx="1505">
                  <c:v>622.60909697075931</c:v>
                </c:pt>
                <c:pt idx="1506">
                  <c:v>572.26072197718042</c:v>
                </c:pt>
                <c:pt idx="1507">
                  <c:v>561.10513412718319</c:v>
                </c:pt>
                <c:pt idx="1508">
                  <c:v>590.96308461889691</c:v>
                </c:pt>
                <c:pt idx="1509">
                  <c:v>590.96308461889691</c:v>
                </c:pt>
                <c:pt idx="1510">
                  <c:v>643.03808308508792</c:v>
                </c:pt>
                <c:pt idx="1511">
                  <c:v>616.35213472768783</c:v>
                </c:pt>
                <c:pt idx="1512">
                  <c:v>616.35213472768783</c:v>
                </c:pt>
                <c:pt idx="1513">
                  <c:v>616.35213472768783</c:v>
                </c:pt>
                <c:pt idx="1514">
                  <c:v>645.30698696375941</c:v>
                </c:pt>
                <c:pt idx="1515">
                  <c:v>674.23865402867932</c:v>
                </c:pt>
                <c:pt idx="1516">
                  <c:v>628.48608782823032</c:v>
                </c:pt>
                <c:pt idx="1517">
                  <c:v>645.37231558959911</c:v>
                </c:pt>
                <c:pt idx="1518">
                  <c:v>627.56880554749807</c:v>
                </c:pt>
                <c:pt idx="1519">
                  <c:v>627.56880554749807</c:v>
                </c:pt>
                <c:pt idx="1520">
                  <c:v>584.19167337779231</c:v>
                </c:pt>
                <c:pt idx="1521">
                  <c:v>515.2049544973396</c:v>
                </c:pt>
                <c:pt idx="1522">
                  <c:v>492.6673910685879</c:v>
                </c:pt>
                <c:pt idx="1523">
                  <c:v>492.6673910685879</c:v>
                </c:pt>
                <c:pt idx="1524">
                  <c:v>440.02483867444516</c:v>
                </c:pt>
                <c:pt idx="1525">
                  <c:v>517.64709523701185</c:v>
                </c:pt>
                <c:pt idx="1526">
                  <c:v>536.34349766488401</c:v>
                </c:pt>
                <c:pt idx="1527">
                  <c:v>543.21973895467272</c:v>
                </c:pt>
                <c:pt idx="1528">
                  <c:v>508.2737422908433</c:v>
                </c:pt>
                <c:pt idx="1529">
                  <c:v>508.2737422908433</c:v>
                </c:pt>
                <c:pt idx="1530">
                  <c:v>430.26429727078852</c:v>
                </c:pt>
                <c:pt idx="1531">
                  <c:v>469.45840643721999</c:v>
                </c:pt>
                <c:pt idx="1532">
                  <c:v>443.52126909692311</c:v>
                </c:pt>
                <c:pt idx="1533">
                  <c:v>414.84713788379389</c:v>
                </c:pt>
                <c:pt idx="1534">
                  <c:v>369.06314279284265</c:v>
                </c:pt>
                <c:pt idx="1535">
                  <c:v>304.92032671050708</c:v>
                </c:pt>
                <c:pt idx="1536">
                  <c:v>327.96358191447291</c:v>
                </c:pt>
                <c:pt idx="1537">
                  <c:v>272.63193250088801</c:v>
                </c:pt>
                <c:pt idx="1538">
                  <c:v>282.03803655736482</c:v>
                </c:pt>
                <c:pt idx="1539">
                  <c:v>280.912156544026</c:v>
                </c:pt>
                <c:pt idx="1540">
                  <c:v>302.6307566583933</c:v>
                </c:pt>
                <c:pt idx="1541">
                  <c:v>302.6307566583933</c:v>
                </c:pt>
                <c:pt idx="1542">
                  <c:v>318.18132679035267</c:v>
                </c:pt>
                <c:pt idx="1543">
                  <c:v>295.07049464314298</c:v>
                </c:pt>
                <c:pt idx="1544">
                  <c:v>301.42626204126816</c:v>
                </c:pt>
                <c:pt idx="1545">
                  <c:v>235.09368593025113</c:v>
                </c:pt>
                <c:pt idx="1546">
                  <c:v>221.86561382752066</c:v>
                </c:pt>
                <c:pt idx="1547">
                  <c:v>221.86561382752066</c:v>
                </c:pt>
                <c:pt idx="1548">
                  <c:v>224.40737226606598</c:v>
                </c:pt>
                <c:pt idx="1549">
                  <c:v>224.40737226606598</c:v>
                </c:pt>
                <c:pt idx="1550">
                  <c:v>236.79938255088771</c:v>
                </c:pt>
                <c:pt idx="1551">
                  <c:v>193.75722801545169</c:v>
                </c:pt>
                <c:pt idx="1552">
                  <c:v>199.34646501564185</c:v>
                </c:pt>
                <c:pt idx="1553">
                  <c:v>201.49917219692387</c:v>
                </c:pt>
                <c:pt idx="1554">
                  <c:v>216.20618400977355</c:v>
                </c:pt>
                <c:pt idx="1555">
                  <c:v>305.29552959245666</c:v>
                </c:pt>
                <c:pt idx="1556">
                  <c:v>294.43419798496654</c:v>
                </c:pt>
                <c:pt idx="1557">
                  <c:v>311.00805714852123</c:v>
                </c:pt>
                <c:pt idx="1558">
                  <c:v>311.00805714852123</c:v>
                </c:pt>
                <c:pt idx="1559">
                  <c:v>315.85321945569467</c:v>
                </c:pt>
                <c:pt idx="1560">
                  <c:v>332.26437003523199</c:v>
                </c:pt>
                <c:pt idx="1561">
                  <c:v>332.26437003523199</c:v>
                </c:pt>
                <c:pt idx="1562">
                  <c:v>332.26437003523199</c:v>
                </c:pt>
                <c:pt idx="1563">
                  <c:v>346.13797120786285</c:v>
                </c:pt>
                <c:pt idx="1564">
                  <c:v>342.63158236220647</c:v>
                </c:pt>
                <c:pt idx="1565">
                  <c:v>355.976516398385</c:v>
                </c:pt>
                <c:pt idx="1566">
                  <c:v>355.976516398385</c:v>
                </c:pt>
                <c:pt idx="1567">
                  <c:v>355.976516398385</c:v>
                </c:pt>
                <c:pt idx="1568">
                  <c:v>360.27852253366655</c:v>
                </c:pt>
                <c:pt idx="1569">
                  <c:v>360.27852253366655</c:v>
                </c:pt>
                <c:pt idx="1570">
                  <c:v>365.41776111590315</c:v>
                </c:pt>
                <c:pt idx="1571">
                  <c:v>404.2311940272026</c:v>
                </c:pt>
                <c:pt idx="1572">
                  <c:v>404.2311940272026</c:v>
                </c:pt>
                <c:pt idx="1573">
                  <c:v>460.64252451386704</c:v>
                </c:pt>
                <c:pt idx="1574">
                  <c:v>477.17436662641637</c:v>
                </c:pt>
                <c:pt idx="1575">
                  <c:v>247.24944682077202</c:v>
                </c:pt>
                <c:pt idx="1576">
                  <c:v>214.55578606419567</c:v>
                </c:pt>
                <c:pt idx="1577">
                  <c:v>214.55578606419567</c:v>
                </c:pt>
                <c:pt idx="1578">
                  <c:v>214.55578606419567</c:v>
                </c:pt>
                <c:pt idx="1579">
                  <c:v>214.55578606419567</c:v>
                </c:pt>
                <c:pt idx="1580">
                  <c:v>177.89622350693966</c:v>
                </c:pt>
                <c:pt idx="1581">
                  <c:v>177.89622350693966</c:v>
                </c:pt>
                <c:pt idx="1582">
                  <c:v>261.53516042842341</c:v>
                </c:pt>
                <c:pt idx="1583">
                  <c:v>275.19312837480334</c:v>
                </c:pt>
                <c:pt idx="1584">
                  <c:v>278.00628849040885</c:v>
                </c:pt>
                <c:pt idx="1585">
                  <c:v>278.00628849040885</c:v>
                </c:pt>
                <c:pt idx="1586">
                  <c:v>298.49339381762326</c:v>
                </c:pt>
                <c:pt idx="1587">
                  <c:v>298.49339381762326</c:v>
                </c:pt>
                <c:pt idx="1588">
                  <c:v>292.40714848244005</c:v>
                </c:pt>
                <c:pt idx="1589">
                  <c:v>265.43928434571848</c:v>
                </c:pt>
                <c:pt idx="1590">
                  <c:v>317.68354401838542</c:v>
                </c:pt>
                <c:pt idx="1591">
                  <c:v>332.84488302691739</c:v>
                </c:pt>
                <c:pt idx="1592">
                  <c:v>305.65186833259253</c:v>
                </c:pt>
                <c:pt idx="1593">
                  <c:v>305.65186833259253</c:v>
                </c:pt>
                <c:pt idx="1594">
                  <c:v>305.65186833259253</c:v>
                </c:pt>
                <c:pt idx="1595">
                  <c:v>331.30242880870259</c:v>
                </c:pt>
                <c:pt idx="1596">
                  <c:v>362.43742286730134</c:v>
                </c:pt>
                <c:pt idx="1597">
                  <c:v>362.43742286730134</c:v>
                </c:pt>
                <c:pt idx="1598">
                  <c:v>326.77054429088679</c:v>
                </c:pt>
                <c:pt idx="1599">
                  <c:v>375.98969955191484</c:v>
                </c:pt>
                <c:pt idx="1600">
                  <c:v>356.08454691219833</c:v>
                </c:pt>
                <c:pt idx="1601">
                  <c:v>353.68008854427967</c:v>
                </c:pt>
                <c:pt idx="1602">
                  <c:v>316.43566187036635</c:v>
                </c:pt>
                <c:pt idx="1603">
                  <c:v>316.43566187036635</c:v>
                </c:pt>
                <c:pt idx="1604">
                  <c:v>291.15750227573756</c:v>
                </c:pt>
                <c:pt idx="1605">
                  <c:v>283.0890663280548</c:v>
                </c:pt>
                <c:pt idx="1606">
                  <c:v>292.40527754968485</c:v>
                </c:pt>
                <c:pt idx="1607">
                  <c:v>304.13195921914371</c:v>
                </c:pt>
                <c:pt idx="1608">
                  <c:v>337.46237426809353</c:v>
                </c:pt>
                <c:pt idx="1609">
                  <c:v>353.77409821160461</c:v>
                </c:pt>
                <c:pt idx="1610">
                  <c:v>317.59844963987268</c:v>
                </c:pt>
                <c:pt idx="1611">
                  <c:v>301.89127658141018</c:v>
                </c:pt>
                <c:pt idx="1612">
                  <c:v>356.55648947836198</c:v>
                </c:pt>
                <c:pt idx="1613">
                  <c:v>356.55648947836198</c:v>
                </c:pt>
                <c:pt idx="1614">
                  <c:v>397.01559146791351</c:v>
                </c:pt>
                <c:pt idx="1615">
                  <c:v>369.167963258214</c:v>
                </c:pt>
                <c:pt idx="1616">
                  <c:v>378.15728055338593</c:v>
                </c:pt>
                <c:pt idx="1617">
                  <c:v>361.49247179288977</c:v>
                </c:pt>
                <c:pt idx="1618">
                  <c:v>380.34829125647741</c:v>
                </c:pt>
                <c:pt idx="1619">
                  <c:v>330.5035743323736</c:v>
                </c:pt>
                <c:pt idx="1620">
                  <c:v>351.17878172249675</c:v>
                </c:pt>
                <c:pt idx="1621">
                  <c:v>353.0209152013677</c:v>
                </c:pt>
                <c:pt idx="1622">
                  <c:v>353.0209152013677</c:v>
                </c:pt>
                <c:pt idx="1623">
                  <c:v>353.0209152013677</c:v>
                </c:pt>
                <c:pt idx="1624">
                  <c:v>363.4497471737476</c:v>
                </c:pt>
                <c:pt idx="1625">
                  <c:v>389.16030590292524</c:v>
                </c:pt>
                <c:pt idx="1626">
                  <c:v>375.44885924752867</c:v>
                </c:pt>
                <c:pt idx="1627">
                  <c:v>369.139470156154</c:v>
                </c:pt>
                <c:pt idx="1628">
                  <c:v>348.71438094292961</c:v>
                </c:pt>
                <c:pt idx="1629">
                  <c:v>383.20515678368201</c:v>
                </c:pt>
                <c:pt idx="1630">
                  <c:v>383.20515678368201</c:v>
                </c:pt>
                <c:pt idx="1631">
                  <c:v>383.20515678368201</c:v>
                </c:pt>
                <c:pt idx="1632">
                  <c:v>335.32947608516145</c:v>
                </c:pt>
                <c:pt idx="1633">
                  <c:v>378.76281923519218</c:v>
                </c:pt>
                <c:pt idx="1634">
                  <c:v>342.99517810318292</c:v>
                </c:pt>
                <c:pt idx="1635">
                  <c:v>379.71108756490906</c:v>
                </c:pt>
                <c:pt idx="1636">
                  <c:v>368.18035578233804</c:v>
                </c:pt>
                <c:pt idx="1637">
                  <c:v>374.14328502541082</c:v>
                </c:pt>
                <c:pt idx="1638">
                  <c:v>383.64743568857085</c:v>
                </c:pt>
                <c:pt idx="1639">
                  <c:v>416.53955286206224</c:v>
                </c:pt>
                <c:pt idx="1640">
                  <c:v>416.53955286206224</c:v>
                </c:pt>
                <c:pt idx="1641">
                  <c:v>431.08613407351913</c:v>
                </c:pt>
                <c:pt idx="1642">
                  <c:v>402.9685397653904</c:v>
                </c:pt>
                <c:pt idx="1643">
                  <c:v>402.9685397653904</c:v>
                </c:pt>
                <c:pt idx="1644">
                  <c:v>418.50399282106099</c:v>
                </c:pt>
                <c:pt idx="1645">
                  <c:v>406.27404375863961</c:v>
                </c:pt>
                <c:pt idx="1646">
                  <c:v>406.27404375863961</c:v>
                </c:pt>
                <c:pt idx="1647">
                  <c:v>406.27404375863961</c:v>
                </c:pt>
                <c:pt idx="1648">
                  <c:v>372.52746243108965</c:v>
                </c:pt>
                <c:pt idx="1649">
                  <c:v>338.81353193210282</c:v>
                </c:pt>
                <c:pt idx="1650">
                  <c:v>338.81353193210282</c:v>
                </c:pt>
                <c:pt idx="1651">
                  <c:v>338.81353193210282</c:v>
                </c:pt>
                <c:pt idx="1652">
                  <c:v>335.60628940971361</c:v>
                </c:pt>
                <c:pt idx="1653">
                  <c:v>338.37215851759919</c:v>
                </c:pt>
                <c:pt idx="1654">
                  <c:v>327.86607604877139</c:v>
                </c:pt>
                <c:pt idx="1655">
                  <c:v>315.53214796298954</c:v>
                </c:pt>
                <c:pt idx="1656">
                  <c:v>298.31865859430843</c:v>
                </c:pt>
                <c:pt idx="1657">
                  <c:v>310.59690492960135</c:v>
                </c:pt>
                <c:pt idx="1658">
                  <c:v>310.59690492960135</c:v>
                </c:pt>
                <c:pt idx="1659">
                  <c:v>313.48588813293657</c:v>
                </c:pt>
                <c:pt idx="1660">
                  <c:v>338.88111279500202</c:v>
                </c:pt>
                <c:pt idx="1661">
                  <c:v>317.84000508201382</c:v>
                </c:pt>
                <c:pt idx="1662">
                  <c:v>338.62270396551418</c:v>
                </c:pt>
                <c:pt idx="1663">
                  <c:v>360.26898334010883</c:v>
                </c:pt>
                <c:pt idx="1664">
                  <c:v>335.32022582012598</c:v>
                </c:pt>
                <c:pt idx="1665">
                  <c:v>335.32022582012598</c:v>
                </c:pt>
                <c:pt idx="1666">
                  <c:v>362.33647245030647</c:v>
                </c:pt>
                <c:pt idx="1667">
                  <c:v>362.33647245030647</c:v>
                </c:pt>
                <c:pt idx="1668">
                  <c:v>410.91388826505619</c:v>
                </c:pt>
                <c:pt idx="1669">
                  <c:v>422.69694262587365</c:v>
                </c:pt>
                <c:pt idx="1670">
                  <c:v>433.00447102657631</c:v>
                </c:pt>
                <c:pt idx="1671">
                  <c:v>433.00447102657631</c:v>
                </c:pt>
                <c:pt idx="1672">
                  <c:v>478.71217827490091</c:v>
                </c:pt>
                <c:pt idx="1673">
                  <c:v>448.54194797994631</c:v>
                </c:pt>
                <c:pt idx="1674">
                  <c:v>427.10766840532301</c:v>
                </c:pt>
                <c:pt idx="1675">
                  <c:v>427.10766840532301</c:v>
                </c:pt>
                <c:pt idx="1676">
                  <c:v>416.63056705456648</c:v>
                </c:pt>
                <c:pt idx="1677">
                  <c:v>416.63056705456648</c:v>
                </c:pt>
                <c:pt idx="1678">
                  <c:v>416.45179665144758</c:v>
                </c:pt>
                <c:pt idx="1679">
                  <c:v>420.11141315898317</c:v>
                </c:pt>
                <c:pt idx="1680">
                  <c:v>422.73258056334026</c:v>
                </c:pt>
                <c:pt idx="1681">
                  <c:v>404.55625046247826</c:v>
                </c:pt>
                <c:pt idx="1682">
                  <c:v>380.86925583291639</c:v>
                </c:pt>
                <c:pt idx="1683">
                  <c:v>362.74352244727203</c:v>
                </c:pt>
                <c:pt idx="1684">
                  <c:v>425.31448278407834</c:v>
                </c:pt>
                <c:pt idx="1685">
                  <c:v>425.31448278407834</c:v>
                </c:pt>
                <c:pt idx="1686">
                  <c:v>401.56748739967884</c:v>
                </c:pt>
                <c:pt idx="1687">
                  <c:v>401.81701777919233</c:v>
                </c:pt>
                <c:pt idx="1688">
                  <c:v>374.68087066140197</c:v>
                </c:pt>
                <c:pt idx="1689">
                  <c:v>374.68087066140197</c:v>
                </c:pt>
                <c:pt idx="1690">
                  <c:v>325.71246685442526</c:v>
                </c:pt>
                <c:pt idx="1691">
                  <c:v>325.71246685442526</c:v>
                </c:pt>
                <c:pt idx="1692">
                  <c:v>262.8773727975518</c:v>
                </c:pt>
                <c:pt idx="1693">
                  <c:v>262.8773727975518</c:v>
                </c:pt>
                <c:pt idx="1694">
                  <c:v>321.34870943705727</c:v>
                </c:pt>
                <c:pt idx="1695">
                  <c:v>314.25707599315115</c:v>
                </c:pt>
                <c:pt idx="1696">
                  <c:v>341.21935216824664</c:v>
                </c:pt>
                <c:pt idx="1697">
                  <c:v>484.09564963273846</c:v>
                </c:pt>
                <c:pt idx="1698">
                  <c:v>490.44011307080376</c:v>
                </c:pt>
                <c:pt idx="1699">
                  <c:v>500.77794922179254</c:v>
                </c:pt>
                <c:pt idx="1700">
                  <c:v>486.76343961618073</c:v>
                </c:pt>
                <c:pt idx="1701">
                  <c:v>523.6936586266587</c:v>
                </c:pt>
                <c:pt idx="1702">
                  <c:v>521.96393521136167</c:v>
                </c:pt>
                <c:pt idx="1703">
                  <c:v>521.96393521136167</c:v>
                </c:pt>
                <c:pt idx="1704">
                  <c:v>492.30676790745048</c:v>
                </c:pt>
                <c:pt idx="1705">
                  <c:v>552.8153158449004</c:v>
                </c:pt>
                <c:pt idx="1706">
                  <c:v>543.41058641252789</c:v>
                </c:pt>
                <c:pt idx="1707">
                  <c:v>558.8382235746044</c:v>
                </c:pt>
                <c:pt idx="1708">
                  <c:v>510.88308430242103</c:v>
                </c:pt>
                <c:pt idx="1709">
                  <c:v>486.79706015095229</c:v>
                </c:pt>
                <c:pt idx="1710">
                  <c:v>533.6725291702212</c:v>
                </c:pt>
                <c:pt idx="1711">
                  <c:v>527.31555998944577</c:v>
                </c:pt>
                <c:pt idx="1712">
                  <c:v>531.95918763157908</c:v>
                </c:pt>
                <c:pt idx="1713">
                  <c:v>531.95918763157908</c:v>
                </c:pt>
                <c:pt idx="1714">
                  <c:v>512.20168795956897</c:v>
                </c:pt>
                <c:pt idx="1715">
                  <c:v>607.37549499491263</c:v>
                </c:pt>
                <c:pt idx="1716">
                  <c:v>574.1452331710027</c:v>
                </c:pt>
                <c:pt idx="1717">
                  <c:v>559.1978198100295</c:v>
                </c:pt>
                <c:pt idx="1718">
                  <c:v>559.1978198100295</c:v>
                </c:pt>
                <c:pt idx="1719">
                  <c:v>559.1978198100295</c:v>
                </c:pt>
                <c:pt idx="1720">
                  <c:v>538.47211090430119</c:v>
                </c:pt>
                <c:pt idx="1721">
                  <c:v>514.49189318013111</c:v>
                </c:pt>
                <c:pt idx="1722">
                  <c:v>556.26193457934676</c:v>
                </c:pt>
                <c:pt idx="1723">
                  <c:v>541.17849035646918</c:v>
                </c:pt>
                <c:pt idx="1724">
                  <c:v>541.17849035646918</c:v>
                </c:pt>
                <c:pt idx="1725">
                  <c:v>473.26079327175245</c:v>
                </c:pt>
                <c:pt idx="1726">
                  <c:v>474.57831797635026</c:v>
                </c:pt>
                <c:pt idx="1727">
                  <c:v>474.57831797635026</c:v>
                </c:pt>
                <c:pt idx="1728">
                  <c:v>514.10746668870831</c:v>
                </c:pt>
                <c:pt idx="1729">
                  <c:v>499.27711155887999</c:v>
                </c:pt>
                <c:pt idx="1730">
                  <c:v>472.41810594132693</c:v>
                </c:pt>
                <c:pt idx="1731">
                  <c:v>473.28532971729038</c:v>
                </c:pt>
                <c:pt idx="1732">
                  <c:v>476.75475018135342</c:v>
                </c:pt>
                <c:pt idx="1733">
                  <c:v>444.31253297046874</c:v>
                </c:pt>
                <c:pt idx="1734">
                  <c:v>483.80731477207968</c:v>
                </c:pt>
                <c:pt idx="1735">
                  <c:v>389.43330809632971</c:v>
                </c:pt>
                <c:pt idx="1736">
                  <c:v>402.85064383855024</c:v>
                </c:pt>
                <c:pt idx="1737">
                  <c:v>270.2736799835327</c:v>
                </c:pt>
                <c:pt idx="1738">
                  <c:v>263.80730434871032</c:v>
                </c:pt>
                <c:pt idx="1739">
                  <c:v>263.80730434871032</c:v>
                </c:pt>
                <c:pt idx="1740">
                  <c:v>365.43445742912019</c:v>
                </c:pt>
                <c:pt idx="1741">
                  <c:v>406.83168232416568</c:v>
                </c:pt>
                <c:pt idx="1742">
                  <c:v>406.83168232416568</c:v>
                </c:pt>
                <c:pt idx="1743">
                  <c:v>409.70178036228839</c:v>
                </c:pt>
                <c:pt idx="1744">
                  <c:v>413.98813611037167</c:v>
                </c:pt>
                <c:pt idx="1745">
                  <c:v>431.45329990877815</c:v>
                </c:pt>
                <c:pt idx="1746">
                  <c:v>414.88094314840396</c:v>
                </c:pt>
                <c:pt idx="1747">
                  <c:v>414.88094314840396</c:v>
                </c:pt>
                <c:pt idx="1748">
                  <c:v>400.89690312618615</c:v>
                </c:pt>
                <c:pt idx="1749">
                  <c:v>398.80700233011146</c:v>
                </c:pt>
                <c:pt idx="1750">
                  <c:v>407.87080459732834</c:v>
                </c:pt>
                <c:pt idx="1751">
                  <c:v>440.5946399062156</c:v>
                </c:pt>
                <c:pt idx="1752">
                  <c:v>465.79437379489184</c:v>
                </c:pt>
                <c:pt idx="1753">
                  <c:v>498.83696305774254</c:v>
                </c:pt>
                <c:pt idx="1754">
                  <c:v>463.88588376340437</c:v>
                </c:pt>
                <c:pt idx="1755">
                  <c:v>470.02785666388564</c:v>
                </c:pt>
                <c:pt idx="1756">
                  <c:v>452.28909204248646</c:v>
                </c:pt>
                <c:pt idx="1757">
                  <c:v>453.89928534883933</c:v>
                </c:pt>
                <c:pt idx="1758">
                  <c:v>477.6467501654916</c:v>
                </c:pt>
                <c:pt idx="1759">
                  <c:v>477.6467501654916</c:v>
                </c:pt>
                <c:pt idx="1760">
                  <c:v>371.56641352293093</c:v>
                </c:pt>
                <c:pt idx="1761">
                  <c:v>320.58672317430205</c:v>
                </c:pt>
                <c:pt idx="1762">
                  <c:v>320.58672317430205</c:v>
                </c:pt>
                <c:pt idx="1763">
                  <c:v>321.94672988135056</c:v>
                </c:pt>
                <c:pt idx="1764">
                  <c:v>286.83373394190784</c:v>
                </c:pt>
                <c:pt idx="1765">
                  <c:v>286.83373394190784</c:v>
                </c:pt>
                <c:pt idx="1766">
                  <c:v>294.81857615994971</c:v>
                </c:pt>
                <c:pt idx="1767">
                  <c:v>339.34825929187724</c:v>
                </c:pt>
                <c:pt idx="1768">
                  <c:v>342.12217430294265</c:v>
                </c:pt>
                <c:pt idx="1769">
                  <c:v>337.47569282523398</c:v>
                </c:pt>
                <c:pt idx="1770">
                  <c:v>338.7938772907022</c:v>
                </c:pt>
                <c:pt idx="1771">
                  <c:v>290.86563896060693</c:v>
                </c:pt>
                <c:pt idx="1772">
                  <c:v>301.57484845160815</c:v>
                </c:pt>
                <c:pt idx="1773">
                  <c:v>336.56228666185689</c:v>
                </c:pt>
                <c:pt idx="1774">
                  <c:v>336.56228666185689</c:v>
                </c:pt>
                <c:pt idx="1775">
                  <c:v>345.74315790114247</c:v>
                </c:pt>
                <c:pt idx="1776">
                  <c:v>370.70082281272545</c:v>
                </c:pt>
                <c:pt idx="1777">
                  <c:v>353.68904880556425</c:v>
                </c:pt>
                <c:pt idx="1778">
                  <c:v>353.68904880556425</c:v>
                </c:pt>
                <c:pt idx="1779">
                  <c:v>346.34160756441685</c:v>
                </c:pt>
                <c:pt idx="1780">
                  <c:v>401.60862862966911</c:v>
                </c:pt>
                <c:pt idx="1781">
                  <c:v>460.96293024723701</c:v>
                </c:pt>
                <c:pt idx="1782">
                  <c:v>460.96293024723701</c:v>
                </c:pt>
                <c:pt idx="1783">
                  <c:v>494.80226367527086</c:v>
                </c:pt>
                <c:pt idx="1784">
                  <c:v>536.83965809290669</c:v>
                </c:pt>
                <c:pt idx="1785">
                  <c:v>536.83965809290669</c:v>
                </c:pt>
                <c:pt idx="1786">
                  <c:v>593.0638338368359</c:v>
                </c:pt>
                <c:pt idx="1787">
                  <c:v>571.47609360313049</c:v>
                </c:pt>
                <c:pt idx="1788">
                  <c:v>555.45760057671771</c:v>
                </c:pt>
                <c:pt idx="1789">
                  <c:v>600.90737580987786</c:v>
                </c:pt>
                <c:pt idx="1790">
                  <c:v>600.90737580987786</c:v>
                </c:pt>
                <c:pt idx="1791">
                  <c:v>580.74984505229338</c:v>
                </c:pt>
                <c:pt idx="1792">
                  <c:v>566.53057759105104</c:v>
                </c:pt>
                <c:pt idx="1793">
                  <c:v>532.96701907350007</c:v>
                </c:pt>
                <c:pt idx="1794">
                  <c:v>532.96701907350007</c:v>
                </c:pt>
                <c:pt idx="1795">
                  <c:v>542.94847080273473</c:v>
                </c:pt>
                <c:pt idx="1796">
                  <c:v>543.31506855528403</c:v>
                </c:pt>
                <c:pt idx="1797">
                  <c:v>582.69179933884948</c:v>
                </c:pt>
                <c:pt idx="1798">
                  <c:v>582.69179933884948</c:v>
                </c:pt>
                <c:pt idx="1799">
                  <c:v>619.5659024398883</c:v>
                </c:pt>
                <c:pt idx="1800">
                  <c:v>554.90292252592803</c:v>
                </c:pt>
                <c:pt idx="1801">
                  <c:v>506.84991237721209</c:v>
                </c:pt>
                <c:pt idx="1802">
                  <c:v>479.63055229670357</c:v>
                </c:pt>
                <c:pt idx="1803">
                  <c:v>523.19891734916359</c:v>
                </c:pt>
                <c:pt idx="1804">
                  <c:v>508.18367412577607</c:v>
                </c:pt>
                <c:pt idx="1805">
                  <c:v>483.06749110023605</c:v>
                </c:pt>
                <c:pt idx="1806">
                  <c:v>350.51699819205231</c:v>
                </c:pt>
                <c:pt idx="1807">
                  <c:v>350.51699819205231</c:v>
                </c:pt>
                <c:pt idx="1808">
                  <c:v>406.21834485720728</c:v>
                </c:pt>
                <c:pt idx="1809">
                  <c:v>460.50251621916556</c:v>
                </c:pt>
                <c:pt idx="1810">
                  <c:v>488.52230934938495</c:v>
                </c:pt>
                <c:pt idx="1811">
                  <c:v>588.5560354371014</c:v>
                </c:pt>
                <c:pt idx="1812">
                  <c:v>617.94152237047501</c:v>
                </c:pt>
                <c:pt idx="1813">
                  <c:v>581.96443235376637</c:v>
                </c:pt>
                <c:pt idx="1814">
                  <c:v>581.96443235376637</c:v>
                </c:pt>
                <c:pt idx="1815">
                  <c:v>632.73925929918187</c:v>
                </c:pt>
                <c:pt idx="1816">
                  <c:v>665.65601379108864</c:v>
                </c:pt>
                <c:pt idx="1817">
                  <c:v>813.35912533127316</c:v>
                </c:pt>
                <c:pt idx="1818">
                  <c:v>813.35912533127316</c:v>
                </c:pt>
                <c:pt idx="1819">
                  <c:v>842.99687096365074</c:v>
                </c:pt>
                <c:pt idx="1820">
                  <c:v>842.99687096365074</c:v>
                </c:pt>
                <c:pt idx="1821">
                  <c:v>801.19872780572689</c:v>
                </c:pt>
                <c:pt idx="1822">
                  <c:v>800.66400693703747</c:v>
                </c:pt>
                <c:pt idx="1823">
                  <c:v>775.05397942746572</c:v>
                </c:pt>
                <c:pt idx="1824">
                  <c:v>775.05397942746572</c:v>
                </c:pt>
                <c:pt idx="1825">
                  <c:v>811.03857708177429</c:v>
                </c:pt>
                <c:pt idx="1826">
                  <c:v>877.85813678853469</c:v>
                </c:pt>
                <c:pt idx="1827">
                  <c:v>833.73263986557993</c:v>
                </c:pt>
                <c:pt idx="1828">
                  <c:v>806.73896863115772</c:v>
                </c:pt>
                <c:pt idx="1829">
                  <c:v>829.77202821692094</c:v>
                </c:pt>
                <c:pt idx="1830">
                  <c:v>819.8230295452837</c:v>
                </c:pt>
                <c:pt idx="1831">
                  <c:v>779.87120590734833</c:v>
                </c:pt>
                <c:pt idx="1832">
                  <c:v>800.82876096711016</c:v>
                </c:pt>
                <c:pt idx="1833">
                  <c:v>784.90233889666786</c:v>
                </c:pt>
                <c:pt idx="1834">
                  <c:v>784.90233889666786</c:v>
                </c:pt>
                <c:pt idx="1835">
                  <c:v>817.75414128585851</c:v>
                </c:pt>
                <c:pt idx="1836">
                  <c:v>798.66448929347644</c:v>
                </c:pt>
                <c:pt idx="1837">
                  <c:v>619.95129184147549</c:v>
                </c:pt>
                <c:pt idx="1838">
                  <c:v>582.13102908210271</c:v>
                </c:pt>
                <c:pt idx="1839">
                  <c:v>568.42985618210218</c:v>
                </c:pt>
                <c:pt idx="1840">
                  <c:v>568.42985618210218</c:v>
                </c:pt>
                <c:pt idx="1841">
                  <c:v>604.2796179668502</c:v>
                </c:pt>
                <c:pt idx="1842">
                  <c:v>636.60015789325473</c:v>
                </c:pt>
                <c:pt idx="1843">
                  <c:v>636.60015789325473</c:v>
                </c:pt>
                <c:pt idx="1844">
                  <c:v>581.60976242039374</c:v>
                </c:pt>
                <c:pt idx="1845">
                  <c:v>585.93156486958185</c:v>
                </c:pt>
                <c:pt idx="1846">
                  <c:v>529.66086027562358</c:v>
                </c:pt>
                <c:pt idx="1847">
                  <c:v>554.16628576730136</c:v>
                </c:pt>
                <c:pt idx="1848">
                  <c:v>602.69171857505796</c:v>
                </c:pt>
                <c:pt idx="1849">
                  <c:v>517.24492823581284</c:v>
                </c:pt>
                <c:pt idx="1850">
                  <c:v>513.47402981406537</c:v>
                </c:pt>
                <c:pt idx="1851">
                  <c:v>476.79019223674908</c:v>
                </c:pt>
                <c:pt idx="1852">
                  <c:v>476.79019223674908</c:v>
                </c:pt>
                <c:pt idx="1853">
                  <c:v>520.71462344274312</c:v>
                </c:pt>
                <c:pt idx="1854">
                  <c:v>520.71462344274312</c:v>
                </c:pt>
                <c:pt idx="1855">
                  <c:v>428.34151585879812</c:v>
                </c:pt>
                <c:pt idx="1856">
                  <c:v>428.34151585879812</c:v>
                </c:pt>
                <c:pt idx="1857">
                  <c:v>428.73624172772685</c:v>
                </c:pt>
                <c:pt idx="1858">
                  <c:v>416.28117022976517</c:v>
                </c:pt>
                <c:pt idx="1859">
                  <c:v>361.17337922519937</c:v>
                </c:pt>
                <c:pt idx="1860">
                  <c:v>354.84453271314771</c:v>
                </c:pt>
                <c:pt idx="1861">
                  <c:v>364.08703125469634</c:v>
                </c:pt>
                <c:pt idx="1862">
                  <c:v>364.08703125469634</c:v>
                </c:pt>
                <c:pt idx="1863">
                  <c:v>403.38851649438948</c:v>
                </c:pt>
                <c:pt idx="1864">
                  <c:v>424.50484803189289</c:v>
                </c:pt>
                <c:pt idx="1865">
                  <c:v>405.75136505055019</c:v>
                </c:pt>
                <c:pt idx="1866">
                  <c:v>390.81156378755628</c:v>
                </c:pt>
                <c:pt idx="1867">
                  <c:v>369.92059533086268</c:v>
                </c:pt>
                <c:pt idx="1868">
                  <c:v>360.52033565164919</c:v>
                </c:pt>
                <c:pt idx="1869">
                  <c:v>366.50147397480788</c:v>
                </c:pt>
                <c:pt idx="1870">
                  <c:v>333.72897708783137</c:v>
                </c:pt>
                <c:pt idx="1871">
                  <c:v>352.33333410222855</c:v>
                </c:pt>
                <c:pt idx="1872">
                  <c:v>352.33333410222855</c:v>
                </c:pt>
                <c:pt idx="1873">
                  <c:v>335.99241328106962</c:v>
                </c:pt>
                <c:pt idx="1874">
                  <c:v>335.99241328106962</c:v>
                </c:pt>
                <c:pt idx="1875">
                  <c:v>332.73355362314243</c:v>
                </c:pt>
                <c:pt idx="1876">
                  <c:v>366.80878908862252</c:v>
                </c:pt>
                <c:pt idx="1877">
                  <c:v>353.24421130488093</c:v>
                </c:pt>
                <c:pt idx="1878">
                  <c:v>375.47504982559582</c:v>
                </c:pt>
                <c:pt idx="1879">
                  <c:v>377.22364651354184</c:v>
                </c:pt>
                <c:pt idx="1880">
                  <c:v>370.3620387421339</c:v>
                </c:pt>
                <c:pt idx="1881">
                  <c:v>344.63614263320403</c:v>
                </c:pt>
                <c:pt idx="1882">
                  <c:v>344.63614263320403</c:v>
                </c:pt>
                <c:pt idx="1883">
                  <c:v>300.81524401957358</c:v>
                </c:pt>
                <c:pt idx="1884">
                  <c:v>298.60531025313537</c:v>
                </c:pt>
                <c:pt idx="1885">
                  <c:v>336.31216405193123</c:v>
                </c:pt>
                <c:pt idx="1886">
                  <c:v>400.97413692967717</c:v>
                </c:pt>
                <c:pt idx="1887">
                  <c:v>450.49877142781116</c:v>
                </c:pt>
                <c:pt idx="1888">
                  <c:v>444.05464606702111</c:v>
                </c:pt>
                <c:pt idx="1889">
                  <c:v>451.75600043060257</c:v>
                </c:pt>
                <c:pt idx="1890">
                  <c:v>489.49007879857845</c:v>
                </c:pt>
                <c:pt idx="1891">
                  <c:v>457.52645795744007</c:v>
                </c:pt>
                <c:pt idx="1892">
                  <c:v>450.39881618861438</c:v>
                </c:pt>
                <c:pt idx="1893">
                  <c:v>437.18392355256987</c:v>
                </c:pt>
                <c:pt idx="1894">
                  <c:v>437.18392355256987</c:v>
                </c:pt>
                <c:pt idx="1895">
                  <c:v>462.58300318151436</c:v>
                </c:pt>
                <c:pt idx="1896">
                  <c:v>420.2357703006391</c:v>
                </c:pt>
                <c:pt idx="1897">
                  <c:v>439.2589187908282</c:v>
                </c:pt>
                <c:pt idx="1898">
                  <c:v>439.2589187908282</c:v>
                </c:pt>
                <c:pt idx="1899">
                  <c:v>443.43168752927733</c:v>
                </c:pt>
                <c:pt idx="1900">
                  <c:v>476.863866220761</c:v>
                </c:pt>
                <c:pt idx="1901">
                  <c:v>476.863866220761</c:v>
                </c:pt>
                <c:pt idx="1902">
                  <c:v>576.06712901675974</c:v>
                </c:pt>
                <c:pt idx="1903">
                  <c:v>534.59091273781178</c:v>
                </c:pt>
                <c:pt idx="1904">
                  <c:v>563.6568036560169</c:v>
                </c:pt>
                <c:pt idx="1905">
                  <c:v>507.63000516125879</c:v>
                </c:pt>
                <c:pt idx="1906">
                  <c:v>476.86001363120948</c:v>
                </c:pt>
                <c:pt idx="1907">
                  <c:v>499.45938674969204</c:v>
                </c:pt>
                <c:pt idx="1908">
                  <c:v>490.87817728043444</c:v>
                </c:pt>
                <c:pt idx="1909">
                  <c:v>602.84744672523505</c:v>
                </c:pt>
                <c:pt idx="1910">
                  <c:v>617.13467698622674</c:v>
                </c:pt>
                <c:pt idx="1911">
                  <c:v>665.05911973024399</c:v>
                </c:pt>
                <c:pt idx="1912">
                  <c:v>697.62182673010057</c:v>
                </c:pt>
                <c:pt idx="1913">
                  <c:v>763.47230023579573</c:v>
                </c:pt>
                <c:pt idx="1914">
                  <c:v>763.47230023579573</c:v>
                </c:pt>
                <c:pt idx="1915">
                  <c:v>763.47230023579573</c:v>
                </c:pt>
                <c:pt idx="1916">
                  <c:v>818.53369685295002</c:v>
                </c:pt>
                <c:pt idx="1917">
                  <c:v>717.54410143396706</c:v>
                </c:pt>
                <c:pt idx="1918">
                  <c:v>726.70644487932043</c:v>
                </c:pt>
                <c:pt idx="1919">
                  <c:v>855.23835824153286</c:v>
                </c:pt>
                <c:pt idx="1920">
                  <c:v>883.30212725433967</c:v>
                </c:pt>
                <c:pt idx="1921">
                  <c:v>861.06797576075758</c:v>
                </c:pt>
                <c:pt idx="1922">
                  <c:v>814.82931615857638</c:v>
                </c:pt>
                <c:pt idx="1923">
                  <c:v>812.55377901117527</c:v>
                </c:pt>
                <c:pt idx="1924">
                  <c:v>753.13513769727581</c:v>
                </c:pt>
                <c:pt idx="1925">
                  <c:v>807.73764224549677</c:v>
                </c:pt>
                <c:pt idx="1926">
                  <c:v>807.73764224549677</c:v>
                </c:pt>
                <c:pt idx="1927">
                  <c:v>785.73174210737409</c:v>
                </c:pt>
                <c:pt idx="1928">
                  <c:v>760.48610556007577</c:v>
                </c:pt>
                <c:pt idx="1929">
                  <c:v>641.15018277585739</c:v>
                </c:pt>
                <c:pt idx="1930">
                  <c:v>587.10068063987569</c:v>
                </c:pt>
                <c:pt idx="1931">
                  <c:v>587.10068063987569</c:v>
                </c:pt>
                <c:pt idx="1932">
                  <c:v>590.13841210082273</c:v>
                </c:pt>
                <c:pt idx="1933">
                  <c:v>567.15614129544508</c:v>
                </c:pt>
                <c:pt idx="1934">
                  <c:v>589.66422804107322</c:v>
                </c:pt>
                <c:pt idx="1935">
                  <c:v>646.87630955578175</c:v>
                </c:pt>
                <c:pt idx="1936">
                  <c:v>646.87630955578175</c:v>
                </c:pt>
                <c:pt idx="1937">
                  <c:v>669.89909461746902</c:v>
                </c:pt>
                <c:pt idx="1938">
                  <c:v>659.89093324633984</c:v>
                </c:pt>
                <c:pt idx="1939">
                  <c:v>547.21304614174778</c:v>
                </c:pt>
                <c:pt idx="1940">
                  <c:v>473.77691850029731</c:v>
                </c:pt>
                <c:pt idx="1941">
                  <c:v>460.80279206111027</c:v>
                </c:pt>
                <c:pt idx="1942">
                  <c:v>460.80279206111027</c:v>
                </c:pt>
                <c:pt idx="1943">
                  <c:v>493.2556655066345</c:v>
                </c:pt>
                <c:pt idx="1944">
                  <c:v>525.76066629790796</c:v>
                </c:pt>
                <c:pt idx="1945">
                  <c:v>525.76066629790796</c:v>
                </c:pt>
                <c:pt idx="1946">
                  <c:v>536.50851419827916</c:v>
                </c:pt>
                <c:pt idx="1947">
                  <c:v>520.82308458493696</c:v>
                </c:pt>
                <c:pt idx="1948">
                  <c:v>566.84975551869456</c:v>
                </c:pt>
                <c:pt idx="1949">
                  <c:v>522.44394771422276</c:v>
                </c:pt>
                <c:pt idx="1950">
                  <c:v>573.34410270067599</c:v>
                </c:pt>
                <c:pt idx="1951">
                  <c:v>573.34410270067599</c:v>
                </c:pt>
                <c:pt idx="1952">
                  <c:v>533.59859895388774</c:v>
                </c:pt>
                <c:pt idx="1953">
                  <c:v>561.00452851858745</c:v>
                </c:pt>
                <c:pt idx="1954">
                  <c:v>505.20228328098995</c:v>
                </c:pt>
                <c:pt idx="1955">
                  <c:v>378.71212814298968</c:v>
                </c:pt>
                <c:pt idx="1956">
                  <c:v>378.71212814298968</c:v>
                </c:pt>
                <c:pt idx="1957">
                  <c:v>386.34149543937036</c:v>
                </c:pt>
                <c:pt idx="1958">
                  <c:v>500.8130478521677</c:v>
                </c:pt>
                <c:pt idx="1959">
                  <c:v>468.84187984074077</c:v>
                </c:pt>
                <c:pt idx="1960">
                  <c:v>495.43267900584635</c:v>
                </c:pt>
                <c:pt idx="1961">
                  <c:v>495.43267900584635</c:v>
                </c:pt>
                <c:pt idx="1962">
                  <c:v>474.61533412797655</c:v>
                </c:pt>
                <c:pt idx="1963">
                  <c:v>436.00566793618987</c:v>
                </c:pt>
                <c:pt idx="1964">
                  <c:v>436.00566793618987</c:v>
                </c:pt>
                <c:pt idx="1965">
                  <c:v>453.10738643191792</c:v>
                </c:pt>
                <c:pt idx="1966">
                  <c:v>433.09274655750659</c:v>
                </c:pt>
                <c:pt idx="1967">
                  <c:v>432.96127312331555</c:v>
                </c:pt>
                <c:pt idx="1968">
                  <c:v>402.82764315476032</c:v>
                </c:pt>
                <c:pt idx="1969">
                  <c:v>391.88474150344138</c:v>
                </c:pt>
                <c:pt idx="1970">
                  <c:v>375.19756002437344</c:v>
                </c:pt>
                <c:pt idx="1971">
                  <c:v>375.19756002437344</c:v>
                </c:pt>
                <c:pt idx="1972">
                  <c:v>392.75656704073879</c:v>
                </c:pt>
                <c:pt idx="1973">
                  <c:v>392.75656704073879</c:v>
                </c:pt>
                <c:pt idx="1974">
                  <c:v>391.47565441982596</c:v>
                </c:pt>
                <c:pt idx="1975">
                  <c:v>472.09566761258725</c:v>
                </c:pt>
                <c:pt idx="1976">
                  <c:v>462.50670899040455</c:v>
                </c:pt>
                <c:pt idx="1977">
                  <c:v>451.28392145299108</c:v>
                </c:pt>
                <c:pt idx="1978">
                  <c:v>389.92071804666102</c:v>
                </c:pt>
                <c:pt idx="1979">
                  <c:v>471.36986646461418</c:v>
                </c:pt>
                <c:pt idx="1980">
                  <c:v>485.03791604588537</c:v>
                </c:pt>
                <c:pt idx="1981">
                  <c:v>485.03791604588537</c:v>
                </c:pt>
                <c:pt idx="1982">
                  <c:v>498.04991571780175</c:v>
                </c:pt>
                <c:pt idx="1983">
                  <c:v>531.77005911015681</c:v>
                </c:pt>
                <c:pt idx="1984">
                  <c:v>511.49597993003312</c:v>
                </c:pt>
                <c:pt idx="1985">
                  <c:v>476.84128357696915</c:v>
                </c:pt>
                <c:pt idx="1986">
                  <c:v>494.92977146585457</c:v>
                </c:pt>
                <c:pt idx="1987">
                  <c:v>500.19241807004278</c:v>
                </c:pt>
                <c:pt idx="1988">
                  <c:v>536.43797030648238</c:v>
                </c:pt>
                <c:pt idx="1989">
                  <c:v>542.041219460506</c:v>
                </c:pt>
                <c:pt idx="1990">
                  <c:v>542.041219460506</c:v>
                </c:pt>
                <c:pt idx="1991">
                  <c:v>600.72968318368873</c:v>
                </c:pt>
                <c:pt idx="1992">
                  <c:v>615.48726682285553</c:v>
                </c:pt>
                <c:pt idx="1993">
                  <c:v>634.18602611222025</c:v>
                </c:pt>
                <c:pt idx="1994">
                  <c:v>629.97570205515751</c:v>
                </c:pt>
                <c:pt idx="1995">
                  <c:v>581.94860743503421</c:v>
                </c:pt>
                <c:pt idx="1996">
                  <c:v>602.39592046127427</c:v>
                </c:pt>
                <c:pt idx="1997">
                  <c:v>630.97446540699855</c:v>
                </c:pt>
                <c:pt idx="1998">
                  <c:v>630.97446540699855</c:v>
                </c:pt>
                <c:pt idx="1999">
                  <c:v>565.25679658819956</c:v>
                </c:pt>
                <c:pt idx="2000">
                  <c:v>554.78208228408198</c:v>
                </c:pt>
                <c:pt idx="2001">
                  <c:v>554.78208228408198</c:v>
                </c:pt>
                <c:pt idx="2002">
                  <c:v>554.78208228408198</c:v>
                </c:pt>
                <c:pt idx="2003">
                  <c:v>530.4557435670431</c:v>
                </c:pt>
                <c:pt idx="2004">
                  <c:v>560.70257289433948</c:v>
                </c:pt>
                <c:pt idx="2005">
                  <c:v>662.70946506669668</c:v>
                </c:pt>
                <c:pt idx="2006">
                  <c:v>679.04792781067317</c:v>
                </c:pt>
                <c:pt idx="2007">
                  <c:v>721.56023641955574</c:v>
                </c:pt>
                <c:pt idx="2008">
                  <c:v>715.68295536211622</c:v>
                </c:pt>
                <c:pt idx="2009">
                  <c:v>783.15202731255147</c:v>
                </c:pt>
                <c:pt idx="2010">
                  <c:v>752.38116527809473</c:v>
                </c:pt>
                <c:pt idx="2011">
                  <c:v>697.50098540469423</c:v>
                </c:pt>
                <c:pt idx="2012">
                  <c:v>765.82986873396783</c:v>
                </c:pt>
                <c:pt idx="2013">
                  <c:v>698.01151157329775</c:v>
                </c:pt>
                <c:pt idx="2014">
                  <c:v>736.6783137265586</c:v>
                </c:pt>
                <c:pt idx="2015">
                  <c:v>741.01676993003832</c:v>
                </c:pt>
                <c:pt idx="2016">
                  <c:v>741.01676993003832</c:v>
                </c:pt>
                <c:pt idx="2017">
                  <c:v>741.01676993003832</c:v>
                </c:pt>
                <c:pt idx="2018">
                  <c:v>866.65525192554867</c:v>
                </c:pt>
                <c:pt idx="2019">
                  <c:v>801.78424375026464</c:v>
                </c:pt>
                <c:pt idx="2020">
                  <c:v>831.68723320331594</c:v>
                </c:pt>
                <c:pt idx="2021">
                  <c:v>835.71277386340228</c:v>
                </c:pt>
                <c:pt idx="2022">
                  <c:v>841.49513364828829</c:v>
                </c:pt>
                <c:pt idx="2023">
                  <c:v>867.39282589279969</c:v>
                </c:pt>
                <c:pt idx="2024">
                  <c:v>867.39282589279969</c:v>
                </c:pt>
                <c:pt idx="2025">
                  <c:v>806.17593780782465</c:v>
                </c:pt>
                <c:pt idx="2026">
                  <c:v>744.26610443891286</c:v>
                </c:pt>
                <c:pt idx="2027">
                  <c:v>717.81672103460426</c:v>
                </c:pt>
                <c:pt idx="2028">
                  <c:v>698.2190403929427</c:v>
                </c:pt>
                <c:pt idx="2029">
                  <c:v>698.2190403929427</c:v>
                </c:pt>
                <c:pt idx="2030">
                  <c:v>700.63715409059284</c:v>
                </c:pt>
                <c:pt idx="2031">
                  <c:v>700.63715409059284</c:v>
                </c:pt>
                <c:pt idx="2032">
                  <c:v>647.72823767652801</c:v>
                </c:pt>
                <c:pt idx="2033">
                  <c:v>671.56603777106</c:v>
                </c:pt>
                <c:pt idx="2034">
                  <c:v>671.56603777106</c:v>
                </c:pt>
                <c:pt idx="2035">
                  <c:v>667.55045438573165</c:v>
                </c:pt>
                <c:pt idx="2036">
                  <c:v>637.7016611470973</c:v>
                </c:pt>
                <c:pt idx="2037">
                  <c:v>637.7016611470973</c:v>
                </c:pt>
                <c:pt idx="2038">
                  <c:v>542.77385755151772</c:v>
                </c:pt>
                <c:pt idx="2039">
                  <c:v>569.84291483308527</c:v>
                </c:pt>
                <c:pt idx="2040">
                  <c:v>599.69318364613343</c:v>
                </c:pt>
                <c:pt idx="2041">
                  <c:v>574.21131660265917</c:v>
                </c:pt>
                <c:pt idx="2042">
                  <c:v>545.70019379400503</c:v>
                </c:pt>
                <c:pt idx="2043">
                  <c:v>499.04331674738916</c:v>
                </c:pt>
                <c:pt idx="2044">
                  <c:v>499.04331674738916</c:v>
                </c:pt>
                <c:pt idx="2045">
                  <c:v>488.04938477927004</c:v>
                </c:pt>
                <c:pt idx="2046">
                  <c:v>532.86331537019009</c:v>
                </c:pt>
                <c:pt idx="2047">
                  <c:v>496.79515947373756</c:v>
                </c:pt>
                <c:pt idx="2048">
                  <c:v>503.08424141269364</c:v>
                </c:pt>
                <c:pt idx="2049">
                  <c:v>567.63082360800581</c:v>
                </c:pt>
                <c:pt idx="2050">
                  <c:v>563.55888649499923</c:v>
                </c:pt>
                <c:pt idx="2051">
                  <c:v>563.55888649499923</c:v>
                </c:pt>
                <c:pt idx="2052">
                  <c:v>546.98398329193958</c:v>
                </c:pt>
                <c:pt idx="2053">
                  <c:v>556.90814083884209</c:v>
                </c:pt>
                <c:pt idx="2054">
                  <c:v>556.90814083884209</c:v>
                </c:pt>
                <c:pt idx="2055">
                  <c:v>623.98412242639074</c:v>
                </c:pt>
                <c:pt idx="2056">
                  <c:v>684.14583960835012</c:v>
                </c:pt>
                <c:pt idx="2057">
                  <c:v>701.47528888799866</c:v>
                </c:pt>
                <c:pt idx="2058">
                  <c:v>701.47528888799866</c:v>
                </c:pt>
                <c:pt idx="2059">
                  <c:v>701.47528888799866</c:v>
                </c:pt>
                <c:pt idx="2060">
                  <c:v>622.73078242775784</c:v>
                </c:pt>
                <c:pt idx="2061">
                  <c:v>622.73078242775784</c:v>
                </c:pt>
                <c:pt idx="2062">
                  <c:v>625.56074712287273</c:v>
                </c:pt>
                <c:pt idx="2063">
                  <c:v>707.74020082983179</c:v>
                </c:pt>
                <c:pt idx="2064">
                  <c:v>674.64698475876708</c:v>
                </c:pt>
                <c:pt idx="2065">
                  <c:v>739.55566781178845</c:v>
                </c:pt>
                <c:pt idx="2066">
                  <c:v>765.64703493969205</c:v>
                </c:pt>
                <c:pt idx="2067">
                  <c:v>793.20355465803243</c:v>
                </c:pt>
                <c:pt idx="2068">
                  <c:v>793.20355465803243</c:v>
                </c:pt>
                <c:pt idx="2069">
                  <c:v>676.38196891721248</c:v>
                </c:pt>
                <c:pt idx="2070">
                  <c:v>655.15375767713851</c:v>
                </c:pt>
                <c:pt idx="2071">
                  <c:v>654.72207810498867</c:v>
                </c:pt>
                <c:pt idx="2072">
                  <c:v>654.72207810498867</c:v>
                </c:pt>
                <c:pt idx="2073">
                  <c:v>606.5730503509219</c:v>
                </c:pt>
                <c:pt idx="2074">
                  <c:v>578.41658547021439</c:v>
                </c:pt>
                <c:pt idx="2075">
                  <c:v>507.24591705350787</c:v>
                </c:pt>
                <c:pt idx="2076">
                  <c:v>469.01940551895939</c:v>
                </c:pt>
                <c:pt idx="2077">
                  <c:v>430.99480237646429</c:v>
                </c:pt>
                <c:pt idx="2078">
                  <c:v>464.83131509009024</c:v>
                </c:pt>
                <c:pt idx="2079">
                  <c:v>472.57946514446462</c:v>
                </c:pt>
                <c:pt idx="2080">
                  <c:v>457.65197963567988</c:v>
                </c:pt>
                <c:pt idx="2081">
                  <c:v>468.07245911783986</c:v>
                </c:pt>
                <c:pt idx="2082">
                  <c:v>468.07245911783986</c:v>
                </c:pt>
                <c:pt idx="2083">
                  <c:v>453.65667455314815</c:v>
                </c:pt>
                <c:pt idx="2084">
                  <c:v>460.06072742264513</c:v>
                </c:pt>
                <c:pt idx="2085">
                  <c:v>460.06072742264513</c:v>
                </c:pt>
                <c:pt idx="2086">
                  <c:v>460.06072742264513</c:v>
                </c:pt>
                <c:pt idx="2087">
                  <c:v>472.74828424656897</c:v>
                </c:pt>
                <c:pt idx="2088">
                  <c:v>472.74828424656897</c:v>
                </c:pt>
                <c:pt idx="2089">
                  <c:v>526.10853599731661</c:v>
                </c:pt>
                <c:pt idx="2090">
                  <c:v>550.14220599073701</c:v>
                </c:pt>
                <c:pt idx="2091">
                  <c:v>576.53461021125327</c:v>
                </c:pt>
                <c:pt idx="2092">
                  <c:v>576.53461021125327</c:v>
                </c:pt>
                <c:pt idx="2093">
                  <c:v>621.3460335053569</c:v>
                </c:pt>
                <c:pt idx="2094">
                  <c:v>661.90779561063403</c:v>
                </c:pt>
                <c:pt idx="2095">
                  <c:v>661.90779561063403</c:v>
                </c:pt>
                <c:pt idx="2096">
                  <c:v>643.20671824131875</c:v>
                </c:pt>
                <c:pt idx="2097">
                  <c:v>657.03901384622998</c:v>
                </c:pt>
                <c:pt idx="2098">
                  <c:v>578.83520112515362</c:v>
                </c:pt>
                <c:pt idx="2099">
                  <c:v>582.94580618757425</c:v>
                </c:pt>
                <c:pt idx="2100">
                  <c:v>631.19516737899528</c:v>
                </c:pt>
                <c:pt idx="2101">
                  <c:v>621.15538654049931</c:v>
                </c:pt>
                <c:pt idx="2102">
                  <c:v>640.96163535604876</c:v>
                </c:pt>
                <c:pt idx="2103">
                  <c:v>590.37478200955741</c:v>
                </c:pt>
                <c:pt idx="2104">
                  <c:v>590.37478200955741</c:v>
                </c:pt>
                <c:pt idx="2105">
                  <c:v>590.37478200955741</c:v>
                </c:pt>
                <c:pt idx="2106">
                  <c:v>703.64132008467459</c:v>
                </c:pt>
                <c:pt idx="2107">
                  <c:v>703.64132008467459</c:v>
                </c:pt>
                <c:pt idx="2108">
                  <c:v>703.64132008467459</c:v>
                </c:pt>
                <c:pt idx="2109">
                  <c:v>671.29960708418469</c:v>
                </c:pt>
                <c:pt idx="2110">
                  <c:v>671.29960708418469</c:v>
                </c:pt>
                <c:pt idx="2111">
                  <c:v>593.91749662937457</c:v>
                </c:pt>
                <c:pt idx="2112">
                  <c:v>593.91749662937457</c:v>
                </c:pt>
                <c:pt idx="2113">
                  <c:v>561.85784669210273</c:v>
                </c:pt>
                <c:pt idx="2114">
                  <c:v>561.85784669210273</c:v>
                </c:pt>
                <c:pt idx="2115">
                  <c:v>580.53630780885078</c:v>
                </c:pt>
                <c:pt idx="2116">
                  <c:v>557.69235739915086</c:v>
                </c:pt>
                <c:pt idx="2117">
                  <c:v>557.69235739915086</c:v>
                </c:pt>
                <c:pt idx="2118">
                  <c:v>547.46991985679506</c:v>
                </c:pt>
                <c:pt idx="2119">
                  <c:v>535.49305496174907</c:v>
                </c:pt>
                <c:pt idx="2120">
                  <c:v>535.49305496174907</c:v>
                </c:pt>
                <c:pt idx="2121">
                  <c:v>553.32400850646877</c:v>
                </c:pt>
                <c:pt idx="2122">
                  <c:v>530.38232853503791</c:v>
                </c:pt>
                <c:pt idx="2123">
                  <c:v>566.53998207253926</c:v>
                </c:pt>
                <c:pt idx="2124">
                  <c:v>566.53998207253926</c:v>
                </c:pt>
                <c:pt idx="2125">
                  <c:v>517.19887128806749</c:v>
                </c:pt>
                <c:pt idx="2126">
                  <c:v>408.38684736335335</c:v>
                </c:pt>
                <c:pt idx="2127">
                  <c:v>408.38684736335335</c:v>
                </c:pt>
                <c:pt idx="2128">
                  <c:v>411.06370407099121</c:v>
                </c:pt>
                <c:pt idx="2129">
                  <c:v>411.06370407099121</c:v>
                </c:pt>
                <c:pt idx="2130">
                  <c:v>383.95649890980985</c:v>
                </c:pt>
                <c:pt idx="2131">
                  <c:v>350.93792602517073</c:v>
                </c:pt>
                <c:pt idx="2132">
                  <c:v>420.03881882749812</c:v>
                </c:pt>
                <c:pt idx="2133">
                  <c:v>424.18812215733209</c:v>
                </c:pt>
                <c:pt idx="2134">
                  <c:v>426.5233177206062</c:v>
                </c:pt>
                <c:pt idx="2135">
                  <c:v>403.78296197457018</c:v>
                </c:pt>
                <c:pt idx="2136">
                  <c:v>416.53499658866309</c:v>
                </c:pt>
                <c:pt idx="2137">
                  <c:v>396.30142687699856</c:v>
                </c:pt>
                <c:pt idx="2138">
                  <c:v>413.439171732597</c:v>
                </c:pt>
                <c:pt idx="2139">
                  <c:v>412.34208718077093</c:v>
                </c:pt>
                <c:pt idx="2140">
                  <c:v>433.09141492912789</c:v>
                </c:pt>
                <c:pt idx="2141">
                  <c:v>411.69928812983159</c:v>
                </c:pt>
                <c:pt idx="2142">
                  <c:v>414.66476589170696</c:v>
                </c:pt>
                <c:pt idx="2143">
                  <c:v>394.03819573489062</c:v>
                </c:pt>
                <c:pt idx="2144">
                  <c:v>394.03819573489062</c:v>
                </c:pt>
                <c:pt idx="2145">
                  <c:v>420.78063919381293</c:v>
                </c:pt>
                <c:pt idx="2146">
                  <c:v>411.74049928113948</c:v>
                </c:pt>
                <c:pt idx="2147">
                  <c:v>411.74049928113948</c:v>
                </c:pt>
                <c:pt idx="2148">
                  <c:v>409.78925635125671</c:v>
                </c:pt>
                <c:pt idx="2149">
                  <c:v>379.86755278312251</c:v>
                </c:pt>
                <c:pt idx="2150">
                  <c:v>506.17748099365878</c:v>
                </c:pt>
                <c:pt idx="2151">
                  <c:v>547.49947034160948</c:v>
                </c:pt>
                <c:pt idx="2152">
                  <c:v>474.01436258770013</c:v>
                </c:pt>
                <c:pt idx="2153">
                  <c:v>457.36191862272904</c:v>
                </c:pt>
                <c:pt idx="2154">
                  <c:v>489.26873795146543</c:v>
                </c:pt>
                <c:pt idx="2155">
                  <c:v>504.48869075698479</c:v>
                </c:pt>
                <c:pt idx="2156">
                  <c:v>517.05332429255134</c:v>
                </c:pt>
                <c:pt idx="2157">
                  <c:v>551.94317008047778</c:v>
                </c:pt>
                <c:pt idx="2158">
                  <c:v>577.97189530439675</c:v>
                </c:pt>
                <c:pt idx="2159">
                  <c:v>577.97189530439675</c:v>
                </c:pt>
                <c:pt idx="2160">
                  <c:v>564.09847526513329</c:v>
                </c:pt>
                <c:pt idx="2161">
                  <c:v>564.09847526513329</c:v>
                </c:pt>
                <c:pt idx="2162">
                  <c:v>577.95878757376397</c:v>
                </c:pt>
                <c:pt idx="2163">
                  <c:v>577.95878757376397</c:v>
                </c:pt>
                <c:pt idx="2164">
                  <c:v>577.95878757376397</c:v>
                </c:pt>
                <c:pt idx="2165">
                  <c:v>678.73885154057439</c:v>
                </c:pt>
                <c:pt idx="2166">
                  <c:v>725.67385544201397</c:v>
                </c:pt>
                <c:pt idx="2167">
                  <c:v>725.67385544201397</c:v>
                </c:pt>
                <c:pt idx="2168">
                  <c:v>770.77222793064402</c:v>
                </c:pt>
                <c:pt idx="2169">
                  <c:v>864.51786767628539</c:v>
                </c:pt>
                <c:pt idx="2170">
                  <c:v>695.2861079121227</c:v>
                </c:pt>
                <c:pt idx="2171">
                  <c:v>648.82096350080769</c:v>
                </c:pt>
                <c:pt idx="2172">
                  <c:v>692.63266561263526</c:v>
                </c:pt>
                <c:pt idx="2173">
                  <c:v>764.80838791307565</c:v>
                </c:pt>
                <c:pt idx="2174">
                  <c:v>752.70520316113289</c:v>
                </c:pt>
                <c:pt idx="2175">
                  <c:v>779.85048265123953</c:v>
                </c:pt>
                <c:pt idx="2176">
                  <c:v>823.6744538116734</c:v>
                </c:pt>
                <c:pt idx="2177">
                  <c:v>833.78003254122029</c:v>
                </c:pt>
                <c:pt idx="2178">
                  <c:v>793.61537235379194</c:v>
                </c:pt>
                <c:pt idx="2179">
                  <c:v>793.61537235379194</c:v>
                </c:pt>
                <c:pt idx="2180">
                  <c:v>1209.1567105444872</c:v>
                </c:pt>
                <c:pt idx="2181">
                  <c:v>1209.1567105444872</c:v>
                </c:pt>
                <c:pt idx="2182">
                  <c:v>1128.3864751582703</c:v>
                </c:pt>
                <c:pt idx="2183">
                  <c:v>1128.3864751582703</c:v>
                </c:pt>
                <c:pt idx="2184">
                  <c:v>1068.565463544501</c:v>
                </c:pt>
                <c:pt idx="2185">
                  <c:v>1016.5137260781815</c:v>
                </c:pt>
                <c:pt idx="2186">
                  <c:v>913.14189108687913</c:v>
                </c:pt>
                <c:pt idx="2187">
                  <c:v>913.14189108687913</c:v>
                </c:pt>
                <c:pt idx="2188">
                  <c:v>885.8397264927786</c:v>
                </c:pt>
                <c:pt idx="2189">
                  <c:v>895.31681092793121</c:v>
                </c:pt>
                <c:pt idx="2190">
                  <c:v>855.09872621747343</c:v>
                </c:pt>
                <c:pt idx="2191">
                  <c:v>850.67399063436062</c:v>
                </c:pt>
                <c:pt idx="2192">
                  <c:v>850.67399063436062</c:v>
                </c:pt>
                <c:pt idx="2193">
                  <c:v>850.67399063436062</c:v>
                </c:pt>
                <c:pt idx="2194">
                  <c:v>850.67399063436062</c:v>
                </c:pt>
                <c:pt idx="2195">
                  <c:v>850.67399063436062</c:v>
                </c:pt>
                <c:pt idx="2196">
                  <c:v>892.90497101770848</c:v>
                </c:pt>
                <c:pt idx="2197">
                  <c:v>889.74999556398984</c:v>
                </c:pt>
                <c:pt idx="2198">
                  <c:v>879.98933219908463</c:v>
                </c:pt>
                <c:pt idx="2199">
                  <c:v>823.51734036609446</c:v>
                </c:pt>
                <c:pt idx="2200">
                  <c:v>535.62860043383785</c:v>
                </c:pt>
                <c:pt idx="2201">
                  <c:v>651.77625316312015</c:v>
                </c:pt>
                <c:pt idx="2202">
                  <c:v>660.65439573395702</c:v>
                </c:pt>
                <c:pt idx="2203">
                  <c:v>660.65439573395702</c:v>
                </c:pt>
                <c:pt idx="2204">
                  <c:v>668.50517630058039</c:v>
                </c:pt>
                <c:pt idx="2205">
                  <c:v>642.77171349429614</c:v>
                </c:pt>
                <c:pt idx="2206">
                  <c:v>704.6166581985002</c:v>
                </c:pt>
                <c:pt idx="2207">
                  <c:v>704.6166581985002</c:v>
                </c:pt>
                <c:pt idx="2208">
                  <c:v>776.48794573186933</c:v>
                </c:pt>
                <c:pt idx="2209">
                  <c:v>714.33895368977619</c:v>
                </c:pt>
                <c:pt idx="2210">
                  <c:v>789.36587370780194</c:v>
                </c:pt>
                <c:pt idx="2211">
                  <c:v>795.22449750203907</c:v>
                </c:pt>
                <c:pt idx="2212">
                  <c:v>795.22449750203907</c:v>
                </c:pt>
                <c:pt idx="2213">
                  <c:v>795.17772217389916</c:v>
                </c:pt>
                <c:pt idx="2214">
                  <c:v>795.17772217389916</c:v>
                </c:pt>
                <c:pt idx="2215">
                  <c:v>730.94603233141595</c:v>
                </c:pt>
                <c:pt idx="2216">
                  <c:v>676.74225611777354</c:v>
                </c:pt>
                <c:pt idx="2217">
                  <c:v>658.30777425061285</c:v>
                </c:pt>
                <c:pt idx="2218">
                  <c:v>678.69806631098947</c:v>
                </c:pt>
                <c:pt idx="2219">
                  <c:v>711.48712383334396</c:v>
                </c:pt>
                <c:pt idx="2220">
                  <c:v>711.48712383334396</c:v>
                </c:pt>
                <c:pt idx="2221">
                  <c:v>554.09203003011532</c:v>
                </c:pt>
                <c:pt idx="2222">
                  <c:v>585.33927857898072</c:v>
                </c:pt>
                <c:pt idx="2223">
                  <c:v>677.32498404945727</c:v>
                </c:pt>
                <c:pt idx="2224">
                  <c:v>677.32498404945727</c:v>
                </c:pt>
                <c:pt idx="2225">
                  <c:v>880.67078250352665</c:v>
                </c:pt>
                <c:pt idx="2226">
                  <c:v>880.67078250352665</c:v>
                </c:pt>
                <c:pt idx="2227">
                  <c:v>851.49058451722215</c:v>
                </c:pt>
                <c:pt idx="2228">
                  <c:v>787.95292351555884</c:v>
                </c:pt>
                <c:pt idx="2229">
                  <c:v>959.07927395747924</c:v>
                </c:pt>
                <c:pt idx="2230">
                  <c:v>912.51010829905613</c:v>
                </c:pt>
                <c:pt idx="2231">
                  <c:v>908.27522843819952</c:v>
                </c:pt>
                <c:pt idx="2232">
                  <c:v>896.35989115284247</c:v>
                </c:pt>
                <c:pt idx="2233">
                  <c:v>827.93023507799069</c:v>
                </c:pt>
                <c:pt idx="2234">
                  <c:v>827.93023507799069</c:v>
                </c:pt>
                <c:pt idx="2235">
                  <c:v>861.25576482427641</c:v>
                </c:pt>
                <c:pt idx="2236">
                  <c:v>879.1927054652034</c:v>
                </c:pt>
                <c:pt idx="2237">
                  <c:v>963.86554446336493</c:v>
                </c:pt>
                <c:pt idx="2238">
                  <c:v>963.86554446336493</c:v>
                </c:pt>
                <c:pt idx="2239">
                  <c:v>963.41107232937452</c:v>
                </c:pt>
                <c:pt idx="2240">
                  <c:v>993.27577912470042</c:v>
                </c:pt>
                <c:pt idx="2241">
                  <c:v>993.27577912470042</c:v>
                </c:pt>
                <c:pt idx="2242">
                  <c:v>1007.8300684095974</c:v>
                </c:pt>
                <c:pt idx="2243">
                  <c:v>974.0483551259581</c:v>
                </c:pt>
                <c:pt idx="2244">
                  <c:v>974.0483551259581</c:v>
                </c:pt>
                <c:pt idx="2245">
                  <c:v>807.70101254534381</c:v>
                </c:pt>
                <c:pt idx="2246">
                  <c:v>793.89933299358631</c:v>
                </c:pt>
                <c:pt idx="2247">
                  <c:v>786.97650621932473</c:v>
                </c:pt>
                <c:pt idx="2248">
                  <c:v>833.09347306601444</c:v>
                </c:pt>
                <c:pt idx="2249">
                  <c:v>751.8098386891304</c:v>
                </c:pt>
                <c:pt idx="2250">
                  <c:v>771.78147769515988</c:v>
                </c:pt>
                <c:pt idx="2251">
                  <c:v>815.4586005446032</c:v>
                </c:pt>
                <c:pt idx="2252">
                  <c:v>863.3516557465822</c:v>
                </c:pt>
                <c:pt idx="2253">
                  <c:v>938.01721286924692</c:v>
                </c:pt>
                <c:pt idx="2254">
                  <c:v>869.99994587563106</c:v>
                </c:pt>
                <c:pt idx="2255">
                  <c:v>840.31984467387485</c:v>
                </c:pt>
                <c:pt idx="2256">
                  <c:v>818.84900759737275</c:v>
                </c:pt>
                <c:pt idx="2257">
                  <c:v>668.89005491639386</c:v>
                </c:pt>
                <c:pt idx="2258">
                  <c:v>668.89005491639386</c:v>
                </c:pt>
                <c:pt idx="2259">
                  <c:v>684.25888596071809</c:v>
                </c:pt>
                <c:pt idx="2260">
                  <c:v>606.78576579369394</c:v>
                </c:pt>
                <c:pt idx="2261">
                  <c:v>606.78576579369394</c:v>
                </c:pt>
                <c:pt idx="2262">
                  <c:v>606.78576579369394</c:v>
                </c:pt>
                <c:pt idx="2263">
                  <c:v>606.78576579369394</c:v>
                </c:pt>
                <c:pt idx="2264">
                  <c:v>554.76451656016616</c:v>
                </c:pt>
                <c:pt idx="2265">
                  <c:v>633.37108730722412</c:v>
                </c:pt>
                <c:pt idx="2266">
                  <c:v>633.93685496663829</c:v>
                </c:pt>
                <c:pt idx="2267">
                  <c:v>605.20834118227924</c:v>
                </c:pt>
                <c:pt idx="2268">
                  <c:v>581.33081775207438</c:v>
                </c:pt>
                <c:pt idx="2269">
                  <c:v>525.25886809570136</c:v>
                </c:pt>
                <c:pt idx="2270">
                  <c:v>499.95219516726462</c:v>
                </c:pt>
                <c:pt idx="2271">
                  <c:v>454.09773893131177</c:v>
                </c:pt>
                <c:pt idx="2272">
                  <c:v>408.74531214211214</c:v>
                </c:pt>
                <c:pt idx="2273">
                  <c:v>396.93577769790068</c:v>
                </c:pt>
                <c:pt idx="2274">
                  <c:v>424.44835457310518</c:v>
                </c:pt>
                <c:pt idx="2275">
                  <c:v>419.64605040324875</c:v>
                </c:pt>
                <c:pt idx="2276">
                  <c:v>419.64605040324875</c:v>
                </c:pt>
                <c:pt idx="2277">
                  <c:v>429.56326345354978</c:v>
                </c:pt>
                <c:pt idx="2278">
                  <c:v>439.93344504055005</c:v>
                </c:pt>
                <c:pt idx="2279">
                  <c:v>528.74045879997936</c:v>
                </c:pt>
                <c:pt idx="2280">
                  <c:v>527.63306732856438</c:v>
                </c:pt>
                <c:pt idx="2281">
                  <c:v>597.81654969451176</c:v>
                </c:pt>
                <c:pt idx="2282">
                  <c:v>568.38638342479351</c:v>
                </c:pt>
                <c:pt idx="2283">
                  <c:v>543.71660726869095</c:v>
                </c:pt>
                <c:pt idx="2284">
                  <c:v>576.3697025408535</c:v>
                </c:pt>
                <c:pt idx="2285">
                  <c:v>511.91679185626896</c:v>
                </c:pt>
                <c:pt idx="2286">
                  <c:v>508.3909302758729</c:v>
                </c:pt>
                <c:pt idx="2287">
                  <c:v>527.53918025873168</c:v>
                </c:pt>
                <c:pt idx="2288">
                  <c:v>466.89773744763289</c:v>
                </c:pt>
                <c:pt idx="2289">
                  <c:v>493.46070099800403</c:v>
                </c:pt>
                <c:pt idx="2290">
                  <c:v>492.41361671833658</c:v>
                </c:pt>
                <c:pt idx="2291">
                  <c:v>524.62832985480804</c:v>
                </c:pt>
                <c:pt idx="2292">
                  <c:v>495.87674654894522</c:v>
                </c:pt>
                <c:pt idx="2293">
                  <c:v>476.13743496276516</c:v>
                </c:pt>
                <c:pt idx="2294">
                  <c:v>476.13743496276516</c:v>
                </c:pt>
                <c:pt idx="2295">
                  <c:v>490.32811363364453</c:v>
                </c:pt>
                <c:pt idx="2296">
                  <c:v>490.32811363364453</c:v>
                </c:pt>
                <c:pt idx="2297">
                  <c:v>490.32811363364453</c:v>
                </c:pt>
                <c:pt idx="2298">
                  <c:v>486.75003315948561</c:v>
                </c:pt>
                <c:pt idx="2299">
                  <c:v>550.21631713980457</c:v>
                </c:pt>
                <c:pt idx="2300">
                  <c:v>553.37673132133216</c:v>
                </c:pt>
                <c:pt idx="2301">
                  <c:v>465.92862569554342</c:v>
                </c:pt>
                <c:pt idx="2302">
                  <c:v>493.94206607325214</c:v>
                </c:pt>
                <c:pt idx="2303">
                  <c:v>526.7867688499183</c:v>
                </c:pt>
                <c:pt idx="2304">
                  <c:v>526.7867688499183</c:v>
                </c:pt>
                <c:pt idx="2305">
                  <c:v>576.53016730073523</c:v>
                </c:pt>
                <c:pt idx="2306">
                  <c:v>572.37909425035025</c:v>
                </c:pt>
                <c:pt idx="2307">
                  <c:v>572.37909425035025</c:v>
                </c:pt>
                <c:pt idx="2308">
                  <c:v>601.47094602243567</c:v>
                </c:pt>
                <c:pt idx="2309">
                  <c:v>604.86983675932424</c:v>
                </c:pt>
                <c:pt idx="2310">
                  <c:v>626.0557367520463</c:v>
                </c:pt>
                <c:pt idx="2311">
                  <c:v>626.0557367520463</c:v>
                </c:pt>
                <c:pt idx="2312">
                  <c:v>569.97122882252881</c:v>
                </c:pt>
                <c:pt idx="2313">
                  <c:v>631.27483156069854</c:v>
                </c:pt>
                <c:pt idx="2314">
                  <c:v>577.95647738847617</c:v>
                </c:pt>
                <c:pt idx="2315">
                  <c:v>626.87818448432677</c:v>
                </c:pt>
                <c:pt idx="2316">
                  <c:v>626.87818448432677</c:v>
                </c:pt>
                <c:pt idx="2317">
                  <c:v>626.87818448432677</c:v>
                </c:pt>
                <c:pt idx="2318">
                  <c:v>562.92091024467186</c:v>
                </c:pt>
                <c:pt idx="2319">
                  <c:v>332.13732539989667</c:v>
                </c:pt>
                <c:pt idx="2320">
                  <c:v>415.18898610588406</c:v>
                </c:pt>
                <c:pt idx="2321">
                  <c:v>406.20324466355254</c:v>
                </c:pt>
                <c:pt idx="2322">
                  <c:v>561.38341970119154</c:v>
                </c:pt>
                <c:pt idx="2323">
                  <c:v>561.38341970119154</c:v>
                </c:pt>
                <c:pt idx="2324">
                  <c:v>512.66428289823966</c:v>
                </c:pt>
                <c:pt idx="2325">
                  <c:v>471.69931027779768</c:v>
                </c:pt>
                <c:pt idx="2326">
                  <c:v>575.16696270246666</c:v>
                </c:pt>
                <c:pt idx="2327">
                  <c:v>561.26666130949388</c:v>
                </c:pt>
                <c:pt idx="2328">
                  <c:v>561.26666130949388</c:v>
                </c:pt>
                <c:pt idx="2329">
                  <c:v>575.76482283526718</c:v>
                </c:pt>
                <c:pt idx="2330">
                  <c:v>575.76482283526718</c:v>
                </c:pt>
                <c:pt idx="2331">
                  <c:v>575.76482283526718</c:v>
                </c:pt>
                <c:pt idx="2332">
                  <c:v>599.56477759693132</c:v>
                </c:pt>
                <c:pt idx="2333">
                  <c:v>703.31199013867865</c:v>
                </c:pt>
                <c:pt idx="2334">
                  <c:v>708.17403129702166</c:v>
                </c:pt>
                <c:pt idx="2335">
                  <c:v>708.17403129702166</c:v>
                </c:pt>
                <c:pt idx="2336">
                  <c:v>647.45137249674997</c:v>
                </c:pt>
                <c:pt idx="2337">
                  <c:v>647.45137249674997</c:v>
                </c:pt>
                <c:pt idx="2338">
                  <c:v>645.20306155015737</c:v>
                </c:pt>
                <c:pt idx="2339">
                  <c:v>660.317561960543</c:v>
                </c:pt>
                <c:pt idx="2340">
                  <c:v>629.75092113442906</c:v>
                </c:pt>
                <c:pt idx="2341">
                  <c:v>629.75092113442906</c:v>
                </c:pt>
                <c:pt idx="2342">
                  <c:v>527.96154875140542</c:v>
                </c:pt>
                <c:pt idx="2343">
                  <c:v>527.96154875140542</c:v>
                </c:pt>
                <c:pt idx="2344">
                  <c:v>597.25433436784692</c:v>
                </c:pt>
                <c:pt idx="2345">
                  <c:v>652.16986522051673</c:v>
                </c:pt>
                <c:pt idx="2346">
                  <c:v>551.12899737383907</c:v>
                </c:pt>
                <c:pt idx="2347">
                  <c:v>569.53833308727803</c:v>
                </c:pt>
                <c:pt idx="2348">
                  <c:v>546.37363994968177</c:v>
                </c:pt>
                <c:pt idx="2349">
                  <c:v>612.7870134479258</c:v>
                </c:pt>
                <c:pt idx="2350">
                  <c:v>585.07067897177922</c:v>
                </c:pt>
                <c:pt idx="2351">
                  <c:v>585.07067897177922</c:v>
                </c:pt>
                <c:pt idx="2352">
                  <c:v>591.26029844583104</c:v>
                </c:pt>
                <c:pt idx="2353">
                  <c:v>491.5306952486896</c:v>
                </c:pt>
                <c:pt idx="2354">
                  <c:v>521.30348093398197</c:v>
                </c:pt>
                <c:pt idx="2355">
                  <c:v>626.4693445117058</c:v>
                </c:pt>
                <c:pt idx="2356">
                  <c:v>699.74991451391497</c:v>
                </c:pt>
                <c:pt idx="2357">
                  <c:v>679.32658042397998</c:v>
                </c:pt>
                <c:pt idx="2358">
                  <c:v>752.93133170765623</c:v>
                </c:pt>
                <c:pt idx="2359">
                  <c:v>742.41051245520953</c:v>
                </c:pt>
                <c:pt idx="2360">
                  <c:v>742.41051245520953</c:v>
                </c:pt>
                <c:pt idx="2361">
                  <c:v>742.41051245520953</c:v>
                </c:pt>
                <c:pt idx="2362">
                  <c:v>707.25334292092577</c:v>
                </c:pt>
                <c:pt idx="2363">
                  <c:v>707.25334292092577</c:v>
                </c:pt>
                <c:pt idx="2364">
                  <c:v>691.74109981833794</c:v>
                </c:pt>
                <c:pt idx="2365">
                  <c:v>691.74109981833794</c:v>
                </c:pt>
                <c:pt idx="2366">
                  <c:v>691.74109981833794</c:v>
                </c:pt>
                <c:pt idx="2367">
                  <c:v>691.74109981833794</c:v>
                </c:pt>
                <c:pt idx="2368">
                  <c:v>742.9944851236429</c:v>
                </c:pt>
                <c:pt idx="2369">
                  <c:v>578.32665724518608</c:v>
                </c:pt>
                <c:pt idx="2370">
                  <c:v>679.11510352384641</c:v>
                </c:pt>
                <c:pt idx="2371">
                  <c:v>609.54995441141114</c:v>
                </c:pt>
                <c:pt idx="2372">
                  <c:v>622.24829287954901</c:v>
                </c:pt>
                <c:pt idx="2373">
                  <c:v>643.95050027577349</c:v>
                </c:pt>
                <c:pt idx="2374">
                  <c:v>643.95050027577349</c:v>
                </c:pt>
                <c:pt idx="2375">
                  <c:v>500.92790783074139</c:v>
                </c:pt>
                <c:pt idx="2376">
                  <c:v>580.81394570961618</c:v>
                </c:pt>
                <c:pt idx="2377">
                  <c:v>532.3485399197624</c:v>
                </c:pt>
                <c:pt idx="2378">
                  <c:v>532.3485399197624</c:v>
                </c:pt>
                <c:pt idx="2379">
                  <c:v>532.3485399197624</c:v>
                </c:pt>
                <c:pt idx="2380">
                  <c:v>532.3485399197624</c:v>
                </c:pt>
                <c:pt idx="2381">
                  <c:v>531.26634777327592</c:v>
                </c:pt>
                <c:pt idx="2382">
                  <c:v>569.06232195352698</c:v>
                </c:pt>
                <c:pt idx="2383">
                  <c:v>569.06232195352698</c:v>
                </c:pt>
                <c:pt idx="2384">
                  <c:v>698.19824676247504</c:v>
                </c:pt>
                <c:pt idx="2385">
                  <c:v>637.43551085098045</c:v>
                </c:pt>
                <c:pt idx="2386">
                  <c:v>637.43551085098045</c:v>
                </c:pt>
                <c:pt idx="2387">
                  <c:v>696.67475315516629</c:v>
                </c:pt>
                <c:pt idx="2388">
                  <c:v>726.12280188133968</c:v>
                </c:pt>
                <c:pt idx="2389">
                  <c:v>746.23125359970879</c:v>
                </c:pt>
                <c:pt idx="2390">
                  <c:v>728.03541478197337</c:v>
                </c:pt>
                <c:pt idx="2391">
                  <c:v>752.60751767561203</c:v>
                </c:pt>
                <c:pt idx="2392">
                  <c:v>754.21894256143685</c:v>
                </c:pt>
                <c:pt idx="2393">
                  <c:v>730.99898050259162</c:v>
                </c:pt>
                <c:pt idx="2394">
                  <c:v>730.99898050259162</c:v>
                </c:pt>
                <c:pt idx="2395">
                  <c:v>735.21443736708545</c:v>
                </c:pt>
                <c:pt idx="2396">
                  <c:v>703.99287567236786</c:v>
                </c:pt>
                <c:pt idx="2397">
                  <c:v>735.71889203179148</c:v>
                </c:pt>
                <c:pt idx="2398">
                  <c:v>692.36053998046145</c:v>
                </c:pt>
                <c:pt idx="2399">
                  <c:v>681.26611350642054</c:v>
                </c:pt>
                <c:pt idx="2400">
                  <c:v>681.26611350642054</c:v>
                </c:pt>
                <c:pt idx="2401">
                  <c:v>660.12404644892035</c:v>
                </c:pt>
                <c:pt idx="2402">
                  <c:v>650.71118795863504</c:v>
                </c:pt>
                <c:pt idx="2403">
                  <c:v>666.65608416420559</c:v>
                </c:pt>
                <c:pt idx="2404">
                  <c:v>572.2502226123737</c:v>
                </c:pt>
                <c:pt idx="2405">
                  <c:v>608.41302733746306</c:v>
                </c:pt>
                <c:pt idx="2406">
                  <c:v>608.41302733746306</c:v>
                </c:pt>
                <c:pt idx="2407">
                  <c:v>525.74891038463431</c:v>
                </c:pt>
                <c:pt idx="2408">
                  <c:v>553.0340804819399</c:v>
                </c:pt>
                <c:pt idx="2409">
                  <c:v>562.71530719479722</c:v>
                </c:pt>
                <c:pt idx="2410">
                  <c:v>583.82870729628837</c:v>
                </c:pt>
                <c:pt idx="2411">
                  <c:v>629.78224268151746</c:v>
                </c:pt>
                <c:pt idx="2412">
                  <c:v>577.45287956651998</c:v>
                </c:pt>
                <c:pt idx="2413">
                  <c:v>599.80247502040061</c:v>
                </c:pt>
                <c:pt idx="2414">
                  <c:v>599.80247502040061</c:v>
                </c:pt>
                <c:pt idx="2415">
                  <c:v>605.50616524341717</c:v>
                </c:pt>
                <c:pt idx="2416">
                  <c:v>581.38546882706953</c:v>
                </c:pt>
                <c:pt idx="2417">
                  <c:v>646.55628912232976</c:v>
                </c:pt>
                <c:pt idx="2418">
                  <c:v>693.32401227737057</c:v>
                </c:pt>
                <c:pt idx="2419">
                  <c:v>665.88941024119629</c:v>
                </c:pt>
                <c:pt idx="2420">
                  <c:v>625.68072197358242</c:v>
                </c:pt>
                <c:pt idx="2421">
                  <c:v>633.90647376354161</c:v>
                </c:pt>
                <c:pt idx="2422">
                  <c:v>633.90647376354161</c:v>
                </c:pt>
                <c:pt idx="2423">
                  <c:v>611.2462193065229</c:v>
                </c:pt>
                <c:pt idx="2424">
                  <c:v>592.55704518692266</c:v>
                </c:pt>
                <c:pt idx="2425">
                  <c:v>628.65523558713244</c:v>
                </c:pt>
                <c:pt idx="2426">
                  <c:v>702.12759836614987</c:v>
                </c:pt>
                <c:pt idx="2427">
                  <c:v>747.75428499363204</c:v>
                </c:pt>
                <c:pt idx="2428">
                  <c:v>645.55579091019615</c:v>
                </c:pt>
                <c:pt idx="2429">
                  <c:v>645.55579091019615</c:v>
                </c:pt>
                <c:pt idx="2430">
                  <c:v>618.33730996876989</c:v>
                </c:pt>
                <c:pt idx="2431">
                  <c:v>573.61992807055822</c:v>
                </c:pt>
                <c:pt idx="2432">
                  <c:v>670.00386212922547</c:v>
                </c:pt>
                <c:pt idx="2433">
                  <c:v>661.64252121518996</c:v>
                </c:pt>
                <c:pt idx="2434">
                  <c:v>699.72077395561212</c:v>
                </c:pt>
                <c:pt idx="2435">
                  <c:v>754.07188210064476</c:v>
                </c:pt>
                <c:pt idx="2436">
                  <c:v>784.46576446543395</c:v>
                </c:pt>
                <c:pt idx="2437">
                  <c:v>726.7261472117475</c:v>
                </c:pt>
                <c:pt idx="2438">
                  <c:v>726.7261472117475</c:v>
                </c:pt>
                <c:pt idx="2439">
                  <c:v>780.83531273675067</c:v>
                </c:pt>
                <c:pt idx="2440">
                  <c:v>815.41161852948505</c:v>
                </c:pt>
                <c:pt idx="2441">
                  <c:v>902.25339435843819</c:v>
                </c:pt>
                <c:pt idx="2442">
                  <c:v>902.25339435843819</c:v>
                </c:pt>
                <c:pt idx="2443">
                  <c:v>858.15675328554312</c:v>
                </c:pt>
                <c:pt idx="2444">
                  <c:v>931.40665903624813</c:v>
                </c:pt>
                <c:pt idx="2445">
                  <c:v>916.91478555253661</c:v>
                </c:pt>
                <c:pt idx="2446">
                  <c:v>763.75175410252587</c:v>
                </c:pt>
                <c:pt idx="2447">
                  <c:v>765.83093874115048</c:v>
                </c:pt>
                <c:pt idx="2448">
                  <c:v>866.94992700604337</c:v>
                </c:pt>
                <c:pt idx="2449">
                  <c:v>866.94992700604337</c:v>
                </c:pt>
                <c:pt idx="2450">
                  <c:v>917.47948088958469</c:v>
                </c:pt>
                <c:pt idx="2451">
                  <c:v>877.87642210794877</c:v>
                </c:pt>
                <c:pt idx="2452">
                  <c:v>798.23748199911984</c:v>
                </c:pt>
                <c:pt idx="2453">
                  <c:v>755.06582435222992</c:v>
                </c:pt>
                <c:pt idx="2454">
                  <c:v>827.39091010085235</c:v>
                </c:pt>
                <c:pt idx="2455">
                  <c:v>876.98941340671877</c:v>
                </c:pt>
                <c:pt idx="2456">
                  <c:v>876.98941340671877</c:v>
                </c:pt>
                <c:pt idx="2457">
                  <c:v>960.49572957375892</c:v>
                </c:pt>
                <c:pt idx="2458">
                  <c:v>960.49572957375892</c:v>
                </c:pt>
                <c:pt idx="2459">
                  <c:v>883.23646965510977</c:v>
                </c:pt>
                <c:pt idx="2460">
                  <c:v>873.44413343287181</c:v>
                </c:pt>
                <c:pt idx="2461">
                  <c:v>847.42193926855282</c:v>
                </c:pt>
                <c:pt idx="2462">
                  <c:v>847.42193926855282</c:v>
                </c:pt>
                <c:pt idx="2463">
                  <c:v>849.89459203848446</c:v>
                </c:pt>
                <c:pt idx="2464">
                  <c:v>815.14303487988764</c:v>
                </c:pt>
                <c:pt idx="2465">
                  <c:v>815.14303487988764</c:v>
                </c:pt>
                <c:pt idx="2466">
                  <c:v>863.90139882867015</c:v>
                </c:pt>
                <c:pt idx="2467">
                  <c:v>803.77993967807367</c:v>
                </c:pt>
                <c:pt idx="2468">
                  <c:v>803.77993967807367</c:v>
                </c:pt>
                <c:pt idx="2469">
                  <c:v>822.61974081549317</c:v>
                </c:pt>
                <c:pt idx="2470">
                  <c:v>785.23918937725296</c:v>
                </c:pt>
                <c:pt idx="2471">
                  <c:v>894.48819223726184</c:v>
                </c:pt>
                <c:pt idx="2472">
                  <c:v>937.66090651068214</c:v>
                </c:pt>
                <c:pt idx="2473">
                  <c:v>1000.7522603776401</c:v>
                </c:pt>
                <c:pt idx="2474">
                  <c:v>889.6251563317411</c:v>
                </c:pt>
                <c:pt idx="2475">
                  <c:v>797.56651482556288</c:v>
                </c:pt>
                <c:pt idx="2476">
                  <c:v>821.88544955879388</c:v>
                </c:pt>
                <c:pt idx="2477">
                  <c:v>687.80218121161977</c:v>
                </c:pt>
                <c:pt idx="2478">
                  <c:v>697.37847114223359</c:v>
                </c:pt>
                <c:pt idx="2479">
                  <c:v>752.71129285825589</c:v>
                </c:pt>
                <c:pt idx="2480">
                  <c:v>840.87108638698521</c:v>
                </c:pt>
                <c:pt idx="2481">
                  <c:v>840.87108638698521</c:v>
                </c:pt>
                <c:pt idx="2482">
                  <c:v>840.87108638698521</c:v>
                </c:pt>
                <c:pt idx="2483">
                  <c:v>841.30500665661305</c:v>
                </c:pt>
                <c:pt idx="2484">
                  <c:v>878.43492488582126</c:v>
                </c:pt>
                <c:pt idx="2485">
                  <c:v>878.43492488582126</c:v>
                </c:pt>
                <c:pt idx="2486">
                  <c:v>822.22676412285546</c:v>
                </c:pt>
                <c:pt idx="2487">
                  <c:v>994.91701393478036</c:v>
                </c:pt>
                <c:pt idx="2488">
                  <c:v>957.63739383488291</c:v>
                </c:pt>
                <c:pt idx="2489">
                  <c:v>1130.4435685149049</c:v>
                </c:pt>
                <c:pt idx="2490">
                  <c:v>1130.4435685149049</c:v>
                </c:pt>
                <c:pt idx="2491">
                  <c:v>1068.6438670432333</c:v>
                </c:pt>
                <c:pt idx="2492">
                  <c:v>1088.6113689549068</c:v>
                </c:pt>
                <c:pt idx="2493">
                  <c:v>1069.1909949649203</c:v>
                </c:pt>
                <c:pt idx="2494">
                  <c:v>1120.1804342312137</c:v>
                </c:pt>
                <c:pt idx="2495">
                  <c:v>1093.82887883997</c:v>
                </c:pt>
                <c:pt idx="2496">
                  <c:v>1094.2320740413913</c:v>
                </c:pt>
                <c:pt idx="2497">
                  <c:v>1184.9993143377235</c:v>
                </c:pt>
                <c:pt idx="2498">
                  <c:v>1127.7397957668913</c:v>
                </c:pt>
                <c:pt idx="2499">
                  <c:v>1127.7397957668913</c:v>
                </c:pt>
                <c:pt idx="2500">
                  <c:v>1094.2276610334952</c:v>
                </c:pt>
                <c:pt idx="2501">
                  <c:v>1094.2276610334952</c:v>
                </c:pt>
                <c:pt idx="2502">
                  <c:v>1124.6236839564417</c:v>
                </c:pt>
                <c:pt idx="2503">
                  <c:v>1199.6266970336717</c:v>
                </c:pt>
                <c:pt idx="2504">
                  <c:v>1199.6266970336717</c:v>
                </c:pt>
                <c:pt idx="2505">
                  <c:v>1199.6266970336717</c:v>
                </c:pt>
                <c:pt idx="2506">
                  <c:v>1290.6144982266946</c:v>
                </c:pt>
                <c:pt idx="2507">
                  <c:v>1101.8217135587884</c:v>
                </c:pt>
                <c:pt idx="2508">
                  <c:v>1358.7439412382578</c:v>
                </c:pt>
                <c:pt idx="2509">
                  <c:v>1142.8706476828893</c:v>
                </c:pt>
                <c:pt idx="2510">
                  <c:v>1142.8706476828893</c:v>
                </c:pt>
                <c:pt idx="2511">
                  <c:v>1142.8706476828893</c:v>
                </c:pt>
                <c:pt idx="2512">
                  <c:v>1082.9124085177768</c:v>
                </c:pt>
                <c:pt idx="2513">
                  <c:v>1106.9548765757643</c:v>
                </c:pt>
                <c:pt idx="2514">
                  <c:v>1106.9548765757643</c:v>
                </c:pt>
                <c:pt idx="2515">
                  <c:v>1150.2396061528323</c:v>
                </c:pt>
                <c:pt idx="2516">
                  <c:v>1150.2396061528323</c:v>
                </c:pt>
                <c:pt idx="2517">
                  <c:v>1150.2396061528323</c:v>
                </c:pt>
                <c:pt idx="2518">
                  <c:v>1301.9964130780909</c:v>
                </c:pt>
                <c:pt idx="2519">
                  <c:v>1301.9964130780909</c:v>
                </c:pt>
                <c:pt idx="2520">
                  <c:v>2432.5897256625822</c:v>
                </c:pt>
                <c:pt idx="2521">
                  <c:v>2432.5897256625822</c:v>
                </c:pt>
                <c:pt idx="2522">
                  <c:v>4071.0128389395718</c:v>
                </c:pt>
                <c:pt idx="2523">
                  <c:v>4585.2036274374404</c:v>
                </c:pt>
                <c:pt idx="2524">
                  <c:v>4585.2036274374404</c:v>
                </c:pt>
                <c:pt idx="2525">
                  <c:v>4430.7879727167547</c:v>
                </c:pt>
                <c:pt idx="2526">
                  <c:v>4856.783068497919</c:v>
                </c:pt>
                <c:pt idx="2527">
                  <c:v>5217.9277953324863</c:v>
                </c:pt>
                <c:pt idx="2528">
                  <c:v>5560.1200515583641</c:v>
                </c:pt>
                <c:pt idx="2529">
                  <c:v>6017.0708630145809</c:v>
                </c:pt>
                <c:pt idx="2530">
                  <c:v>6017.0708630145809</c:v>
                </c:pt>
                <c:pt idx="2531">
                  <c:v>6206.4494554520534</c:v>
                </c:pt>
                <c:pt idx="2532">
                  <c:v>6527.8752611516684</c:v>
                </c:pt>
                <c:pt idx="2533">
                  <c:v>6527.8752611516684</c:v>
                </c:pt>
                <c:pt idx="2534">
                  <c:v>6146.9877135248134</c:v>
                </c:pt>
                <c:pt idx="2535">
                  <c:v>5728.4829271380859</c:v>
                </c:pt>
                <c:pt idx="2536">
                  <c:v>5728.4829271380859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92A-4944-B0D1-5F0CC2AEC69F}"/>
            </c:ext>
          </c:extLst>
        </c:ser>
        <c:ser>
          <c:idx val="3"/>
          <c:order val="2"/>
          <c:tx>
            <c:strRef>
              <c:f>Sheet4!$AO$14</c:f>
              <c:strCache>
                <c:ptCount val="1"/>
                <c:pt idx="0">
                  <c:v>일일재조정매도 평균 (억) (좌)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Sheet4!$AK$15:$AK$2551</c:f>
              <c:numCache>
                <c:formatCode>yyyy\-mm\-dd</c:formatCode>
                <c:ptCount val="2537"/>
                <c:pt idx="0">
                  <c:v>40182</c:v>
                </c:pt>
                <c:pt idx="1">
                  <c:v>40183</c:v>
                </c:pt>
                <c:pt idx="2">
                  <c:v>40184</c:v>
                </c:pt>
                <c:pt idx="3">
                  <c:v>40185</c:v>
                </c:pt>
                <c:pt idx="4">
                  <c:v>40186</c:v>
                </c:pt>
                <c:pt idx="5">
                  <c:v>40189</c:v>
                </c:pt>
                <c:pt idx="6">
                  <c:v>40190</c:v>
                </c:pt>
                <c:pt idx="7">
                  <c:v>40191</c:v>
                </c:pt>
                <c:pt idx="8">
                  <c:v>40192</c:v>
                </c:pt>
                <c:pt idx="9">
                  <c:v>40193</c:v>
                </c:pt>
                <c:pt idx="10">
                  <c:v>40196</c:v>
                </c:pt>
                <c:pt idx="11">
                  <c:v>40197</c:v>
                </c:pt>
                <c:pt idx="12">
                  <c:v>40198</c:v>
                </c:pt>
                <c:pt idx="13">
                  <c:v>40199</c:v>
                </c:pt>
                <c:pt idx="14">
                  <c:v>40200</c:v>
                </c:pt>
                <c:pt idx="15">
                  <c:v>40203</c:v>
                </c:pt>
                <c:pt idx="16">
                  <c:v>40204</c:v>
                </c:pt>
                <c:pt idx="17">
                  <c:v>40205</c:v>
                </c:pt>
                <c:pt idx="18">
                  <c:v>40206</c:v>
                </c:pt>
                <c:pt idx="19">
                  <c:v>40207</c:v>
                </c:pt>
                <c:pt idx="20">
                  <c:v>40210</c:v>
                </c:pt>
                <c:pt idx="21">
                  <c:v>40211</c:v>
                </c:pt>
                <c:pt idx="22">
                  <c:v>40212</c:v>
                </c:pt>
                <c:pt idx="23">
                  <c:v>40213</c:v>
                </c:pt>
                <c:pt idx="24">
                  <c:v>40214</c:v>
                </c:pt>
                <c:pt idx="25">
                  <c:v>40217</c:v>
                </c:pt>
                <c:pt idx="26">
                  <c:v>40218</c:v>
                </c:pt>
                <c:pt idx="27">
                  <c:v>40219</c:v>
                </c:pt>
                <c:pt idx="28">
                  <c:v>40220</c:v>
                </c:pt>
                <c:pt idx="29">
                  <c:v>40221</c:v>
                </c:pt>
                <c:pt idx="30">
                  <c:v>40225</c:v>
                </c:pt>
                <c:pt idx="31">
                  <c:v>40226</c:v>
                </c:pt>
                <c:pt idx="32">
                  <c:v>40227</c:v>
                </c:pt>
                <c:pt idx="33">
                  <c:v>40228</c:v>
                </c:pt>
                <c:pt idx="34">
                  <c:v>40231</c:v>
                </c:pt>
                <c:pt idx="35">
                  <c:v>40232</c:v>
                </c:pt>
                <c:pt idx="36">
                  <c:v>40233</c:v>
                </c:pt>
                <c:pt idx="37">
                  <c:v>40234</c:v>
                </c:pt>
                <c:pt idx="38">
                  <c:v>40235</c:v>
                </c:pt>
                <c:pt idx="39">
                  <c:v>40239</c:v>
                </c:pt>
                <c:pt idx="40">
                  <c:v>40240</c:v>
                </c:pt>
                <c:pt idx="41">
                  <c:v>40241</c:v>
                </c:pt>
                <c:pt idx="42">
                  <c:v>40242</c:v>
                </c:pt>
                <c:pt idx="43">
                  <c:v>40245</c:v>
                </c:pt>
                <c:pt idx="44">
                  <c:v>40246</c:v>
                </c:pt>
                <c:pt idx="45">
                  <c:v>40247</c:v>
                </c:pt>
                <c:pt idx="46">
                  <c:v>40248</c:v>
                </c:pt>
                <c:pt idx="47">
                  <c:v>40249</c:v>
                </c:pt>
                <c:pt idx="48">
                  <c:v>40252</c:v>
                </c:pt>
                <c:pt idx="49">
                  <c:v>40253</c:v>
                </c:pt>
                <c:pt idx="50">
                  <c:v>40254</c:v>
                </c:pt>
                <c:pt idx="51">
                  <c:v>40255</c:v>
                </c:pt>
                <c:pt idx="52">
                  <c:v>40256</c:v>
                </c:pt>
                <c:pt idx="53">
                  <c:v>40259</c:v>
                </c:pt>
                <c:pt idx="54">
                  <c:v>40260</c:v>
                </c:pt>
                <c:pt idx="55">
                  <c:v>40261</c:v>
                </c:pt>
                <c:pt idx="56">
                  <c:v>40262</c:v>
                </c:pt>
                <c:pt idx="57">
                  <c:v>40263</c:v>
                </c:pt>
                <c:pt idx="58">
                  <c:v>40266</c:v>
                </c:pt>
                <c:pt idx="59">
                  <c:v>40267</c:v>
                </c:pt>
                <c:pt idx="60">
                  <c:v>40268</c:v>
                </c:pt>
                <c:pt idx="61">
                  <c:v>40269</c:v>
                </c:pt>
                <c:pt idx="62">
                  <c:v>40270</c:v>
                </c:pt>
                <c:pt idx="63">
                  <c:v>40273</c:v>
                </c:pt>
                <c:pt idx="64">
                  <c:v>40274</c:v>
                </c:pt>
                <c:pt idx="65">
                  <c:v>40275</c:v>
                </c:pt>
                <c:pt idx="66">
                  <c:v>40276</c:v>
                </c:pt>
                <c:pt idx="67">
                  <c:v>40277</c:v>
                </c:pt>
                <c:pt idx="68">
                  <c:v>40280</c:v>
                </c:pt>
                <c:pt idx="69">
                  <c:v>40281</c:v>
                </c:pt>
                <c:pt idx="70">
                  <c:v>40282</c:v>
                </c:pt>
                <c:pt idx="71">
                  <c:v>40283</c:v>
                </c:pt>
                <c:pt idx="72">
                  <c:v>40284</c:v>
                </c:pt>
                <c:pt idx="73">
                  <c:v>40287</c:v>
                </c:pt>
                <c:pt idx="74">
                  <c:v>40288</c:v>
                </c:pt>
                <c:pt idx="75">
                  <c:v>40289</c:v>
                </c:pt>
                <c:pt idx="76">
                  <c:v>40290</c:v>
                </c:pt>
                <c:pt idx="77">
                  <c:v>40291</c:v>
                </c:pt>
                <c:pt idx="78">
                  <c:v>40294</c:v>
                </c:pt>
                <c:pt idx="79">
                  <c:v>40295</c:v>
                </c:pt>
                <c:pt idx="80">
                  <c:v>40296</c:v>
                </c:pt>
                <c:pt idx="81">
                  <c:v>40297</c:v>
                </c:pt>
                <c:pt idx="82">
                  <c:v>40298</c:v>
                </c:pt>
                <c:pt idx="83">
                  <c:v>40301</c:v>
                </c:pt>
                <c:pt idx="84">
                  <c:v>40302</c:v>
                </c:pt>
                <c:pt idx="85">
                  <c:v>40304</c:v>
                </c:pt>
                <c:pt idx="86">
                  <c:v>40305</c:v>
                </c:pt>
                <c:pt idx="87">
                  <c:v>40308</c:v>
                </c:pt>
                <c:pt idx="88">
                  <c:v>40309</c:v>
                </c:pt>
                <c:pt idx="89">
                  <c:v>40310</c:v>
                </c:pt>
                <c:pt idx="90">
                  <c:v>40311</c:v>
                </c:pt>
                <c:pt idx="91">
                  <c:v>40312</c:v>
                </c:pt>
                <c:pt idx="92">
                  <c:v>40315</c:v>
                </c:pt>
                <c:pt idx="93">
                  <c:v>40316</c:v>
                </c:pt>
                <c:pt idx="94">
                  <c:v>40317</c:v>
                </c:pt>
                <c:pt idx="95">
                  <c:v>40318</c:v>
                </c:pt>
                <c:pt idx="96">
                  <c:v>40322</c:v>
                </c:pt>
                <c:pt idx="97">
                  <c:v>40323</c:v>
                </c:pt>
                <c:pt idx="98">
                  <c:v>40324</c:v>
                </c:pt>
                <c:pt idx="99">
                  <c:v>40325</c:v>
                </c:pt>
                <c:pt idx="100">
                  <c:v>40326</c:v>
                </c:pt>
                <c:pt idx="101">
                  <c:v>40329</c:v>
                </c:pt>
                <c:pt idx="102">
                  <c:v>40330</c:v>
                </c:pt>
                <c:pt idx="103">
                  <c:v>40332</c:v>
                </c:pt>
                <c:pt idx="104">
                  <c:v>40333</c:v>
                </c:pt>
                <c:pt idx="105">
                  <c:v>40336</c:v>
                </c:pt>
                <c:pt idx="106">
                  <c:v>40337</c:v>
                </c:pt>
                <c:pt idx="107">
                  <c:v>40338</c:v>
                </c:pt>
                <c:pt idx="108">
                  <c:v>40339</c:v>
                </c:pt>
                <c:pt idx="109">
                  <c:v>40340</c:v>
                </c:pt>
                <c:pt idx="110">
                  <c:v>40343</c:v>
                </c:pt>
                <c:pt idx="111">
                  <c:v>40344</c:v>
                </c:pt>
                <c:pt idx="112">
                  <c:v>40345</c:v>
                </c:pt>
                <c:pt idx="113">
                  <c:v>40346</c:v>
                </c:pt>
                <c:pt idx="114">
                  <c:v>40347</c:v>
                </c:pt>
                <c:pt idx="115">
                  <c:v>40350</c:v>
                </c:pt>
                <c:pt idx="116">
                  <c:v>40351</c:v>
                </c:pt>
                <c:pt idx="117">
                  <c:v>40352</c:v>
                </c:pt>
                <c:pt idx="118">
                  <c:v>40353</c:v>
                </c:pt>
                <c:pt idx="119">
                  <c:v>40354</c:v>
                </c:pt>
                <c:pt idx="120">
                  <c:v>40357</c:v>
                </c:pt>
                <c:pt idx="121">
                  <c:v>40358</c:v>
                </c:pt>
                <c:pt idx="122">
                  <c:v>40359</c:v>
                </c:pt>
                <c:pt idx="123">
                  <c:v>40360</c:v>
                </c:pt>
                <c:pt idx="124">
                  <c:v>40361</c:v>
                </c:pt>
                <c:pt idx="125">
                  <c:v>40364</c:v>
                </c:pt>
                <c:pt idx="126">
                  <c:v>40365</c:v>
                </c:pt>
                <c:pt idx="127">
                  <c:v>40366</c:v>
                </c:pt>
                <c:pt idx="128">
                  <c:v>40367</c:v>
                </c:pt>
                <c:pt idx="129">
                  <c:v>40368</c:v>
                </c:pt>
                <c:pt idx="130">
                  <c:v>40371</c:v>
                </c:pt>
                <c:pt idx="131">
                  <c:v>40372</c:v>
                </c:pt>
                <c:pt idx="132">
                  <c:v>40373</c:v>
                </c:pt>
                <c:pt idx="133">
                  <c:v>40374</c:v>
                </c:pt>
                <c:pt idx="134">
                  <c:v>40375</c:v>
                </c:pt>
                <c:pt idx="135">
                  <c:v>40378</c:v>
                </c:pt>
                <c:pt idx="136">
                  <c:v>40379</c:v>
                </c:pt>
                <c:pt idx="137">
                  <c:v>40380</c:v>
                </c:pt>
                <c:pt idx="138">
                  <c:v>40381</c:v>
                </c:pt>
                <c:pt idx="139">
                  <c:v>40382</c:v>
                </c:pt>
                <c:pt idx="140">
                  <c:v>40385</c:v>
                </c:pt>
                <c:pt idx="141">
                  <c:v>40386</c:v>
                </c:pt>
                <c:pt idx="142">
                  <c:v>40387</c:v>
                </c:pt>
                <c:pt idx="143">
                  <c:v>40388</c:v>
                </c:pt>
                <c:pt idx="144">
                  <c:v>40389</c:v>
                </c:pt>
                <c:pt idx="145">
                  <c:v>40392</c:v>
                </c:pt>
                <c:pt idx="146">
                  <c:v>40393</c:v>
                </c:pt>
                <c:pt idx="147">
                  <c:v>40394</c:v>
                </c:pt>
                <c:pt idx="148">
                  <c:v>40395</c:v>
                </c:pt>
                <c:pt idx="149">
                  <c:v>40396</c:v>
                </c:pt>
                <c:pt idx="150">
                  <c:v>40399</c:v>
                </c:pt>
                <c:pt idx="151">
                  <c:v>40400</c:v>
                </c:pt>
                <c:pt idx="152">
                  <c:v>40401</c:v>
                </c:pt>
                <c:pt idx="153">
                  <c:v>40402</c:v>
                </c:pt>
                <c:pt idx="154">
                  <c:v>40403</c:v>
                </c:pt>
                <c:pt idx="155">
                  <c:v>40406</c:v>
                </c:pt>
                <c:pt idx="156">
                  <c:v>40407</c:v>
                </c:pt>
                <c:pt idx="157">
                  <c:v>40408</c:v>
                </c:pt>
                <c:pt idx="158">
                  <c:v>40409</c:v>
                </c:pt>
                <c:pt idx="159">
                  <c:v>40410</c:v>
                </c:pt>
                <c:pt idx="160">
                  <c:v>40413</c:v>
                </c:pt>
                <c:pt idx="161">
                  <c:v>40414</c:v>
                </c:pt>
                <c:pt idx="162">
                  <c:v>40415</c:v>
                </c:pt>
                <c:pt idx="163">
                  <c:v>40416</c:v>
                </c:pt>
                <c:pt idx="164">
                  <c:v>40417</c:v>
                </c:pt>
                <c:pt idx="165">
                  <c:v>40420</c:v>
                </c:pt>
                <c:pt idx="166">
                  <c:v>40421</c:v>
                </c:pt>
                <c:pt idx="167">
                  <c:v>40422</c:v>
                </c:pt>
                <c:pt idx="168">
                  <c:v>40423</c:v>
                </c:pt>
                <c:pt idx="169">
                  <c:v>40424</c:v>
                </c:pt>
                <c:pt idx="170">
                  <c:v>40427</c:v>
                </c:pt>
                <c:pt idx="171">
                  <c:v>40428</c:v>
                </c:pt>
                <c:pt idx="172">
                  <c:v>40429</c:v>
                </c:pt>
                <c:pt idx="173">
                  <c:v>40430</c:v>
                </c:pt>
                <c:pt idx="174">
                  <c:v>40431</c:v>
                </c:pt>
                <c:pt idx="175">
                  <c:v>40434</c:v>
                </c:pt>
                <c:pt idx="176">
                  <c:v>40435</c:v>
                </c:pt>
                <c:pt idx="177">
                  <c:v>40436</c:v>
                </c:pt>
                <c:pt idx="178">
                  <c:v>40437</c:v>
                </c:pt>
                <c:pt idx="179">
                  <c:v>40438</c:v>
                </c:pt>
                <c:pt idx="180">
                  <c:v>40441</c:v>
                </c:pt>
                <c:pt idx="181">
                  <c:v>40445</c:v>
                </c:pt>
                <c:pt idx="182">
                  <c:v>40448</c:v>
                </c:pt>
                <c:pt idx="183">
                  <c:v>40449</c:v>
                </c:pt>
                <c:pt idx="184">
                  <c:v>40450</c:v>
                </c:pt>
                <c:pt idx="185">
                  <c:v>40451</c:v>
                </c:pt>
                <c:pt idx="186">
                  <c:v>40452</c:v>
                </c:pt>
                <c:pt idx="187">
                  <c:v>40455</c:v>
                </c:pt>
                <c:pt idx="188">
                  <c:v>40456</c:v>
                </c:pt>
                <c:pt idx="189">
                  <c:v>40457</c:v>
                </c:pt>
                <c:pt idx="190">
                  <c:v>40458</c:v>
                </c:pt>
                <c:pt idx="191">
                  <c:v>40459</c:v>
                </c:pt>
                <c:pt idx="192">
                  <c:v>40462</c:v>
                </c:pt>
                <c:pt idx="193">
                  <c:v>40463</c:v>
                </c:pt>
                <c:pt idx="194">
                  <c:v>40464</c:v>
                </c:pt>
                <c:pt idx="195">
                  <c:v>40465</c:v>
                </c:pt>
                <c:pt idx="196">
                  <c:v>40466</c:v>
                </c:pt>
                <c:pt idx="197">
                  <c:v>40469</c:v>
                </c:pt>
                <c:pt idx="198">
                  <c:v>40470</c:v>
                </c:pt>
                <c:pt idx="199">
                  <c:v>40471</c:v>
                </c:pt>
                <c:pt idx="200">
                  <c:v>40472</c:v>
                </c:pt>
                <c:pt idx="201">
                  <c:v>40473</c:v>
                </c:pt>
                <c:pt idx="202">
                  <c:v>40476</c:v>
                </c:pt>
                <c:pt idx="203">
                  <c:v>40477</c:v>
                </c:pt>
                <c:pt idx="204">
                  <c:v>40478</c:v>
                </c:pt>
                <c:pt idx="205">
                  <c:v>40479</c:v>
                </c:pt>
                <c:pt idx="206">
                  <c:v>40480</c:v>
                </c:pt>
                <c:pt idx="207">
                  <c:v>40483</c:v>
                </c:pt>
                <c:pt idx="208">
                  <c:v>40484</c:v>
                </c:pt>
                <c:pt idx="209">
                  <c:v>40485</c:v>
                </c:pt>
                <c:pt idx="210">
                  <c:v>40486</c:v>
                </c:pt>
                <c:pt idx="211">
                  <c:v>40487</c:v>
                </c:pt>
                <c:pt idx="212">
                  <c:v>40490</c:v>
                </c:pt>
                <c:pt idx="213">
                  <c:v>40491</c:v>
                </c:pt>
                <c:pt idx="214">
                  <c:v>40492</c:v>
                </c:pt>
                <c:pt idx="215">
                  <c:v>40493</c:v>
                </c:pt>
                <c:pt idx="216">
                  <c:v>40494</c:v>
                </c:pt>
                <c:pt idx="217">
                  <c:v>40497</c:v>
                </c:pt>
                <c:pt idx="218">
                  <c:v>40498</c:v>
                </c:pt>
                <c:pt idx="219">
                  <c:v>40499</c:v>
                </c:pt>
                <c:pt idx="220">
                  <c:v>40500</c:v>
                </c:pt>
                <c:pt idx="221">
                  <c:v>40501</c:v>
                </c:pt>
                <c:pt idx="222">
                  <c:v>40504</c:v>
                </c:pt>
                <c:pt idx="223">
                  <c:v>40505</c:v>
                </c:pt>
                <c:pt idx="224">
                  <c:v>40506</c:v>
                </c:pt>
                <c:pt idx="225">
                  <c:v>40507</c:v>
                </c:pt>
                <c:pt idx="226">
                  <c:v>40508</c:v>
                </c:pt>
                <c:pt idx="227">
                  <c:v>40511</c:v>
                </c:pt>
                <c:pt idx="228">
                  <c:v>40512</c:v>
                </c:pt>
                <c:pt idx="229">
                  <c:v>40513</c:v>
                </c:pt>
                <c:pt idx="230">
                  <c:v>40514</c:v>
                </c:pt>
                <c:pt idx="231">
                  <c:v>40515</c:v>
                </c:pt>
                <c:pt idx="232">
                  <c:v>40518</c:v>
                </c:pt>
                <c:pt idx="233">
                  <c:v>40519</c:v>
                </c:pt>
                <c:pt idx="234">
                  <c:v>40520</c:v>
                </c:pt>
                <c:pt idx="235">
                  <c:v>40521</c:v>
                </c:pt>
                <c:pt idx="236">
                  <c:v>40522</c:v>
                </c:pt>
                <c:pt idx="237">
                  <c:v>40525</c:v>
                </c:pt>
                <c:pt idx="238">
                  <c:v>40526</c:v>
                </c:pt>
                <c:pt idx="239">
                  <c:v>40527</c:v>
                </c:pt>
                <c:pt idx="240">
                  <c:v>40528</c:v>
                </c:pt>
                <c:pt idx="241">
                  <c:v>40529</c:v>
                </c:pt>
                <c:pt idx="242">
                  <c:v>40532</c:v>
                </c:pt>
                <c:pt idx="243">
                  <c:v>40533</c:v>
                </c:pt>
                <c:pt idx="244">
                  <c:v>40534</c:v>
                </c:pt>
                <c:pt idx="245">
                  <c:v>40535</c:v>
                </c:pt>
                <c:pt idx="246">
                  <c:v>40536</c:v>
                </c:pt>
                <c:pt idx="247">
                  <c:v>40539</c:v>
                </c:pt>
                <c:pt idx="248">
                  <c:v>40540</c:v>
                </c:pt>
                <c:pt idx="249">
                  <c:v>40541</c:v>
                </c:pt>
                <c:pt idx="250">
                  <c:v>40542</c:v>
                </c:pt>
                <c:pt idx="251">
                  <c:v>40546</c:v>
                </c:pt>
                <c:pt idx="252">
                  <c:v>40547</c:v>
                </c:pt>
                <c:pt idx="253">
                  <c:v>40548</c:v>
                </c:pt>
                <c:pt idx="254">
                  <c:v>40549</c:v>
                </c:pt>
                <c:pt idx="255">
                  <c:v>40550</c:v>
                </c:pt>
                <c:pt idx="256">
                  <c:v>40553</c:v>
                </c:pt>
                <c:pt idx="257">
                  <c:v>40554</c:v>
                </c:pt>
                <c:pt idx="258">
                  <c:v>40555</c:v>
                </c:pt>
                <c:pt idx="259">
                  <c:v>40556</c:v>
                </c:pt>
                <c:pt idx="260">
                  <c:v>40557</c:v>
                </c:pt>
                <c:pt idx="261">
                  <c:v>40560</c:v>
                </c:pt>
                <c:pt idx="262">
                  <c:v>40561</c:v>
                </c:pt>
                <c:pt idx="263">
                  <c:v>40562</c:v>
                </c:pt>
                <c:pt idx="264">
                  <c:v>40563</c:v>
                </c:pt>
                <c:pt idx="265">
                  <c:v>40564</c:v>
                </c:pt>
                <c:pt idx="266">
                  <c:v>40567</c:v>
                </c:pt>
                <c:pt idx="267">
                  <c:v>40568</c:v>
                </c:pt>
                <c:pt idx="268">
                  <c:v>40569</c:v>
                </c:pt>
                <c:pt idx="269">
                  <c:v>40570</c:v>
                </c:pt>
                <c:pt idx="270">
                  <c:v>40571</c:v>
                </c:pt>
                <c:pt idx="271">
                  <c:v>40574</c:v>
                </c:pt>
                <c:pt idx="272">
                  <c:v>40575</c:v>
                </c:pt>
                <c:pt idx="273">
                  <c:v>40581</c:v>
                </c:pt>
                <c:pt idx="274">
                  <c:v>40582</c:v>
                </c:pt>
                <c:pt idx="275">
                  <c:v>40583</c:v>
                </c:pt>
                <c:pt idx="276">
                  <c:v>40584</c:v>
                </c:pt>
                <c:pt idx="277">
                  <c:v>40585</c:v>
                </c:pt>
                <c:pt idx="278">
                  <c:v>40588</c:v>
                </c:pt>
                <c:pt idx="279">
                  <c:v>40589</c:v>
                </c:pt>
                <c:pt idx="280">
                  <c:v>40590</c:v>
                </c:pt>
                <c:pt idx="281">
                  <c:v>40591</c:v>
                </c:pt>
                <c:pt idx="282">
                  <c:v>40592</c:v>
                </c:pt>
                <c:pt idx="283">
                  <c:v>40595</c:v>
                </c:pt>
                <c:pt idx="284">
                  <c:v>40596</c:v>
                </c:pt>
                <c:pt idx="285">
                  <c:v>40597</c:v>
                </c:pt>
                <c:pt idx="286">
                  <c:v>40598</c:v>
                </c:pt>
                <c:pt idx="287">
                  <c:v>40599</c:v>
                </c:pt>
                <c:pt idx="288">
                  <c:v>40602</c:v>
                </c:pt>
                <c:pt idx="289">
                  <c:v>40604</c:v>
                </c:pt>
                <c:pt idx="290">
                  <c:v>40605</c:v>
                </c:pt>
                <c:pt idx="291">
                  <c:v>40606</c:v>
                </c:pt>
                <c:pt idx="292">
                  <c:v>40609</c:v>
                </c:pt>
                <c:pt idx="293">
                  <c:v>40610</c:v>
                </c:pt>
                <c:pt idx="294">
                  <c:v>40611</c:v>
                </c:pt>
                <c:pt idx="295">
                  <c:v>40612</c:v>
                </c:pt>
                <c:pt idx="296">
                  <c:v>40613</c:v>
                </c:pt>
                <c:pt idx="297">
                  <c:v>40616</c:v>
                </c:pt>
                <c:pt idx="298">
                  <c:v>40617</c:v>
                </c:pt>
                <c:pt idx="299">
                  <c:v>40618</c:v>
                </c:pt>
                <c:pt idx="300">
                  <c:v>40619</c:v>
                </c:pt>
                <c:pt idx="301">
                  <c:v>40620</c:v>
                </c:pt>
                <c:pt idx="302">
                  <c:v>40623</c:v>
                </c:pt>
                <c:pt idx="303">
                  <c:v>40624</c:v>
                </c:pt>
                <c:pt idx="304">
                  <c:v>40625</c:v>
                </c:pt>
                <c:pt idx="305">
                  <c:v>40626</c:v>
                </c:pt>
                <c:pt idx="306">
                  <c:v>40627</c:v>
                </c:pt>
                <c:pt idx="307">
                  <c:v>40630</c:v>
                </c:pt>
                <c:pt idx="308">
                  <c:v>40631</c:v>
                </c:pt>
                <c:pt idx="309">
                  <c:v>40632</c:v>
                </c:pt>
                <c:pt idx="310">
                  <c:v>40633</c:v>
                </c:pt>
                <c:pt idx="311">
                  <c:v>40634</c:v>
                </c:pt>
                <c:pt idx="312">
                  <c:v>40637</c:v>
                </c:pt>
                <c:pt idx="313">
                  <c:v>40638</c:v>
                </c:pt>
                <c:pt idx="314">
                  <c:v>40639</c:v>
                </c:pt>
                <c:pt idx="315">
                  <c:v>40640</c:v>
                </c:pt>
                <c:pt idx="316">
                  <c:v>40641</c:v>
                </c:pt>
                <c:pt idx="317">
                  <c:v>40644</c:v>
                </c:pt>
                <c:pt idx="318">
                  <c:v>40645</c:v>
                </c:pt>
                <c:pt idx="319">
                  <c:v>40646</c:v>
                </c:pt>
                <c:pt idx="320">
                  <c:v>40647</c:v>
                </c:pt>
                <c:pt idx="321">
                  <c:v>40648</c:v>
                </c:pt>
                <c:pt idx="322">
                  <c:v>40651</c:v>
                </c:pt>
                <c:pt idx="323">
                  <c:v>40652</c:v>
                </c:pt>
                <c:pt idx="324">
                  <c:v>40653</c:v>
                </c:pt>
                <c:pt idx="325">
                  <c:v>40654</c:v>
                </c:pt>
                <c:pt idx="326">
                  <c:v>40655</c:v>
                </c:pt>
                <c:pt idx="327">
                  <c:v>40658</c:v>
                </c:pt>
                <c:pt idx="328">
                  <c:v>40659</c:v>
                </c:pt>
                <c:pt idx="329">
                  <c:v>40660</c:v>
                </c:pt>
                <c:pt idx="330">
                  <c:v>40661</c:v>
                </c:pt>
                <c:pt idx="331">
                  <c:v>40662</c:v>
                </c:pt>
                <c:pt idx="332">
                  <c:v>40665</c:v>
                </c:pt>
                <c:pt idx="333">
                  <c:v>40666</c:v>
                </c:pt>
                <c:pt idx="334">
                  <c:v>40667</c:v>
                </c:pt>
                <c:pt idx="335">
                  <c:v>40669</c:v>
                </c:pt>
                <c:pt idx="336">
                  <c:v>40672</c:v>
                </c:pt>
                <c:pt idx="337">
                  <c:v>40674</c:v>
                </c:pt>
                <c:pt idx="338">
                  <c:v>40675</c:v>
                </c:pt>
                <c:pt idx="339">
                  <c:v>40676</c:v>
                </c:pt>
                <c:pt idx="340">
                  <c:v>40679</c:v>
                </c:pt>
                <c:pt idx="341">
                  <c:v>40680</c:v>
                </c:pt>
                <c:pt idx="342">
                  <c:v>40681</c:v>
                </c:pt>
                <c:pt idx="343">
                  <c:v>40682</c:v>
                </c:pt>
                <c:pt idx="344">
                  <c:v>40683</c:v>
                </c:pt>
                <c:pt idx="345">
                  <c:v>40686</c:v>
                </c:pt>
                <c:pt idx="346">
                  <c:v>40687</c:v>
                </c:pt>
                <c:pt idx="347">
                  <c:v>40688</c:v>
                </c:pt>
                <c:pt idx="348">
                  <c:v>40689</c:v>
                </c:pt>
                <c:pt idx="349">
                  <c:v>40690</c:v>
                </c:pt>
                <c:pt idx="350">
                  <c:v>40693</c:v>
                </c:pt>
                <c:pt idx="351">
                  <c:v>40694</c:v>
                </c:pt>
                <c:pt idx="352">
                  <c:v>40695</c:v>
                </c:pt>
                <c:pt idx="353">
                  <c:v>40696</c:v>
                </c:pt>
                <c:pt idx="354">
                  <c:v>40697</c:v>
                </c:pt>
                <c:pt idx="355">
                  <c:v>40701</c:v>
                </c:pt>
                <c:pt idx="356">
                  <c:v>40702</c:v>
                </c:pt>
                <c:pt idx="357">
                  <c:v>40703</c:v>
                </c:pt>
                <c:pt idx="358">
                  <c:v>40704</c:v>
                </c:pt>
                <c:pt idx="359">
                  <c:v>40707</c:v>
                </c:pt>
                <c:pt idx="360">
                  <c:v>40708</c:v>
                </c:pt>
                <c:pt idx="361">
                  <c:v>40709</c:v>
                </c:pt>
                <c:pt idx="362">
                  <c:v>40710</c:v>
                </c:pt>
                <c:pt idx="363">
                  <c:v>40711</c:v>
                </c:pt>
                <c:pt idx="364">
                  <c:v>40714</c:v>
                </c:pt>
                <c:pt idx="365">
                  <c:v>40715</c:v>
                </c:pt>
                <c:pt idx="366">
                  <c:v>40716</c:v>
                </c:pt>
                <c:pt idx="367">
                  <c:v>40717</c:v>
                </c:pt>
                <c:pt idx="368">
                  <c:v>40718</c:v>
                </c:pt>
                <c:pt idx="369">
                  <c:v>40721</c:v>
                </c:pt>
                <c:pt idx="370">
                  <c:v>40722</c:v>
                </c:pt>
                <c:pt idx="371">
                  <c:v>40723</c:v>
                </c:pt>
                <c:pt idx="372">
                  <c:v>40724</c:v>
                </c:pt>
                <c:pt idx="373">
                  <c:v>40725</c:v>
                </c:pt>
                <c:pt idx="374">
                  <c:v>40728</c:v>
                </c:pt>
                <c:pt idx="375">
                  <c:v>40729</c:v>
                </c:pt>
                <c:pt idx="376">
                  <c:v>40730</c:v>
                </c:pt>
                <c:pt idx="377">
                  <c:v>40731</c:v>
                </c:pt>
                <c:pt idx="378">
                  <c:v>40732</c:v>
                </c:pt>
                <c:pt idx="379">
                  <c:v>40735</c:v>
                </c:pt>
                <c:pt idx="380">
                  <c:v>40736</c:v>
                </c:pt>
                <c:pt idx="381">
                  <c:v>40737</c:v>
                </c:pt>
                <c:pt idx="382">
                  <c:v>40738</c:v>
                </c:pt>
                <c:pt idx="383">
                  <c:v>40739</c:v>
                </c:pt>
                <c:pt idx="384">
                  <c:v>40742</c:v>
                </c:pt>
                <c:pt idx="385">
                  <c:v>40743</c:v>
                </c:pt>
                <c:pt idx="386">
                  <c:v>40744</c:v>
                </c:pt>
                <c:pt idx="387">
                  <c:v>40745</c:v>
                </c:pt>
                <c:pt idx="388">
                  <c:v>40746</c:v>
                </c:pt>
                <c:pt idx="389">
                  <c:v>40749</c:v>
                </c:pt>
                <c:pt idx="390">
                  <c:v>40750</c:v>
                </c:pt>
                <c:pt idx="391">
                  <c:v>40751</c:v>
                </c:pt>
                <c:pt idx="392">
                  <c:v>40752</c:v>
                </c:pt>
                <c:pt idx="393">
                  <c:v>40753</c:v>
                </c:pt>
                <c:pt idx="394">
                  <c:v>40756</c:v>
                </c:pt>
                <c:pt idx="395">
                  <c:v>40757</c:v>
                </c:pt>
                <c:pt idx="396">
                  <c:v>40758</c:v>
                </c:pt>
                <c:pt idx="397">
                  <c:v>40759</c:v>
                </c:pt>
                <c:pt idx="398">
                  <c:v>40760</c:v>
                </c:pt>
                <c:pt idx="399">
                  <c:v>40763</c:v>
                </c:pt>
                <c:pt idx="400">
                  <c:v>40764</c:v>
                </c:pt>
                <c:pt idx="401">
                  <c:v>40765</c:v>
                </c:pt>
                <c:pt idx="402">
                  <c:v>40766</c:v>
                </c:pt>
                <c:pt idx="403">
                  <c:v>40767</c:v>
                </c:pt>
                <c:pt idx="404">
                  <c:v>40771</c:v>
                </c:pt>
                <c:pt idx="405">
                  <c:v>40772</c:v>
                </c:pt>
                <c:pt idx="406">
                  <c:v>40773</c:v>
                </c:pt>
                <c:pt idx="407">
                  <c:v>40774</c:v>
                </c:pt>
                <c:pt idx="408">
                  <c:v>40777</c:v>
                </c:pt>
                <c:pt idx="409">
                  <c:v>40778</c:v>
                </c:pt>
                <c:pt idx="410">
                  <c:v>40779</c:v>
                </c:pt>
                <c:pt idx="411">
                  <c:v>40780</c:v>
                </c:pt>
                <c:pt idx="412">
                  <c:v>40781</c:v>
                </c:pt>
                <c:pt idx="413">
                  <c:v>40784</c:v>
                </c:pt>
                <c:pt idx="414">
                  <c:v>40785</c:v>
                </c:pt>
                <c:pt idx="415">
                  <c:v>40786</c:v>
                </c:pt>
                <c:pt idx="416">
                  <c:v>40787</c:v>
                </c:pt>
                <c:pt idx="417">
                  <c:v>40788</c:v>
                </c:pt>
                <c:pt idx="418">
                  <c:v>40791</c:v>
                </c:pt>
                <c:pt idx="419">
                  <c:v>40792</c:v>
                </c:pt>
                <c:pt idx="420">
                  <c:v>40793</c:v>
                </c:pt>
                <c:pt idx="421">
                  <c:v>40794</c:v>
                </c:pt>
                <c:pt idx="422">
                  <c:v>40795</c:v>
                </c:pt>
                <c:pt idx="423">
                  <c:v>40800</c:v>
                </c:pt>
                <c:pt idx="424">
                  <c:v>40801</c:v>
                </c:pt>
                <c:pt idx="425">
                  <c:v>40802</c:v>
                </c:pt>
                <c:pt idx="426">
                  <c:v>40805</c:v>
                </c:pt>
                <c:pt idx="427">
                  <c:v>40806</c:v>
                </c:pt>
                <c:pt idx="428">
                  <c:v>40807</c:v>
                </c:pt>
                <c:pt idx="429">
                  <c:v>40808</c:v>
                </c:pt>
                <c:pt idx="430">
                  <c:v>40809</c:v>
                </c:pt>
                <c:pt idx="431">
                  <c:v>40812</c:v>
                </c:pt>
                <c:pt idx="432">
                  <c:v>40813</c:v>
                </c:pt>
                <c:pt idx="433">
                  <c:v>40814</c:v>
                </c:pt>
                <c:pt idx="434">
                  <c:v>40815</c:v>
                </c:pt>
                <c:pt idx="435">
                  <c:v>40816</c:v>
                </c:pt>
                <c:pt idx="436">
                  <c:v>40820</c:v>
                </c:pt>
                <c:pt idx="437">
                  <c:v>40821</c:v>
                </c:pt>
                <c:pt idx="438">
                  <c:v>40822</c:v>
                </c:pt>
                <c:pt idx="439">
                  <c:v>40823</c:v>
                </c:pt>
                <c:pt idx="440">
                  <c:v>40826</c:v>
                </c:pt>
                <c:pt idx="441">
                  <c:v>40827</c:v>
                </c:pt>
                <c:pt idx="442">
                  <c:v>40828</c:v>
                </c:pt>
                <c:pt idx="443">
                  <c:v>40829</c:v>
                </c:pt>
                <c:pt idx="444">
                  <c:v>40830</c:v>
                </c:pt>
                <c:pt idx="445">
                  <c:v>40833</c:v>
                </c:pt>
                <c:pt idx="446">
                  <c:v>40834</c:v>
                </c:pt>
                <c:pt idx="447">
                  <c:v>40835</c:v>
                </c:pt>
                <c:pt idx="448">
                  <c:v>40836</c:v>
                </c:pt>
                <c:pt idx="449">
                  <c:v>40837</c:v>
                </c:pt>
                <c:pt idx="450">
                  <c:v>40840</c:v>
                </c:pt>
                <c:pt idx="451">
                  <c:v>40841</c:v>
                </c:pt>
                <c:pt idx="452">
                  <c:v>40842</c:v>
                </c:pt>
                <c:pt idx="453">
                  <c:v>40843</c:v>
                </c:pt>
                <c:pt idx="454">
                  <c:v>40844</c:v>
                </c:pt>
                <c:pt idx="455">
                  <c:v>40847</c:v>
                </c:pt>
                <c:pt idx="456">
                  <c:v>40848</c:v>
                </c:pt>
                <c:pt idx="457">
                  <c:v>40849</c:v>
                </c:pt>
                <c:pt idx="458">
                  <c:v>40850</c:v>
                </c:pt>
                <c:pt idx="459">
                  <c:v>40851</c:v>
                </c:pt>
                <c:pt idx="460">
                  <c:v>40854</c:v>
                </c:pt>
                <c:pt idx="461">
                  <c:v>40855</c:v>
                </c:pt>
                <c:pt idx="462">
                  <c:v>40856</c:v>
                </c:pt>
                <c:pt idx="463">
                  <c:v>40857</c:v>
                </c:pt>
                <c:pt idx="464">
                  <c:v>40858</c:v>
                </c:pt>
                <c:pt idx="465">
                  <c:v>40861</c:v>
                </c:pt>
                <c:pt idx="466">
                  <c:v>40862</c:v>
                </c:pt>
                <c:pt idx="467">
                  <c:v>40863</c:v>
                </c:pt>
                <c:pt idx="468">
                  <c:v>40864</c:v>
                </c:pt>
                <c:pt idx="469">
                  <c:v>40865</c:v>
                </c:pt>
                <c:pt idx="470">
                  <c:v>40868</c:v>
                </c:pt>
                <c:pt idx="471">
                  <c:v>40869</c:v>
                </c:pt>
                <c:pt idx="472">
                  <c:v>40870</c:v>
                </c:pt>
                <c:pt idx="473">
                  <c:v>40871</c:v>
                </c:pt>
                <c:pt idx="474">
                  <c:v>40872</c:v>
                </c:pt>
                <c:pt idx="475">
                  <c:v>40875</c:v>
                </c:pt>
                <c:pt idx="476">
                  <c:v>40876</c:v>
                </c:pt>
                <c:pt idx="477">
                  <c:v>40877</c:v>
                </c:pt>
                <c:pt idx="478">
                  <c:v>40878</c:v>
                </c:pt>
                <c:pt idx="479">
                  <c:v>40879</c:v>
                </c:pt>
                <c:pt idx="480">
                  <c:v>40882</c:v>
                </c:pt>
                <c:pt idx="481">
                  <c:v>40883</c:v>
                </c:pt>
                <c:pt idx="482">
                  <c:v>40884</c:v>
                </c:pt>
                <c:pt idx="483">
                  <c:v>40885</c:v>
                </c:pt>
                <c:pt idx="484">
                  <c:v>40886</c:v>
                </c:pt>
                <c:pt idx="485">
                  <c:v>40889</c:v>
                </c:pt>
                <c:pt idx="486">
                  <c:v>40890</c:v>
                </c:pt>
                <c:pt idx="487">
                  <c:v>40891</c:v>
                </c:pt>
                <c:pt idx="488">
                  <c:v>40892</c:v>
                </c:pt>
                <c:pt idx="489">
                  <c:v>40893</c:v>
                </c:pt>
                <c:pt idx="490">
                  <c:v>40896</c:v>
                </c:pt>
                <c:pt idx="491">
                  <c:v>40897</c:v>
                </c:pt>
                <c:pt idx="492">
                  <c:v>40898</c:v>
                </c:pt>
                <c:pt idx="493">
                  <c:v>40899</c:v>
                </c:pt>
                <c:pt idx="494">
                  <c:v>40900</c:v>
                </c:pt>
                <c:pt idx="495">
                  <c:v>40903</c:v>
                </c:pt>
                <c:pt idx="496">
                  <c:v>40904</c:v>
                </c:pt>
                <c:pt idx="497">
                  <c:v>40905</c:v>
                </c:pt>
                <c:pt idx="498">
                  <c:v>40906</c:v>
                </c:pt>
                <c:pt idx="499">
                  <c:v>40910</c:v>
                </c:pt>
                <c:pt idx="500">
                  <c:v>40911</c:v>
                </c:pt>
                <c:pt idx="501">
                  <c:v>40912</c:v>
                </c:pt>
                <c:pt idx="502">
                  <c:v>40913</c:v>
                </c:pt>
                <c:pt idx="503">
                  <c:v>40914</c:v>
                </c:pt>
                <c:pt idx="504">
                  <c:v>40917</c:v>
                </c:pt>
                <c:pt idx="505">
                  <c:v>40918</c:v>
                </c:pt>
                <c:pt idx="506">
                  <c:v>40919</c:v>
                </c:pt>
                <c:pt idx="507">
                  <c:v>40920</c:v>
                </c:pt>
                <c:pt idx="508">
                  <c:v>40921</c:v>
                </c:pt>
                <c:pt idx="509">
                  <c:v>40924</c:v>
                </c:pt>
                <c:pt idx="510">
                  <c:v>40925</c:v>
                </c:pt>
                <c:pt idx="511">
                  <c:v>40926</c:v>
                </c:pt>
                <c:pt idx="512">
                  <c:v>40927</c:v>
                </c:pt>
                <c:pt idx="513">
                  <c:v>40928</c:v>
                </c:pt>
                <c:pt idx="514">
                  <c:v>40933</c:v>
                </c:pt>
                <c:pt idx="515">
                  <c:v>40934</c:v>
                </c:pt>
                <c:pt idx="516">
                  <c:v>40935</c:v>
                </c:pt>
                <c:pt idx="517">
                  <c:v>40938</c:v>
                </c:pt>
                <c:pt idx="518">
                  <c:v>40939</c:v>
                </c:pt>
                <c:pt idx="519">
                  <c:v>40940</c:v>
                </c:pt>
                <c:pt idx="520">
                  <c:v>40941</c:v>
                </c:pt>
                <c:pt idx="521">
                  <c:v>40942</c:v>
                </c:pt>
                <c:pt idx="522">
                  <c:v>40945</c:v>
                </c:pt>
                <c:pt idx="523">
                  <c:v>40946</c:v>
                </c:pt>
                <c:pt idx="524">
                  <c:v>40947</c:v>
                </c:pt>
                <c:pt idx="525">
                  <c:v>40948</c:v>
                </c:pt>
                <c:pt idx="526">
                  <c:v>40949</c:v>
                </c:pt>
                <c:pt idx="527">
                  <c:v>40952</c:v>
                </c:pt>
                <c:pt idx="528">
                  <c:v>40953</c:v>
                </c:pt>
                <c:pt idx="529">
                  <c:v>40954</c:v>
                </c:pt>
                <c:pt idx="530">
                  <c:v>40955</c:v>
                </c:pt>
                <c:pt idx="531">
                  <c:v>40956</c:v>
                </c:pt>
                <c:pt idx="532">
                  <c:v>40959</c:v>
                </c:pt>
                <c:pt idx="533">
                  <c:v>40960</c:v>
                </c:pt>
                <c:pt idx="534">
                  <c:v>40961</c:v>
                </c:pt>
                <c:pt idx="535">
                  <c:v>40962</c:v>
                </c:pt>
                <c:pt idx="536">
                  <c:v>40963</c:v>
                </c:pt>
                <c:pt idx="537">
                  <c:v>40966</c:v>
                </c:pt>
                <c:pt idx="538">
                  <c:v>40967</c:v>
                </c:pt>
                <c:pt idx="539">
                  <c:v>40968</c:v>
                </c:pt>
                <c:pt idx="540">
                  <c:v>40970</c:v>
                </c:pt>
                <c:pt idx="541">
                  <c:v>40973</c:v>
                </c:pt>
                <c:pt idx="542">
                  <c:v>40974</c:v>
                </c:pt>
                <c:pt idx="543">
                  <c:v>40975</c:v>
                </c:pt>
                <c:pt idx="544">
                  <c:v>40976</c:v>
                </c:pt>
                <c:pt idx="545">
                  <c:v>40977</c:v>
                </c:pt>
                <c:pt idx="546">
                  <c:v>40980</c:v>
                </c:pt>
                <c:pt idx="547">
                  <c:v>40981</c:v>
                </c:pt>
                <c:pt idx="548">
                  <c:v>40982</c:v>
                </c:pt>
                <c:pt idx="549">
                  <c:v>40983</c:v>
                </c:pt>
                <c:pt idx="550">
                  <c:v>40984</c:v>
                </c:pt>
                <c:pt idx="551">
                  <c:v>40987</c:v>
                </c:pt>
                <c:pt idx="552">
                  <c:v>40988</c:v>
                </c:pt>
                <c:pt idx="553">
                  <c:v>40989</c:v>
                </c:pt>
                <c:pt idx="554">
                  <c:v>40990</c:v>
                </c:pt>
                <c:pt idx="555">
                  <c:v>40991</c:v>
                </c:pt>
                <c:pt idx="556">
                  <c:v>40994</c:v>
                </c:pt>
                <c:pt idx="557">
                  <c:v>40995</c:v>
                </c:pt>
                <c:pt idx="558">
                  <c:v>40996</c:v>
                </c:pt>
                <c:pt idx="559">
                  <c:v>40997</c:v>
                </c:pt>
                <c:pt idx="560">
                  <c:v>40998</c:v>
                </c:pt>
                <c:pt idx="561">
                  <c:v>41001</c:v>
                </c:pt>
                <c:pt idx="562">
                  <c:v>41002</c:v>
                </c:pt>
                <c:pt idx="563">
                  <c:v>41003</c:v>
                </c:pt>
                <c:pt idx="564">
                  <c:v>41004</c:v>
                </c:pt>
                <c:pt idx="565">
                  <c:v>41005</c:v>
                </c:pt>
                <c:pt idx="566">
                  <c:v>41008</c:v>
                </c:pt>
                <c:pt idx="567">
                  <c:v>41009</c:v>
                </c:pt>
                <c:pt idx="568">
                  <c:v>41011</c:v>
                </c:pt>
                <c:pt idx="569">
                  <c:v>41012</c:v>
                </c:pt>
                <c:pt idx="570">
                  <c:v>41015</c:v>
                </c:pt>
                <c:pt idx="571">
                  <c:v>41016</c:v>
                </c:pt>
                <c:pt idx="572">
                  <c:v>41017</c:v>
                </c:pt>
                <c:pt idx="573">
                  <c:v>41018</c:v>
                </c:pt>
                <c:pt idx="574">
                  <c:v>41019</c:v>
                </c:pt>
                <c:pt idx="575">
                  <c:v>41022</c:v>
                </c:pt>
                <c:pt idx="576">
                  <c:v>41023</c:v>
                </c:pt>
                <c:pt idx="577">
                  <c:v>41024</c:v>
                </c:pt>
                <c:pt idx="578">
                  <c:v>41025</c:v>
                </c:pt>
                <c:pt idx="579">
                  <c:v>41026</c:v>
                </c:pt>
                <c:pt idx="580">
                  <c:v>41029</c:v>
                </c:pt>
                <c:pt idx="581">
                  <c:v>41031</c:v>
                </c:pt>
                <c:pt idx="582">
                  <c:v>41032</c:v>
                </c:pt>
                <c:pt idx="583">
                  <c:v>41033</c:v>
                </c:pt>
                <c:pt idx="584">
                  <c:v>41036</c:v>
                </c:pt>
                <c:pt idx="585">
                  <c:v>41037</c:v>
                </c:pt>
                <c:pt idx="586">
                  <c:v>41038</c:v>
                </c:pt>
                <c:pt idx="587">
                  <c:v>41039</c:v>
                </c:pt>
                <c:pt idx="588">
                  <c:v>41040</c:v>
                </c:pt>
                <c:pt idx="589">
                  <c:v>41043</c:v>
                </c:pt>
                <c:pt idx="590">
                  <c:v>41044</c:v>
                </c:pt>
                <c:pt idx="591">
                  <c:v>41045</c:v>
                </c:pt>
                <c:pt idx="592">
                  <c:v>41046</c:v>
                </c:pt>
                <c:pt idx="593">
                  <c:v>41047</c:v>
                </c:pt>
                <c:pt idx="594">
                  <c:v>41050</c:v>
                </c:pt>
                <c:pt idx="595">
                  <c:v>41051</c:v>
                </c:pt>
                <c:pt idx="596">
                  <c:v>41052</c:v>
                </c:pt>
                <c:pt idx="597">
                  <c:v>41053</c:v>
                </c:pt>
                <c:pt idx="598">
                  <c:v>41054</c:v>
                </c:pt>
                <c:pt idx="599">
                  <c:v>41058</c:v>
                </c:pt>
                <c:pt idx="600">
                  <c:v>41059</c:v>
                </c:pt>
                <c:pt idx="601">
                  <c:v>41060</c:v>
                </c:pt>
                <c:pt idx="602">
                  <c:v>41061</c:v>
                </c:pt>
                <c:pt idx="603">
                  <c:v>41064</c:v>
                </c:pt>
                <c:pt idx="604">
                  <c:v>41065</c:v>
                </c:pt>
                <c:pt idx="605">
                  <c:v>41067</c:v>
                </c:pt>
                <c:pt idx="606">
                  <c:v>41068</c:v>
                </c:pt>
                <c:pt idx="607">
                  <c:v>41071</c:v>
                </c:pt>
                <c:pt idx="608">
                  <c:v>41072</c:v>
                </c:pt>
                <c:pt idx="609">
                  <c:v>41073</c:v>
                </c:pt>
                <c:pt idx="610">
                  <c:v>41074</c:v>
                </c:pt>
                <c:pt idx="611">
                  <c:v>41075</c:v>
                </c:pt>
                <c:pt idx="612">
                  <c:v>41078</c:v>
                </c:pt>
                <c:pt idx="613">
                  <c:v>41079</c:v>
                </c:pt>
                <c:pt idx="614">
                  <c:v>41080</c:v>
                </c:pt>
                <c:pt idx="615">
                  <c:v>41081</c:v>
                </c:pt>
                <c:pt idx="616">
                  <c:v>41082</c:v>
                </c:pt>
                <c:pt idx="617">
                  <c:v>41085</c:v>
                </c:pt>
                <c:pt idx="618">
                  <c:v>41086</c:v>
                </c:pt>
                <c:pt idx="619">
                  <c:v>41087</c:v>
                </c:pt>
                <c:pt idx="620">
                  <c:v>41088</c:v>
                </c:pt>
                <c:pt idx="621">
                  <c:v>41089</c:v>
                </c:pt>
                <c:pt idx="622">
                  <c:v>41092</c:v>
                </c:pt>
                <c:pt idx="623">
                  <c:v>41093</c:v>
                </c:pt>
                <c:pt idx="624">
                  <c:v>41094</c:v>
                </c:pt>
                <c:pt idx="625">
                  <c:v>41095</c:v>
                </c:pt>
                <c:pt idx="626">
                  <c:v>41096</c:v>
                </c:pt>
                <c:pt idx="627">
                  <c:v>41099</c:v>
                </c:pt>
                <c:pt idx="628">
                  <c:v>41100</c:v>
                </c:pt>
                <c:pt idx="629">
                  <c:v>41101</c:v>
                </c:pt>
                <c:pt idx="630">
                  <c:v>41102</c:v>
                </c:pt>
                <c:pt idx="631">
                  <c:v>41103</c:v>
                </c:pt>
                <c:pt idx="632">
                  <c:v>41106</c:v>
                </c:pt>
                <c:pt idx="633">
                  <c:v>41107</c:v>
                </c:pt>
                <c:pt idx="634">
                  <c:v>41108</c:v>
                </c:pt>
                <c:pt idx="635">
                  <c:v>41109</c:v>
                </c:pt>
                <c:pt idx="636">
                  <c:v>41110</c:v>
                </c:pt>
                <c:pt idx="637">
                  <c:v>41113</c:v>
                </c:pt>
                <c:pt idx="638">
                  <c:v>41114</c:v>
                </c:pt>
                <c:pt idx="639">
                  <c:v>41115</c:v>
                </c:pt>
                <c:pt idx="640">
                  <c:v>41116</c:v>
                </c:pt>
                <c:pt idx="641">
                  <c:v>41117</c:v>
                </c:pt>
                <c:pt idx="642">
                  <c:v>41120</c:v>
                </c:pt>
                <c:pt idx="643">
                  <c:v>41121</c:v>
                </c:pt>
                <c:pt idx="644">
                  <c:v>41122</c:v>
                </c:pt>
                <c:pt idx="645">
                  <c:v>41123</c:v>
                </c:pt>
                <c:pt idx="646">
                  <c:v>41124</c:v>
                </c:pt>
                <c:pt idx="647">
                  <c:v>41127</c:v>
                </c:pt>
                <c:pt idx="648">
                  <c:v>41128</c:v>
                </c:pt>
                <c:pt idx="649">
                  <c:v>41129</c:v>
                </c:pt>
                <c:pt idx="650">
                  <c:v>41130</c:v>
                </c:pt>
                <c:pt idx="651">
                  <c:v>41131</c:v>
                </c:pt>
                <c:pt idx="652">
                  <c:v>41134</c:v>
                </c:pt>
                <c:pt idx="653">
                  <c:v>41135</c:v>
                </c:pt>
                <c:pt idx="654">
                  <c:v>41137</c:v>
                </c:pt>
                <c:pt idx="655">
                  <c:v>41138</c:v>
                </c:pt>
                <c:pt idx="656">
                  <c:v>41141</c:v>
                </c:pt>
                <c:pt idx="657">
                  <c:v>41142</c:v>
                </c:pt>
                <c:pt idx="658">
                  <c:v>41143</c:v>
                </c:pt>
                <c:pt idx="659">
                  <c:v>41144</c:v>
                </c:pt>
                <c:pt idx="660">
                  <c:v>41145</c:v>
                </c:pt>
                <c:pt idx="661">
                  <c:v>41148</c:v>
                </c:pt>
                <c:pt idx="662">
                  <c:v>41149</c:v>
                </c:pt>
                <c:pt idx="663">
                  <c:v>41150</c:v>
                </c:pt>
                <c:pt idx="664">
                  <c:v>41151</c:v>
                </c:pt>
                <c:pt idx="665">
                  <c:v>41152</c:v>
                </c:pt>
                <c:pt idx="666">
                  <c:v>41155</c:v>
                </c:pt>
                <c:pt idx="667">
                  <c:v>41156</c:v>
                </c:pt>
                <c:pt idx="668">
                  <c:v>41157</c:v>
                </c:pt>
                <c:pt idx="669">
                  <c:v>41158</c:v>
                </c:pt>
                <c:pt idx="670">
                  <c:v>41159</c:v>
                </c:pt>
                <c:pt idx="671">
                  <c:v>41162</c:v>
                </c:pt>
                <c:pt idx="672">
                  <c:v>41163</c:v>
                </c:pt>
                <c:pt idx="673">
                  <c:v>41164</c:v>
                </c:pt>
                <c:pt idx="674">
                  <c:v>41165</c:v>
                </c:pt>
                <c:pt idx="675">
                  <c:v>41166</c:v>
                </c:pt>
                <c:pt idx="676">
                  <c:v>41169</c:v>
                </c:pt>
                <c:pt idx="677">
                  <c:v>41170</c:v>
                </c:pt>
                <c:pt idx="678">
                  <c:v>41171</c:v>
                </c:pt>
                <c:pt idx="679">
                  <c:v>41172</c:v>
                </c:pt>
                <c:pt idx="680">
                  <c:v>41173</c:v>
                </c:pt>
                <c:pt idx="681">
                  <c:v>41176</c:v>
                </c:pt>
                <c:pt idx="682">
                  <c:v>41177</c:v>
                </c:pt>
                <c:pt idx="683">
                  <c:v>41178</c:v>
                </c:pt>
                <c:pt idx="684">
                  <c:v>41179</c:v>
                </c:pt>
                <c:pt idx="685">
                  <c:v>41180</c:v>
                </c:pt>
                <c:pt idx="686">
                  <c:v>41184</c:v>
                </c:pt>
                <c:pt idx="687">
                  <c:v>41186</c:v>
                </c:pt>
                <c:pt idx="688">
                  <c:v>41187</c:v>
                </c:pt>
                <c:pt idx="689">
                  <c:v>41190</c:v>
                </c:pt>
                <c:pt idx="690">
                  <c:v>41191</c:v>
                </c:pt>
                <c:pt idx="691">
                  <c:v>41192</c:v>
                </c:pt>
                <c:pt idx="692">
                  <c:v>41193</c:v>
                </c:pt>
                <c:pt idx="693">
                  <c:v>41194</c:v>
                </c:pt>
                <c:pt idx="694">
                  <c:v>41197</c:v>
                </c:pt>
                <c:pt idx="695">
                  <c:v>41198</c:v>
                </c:pt>
                <c:pt idx="696">
                  <c:v>41199</c:v>
                </c:pt>
                <c:pt idx="697">
                  <c:v>41200</c:v>
                </c:pt>
                <c:pt idx="698">
                  <c:v>41201</c:v>
                </c:pt>
                <c:pt idx="699">
                  <c:v>41204</c:v>
                </c:pt>
                <c:pt idx="700">
                  <c:v>41205</c:v>
                </c:pt>
                <c:pt idx="701">
                  <c:v>41206</c:v>
                </c:pt>
                <c:pt idx="702">
                  <c:v>41207</c:v>
                </c:pt>
                <c:pt idx="703">
                  <c:v>41208</c:v>
                </c:pt>
                <c:pt idx="704">
                  <c:v>41211</c:v>
                </c:pt>
                <c:pt idx="705">
                  <c:v>41212</c:v>
                </c:pt>
                <c:pt idx="706">
                  <c:v>41213</c:v>
                </c:pt>
                <c:pt idx="707">
                  <c:v>41214</c:v>
                </c:pt>
                <c:pt idx="708">
                  <c:v>41215</c:v>
                </c:pt>
                <c:pt idx="709">
                  <c:v>41218</c:v>
                </c:pt>
                <c:pt idx="710">
                  <c:v>41219</c:v>
                </c:pt>
                <c:pt idx="711">
                  <c:v>41220</c:v>
                </c:pt>
                <c:pt idx="712">
                  <c:v>41221</c:v>
                </c:pt>
                <c:pt idx="713">
                  <c:v>41222</c:v>
                </c:pt>
                <c:pt idx="714">
                  <c:v>41225</c:v>
                </c:pt>
                <c:pt idx="715">
                  <c:v>41226</c:v>
                </c:pt>
                <c:pt idx="716">
                  <c:v>41227</c:v>
                </c:pt>
                <c:pt idx="717">
                  <c:v>41228</c:v>
                </c:pt>
                <c:pt idx="718">
                  <c:v>41229</c:v>
                </c:pt>
                <c:pt idx="719">
                  <c:v>41232</c:v>
                </c:pt>
                <c:pt idx="720">
                  <c:v>41233</c:v>
                </c:pt>
                <c:pt idx="721">
                  <c:v>41234</c:v>
                </c:pt>
                <c:pt idx="722">
                  <c:v>41235</c:v>
                </c:pt>
                <c:pt idx="723">
                  <c:v>41236</c:v>
                </c:pt>
                <c:pt idx="724">
                  <c:v>41239</c:v>
                </c:pt>
                <c:pt idx="725">
                  <c:v>41240</c:v>
                </c:pt>
                <c:pt idx="726">
                  <c:v>41241</c:v>
                </c:pt>
                <c:pt idx="727">
                  <c:v>41242</c:v>
                </c:pt>
                <c:pt idx="728">
                  <c:v>41243</c:v>
                </c:pt>
                <c:pt idx="729">
                  <c:v>41246</c:v>
                </c:pt>
                <c:pt idx="730">
                  <c:v>41247</c:v>
                </c:pt>
                <c:pt idx="731">
                  <c:v>41248</c:v>
                </c:pt>
                <c:pt idx="732">
                  <c:v>41249</c:v>
                </c:pt>
                <c:pt idx="733">
                  <c:v>41250</c:v>
                </c:pt>
                <c:pt idx="734">
                  <c:v>41253</c:v>
                </c:pt>
                <c:pt idx="735">
                  <c:v>41254</c:v>
                </c:pt>
                <c:pt idx="736">
                  <c:v>41255</c:v>
                </c:pt>
                <c:pt idx="737">
                  <c:v>41256</c:v>
                </c:pt>
                <c:pt idx="738">
                  <c:v>41257</c:v>
                </c:pt>
                <c:pt idx="739">
                  <c:v>41260</c:v>
                </c:pt>
                <c:pt idx="740">
                  <c:v>41261</c:v>
                </c:pt>
                <c:pt idx="741">
                  <c:v>41263</c:v>
                </c:pt>
                <c:pt idx="742">
                  <c:v>41264</c:v>
                </c:pt>
                <c:pt idx="743">
                  <c:v>41267</c:v>
                </c:pt>
                <c:pt idx="744">
                  <c:v>41269</c:v>
                </c:pt>
                <c:pt idx="745">
                  <c:v>41270</c:v>
                </c:pt>
                <c:pt idx="746">
                  <c:v>41271</c:v>
                </c:pt>
                <c:pt idx="747">
                  <c:v>41276</c:v>
                </c:pt>
                <c:pt idx="748">
                  <c:v>41277</c:v>
                </c:pt>
                <c:pt idx="749">
                  <c:v>41278</c:v>
                </c:pt>
                <c:pt idx="750">
                  <c:v>41281</c:v>
                </c:pt>
                <c:pt idx="751">
                  <c:v>41282</c:v>
                </c:pt>
                <c:pt idx="752">
                  <c:v>41283</c:v>
                </c:pt>
                <c:pt idx="753">
                  <c:v>41284</c:v>
                </c:pt>
                <c:pt idx="754">
                  <c:v>41285</c:v>
                </c:pt>
                <c:pt idx="755">
                  <c:v>41288</c:v>
                </c:pt>
                <c:pt idx="756">
                  <c:v>41289</c:v>
                </c:pt>
                <c:pt idx="757">
                  <c:v>41290</c:v>
                </c:pt>
                <c:pt idx="758">
                  <c:v>41291</c:v>
                </c:pt>
                <c:pt idx="759">
                  <c:v>41292</c:v>
                </c:pt>
                <c:pt idx="760">
                  <c:v>41295</c:v>
                </c:pt>
                <c:pt idx="761">
                  <c:v>41296</c:v>
                </c:pt>
                <c:pt idx="762">
                  <c:v>41297</c:v>
                </c:pt>
                <c:pt idx="763">
                  <c:v>41298</c:v>
                </c:pt>
                <c:pt idx="764">
                  <c:v>41299</c:v>
                </c:pt>
                <c:pt idx="765">
                  <c:v>41302</c:v>
                </c:pt>
                <c:pt idx="766">
                  <c:v>41303</c:v>
                </c:pt>
                <c:pt idx="767">
                  <c:v>41304</c:v>
                </c:pt>
                <c:pt idx="768">
                  <c:v>41305</c:v>
                </c:pt>
                <c:pt idx="769">
                  <c:v>41306</c:v>
                </c:pt>
                <c:pt idx="770">
                  <c:v>41309</c:v>
                </c:pt>
                <c:pt idx="771">
                  <c:v>41310</c:v>
                </c:pt>
                <c:pt idx="772">
                  <c:v>41311</c:v>
                </c:pt>
                <c:pt idx="773">
                  <c:v>41312</c:v>
                </c:pt>
                <c:pt idx="774">
                  <c:v>41313</c:v>
                </c:pt>
                <c:pt idx="775">
                  <c:v>41317</c:v>
                </c:pt>
                <c:pt idx="776">
                  <c:v>41318</c:v>
                </c:pt>
                <c:pt idx="777">
                  <c:v>41319</c:v>
                </c:pt>
                <c:pt idx="778">
                  <c:v>41320</c:v>
                </c:pt>
                <c:pt idx="779">
                  <c:v>41323</c:v>
                </c:pt>
                <c:pt idx="780">
                  <c:v>41324</c:v>
                </c:pt>
                <c:pt idx="781">
                  <c:v>41325</c:v>
                </c:pt>
                <c:pt idx="782">
                  <c:v>41326</c:v>
                </c:pt>
                <c:pt idx="783">
                  <c:v>41327</c:v>
                </c:pt>
                <c:pt idx="784">
                  <c:v>41330</c:v>
                </c:pt>
                <c:pt idx="785">
                  <c:v>41331</c:v>
                </c:pt>
                <c:pt idx="786">
                  <c:v>41332</c:v>
                </c:pt>
                <c:pt idx="787">
                  <c:v>41333</c:v>
                </c:pt>
                <c:pt idx="788">
                  <c:v>41337</c:v>
                </c:pt>
                <c:pt idx="789">
                  <c:v>41338</c:v>
                </c:pt>
                <c:pt idx="790">
                  <c:v>41339</c:v>
                </c:pt>
                <c:pt idx="791">
                  <c:v>41340</c:v>
                </c:pt>
                <c:pt idx="792">
                  <c:v>41341</c:v>
                </c:pt>
                <c:pt idx="793">
                  <c:v>41344</c:v>
                </c:pt>
                <c:pt idx="794">
                  <c:v>41345</c:v>
                </c:pt>
                <c:pt idx="795">
                  <c:v>41346</c:v>
                </c:pt>
                <c:pt idx="796">
                  <c:v>41347</c:v>
                </c:pt>
                <c:pt idx="797">
                  <c:v>41348</c:v>
                </c:pt>
                <c:pt idx="798">
                  <c:v>41351</c:v>
                </c:pt>
                <c:pt idx="799">
                  <c:v>41352</c:v>
                </c:pt>
                <c:pt idx="800">
                  <c:v>41353</c:v>
                </c:pt>
                <c:pt idx="801">
                  <c:v>41354</c:v>
                </c:pt>
                <c:pt idx="802">
                  <c:v>41355</c:v>
                </c:pt>
                <c:pt idx="803">
                  <c:v>41358</c:v>
                </c:pt>
                <c:pt idx="804">
                  <c:v>41359</c:v>
                </c:pt>
                <c:pt idx="805">
                  <c:v>41360</c:v>
                </c:pt>
                <c:pt idx="806">
                  <c:v>41361</c:v>
                </c:pt>
                <c:pt idx="807">
                  <c:v>41362</c:v>
                </c:pt>
                <c:pt idx="808">
                  <c:v>41365</c:v>
                </c:pt>
                <c:pt idx="809">
                  <c:v>41366</c:v>
                </c:pt>
                <c:pt idx="810">
                  <c:v>41367</c:v>
                </c:pt>
                <c:pt idx="811">
                  <c:v>41368</c:v>
                </c:pt>
                <c:pt idx="812">
                  <c:v>41369</c:v>
                </c:pt>
                <c:pt idx="813">
                  <c:v>41372</c:v>
                </c:pt>
                <c:pt idx="814">
                  <c:v>41373</c:v>
                </c:pt>
                <c:pt idx="815">
                  <c:v>41374</c:v>
                </c:pt>
                <c:pt idx="816">
                  <c:v>41375</c:v>
                </c:pt>
                <c:pt idx="817">
                  <c:v>41376</c:v>
                </c:pt>
                <c:pt idx="818">
                  <c:v>41379</c:v>
                </c:pt>
                <c:pt idx="819">
                  <c:v>41380</c:v>
                </c:pt>
                <c:pt idx="820">
                  <c:v>41381</c:v>
                </c:pt>
                <c:pt idx="821">
                  <c:v>41382</c:v>
                </c:pt>
                <c:pt idx="822">
                  <c:v>41383</c:v>
                </c:pt>
                <c:pt idx="823">
                  <c:v>41386</c:v>
                </c:pt>
                <c:pt idx="824">
                  <c:v>41387</c:v>
                </c:pt>
                <c:pt idx="825">
                  <c:v>41388</c:v>
                </c:pt>
                <c:pt idx="826">
                  <c:v>41389</c:v>
                </c:pt>
                <c:pt idx="827">
                  <c:v>41390</c:v>
                </c:pt>
                <c:pt idx="828">
                  <c:v>41393</c:v>
                </c:pt>
                <c:pt idx="829">
                  <c:v>41394</c:v>
                </c:pt>
                <c:pt idx="830">
                  <c:v>41396</c:v>
                </c:pt>
                <c:pt idx="831">
                  <c:v>41397</c:v>
                </c:pt>
                <c:pt idx="832">
                  <c:v>41400</c:v>
                </c:pt>
                <c:pt idx="833">
                  <c:v>41401</c:v>
                </c:pt>
                <c:pt idx="834">
                  <c:v>41402</c:v>
                </c:pt>
                <c:pt idx="835">
                  <c:v>41403</c:v>
                </c:pt>
                <c:pt idx="836">
                  <c:v>41404</c:v>
                </c:pt>
                <c:pt idx="837">
                  <c:v>41407</c:v>
                </c:pt>
                <c:pt idx="838">
                  <c:v>41408</c:v>
                </c:pt>
                <c:pt idx="839">
                  <c:v>41409</c:v>
                </c:pt>
                <c:pt idx="840">
                  <c:v>41410</c:v>
                </c:pt>
                <c:pt idx="841">
                  <c:v>41414</c:v>
                </c:pt>
                <c:pt idx="842">
                  <c:v>41415</c:v>
                </c:pt>
                <c:pt idx="843">
                  <c:v>41416</c:v>
                </c:pt>
                <c:pt idx="844">
                  <c:v>41417</c:v>
                </c:pt>
                <c:pt idx="845">
                  <c:v>41418</c:v>
                </c:pt>
                <c:pt idx="846">
                  <c:v>41421</c:v>
                </c:pt>
                <c:pt idx="847">
                  <c:v>41422</c:v>
                </c:pt>
                <c:pt idx="848">
                  <c:v>41423</c:v>
                </c:pt>
                <c:pt idx="849">
                  <c:v>41424</c:v>
                </c:pt>
                <c:pt idx="850">
                  <c:v>41425</c:v>
                </c:pt>
                <c:pt idx="851">
                  <c:v>41428</c:v>
                </c:pt>
                <c:pt idx="852">
                  <c:v>41429</c:v>
                </c:pt>
                <c:pt idx="853">
                  <c:v>41430</c:v>
                </c:pt>
                <c:pt idx="854">
                  <c:v>41432</c:v>
                </c:pt>
                <c:pt idx="855">
                  <c:v>41435</c:v>
                </c:pt>
                <c:pt idx="856">
                  <c:v>41436</c:v>
                </c:pt>
                <c:pt idx="857">
                  <c:v>41437</c:v>
                </c:pt>
                <c:pt idx="858">
                  <c:v>41438</c:v>
                </c:pt>
                <c:pt idx="859">
                  <c:v>41439</c:v>
                </c:pt>
                <c:pt idx="860">
                  <c:v>41442</c:v>
                </c:pt>
                <c:pt idx="861">
                  <c:v>41443</c:v>
                </c:pt>
                <c:pt idx="862">
                  <c:v>41444</c:v>
                </c:pt>
                <c:pt idx="863">
                  <c:v>41445</c:v>
                </c:pt>
                <c:pt idx="864">
                  <c:v>41446</c:v>
                </c:pt>
                <c:pt idx="865">
                  <c:v>41449</c:v>
                </c:pt>
                <c:pt idx="866">
                  <c:v>41450</c:v>
                </c:pt>
                <c:pt idx="867">
                  <c:v>41451</c:v>
                </c:pt>
                <c:pt idx="868">
                  <c:v>41452</c:v>
                </c:pt>
                <c:pt idx="869">
                  <c:v>41453</c:v>
                </c:pt>
                <c:pt idx="870">
                  <c:v>41456</c:v>
                </c:pt>
                <c:pt idx="871">
                  <c:v>41457</c:v>
                </c:pt>
                <c:pt idx="872">
                  <c:v>41458</c:v>
                </c:pt>
                <c:pt idx="873">
                  <c:v>41459</c:v>
                </c:pt>
                <c:pt idx="874">
                  <c:v>41460</c:v>
                </c:pt>
                <c:pt idx="875">
                  <c:v>41463</c:v>
                </c:pt>
                <c:pt idx="876">
                  <c:v>41464</c:v>
                </c:pt>
                <c:pt idx="877">
                  <c:v>41465</c:v>
                </c:pt>
                <c:pt idx="878">
                  <c:v>41466</c:v>
                </c:pt>
                <c:pt idx="879">
                  <c:v>41467</c:v>
                </c:pt>
                <c:pt idx="880">
                  <c:v>41470</c:v>
                </c:pt>
                <c:pt idx="881">
                  <c:v>41471</c:v>
                </c:pt>
                <c:pt idx="882">
                  <c:v>41472</c:v>
                </c:pt>
                <c:pt idx="883">
                  <c:v>41473</c:v>
                </c:pt>
                <c:pt idx="884">
                  <c:v>41474</c:v>
                </c:pt>
                <c:pt idx="885">
                  <c:v>41477</c:v>
                </c:pt>
                <c:pt idx="886">
                  <c:v>41478</c:v>
                </c:pt>
                <c:pt idx="887">
                  <c:v>41479</c:v>
                </c:pt>
                <c:pt idx="888">
                  <c:v>41480</c:v>
                </c:pt>
                <c:pt idx="889">
                  <c:v>41481</c:v>
                </c:pt>
                <c:pt idx="890">
                  <c:v>41484</c:v>
                </c:pt>
                <c:pt idx="891">
                  <c:v>41485</c:v>
                </c:pt>
                <c:pt idx="892">
                  <c:v>41486</c:v>
                </c:pt>
                <c:pt idx="893">
                  <c:v>41487</c:v>
                </c:pt>
                <c:pt idx="894">
                  <c:v>41488</c:v>
                </c:pt>
                <c:pt idx="895">
                  <c:v>41491</c:v>
                </c:pt>
                <c:pt idx="896">
                  <c:v>41492</c:v>
                </c:pt>
                <c:pt idx="897">
                  <c:v>41493</c:v>
                </c:pt>
                <c:pt idx="898">
                  <c:v>41494</c:v>
                </c:pt>
                <c:pt idx="899">
                  <c:v>41495</c:v>
                </c:pt>
                <c:pt idx="900">
                  <c:v>41498</c:v>
                </c:pt>
                <c:pt idx="901">
                  <c:v>41499</c:v>
                </c:pt>
                <c:pt idx="902">
                  <c:v>41500</c:v>
                </c:pt>
                <c:pt idx="903">
                  <c:v>41502</c:v>
                </c:pt>
                <c:pt idx="904">
                  <c:v>41505</c:v>
                </c:pt>
                <c:pt idx="905">
                  <c:v>41506</c:v>
                </c:pt>
                <c:pt idx="906">
                  <c:v>41507</c:v>
                </c:pt>
                <c:pt idx="907">
                  <c:v>41508</c:v>
                </c:pt>
                <c:pt idx="908">
                  <c:v>41509</c:v>
                </c:pt>
                <c:pt idx="909">
                  <c:v>41512</c:v>
                </c:pt>
                <c:pt idx="910">
                  <c:v>41513</c:v>
                </c:pt>
                <c:pt idx="911">
                  <c:v>41514</c:v>
                </c:pt>
                <c:pt idx="912">
                  <c:v>41515</c:v>
                </c:pt>
                <c:pt idx="913">
                  <c:v>41516</c:v>
                </c:pt>
                <c:pt idx="914">
                  <c:v>41519</c:v>
                </c:pt>
                <c:pt idx="915">
                  <c:v>41520</c:v>
                </c:pt>
                <c:pt idx="916">
                  <c:v>41521</c:v>
                </c:pt>
                <c:pt idx="917">
                  <c:v>41522</c:v>
                </c:pt>
                <c:pt idx="918">
                  <c:v>41523</c:v>
                </c:pt>
                <c:pt idx="919">
                  <c:v>41526</c:v>
                </c:pt>
                <c:pt idx="920">
                  <c:v>41527</c:v>
                </c:pt>
                <c:pt idx="921">
                  <c:v>41528</c:v>
                </c:pt>
                <c:pt idx="922">
                  <c:v>41529</c:v>
                </c:pt>
                <c:pt idx="923">
                  <c:v>41530</c:v>
                </c:pt>
                <c:pt idx="924">
                  <c:v>41533</c:v>
                </c:pt>
                <c:pt idx="925">
                  <c:v>41534</c:v>
                </c:pt>
                <c:pt idx="926">
                  <c:v>41540</c:v>
                </c:pt>
                <c:pt idx="927">
                  <c:v>41541</c:v>
                </c:pt>
                <c:pt idx="928">
                  <c:v>41542</c:v>
                </c:pt>
                <c:pt idx="929">
                  <c:v>41543</c:v>
                </c:pt>
                <c:pt idx="930">
                  <c:v>41544</c:v>
                </c:pt>
                <c:pt idx="931">
                  <c:v>41547</c:v>
                </c:pt>
                <c:pt idx="932">
                  <c:v>41548</c:v>
                </c:pt>
                <c:pt idx="933">
                  <c:v>41549</c:v>
                </c:pt>
                <c:pt idx="934">
                  <c:v>41551</c:v>
                </c:pt>
                <c:pt idx="935">
                  <c:v>41554</c:v>
                </c:pt>
                <c:pt idx="936">
                  <c:v>41555</c:v>
                </c:pt>
                <c:pt idx="937">
                  <c:v>41557</c:v>
                </c:pt>
                <c:pt idx="938">
                  <c:v>41558</c:v>
                </c:pt>
                <c:pt idx="939">
                  <c:v>41561</c:v>
                </c:pt>
                <c:pt idx="940">
                  <c:v>41562</c:v>
                </c:pt>
                <c:pt idx="941">
                  <c:v>41563</c:v>
                </c:pt>
                <c:pt idx="942">
                  <c:v>41564</c:v>
                </c:pt>
                <c:pt idx="943">
                  <c:v>41565</c:v>
                </c:pt>
                <c:pt idx="944">
                  <c:v>41568</c:v>
                </c:pt>
                <c:pt idx="945">
                  <c:v>41569</c:v>
                </c:pt>
                <c:pt idx="946">
                  <c:v>41570</c:v>
                </c:pt>
                <c:pt idx="947">
                  <c:v>41571</c:v>
                </c:pt>
                <c:pt idx="948">
                  <c:v>41572</c:v>
                </c:pt>
                <c:pt idx="949">
                  <c:v>41575</c:v>
                </c:pt>
                <c:pt idx="950">
                  <c:v>41576</c:v>
                </c:pt>
                <c:pt idx="951">
                  <c:v>41577</c:v>
                </c:pt>
                <c:pt idx="952">
                  <c:v>41578</c:v>
                </c:pt>
                <c:pt idx="953">
                  <c:v>41579</c:v>
                </c:pt>
                <c:pt idx="954">
                  <c:v>41582</c:v>
                </c:pt>
                <c:pt idx="955">
                  <c:v>41583</c:v>
                </c:pt>
                <c:pt idx="956">
                  <c:v>41584</c:v>
                </c:pt>
                <c:pt idx="957">
                  <c:v>41585</c:v>
                </c:pt>
                <c:pt idx="958">
                  <c:v>41586</c:v>
                </c:pt>
                <c:pt idx="959">
                  <c:v>41589</c:v>
                </c:pt>
                <c:pt idx="960">
                  <c:v>41590</c:v>
                </c:pt>
                <c:pt idx="961">
                  <c:v>41591</c:v>
                </c:pt>
                <c:pt idx="962">
                  <c:v>41592</c:v>
                </c:pt>
                <c:pt idx="963">
                  <c:v>41593</c:v>
                </c:pt>
                <c:pt idx="964">
                  <c:v>41596</c:v>
                </c:pt>
                <c:pt idx="965">
                  <c:v>41597</c:v>
                </c:pt>
                <c:pt idx="966">
                  <c:v>41598</c:v>
                </c:pt>
                <c:pt idx="967">
                  <c:v>41599</c:v>
                </c:pt>
                <c:pt idx="968">
                  <c:v>41600</c:v>
                </c:pt>
                <c:pt idx="969">
                  <c:v>41603</c:v>
                </c:pt>
                <c:pt idx="970">
                  <c:v>41604</c:v>
                </c:pt>
                <c:pt idx="971">
                  <c:v>41605</c:v>
                </c:pt>
                <c:pt idx="972">
                  <c:v>41606</c:v>
                </c:pt>
                <c:pt idx="973">
                  <c:v>41607</c:v>
                </c:pt>
                <c:pt idx="974">
                  <c:v>41610</c:v>
                </c:pt>
                <c:pt idx="975">
                  <c:v>41611</c:v>
                </c:pt>
                <c:pt idx="976">
                  <c:v>41612</c:v>
                </c:pt>
                <c:pt idx="977">
                  <c:v>41613</c:v>
                </c:pt>
                <c:pt idx="978">
                  <c:v>41614</c:v>
                </c:pt>
                <c:pt idx="979">
                  <c:v>41617</c:v>
                </c:pt>
                <c:pt idx="980">
                  <c:v>41618</c:v>
                </c:pt>
                <c:pt idx="981">
                  <c:v>41619</c:v>
                </c:pt>
                <c:pt idx="982">
                  <c:v>41620</c:v>
                </c:pt>
                <c:pt idx="983">
                  <c:v>41621</c:v>
                </c:pt>
                <c:pt idx="984">
                  <c:v>41624</c:v>
                </c:pt>
                <c:pt idx="985">
                  <c:v>41625</c:v>
                </c:pt>
                <c:pt idx="986">
                  <c:v>41626</c:v>
                </c:pt>
                <c:pt idx="987">
                  <c:v>41627</c:v>
                </c:pt>
                <c:pt idx="988">
                  <c:v>41628</c:v>
                </c:pt>
                <c:pt idx="989">
                  <c:v>41631</c:v>
                </c:pt>
                <c:pt idx="990">
                  <c:v>41632</c:v>
                </c:pt>
                <c:pt idx="991">
                  <c:v>41634</c:v>
                </c:pt>
                <c:pt idx="992">
                  <c:v>41635</c:v>
                </c:pt>
                <c:pt idx="993">
                  <c:v>41638</c:v>
                </c:pt>
                <c:pt idx="994">
                  <c:v>41641</c:v>
                </c:pt>
                <c:pt idx="995">
                  <c:v>41642</c:v>
                </c:pt>
                <c:pt idx="996">
                  <c:v>41645</c:v>
                </c:pt>
                <c:pt idx="997">
                  <c:v>41646</c:v>
                </c:pt>
                <c:pt idx="998">
                  <c:v>41647</c:v>
                </c:pt>
                <c:pt idx="999">
                  <c:v>41648</c:v>
                </c:pt>
                <c:pt idx="1000">
                  <c:v>41649</c:v>
                </c:pt>
                <c:pt idx="1001">
                  <c:v>41652</c:v>
                </c:pt>
                <c:pt idx="1002">
                  <c:v>41653</c:v>
                </c:pt>
                <c:pt idx="1003">
                  <c:v>41654</c:v>
                </c:pt>
                <c:pt idx="1004">
                  <c:v>41655</c:v>
                </c:pt>
                <c:pt idx="1005">
                  <c:v>41656</c:v>
                </c:pt>
                <c:pt idx="1006">
                  <c:v>41659</c:v>
                </c:pt>
                <c:pt idx="1007">
                  <c:v>41660</c:v>
                </c:pt>
                <c:pt idx="1008">
                  <c:v>41661</c:v>
                </c:pt>
                <c:pt idx="1009">
                  <c:v>41662</c:v>
                </c:pt>
                <c:pt idx="1010">
                  <c:v>41663</c:v>
                </c:pt>
                <c:pt idx="1011">
                  <c:v>41666</c:v>
                </c:pt>
                <c:pt idx="1012">
                  <c:v>41667</c:v>
                </c:pt>
                <c:pt idx="1013">
                  <c:v>41668</c:v>
                </c:pt>
                <c:pt idx="1014">
                  <c:v>41673</c:v>
                </c:pt>
                <c:pt idx="1015">
                  <c:v>41674</c:v>
                </c:pt>
                <c:pt idx="1016">
                  <c:v>41675</c:v>
                </c:pt>
                <c:pt idx="1017">
                  <c:v>41676</c:v>
                </c:pt>
                <c:pt idx="1018">
                  <c:v>41677</c:v>
                </c:pt>
                <c:pt idx="1019">
                  <c:v>41680</c:v>
                </c:pt>
                <c:pt idx="1020">
                  <c:v>41681</c:v>
                </c:pt>
                <c:pt idx="1021">
                  <c:v>41682</c:v>
                </c:pt>
                <c:pt idx="1022">
                  <c:v>41683</c:v>
                </c:pt>
                <c:pt idx="1023">
                  <c:v>41684</c:v>
                </c:pt>
                <c:pt idx="1024">
                  <c:v>41687</c:v>
                </c:pt>
                <c:pt idx="1025">
                  <c:v>41688</c:v>
                </c:pt>
                <c:pt idx="1026">
                  <c:v>41689</c:v>
                </c:pt>
                <c:pt idx="1027">
                  <c:v>41690</c:v>
                </c:pt>
                <c:pt idx="1028">
                  <c:v>41691</c:v>
                </c:pt>
                <c:pt idx="1029">
                  <c:v>41694</c:v>
                </c:pt>
                <c:pt idx="1030">
                  <c:v>41695</c:v>
                </c:pt>
                <c:pt idx="1031">
                  <c:v>41696</c:v>
                </c:pt>
                <c:pt idx="1032">
                  <c:v>41697</c:v>
                </c:pt>
                <c:pt idx="1033">
                  <c:v>41698</c:v>
                </c:pt>
                <c:pt idx="1034">
                  <c:v>41701</c:v>
                </c:pt>
                <c:pt idx="1035">
                  <c:v>41702</c:v>
                </c:pt>
                <c:pt idx="1036">
                  <c:v>41703</c:v>
                </c:pt>
                <c:pt idx="1037">
                  <c:v>41704</c:v>
                </c:pt>
                <c:pt idx="1038">
                  <c:v>41705</c:v>
                </c:pt>
                <c:pt idx="1039">
                  <c:v>41708</c:v>
                </c:pt>
                <c:pt idx="1040">
                  <c:v>41709</c:v>
                </c:pt>
                <c:pt idx="1041">
                  <c:v>41710</c:v>
                </c:pt>
                <c:pt idx="1042">
                  <c:v>41711</c:v>
                </c:pt>
                <c:pt idx="1043">
                  <c:v>41712</c:v>
                </c:pt>
                <c:pt idx="1044">
                  <c:v>41715</c:v>
                </c:pt>
                <c:pt idx="1045">
                  <c:v>41716</c:v>
                </c:pt>
                <c:pt idx="1046">
                  <c:v>41717</c:v>
                </c:pt>
                <c:pt idx="1047">
                  <c:v>41718</c:v>
                </c:pt>
                <c:pt idx="1048">
                  <c:v>41719</c:v>
                </c:pt>
                <c:pt idx="1049">
                  <c:v>41722</c:v>
                </c:pt>
                <c:pt idx="1050">
                  <c:v>41723</c:v>
                </c:pt>
                <c:pt idx="1051">
                  <c:v>41724</c:v>
                </c:pt>
                <c:pt idx="1052">
                  <c:v>41725</c:v>
                </c:pt>
                <c:pt idx="1053">
                  <c:v>41726</c:v>
                </c:pt>
                <c:pt idx="1054">
                  <c:v>41729</c:v>
                </c:pt>
                <c:pt idx="1055">
                  <c:v>41730</c:v>
                </c:pt>
                <c:pt idx="1056">
                  <c:v>41731</c:v>
                </c:pt>
                <c:pt idx="1057">
                  <c:v>41732</c:v>
                </c:pt>
                <c:pt idx="1058">
                  <c:v>41733</c:v>
                </c:pt>
                <c:pt idx="1059">
                  <c:v>41736</c:v>
                </c:pt>
                <c:pt idx="1060">
                  <c:v>41737</c:v>
                </c:pt>
                <c:pt idx="1061">
                  <c:v>41738</c:v>
                </c:pt>
                <c:pt idx="1062">
                  <c:v>41739</c:v>
                </c:pt>
                <c:pt idx="1063">
                  <c:v>41740</c:v>
                </c:pt>
                <c:pt idx="1064">
                  <c:v>41743</c:v>
                </c:pt>
                <c:pt idx="1065">
                  <c:v>41744</c:v>
                </c:pt>
                <c:pt idx="1066">
                  <c:v>41745</c:v>
                </c:pt>
                <c:pt idx="1067">
                  <c:v>41746</c:v>
                </c:pt>
                <c:pt idx="1068">
                  <c:v>41747</c:v>
                </c:pt>
                <c:pt idx="1069">
                  <c:v>41750</c:v>
                </c:pt>
                <c:pt idx="1070">
                  <c:v>41751</c:v>
                </c:pt>
                <c:pt idx="1071">
                  <c:v>41752</c:v>
                </c:pt>
                <c:pt idx="1072">
                  <c:v>41753</c:v>
                </c:pt>
                <c:pt idx="1073">
                  <c:v>41754</c:v>
                </c:pt>
                <c:pt idx="1074">
                  <c:v>41757</c:v>
                </c:pt>
                <c:pt idx="1075">
                  <c:v>41758</c:v>
                </c:pt>
                <c:pt idx="1076">
                  <c:v>41759</c:v>
                </c:pt>
                <c:pt idx="1077">
                  <c:v>41761</c:v>
                </c:pt>
                <c:pt idx="1078">
                  <c:v>41766</c:v>
                </c:pt>
                <c:pt idx="1079">
                  <c:v>41767</c:v>
                </c:pt>
                <c:pt idx="1080">
                  <c:v>41768</c:v>
                </c:pt>
                <c:pt idx="1081">
                  <c:v>41771</c:v>
                </c:pt>
                <c:pt idx="1082">
                  <c:v>41772</c:v>
                </c:pt>
                <c:pt idx="1083">
                  <c:v>41773</c:v>
                </c:pt>
                <c:pt idx="1084">
                  <c:v>41774</c:v>
                </c:pt>
                <c:pt idx="1085">
                  <c:v>41775</c:v>
                </c:pt>
                <c:pt idx="1086">
                  <c:v>41778</c:v>
                </c:pt>
                <c:pt idx="1087">
                  <c:v>41779</c:v>
                </c:pt>
                <c:pt idx="1088">
                  <c:v>41780</c:v>
                </c:pt>
                <c:pt idx="1089">
                  <c:v>41781</c:v>
                </c:pt>
                <c:pt idx="1090">
                  <c:v>41782</c:v>
                </c:pt>
                <c:pt idx="1091">
                  <c:v>41785</c:v>
                </c:pt>
                <c:pt idx="1092">
                  <c:v>41786</c:v>
                </c:pt>
                <c:pt idx="1093">
                  <c:v>41787</c:v>
                </c:pt>
                <c:pt idx="1094">
                  <c:v>41788</c:v>
                </c:pt>
                <c:pt idx="1095">
                  <c:v>41789</c:v>
                </c:pt>
                <c:pt idx="1096">
                  <c:v>41792</c:v>
                </c:pt>
                <c:pt idx="1097">
                  <c:v>41793</c:v>
                </c:pt>
                <c:pt idx="1098">
                  <c:v>41795</c:v>
                </c:pt>
                <c:pt idx="1099">
                  <c:v>41799</c:v>
                </c:pt>
                <c:pt idx="1100">
                  <c:v>41800</c:v>
                </c:pt>
                <c:pt idx="1101">
                  <c:v>41801</c:v>
                </c:pt>
                <c:pt idx="1102">
                  <c:v>41802</c:v>
                </c:pt>
                <c:pt idx="1103">
                  <c:v>41803</c:v>
                </c:pt>
                <c:pt idx="1104">
                  <c:v>41806</c:v>
                </c:pt>
                <c:pt idx="1105">
                  <c:v>41807</c:v>
                </c:pt>
                <c:pt idx="1106">
                  <c:v>41808</c:v>
                </c:pt>
                <c:pt idx="1107">
                  <c:v>41809</c:v>
                </c:pt>
                <c:pt idx="1108">
                  <c:v>41810</c:v>
                </c:pt>
                <c:pt idx="1109">
                  <c:v>41813</c:v>
                </c:pt>
                <c:pt idx="1110">
                  <c:v>41814</c:v>
                </c:pt>
                <c:pt idx="1111">
                  <c:v>41815</c:v>
                </c:pt>
                <c:pt idx="1112">
                  <c:v>41816</c:v>
                </c:pt>
                <c:pt idx="1113">
                  <c:v>41817</c:v>
                </c:pt>
                <c:pt idx="1114">
                  <c:v>41820</c:v>
                </c:pt>
                <c:pt idx="1115">
                  <c:v>41821</c:v>
                </c:pt>
                <c:pt idx="1116">
                  <c:v>41822</c:v>
                </c:pt>
                <c:pt idx="1117">
                  <c:v>41823</c:v>
                </c:pt>
                <c:pt idx="1118">
                  <c:v>41824</c:v>
                </c:pt>
                <c:pt idx="1119">
                  <c:v>41827</c:v>
                </c:pt>
                <c:pt idx="1120">
                  <c:v>41828</c:v>
                </c:pt>
                <c:pt idx="1121">
                  <c:v>41829</c:v>
                </c:pt>
                <c:pt idx="1122">
                  <c:v>41830</c:v>
                </c:pt>
                <c:pt idx="1123">
                  <c:v>41831</c:v>
                </c:pt>
                <c:pt idx="1124">
                  <c:v>41834</c:v>
                </c:pt>
                <c:pt idx="1125">
                  <c:v>41835</c:v>
                </c:pt>
                <c:pt idx="1126">
                  <c:v>41836</c:v>
                </c:pt>
                <c:pt idx="1127">
                  <c:v>41837</c:v>
                </c:pt>
                <c:pt idx="1128">
                  <c:v>41838</c:v>
                </c:pt>
                <c:pt idx="1129">
                  <c:v>41841</c:v>
                </c:pt>
                <c:pt idx="1130">
                  <c:v>41842</c:v>
                </c:pt>
                <c:pt idx="1131">
                  <c:v>41843</c:v>
                </c:pt>
                <c:pt idx="1132">
                  <c:v>41844</c:v>
                </c:pt>
                <c:pt idx="1133">
                  <c:v>41845</c:v>
                </c:pt>
                <c:pt idx="1134">
                  <c:v>41848</c:v>
                </c:pt>
                <c:pt idx="1135">
                  <c:v>41849</c:v>
                </c:pt>
                <c:pt idx="1136">
                  <c:v>41850</c:v>
                </c:pt>
                <c:pt idx="1137">
                  <c:v>41851</c:v>
                </c:pt>
                <c:pt idx="1138">
                  <c:v>41852</c:v>
                </c:pt>
                <c:pt idx="1139">
                  <c:v>41855</c:v>
                </c:pt>
                <c:pt idx="1140">
                  <c:v>41856</c:v>
                </c:pt>
                <c:pt idx="1141">
                  <c:v>41857</c:v>
                </c:pt>
                <c:pt idx="1142">
                  <c:v>41858</c:v>
                </c:pt>
                <c:pt idx="1143">
                  <c:v>41859</c:v>
                </c:pt>
                <c:pt idx="1144">
                  <c:v>41862</c:v>
                </c:pt>
                <c:pt idx="1145">
                  <c:v>41863</c:v>
                </c:pt>
                <c:pt idx="1146">
                  <c:v>41864</c:v>
                </c:pt>
                <c:pt idx="1147">
                  <c:v>41865</c:v>
                </c:pt>
                <c:pt idx="1148">
                  <c:v>41869</c:v>
                </c:pt>
                <c:pt idx="1149">
                  <c:v>41870</c:v>
                </c:pt>
                <c:pt idx="1150">
                  <c:v>41871</c:v>
                </c:pt>
                <c:pt idx="1151">
                  <c:v>41872</c:v>
                </c:pt>
                <c:pt idx="1152">
                  <c:v>41873</c:v>
                </c:pt>
                <c:pt idx="1153">
                  <c:v>41876</c:v>
                </c:pt>
                <c:pt idx="1154">
                  <c:v>41877</c:v>
                </c:pt>
                <c:pt idx="1155">
                  <c:v>41878</c:v>
                </c:pt>
                <c:pt idx="1156">
                  <c:v>41879</c:v>
                </c:pt>
                <c:pt idx="1157">
                  <c:v>41880</c:v>
                </c:pt>
                <c:pt idx="1158">
                  <c:v>41883</c:v>
                </c:pt>
                <c:pt idx="1159">
                  <c:v>41884</c:v>
                </c:pt>
                <c:pt idx="1160">
                  <c:v>41885</c:v>
                </c:pt>
                <c:pt idx="1161">
                  <c:v>41886</c:v>
                </c:pt>
                <c:pt idx="1162">
                  <c:v>41887</c:v>
                </c:pt>
                <c:pt idx="1163">
                  <c:v>41893</c:v>
                </c:pt>
                <c:pt idx="1164">
                  <c:v>41894</c:v>
                </c:pt>
                <c:pt idx="1165">
                  <c:v>41897</c:v>
                </c:pt>
                <c:pt idx="1166">
                  <c:v>41898</c:v>
                </c:pt>
                <c:pt idx="1167">
                  <c:v>41899</c:v>
                </c:pt>
                <c:pt idx="1168">
                  <c:v>41900</c:v>
                </c:pt>
                <c:pt idx="1169">
                  <c:v>41901</c:v>
                </c:pt>
                <c:pt idx="1170">
                  <c:v>41904</c:v>
                </c:pt>
                <c:pt idx="1171">
                  <c:v>41905</c:v>
                </c:pt>
                <c:pt idx="1172">
                  <c:v>41906</c:v>
                </c:pt>
                <c:pt idx="1173">
                  <c:v>41907</c:v>
                </c:pt>
                <c:pt idx="1174">
                  <c:v>41908</c:v>
                </c:pt>
                <c:pt idx="1175">
                  <c:v>41911</c:v>
                </c:pt>
                <c:pt idx="1176">
                  <c:v>41912</c:v>
                </c:pt>
                <c:pt idx="1177">
                  <c:v>41913</c:v>
                </c:pt>
                <c:pt idx="1178">
                  <c:v>41914</c:v>
                </c:pt>
                <c:pt idx="1179">
                  <c:v>41918</c:v>
                </c:pt>
                <c:pt idx="1180">
                  <c:v>41919</c:v>
                </c:pt>
                <c:pt idx="1181">
                  <c:v>41920</c:v>
                </c:pt>
                <c:pt idx="1182">
                  <c:v>41922</c:v>
                </c:pt>
                <c:pt idx="1183">
                  <c:v>41925</c:v>
                </c:pt>
                <c:pt idx="1184">
                  <c:v>41926</c:v>
                </c:pt>
                <c:pt idx="1185">
                  <c:v>41927</c:v>
                </c:pt>
                <c:pt idx="1186">
                  <c:v>41928</c:v>
                </c:pt>
                <c:pt idx="1187">
                  <c:v>41929</c:v>
                </c:pt>
                <c:pt idx="1188">
                  <c:v>41932</c:v>
                </c:pt>
                <c:pt idx="1189">
                  <c:v>41933</c:v>
                </c:pt>
                <c:pt idx="1190">
                  <c:v>41934</c:v>
                </c:pt>
                <c:pt idx="1191">
                  <c:v>41935</c:v>
                </c:pt>
                <c:pt idx="1192">
                  <c:v>41936</c:v>
                </c:pt>
                <c:pt idx="1193">
                  <c:v>41939</c:v>
                </c:pt>
                <c:pt idx="1194">
                  <c:v>41940</c:v>
                </c:pt>
                <c:pt idx="1195">
                  <c:v>41941</c:v>
                </c:pt>
                <c:pt idx="1196">
                  <c:v>41942</c:v>
                </c:pt>
                <c:pt idx="1197">
                  <c:v>41943</c:v>
                </c:pt>
                <c:pt idx="1198">
                  <c:v>41946</c:v>
                </c:pt>
                <c:pt idx="1199">
                  <c:v>41947</c:v>
                </c:pt>
                <c:pt idx="1200">
                  <c:v>41948</c:v>
                </c:pt>
                <c:pt idx="1201">
                  <c:v>41949</c:v>
                </c:pt>
                <c:pt idx="1202">
                  <c:v>41950</c:v>
                </c:pt>
                <c:pt idx="1203">
                  <c:v>41953</c:v>
                </c:pt>
                <c:pt idx="1204">
                  <c:v>41954</c:v>
                </c:pt>
                <c:pt idx="1205">
                  <c:v>41955</c:v>
                </c:pt>
                <c:pt idx="1206">
                  <c:v>41956</c:v>
                </c:pt>
                <c:pt idx="1207">
                  <c:v>41957</c:v>
                </c:pt>
                <c:pt idx="1208">
                  <c:v>41960</c:v>
                </c:pt>
                <c:pt idx="1209">
                  <c:v>41961</c:v>
                </c:pt>
                <c:pt idx="1210">
                  <c:v>41962</c:v>
                </c:pt>
                <c:pt idx="1211">
                  <c:v>41963</c:v>
                </c:pt>
                <c:pt idx="1212">
                  <c:v>41964</c:v>
                </c:pt>
                <c:pt idx="1213">
                  <c:v>41967</c:v>
                </c:pt>
                <c:pt idx="1214">
                  <c:v>41968</c:v>
                </c:pt>
                <c:pt idx="1215">
                  <c:v>41969</c:v>
                </c:pt>
                <c:pt idx="1216">
                  <c:v>41970</c:v>
                </c:pt>
                <c:pt idx="1217">
                  <c:v>41971</c:v>
                </c:pt>
                <c:pt idx="1218">
                  <c:v>41974</c:v>
                </c:pt>
                <c:pt idx="1219">
                  <c:v>41975</c:v>
                </c:pt>
                <c:pt idx="1220">
                  <c:v>41976</c:v>
                </c:pt>
                <c:pt idx="1221">
                  <c:v>41977</c:v>
                </c:pt>
                <c:pt idx="1222">
                  <c:v>41978</c:v>
                </c:pt>
                <c:pt idx="1223">
                  <c:v>41981</c:v>
                </c:pt>
                <c:pt idx="1224">
                  <c:v>41982</c:v>
                </c:pt>
                <c:pt idx="1225">
                  <c:v>41983</c:v>
                </c:pt>
                <c:pt idx="1226">
                  <c:v>41984</c:v>
                </c:pt>
                <c:pt idx="1227">
                  <c:v>41985</c:v>
                </c:pt>
                <c:pt idx="1228">
                  <c:v>41988</c:v>
                </c:pt>
                <c:pt idx="1229">
                  <c:v>41989</c:v>
                </c:pt>
                <c:pt idx="1230">
                  <c:v>41990</c:v>
                </c:pt>
                <c:pt idx="1231">
                  <c:v>41991</c:v>
                </c:pt>
                <c:pt idx="1232">
                  <c:v>41992</c:v>
                </c:pt>
                <c:pt idx="1233">
                  <c:v>41995</c:v>
                </c:pt>
                <c:pt idx="1234">
                  <c:v>41996</c:v>
                </c:pt>
                <c:pt idx="1235">
                  <c:v>41997</c:v>
                </c:pt>
                <c:pt idx="1236">
                  <c:v>41999</c:v>
                </c:pt>
                <c:pt idx="1237">
                  <c:v>42002</c:v>
                </c:pt>
                <c:pt idx="1238">
                  <c:v>42003</c:v>
                </c:pt>
                <c:pt idx="1239">
                  <c:v>42006</c:v>
                </c:pt>
                <c:pt idx="1240">
                  <c:v>42009</c:v>
                </c:pt>
                <c:pt idx="1241">
                  <c:v>42010</c:v>
                </c:pt>
                <c:pt idx="1242">
                  <c:v>42011</c:v>
                </c:pt>
                <c:pt idx="1243">
                  <c:v>42012</c:v>
                </c:pt>
                <c:pt idx="1244">
                  <c:v>42013</c:v>
                </c:pt>
                <c:pt idx="1245">
                  <c:v>42016</c:v>
                </c:pt>
                <c:pt idx="1246">
                  <c:v>42017</c:v>
                </c:pt>
                <c:pt idx="1247">
                  <c:v>42018</c:v>
                </c:pt>
                <c:pt idx="1248">
                  <c:v>42019</c:v>
                </c:pt>
                <c:pt idx="1249">
                  <c:v>42020</c:v>
                </c:pt>
                <c:pt idx="1250">
                  <c:v>42023</c:v>
                </c:pt>
                <c:pt idx="1251">
                  <c:v>42024</c:v>
                </c:pt>
                <c:pt idx="1252">
                  <c:v>42025</c:v>
                </c:pt>
                <c:pt idx="1253">
                  <c:v>42026</c:v>
                </c:pt>
                <c:pt idx="1254">
                  <c:v>42027</c:v>
                </c:pt>
                <c:pt idx="1255">
                  <c:v>42030</c:v>
                </c:pt>
                <c:pt idx="1256">
                  <c:v>42031</c:v>
                </c:pt>
                <c:pt idx="1257">
                  <c:v>42032</c:v>
                </c:pt>
                <c:pt idx="1258">
                  <c:v>42033</c:v>
                </c:pt>
                <c:pt idx="1259">
                  <c:v>42034</c:v>
                </c:pt>
                <c:pt idx="1260">
                  <c:v>42037</c:v>
                </c:pt>
                <c:pt idx="1261">
                  <c:v>42038</c:v>
                </c:pt>
                <c:pt idx="1262">
                  <c:v>42039</c:v>
                </c:pt>
                <c:pt idx="1263">
                  <c:v>42040</c:v>
                </c:pt>
                <c:pt idx="1264">
                  <c:v>42041</c:v>
                </c:pt>
                <c:pt idx="1265">
                  <c:v>42044</c:v>
                </c:pt>
                <c:pt idx="1266">
                  <c:v>42045</c:v>
                </c:pt>
                <c:pt idx="1267">
                  <c:v>42046</c:v>
                </c:pt>
                <c:pt idx="1268">
                  <c:v>42047</c:v>
                </c:pt>
                <c:pt idx="1269">
                  <c:v>42048</c:v>
                </c:pt>
                <c:pt idx="1270">
                  <c:v>42051</c:v>
                </c:pt>
                <c:pt idx="1271">
                  <c:v>42052</c:v>
                </c:pt>
                <c:pt idx="1272">
                  <c:v>42058</c:v>
                </c:pt>
                <c:pt idx="1273">
                  <c:v>42059</c:v>
                </c:pt>
                <c:pt idx="1274">
                  <c:v>42060</c:v>
                </c:pt>
                <c:pt idx="1275">
                  <c:v>42061</c:v>
                </c:pt>
                <c:pt idx="1276">
                  <c:v>42062</c:v>
                </c:pt>
                <c:pt idx="1277">
                  <c:v>42065</c:v>
                </c:pt>
                <c:pt idx="1278">
                  <c:v>42066</c:v>
                </c:pt>
                <c:pt idx="1279">
                  <c:v>42067</c:v>
                </c:pt>
                <c:pt idx="1280">
                  <c:v>42068</c:v>
                </c:pt>
                <c:pt idx="1281">
                  <c:v>42069</c:v>
                </c:pt>
                <c:pt idx="1282">
                  <c:v>42072</c:v>
                </c:pt>
                <c:pt idx="1283">
                  <c:v>42073</c:v>
                </c:pt>
                <c:pt idx="1284">
                  <c:v>42074</c:v>
                </c:pt>
                <c:pt idx="1285">
                  <c:v>42075</c:v>
                </c:pt>
                <c:pt idx="1286">
                  <c:v>42076</c:v>
                </c:pt>
                <c:pt idx="1287">
                  <c:v>42079</c:v>
                </c:pt>
                <c:pt idx="1288">
                  <c:v>42080</c:v>
                </c:pt>
                <c:pt idx="1289">
                  <c:v>42081</c:v>
                </c:pt>
                <c:pt idx="1290">
                  <c:v>42082</c:v>
                </c:pt>
                <c:pt idx="1291">
                  <c:v>42083</c:v>
                </c:pt>
                <c:pt idx="1292">
                  <c:v>42086</c:v>
                </c:pt>
                <c:pt idx="1293">
                  <c:v>42087</c:v>
                </c:pt>
                <c:pt idx="1294">
                  <c:v>42088</c:v>
                </c:pt>
                <c:pt idx="1295">
                  <c:v>42089</c:v>
                </c:pt>
                <c:pt idx="1296">
                  <c:v>42090</c:v>
                </c:pt>
                <c:pt idx="1297">
                  <c:v>42093</c:v>
                </c:pt>
                <c:pt idx="1298">
                  <c:v>42094</c:v>
                </c:pt>
                <c:pt idx="1299">
                  <c:v>42095</c:v>
                </c:pt>
                <c:pt idx="1300">
                  <c:v>42096</c:v>
                </c:pt>
                <c:pt idx="1301">
                  <c:v>42097</c:v>
                </c:pt>
                <c:pt idx="1302">
                  <c:v>42100</c:v>
                </c:pt>
                <c:pt idx="1303">
                  <c:v>42101</c:v>
                </c:pt>
                <c:pt idx="1304">
                  <c:v>42102</c:v>
                </c:pt>
                <c:pt idx="1305">
                  <c:v>42103</c:v>
                </c:pt>
                <c:pt idx="1306">
                  <c:v>42104</c:v>
                </c:pt>
                <c:pt idx="1307">
                  <c:v>42107</c:v>
                </c:pt>
                <c:pt idx="1308">
                  <c:v>42108</c:v>
                </c:pt>
                <c:pt idx="1309">
                  <c:v>42109</c:v>
                </c:pt>
                <c:pt idx="1310">
                  <c:v>42110</c:v>
                </c:pt>
                <c:pt idx="1311">
                  <c:v>42111</c:v>
                </c:pt>
                <c:pt idx="1312">
                  <c:v>42114</c:v>
                </c:pt>
                <c:pt idx="1313">
                  <c:v>42115</c:v>
                </c:pt>
                <c:pt idx="1314">
                  <c:v>42116</c:v>
                </c:pt>
                <c:pt idx="1315">
                  <c:v>42117</c:v>
                </c:pt>
                <c:pt idx="1316">
                  <c:v>42118</c:v>
                </c:pt>
                <c:pt idx="1317">
                  <c:v>42121</c:v>
                </c:pt>
                <c:pt idx="1318">
                  <c:v>42122</c:v>
                </c:pt>
                <c:pt idx="1319">
                  <c:v>42123</c:v>
                </c:pt>
                <c:pt idx="1320">
                  <c:v>42124</c:v>
                </c:pt>
                <c:pt idx="1321">
                  <c:v>42128</c:v>
                </c:pt>
                <c:pt idx="1322">
                  <c:v>42130</c:v>
                </c:pt>
                <c:pt idx="1323">
                  <c:v>42131</c:v>
                </c:pt>
                <c:pt idx="1324">
                  <c:v>42132</c:v>
                </c:pt>
                <c:pt idx="1325">
                  <c:v>42135</c:v>
                </c:pt>
                <c:pt idx="1326">
                  <c:v>42136</c:v>
                </c:pt>
                <c:pt idx="1327">
                  <c:v>42137</c:v>
                </c:pt>
                <c:pt idx="1328">
                  <c:v>42138</c:v>
                </c:pt>
                <c:pt idx="1329">
                  <c:v>42139</c:v>
                </c:pt>
                <c:pt idx="1330">
                  <c:v>42142</c:v>
                </c:pt>
                <c:pt idx="1331">
                  <c:v>42143</c:v>
                </c:pt>
                <c:pt idx="1332">
                  <c:v>42144</c:v>
                </c:pt>
                <c:pt idx="1333">
                  <c:v>42145</c:v>
                </c:pt>
                <c:pt idx="1334">
                  <c:v>42146</c:v>
                </c:pt>
                <c:pt idx="1335">
                  <c:v>42150</c:v>
                </c:pt>
                <c:pt idx="1336">
                  <c:v>42151</c:v>
                </c:pt>
                <c:pt idx="1337">
                  <c:v>42152</c:v>
                </c:pt>
                <c:pt idx="1338">
                  <c:v>42153</c:v>
                </c:pt>
                <c:pt idx="1339">
                  <c:v>42156</c:v>
                </c:pt>
                <c:pt idx="1340">
                  <c:v>42157</c:v>
                </c:pt>
                <c:pt idx="1341">
                  <c:v>42158</c:v>
                </c:pt>
                <c:pt idx="1342">
                  <c:v>42159</c:v>
                </c:pt>
                <c:pt idx="1343">
                  <c:v>42160</c:v>
                </c:pt>
                <c:pt idx="1344">
                  <c:v>42163</c:v>
                </c:pt>
                <c:pt idx="1345">
                  <c:v>42164</c:v>
                </c:pt>
                <c:pt idx="1346">
                  <c:v>42165</c:v>
                </c:pt>
                <c:pt idx="1347">
                  <c:v>42166</c:v>
                </c:pt>
                <c:pt idx="1348">
                  <c:v>42167</c:v>
                </c:pt>
                <c:pt idx="1349">
                  <c:v>42170</c:v>
                </c:pt>
                <c:pt idx="1350">
                  <c:v>42171</c:v>
                </c:pt>
                <c:pt idx="1351">
                  <c:v>42172</c:v>
                </c:pt>
                <c:pt idx="1352">
                  <c:v>42173</c:v>
                </c:pt>
                <c:pt idx="1353">
                  <c:v>42174</c:v>
                </c:pt>
                <c:pt idx="1354">
                  <c:v>42177</c:v>
                </c:pt>
                <c:pt idx="1355">
                  <c:v>42178</c:v>
                </c:pt>
                <c:pt idx="1356">
                  <c:v>42179</c:v>
                </c:pt>
                <c:pt idx="1357">
                  <c:v>42180</c:v>
                </c:pt>
                <c:pt idx="1358">
                  <c:v>42181</c:v>
                </c:pt>
                <c:pt idx="1359">
                  <c:v>42184</c:v>
                </c:pt>
                <c:pt idx="1360">
                  <c:v>42185</c:v>
                </c:pt>
                <c:pt idx="1361">
                  <c:v>42186</c:v>
                </c:pt>
                <c:pt idx="1362">
                  <c:v>42187</c:v>
                </c:pt>
                <c:pt idx="1363">
                  <c:v>42188</c:v>
                </c:pt>
                <c:pt idx="1364">
                  <c:v>42191</c:v>
                </c:pt>
                <c:pt idx="1365">
                  <c:v>42192</c:v>
                </c:pt>
                <c:pt idx="1366">
                  <c:v>42193</c:v>
                </c:pt>
                <c:pt idx="1367">
                  <c:v>42194</c:v>
                </c:pt>
                <c:pt idx="1368">
                  <c:v>42195</c:v>
                </c:pt>
                <c:pt idx="1369">
                  <c:v>42198</c:v>
                </c:pt>
                <c:pt idx="1370">
                  <c:v>42199</c:v>
                </c:pt>
                <c:pt idx="1371">
                  <c:v>42200</c:v>
                </c:pt>
                <c:pt idx="1372">
                  <c:v>42201</c:v>
                </c:pt>
                <c:pt idx="1373">
                  <c:v>42202</c:v>
                </c:pt>
                <c:pt idx="1374">
                  <c:v>42205</c:v>
                </c:pt>
                <c:pt idx="1375">
                  <c:v>42206</c:v>
                </c:pt>
                <c:pt idx="1376">
                  <c:v>42207</c:v>
                </c:pt>
                <c:pt idx="1377">
                  <c:v>42208</c:v>
                </c:pt>
                <c:pt idx="1378">
                  <c:v>42209</c:v>
                </c:pt>
                <c:pt idx="1379">
                  <c:v>42212</c:v>
                </c:pt>
                <c:pt idx="1380">
                  <c:v>42213</c:v>
                </c:pt>
                <c:pt idx="1381">
                  <c:v>42214</c:v>
                </c:pt>
                <c:pt idx="1382">
                  <c:v>42215</c:v>
                </c:pt>
                <c:pt idx="1383">
                  <c:v>42216</c:v>
                </c:pt>
                <c:pt idx="1384">
                  <c:v>42219</c:v>
                </c:pt>
                <c:pt idx="1385">
                  <c:v>42220</c:v>
                </c:pt>
                <c:pt idx="1386">
                  <c:v>42221</c:v>
                </c:pt>
                <c:pt idx="1387">
                  <c:v>42222</c:v>
                </c:pt>
                <c:pt idx="1388">
                  <c:v>42223</c:v>
                </c:pt>
                <c:pt idx="1389">
                  <c:v>42226</c:v>
                </c:pt>
                <c:pt idx="1390">
                  <c:v>42227</c:v>
                </c:pt>
                <c:pt idx="1391">
                  <c:v>42228</c:v>
                </c:pt>
                <c:pt idx="1392">
                  <c:v>42229</c:v>
                </c:pt>
                <c:pt idx="1393">
                  <c:v>42233</c:v>
                </c:pt>
                <c:pt idx="1394">
                  <c:v>42234</c:v>
                </c:pt>
                <c:pt idx="1395">
                  <c:v>42235</c:v>
                </c:pt>
                <c:pt idx="1396">
                  <c:v>42236</c:v>
                </c:pt>
                <c:pt idx="1397">
                  <c:v>42237</c:v>
                </c:pt>
                <c:pt idx="1398">
                  <c:v>42240</c:v>
                </c:pt>
                <c:pt idx="1399">
                  <c:v>42241</c:v>
                </c:pt>
                <c:pt idx="1400">
                  <c:v>42242</c:v>
                </c:pt>
                <c:pt idx="1401">
                  <c:v>42243</c:v>
                </c:pt>
                <c:pt idx="1402">
                  <c:v>42244</c:v>
                </c:pt>
                <c:pt idx="1403">
                  <c:v>42247</c:v>
                </c:pt>
                <c:pt idx="1404">
                  <c:v>42248</c:v>
                </c:pt>
                <c:pt idx="1405">
                  <c:v>42249</c:v>
                </c:pt>
                <c:pt idx="1406">
                  <c:v>42250</c:v>
                </c:pt>
                <c:pt idx="1407">
                  <c:v>42251</c:v>
                </c:pt>
                <c:pt idx="1408">
                  <c:v>42254</c:v>
                </c:pt>
                <c:pt idx="1409">
                  <c:v>42255</c:v>
                </c:pt>
                <c:pt idx="1410">
                  <c:v>42256</c:v>
                </c:pt>
                <c:pt idx="1411">
                  <c:v>42257</c:v>
                </c:pt>
                <c:pt idx="1412">
                  <c:v>42258</c:v>
                </c:pt>
                <c:pt idx="1413">
                  <c:v>42261</c:v>
                </c:pt>
                <c:pt idx="1414">
                  <c:v>42262</c:v>
                </c:pt>
                <c:pt idx="1415">
                  <c:v>42263</c:v>
                </c:pt>
                <c:pt idx="1416">
                  <c:v>42264</c:v>
                </c:pt>
                <c:pt idx="1417">
                  <c:v>42265</c:v>
                </c:pt>
                <c:pt idx="1418">
                  <c:v>42268</c:v>
                </c:pt>
                <c:pt idx="1419">
                  <c:v>42269</c:v>
                </c:pt>
                <c:pt idx="1420">
                  <c:v>42270</c:v>
                </c:pt>
                <c:pt idx="1421">
                  <c:v>42271</c:v>
                </c:pt>
                <c:pt idx="1422">
                  <c:v>42272</c:v>
                </c:pt>
                <c:pt idx="1423">
                  <c:v>42277</c:v>
                </c:pt>
                <c:pt idx="1424">
                  <c:v>42278</c:v>
                </c:pt>
                <c:pt idx="1425">
                  <c:v>42279</c:v>
                </c:pt>
                <c:pt idx="1426">
                  <c:v>42282</c:v>
                </c:pt>
                <c:pt idx="1427">
                  <c:v>42283</c:v>
                </c:pt>
                <c:pt idx="1428">
                  <c:v>42284</c:v>
                </c:pt>
                <c:pt idx="1429">
                  <c:v>42285</c:v>
                </c:pt>
                <c:pt idx="1430">
                  <c:v>42289</c:v>
                </c:pt>
                <c:pt idx="1431">
                  <c:v>42290</c:v>
                </c:pt>
                <c:pt idx="1432">
                  <c:v>42291</c:v>
                </c:pt>
                <c:pt idx="1433">
                  <c:v>42292</c:v>
                </c:pt>
                <c:pt idx="1434">
                  <c:v>42293</c:v>
                </c:pt>
                <c:pt idx="1435">
                  <c:v>42296</c:v>
                </c:pt>
                <c:pt idx="1436">
                  <c:v>42297</c:v>
                </c:pt>
                <c:pt idx="1437">
                  <c:v>42298</c:v>
                </c:pt>
                <c:pt idx="1438">
                  <c:v>42299</c:v>
                </c:pt>
                <c:pt idx="1439">
                  <c:v>42300</c:v>
                </c:pt>
                <c:pt idx="1440">
                  <c:v>42303</c:v>
                </c:pt>
                <c:pt idx="1441">
                  <c:v>42304</c:v>
                </c:pt>
                <c:pt idx="1442">
                  <c:v>42305</c:v>
                </c:pt>
                <c:pt idx="1443">
                  <c:v>42306</c:v>
                </c:pt>
                <c:pt idx="1444">
                  <c:v>42307</c:v>
                </c:pt>
                <c:pt idx="1445">
                  <c:v>42310</c:v>
                </c:pt>
                <c:pt idx="1446">
                  <c:v>42311</c:v>
                </c:pt>
                <c:pt idx="1447">
                  <c:v>42312</c:v>
                </c:pt>
                <c:pt idx="1448">
                  <c:v>42313</c:v>
                </c:pt>
                <c:pt idx="1449">
                  <c:v>42314</c:v>
                </c:pt>
                <c:pt idx="1450">
                  <c:v>42317</c:v>
                </c:pt>
                <c:pt idx="1451">
                  <c:v>42318</c:v>
                </c:pt>
                <c:pt idx="1452">
                  <c:v>42319</c:v>
                </c:pt>
                <c:pt idx="1453">
                  <c:v>42320</c:v>
                </c:pt>
                <c:pt idx="1454">
                  <c:v>42321</c:v>
                </c:pt>
                <c:pt idx="1455">
                  <c:v>42324</c:v>
                </c:pt>
                <c:pt idx="1456">
                  <c:v>42325</c:v>
                </c:pt>
                <c:pt idx="1457">
                  <c:v>42326</c:v>
                </c:pt>
                <c:pt idx="1458">
                  <c:v>42327</c:v>
                </c:pt>
                <c:pt idx="1459">
                  <c:v>42328</c:v>
                </c:pt>
                <c:pt idx="1460">
                  <c:v>42331</c:v>
                </c:pt>
                <c:pt idx="1461">
                  <c:v>42332</c:v>
                </c:pt>
                <c:pt idx="1462">
                  <c:v>42333</c:v>
                </c:pt>
                <c:pt idx="1463">
                  <c:v>42334</c:v>
                </c:pt>
                <c:pt idx="1464">
                  <c:v>42335</c:v>
                </c:pt>
                <c:pt idx="1465">
                  <c:v>42338</c:v>
                </c:pt>
                <c:pt idx="1466">
                  <c:v>42339</c:v>
                </c:pt>
                <c:pt idx="1467">
                  <c:v>42340</c:v>
                </c:pt>
                <c:pt idx="1468">
                  <c:v>42341</c:v>
                </c:pt>
                <c:pt idx="1469">
                  <c:v>42342</c:v>
                </c:pt>
                <c:pt idx="1470">
                  <c:v>42345</c:v>
                </c:pt>
                <c:pt idx="1471">
                  <c:v>42346</c:v>
                </c:pt>
                <c:pt idx="1472">
                  <c:v>42347</c:v>
                </c:pt>
                <c:pt idx="1473">
                  <c:v>42348</c:v>
                </c:pt>
                <c:pt idx="1474">
                  <c:v>42349</c:v>
                </c:pt>
                <c:pt idx="1475">
                  <c:v>42352</c:v>
                </c:pt>
                <c:pt idx="1476">
                  <c:v>42353</c:v>
                </c:pt>
                <c:pt idx="1477">
                  <c:v>42354</c:v>
                </c:pt>
                <c:pt idx="1478">
                  <c:v>42355</c:v>
                </c:pt>
                <c:pt idx="1479">
                  <c:v>42356</c:v>
                </c:pt>
                <c:pt idx="1480">
                  <c:v>42359</c:v>
                </c:pt>
                <c:pt idx="1481">
                  <c:v>42360</c:v>
                </c:pt>
                <c:pt idx="1482">
                  <c:v>42361</c:v>
                </c:pt>
                <c:pt idx="1483">
                  <c:v>42362</c:v>
                </c:pt>
                <c:pt idx="1484">
                  <c:v>42366</c:v>
                </c:pt>
                <c:pt idx="1485">
                  <c:v>42367</c:v>
                </c:pt>
                <c:pt idx="1486">
                  <c:v>42368</c:v>
                </c:pt>
                <c:pt idx="1487">
                  <c:v>42373</c:v>
                </c:pt>
                <c:pt idx="1488">
                  <c:v>42374</c:v>
                </c:pt>
                <c:pt idx="1489">
                  <c:v>42375</c:v>
                </c:pt>
                <c:pt idx="1490">
                  <c:v>42376</c:v>
                </c:pt>
                <c:pt idx="1491">
                  <c:v>42377</c:v>
                </c:pt>
                <c:pt idx="1492">
                  <c:v>42380</c:v>
                </c:pt>
                <c:pt idx="1493">
                  <c:v>42381</c:v>
                </c:pt>
                <c:pt idx="1494">
                  <c:v>42382</c:v>
                </c:pt>
                <c:pt idx="1495">
                  <c:v>42383</c:v>
                </c:pt>
                <c:pt idx="1496">
                  <c:v>42384</c:v>
                </c:pt>
                <c:pt idx="1497">
                  <c:v>42387</c:v>
                </c:pt>
                <c:pt idx="1498">
                  <c:v>42388</c:v>
                </c:pt>
                <c:pt idx="1499">
                  <c:v>42389</c:v>
                </c:pt>
                <c:pt idx="1500">
                  <c:v>42390</c:v>
                </c:pt>
                <c:pt idx="1501">
                  <c:v>42391</c:v>
                </c:pt>
                <c:pt idx="1502">
                  <c:v>42394</c:v>
                </c:pt>
                <c:pt idx="1503">
                  <c:v>42395</c:v>
                </c:pt>
                <c:pt idx="1504">
                  <c:v>42396</c:v>
                </c:pt>
                <c:pt idx="1505">
                  <c:v>42397</c:v>
                </c:pt>
                <c:pt idx="1506">
                  <c:v>42398</c:v>
                </c:pt>
                <c:pt idx="1507">
                  <c:v>42401</c:v>
                </c:pt>
                <c:pt idx="1508">
                  <c:v>42402</c:v>
                </c:pt>
                <c:pt idx="1509">
                  <c:v>42403</c:v>
                </c:pt>
                <c:pt idx="1510">
                  <c:v>42404</c:v>
                </c:pt>
                <c:pt idx="1511">
                  <c:v>42405</c:v>
                </c:pt>
                <c:pt idx="1512">
                  <c:v>42411</c:v>
                </c:pt>
                <c:pt idx="1513">
                  <c:v>42412</c:v>
                </c:pt>
                <c:pt idx="1514">
                  <c:v>42415</c:v>
                </c:pt>
                <c:pt idx="1515">
                  <c:v>42416</c:v>
                </c:pt>
                <c:pt idx="1516">
                  <c:v>42417</c:v>
                </c:pt>
                <c:pt idx="1517">
                  <c:v>42418</c:v>
                </c:pt>
                <c:pt idx="1518">
                  <c:v>42419</c:v>
                </c:pt>
                <c:pt idx="1519">
                  <c:v>42422</c:v>
                </c:pt>
                <c:pt idx="1520">
                  <c:v>42423</c:v>
                </c:pt>
                <c:pt idx="1521">
                  <c:v>42424</c:v>
                </c:pt>
                <c:pt idx="1522">
                  <c:v>42425</c:v>
                </c:pt>
                <c:pt idx="1523">
                  <c:v>42426</c:v>
                </c:pt>
                <c:pt idx="1524">
                  <c:v>42429</c:v>
                </c:pt>
                <c:pt idx="1525">
                  <c:v>42431</c:v>
                </c:pt>
                <c:pt idx="1526">
                  <c:v>42432</c:v>
                </c:pt>
                <c:pt idx="1527">
                  <c:v>42433</c:v>
                </c:pt>
                <c:pt idx="1528">
                  <c:v>42436</c:v>
                </c:pt>
                <c:pt idx="1529">
                  <c:v>42437</c:v>
                </c:pt>
                <c:pt idx="1530">
                  <c:v>42438</c:v>
                </c:pt>
                <c:pt idx="1531">
                  <c:v>42439</c:v>
                </c:pt>
                <c:pt idx="1532">
                  <c:v>42440</c:v>
                </c:pt>
                <c:pt idx="1533">
                  <c:v>42443</c:v>
                </c:pt>
                <c:pt idx="1534">
                  <c:v>42444</c:v>
                </c:pt>
                <c:pt idx="1535">
                  <c:v>42445</c:v>
                </c:pt>
                <c:pt idx="1536">
                  <c:v>42446</c:v>
                </c:pt>
                <c:pt idx="1537">
                  <c:v>42447</c:v>
                </c:pt>
                <c:pt idx="1538">
                  <c:v>42450</c:v>
                </c:pt>
                <c:pt idx="1539">
                  <c:v>42451</c:v>
                </c:pt>
                <c:pt idx="1540">
                  <c:v>42452</c:v>
                </c:pt>
                <c:pt idx="1541">
                  <c:v>42453</c:v>
                </c:pt>
                <c:pt idx="1542">
                  <c:v>42454</c:v>
                </c:pt>
                <c:pt idx="1543">
                  <c:v>42457</c:v>
                </c:pt>
                <c:pt idx="1544">
                  <c:v>42458</c:v>
                </c:pt>
                <c:pt idx="1545">
                  <c:v>42459</c:v>
                </c:pt>
                <c:pt idx="1546">
                  <c:v>42460</c:v>
                </c:pt>
                <c:pt idx="1547">
                  <c:v>42461</c:v>
                </c:pt>
                <c:pt idx="1548">
                  <c:v>42464</c:v>
                </c:pt>
                <c:pt idx="1549">
                  <c:v>42465</c:v>
                </c:pt>
                <c:pt idx="1550">
                  <c:v>42466</c:v>
                </c:pt>
                <c:pt idx="1551">
                  <c:v>42467</c:v>
                </c:pt>
                <c:pt idx="1552">
                  <c:v>42468</c:v>
                </c:pt>
                <c:pt idx="1553">
                  <c:v>42471</c:v>
                </c:pt>
                <c:pt idx="1554">
                  <c:v>42472</c:v>
                </c:pt>
                <c:pt idx="1555">
                  <c:v>42474</c:v>
                </c:pt>
                <c:pt idx="1556">
                  <c:v>42475</c:v>
                </c:pt>
                <c:pt idx="1557">
                  <c:v>42478</c:v>
                </c:pt>
                <c:pt idx="1558">
                  <c:v>42479</c:v>
                </c:pt>
                <c:pt idx="1559">
                  <c:v>42480</c:v>
                </c:pt>
                <c:pt idx="1560">
                  <c:v>42481</c:v>
                </c:pt>
                <c:pt idx="1561">
                  <c:v>42482</c:v>
                </c:pt>
                <c:pt idx="1562">
                  <c:v>42485</c:v>
                </c:pt>
                <c:pt idx="1563">
                  <c:v>42486</c:v>
                </c:pt>
                <c:pt idx="1564">
                  <c:v>42487</c:v>
                </c:pt>
                <c:pt idx="1565">
                  <c:v>42488</c:v>
                </c:pt>
                <c:pt idx="1566">
                  <c:v>42489</c:v>
                </c:pt>
                <c:pt idx="1567">
                  <c:v>42492</c:v>
                </c:pt>
                <c:pt idx="1568">
                  <c:v>42493</c:v>
                </c:pt>
                <c:pt idx="1569">
                  <c:v>42494</c:v>
                </c:pt>
                <c:pt idx="1570">
                  <c:v>42499</c:v>
                </c:pt>
                <c:pt idx="1571">
                  <c:v>42500</c:v>
                </c:pt>
                <c:pt idx="1572">
                  <c:v>42501</c:v>
                </c:pt>
                <c:pt idx="1573">
                  <c:v>42502</c:v>
                </c:pt>
                <c:pt idx="1574">
                  <c:v>42503</c:v>
                </c:pt>
                <c:pt idx="1575">
                  <c:v>42506</c:v>
                </c:pt>
                <c:pt idx="1576">
                  <c:v>42507</c:v>
                </c:pt>
                <c:pt idx="1577">
                  <c:v>42508</c:v>
                </c:pt>
                <c:pt idx="1578">
                  <c:v>42509</c:v>
                </c:pt>
                <c:pt idx="1579">
                  <c:v>42510</c:v>
                </c:pt>
                <c:pt idx="1580">
                  <c:v>42513</c:v>
                </c:pt>
                <c:pt idx="1581">
                  <c:v>42514</c:v>
                </c:pt>
                <c:pt idx="1582">
                  <c:v>42515</c:v>
                </c:pt>
                <c:pt idx="1583">
                  <c:v>42516</c:v>
                </c:pt>
                <c:pt idx="1584">
                  <c:v>42517</c:v>
                </c:pt>
                <c:pt idx="1585">
                  <c:v>42520</c:v>
                </c:pt>
                <c:pt idx="1586">
                  <c:v>42521</c:v>
                </c:pt>
                <c:pt idx="1587">
                  <c:v>42522</c:v>
                </c:pt>
                <c:pt idx="1588">
                  <c:v>42523</c:v>
                </c:pt>
                <c:pt idx="1589">
                  <c:v>42524</c:v>
                </c:pt>
                <c:pt idx="1590">
                  <c:v>42528</c:v>
                </c:pt>
                <c:pt idx="1591">
                  <c:v>42529</c:v>
                </c:pt>
                <c:pt idx="1592">
                  <c:v>42530</c:v>
                </c:pt>
                <c:pt idx="1593">
                  <c:v>42531</c:v>
                </c:pt>
                <c:pt idx="1594">
                  <c:v>42534</c:v>
                </c:pt>
                <c:pt idx="1595">
                  <c:v>42535</c:v>
                </c:pt>
                <c:pt idx="1596">
                  <c:v>42536</c:v>
                </c:pt>
                <c:pt idx="1597">
                  <c:v>42537</c:v>
                </c:pt>
                <c:pt idx="1598">
                  <c:v>42538</c:v>
                </c:pt>
                <c:pt idx="1599">
                  <c:v>42541</c:v>
                </c:pt>
                <c:pt idx="1600">
                  <c:v>42542</c:v>
                </c:pt>
                <c:pt idx="1601">
                  <c:v>42543</c:v>
                </c:pt>
                <c:pt idx="1602">
                  <c:v>42544</c:v>
                </c:pt>
                <c:pt idx="1603">
                  <c:v>42545</c:v>
                </c:pt>
                <c:pt idx="1604">
                  <c:v>42548</c:v>
                </c:pt>
                <c:pt idx="1605">
                  <c:v>42549</c:v>
                </c:pt>
                <c:pt idx="1606">
                  <c:v>42550</c:v>
                </c:pt>
                <c:pt idx="1607">
                  <c:v>42551</c:v>
                </c:pt>
                <c:pt idx="1608">
                  <c:v>42552</c:v>
                </c:pt>
                <c:pt idx="1609">
                  <c:v>42555</c:v>
                </c:pt>
                <c:pt idx="1610">
                  <c:v>42556</c:v>
                </c:pt>
                <c:pt idx="1611">
                  <c:v>42557</c:v>
                </c:pt>
                <c:pt idx="1612">
                  <c:v>42558</c:v>
                </c:pt>
                <c:pt idx="1613">
                  <c:v>42559</c:v>
                </c:pt>
                <c:pt idx="1614">
                  <c:v>42562</c:v>
                </c:pt>
                <c:pt idx="1615">
                  <c:v>42563</c:v>
                </c:pt>
                <c:pt idx="1616">
                  <c:v>42564</c:v>
                </c:pt>
                <c:pt idx="1617">
                  <c:v>42565</c:v>
                </c:pt>
                <c:pt idx="1618">
                  <c:v>42566</c:v>
                </c:pt>
                <c:pt idx="1619">
                  <c:v>42569</c:v>
                </c:pt>
                <c:pt idx="1620">
                  <c:v>42570</c:v>
                </c:pt>
                <c:pt idx="1621">
                  <c:v>42571</c:v>
                </c:pt>
                <c:pt idx="1622">
                  <c:v>42572</c:v>
                </c:pt>
                <c:pt idx="1623">
                  <c:v>42573</c:v>
                </c:pt>
                <c:pt idx="1624">
                  <c:v>42576</c:v>
                </c:pt>
                <c:pt idx="1625">
                  <c:v>42577</c:v>
                </c:pt>
                <c:pt idx="1626">
                  <c:v>42578</c:v>
                </c:pt>
                <c:pt idx="1627">
                  <c:v>42579</c:v>
                </c:pt>
                <c:pt idx="1628">
                  <c:v>42580</c:v>
                </c:pt>
                <c:pt idx="1629">
                  <c:v>42583</c:v>
                </c:pt>
                <c:pt idx="1630">
                  <c:v>42584</c:v>
                </c:pt>
                <c:pt idx="1631">
                  <c:v>42585</c:v>
                </c:pt>
                <c:pt idx="1632">
                  <c:v>42586</c:v>
                </c:pt>
                <c:pt idx="1633">
                  <c:v>42587</c:v>
                </c:pt>
                <c:pt idx="1634">
                  <c:v>42590</c:v>
                </c:pt>
                <c:pt idx="1635">
                  <c:v>42591</c:v>
                </c:pt>
                <c:pt idx="1636">
                  <c:v>42592</c:v>
                </c:pt>
                <c:pt idx="1637">
                  <c:v>42593</c:v>
                </c:pt>
                <c:pt idx="1638">
                  <c:v>42594</c:v>
                </c:pt>
                <c:pt idx="1639">
                  <c:v>42598</c:v>
                </c:pt>
                <c:pt idx="1640">
                  <c:v>42599</c:v>
                </c:pt>
                <c:pt idx="1641">
                  <c:v>42600</c:v>
                </c:pt>
                <c:pt idx="1642">
                  <c:v>42601</c:v>
                </c:pt>
                <c:pt idx="1643">
                  <c:v>42604</c:v>
                </c:pt>
                <c:pt idx="1644">
                  <c:v>42605</c:v>
                </c:pt>
                <c:pt idx="1645">
                  <c:v>42606</c:v>
                </c:pt>
                <c:pt idx="1646">
                  <c:v>42607</c:v>
                </c:pt>
                <c:pt idx="1647">
                  <c:v>42608</c:v>
                </c:pt>
                <c:pt idx="1648">
                  <c:v>42611</c:v>
                </c:pt>
                <c:pt idx="1649">
                  <c:v>42612</c:v>
                </c:pt>
                <c:pt idx="1650">
                  <c:v>42613</c:v>
                </c:pt>
                <c:pt idx="1651">
                  <c:v>42614</c:v>
                </c:pt>
                <c:pt idx="1652">
                  <c:v>42615</c:v>
                </c:pt>
                <c:pt idx="1653">
                  <c:v>42618</c:v>
                </c:pt>
                <c:pt idx="1654">
                  <c:v>42619</c:v>
                </c:pt>
                <c:pt idx="1655">
                  <c:v>42620</c:v>
                </c:pt>
                <c:pt idx="1656">
                  <c:v>42621</c:v>
                </c:pt>
                <c:pt idx="1657">
                  <c:v>42622</c:v>
                </c:pt>
                <c:pt idx="1658">
                  <c:v>42625</c:v>
                </c:pt>
                <c:pt idx="1659">
                  <c:v>42626</c:v>
                </c:pt>
                <c:pt idx="1660">
                  <c:v>42632</c:v>
                </c:pt>
                <c:pt idx="1661">
                  <c:v>42633</c:v>
                </c:pt>
                <c:pt idx="1662">
                  <c:v>42634</c:v>
                </c:pt>
                <c:pt idx="1663">
                  <c:v>42635</c:v>
                </c:pt>
                <c:pt idx="1664">
                  <c:v>42636</c:v>
                </c:pt>
                <c:pt idx="1665">
                  <c:v>42639</c:v>
                </c:pt>
                <c:pt idx="1666">
                  <c:v>42640</c:v>
                </c:pt>
                <c:pt idx="1667">
                  <c:v>42641</c:v>
                </c:pt>
                <c:pt idx="1668">
                  <c:v>42642</c:v>
                </c:pt>
                <c:pt idx="1669">
                  <c:v>42643</c:v>
                </c:pt>
                <c:pt idx="1670">
                  <c:v>42647</c:v>
                </c:pt>
                <c:pt idx="1671">
                  <c:v>42648</c:v>
                </c:pt>
                <c:pt idx="1672">
                  <c:v>42649</c:v>
                </c:pt>
                <c:pt idx="1673">
                  <c:v>42650</c:v>
                </c:pt>
                <c:pt idx="1674">
                  <c:v>42653</c:v>
                </c:pt>
                <c:pt idx="1675">
                  <c:v>42654</c:v>
                </c:pt>
                <c:pt idx="1676">
                  <c:v>42655</c:v>
                </c:pt>
                <c:pt idx="1677">
                  <c:v>42656</c:v>
                </c:pt>
                <c:pt idx="1678">
                  <c:v>42657</c:v>
                </c:pt>
                <c:pt idx="1679">
                  <c:v>42660</c:v>
                </c:pt>
                <c:pt idx="1680">
                  <c:v>42661</c:v>
                </c:pt>
                <c:pt idx="1681">
                  <c:v>42662</c:v>
                </c:pt>
                <c:pt idx="1682">
                  <c:v>42663</c:v>
                </c:pt>
                <c:pt idx="1683">
                  <c:v>42664</c:v>
                </c:pt>
                <c:pt idx="1684">
                  <c:v>42667</c:v>
                </c:pt>
                <c:pt idx="1685">
                  <c:v>42668</c:v>
                </c:pt>
                <c:pt idx="1686">
                  <c:v>42669</c:v>
                </c:pt>
                <c:pt idx="1687">
                  <c:v>42670</c:v>
                </c:pt>
                <c:pt idx="1688">
                  <c:v>42671</c:v>
                </c:pt>
                <c:pt idx="1689">
                  <c:v>42674</c:v>
                </c:pt>
                <c:pt idx="1690">
                  <c:v>42675</c:v>
                </c:pt>
                <c:pt idx="1691">
                  <c:v>42676</c:v>
                </c:pt>
                <c:pt idx="1692">
                  <c:v>42677</c:v>
                </c:pt>
                <c:pt idx="1693">
                  <c:v>42678</c:v>
                </c:pt>
                <c:pt idx="1694">
                  <c:v>42681</c:v>
                </c:pt>
                <c:pt idx="1695">
                  <c:v>42682</c:v>
                </c:pt>
                <c:pt idx="1696">
                  <c:v>42683</c:v>
                </c:pt>
                <c:pt idx="1697">
                  <c:v>42684</c:v>
                </c:pt>
                <c:pt idx="1698">
                  <c:v>42685</c:v>
                </c:pt>
                <c:pt idx="1699">
                  <c:v>42688</c:v>
                </c:pt>
                <c:pt idx="1700">
                  <c:v>42689</c:v>
                </c:pt>
                <c:pt idx="1701">
                  <c:v>42690</c:v>
                </c:pt>
                <c:pt idx="1702">
                  <c:v>42691</c:v>
                </c:pt>
                <c:pt idx="1703">
                  <c:v>42692</c:v>
                </c:pt>
                <c:pt idx="1704">
                  <c:v>42695</c:v>
                </c:pt>
                <c:pt idx="1705">
                  <c:v>42696</c:v>
                </c:pt>
                <c:pt idx="1706">
                  <c:v>42697</c:v>
                </c:pt>
                <c:pt idx="1707">
                  <c:v>42698</c:v>
                </c:pt>
                <c:pt idx="1708">
                  <c:v>42699</c:v>
                </c:pt>
                <c:pt idx="1709">
                  <c:v>42702</c:v>
                </c:pt>
                <c:pt idx="1710">
                  <c:v>42703</c:v>
                </c:pt>
                <c:pt idx="1711">
                  <c:v>42704</c:v>
                </c:pt>
                <c:pt idx="1712">
                  <c:v>42705</c:v>
                </c:pt>
                <c:pt idx="1713">
                  <c:v>42706</c:v>
                </c:pt>
                <c:pt idx="1714">
                  <c:v>42709</c:v>
                </c:pt>
                <c:pt idx="1715">
                  <c:v>42710</c:v>
                </c:pt>
                <c:pt idx="1716">
                  <c:v>42711</c:v>
                </c:pt>
                <c:pt idx="1717">
                  <c:v>42712</c:v>
                </c:pt>
                <c:pt idx="1718">
                  <c:v>42713</c:v>
                </c:pt>
                <c:pt idx="1719">
                  <c:v>42716</c:v>
                </c:pt>
                <c:pt idx="1720">
                  <c:v>42717</c:v>
                </c:pt>
                <c:pt idx="1721">
                  <c:v>42718</c:v>
                </c:pt>
                <c:pt idx="1722">
                  <c:v>42719</c:v>
                </c:pt>
                <c:pt idx="1723">
                  <c:v>42720</c:v>
                </c:pt>
                <c:pt idx="1724">
                  <c:v>42723</c:v>
                </c:pt>
                <c:pt idx="1725">
                  <c:v>42724</c:v>
                </c:pt>
                <c:pt idx="1726">
                  <c:v>42725</c:v>
                </c:pt>
                <c:pt idx="1727">
                  <c:v>42726</c:v>
                </c:pt>
                <c:pt idx="1728">
                  <c:v>42727</c:v>
                </c:pt>
                <c:pt idx="1729">
                  <c:v>42730</c:v>
                </c:pt>
                <c:pt idx="1730">
                  <c:v>42731</c:v>
                </c:pt>
                <c:pt idx="1731">
                  <c:v>42732</c:v>
                </c:pt>
                <c:pt idx="1732">
                  <c:v>42733</c:v>
                </c:pt>
                <c:pt idx="1733">
                  <c:v>42737</c:v>
                </c:pt>
                <c:pt idx="1734">
                  <c:v>42738</c:v>
                </c:pt>
                <c:pt idx="1735">
                  <c:v>42739</c:v>
                </c:pt>
                <c:pt idx="1736">
                  <c:v>42740</c:v>
                </c:pt>
                <c:pt idx="1737">
                  <c:v>42741</c:v>
                </c:pt>
                <c:pt idx="1738">
                  <c:v>42744</c:v>
                </c:pt>
                <c:pt idx="1739">
                  <c:v>42745</c:v>
                </c:pt>
                <c:pt idx="1740">
                  <c:v>42746</c:v>
                </c:pt>
                <c:pt idx="1741">
                  <c:v>42747</c:v>
                </c:pt>
                <c:pt idx="1742">
                  <c:v>42748</c:v>
                </c:pt>
                <c:pt idx="1743">
                  <c:v>42751</c:v>
                </c:pt>
                <c:pt idx="1744">
                  <c:v>42752</c:v>
                </c:pt>
                <c:pt idx="1745">
                  <c:v>42753</c:v>
                </c:pt>
                <c:pt idx="1746">
                  <c:v>42754</c:v>
                </c:pt>
                <c:pt idx="1747">
                  <c:v>42755</c:v>
                </c:pt>
                <c:pt idx="1748">
                  <c:v>42758</c:v>
                </c:pt>
                <c:pt idx="1749">
                  <c:v>42759</c:v>
                </c:pt>
                <c:pt idx="1750">
                  <c:v>42760</c:v>
                </c:pt>
                <c:pt idx="1751">
                  <c:v>42761</c:v>
                </c:pt>
                <c:pt idx="1752">
                  <c:v>42766</c:v>
                </c:pt>
                <c:pt idx="1753">
                  <c:v>42767</c:v>
                </c:pt>
                <c:pt idx="1754">
                  <c:v>42768</c:v>
                </c:pt>
                <c:pt idx="1755">
                  <c:v>42769</c:v>
                </c:pt>
                <c:pt idx="1756">
                  <c:v>42772</c:v>
                </c:pt>
                <c:pt idx="1757">
                  <c:v>42773</c:v>
                </c:pt>
                <c:pt idx="1758">
                  <c:v>42774</c:v>
                </c:pt>
                <c:pt idx="1759">
                  <c:v>42775</c:v>
                </c:pt>
                <c:pt idx="1760">
                  <c:v>42776</c:v>
                </c:pt>
                <c:pt idx="1761">
                  <c:v>42779</c:v>
                </c:pt>
                <c:pt idx="1762">
                  <c:v>42780</c:v>
                </c:pt>
                <c:pt idx="1763">
                  <c:v>42781</c:v>
                </c:pt>
                <c:pt idx="1764">
                  <c:v>42782</c:v>
                </c:pt>
                <c:pt idx="1765">
                  <c:v>42783</c:v>
                </c:pt>
                <c:pt idx="1766">
                  <c:v>42786</c:v>
                </c:pt>
                <c:pt idx="1767">
                  <c:v>42787</c:v>
                </c:pt>
                <c:pt idx="1768">
                  <c:v>42788</c:v>
                </c:pt>
                <c:pt idx="1769">
                  <c:v>42789</c:v>
                </c:pt>
                <c:pt idx="1770">
                  <c:v>42790</c:v>
                </c:pt>
                <c:pt idx="1771">
                  <c:v>42793</c:v>
                </c:pt>
                <c:pt idx="1772">
                  <c:v>42794</c:v>
                </c:pt>
                <c:pt idx="1773">
                  <c:v>42796</c:v>
                </c:pt>
                <c:pt idx="1774">
                  <c:v>42797</c:v>
                </c:pt>
                <c:pt idx="1775">
                  <c:v>42800</c:v>
                </c:pt>
                <c:pt idx="1776">
                  <c:v>42801</c:v>
                </c:pt>
                <c:pt idx="1777">
                  <c:v>42802</c:v>
                </c:pt>
                <c:pt idx="1778">
                  <c:v>42803</c:v>
                </c:pt>
                <c:pt idx="1779">
                  <c:v>42804</c:v>
                </c:pt>
                <c:pt idx="1780">
                  <c:v>42807</c:v>
                </c:pt>
                <c:pt idx="1781">
                  <c:v>42808</c:v>
                </c:pt>
                <c:pt idx="1782">
                  <c:v>42809</c:v>
                </c:pt>
                <c:pt idx="1783">
                  <c:v>42810</c:v>
                </c:pt>
                <c:pt idx="1784">
                  <c:v>42811</c:v>
                </c:pt>
                <c:pt idx="1785">
                  <c:v>42814</c:v>
                </c:pt>
                <c:pt idx="1786">
                  <c:v>42815</c:v>
                </c:pt>
                <c:pt idx="1787">
                  <c:v>42816</c:v>
                </c:pt>
                <c:pt idx="1788">
                  <c:v>42817</c:v>
                </c:pt>
                <c:pt idx="1789">
                  <c:v>42818</c:v>
                </c:pt>
                <c:pt idx="1790">
                  <c:v>42821</c:v>
                </c:pt>
                <c:pt idx="1791">
                  <c:v>42822</c:v>
                </c:pt>
                <c:pt idx="1792">
                  <c:v>42823</c:v>
                </c:pt>
                <c:pt idx="1793">
                  <c:v>42824</c:v>
                </c:pt>
                <c:pt idx="1794">
                  <c:v>42825</c:v>
                </c:pt>
                <c:pt idx="1795">
                  <c:v>42828</c:v>
                </c:pt>
                <c:pt idx="1796">
                  <c:v>42829</c:v>
                </c:pt>
                <c:pt idx="1797">
                  <c:v>42830</c:v>
                </c:pt>
                <c:pt idx="1798">
                  <c:v>42831</c:v>
                </c:pt>
                <c:pt idx="1799">
                  <c:v>42832</c:v>
                </c:pt>
                <c:pt idx="1800">
                  <c:v>42835</c:v>
                </c:pt>
                <c:pt idx="1801">
                  <c:v>42836</c:v>
                </c:pt>
                <c:pt idx="1802">
                  <c:v>42837</c:v>
                </c:pt>
                <c:pt idx="1803">
                  <c:v>42838</c:v>
                </c:pt>
                <c:pt idx="1804">
                  <c:v>42839</c:v>
                </c:pt>
                <c:pt idx="1805">
                  <c:v>42842</c:v>
                </c:pt>
                <c:pt idx="1806">
                  <c:v>42843</c:v>
                </c:pt>
                <c:pt idx="1807">
                  <c:v>42844</c:v>
                </c:pt>
                <c:pt idx="1808">
                  <c:v>42845</c:v>
                </c:pt>
                <c:pt idx="1809">
                  <c:v>42846</c:v>
                </c:pt>
                <c:pt idx="1810">
                  <c:v>42849</c:v>
                </c:pt>
                <c:pt idx="1811">
                  <c:v>42850</c:v>
                </c:pt>
                <c:pt idx="1812">
                  <c:v>42851</c:v>
                </c:pt>
                <c:pt idx="1813">
                  <c:v>42852</c:v>
                </c:pt>
                <c:pt idx="1814">
                  <c:v>42853</c:v>
                </c:pt>
                <c:pt idx="1815">
                  <c:v>42857</c:v>
                </c:pt>
                <c:pt idx="1816">
                  <c:v>42859</c:v>
                </c:pt>
                <c:pt idx="1817">
                  <c:v>42863</c:v>
                </c:pt>
                <c:pt idx="1818">
                  <c:v>42865</c:v>
                </c:pt>
                <c:pt idx="1819">
                  <c:v>42866</c:v>
                </c:pt>
                <c:pt idx="1820">
                  <c:v>42867</c:v>
                </c:pt>
                <c:pt idx="1821">
                  <c:v>42870</c:v>
                </c:pt>
                <c:pt idx="1822">
                  <c:v>42871</c:v>
                </c:pt>
                <c:pt idx="1823">
                  <c:v>42872</c:v>
                </c:pt>
                <c:pt idx="1824">
                  <c:v>42873</c:v>
                </c:pt>
                <c:pt idx="1825">
                  <c:v>42874</c:v>
                </c:pt>
                <c:pt idx="1826">
                  <c:v>42877</c:v>
                </c:pt>
                <c:pt idx="1827">
                  <c:v>42878</c:v>
                </c:pt>
                <c:pt idx="1828">
                  <c:v>42879</c:v>
                </c:pt>
                <c:pt idx="1829">
                  <c:v>42880</c:v>
                </c:pt>
                <c:pt idx="1830">
                  <c:v>42881</c:v>
                </c:pt>
                <c:pt idx="1831">
                  <c:v>42884</c:v>
                </c:pt>
                <c:pt idx="1832">
                  <c:v>42885</c:v>
                </c:pt>
                <c:pt idx="1833">
                  <c:v>42886</c:v>
                </c:pt>
                <c:pt idx="1834">
                  <c:v>42887</c:v>
                </c:pt>
                <c:pt idx="1835">
                  <c:v>42888</c:v>
                </c:pt>
                <c:pt idx="1836">
                  <c:v>42891</c:v>
                </c:pt>
                <c:pt idx="1837">
                  <c:v>42893</c:v>
                </c:pt>
                <c:pt idx="1838">
                  <c:v>42894</c:v>
                </c:pt>
                <c:pt idx="1839">
                  <c:v>42895</c:v>
                </c:pt>
                <c:pt idx="1840">
                  <c:v>42898</c:v>
                </c:pt>
                <c:pt idx="1841">
                  <c:v>42899</c:v>
                </c:pt>
                <c:pt idx="1842">
                  <c:v>42900</c:v>
                </c:pt>
                <c:pt idx="1843">
                  <c:v>42901</c:v>
                </c:pt>
                <c:pt idx="1844">
                  <c:v>42902</c:v>
                </c:pt>
                <c:pt idx="1845">
                  <c:v>42905</c:v>
                </c:pt>
                <c:pt idx="1846">
                  <c:v>42906</c:v>
                </c:pt>
                <c:pt idx="1847">
                  <c:v>42907</c:v>
                </c:pt>
                <c:pt idx="1848">
                  <c:v>42908</c:v>
                </c:pt>
                <c:pt idx="1849">
                  <c:v>42909</c:v>
                </c:pt>
                <c:pt idx="1850">
                  <c:v>42912</c:v>
                </c:pt>
                <c:pt idx="1851">
                  <c:v>42913</c:v>
                </c:pt>
                <c:pt idx="1852">
                  <c:v>42914</c:v>
                </c:pt>
                <c:pt idx="1853">
                  <c:v>42915</c:v>
                </c:pt>
                <c:pt idx="1854">
                  <c:v>42916</c:v>
                </c:pt>
                <c:pt idx="1855">
                  <c:v>42919</c:v>
                </c:pt>
                <c:pt idx="1856">
                  <c:v>42920</c:v>
                </c:pt>
                <c:pt idx="1857">
                  <c:v>42921</c:v>
                </c:pt>
                <c:pt idx="1858">
                  <c:v>42922</c:v>
                </c:pt>
                <c:pt idx="1859">
                  <c:v>42923</c:v>
                </c:pt>
                <c:pt idx="1860">
                  <c:v>42926</c:v>
                </c:pt>
                <c:pt idx="1861">
                  <c:v>42927</c:v>
                </c:pt>
                <c:pt idx="1862">
                  <c:v>42928</c:v>
                </c:pt>
                <c:pt idx="1863">
                  <c:v>42929</c:v>
                </c:pt>
                <c:pt idx="1864">
                  <c:v>42930</c:v>
                </c:pt>
                <c:pt idx="1865">
                  <c:v>42933</c:v>
                </c:pt>
                <c:pt idx="1866">
                  <c:v>42934</c:v>
                </c:pt>
                <c:pt idx="1867">
                  <c:v>42935</c:v>
                </c:pt>
                <c:pt idx="1868">
                  <c:v>42936</c:v>
                </c:pt>
                <c:pt idx="1869">
                  <c:v>42937</c:v>
                </c:pt>
                <c:pt idx="1870">
                  <c:v>42940</c:v>
                </c:pt>
                <c:pt idx="1871">
                  <c:v>42941</c:v>
                </c:pt>
                <c:pt idx="1872">
                  <c:v>42942</c:v>
                </c:pt>
                <c:pt idx="1873">
                  <c:v>42943</c:v>
                </c:pt>
                <c:pt idx="1874">
                  <c:v>42944</c:v>
                </c:pt>
                <c:pt idx="1875">
                  <c:v>42947</c:v>
                </c:pt>
                <c:pt idx="1876">
                  <c:v>42948</c:v>
                </c:pt>
                <c:pt idx="1877">
                  <c:v>42949</c:v>
                </c:pt>
                <c:pt idx="1878">
                  <c:v>42950</c:v>
                </c:pt>
                <c:pt idx="1879">
                  <c:v>42951</c:v>
                </c:pt>
                <c:pt idx="1880">
                  <c:v>42954</c:v>
                </c:pt>
                <c:pt idx="1881">
                  <c:v>42955</c:v>
                </c:pt>
                <c:pt idx="1882">
                  <c:v>42956</c:v>
                </c:pt>
                <c:pt idx="1883">
                  <c:v>42957</c:v>
                </c:pt>
                <c:pt idx="1884">
                  <c:v>42958</c:v>
                </c:pt>
                <c:pt idx="1885">
                  <c:v>42961</c:v>
                </c:pt>
                <c:pt idx="1886">
                  <c:v>42963</c:v>
                </c:pt>
                <c:pt idx="1887">
                  <c:v>42964</c:v>
                </c:pt>
                <c:pt idx="1888">
                  <c:v>42965</c:v>
                </c:pt>
                <c:pt idx="1889">
                  <c:v>42968</c:v>
                </c:pt>
                <c:pt idx="1890">
                  <c:v>42969</c:v>
                </c:pt>
                <c:pt idx="1891">
                  <c:v>42970</c:v>
                </c:pt>
                <c:pt idx="1892">
                  <c:v>42971</c:v>
                </c:pt>
                <c:pt idx="1893">
                  <c:v>42972</c:v>
                </c:pt>
                <c:pt idx="1894">
                  <c:v>42975</c:v>
                </c:pt>
                <c:pt idx="1895">
                  <c:v>42976</c:v>
                </c:pt>
                <c:pt idx="1896">
                  <c:v>42977</c:v>
                </c:pt>
                <c:pt idx="1897">
                  <c:v>42978</c:v>
                </c:pt>
                <c:pt idx="1898">
                  <c:v>42979</c:v>
                </c:pt>
                <c:pt idx="1899">
                  <c:v>42982</c:v>
                </c:pt>
                <c:pt idx="1900">
                  <c:v>42983</c:v>
                </c:pt>
                <c:pt idx="1901">
                  <c:v>42984</c:v>
                </c:pt>
                <c:pt idx="1902">
                  <c:v>42985</c:v>
                </c:pt>
                <c:pt idx="1903">
                  <c:v>42986</c:v>
                </c:pt>
                <c:pt idx="1904">
                  <c:v>42989</c:v>
                </c:pt>
                <c:pt idx="1905">
                  <c:v>42990</c:v>
                </c:pt>
                <c:pt idx="1906">
                  <c:v>42991</c:v>
                </c:pt>
                <c:pt idx="1907">
                  <c:v>42992</c:v>
                </c:pt>
                <c:pt idx="1908">
                  <c:v>42993</c:v>
                </c:pt>
                <c:pt idx="1909">
                  <c:v>42996</c:v>
                </c:pt>
                <c:pt idx="1910">
                  <c:v>42997</c:v>
                </c:pt>
                <c:pt idx="1911">
                  <c:v>42998</c:v>
                </c:pt>
                <c:pt idx="1912">
                  <c:v>42999</c:v>
                </c:pt>
                <c:pt idx="1913">
                  <c:v>43000</c:v>
                </c:pt>
                <c:pt idx="1914">
                  <c:v>43003</c:v>
                </c:pt>
                <c:pt idx="1915">
                  <c:v>43004</c:v>
                </c:pt>
                <c:pt idx="1916">
                  <c:v>43005</c:v>
                </c:pt>
                <c:pt idx="1917">
                  <c:v>43006</c:v>
                </c:pt>
                <c:pt idx="1918">
                  <c:v>43007</c:v>
                </c:pt>
                <c:pt idx="1919">
                  <c:v>43018</c:v>
                </c:pt>
                <c:pt idx="1920">
                  <c:v>43019</c:v>
                </c:pt>
                <c:pt idx="1921">
                  <c:v>43020</c:v>
                </c:pt>
                <c:pt idx="1922">
                  <c:v>43021</c:v>
                </c:pt>
                <c:pt idx="1923">
                  <c:v>43024</c:v>
                </c:pt>
                <c:pt idx="1924">
                  <c:v>43025</c:v>
                </c:pt>
                <c:pt idx="1925">
                  <c:v>43026</c:v>
                </c:pt>
                <c:pt idx="1926">
                  <c:v>43027</c:v>
                </c:pt>
                <c:pt idx="1927">
                  <c:v>43028</c:v>
                </c:pt>
                <c:pt idx="1928">
                  <c:v>43031</c:v>
                </c:pt>
                <c:pt idx="1929">
                  <c:v>43032</c:v>
                </c:pt>
                <c:pt idx="1930">
                  <c:v>43033</c:v>
                </c:pt>
                <c:pt idx="1931">
                  <c:v>43034</c:v>
                </c:pt>
                <c:pt idx="1932">
                  <c:v>43035</c:v>
                </c:pt>
                <c:pt idx="1933">
                  <c:v>43038</c:v>
                </c:pt>
                <c:pt idx="1934">
                  <c:v>43039</c:v>
                </c:pt>
                <c:pt idx="1935">
                  <c:v>43040</c:v>
                </c:pt>
                <c:pt idx="1936">
                  <c:v>43041</c:v>
                </c:pt>
                <c:pt idx="1937">
                  <c:v>43042</c:v>
                </c:pt>
                <c:pt idx="1938">
                  <c:v>43045</c:v>
                </c:pt>
                <c:pt idx="1939">
                  <c:v>43046</c:v>
                </c:pt>
                <c:pt idx="1940">
                  <c:v>43047</c:v>
                </c:pt>
                <c:pt idx="1941">
                  <c:v>43048</c:v>
                </c:pt>
                <c:pt idx="1942">
                  <c:v>43049</c:v>
                </c:pt>
                <c:pt idx="1943">
                  <c:v>43052</c:v>
                </c:pt>
                <c:pt idx="1944">
                  <c:v>43053</c:v>
                </c:pt>
                <c:pt idx="1945">
                  <c:v>43054</c:v>
                </c:pt>
                <c:pt idx="1946">
                  <c:v>43055</c:v>
                </c:pt>
                <c:pt idx="1947">
                  <c:v>43056</c:v>
                </c:pt>
                <c:pt idx="1948">
                  <c:v>43059</c:v>
                </c:pt>
                <c:pt idx="1949">
                  <c:v>43060</c:v>
                </c:pt>
                <c:pt idx="1950">
                  <c:v>43061</c:v>
                </c:pt>
                <c:pt idx="1951">
                  <c:v>43062</c:v>
                </c:pt>
                <c:pt idx="1952">
                  <c:v>43063</c:v>
                </c:pt>
                <c:pt idx="1953">
                  <c:v>43066</c:v>
                </c:pt>
                <c:pt idx="1954">
                  <c:v>43067</c:v>
                </c:pt>
                <c:pt idx="1955">
                  <c:v>43068</c:v>
                </c:pt>
                <c:pt idx="1956">
                  <c:v>43069</c:v>
                </c:pt>
                <c:pt idx="1957">
                  <c:v>43070</c:v>
                </c:pt>
                <c:pt idx="1958">
                  <c:v>43073</c:v>
                </c:pt>
                <c:pt idx="1959">
                  <c:v>43074</c:v>
                </c:pt>
                <c:pt idx="1960">
                  <c:v>43075</c:v>
                </c:pt>
                <c:pt idx="1961">
                  <c:v>43076</c:v>
                </c:pt>
                <c:pt idx="1962">
                  <c:v>43077</c:v>
                </c:pt>
                <c:pt idx="1963">
                  <c:v>43080</c:v>
                </c:pt>
                <c:pt idx="1964">
                  <c:v>43081</c:v>
                </c:pt>
                <c:pt idx="1965">
                  <c:v>43082</c:v>
                </c:pt>
                <c:pt idx="1966">
                  <c:v>43083</c:v>
                </c:pt>
                <c:pt idx="1967">
                  <c:v>43084</c:v>
                </c:pt>
                <c:pt idx="1968">
                  <c:v>43087</c:v>
                </c:pt>
                <c:pt idx="1969">
                  <c:v>43088</c:v>
                </c:pt>
                <c:pt idx="1970">
                  <c:v>43089</c:v>
                </c:pt>
                <c:pt idx="1971">
                  <c:v>43090</c:v>
                </c:pt>
                <c:pt idx="1972">
                  <c:v>43091</c:v>
                </c:pt>
                <c:pt idx="1973">
                  <c:v>43095</c:v>
                </c:pt>
                <c:pt idx="1974">
                  <c:v>43096</c:v>
                </c:pt>
                <c:pt idx="1975">
                  <c:v>43097</c:v>
                </c:pt>
                <c:pt idx="1976">
                  <c:v>43102</c:v>
                </c:pt>
                <c:pt idx="1977">
                  <c:v>43103</c:v>
                </c:pt>
                <c:pt idx="1978">
                  <c:v>43104</c:v>
                </c:pt>
                <c:pt idx="1979">
                  <c:v>43105</c:v>
                </c:pt>
                <c:pt idx="1980">
                  <c:v>43108</c:v>
                </c:pt>
                <c:pt idx="1981">
                  <c:v>43109</c:v>
                </c:pt>
                <c:pt idx="1982">
                  <c:v>43110</c:v>
                </c:pt>
                <c:pt idx="1983">
                  <c:v>43111</c:v>
                </c:pt>
                <c:pt idx="1984">
                  <c:v>43112</c:v>
                </c:pt>
                <c:pt idx="1985">
                  <c:v>43115</c:v>
                </c:pt>
                <c:pt idx="1986">
                  <c:v>43116</c:v>
                </c:pt>
                <c:pt idx="1987">
                  <c:v>43117</c:v>
                </c:pt>
                <c:pt idx="1988">
                  <c:v>43118</c:v>
                </c:pt>
                <c:pt idx="1989">
                  <c:v>43119</c:v>
                </c:pt>
                <c:pt idx="1990">
                  <c:v>43122</c:v>
                </c:pt>
                <c:pt idx="1991">
                  <c:v>43123</c:v>
                </c:pt>
                <c:pt idx="1992">
                  <c:v>43124</c:v>
                </c:pt>
                <c:pt idx="1993">
                  <c:v>43125</c:v>
                </c:pt>
                <c:pt idx="1994">
                  <c:v>43126</c:v>
                </c:pt>
                <c:pt idx="1995">
                  <c:v>43129</c:v>
                </c:pt>
                <c:pt idx="1996">
                  <c:v>43130</c:v>
                </c:pt>
                <c:pt idx="1997">
                  <c:v>43131</c:v>
                </c:pt>
                <c:pt idx="1998">
                  <c:v>43132</c:v>
                </c:pt>
                <c:pt idx="1999">
                  <c:v>43133</c:v>
                </c:pt>
                <c:pt idx="2000">
                  <c:v>43136</c:v>
                </c:pt>
                <c:pt idx="2001">
                  <c:v>43137</c:v>
                </c:pt>
                <c:pt idx="2002">
                  <c:v>43138</c:v>
                </c:pt>
                <c:pt idx="2003">
                  <c:v>43139</c:v>
                </c:pt>
                <c:pt idx="2004">
                  <c:v>43140</c:v>
                </c:pt>
                <c:pt idx="2005">
                  <c:v>43143</c:v>
                </c:pt>
                <c:pt idx="2006">
                  <c:v>43144</c:v>
                </c:pt>
                <c:pt idx="2007">
                  <c:v>43145</c:v>
                </c:pt>
                <c:pt idx="2008">
                  <c:v>43150</c:v>
                </c:pt>
                <c:pt idx="2009">
                  <c:v>43151</c:v>
                </c:pt>
                <c:pt idx="2010">
                  <c:v>43152</c:v>
                </c:pt>
                <c:pt idx="2011">
                  <c:v>43153</c:v>
                </c:pt>
                <c:pt idx="2012">
                  <c:v>43154</c:v>
                </c:pt>
                <c:pt idx="2013">
                  <c:v>43157</c:v>
                </c:pt>
                <c:pt idx="2014">
                  <c:v>43158</c:v>
                </c:pt>
                <c:pt idx="2015">
                  <c:v>43159</c:v>
                </c:pt>
                <c:pt idx="2016">
                  <c:v>43161</c:v>
                </c:pt>
                <c:pt idx="2017">
                  <c:v>43164</c:v>
                </c:pt>
                <c:pt idx="2018">
                  <c:v>43165</c:v>
                </c:pt>
                <c:pt idx="2019">
                  <c:v>43166</c:v>
                </c:pt>
                <c:pt idx="2020">
                  <c:v>43167</c:v>
                </c:pt>
                <c:pt idx="2021">
                  <c:v>43168</c:v>
                </c:pt>
                <c:pt idx="2022">
                  <c:v>43171</c:v>
                </c:pt>
                <c:pt idx="2023">
                  <c:v>43172</c:v>
                </c:pt>
                <c:pt idx="2024">
                  <c:v>43173</c:v>
                </c:pt>
                <c:pt idx="2025">
                  <c:v>43174</c:v>
                </c:pt>
                <c:pt idx="2026">
                  <c:v>43175</c:v>
                </c:pt>
                <c:pt idx="2027">
                  <c:v>43178</c:v>
                </c:pt>
                <c:pt idx="2028">
                  <c:v>43179</c:v>
                </c:pt>
                <c:pt idx="2029">
                  <c:v>43180</c:v>
                </c:pt>
                <c:pt idx="2030">
                  <c:v>43181</c:v>
                </c:pt>
                <c:pt idx="2031">
                  <c:v>43182</c:v>
                </c:pt>
                <c:pt idx="2032">
                  <c:v>43185</c:v>
                </c:pt>
                <c:pt idx="2033">
                  <c:v>43186</c:v>
                </c:pt>
                <c:pt idx="2034">
                  <c:v>43187</c:v>
                </c:pt>
                <c:pt idx="2035">
                  <c:v>43188</c:v>
                </c:pt>
                <c:pt idx="2036">
                  <c:v>43189</c:v>
                </c:pt>
                <c:pt idx="2037">
                  <c:v>43192</c:v>
                </c:pt>
                <c:pt idx="2038">
                  <c:v>43193</c:v>
                </c:pt>
                <c:pt idx="2039">
                  <c:v>43194</c:v>
                </c:pt>
                <c:pt idx="2040">
                  <c:v>43195</c:v>
                </c:pt>
                <c:pt idx="2041">
                  <c:v>43196</c:v>
                </c:pt>
                <c:pt idx="2042">
                  <c:v>43199</c:v>
                </c:pt>
                <c:pt idx="2043">
                  <c:v>43200</c:v>
                </c:pt>
                <c:pt idx="2044">
                  <c:v>43201</c:v>
                </c:pt>
                <c:pt idx="2045">
                  <c:v>43202</c:v>
                </c:pt>
                <c:pt idx="2046">
                  <c:v>43203</c:v>
                </c:pt>
                <c:pt idx="2047">
                  <c:v>43206</c:v>
                </c:pt>
                <c:pt idx="2048">
                  <c:v>43207</c:v>
                </c:pt>
                <c:pt idx="2049">
                  <c:v>43208</c:v>
                </c:pt>
                <c:pt idx="2050">
                  <c:v>43209</c:v>
                </c:pt>
                <c:pt idx="2051">
                  <c:v>43210</c:v>
                </c:pt>
                <c:pt idx="2052">
                  <c:v>43213</c:v>
                </c:pt>
                <c:pt idx="2053">
                  <c:v>43214</c:v>
                </c:pt>
                <c:pt idx="2054">
                  <c:v>43215</c:v>
                </c:pt>
                <c:pt idx="2055">
                  <c:v>43216</c:v>
                </c:pt>
                <c:pt idx="2056">
                  <c:v>43217</c:v>
                </c:pt>
                <c:pt idx="2057">
                  <c:v>43220</c:v>
                </c:pt>
                <c:pt idx="2058">
                  <c:v>43222</c:v>
                </c:pt>
                <c:pt idx="2059">
                  <c:v>43223</c:v>
                </c:pt>
                <c:pt idx="2060">
                  <c:v>43224</c:v>
                </c:pt>
                <c:pt idx="2061">
                  <c:v>43228</c:v>
                </c:pt>
                <c:pt idx="2062">
                  <c:v>43229</c:v>
                </c:pt>
                <c:pt idx="2063">
                  <c:v>43230</c:v>
                </c:pt>
                <c:pt idx="2064">
                  <c:v>43231</c:v>
                </c:pt>
                <c:pt idx="2065">
                  <c:v>43234</c:v>
                </c:pt>
                <c:pt idx="2066">
                  <c:v>43235</c:v>
                </c:pt>
                <c:pt idx="2067">
                  <c:v>43236</c:v>
                </c:pt>
                <c:pt idx="2068">
                  <c:v>43237</c:v>
                </c:pt>
                <c:pt idx="2069">
                  <c:v>43238</c:v>
                </c:pt>
                <c:pt idx="2070">
                  <c:v>43241</c:v>
                </c:pt>
                <c:pt idx="2071">
                  <c:v>43243</c:v>
                </c:pt>
                <c:pt idx="2072">
                  <c:v>43244</c:v>
                </c:pt>
                <c:pt idx="2073">
                  <c:v>43245</c:v>
                </c:pt>
                <c:pt idx="2074">
                  <c:v>43248</c:v>
                </c:pt>
                <c:pt idx="2075">
                  <c:v>43249</c:v>
                </c:pt>
                <c:pt idx="2076">
                  <c:v>43250</c:v>
                </c:pt>
                <c:pt idx="2077">
                  <c:v>43251</c:v>
                </c:pt>
                <c:pt idx="2078">
                  <c:v>43252</c:v>
                </c:pt>
                <c:pt idx="2079">
                  <c:v>43255</c:v>
                </c:pt>
                <c:pt idx="2080">
                  <c:v>43256</c:v>
                </c:pt>
                <c:pt idx="2081">
                  <c:v>43258</c:v>
                </c:pt>
                <c:pt idx="2082">
                  <c:v>43259</c:v>
                </c:pt>
                <c:pt idx="2083">
                  <c:v>43262</c:v>
                </c:pt>
                <c:pt idx="2084">
                  <c:v>43263</c:v>
                </c:pt>
                <c:pt idx="2085">
                  <c:v>43265</c:v>
                </c:pt>
                <c:pt idx="2086">
                  <c:v>43266</c:v>
                </c:pt>
                <c:pt idx="2087">
                  <c:v>43269</c:v>
                </c:pt>
                <c:pt idx="2088">
                  <c:v>43270</c:v>
                </c:pt>
                <c:pt idx="2089">
                  <c:v>43271</c:v>
                </c:pt>
                <c:pt idx="2090">
                  <c:v>43272</c:v>
                </c:pt>
                <c:pt idx="2091">
                  <c:v>43273</c:v>
                </c:pt>
                <c:pt idx="2092">
                  <c:v>43276</c:v>
                </c:pt>
                <c:pt idx="2093">
                  <c:v>43277</c:v>
                </c:pt>
                <c:pt idx="2094">
                  <c:v>43278</c:v>
                </c:pt>
                <c:pt idx="2095">
                  <c:v>43279</c:v>
                </c:pt>
                <c:pt idx="2096">
                  <c:v>43280</c:v>
                </c:pt>
                <c:pt idx="2097">
                  <c:v>43283</c:v>
                </c:pt>
                <c:pt idx="2098">
                  <c:v>43284</c:v>
                </c:pt>
                <c:pt idx="2099">
                  <c:v>43285</c:v>
                </c:pt>
                <c:pt idx="2100">
                  <c:v>43286</c:v>
                </c:pt>
                <c:pt idx="2101">
                  <c:v>43287</c:v>
                </c:pt>
                <c:pt idx="2102">
                  <c:v>43290</c:v>
                </c:pt>
                <c:pt idx="2103">
                  <c:v>43291</c:v>
                </c:pt>
                <c:pt idx="2104">
                  <c:v>43292</c:v>
                </c:pt>
                <c:pt idx="2105">
                  <c:v>43293</c:v>
                </c:pt>
                <c:pt idx="2106">
                  <c:v>43294</c:v>
                </c:pt>
                <c:pt idx="2107">
                  <c:v>43297</c:v>
                </c:pt>
                <c:pt idx="2108">
                  <c:v>43298</c:v>
                </c:pt>
                <c:pt idx="2109">
                  <c:v>43299</c:v>
                </c:pt>
                <c:pt idx="2110">
                  <c:v>43300</c:v>
                </c:pt>
                <c:pt idx="2111">
                  <c:v>43301</c:v>
                </c:pt>
                <c:pt idx="2112">
                  <c:v>43304</c:v>
                </c:pt>
                <c:pt idx="2113">
                  <c:v>43305</c:v>
                </c:pt>
                <c:pt idx="2114">
                  <c:v>43306</c:v>
                </c:pt>
                <c:pt idx="2115">
                  <c:v>43307</c:v>
                </c:pt>
                <c:pt idx="2116">
                  <c:v>43308</c:v>
                </c:pt>
                <c:pt idx="2117">
                  <c:v>43311</c:v>
                </c:pt>
                <c:pt idx="2118">
                  <c:v>43312</c:v>
                </c:pt>
                <c:pt idx="2119">
                  <c:v>43313</c:v>
                </c:pt>
                <c:pt idx="2120">
                  <c:v>43314</c:v>
                </c:pt>
                <c:pt idx="2121">
                  <c:v>43315</c:v>
                </c:pt>
                <c:pt idx="2122">
                  <c:v>43318</c:v>
                </c:pt>
                <c:pt idx="2123">
                  <c:v>43319</c:v>
                </c:pt>
                <c:pt idx="2124">
                  <c:v>43320</c:v>
                </c:pt>
                <c:pt idx="2125">
                  <c:v>43321</c:v>
                </c:pt>
                <c:pt idx="2126">
                  <c:v>43322</c:v>
                </c:pt>
                <c:pt idx="2127">
                  <c:v>43325</c:v>
                </c:pt>
                <c:pt idx="2128">
                  <c:v>43326</c:v>
                </c:pt>
                <c:pt idx="2129">
                  <c:v>43328</c:v>
                </c:pt>
                <c:pt idx="2130">
                  <c:v>43329</c:v>
                </c:pt>
                <c:pt idx="2131">
                  <c:v>43332</c:v>
                </c:pt>
                <c:pt idx="2132">
                  <c:v>43333</c:v>
                </c:pt>
                <c:pt idx="2133">
                  <c:v>43334</c:v>
                </c:pt>
                <c:pt idx="2134">
                  <c:v>43335</c:v>
                </c:pt>
                <c:pt idx="2135">
                  <c:v>43336</c:v>
                </c:pt>
                <c:pt idx="2136">
                  <c:v>43339</c:v>
                </c:pt>
                <c:pt idx="2137">
                  <c:v>43340</c:v>
                </c:pt>
                <c:pt idx="2138">
                  <c:v>43341</c:v>
                </c:pt>
                <c:pt idx="2139">
                  <c:v>43342</c:v>
                </c:pt>
                <c:pt idx="2140">
                  <c:v>43343</c:v>
                </c:pt>
                <c:pt idx="2141">
                  <c:v>43346</c:v>
                </c:pt>
                <c:pt idx="2142">
                  <c:v>43347</c:v>
                </c:pt>
                <c:pt idx="2143">
                  <c:v>43348</c:v>
                </c:pt>
                <c:pt idx="2144">
                  <c:v>43349</c:v>
                </c:pt>
                <c:pt idx="2145">
                  <c:v>43350</c:v>
                </c:pt>
                <c:pt idx="2146">
                  <c:v>43353</c:v>
                </c:pt>
                <c:pt idx="2147">
                  <c:v>43354</c:v>
                </c:pt>
                <c:pt idx="2148">
                  <c:v>43355</c:v>
                </c:pt>
                <c:pt idx="2149">
                  <c:v>43356</c:v>
                </c:pt>
                <c:pt idx="2150">
                  <c:v>43357</c:v>
                </c:pt>
                <c:pt idx="2151">
                  <c:v>43360</c:v>
                </c:pt>
                <c:pt idx="2152">
                  <c:v>43361</c:v>
                </c:pt>
                <c:pt idx="2153">
                  <c:v>43362</c:v>
                </c:pt>
                <c:pt idx="2154">
                  <c:v>43363</c:v>
                </c:pt>
                <c:pt idx="2155">
                  <c:v>43364</c:v>
                </c:pt>
                <c:pt idx="2156">
                  <c:v>43370</c:v>
                </c:pt>
                <c:pt idx="2157">
                  <c:v>43371</c:v>
                </c:pt>
                <c:pt idx="2158">
                  <c:v>43374</c:v>
                </c:pt>
                <c:pt idx="2159">
                  <c:v>43375</c:v>
                </c:pt>
                <c:pt idx="2160">
                  <c:v>43377</c:v>
                </c:pt>
                <c:pt idx="2161">
                  <c:v>43378</c:v>
                </c:pt>
                <c:pt idx="2162">
                  <c:v>43381</c:v>
                </c:pt>
                <c:pt idx="2163">
                  <c:v>43383</c:v>
                </c:pt>
                <c:pt idx="2164">
                  <c:v>43384</c:v>
                </c:pt>
                <c:pt idx="2165">
                  <c:v>43385</c:v>
                </c:pt>
                <c:pt idx="2166">
                  <c:v>43388</c:v>
                </c:pt>
                <c:pt idx="2167">
                  <c:v>43389</c:v>
                </c:pt>
                <c:pt idx="2168">
                  <c:v>43390</c:v>
                </c:pt>
                <c:pt idx="2169">
                  <c:v>43391</c:v>
                </c:pt>
                <c:pt idx="2170">
                  <c:v>43392</c:v>
                </c:pt>
                <c:pt idx="2171">
                  <c:v>43395</c:v>
                </c:pt>
                <c:pt idx="2172">
                  <c:v>43396</c:v>
                </c:pt>
                <c:pt idx="2173">
                  <c:v>43397</c:v>
                </c:pt>
                <c:pt idx="2174">
                  <c:v>43398</c:v>
                </c:pt>
                <c:pt idx="2175">
                  <c:v>43399</c:v>
                </c:pt>
                <c:pt idx="2176">
                  <c:v>43402</c:v>
                </c:pt>
                <c:pt idx="2177">
                  <c:v>43403</c:v>
                </c:pt>
                <c:pt idx="2178">
                  <c:v>43404</c:v>
                </c:pt>
                <c:pt idx="2179">
                  <c:v>43405</c:v>
                </c:pt>
                <c:pt idx="2180">
                  <c:v>43406</c:v>
                </c:pt>
                <c:pt idx="2181">
                  <c:v>43409</c:v>
                </c:pt>
                <c:pt idx="2182">
                  <c:v>43410</c:v>
                </c:pt>
                <c:pt idx="2183">
                  <c:v>43411</c:v>
                </c:pt>
                <c:pt idx="2184">
                  <c:v>43412</c:v>
                </c:pt>
                <c:pt idx="2185">
                  <c:v>43413</c:v>
                </c:pt>
                <c:pt idx="2186">
                  <c:v>43416</c:v>
                </c:pt>
                <c:pt idx="2187">
                  <c:v>43417</c:v>
                </c:pt>
                <c:pt idx="2188">
                  <c:v>43418</c:v>
                </c:pt>
                <c:pt idx="2189">
                  <c:v>43419</c:v>
                </c:pt>
                <c:pt idx="2190">
                  <c:v>43420</c:v>
                </c:pt>
                <c:pt idx="2191">
                  <c:v>43423</c:v>
                </c:pt>
                <c:pt idx="2192">
                  <c:v>43424</c:v>
                </c:pt>
                <c:pt idx="2193">
                  <c:v>43425</c:v>
                </c:pt>
                <c:pt idx="2194">
                  <c:v>43426</c:v>
                </c:pt>
                <c:pt idx="2195">
                  <c:v>43427</c:v>
                </c:pt>
                <c:pt idx="2196">
                  <c:v>43430</c:v>
                </c:pt>
                <c:pt idx="2197">
                  <c:v>43431</c:v>
                </c:pt>
                <c:pt idx="2198">
                  <c:v>43432</c:v>
                </c:pt>
                <c:pt idx="2199">
                  <c:v>43433</c:v>
                </c:pt>
                <c:pt idx="2200">
                  <c:v>43434</c:v>
                </c:pt>
                <c:pt idx="2201">
                  <c:v>43437</c:v>
                </c:pt>
                <c:pt idx="2202">
                  <c:v>43438</c:v>
                </c:pt>
                <c:pt idx="2203">
                  <c:v>43439</c:v>
                </c:pt>
                <c:pt idx="2204">
                  <c:v>43440</c:v>
                </c:pt>
                <c:pt idx="2205">
                  <c:v>43441</c:v>
                </c:pt>
                <c:pt idx="2206">
                  <c:v>43444</c:v>
                </c:pt>
                <c:pt idx="2207">
                  <c:v>43445</c:v>
                </c:pt>
                <c:pt idx="2208">
                  <c:v>43446</c:v>
                </c:pt>
                <c:pt idx="2209">
                  <c:v>43447</c:v>
                </c:pt>
                <c:pt idx="2210">
                  <c:v>43448</c:v>
                </c:pt>
                <c:pt idx="2211">
                  <c:v>43451</c:v>
                </c:pt>
                <c:pt idx="2212">
                  <c:v>43452</c:v>
                </c:pt>
                <c:pt idx="2213">
                  <c:v>43453</c:v>
                </c:pt>
                <c:pt idx="2214">
                  <c:v>43454</c:v>
                </c:pt>
                <c:pt idx="2215">
                  <c:v>43455</c:v>
                </c:pt>
                <c:pt idx="2216">
                  <c:v>43458</c:v>
                </c:pt>
                <c:pt idx="2217">
                  <c:v>43460</c:v>
                </c:pt>
                <c:pt idx="2218">
                  <c:v>43461</c:v>
                </c:pt>
                <c:pt idx="2219">
                  <c:v>43462</c:v>
                </c:pt>
                <c:pt idx="2220">
                  <c:v>43467</c:v>
                </c:pt>
                <c:pt idx="2221">
                  <c:v>43468</c:v>
                </c:pt>
                <c:pt idx="2222">
                  <c:v>43469</c:v>
                </c:pt>
                <c:pt idx="2223">
                  <c:v>43472</c:v>
                </c:pt>
                <c:pt idx="2224">
                  <c:v>43473</c:v>
                </c:pt>
                <c:pt idx="2225">
                  <c:v>43474</c:v>
                </c:pt>
                <c:pt idx="2226">
                  <c:v>43475</c:v>
                </c:pt>
                <c:pt idx="2227">
                  <c:v>43476</c:v>
                </c:pt>
                <c:pt idx="2228">
                  <c:v>43479</c:v>
                </c:pt>
                <c:pt idx="2229">
                  <c:v>43480</c:v>
                </c:pt>
                <c:pt idx="2230">
                  <c:v>43481</c:v>
                </c:pt>
                <c:pt idx="2231">
                  <c:v>43482</c:v>
                </c:pt>
                <c:pt idx="2232">
                  <c:v>43483</c:v>
                </c:pt>
                <c:pt idx="2233">
                  <c:v>43486</c:v>
                </c:pt>
                <c:pt idx="2234">
                  <c:v>43487</c:v>
                </c:pt>
                <c:pt idx="2235">
                  <c:v>43488</c:v>
                </c:pt>
                <c:pt idx="2236">
                  <c:v>43489</c:v>
                </c:pt>
                <c:pt idx="2237">
                  <c:v>43490</c:v>
                </c:pt>
                <c:pt idx="2238">
                  <c:v>43493</c:v>
                </c:pt>
                <c:pt idx="2239">
                  <c:v>43494</c:v>
                </c:pt>
                <c:pt idx="2240">
                  <c:v>43495</c:v>
                </c:pt>
                <c:pt idx="2241">
                  <c:v>43496</c:v>
                </c:pt>
                <c:pt idx="2242">
                  <c:v>43497</c:v>
                </c:pt>
                <c:pt idx="2243">
                  <c:v>43503</c:v>
                </c:pt>
                <c:pt idx="2244">
                  <c:v>43504</c:v>
                </c:pt>
                <c:pt idx="2245">
                  <c:v>43507</c:v>
                </c:pt>
                <c:pt idx="2246">
                  <c:v>43508</c:v>
                </c:pt>
                <c:pt idx="2247">
                  <c:v>43509</c:v>
                </c:pt>
                <c:pt idx="2248">
                  <c:v>43510</c:v>
                </c:pt>
                <c:pt idx="2249">
                  <c:v>43511</c:v>
                </c:pt>
                <c:pt idx="2250">
                  <c:v>43514</c:v>
                </c:pt>
                <c:pt idx="2251">
                  <c:v>43515</c:v>
                </c:pt>
                <c:pt idx="2252">
                  <c:v>43516</c:v>
                </c:pt>
                <c:pt idx="2253">
                  <c:v>43517</c:v>
                </c:pt>
                <c:pt idx="2254">
                  <c:v>43518</c:v>
                </c:pt>
                <c:pt idx="2255">
                  <c:v>43521</c:v>
                </c:pt>
                <c:pt idx="2256">
                  <c:v>43522</c:v>
                </c:pt>
                <c:pt idx="2257">
                  <c:v>43523</c:v>
                </c:pt>
                <c:pt idx="2258">
                  <c:v>43524</c:v>
                </c:pt>
                <c:pt idx="2259">
                  <c:v>43528</c:v>
                </c:pt>
                <c:pt idx="2260">
                  <c:v>43529</c:v>
                </c:pt>
                <c:pt idx="2261">
                  <c:v>43530</c:v>
                </c:pt>
                <c:pt idx="2262">
                  <c:v>43531</c:v>
                </c:pt>
                <c:pt idx="2263">
                  <c:v>43532</c:v>
                </c:pt>
                <c:pt idx="2264">
                  <c:v>43535</c:v>
                </c:pt>
                <c:pt idx="2265">
                  <c:v>43536</c:v>
                </c:pt>
                <c:pt idx="2266">
                  <c:v>43537</c:v>
                </c:pt>
                <c:pt idx="2267">
                  <c:v>43538</c:v>
                </c:pt>
                <c:pt idx="2268">
                  <c:v>43539</c:v>
                </c:pt>
                <c:pt idx="2269">
                  <c:v>43542</c:v>
                </c:pt>
                <c:pt idx="2270">
                  <c:v>43543</c:v>
                </c:pt>
                <c:pt idx="2271">
                  <c:v>43544</c:v>
                </c:pt>
                <c:pt idx="2272">
                  <c:v>43545</c:v>
                </c:pt>
                <c:pt idx="2273">
                  <c:v>43546</c:v>
                </c:pt>
                <c:pt idx="2274">
                  <c:v>43549</c:v>
                </c:pt>
                <c:pt idx="2275">
                  <c:v>43550</c:v>
                </c:pt>
                <c:pt idx="2276">
                  <c:v>43551</c:v>
                </c:pt>
                <c:pt idx="2277">
                  <c:v>43552</c:v>
                </c:pt>
                <c:pt idx="2278">
                  <c:v>43553</c:v>
                </c:pt>
                <c:pt idx="2279">
                  <c:v>43556</c:v>
                </c:pt>
                <c:pt idx="2280">
                  <c:v>43557</c:v>
                </c:pt>
                <c:pt idx="2281">
                  <c:v>43558</c:v>
                </c:pt>
                <c:pt idx="2282">
                  <c:v>43559</c:v>
                </c:pt>
                <c:pt idx="2283">
                  <c:v>43560</c:v>
                </c:pt>
                <c:pt idx="2284">
                  <c:v>43563</c:v>
                </c:pt>
                <c:pt idx="2285">
                  <c:v>43564</c:v>
                </c:pt>
                <c:pt idx="2286">
                  <c:v>43565</c:v>
                </c:pt>
                <c:pt idx="2287">
                  <c:v>43566</c:v>
                </c:pt>
                <c:pt idx="2288">
                  <c:v>43567</c:v>
                </c:pt>
                <c:pt idx="2289">
                  <c:v>43570</c:v>
                </c:pt>
                <c:pt idx="2290">
                  <c:v>43571</c:v>
                </c:pt>
                <c:pt idx="2291">
                  <c:v>43572</c:v>
                </c:pt>
                <c:pt idx="2292">
                  <c:v>43573</c:v>
                </c:pt>
                <c:pt idx="2293">
                  <c:v>43574</c:v>
                </c:pt>
                <c:pt idx="2294">
                  <c:v>43577</c:v>
                </c:pt>
                <c:pt idx="2295">
                  <c:v>43578</c:v>
                </c:pt>
                <c:pt idx="2296">
                  <c:v>43579</c:v>
                </c:pt>
                <c:pt idx="2297">
                  <c:v>43580</c:v>
                </c:pt>
                <c:pt idx="2298">
                  <c:v>43581</c:v>
                </c:pt>
                <c:pt idx="2299">
                  <c:v>43584</c:v>
                </c:pt>
                <c:pt idx="2300">
                  <c:v>43585</c:v>
                </c:pt>
                <c:pt idx="2301">
                  <c:v>43587</c:v>
                </c:pt>
                <c:pt idx="2302">
                  <c:v>43588</c:v>
                </c:pt>
                <c:pt idx="2303">
                  <c:v>43592</c:v>
                </c:pt>
                <c:pt idx="2304">
                  <c:v>43593</c:v>
                </c:pt>
                <c:pt idx="2305">
                  <c:v>43594</c:v>
                </c:pt>
                <c:pt idx="2306">
                  <c:v>43595</c:v>
                </c:pt>
                <c:pt idx="2307">
                  <c:v>43598</c:v>
                </c:pt>
                <c:pt idx="2308">
                  <c:v>43599</c:v>
                </c:pt>
                <c:pt idx="2309">
                  <c:v>43600</c:v>
                </c:pt>
                <c:pt idx="2310">
                  <c:v>43601</c:v>
                </c:pt>
                <c:pt idx="2311">
                  <c:v>43602</c:v>
                </c:pt>
                <c:pt idx="2312">
                  <c:v>43605</c:v>
                </c:pt>
                <c:pt idx="2313">
                  <c:v>43606</c:v>
                </c:pt>
                <c:pt idx="2314">
                  <c:v>43607</c:v>
                </c:pt>
                <c:pt idx="2315">
                  <c:v>43608</c:v>
                </c:pt>
                <c:pt idx="2316">
                  <c:v>43609</c:v>
                </c:pt>
                <c:pt idx="2317">
                  <c:v>43612</c:v>
                </c:pt>
                <c:pt idx="2318">
                  <c:v>43613</c:v>
                </c:pt>
                <c:pt idx="2319">
                  <c:v>43614</c:v>
                </c:pt>
                <c:pt idx="2320">
                  <c:v>43615</c:v>
                </c:pt>
                <c:pt idx="2321">
                  <c:v>43616</c:v>
                </c:pt>
                <c:pt idx="2322">
                  <c:v>43619</c:v>
                </c:pt>
                <c:pt idx="2323">
                  <c:v>43620</c:v>
                </c:pt>
                <c:pt idx="2324">
                  <c:v>43621</c:v>
                </c:pt>
                <c:pt idx="2325">
                  <c:v>43623</c:v>
                </c:pt>
                <c:pt idx="2326">
                  <c:v>43626</c:v>
                </c:pt>
                <c:pt idx="2327">
                  <c:v>43627</c:v>
                </c:pt>
                <c:pt idx="2328">
                  <c:v>43628</c:v>
                </c:pt>
                <c:pt idx="2329">
                  <c:v>43629</c:v>
                </c:pt>
                <c:pt idx="2330">
                  <c:v>43630</c:v>
                </c:pt>
                <c:pt idx="2331">
                  <c:v>43633</c:v>
                </c:pt>
                <c:pt idx="2332">
                  <c:v>43634</c:v>
                </c:pt>
                <c:pt idx="2333">
                  <c:v>43635</c:v>
                </c:pt>
                <c:pt idx="2334">
                  <c:v>43636</c:v>
                </c:pt>
                <c:pt idx="2335">
                  <c:v>43637</c:v>
                </c:pt>
                <c:pt idx="2336">
                  <c:v>43640</c:v>
                </c:pt>
                <c:pt idx="2337">
                  <c:v>43641</c:v>
                </c:pt>
                <c:pt idx="2338">
                  <c:v>43642</c:v>
                </c:pt>
                <c:pt idx="2339">
                  <c:v>43643</c:v>
                </c:pt>
                <c:pt idx="2340">
                  <c:v>43644</c:v>
                </c:pt>
                <c:pt idx="2341">
                  <c:v>43647</c:v>
                </c:pt>
                <c:pt idx="2342">
                  <c:v>43648</c:v>
                </c:pt>
                <c:pt idx="2343">
                  <c:v>43649</c:v>
                </c:pt>
                <c:pt idx="2344">
                  <c:v>43650</c:v>
                </c:pt>
                <c:pt idx="2345">
                  <c:v>43651</c:v>
                </c:pt>
                <c:pt idx="2346">
                  <c:v>43654</c:v>
                </c:pt>
                <c:pt idx="2347">
                  <c:v>43655</c:v>
                </c:pt>
                <c:pt idx="2348">
                  <c:v>43656</c:v>
                </c:pt>
                <c:pt idx="2349">
                  <c:v>43657</c:v>
                </c:pt>
                <c:pt idx="2350">
                  <c:v>43658</c:v>
                </c:pt>
                <c:pt idx="2351">
                  <c:v>43661</c:v>
                </c:pt>
                <c:pt idx="2352">
                  <c:v>43662</c:v>
                </c:pt>
                <c:pt idx="2353">
                  <c:v>43663</c:v>
                </c:pt>
                <c:pt idx="2354">
                  <c:v>43664</c:v>
                </c:pt>
                <c:pt idx="2355">
                  <c:v>43665</c:v>
                </c:pt>
                <c:pt idx="2356">
                  <c:v>43668</c:v>
                </c:pt>
                <c:pt idx="2357">
                  <c:v>43669</c:v>
                </c:pt>
                <c:pt idx="2358">
                  <c:v>43670</c:v>
                </c:pt>
                <c:pt idx="2359">
                  <c:v>43671</c:v>
                </c:pt>
                <c:pt idx="2360">
                  <c:v>43672</c:v>
                </c:pt>
                <c:pt idx="2361">
                  <c:v>43675</c:v>
                </c:pt>
                <c:pt idx="2362">
                  <c:v>43676</c:v>
                </c:pt>
                <c:pt idx="2363">
                  <c:v>43677</c:v>
                </c:pt>
                <c:pt idx="2364">
                  <c:v>43678</c:v>
                </c:pt>
                <c:pt idx="2365">
                  <c:v>43679</c:v>
                </c:pt>
                <c:pt idx="2366">
                  <c:v>43682</c:v>
                </c:pt>
                <c:pt idx="2367">
                  <c:v>43683</c:v>
                </c:pt>
                <c:pt idx="2368">
                  <c:v>43684</c:v>
                </c:pt>
                <c:pt idx="2369">
                  <c:v>43685</c:v>
                </c:pt>
                <c:pt idx="2370">
                  <c:v>43686</c:v>
                </c:pt>
                <c:pt idx="2371">
                  <c:v>43689</c:v>
                </c:pt>
                <c:pt idx="2372">
                  <c:v>43690</c:v>
                </c:pt>
                <c:pt idx="2373">
                  <c:v>43691</c:v>
                </c:pt>
                <c:pt idx="2374">
                  <c:v>43693</c:v>
                </c:pt>
                <c:pt idx="2375">
                  <c:v>43696</c:v>
                </c:pt>
                <c:pt idx="2376">
                  <c:v>43697</c:v>
                </c:pt>
                <c:pt idx="2377">
                  <c:v>43698</c:v>
                </c:pt>
                <c:pt idx="2378">
                  <c:v>43699</c:v>
                </c:pt>
                <c:pt idx="2379">
                  <c:v>43700</c:v>
                </c:pt>
                <c:pt idx="2380">
                  <c:v>43703</c:v>
                </c:pt>
                <c:pt idx="2381">
                  <c:v>43704</c:v>
                </c:pt>
                <c:pt idx="2382">
                  <c:v>43705</c:v>
                </c:pt>
                <c:pt idx="2383">
                  <c:v>43706</c:v>
                </c:pt>
                <c:pt idx="2384">
                  <c:v>43707</c:v>
                </c:pt>
                <c:pt idx="2385">
                  <c:v>43710</c:v>
                </c:pt>
                <c:pt idx="2386">
                  <c:v>43711</c:v>
                </c:pt>
                <c:pt idx="2387">
                  <c:v>43712</c:v>
                </c:pt>
                <c:pt idx="2388">
                  <c:v>43713</c:v>
                </c:pt>
                <c:pt idx="2389">
                  <c:v>43714</c:v>
                </c:pt>
                <c:pt idx="2390">
                  <c:v>43717</c:v>
                </c:pt>
                <c:pt idx="2391">
                  <c:v>43718</c:v>
                </c:pt>
                <c:pt idx="2392">
                  <c:v>43719</c:v>
                </c:pt>
                <c:pt idx="2393">
                  <c:v>43724</c:v>
                </c:pt>
                <c:pt idx="2394">
                  <c:v>43725</c:v>
                </c:pt>
                <c:pt idx="2395">
                  <c:v>43726</c:v>
                </c:pt>
                <c:pt idx="2396">
                  <c:v>43727</c:v>
                </c:pt>
                <c:pt idx="2397">
                  <c:v>43728</c:v>
                </c:pt>
                <c:pt idx="2398">
                  <c:v>43731</c:v>
                </c:pt>
                <c:pt idx="2399">
                  <c:v>43732</c:v>
                </c:pt>
                <c:pt idx="2400">
                  <c:v>43733</c:v>
                </c:pt>
                <c:pt idx="2401">
                  <c:v>43734</c:v>
                </c:pt>
                <c:pt idx="2402">
                  <c:v>43735</c:v>
                </c:pt>
                <c:pt idx="2403">
                  <c:v>43738</c:v>
                </c:pt>
                <c:pt idx="2404">
                  <c:v>43739</c:v>
                </c:pt>
                <c:pt idx="2405">
                  <c:v>43740</c:v>
                </c:pt>
                <c:pt idx="2406">
                  <c:v>43742</c:v>
                </c:pt>
                <c:pt idx="2407">
                  <c:v>43745</c:v>
                </c:pt>
                <c:pt idx="2408">
                  <c:v>43746</c:v>
                </c:pt>
                <c:pt idx="2409">
                  <c:v>43748</c:v>
                </c:pt>
                <c:pt idx="2410">
                  <c:v>43749</c:v>
                </c:pt>
                <c:pt idx="2411">
                  <c:v>43752</c:v>
                </c:pt>
                <c:pt idx="2412">
                  <c:v>43753</c:v>
                </c:pt>
                <c:pt idx="2413">
                  <c:v>43754</c:v>
                </c:pt>
                <c:pt idx="2414">
                  <c:v>43755</c:v>
                </c:pt>
                <c:pt idx="2415">
                  <c:v>43756</c:v>
                </c:pt>
                <c:pt idx="2416">
                  <c:v>43759</c:v>
                </c:pt>
                <c:pt idx="2417">
                  <c:v>43760</c:v>
                </c:pt>
                <c:pt idx="2418">
                  <c:v>43761</c:v>
                </c:pt>
                <c:pt idx="2419">
                  <c:v>43762</c:v>
                </c:pt>
                <c:pt idx="2420">
                  <c:v>43763</c:v>
                </c:pt>
                <c:pt idx="2421">
                  <c:v>43766</c:v>
                </c:pt>
                <c:pt idx="2422">
                  <c:v>43767</c:v>
                </c:pt>
                <c:pt idx="2423">
                  <c:v>43768</c:v>
                </c:pt>
                <c:pt idx="2424">
                  <c:v>43769</c:v>
                </c:pt>
                <c:pt idx="2425">
                  <c:v>43770</c:v>
                </c:pt>
                <c:pt idx="2426">
                  <c:v>43773</c:v>
                </c:pt>
                <c:pt idx="2427">
                  <c:v>43774</c:v>
                </c:pt>
                <c:pt idx="2428">
                  <c:v>43775</c:v>
                </c:pt>
                <c:pt idx="2429">
                  <c:v>43776</c:v>
                </c:pt>
                <c:pt idx="2430">
                  <c:v>43777</c:v>
                </c:pt>
                <c:pt idx="2431">
                  <c:v>43780</c:v>
                </c:pt>
                <c:pt idx="2432">
                  <c:v>43781</c:v>
                </c:pt>
                <c:pt idx="2433">
                  <c:v>43782</c:v>
                </c:pt>
                <c:pt idx="2434">
                  <c:v>43783</c:v>
                </c:pt>
                <c:pt idx="2435">
                  <c:v>43784</c:v>
                </c:pt>
                <c:pt idx="2436">
                  <c:v>43787</c:v>
                </c:pt>
                <c:pt idx="2437">
                  <c:v>43788</c:v>
                </c:pt>
                <c:pt idx="2438">
                  <c:v>43789</c:v>
                </c:pt>
                <c:pt idx="2439">
                  <c:v>43790</c:v>
                </c:pt>
                <c:pt idx="2440">
                  <c:v>43791</c:v>
                </c:pt>
                <c:pt idx="2441">
                  <c:v>43794</c:v>
                </c:pt>
                <c:pt idx="2442">
                  <c:v>43795</c:v>
                </c:pt>
                <c:pt idx="2443">
                  <c:v>43796</c:v>
                </c:pt>
                <c:pt idx="2444">
                  <c:v>43797</c:v>
                </c:pt>
                <c:pt idx="2445">
                  <c:v>43798</c:v>
                </c:pt>
                <c:pt idx="2446">
                  <c:v>43801</c:v>
                </c:pt>
                <c:pt idx="2447">
                  <c:v>43802</c:v>
                </c:pt>
                <c:pt idx="2448">
                  <c:v>43803</c:v>
                </c:pt>
                <c:pt idx="2449">
                  <c:v>43804</c:v>
                </c:pt>
                <c:pt idx="2450">
                  <c:v>43805</c:v>
                </c:pt>
                <c:pt idx="2451">
                  <c:v>43808</c:v>
                </c:pt>
                <c:pt idx="2452">
                  <c:v>43809</c:v>
                </c:pt>
                <c:pt idx="2453">
                  <c:v>43810</c:v>
                </c:pt>
                <c:pt idx="2454">
                  <c:v>43811</c:v>
                </c:pt>
                <c:pt idx="2455">
                  <c:v>43812</c:v>
                </c:pt>
                <c:pt idx="2456">
                  <c:v>43815</c:v>
                </c:pt>
                <c:pt idx="2457">
                  <c:v>43816</c:v>
                </c:pt>
                <c:pt idx="2458">
                  <c:v>43817</c:v>
                </c:pt>
                <c:pt idx="2459">
                  <c:v>43818</c:v>
                </c:pt>
                <c:pt idx="2460">
                  <c:v>43819</c:v>
                </c:pt>
                <c:pt idx="2461">
                  <c:v>43822</c:v>
                </c:pt>
                <c:pt idx="2462">
                  <c:v>43823</c:v>
                </c:pt>
                <c:pt idx="2463">
                  <c:v>43825</c:v>
                </c:pt>
                <c:pt idx="2464">
                  <c:v>43826</c:v>
                </c:pt>
                <c:pt idx="2465">
                  <c:v>43829</c:v>
                </c:pt>
                <c:pt idx="2466">
                  <c:v>43832</c:v>
                </c:pt>
                <c:pt idx="2467">
                  <c:v>43833</c:v>
                </c:pt>
                <c:pt idx="2468">
                  <c:v>43836</c:v>
                </c:pt>
                <c:pt idx="2469">
                  <c:v>43837</c:v>
                </c:pt>
                <c:pt idx="2470">
                  <c:v>43838</c:v>
                </c:pt>
                <c:pt idx="2471">
                  <c:v>43839</c:v>
                </c:pt>
                <c:pt idx="2472">
                  <c:v>43840</c:v>
                </c:pt>
                <c:pt idx="2473">
                  <c:v>43843</c:v>
                </c:pt>
                <c:pt idx="2474">
                  <c:v>43844</c:v>
                </c:pt>
                <c:pt idx="2475">
                  <c:v>43845</c:v>
                </c:pt>
                <c:pt idx="2476">
                  <c:v>43846</c:v>
                </c:pt>
                <c:pt idx="2477">
                  <c:v>43847</c:v>
                </c:pt>
                <c:pt idx="2478">
                  <c:v>43850</c:v>
                </c:pt>
                <c:pt idx="2479">
                  <c:v>43851</c:v>
                </c:pt>
                <c:pt idx="2480">
                  <c:v>43852</c:v>
                </c:pt>
                <c:pt idx="2481">
                  <c:v>43853</c:v>
                </c:pt>
                <c:pt idx="2482">
                  <c:v>43858</c:v>
                </c:pt>
                <c:pt idx="2483">
                  <c:v>43859</c:v>
                </c:pt>
                <c:pt idx="2484">
                  <c:v>43860</c:v>
                </c:pt>
                <c:pt idx="2485">
                  <c:v>43861</c:v>
                </c:pt>
                <c:pt idx="2486">
                  <c:v>43864</c:v>
                </c:pt>
                <c:pt idx="2487">
                  <c:v>43865</c:v>
                </c:pt>
                <c:pt idx="2488">
                  <c:v>43866</c:v>
                </c:pt>
                <c:pt idx="2489">
                  <c:v>43867</c:v>
                </c:pt>
                <c:pt idx="2490">
                  <c:v>43868</c:v>
                </c:pt>
                <c:pt idx="2491">
                  <c:v>43871</c:v>
                </c:pt>
                <c:pt idx="2492">
                  <c:v>43872</c:v>
                </c:pt>
                <c:pt idx="2493">
                  <c:v>43873</c:v>
                </c:pt>
                <c:pt idx="2494">
                  <c:v>43874</c:v>
                </c:pt>
                <c:pt idx="2495">
                  <c:v>43875</c:v>
                </c:pt>
                <c:pt idx="2496">
                  <c:v>43878</c:v>
                </c:pt>
                <c:pt idx="2497">
                  <c:v>43879</c:v>
                </c:pt>
                <c:pt idx="2498">
                  <c:v>43880</c:v>
                </c:pt>
                <c:pt idx="2499">
                  <c:v>43881</c:v>
                </c:pt>
                <c:pt idx="2500">
                  <c:v>43882</c:v>
                </c:pt>
                <c:pt idx="2501">
                  <c:v>43885</c:v>
                </c:pt>
                <c:pt idx="2502">
                  <c:v>43886</c:v>
                </c:pt>
                <c:pt idx="2503">
                  <c:v>43887</c:v>
                </c:pt>
                <c:pt idx="2504">
                  <c:v>43888</c:v>
                </c:pt>
                <c:pt idx="2505">
                  <c:v>43889</c:v>
                </c:pt>
                <c:pt idx="2506">
                  <c:v>43892</c:v>
                </c:pt>
                <c:pt idx="2507">
                  <c:v>43893</c:v>
                </c:pt>
                <c:pt idx="2508">
                  <c:v>43894</c:v>
                </c:pt>
                <c:pt idx="2509">
                  <c:v>43895</c:v>
                </c:pt>
                <c:pt idx="2510">
                  <c:v>43896</c:v>
                </c:pt>
                <c:pt idx="2511">
                  <c:v>43899</c:v>
                </c:pt>
                <c:pt idx="2512">
                  <c:v>43900</c:v>
                </c:pt>
                <c:pt idx="2513">
                  <c:v>43901</c:v>
                </c:pt>
                <c:pt idx="2514">
                  <c:v>43902</c:v>
                </c:pt>
                <c:pt idx="2515">
                  <c:v>43903</c:v>
                </c:pt>
                <c:pt idx="2516">
                  <c:v>43906</c:v>
                </c:pt>
                <c:pt idx="2517">
                  <c:v>43907</c:v>
                </c:pt>
                <c:pt idx="2518">
                  <c:v>43908</c:v>
                </c:pt>
                <c:pt idx="2519">
                  <c:v>43909</c:v>
                </c:pt>
                <c:pt idx="2520">
                  <c:v>43910</c:v>
                </c:pt>
                <c:pt idx="2521">
                  <c:v>43913</c:v>
                </c:pt>
                <c:pt idx="2522">
                  <c:v>43914</c:v>
                </c:pt>
                <c:pt idx="2523">
                  <c:v>43915</c:v>
                </c:pt>
                <c:pt idx="2524">
                  <c:v>43916</c:v>
                </c:pt>
                <c:pt idx="2525">
                  <c:v>43917</c:v>
                </c:pt>
                <c:pt idx="2526">
                  <c:v>43920</c:v>
                </c:pt>
                <c:pt idx="2527">
                  <c:v>43921</c:v>
                </c:pt>
                <c:pt idx="2528">
                  <c:v>43922</c:v>
                </c:pt>
                <c:pt idx="2529">
                  <c:v>43923</c:v>
                </c:pt>
                <c:pt idx="2530">
                  <c:v>43924</c:v>
                </c:pt>
                <c:pt idx="2531">
                  <c:v>43927</c:v>
                </c:pt>
                <c:pt idx="2532">
                  <c:v>43928</c:v>
                </c:pt>
                <c:pt idx="2533">
                  <c:v>43929</c:v>
                </c:pt>
                <c:pt idx="2534">
                  <c:v>43930</c:v>
                </c:pt>
                <c:pt idx="2535">
                  <c:v>43931</c:v>
                </c:pt>
                <c:pt idx="2536">
                  <c:v>43934</c:v>
                </c:pt>
              </c:numCache>
            </c:numRef>
          </c:cat>
          <c:val>
            <c:numRef>
              <c:f>Sheet4!$AO$15:$AO$2551</c:f>
              <c:numCache>
                <c:formatCode>_(* #,##0_);_(* \(#,##0\);_(* "-"_);_(@_)</c:formatCode>
                <c:ptCount val="253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-12.5018310668368</c:v>
                </c:pt>
                <c:pt idx="20">
                  <c:v>-12.5018310668368</c:v>
                </c:pt>
                <c:pt idx="21">
                  <c:v>-12.913302581966999</c:v>
                </c:pt>
                <c:pt idx="22">
                  <c:v>-12.913302581966999</c:v>
                </c:pt>
                <c:pt idx="23">
                  <c:v>-11.4715078753824</c:v>
                </c:pt>
                <c:pt idx="24">
                  <c:v>-13.251636698486728</c:v>
                </c:pt>
                <c:pt idx="25">
                  <c:v>-13.818105286405638</c:v>
                </c:pt>
                <c:pt idx="26">
                  <c:v>-13.818105286405638</c:v>
                </c:pt>
                <c:pt idx="27">
                  <c:v>-12.236748527456728</c:v>
                </c:pt>
                <c:pt idx="28">
                  <c:v>-12.236748527456728</c:v>
                </c:pt>
                <c:pt idx="29">
                  <c:v>-11.5817876265185</c:v>
                </c:pt>
                <c:pt idx="30">
                  <c:v>-11.5817876265185</c:v>
                </c:pt>
                <c:pt idx="31">
                  <c:v>-12.535207065295454</c:v>
                </c:pt>
                <c:pt idx="32">
                  <c:v>-11.815227911084833</c:v>
                </c:pt>
                <c:pt idx="33">
                  <c:v>-12.360851844928154</c:v>
                </c:pt>
                <c:pt idx="34">
                  <c:v>-11.310127216264169</c:v>
                </c:pt>
                <c:pt idx="35">
                  <c:v>-11.752133149308911</c:v>
                </c:pt>
                <c:pt idx="36">
                  <c:v>-12.208657138075091</c:v>
                </c:pt>
                <c:pt idx="37">
                  <c:v>-14.524399679169273</c:v>
                </c:pt>
                <c:pt idx="38">
                  <c:v>-14.524399679169273</c:v>
                </c:pt>
                <c:pt idx="39">
                  <c:v>-13.497444428354601</c:v>
                </c:pt>
                <c:pt idx="40">
                  <c:v>-13.497444428354601</c:v>
                </c:pt>
                <c:pt idx="41">
                  <c:v>-13.251146847551599</c:v>
                </c:pt>
                <c:pt idx="42">
                  <c:v>-13.251146847551599</c:v>
                </c:pt>
                <c:pt idx="43">
                  <c:v>-14.648936969173555</c:v>
                </c:pt>
                <c:pt idx="44">
                  <c:v>-12.598438474129001</c:v>
                </c:pt>
                <c:pt idx="45">
                  <c:v>-13.236253394773144</c:v>
                </c:pt>
                <c:pt idx="46">
                  <c:v>-12.9018962358275</c:v>
                </c:pt>
                <c:pt idx="47">
                  <c:v>-14.703860436836285</c:v>
                </c:pt>
                <c:pt idx="48">
                  <c:v>-14.957913465905751</c:v>
                </c:pt>
                <c:pt idx="49">
                  <c:v>-14.672687692049751</c:v>
                </c:pt>
                <c:pt idx="50">
                  <c:v>-14.672687692049751</c:v>
                </c:pt>
                <c:pt idx="51">
                  <c:v>-14.261403879406446</c:v>
                </c:pt>
                <c:pt idx="52">
                  <c:v>-15.557147212486253</c:v>
                </c:pt>
                <c:pt idx="53">
                  <c:v>-15.3711467618905</c:v>
                </c:pt>
                <c:pt idx="54">
                  <c:v>-15.3711467618905</c:v>
                </c:pt>
                <c:pt idx="55">
                  <c:v>-15.3711467618905</c:v>
                </c:pt>
                <c:pt idx="56">
                  <c:v>-13.848389996227999</c:v>
                </c:pt>
                <c:pt idx="57">
                  <c:v>-10.389867672611333</c:v>
                </c:pt>
                <c:pt idx="58">
                  <c:v>-10.024469283786857</c:v>
                </c:pt>
                <c:pt idx="59">
                  <c:v>-10.024469283786857</c:v>
                </c:pt>
                <c:pt idx="60">
                  <c:v>-10.144355085053499</c:v>
                </c:pt>
                <c:pt idx="61">
                  <c:v>-10.94288511246457</c:v>
                </c:pt>
                <c:pt idx="62">
                  <c:v>-10.94288511246457</c:v>
                </c:pt>
                <c:pt idx="63">
                  <c:v>-10.94288511246457</c:v>
                </c:pt>
                <c:pt idx="64">
                  <c:v>-10.94288511246457</c:v>
                </c:pt>
                <c:pt idx="65">
                  <c:v>-9.9005725179699997</c:v>
                </c:pt>
                <c:pt idx="66">
                  <c:v>-9.8061691457931435</c:v>
                </c:pt>
                <c:pt idx="67">
                  <c:v>-11.424447006441</c:v>
                </c:pt>
                <c:pt idx="68">
                  <c:v>-13.698726487704</c:v>
                </c:pt>
                <c:pt idx="69">
                  <c:v>-15.356342910897428</c:v>
                </c:pt>
                <c:pt idx="70">
                  <c:v>-15.356342910897428</c:v>
                </c:pt>
                <c:pt idx="71">
                  <c:v>-16.087211166336999</c:v>
                </c:pt>
                <c:pt idx="72">
                  <c:v>-17.285637722015998</c:v>
                </c:pt>
                <c:pt idx="73">
                  <c:v>-24.284361549920568</c:v>
                </c:pt>
                <c:pt idx="74">
                  <c:v>-24.284361549920568</c:v>
                </c:pt>
                <c:pt idx="75">
                  <c:v>-24.284361549920568</c:v>
                </c:pt>
                <c:pt idx="76">
                  <c:v>-24.124810355424998</c:v>
                </c:pt>
                <c:pt idx="77">
                  <c:v>-22.253763349232887</c:v>
                </c:pt>
                <c:pt idx="78">
                  <c:v>-24.056473899032</c:v>
                </c:pt>
                <c:pt idx="79">
                  <c:v>-22.114034371936</c:v>
                </c:pt>
                <c:pt idx="80">
                  <c:v>-25.383699763478219</c:v>
                </c:pt>
                <c:pt idx="81">
                  <c:v>-24.374105539536799</c:v>
                </c:pt>
                <c:pt idx="82">
                  <c:v>-24.374105539536799</c:v>
                </c:pt>
                <c:pt idx="83">
                  <c:v>-26.75199842537436</c:v>
                </c:pt>
                <c:pt idx="84">
                  <c:v>-25.015291943244833</c:v>
                </c:pt>
                <c:pt idx="85">
                  <c:v>-31.509862295669837</c:v>
                </c:pt>
                <c:pt idx="86">
                  <c:v>-36.125927094007238</c:v>
                </c:pt>
                <c:pt idx="87">
                  <c:v>-37.240388349259838</c:v>
                </c:pt>
                <c:pt idx="88">
                  <c:v>-36.632246230703842</c:v>
                </c:pt>
                <c:pt idx="89">
                  <c:v>-35.049289072200317</c:v>
                </c:pt>
                <c:pt idx="90">
                  <c:v>-35.049289072200317</c:v>
                </c:pt>
                <c:pt idx="91">
                  <c:v>-35.049289072200317</c:v>
                </c:pt>
                <c:pt idx="92">
                  <c:v>-41.604621101997999</c:v>
                </c:pt>
                <c:pt idx="93">
                  <c:v>-37.939018317293545</c:v>
                </c:pt>
                <c:pt idx="94">
                  <c:v>-37.893118149814292</c:v>
                </c:pt>
                <c:pt idx="95">
                  <c:v>-40.049785865001603</c:v>
                </c:pt>
                <c:pt idx="96">
                  <c:v>-41.267059712933431</c:v>
                </c:pt>
                <c:pt idx="97">
                  <c:v>-48.528096544111285</c:v>
                </c:pt>
                <c:pt idx="98">
                  <c:v>-48.528096544111285</c:v>
                </c:pt>
                <c:pt idx="99">
                  <c:v>-51.755294881722314</c:v>
                </c:pt>
                <c:pt idx="100">
                  <c:v>-52.700690770382494</c:v>
                </c:pt>
                <c:pt idx="101">
                  <c:v>-56.101866520047821</c:v>
                </c:pt>
                <c:pt idx="102">
                  <c:v>-53.828320919600834</c:v>
                </c:pt>
                <c:pt idx="103">
                  <c:v>-54.128083977405453</c:v>
                </c:pt>
                <c:pt idx="104">
                  <c:v>-58.949740311164007</c:v>
                </c:pt>
                <c:pt idx="105">
                  <c:v>-58.5545394762432</c:v>
                </c:pt>
                <c:pt idx="106">
                  <c:v>-54.891854454264006</c:v>
                </c:pt>
                <c:pt idx="107">
                  <c:v>-51.237810016835603</c:v>
                </c:pt>
                <c:pt idx="108">
                  <c:v>-53.860587230170225</c:v>
                </c:pt>
                <c:pt idx="109">
                  <c:v>-58.586435237671751</c:v>
                </c:pt>
                <c:pt idx="110">
                  <c:v>-58.586435237671751</c:v>
                </c:pt>
                <c:pt idx="111">
                  <c:v>-52.29401322206111</c:v>
                </c:pt>
                <c:pt idx="112">
                  <c:v>-45.118825694386246</c:v>
                </c:pt>
                <c:pt idx="113">
                  <c:v>-48.884577073519139</c:v>
                </c:pt>
                <c:pt idx="114">
                  <c:v>-50.815937257008329</c:v>
                </c:pt>
                <c:pt idx="115">
                  <c:v>-46.930497932885196</c:v>
                </c:pt>
                <c:pt idx="116">
                  <c:v>-43.545615516424334</c:v>
                </c:pt>
                <c:pt idx="117">
                  <c:v>-28.385699423971335</c:v>
                </c:pt>
                <c:pt idx="118">
                  <c:v>-28.385699423971335</c:v>
                </c:pt>
                <c:pt idx="119">
                  <c:v>-29.572056901346858</c:v>
                </c:pt>
                <c:pt idx="120">
                  <c:v>-26.103891296528502</c:v>
                </c:pt>
                <c:pt idx="121">
                  <c:v>-29.93583734633334</c:v>
                </c:pt>
                <c:pt idx="122">
                  <c:v>-30.563236129293777</c:v>
                </c:pt>
                <c:pt idx="123">
                  <c:v>-32.1582478042844</c:v>
                </c:pt>
                <c:pt idx="124">
                  <c:v>-32.330152463022181</c:v>
                </c:pt>
                <c:pt idx="125">
                  <c:v>-27.904445685684401</c:v>
                </c:pt>
                <c:pt idx="126">
                  <c:v>-27.904445685684401</c:v>
                </c:pt>
                <c:pt idx="127">
                  <c:v>-29.565526781408799</c:v>
                </c:pt>
                <c:pt idx="128">
                  <c:v>-29.565526781408799</c:v>
                </c:pt>
                <c:pt idx="129">
                  <c:v>-29.565526781408799</c:v>
                </c:pt>
                <c:pt idx="130">
                  <c:v>-29.565526781408799</c:v>
                </c:pt>
                <c:pt idx="131">
                  <c:v>-32.633403412990219</c:v>
                </c:pt>
                <c:pt idx="132">
                  <c:v>-32.633403412990219</c:v>
                </c:pt>
                <c:pt idx="133">
                  <c:v>-31.098856582077598</c:v>
                </c:pt>
                <c:pt idx="134">
                  <c:v>-32.038286889532365</c:v>
                </c:pt>
                <c:pt idx="135">
                  <c:v>-31.105307551790503</c:v>
                </c:pt>
                <c:pt idx="136">
                  <c:v>-31.512953380669639</c:v>
                </c:pt>
                <c:pt idx="137">
                  <c:v>-32.8662080805898</c:v>
                </c:pt>
                <c:pt idx="138">
                  <c:v>-32.974697497707091</c:v>
                </c:pt>
                <c:pt idx="139">
                  <c:v>-32.603147070917807</c:v>
                </c:pt>
                <c:pt idx="140">
                  <c:v>-36.022748738486449</c:v>
                </c:pt>
                <c:pt idx="141">
                  <c:v>-32.951666612700755</c:v>
                </c:pt>
                <c:pt idx="142">
                  <c:v>-32.735346362896863</c:v>
                </c:pt>
                <c:pt idx="143">
                  <c:v>-27.257057448810286</c:v>
                </c:pt>
                <c:pt idx="144">
                  <c:v>-28.125063790919143</c:v>
                </c:pt>
                <c:pt idx="145">
                  <c:v>-28.125063790919143</c:v>
                </c:pt>
                <c:pt idx="146">
                  <c:v>-28.125063790919143</c:v>
                </c:pt>
                <c:pt idx="147">
                  <c:v>-23.834473008284284</c:v>
                </c:pt>
                <c:pt idx="148">
                  <c:v>-22.861232854344749</c:v>
                </c:pt>
                <c:pt idx="149">
                  <c:v>-20.433564090028668</c:v>
                </c:pt>
                <c:pt idx="150">
                  <c:v>-20.433564090028668</c:v>
                </c:pt>
                <c:pt idx="151">
                  <c:v>-20.825101953590597</c:v>
                </c:pt>
                <c:pt idx="152">
                  <c:v>-25.096101643588543</c:v>
                </c:pt>
                <c:pt idx="153">
                  <c:v>-33.460898465908173</c:v>
                </c:pt>
                <c:pt idx="154">
                  <c:v>-32.663729316090993</c:v>
                </c:pt>
                <c:pt idx="155">
                  <c:v>-31.713029208988001</c:v>
                </c:pt>
                <c:pt idx="156">
                  <c:v>-31.713029208988001</c:v>
                </c:pt>
                <c:pt idx="157">
                  <c:v>-31.713029208988001</c:v>
                </c:pt>
                <c:pt idx="158">
                  <c:v>-31.452300046777779</c:v>
                </c:pt>
                <c:pt idx="159">
                  <c:v>-29.969500874625204</c:v>
                </c:pt>
                <c:pt idx="160">
                  <c:v>-29.290312219618546</c:v>
                </c:pt>
                <c:pt idx="161">
                  <c:v>-28.358692789527336</c:v>
                </c:pt>
                <c:pt idx="162">
                  <c:v>-32.267700957694458</c:v>
                </c:pt>
                <c:pt idx="163">
                  <c:v>-32.743214003903688</c:v>
                </c:pt>
                <c:pt idx="164">
                  <c:v>-32.128044883798829</c:v>
                </c:pt>
                <c:pt idx="165">
                  <c:v>-32.128044883798829</c:v>
                </c:pt>
                <c:pt idx="166">
                  <c:v>-34.916259419205531</c:v>
                </c:pt>
                <c:pt idx="167">
                  <c:v>-37.415273907574324</c:v>
                </c:pt>
                <c:pt idx="168">
                  <c:v>-39.357703192193078</c:v>
                </c:pt>
                <c:pt idx="169">
                  <c:v>-43.192252113862388</c:v>
                </c:pt>
                <c:pt idx="170">
                  <c:v>-43.192252113862388</c:v>
                </c:pt>
                <c:pt idx="171">
                  <c:v>-41.548559541254797</c:v>
                </c:pt>
                <c:pt idx="172">
                  <c:v>-38.457521343838003</c:v>
                </c:pt>
                <c:pt idx="173">
                  <c:v>-30.586057032111107</c:v>
                </c:pt>
                <c:pt idx="174">
                  <c:v>-30.586057032111107</c:v>
                </c:pt>
                <c:pt idx="175">
                  <c:v>-32.992372440425001</c:v>
                </c:pt>
                <c:pt idx="176">
                  <c:v>-30.308836832941111</c:v>
                </c:pt>
                <c:pt idx="177">
                  <c:v>-30.308836832941111</c:v>
                </c:pt>
                <c:pt idx="178">
                  <c:v>-31.439114304141999</c:v>
                </c:pt>
                <c:pt idx="179">
                  <c:v>-33.085203857351999</c:v>
                </c:pt>
                <c:pt idx="180">
                  <c:v>-34.408551130827</c:v>
                </c:pt>
                <c:pt idx="181">
                  <c:v>-36.736789998298853</c:v>
                </c:pt>
                <c:pt idx="182">
                  <c:v>-29.663621835398668</c:v>
                </c:pt>
                <c:pt idx="183">
                  <c:v>-30.358796932346667</c:v>
                </c:pt>
                <c:pt idx="184">
                  <c:v>-30.358796932346667</c:v>
                </c:pt>
                <c:pt idx="185">
                  <c:v>-30.358796932346667</c:v>
                </c:pt>
                <c:pt idx="186">
                  <c:v>-22.755589549998799</c:v>
                </c:pt>
                <c:pt idx="187">
                  <c:v>-22.755589549998799</c:v>
                </c:pt>
                <c:pt idx="188">
                  <c:v>-22.755589549998799</c:v>
                </c:pt>
                <c:pt idx="189">
                  <c:v>-22.755589549998799</c:v>
                </c:pt>
                <c:pt idx="190">
                  <c:v>-20.767906818090001</c:v>
                </c:pt>
                <c:pt idx="191">
                  <c:v>-22.232851967804667</c:v>
                </c:pt>
                <c:pt idx="192">
                  <c:v>-20.291754848834</c:v>
                </c:pt>
                <c:pt idx="193">
                  <c:v>-28.187493469679996</c:v>
                </c:pt>
                <c:pt idx="194">
                  <c:v>-28.187493469679996</c:v>
                </c:pt>
                <c:pt idx="195">
                  <c:v>-28.187493469679996</c:v>
                </c:pt>
                <c:pt idx="196">
                  <c:v>-31.411983719115</c:v>
                </c:pt>
                <c:pt idx="197">
                  <c:v>-40.761038902683431</c:v>
                </c:pt>
                <c:pt idx="198">
                  <c:v>-43.807997153990001</c:v>
                </c:pt>
                <c:pt idx="199">
                  <c:v>-43.807997153990001</c:v>
                </c:pt>
                <c:pt idx="200">
                  <c:v>-43.807997153990001</c:v>
                </c:pt>
                <c:pt idx="201">
                  <c:v>-43.807997153990001</c:v>
                </c:pt>
                <c:pt idx="202">
                  <c:v>-43.807997153990001</c:v>
                </c:pt>
                <c:pt idx="203">
                  <c:v>-48.022988235821323</c:v>
                </c:pt>
                <c:pt idx="204">
                  <c:v>-47.39611101387942</c:v>
                </c:pt>
                <c:pt idx="205">
                  <c:v>-42.085805601526495</c:v>
                </c:pt>
                <c:pt idx="206">
                  <c:v>-46.848811620839101</c:v>
                </c:pt>
                <c:pt idx="207">
                  <c:v>-46.848811620839101</c:v>
                </c:pt>
                <c:pt idx="208">
                  <c:v>-46.848811620839101</c:v>
                </c:pt>
                <c:pt idx="209">
                  <c:v>-46.848811620839101</c:v>
                </c:pt>
                <c:pt idx="210">
                  <c:v>-51.35122642862575</c:v>
                </c:pt>
                <c:pt idx="211">
                  <c:v>-56.301160504449435</c:v>
                </c:pt>
                <c:pt idx="212">
                  <c:v>-61.476498279261669</c:v>
                </c:pt>
                <c:pt idx="213">
                  <c:v>-58.659412896162792</c:v>
                </c:pt>
                <c:pt idx="214">
                  <c:v>-58.659412896162792</c:v>
                </c:pt>
                <c:pt idx="215">
                  <c:v>-78.943877897196657</c:v>
                </c:pt>
                <c:pt idx="216">
                  <c:v>-78.943877897196657</c:v>
                </c:pt>
                <c:pt idx="217">
                  <c:v>-75.361579475817194</c:v>
                </c:pt>
                <c:pt idx="218">
                  <c:v>-69.599187866395994</c:v>
                </c:pt>
                <c:pt idx="219">
                  <c:v>-60.291278513739996</c:v>
                </c:pt>
                <c:pt idx="220">
                  <c:v>-60.291278513739996</c:v>
                </c:pt>
                <c:pt idx="221">
                  <c:v>-60.291278513739996</c:v>
                </c:pt>
                <c:pt idx="222">
                  <c:v>-60.291278513739996</c:v>
                </c:pt>
                <c:pt idx="223">
                  <c:v>-58.461046684253134</c:v>
                </c:pt>
                <c:pt idx="224">
                  <c:v>-60.932079851257335</c:v>
                </c:pt>
                <c:pt idx="225">
                  <c:v>-72.135762278497594</c:v>
                </c:pt>
                <c:pt idx="226">
                  <c:v>-70.957436665269597</c:v>
                </c:pt>
                <c:pt idx="227">
                  <c:v>-60.799663655111338</c:v>
                </c:pt>
                <c:pt idx="228">
                  <c:v>-60.799663655111338</c:v>
                </c:pt>
                <c:pt idx="229">
                  <c:v>-60.799663655111338</c:v>
                </c:pt>
                <c:pt idx="230">
                  <c:v>-60.799663655111338</c:v>
                </c:pt>
                <c:pt idx="231">
                  <c:v>-60.799663655111338</c:v>
                </c:pt>
                <c:pt idx="232">
                  <c:v>-53.270691937197434</c:v>
                </c:pt>
                <c:pt idx="233">
                  <c:v>-53.270691937197434</c:v>
                </c:pt>
                <c:pt idx="234">
                  <c:v>-49.780079270350498</c:v>
                </c:pt>
                <c:pt idx="235">
                  <c:v>-31.124918751491141</c:v>
                </c:pt>
                <c:pt idx="236">
                  <c:v>-28.877939893277247</c:v>
                </c:pt>
                <c:pt idx="237">
                  <c:v>-28.877939893277247</c:v>
                </c:pt>
                <c:pt idx="238">
                  <c:v>-28.12787969846114</c:v>
                </c:pt>
                <c:pt idx="239">
                  <c:v>-30.523904356461333</c:v>
                </c:pt>
                <c:pt idx="240">
                  <c:v>-29.533093003280857</c:v>
                </c:pt>
                <c:pt idx="241">
                  <c:v>-29.533093003280857</c:v>
                </c:pt>
                <c:pt idx="242">
                  <c:v>-26.53224124714</c:v>
                </c:pt>
                <c:pt idx="243">
                  <c:v>-23.539753467112568</c:v>
                </c:pt>
                <c:pt idx="244">
                  <c:v>-23.539753467112568</c:v>
                </c:pt>
                <c:pt idx="245">
                  <c:v>-23.539753467112568</c:v>
                </c:pt>
                <c:pt idx="246">
                  <c:v>-16.030400481637713</c:v>
                </c:pt>
                <c:pt idx="247">
                  <c:v>-18.544062299406285</c:v>
                </c:pt>
                <c:pt idx="248">
                  <c:v>-18.544062299406285</c:v>
                </c:pt>
                <c:pt idx="249">
                  <c:v>-18.544062299406285</c:v>
                </c:pt>
                <c:pt idx="250">
                  <c:v>-18.544062299406285</c:v>
                </c:pt>
                <c:pt idx="251">
                  <c:v>-18.544062299406285</c:v>
                </c:pt>
                <c:pt idx="252">
                  <c:v>-20.285262411021666</c:v>
                </c:pt>
                <c:pt idx="253">
                  <c:v>-18.983671098397998</c:v>
                </c:pt>
                <c:pt idx="254">
                  <c:v>-17.673384628070004</c:v>
                </c:pt>
                <c:pt idx="255">
                  <c:v>-17.673384628070004</c:v>
                </c:pt>
                <c:pt idx="256">
                  <c:v>-21.927823520844289</c:v>
                </c:pt>
                <c:pt idx="257">
                  <c:v>-21.927823520844289</c:v>
                </c:pt>
                <c:pt idx="258">
                  <c:v>-21.927823520844289</c:v>
                </c:pt>
                <c:pt idx="259">
                  <c:v>-21.465885203878752</c:v>
                </c:pt>
                <c:pt idx="260">
                  <c:v>-21.162693820975999</c:v>
                </c:pt>
                <c:pt idx="261">
                  <c:v>-22.315344610614002</c:v>
                </c:pt>
                <c:pt idx="262">
                  <c:v>-23.159246446896752</c:v>
                </c:pt>
                <c:pt idx="263">
                  <c:v>-23.159246446896752</c:v>
                </c:pt>
                <c:pt idx="264">
                  <c:v>-25.197831698654003</c:v>
                </c:pt>
                <c:pt idx="265">
                  <c:v>-36.425833299796807</c:v>
                </c:pt>
                <c:pt idx="266">
                  <c:v>-37.52917468745467</c:v>
                </c:pt>
                <c:pt idx="267">
                  <c:v>-38.769517607299008</c:v>
                </c:pt>
                <c:pt idx="268">
                  <c:v>-38.769517607299008</c:v>
                </c:pt>
                <c:pt idx="269">
                  <c:v>-38.769517607299008</c:v>
                </c:pt>
                <c:pt idx="270">
                  <c:v>-36.883356037478229</c:v>
                </c:pt>
                <c:pt idx="271">
                  <c:v>-48.532063010615403</c:v>
                </c:pt>
                <c:pt idx="272">
                  <c:v>-48.532063010615403</c:v>
                </c:pt>
                <c:pt idx="273">
                  <c:v>-52.682945209277563</c:v>
                </c:pt>
                <c:pt idx="274">
                  <c:v>-56.596741206378887</c:v>
                </c:pt>
                <c:pt idx="275">
                  <c:v>-60.485129281942207</c:v>
                </c:pt>
                <c:pt idx="276">
                  <c:v>-72.3443255704492</c:v>
                </c:pt>
                <c:pt idx="277">
                  <c:v>-77.492146541581093</c:v>
                </c:pt>
                <c:pt idx="278">
                  <c:v>-77.492146541581093</c:v>
                </c:pt>
                <c:pt idx="279">
                  <c:v>-77.744779679651103</c:v>
                </c:pt>
                <c:pt idx="280">
                  <c:v>-79.403247952831009</c:v>
                </c:pt>
                <c:pt idx="281">
                  <c:v>-80.680412038187683</c:v>
                </c:pt>
                <c:pt idx="282">
                  <c:v>-86.898859164894191</c:v>
                </c:pt>
                <c:pt idx="283">
                  <c:v>-83.414949990005837</c:v>
                </c:pt>
                <c:pt idx="284">
                  <c:v>-92.998627813100015</c:v>
                </c:pt>
                <c:pt idx="285">
                  <c:v>-84.311050815074836</c:v>
                </c:pt>
                <c:pt idx="286">
                  <c:v>-82.250184485226768</c:v>
                </c:pt>
                <c:pt idx="287">
                  <c:v>-82.250184485226768</c:v>
                </c:pt>
                <c:pt idx="288">
                  <c:v>-84.377888667979576</c:v>
                </c:pt>
                <c:pt idx="289">
                  <c:v>-82.36815718947426</c:v>
                </c:pt>
                <c:pt idx="290">
                  <c:v>-86.694878168800145</c:v>
                </c:pt>
                <c:pt idx="291">
                  <c:v>-81.565989891873244</c:v>
                </c:pt>
                <c:pt idx="292">
                  <c:v>-86.760707749089434</c:v>
                </c:pt>
                <c:pt idx="293">
                  <c:v>-86.760707749089434</c:v>
                </c:pt>
                <c:pt idx="294">
                  <c:v>-89.480919938708766</c:v>
                </c:pt>
                <c:pt idx="295">
                  <c:v>-91.410653151718918</c:v>
                </c:pt>
                <c:pt idx="296">
                  <c:v>-89.730604507341226</c:v>
                </c:pt>
                <c:pt idx="297">
                  <c:v>-86.460625195211335</c:v>
                </c:pt>
                <c:pt idx="298">
                  <c:v>-99.950094121519697</c:v>
                </c:pt>
                <c:pt idx="299">
                  <c:v>-106.52832850632217</c:v>
                </c:pt>
                <c:pt idx="300">
                  <c:v>-107.33577664709601</c:v>
                </c:pt>
                <c:pt idx="301">
                  <c:v>-113.4983673955696</c:v>
                </c:pt>
                <c:pt idx="302">
                  <c:v>-113.4983673955696</c:v>
                </c:pt>
                <c:pt idx="303">
                  <c:v>-121.09908054327356</c:v>
                </c:pt>
                <c:pt idx="304">
                  <c:v>-105.52291002824801</c:v>
                </c:pt>
                <c:pt idx="305">
                  <c:v>-114.5599083150565</c:v>
                </c:pt>
                <c:pt idx="306">
                  <c:v>-122.7084968562003</c:v>
                </c:pt>
                <c:pt idx="307">
                  <c:v>-122.7084968562003</c:v>
                </c:pt>
                <c:pt idx="308">
                  <c:v>-124.48690582493934</c:v>
                </c:pt>
                <c:pt idx="309">
                  <c:v>-138.53790369184722</c:v>
                </c:pt>
                <c:pt idx="310">
                  <c:v>-138.53790369184722</c:v>
                </c:pt>
                <c:pt idx="311">
                  <c:v>-138.53790369184722</c:v>
                </c:pt>
                <c:pt idx="312">
                  <c:v>-113.23074832736401</c:v>
                </c:pt>
                <c:pt idx="313">
                  <c:v>-113.23074832736401</c:v>
                </c:pt>
                <c:pt idx="314">
                  <c:v>-98.755939593774016</c:v>
                </c:pt>
                <c:pt idx="315">
                  <c:v>-84.428624533922005</c:v>
                </c:pt>
                <c:pt idx="316">
                  <c:v>-73.378051312034401</c:v>
                </c:pt>
                <c:pt idx="317">
                  <c:v>-64.796256970122002</c:v>
                </c:pt>
                <c:pt idx="318">
                  <c:v>-49.008728323575333</c:v>
                </c:pt>
                <c:pt idx="319">
                  <c:v>-49.008728323575333</c:v>
                </c:pt>
                <c:pt idx="320">
                  <c:v>-49.008728323575333</c:v>
                </c:pt>
                <c:pt idx="321">
                  <c:v>-43.968996466261146</c:v>
                </c:pt>
                <c:pt idx="322">
                  <c:v>-41.752522811134</c:v>
                </c:pt>
                <c:pt idx="323">
                  <c:v>-44.81076536067178</c:v>
                </c:pt>
                <c:pt idx="324">
                  <c:v>-48.371471911429239</c:v>
                </c:pt>
                <c:pt idx="325">
                  <c:v>-48.371471911429239</c:v>
                </c:pt>
                <c:pt idx="326">
                  <c:v>-44.424899615676878</c:v>
                </c:pt>
                <c:pt idx="327">
                  <c:v>-44.424899615676878</c:v>
                </c:pt>
                <c:pt idx="328">
                  <c:v>-45.222607147884197</c:v>
                </c:pt>
                <c:pt idx="329">
                  <c:v>-45.222607147884197</c:v>
                </c:pt>
                <c:pt idx="330">
                  <c:v>-45.222607147884197</c:v>
                </c:pt>
                <c:pt idx="331">
                  <c:v>-47.523946806611093</c:v>
                </c:pt>
                <c:pt idx="332">
                  <c:v>-49.500715180223807</c:v>
                </c:pt>
                <c:pt idx="333">
                  <c:v>-58.337508553680735</c:v>
                </c:pt>
                <c:pt idx="334">
                  <c:v>-67.551591891950196</c:v>
                </c:pt>
                <c:pt idx="335">
                  <c:v>-82.464604013407268</c:v>
                </c:pt>
                <c:pt idx="336">
                  <c:v>-79.430818777495332</c:v>
                </c:pt>
                <c:pt idx="337">
                  <c:v>-84.662049097216723</c:v>
                </c:pt>
                <c:pt idx="338">
                  <c:v>-94.272962450439479</c:v>
                </c:pt>
                <c:pt idx="339">
                  <c:v>-87.954617278208687</c:v>
                </c:pt>
                <c:pt idx="340">
                  <c:v>-89.370276391348796</c:v>
                </c:pt>
                <c:pt idx="341">
                  <c:v>-88.611042141680016</c:v>
                </c:pt>
                <c:pt idx="342">
                  <c:v>-93.80886171804967</c:v>
                </c:pt>
                <c:pt idx="343">
                  <c:v>-108.56878598809253</c:v>
                </c:pt>
                <c:pt idx="344">
                  <c:v>-108.56878598809253</c:v>
                </c:pt>
                <c:pt idx="345">
                  <c:v>-127.26614014186264</c:v>
                </c:pt>
                <c:pt idx="346">
                  <c:v>-136.80062504954631</c:v>
                </c:pt>
                <c:pt idx="347">
                  <c:v>-138.50083819987597</c:v>
                </c:pt>
                <c:pt idx="348">
                  <c:v>-145.67574347171981</c:v>
                </c:pt>
                <c:pt idx="349">
                  <c:v>-145.67574347171981</c:v>
                </c:pt>
                <c:pt idx="350">
                  <c:v>-138.58929691431752</c:v>
                </c:pt>
                <c:pt idx="351">
                  <c:v>-144.26029304102067</c:v>
                </c:pt>
                <c:pt idx="352">
                  <c:v>-144.26029304102067</c:v>
                </c:pt>
                <c:pt idx="353">
                  <c:v>-149.15297956849531</c:v>
                </c:pt>
                <c:pt idx="354">
                  <c:v>-151.09990383410511</c:v>
                </c:pt>
                <c:pt idx="355">
                  <c:v>-142.10619859399051</c:v>
                </c:pt>
                <c:pt idx="356">
                  <c:v>-150.08625664755363</c:v>
                </c:pt>
                <c:pt idx="357">
                  <c:v>-146.59979666330648</c:v>
                </c:pt>
                <c:pt idx="358">
                  <c:v>-139.33741685360735</c:v>
                </c:pt>
                <c:pt idx="359">
                  <c:v>-150.32692562360165</c:v>
                </c:pt>
                <c:pt idx="360">
                  <c:v>-154.72379961105881</c:v>
                </c:pt>
                <c:pt idx="361">
                  <c:v>-171.48638178154513</c:v>
                </c:pt>
                <c:pt idx="362">
                  <c:v>-187.62127254492503</c:v>
                </c:pt>
                <c:pt idx="363">
                  <c:v>-178.85741958323422</c:v>
                </c:pt>
                <c:pt idx="364">
                  <c:v>-172.860160249882</c:v>
                </c:pt>
                <c:pt idx="365">
                  <c:v>-154.98273727615981</c:v>
                </c:pt>
                <c:pt idx="366">
                  <c:v>-154.98273727615981</c:v>
                </c:pt>
                <c:pt idx="367">
                  <c:v>-148.28954724504061</c:v>
                </c:pt>
                <c:pt idx="368">
                  <c:v>-148.28954724504061</c:v>
                </c:pt>
                <c:pt idx="369">
                  <c:v>-152.0099356094951</c:v>
                </c:pt>
                <c:pt idx="370">
                  <c:v>-153.2092313102462</c:v>
                </c:pt>
                <c:pt idx="371">
                  <c:v>-153.2092313102462</c:v>
                </c:pt>
                <c:pt idx="372">
                  <c:v>-153.2092313102462</c:v>
                </c:pt>
                <c:pt idx="373">
                  <c:v>-147.98838637947622</c:v>
                </c:pt>
                <c:pt idx="374">
                  <c:v>-147.98838637947622</c:v>
                </c:pt>
                <c:pt idx="375">
                  <c:v>-153.35202496977357</c:v>
                </c:pt>
                <c:pt idx="376">
                  <c:v>-155.791050619538</c:v>
                </c:pt>
                <c:pt idx="377">
                  <c:v>-162.58280973138798</c:v>
                </c:pt>
                <c:pt idx="378">
                  <c:v>-136.30040538287545</c:v>
                </c:pt>
                <c:pt idx="379">
                  <c:v>-145.45040250253402</c:v>
                </c:pt>
                <c:pt idx="380">
                  <c:v>-170.89219930842313</c:v>
                </c:pt>
                <c:pt idx="381">
                  <c:v>-170.89219930842313</c:v>
                </c:pt>
                <c:pt idx="382">
                  <c:v>-135.84080540611822</c:v>
                </c:pt>
                <c:pt idx="383">
                  <c:v>-132.97624765931047</c:v>
                </c:pt>
                <c:pt idx="384">
                  <c:v>-142.60577414089951</c:v>
                </c:pt>
                <c:pt idx="385">
                  <c:v>-127.78965753915512</c:v>
                </c:pt>
                <c:pt idx="386">
                  <c:v>-127.78965753915512</c:v>
                </c:pt>
                <c:pt idx="387">
                  <c:v>-126.76076908440001</c:v>
                </c:pt>
                <c:pt idx="388">
                  <c:v>-126.76076908440001</c:v>
                </c:pt>
                <c:pt idx="389">
                  <c:v>-127.83562151148178</c:v>
                </c:pt>
                <c:pt idx="390">
                  <c:v>-135.47205033369801</c:v>
                </c:pt>
                <c:pt idx="391">
                  <c:v>-135.47205033369801</c:v>
                </c:pt>
                <c:pt idx="392">
                  <c:v>-140.4557007873631</c:v>
                </c:pt>
                <c:pt idx="393">
                  <c:v>-146.2208101526368</c:v>
                </c:pt>
                <c:pt idx="394">
                  <c:v>-146.2208101526368</c:v>
                </c:pt>
                <c:pt idx="395">
                  <c:v>-173.74293636125492</c:v>
                </c:pt>
                <c:pt idx="396">
                  <c:v>-198.77441412877033</c:v>
                </c:pt>
                <c:pt idx="397">
                  <c:v>-216.81106446742737</c:v>
                </c:pt>
                <c:pt idx="398">
                  <c:v>-271.50228527767274</c:v>
                </c:pt>
                <c:pt idx="399">
                  <c:v>-310.98406458873859</c:v>
                </c:pt>
                <c:pt idx="400">
                  <c:v>-335.49888178612076</c:v>
                </c:pt>
                <c:pt idx="401">
                  <c:v>-313.26051957979047</c:v>
                </c:pt>
                <c:pt idx="402">
                  <c:v>-336.02111767865125</c:v>
                </c:pt>
                <c:pt idx="403">
                  <c:v>-339.15766497495633</c:v>
                </c:pt>
                <c:pt idx="404">
                  <c:v>-350.63719468310131</c:v>
                </c:pt>
                <c:pt idx="405">
                  <c:v>-379.08523384625977</c:v>
                </c:pt>
                <c:pt idx="406">
                  <c:v>-387.95915329528128</c:v>
                </c:pt>
                <c:pt idx="407">
                  <c:v>-486.42579859836411</c:v>
                </c:pt>
                <c:pt idx="408">
                  <c:v>-478.13085870417581</c:v>
                </c:pt>
                <c:pt idx="409">
                  <c:v>-499.61111775082196</c:v>
                </c:pt>
                <c:pt idx="410">
                  <c:v>-487.37800185901671</c:v>
                </c:pt>
                <c:pt idx="411">
                  <c:v>-487.37800185901671</c:v>
                </c:pt>
                <c:pt idx="412">
                  <c:v>-510.99747089304225</c:v>
                </c:pt>
                <c:pt idx="413">
                  <c:v>-537.07169393078743</c:v>
                </c:pt>
                <c:pt idx="414">
                  <c:v>-537.07169393078743</c:v>
                </c:pt>
                <c:pt idx="415">
                  <c:v>-545.08146624745575</c:v>
                </c:pt>
                <c:pt idx="416">
                  <c:v>-552.17754591505729</c:v>
                </c:pt>
                <c:pt idx="417">
                  <c:v>-531.46653153641057</c:v>
                </c:pt>
                <c:pt idx="418">
                  <c:v>-569.19935056858026</c:v>
                </c:pt>
                <c:pt idx="419">
                  <c:v>-519.70985801948461</c:v>
                </c:pt>
                <c:pt idx="420">
                  <c:v>-500.44215365259356</c:v>
                </c:pt>
                <c:pt idx="421">
                  <c:v>-559.97719649698081</c:v>
                </c:pt>
                <c:pt idx="422">
                  <c:v>-567.1063521891956</c:v>
                </c:pt>
                <c:pt idx="423">
                  <c:v>-638.65022012696465</c:v>
                </c:pt>
                <c:pt idx="424">
                  <c:v>-638.65022012696465</c:v>
                </c:pt>
                <c:pt idx="425">
                  <c:v>-638.65022012696465</c:v>
                </c:pt>
                <c:pt idx="426">
                  <c:v>-616.48279768537225</c:v>
                </c:pt>
                <c:pt idx="427">
                  <c:v>-523.19591132855351</c:v>
                </c:pt>
                <c:pt idx="428">
                  <c:v>-545.03866436409999</c:v>
                </c:pt>
                <c:pt idx="429">
                  <c:v>-602.88326305987823</c:v>
                </c:pt>
                <c:pt idx="430">
                  <c:v>-783.39671613016299</c:v>
                </c:pt>
                <c:pt idx="431">
                  <c:v>-764.83294659007925</c:v>
                </c:pt>
                <c:pt idx="432">
                  <c:v>-764.83294659007925</c:v>
                </c:pt>
                <c:pt idx="433">
                  <c:v>-711.4157741122383</c:v>
                </c:pt>
                <c:pt idx="434">
                  <c:v>-711.4157741122383</c:v>
                </c:pt>
                <c:pt idx="435">
                  <c:v>-711.4157741122383</c:v>
                </c:pt>
                <c:pt idx="436">
                  <c:v>-761.86882144074036</c:v>
                </c:pt>
                <c:pt idx="437">
                  <c:v>-804.07260566307605</c:v>
                </c:pt>
                <c:pt idx="438">
                  <c:v>-775.47913933515395</c:v>
                </c:pt>
                <c:pt idx="439">
                  <c:v>-836.324756162055</c:v>
                </c:pt>
                <c:pt idx="440">
                  <c:v>-836.324756162055</c:v>
                </c:pt>
                <c:pt idx="441">
                  <c:v>-836.324756162055</c:v>
                </c:pt>
                <c:pt idx="442">
                  <c:v>-862.8479009664477</c:v>
                </c:pt>
                <c:pt idx="443">
                  <c:v>-839.85080235210546</c:v>
                </c:pt>
                <c:pt idx="444">
                  <c:v>-839.85080235210546</c:v>
                </c:pt>
                <c:pt idx="445">
                  <c:v>-839.85080235210546</c:v>
                </c:pt>
                <c:pt idx="446">
                  <c:v>-876.71905127718765</c:v>
                </c:pt>
                <c:pt idx="447">
                  <c:v>-876.71905127718765</c:v>
                </c:pt>
                <c:pt idx="448">
                  <c:v>-891.38695329842926</c:v>
                </c:pt>
                <c:pt idx="449">
                  <c:v>-874.75716749387254</c:v>
                </c:pt>
                <c:pt idx="450">
                  <c:v>-725.14084210488033</c:v>
                </c:pt>
                <c:pt idx="451">
                  <c:v>-647.79481996535594</c:v>
                </c:pt>
                <c:pt idx="452">
                  <c:v>-647.79481996535594</c:v>
                </c:pt>
                <c:pt idx="453">
                  <c:v>-731.22153959609318</c:v>
                </c:pt>
                <c:pt idx="454">
                  <c:v>-731.22153959609318</c:v>
                </c:pt>
                <c:pt idx="455">
                  <c:v>-672.80141185241598</c:v>
                </c:pt>
                <c:pt idx="456">
                  <c:v>-554.08183527774713</c:v>
                </c:pt>
                <c:pt idx="457">
                  <c:v>-471.91047312474518</c:v>
                </c:pt>
                <c:pt idx="458">
                  <c:v>-490.82523593075439</c:v>
                </c:pt>
                <c:pt idx="459">
                  <c:v>-490.82523593075439</c:v>
                </c:pt>
                <c:pt idx="460">
                  <c:v>-453.68786364855634</c:v>
                </c:pt>
                <c:pt idx="461">
                  <c:v>-441.42518614117381</c:v>
                </c:pt>
                <c:pt idx="462">
                  <c:v>-441.42518614117381</c:v>
                </c:pt>
                <c:pt idx="463">
                  <c:v>-604.27860184849226</c:v>
                </c:pt>
                <c:pt idx="464">
                  <c:v>-604.27860184849226</c:v>
                </c:pt>
                <c:pt idx="465">
                  <c:v>-604.27860184849226</c:v>
                </c:pt>
                <c:pt idx="466">
                  <c:v>-578.37705631113829</c:v>
                </c:pt>
                <c:pt idx="467">
                  <c:v>-583.57874785659567</c:v>
                </c:pt>
                <c:pt idx="468">
                  <c:v>-537.96946790209279</c:v>
                </c:pt>
                <c:pt idx="469">
                  <c:v>-560.17705155805811</c:v>
                </c:pt>
                <c:pt idx="470">
                  <c:v>-547.45665990820214</c:v>
                </c:pt>
                <c:pt idx="471">
                  <c:v>-586.97766015579589</c:v>
                </c:pt>
                <c:pt idx="472">
                  <c:v>-621.41105035807641</c:v>
                </c:pt>
                <c:pt idx="473">
                  <c:v>-621.41105035807641</c:v>
                </c:pt>
                <c:pt idx="474">
                  <c:v>-601.07830565896154</c:v>
                </c:pt>
                <c:pt idx="475">
                  <c:v>-621.11262679759182</c:v>
                </c:pt>
                <c:pt idx="476">
                  <c:v>-621.11262679759182</c:v>
                </c:pt>
                <c:pt idx="477">
                  <c:v>-614.79043974998524</c:v>
                </c:pt>
                <c:pt idx="478">
                  <c:v>-617.72957872890379</c:v>
                </c:pt>
                <c:pt idx="479">
                  <c:v>-566.15574786577372</c:v>
                </c:pt>
                <c:pt idx="480">
                  <c:v>-599.68495965681427</c:v>
                </c:pt>
                <c:pt idx="481">
                  <c:v>-602.38741712036153</c:v>
                </c:pt>
                <c:pt idx="482">
                  <c:v>-602.38741712036153</c:v>
                </c:pt>
                <c:pt idx="483">
                  <c:v>-429.00295192110752</c:v>
                </c:pt>
                <c:pt idx="484">
                  <c:v>-456.73712105312046</c:v>
                </c:pt>
                <c:pt idx="485">
                  <c:v>-456.73712105312046</c:v>
                </c:pt>
                <c:pt idx="486">
                  <c:v>-494.08538514516573</c:v>
                </c:pt>
                <c:pt idx="487">
                  <c:v>-451.677358466192</c:v>
                </c:pt>
                <c:pt idx="488">
                  <c:v>-483.77933028135067</c:v>
                </c:pt>
                <c:pt idx="489">
                  <c:v>-458.66424171949654</c:v>
                </c:pt>
                <c:pt idx="490">
                  <c:v>-534.18517386894916</c:v>
                </c:pt>
                <c:pt idx="491">
                  <c:v>-534.18517386894916</c:v>
                </c:pt>
                <c:pt idx="492">
                  <c:v>-491.02919601775585</c:v>
                </c:pt>
                <c:pt idx="493">
                  <c:v>-448.19902917304898</c:v>
                </c:pt>
                <c:pt idx="494">
                  <c:v>-455.27712069348411</c:v>
                </c:pt>
                <c:pt idx="495">
                  <c:v>-436.36187245738279</c:v>
                </c:pt>
                <c:pt idx="496">
                  <c:v>-423.20354396496958</c:v>
                </c:pt>
                <c:pt idx="497">
                  <c:v>-439.13737051242657</c:v>
                </c:pt>
                <c:pt idx="498">
                  <c:v>-406.18570941977873</c:v>
                </c:pt>
                <c:pt idx="499">
                  <c:v>-435.83306526855404</c:v>
                </c:pt>
                <c:pt idx="500">
                  <c:v>-435.83306526855404</c:v>
                </c:pt>
                <c:pt idx="501">
                  <c:v>-423.47936841859604</c:v>
                </c:pt>
                <c:pt idx="502">
                  <c:v>-398.57045703783325</c:v>
                </c:pt>
                <c:pt idx="503">
                  <c:v>-418.16290324666176</c:v>
                </c:pt>
                <c:pt idx="504">
                  <c:v>-389.92013234616928</c:v>
                </c:pt>
                <c:pt idx="505">
                  <c:v>-389.92013234616928</c:v>
                </c:pt>
                <c:pt idx="506">
                  <c:v>-343.66788096400433</c:v>
                </c:pt>
                <c:pt idx="507">
                  <c:v>-358.64806451958799</c:v>
                </c:pt>
                <c:pt idx="508">
                  <c:v>-315.17052308972364</c:v>
                </c:pt>
                <c:pt idx="509">
                  <c:v>-314.84628435828648</c:v>
                </c:pt>
                <c:pt idx="510">
                  <c:v>-229.74294684052893</c:v>
                </c:pt>
                <c:pt idx="511">
                  <c:v>-229.74294684052893</c:v>
                </c:pt>
                <c:pt idx="512">
                  <c:v>-229.74294684052893</c:v>
                </c:pt>
                <c:pt idx="513">
                  <c:v>-250.72750545198377</c:v>
                </c:pt>
                <c:pt idx="514">
                  <c:v>-250.72750545198377</c:v>
                </c:pt>
                <c:pt idx="515">
                  <c:v>-251.11840715816314</c:v>
                </c:pt>
                <c:pt idx="516">
                  <c:v>-247.70046673438051</c:v>
                </c:pt>
                <c:pt idx="517">
                  <c:v>-257.31793077657426</c:v>
                </c:pt>
                <c:pt idx="518">
                  <c:v>-292.53966712922715</c:v>
                </c:pt>
                <c:pt idx="519">
                  <c:v>-292.53966712922715</c:v>
                </c:pt>
                <c:pt idx="520">
                  <c:v>-292.53966712922715</c:v>
                </c:pt>
                <c:pt idx="521">
                  <c:v>-295.21475827418544</c:v>
                </c:pt>
                <c:pt idx="522">
                  <c:v>-327.80663124176971</c:v>
                </c:pt>
                <c:pt idx="523">
                  <c:v>-307.77534224426961</c:v>
                </c:pt>
                <c:pt idx="524">
                  <c:v>-292.98848013862499</c:v>
                </c:pt>
                <c:pt idx="525">
                  <c:v>-292.98848013862499</c:v>
                </c:pt>
                <c:pt idx="526">
                  <c:v>-373.34388609274799</c:v>
                </c:pt>
                <c:pt idx="527">
                  <c:v>-373.34388609274799</c:v>
                </c:pt>
                <c:pt idx="528">
                  <c:v>-308.69287642478082</c:v>
                </c:pt>
                <c:pt idx="529">
                  <c:v>-308.04618095285656</c:v>
                </c:pt>
                <c:pt idx="530">
                  <c:v>-353.89395105070525</c:v>
                </c:pt>
                <c:pt idx="531">
                  <c:v>-353.89395105070525</c:v>
                </c:pt>
                <c:pt idx="532">
                  <c:v>-353.89395105070525</c:v>
                </c:pt>
                <c:pt idx="533">
                  <c:v>-296.09733839080837</c:v>
                </c:pt>
                <c:pt idx="534">
                  <c:v>-296.09733839080837</c:v>
                </c:pt>
                <c:pt idx="535">
                  <c:v>-311.39906579362321</c:v>
                </c:pt>
                <c:pt idx="536">
                  <c:v>-311.39906579362321</c:v>
                </c:pt>
                <c:pt idx="537">
                  <c:v>-316.72685582405717</c:v>
                </c:pt>
                <c:pt idx="538">
                  <c:v>-316.72685582405717</c:v>
                </c:pt>
                <c:pt idx="539">
                  <c:v>-316.72685582405717</c:v>
                </c:pt>
                <c:pt idx="540">
                  <c:v>-316.72685582405717</c:v>
                </c:pt>
                <c:pt idx="541">
                  <c:v>-330.02126543897629</c:v>
                </c:pt>
                <c:pt idx="542">
                  <c:v>-319.01543280062225</c:v>
                </c:pt>
                <c:pt idx="543">
                  <c:v>-318.60436113342757</c:v>
                </c:pt>
                <c:pt idx="544">
                  <c:v>-318.60436113342757</c:v>
                </c:pt>
                <c:pt idx="545">
                  <c:v>-318.60436113342757</c:v>
                </c:pt>
                <c:pt idx="546">
                  <c:v>-295.28327115751131</c:v>
                </c:pt>
                <c:pt idx="547">
                  <c:v>-295.28327115751131</c:v>
                </c:pt>
                <c:pt idx="548">
                  <c:v>-325.93257533308622</c:v>
                </c:pt>
                <c:pt idx="549">
                  <c:v>-290.83724806343179</c:v>
                </c:pt>
                <c:pt idx="550">
                  <c:v>-250.99244332550845</c:v>
                </c:pt>
                <c:pt idx="551">
                  <c:v>-250.99244332550845</c:v>
                </c:pt>
                <c:pt idx="552">
                  <c:v>-233.01787455616721</c:v>
                </c:pt>
                <c:pt idx="553">
                  <c:v>-254.9786186498568</c:v>
                </c:pt>
                <c:pt idx="554">
                  <c:v>-254.9786186498568</c:v>
                </c:pt>
                <c:pt idx="555">
                  <c:v>-214.98610877288056</c:v>
                </c:pt>
                <c:pt idx="556">
                  <c:v>-201.37794131620777</c:v>
                </c:pt>
                <c:pt idx="557">
                  <c:v>-169.97357104563579</c:v>
                </c:pt>
                <c:pt idx="558">
                  <c:v>-166.63470548019257</c:v>
                </c:pt>
                <c:pt idx="559">
                  <c:v>-177.88613187726733</c:v>
                </c:pt>
                <c:pt idx="560">
                  <c:v>-169.43565065973539</c:v>
                </c:pt>
                <c:pt idx="561">
                  <c:v>-154.70919143599551</c:v>
                </c:pt>
                <c:pt idx="562">
                  <c:v>-146.77597208180021</c:v>
                </c:pt>
                <c:pt idx="563">
                  <c:v>-162.33087508729852</c:v>
                </c:pt>
                <c:pt idx="564">
                  <c:v>-162.33087508729852</c:v>
                </c:pt>
                <c:pt idx="565">
                  <c:v>-162.33087508729852</c:v>
                </c:pt>
                <c:pt idx="566">
                  <c:v>-183.54107296367891</c:v>
                </c:pt>
                <c:pt idx="567">
                  <c:v>-173.20710984770233</c:v>
                </c:pt>
                <c:pt idx="568">
                  <c:v>-173.17786671657262</c:v>
                </c:pt>
                <c:pt idx="569">
                  <c:v>-186.76980311743731</c:v>
                </c:pt>
                <c:pt idx="570">
                  <c:v>-196.69549167915014</c:v>
                </c:pt>
                <c:pt idx="571">
                  <c:v>-192.75404037172999</c:v>
                </c:pt>
                <c:pt idx="572">
                  <c:v>-202.87964743336616</c:v>
                </c:pt>
                <c:pt idx="573">
                  <c:v>-190.84939414729317</c:v>
                </c:pt>
                <c:pt idx="574">
                  <c:v>-211.95295858576262</c:v>
                </c:pt>
                <c:pt idx="575">
                  <c:v>-213.48491854327582</c:v>
                </c:pt>
                <c:pt idx="576">
                  <c:v>-217.58256555951951</c:v>
                </c:pt>
                <c:pt idx="577">
                  <c:v>-217.58256555951951</c:v>
                </c:pt>
                <c:pt idx="578">
                  <c:v>-224.61060853733281</c:v>
                </c:pt>
                <c:pt idx="579">
                  <c:v>-217.60686183662759</c:v>
                </c:pt>
                <c:pt idx="580">
                  <c:v>-232.56456041535517</c:v>
                </c:pt>
                <c:pt idx="581">
                  <c:v>-232.56456041535517</c:v>
                </c:pt>
                <c:pt idx="582">
                  <c:v>-217.96857477896216</c:v>
                </c:pt>
                <c:pt idx="583">
                  <c:v>-192.40875944864837</c:v>
                </c:pt>
                <c:pt idx="584">
                  <c:v>-224.3754235489325</c:v>
                </c:pt>
                <c:pt idx="585">
                  <c:v>-224.3754235489325</c:v>
                </c:pt>
                <c:pt idx="586">
                  <c:v>-210.34319076607969</c:v>
                </c:pt>
                <c:pt idx="587">
                  <c:v>-215.41610288485808</c:v>
                </c:pt>
                <c:pt idx="588">
                  <c:v>-244.43320298532703</c:v>
                </c:pt>
                <c:pt idx="589">
                  <c:v>-244.43320298532703</c:v>
                </c:pt>
                <c:pt idx="590">
                  <c:v>-240.50660984823</c:v>
                </c:pt>
                <c:pt idx="591">
                  <c:v>-323.52716414553055</c:v>
                </c:pt>
                <c:pt idx="592">
                  <c:v>-323.52716414553055</c:v>
                </c:pt>
                <c:pt idx="593">
                  <c:v>-417.96203910647472</c:v>
                </c:pt>
                <c:pt idx="594">
                  <c:v>-413.66806703911823</c:v>
                </c:pt>
                <c:pt idx="595">
                  <c:v>-452.71489265418785</c:v>
                </c:pt>
                <c:pt idx="596">
                  <c:v>-483.9306831120831</c:v>
                </c:pt>
                <c:pt idx="597">
                  <c:v>-483.9306831120831</c:v>
                </c:pt>
                <c:pt idx="598">
                  <c:v>-483.9306831120831</c:v>
                </c:pt>
                <c:pt idx="599">
                  <c:v>-483.9306831120831</c:v>
                </c:pt>
                <c:pt idx="600">
                  <c:v>-448.13674421995768</c:v>
                </c:pt>
                <c:pt idx="601">
                  <c:v>-418.71246140168859</c:v>
                </c:pt>
                <c:pt idx="602">
                  <c:v>-426.23340736241516</c:v>
                </c:pt>
                <c:pt idx="603">
                  <c:v>-491.79496370264843</c:v>
                </c:pt>
                <c:pt idx="604">
                  <c:v>-484.13916688906579</c:v>
                </c:pt>
                <c:pt idx="605">
                  <c:v>-484.13916688906579</c:v>
                </c:pt>
                <c:pt idx="606">
                  <c:v>-482.21917329628991</c:v>
                </c:pt>
                <c:pt idx="607">
                  <c:v>-518.40024452618877</c:v>
                </c:pt>
                <c:pt idx="608">
                  <c:v>-494.57136576992946</c:v>
                </c:pt>
                <c:pt idx="609">
                  <c:v>-494.57136576992946</c:v>
                </c:pt>
                <c:pt idx="610">
                  <c:v>-521.67141375590154</c:v>
                </c:pt>
                <c:pt idx="611">
                  <c:v>-428.17649889592047</c:v>
                </c:pt>
                <c:pt idx="612">
                  <c:v>-428.17649889592047</c:v>
                </c:pt>
                <c:pt idx="613">
                  <c:v>-293.94787095100736</c:v>
                </c:pt>
                <c:pt idx="614">
                  <c:v>-293.94787095100736</c:v>
                </c:pt>
                <c:pt idx="615">
                  <c:v>-300.20765139155003</c:v>
                </c:pt>
                <c:pt idx="616">
                  <c:v>-346.33718073682286</c:v>
                </c:pt>
                <c:pt idx="617">
                  <c:v>-359.4155701076935</c:v>
                </c:pt>
                <c:pt idx="618">
                  <c:v>-342.71189562455038</c:v>
                </c:pt>
                <c:pt idx="619">
                  <c:v>-342.71189562455038</c:v>
                </c:pt>
                <c:pt idx="620">
                  <c:v>-365.66776292690002</c:v>
                </c:pt>
                <c:pt idx="621">
                  <c:v>-392.73000417951727</c:v>
                </c:pt>
                <c:pt idx="622">
                  <c:v>-383.65882741803046</c:v>
                </c:pt>
                <c:pt idx="623">
                  <c:v>-316.06531620828935</c:v>
                </c:pt>
                <c:pt idx="624">
                  <c:v>-316.06531620828935</c:v>
                </c:pt>
                <c:pt idx="625">
                  <c:v>-286.01427783675405</c:v>
                </c:pt>
                <c:pt idx="626">
                  <c:v>-297.43960904156478</c:v>
                </c:pt>
                <c:pt idx="627">
                  <c:v>-317.01963508337309</c:v>
                </c:pt>
                <c:pt idx="628">
                  <c:v>-303.31177316645312</c:v>
                </c:pt>
                <c:pt idx="629">
                  <c:v>-284.96358558117367</c:v>
                </c:pt>
                <c:pt idx="630">
                  <c:v>-329.80217735720646</c:v>
                </c:pt>
                <c:pt idx="631">
                  <c:v>-332.26493859443502</c:v>
                </c:pt>
                <c:pt idx="632">
                  <c:v>-332.26493859443502</c:v>
                </c:pt>
                <c:pt idx="633">
                  <c:v>-361.78724895552392</c:v>
                </c:pt>
                <c:pt idx="634">
                  <c:v>-385.12872020492728</c:v>
                </c:pt>
                <c:pt idx="635">
                  <c:v>-387.72717882751755</c:v>
                </c:pt>
                <c:pt idx="636">
                  <c:v>-308.16425465565067</c:v>
                </c:pt>
                <c:pt idx="637">
                  <c:v>-332.5041007314087</c:v>
                </c:pt>
                <c:pt idx="638">
                  <c:v>-349.85736317355196</c:v>
                </c:pt>
                <c:pt idx="639">
                  <c:v>-368.3196686022909</c:v>
                </c:pt>
                <c:pt idx="640">
                  <c:v>-368.3196686022909</c:v>
                </c:pt>
                <c:pt idx="641">
                  <c:v>-368.3196686022909</c:v>
                </c:pt>
                <c:pt idx="642">
                  <c:v>-397.9968052296316</c:v>
                </c:pt>
                <c:pt idx="643">
                  <c:v>-397.9968052296316</c:v>
                </c:pt>
                <c:pt idx="644">
                  <c:v>-369.16557065058731</c:v>
                </c:pt>
                <c:pt idx="645">
                  <c:v>-392.77494583965057</c:v>
                </c:pt>
                <c:pt idx="646">
                  <c:v>-402.23975762149422</c:v>
                </c:pt>
                <c:pt idx="647">
                  <c:v>-391.18174383349805</c:v>
                </c:pt>
                <c:pt idx="648">
                  <c:v>-419.98450629278341</c:v>
                </c:pt>
                <c:pt idx="649">
                  <c:v>-462.09087931149384</c:v>
                </c:pt>
                <c:pt idx="650">
                  <c:v>-404.12310797462152</c:v>
                </c:pt>
                <c:pt idx="651">
                  <c:v>-404.12310797462152</c:v>
                </c:pt>
                <c:pt idx="652">
                  <c:v>-397.79782526385532</c:v>
                </c:pt>
                <c:pt idx="653">
                  <c:v>-397.79782526385532</c:v>
                </c:pt>
                <c:pt idx="654">
                  <c:v>-318.08637341642304</c:v>
                </c:pt>
                <c:pt idx="655">
                  <c:v>-316.02749479421249</c:v>
                </c:pt>
                <c:pt idx="656">
                  <c:v>-317.32788036733979</c:v>
                </c:pt>
                <c:pt idx="657">
                  <c:v>-242.65631415046821</c:v>
                </c:pt>
                <c:pt idx="658">
                  <c:v>-238.81870869020139</c:v>
                </c:pt>
                <c:pt idx="659">
                  <c:v>-203.9160404458149</c:v>
                </c:pt>
                <c:pt idx="660">
                  <c:v>-239.58674859678499</c:v>
                </c:pt>
                <c:pt idx="661">
                  <c:v>-231.64912163484524</c:v>
                </c:pt>
                <c:pt idx="662">
                  <c:v>-215.00352624103746</c:v>
                </c:pt>
                <c:pt idx="663">
                  <c:v>-215.00352624103746</c:v>
                </c:pt>
                <c:pt idx="664">
                  <c:v>-249.89945173804145</c:v>
                </c:pt>
                <c:pt idx="665">
                  <c:v>-232.07024242628481</c:v>
                </c:pt>
                <c:pt idx="666">
                  <c:v>-207.42586775594702</c:v>
                </c:pt>
                <c:pt idx="667">
                  <c:v>-198.99639948826828</c:v>
                </c:pt>
                <c:pt idx="668">
                  <c:v>-240.69268075103656</c:v>
                </c:pt>
                <c:pt idx="669">
                  <c:v>-240.69268075103656</c:v>
                </c:pt>
                <c:pt idx="670">
                  <c:v>-240.69268075103656</c:v>
                </c:pt>
                <c:pt idx="671">
                  <c:v>-230.96355062099468</c:v>
                </c:pt>
                <c:pt idx="672">
                  <c:v>-213.134253917449</c:v>
                </c:pt>
                <c:pt idx="673">
                  <c:v>-213.134253917449</c:v>
                </c:pt>
                <c:pt idx="674">
                  <c:v>-213.69605179680184</c:v>
                </c:pt>
                <c:pt idx="675">
                  <c:v>-207.09140456451522</c:v>
                </c:pt>
                <c:pt idx="676">
                  <c:v>-217.3953321867169</c:v>
                </c:pt>
                <c:pt idx="677">
                  <c:v>-228.35380364411881</c:v>
                </c:pt>
                <c:pt idx="678">
                  <c:v>-230.54230765287511</c:v>
                </c:pt>
                <c:pt idx="679">
                  <c:v>-242.84212637036936</c:v>
                </c:pt>
                <c:pt idx="680">
                  <c:v>-213.95294495353781</c:v>
                </c:pt>
                <c:pt idx="681">
                  <c:v>-220.12095424734679</c:v>
                </c:pt>
                <c:pt idx="682">
                  <c:v>-239.87723075252001</c:v>
                </c:pt>
                <c:pt idx="683">
                  <c:v>-240.32353271287911</c:v>
                </c:pt>
                <c:pt idx="684">
                  <c:v>-214.39545290174777</c:v>
                </c:pt>
                <c:pt idx="685">
                  <c:v>-231.40522013176957</c:v>
                </c:pt>
                <c:pt idx="686">
                  <c:v>-231.40522013176957</c:v>
                </c:pt>
                <c:pt idx="687">
                  <c:v>-228.95401448520954</c:v>
                </c:pt>
                <c:pt idx="688">
                  <c:v>-164.94225930782875</c:v>
                </c:pt>
                <c:pt idx="689">
                  <c:v>-179.50625250362555</c:v>
                </c:pt>
                <c:pt idx="690">
                  <c:v>-168.2835142892566</c:v>
                </c:pt>
                <c:pt idx="691">
                  <c:v>-225.58535776478683</c:v>
                </c:pt>
                <c:pt idx="692">
                  <c:v>-249.8122178236402</c:v>
                </c:pt>
                <c:pt idx="693">
                  <c:v>-232.86681541554782</c:v>
                </c:pt>
                <c:pt idx="694">
                  <c:v>-246.62691546710366</c:v>
                </c:pt>
                <c:pt idx="695">
                  <c:v>-246.62691546710366</c:v>
                </c:pt>
                <c:pt idx="696">
                  <c:v>-255.04148307895804</c:v>
                </c:pt>
                <c:pt idx="697">
                  <c:v>-255.04148307895804</c:v>
                </c:pt>
                <c:pt idx="698">
                  <c:v>-267.21640517428472</c:v>
                </c:pt>
                <c:pt idx="699">
                  <c:v>-240.80362819486163</c:v>
                </c:pt>
                <c:pt idx="700">
                  <c:v>-251.63073439616167</c:v>
                </c:pt>
                <c:pt idx="701">
                  <c:v>-256.89737602633846</c:v>
                </c:pt>
                <c:pt idx="702">
                  <c:v>-259.18342886512636</c:v>
                </c:pt>
                <c:pt idx="703">
                  <c:v>-297.34196516877051</c:v>
                </c:pt>
                <c:pt idx="704">
                  <c:v>-297.34196516877051</c:v>
                </c:pt>
                <c:pt idx="705">
                  <c:v>-297.34196516877051</c:v>
                </c:pt>
                <c:pt idx="706">
                  <c:v>-297.34196516877051</c:v>
                </c:pt>
                <c:pt idx="707">
                  <c:v>-322.42755323267602</c:v>
                </c:pt>
                <c:pt idx="708">
                  <c:v>-322.42755323267602</c:v>
                </c:pt>
                <c:pt idx="709">
                  <c:v>-319.23781547565483</c:v>
                </c:pt>
                <c:pt idx="710">
                  <c:v>-342.14317412253837</c:v>
                </c:pt>
                <c:pt idx="711">
                  <c:v>-308.60716216621699</c:v>
                </c:pt>
                <c:pt idx="712">
                  <c:v>-331.54888234864421</c:v>
                </c:pt>
                <c:pt idx="713">
                  <c:v>-348.85207006308667</c:v>
                </c:pt>
                <c:pt idx="714">
                  <c:v>-341.18878878589385</c:v>
                </c:pt>
                <c:pt idx="715">
                  <c:v>-329.97144800358058</c:v>
                </c:pt>
                <c:pt idx="716">
                  <c:v>-329.97144800358058</c:v>
                </c:pt>
                <c:pt idx="717">
                  <c:v>-346.97980967978356</c:v>
                </c:pt>
                <c:pt idx="718">
                  <c:v>-331.19528907451416</c:v>
                </c:pt>
                <c:pt idx="719">
                  <c:v>-353.34035303681986</c:v>
                </c:pt>
                <c:pt idx="720">
                  <c:v>-351.60149807945561</c:v>
                </c:pt>
                <c:pt idx="721">
                  <c:v>-331.61136853151999</c:v>
                </c:pt>
                <c:pt idx="722">
                  <c:v>-331.61136853151999</c:v>
                </c:pt>
                <c:pt idx="723">
                  <c:v>-290.38052192833328</c:v>
                </c:pt>
                <c:pt idx="724">
                  <c:v>-273.39452848693753</c:v>
                </c:pt>
                <c:pt idx="725">
                  <c:v>-273.39452848693753</c:v>
                </c:pt>
                <c:pt idx="726">
                  <c:v>-274.68674051472101</c:v>
                </c:pt>
                <c:pt idx="727">
                  <c:v>-263.63156911703038</c:v>
                </c:pt>
                <c:pt idx="728">
                  <c:v>-246.94239797054959</c:v>
                </c:pt>
                <c:pt idx="729">
                  <c:v>-245.86250326902996</c:v>
                </c:pt>
                <c:pt idx="730">
                  <c:v>-234.38112465826725</c:v>
                </c:pt>
                <c:pt idx="731">
                  <c:v>-234.38112465826725</c:v>
                </c:pt>
                <c:pt idx="732">
                  <c:v>-200.2595876389282</c:v>
                </c:pt>
                <c:pt idx="733">
                  <c:v>-196.23902310113712</c:v>
                </c:pt>
                <c:pt idx="734">
                  <c:v>-209.92055757940025</c:v>
                </c:pt>
                <c:pt idx="735">
                  <c:v>-208.79520292210773</c:v>
                </c:pt>
                <c:pt idx="736">
                  <c:v>-208.79520292210773</c:v>
                </c:pt>
                <c:pt idx="737">
                  <c:v>-154.58243872278965</c:v>
                </c:pt>
                <c:pt idx="738">
                  <c:v>-151.49661308151366</c:v>
                </c:pt>
                <c:pt idx="739">
                  <c:v>-166.81946505506656</c:v>
                </c:pt>
                <c:pt idx="740">
                  <c:v>-166.81946505506656</c:v>
                </c:pt>
                <c:pt idx="741">
                  <c:v>-174.59007921272701</c:v>
                </c:pt>
                <c:pt idx="742">
                  <c:v>-208.37321850435771</c:v>
                </c:pt>
                <c:pt idx="743">
                  <c:v>-208.37321850435771</c:v>
                </c:pt>
                <c:pt idx="744">
                  <c:v>-193.78012367024826</c:v>
                </c:pt>
                <c:pt idx="745">
                  <c:v>-193.78012367024826</c:v>
                </c:pt>
                <c:pt idx="746">
                  <c:v>-178.1420008165303</c:v>
                </c:pt>
                <c:pt idx="747">
                  <c:v>-178.1420008165303</c:v>
                </c:pt>
                <c:pt idx="748">
                  <c:v>-200.94248251342697</c:v>
                </c:pt>
                <c:pt idx="749">
                  <c:v>-198.1417086153854</c:v>
                </c:pt>
                <c:pt idx="750">
                  <c:v>-184.05663297586256</c:v>
                </c:pt>
                <c:pt idx="751">
                  <c:v>-194.17627928886071</c:v>
                </c:pt>
                <c:pt idx="752">
                  <c:v>-188.05256994260509</c:v>
                </c:pt>
                <c:pt idx="753">
                  <c:v>-188.05256994260509</c:v>
                </c:pt>
                <c:pt idx="754">
                  <c:v>-191.09661689860457</c:v>
                </c:pt>
                <c:pt idx="755">
                  <c:v>-191.09661689860457</c:v>
                </c:pt>
                <c:pt idx="756">
                  <c:v>-215.58240240077177</c:v>
                </c:pt>
                <c:pt idx="757">
                  <c:v>-208.27577839267545</c:v>
                </c:pt>
                <c:pt idx="758">
                  <c:v>-197.70534138908928</c:v>
                </c:pt>
                <c:pt idx="759">
                  <c:v>-192.15522907024433</c:v>
                </c:pt>
                <c:pt idx="760">
                  <c:v>-181.01733920840397</c:v>
                </c:pt>
                <c:pt idx="761">
                  <c:v>-181.01733920840397</c:v>
                </c:pt>
                <c:pt idx="762">
                  <c:v>-167.56705417078049</c:v>
                </c:pt>
                <c:pt idx="763">
                  <c:v>-179.05006805140661</c:v>
                </c:pt>
                <c:pt idx="764">
                  <c:v>-205.95187190691357</c:v>
                </c:pt>
                <c:pt idx="765">
                  <c:v>-205.65177355762259</c:v>
                </c:pt>
                <c:pt idx="766">
                  <c:v>-205.65177355762259</c:v>
                </c:pt>
                <c:pt idx="767">
                  <c:v>-205.65177355762259</c:v>
                </c:pt>
                <c:pt idx="768">
                  <c:v>-194.43064096528605</c:v>
                </c:pt>
                <c:pt idx="769">
                  <c:v>-186.28589366604089</c:v>
                </c:pt>
                <c:pt idx="770">
                  <c:v>-193.03285670972031</c:v>
                </c:pt>
                <c:pt idx="771">
                  <c:v>-196.89045112549115</c:v>
                </c:pt>
                <c:pt idx="772">
                  <c:v>-192.67588290629686</c:v>
                </c:pt>
                <c:pt idx="773">
                  <c:v>-183.12105397332667</c:v>
                </c:pt>
                <c:pt idx="774">
                  <c:v>-180.59448357837854</c:v>
                </c:pt>
                <c:pt idx="775">
                  <c:v>-173.32988525404519</c:v>
                </c:pt>
                <c:pt idx="776">
                  <c:v>-152.82200152773103</c:v>
                </c:pt>
                <c:pt idx="777">
                  <c:v>-154.73885439112445</c:v>
                </c:pt>
                <c:pt idx="778">
                  <c:v>-163.11782717591566</c:v>
                </c:pt>
                <c:pt idx="779">
                  <c:v>-163.11782717591566</c:v>
                </c:pt>
                <c:pt idx="780">
                  <c:v>-172.6284886711662</c:v>
                </c:pt>
                <c:pt idx="781">
                  <c:v>-172.6284886711662</c:v>
                </c:pt>
                <c:pt idx="782">
                  <c:v>-167.7933629252062</c:v>
                </c:pt>
                <c:pt idx="783">
                  <c:v>-152.88807575583479</c:v>
                </c:pt>
                <c:pt idx="784">
                  <c:v>-133.33818501533202</c:v>
                </c:pt>
                <c:pt idx="785">
                  <c:v>-132.78329149479799</c:v>
                </c:pt>
                <c:pt idx="786">
                  <c:v>-132.78329149479799</c:v>
                </c:pt>
                <c:pt idx="787">
                  <c:v>-132.78329149479799</c:v>
                </c:pt>
                <c:pt idx="788">
                  <c:v>-154.772834211701</c:v>
                </c:pt>
                <c:pt idx="789">
                  <c:v>-164.49085989770069</c:v>
                </c:pt>
                <c:pt idx="790">
                  <c:v>-170.62355592422676</c:v>
                </c:pt>
                <c:pt idx="791">
                  <c:v>-174.11958126369876</c:v>
                </c:pt>
                <c:pt idx="792">
                  <c:v>-167.99166063695876</c:v>
                </c:pt>
                <c:pt idx="793">
                  <c:v>-169.95576052428277</c:v>
                </c:pt>
                <c:pt idx="794">
                  <c:v>-180.34966391445693</c:v>
                </c:pt>
                <c:pt idx="795">
                  <c:v>-193.94018331459176</c:v>
                </c:pt>
                <c:pt idx="796">
                  <c:v>-193.94018331459176</c:v>
                </c:pt>
                <c:pt idx="797">
                  <c:v>-216.25028928017755</c:v>
                </c:pt>
                <c:pt idx="798">
                  <c:v>-236.52197903034002</c:v>
                </c:pt>
                <c:pt idx="799">
                  <c:v>-236.52197903034002</c:v>
                </c:pt>
                <c:pt idx="800">
                  <c:v>-259.19765381722038</c:v>
                </c:pt>
                <c:pt idx="801">
                  <c:v>-255.41710862290736</c:v>
                </c:pt>
                <c:pt idx="802">
                  <c:v>-246.47576300005889</c:v>
                </c:pt>
                <c:pt idx="803">
                  <c:v>-246.47576300005889</c:v>
                </c:pt>
                <c:pt idx="804">
                  <c:v>-253.19233541895773</c:v>
                </c:pt>
                <c:pt idx="805">
                  <c:v>-258.89141297970343</c:v>
                </c:pt>
                <c:pt idx="806">
                  <c:v>-258.89141297970343</c:v>
                </c:pt>
                <c:pt idx="807">
                  <c:v>-258.89141297970343</c:v>
                </c:pt>
                <c:pt idx="808">
                  <c:v>-252.93982657674641</c:v>
                </c:pt>
                <c:pt idx="809">
                  <c:v>-255.54712615028293</c:v>
                </c:pt>
                <c:pt idx="810">
                  <c:v>-240.90500225483402</c:v>
                </c:pt>
                <c:pt idx="811">
                  <c:v>-263.91429915213354</c:v>
                </c:pt>
                <c:pt idx="812">
                  <c:v>-328.85717664359146</c:v>
                </c:pt>
                <c:pt idx="813">
                  <c:v>-330.05107572635183</c:v>
                </c:pt>
                <c:pt idx="814">
                  <c:v>-336.10109251639744</c:v>
                </c:pt>
                <c:pt idx="815">
                  <c:v>-336.10109251639744</c:v>
                </c:pt>
                <c:pt idx="816">
                  <c:v>-336.10109251639744</c:v>
                </c:pt>
                <c:pt idx="817">
                  <c:v>-387.17464804785703</c:v>
                </c:pt>
                <c:pt idx="818">
                  <c:v>-359.22465312956109</c:v>
                </c:pt>
                <c:pt idx="819">
                  <c:v>-359.22465312956109</c:v>
                </c:pt>
                <c:pt idx="820">
                  <c:v>-321.31046653694949</c:v>
                </c:pt>
                <c:pt idx="821">
                  <c:v>-384.13854721062728</c:v>
                </c:pt>
                <c:pt idx="822">
                  <c:v>-413.63379161939821</c:v>
                </c:pt>
                <c:pt idx="823">
                  <c:v>-413.63379161939821</c:v>
                </c:pt>
                <c:pt idx="824">
                  <c:v>-410.31706614051836</c:v>
                </c:pt>
                <c:pt idx="825">
                  <c:v>-410.31706614051836</c:v>
                </c:pt>
                <c:pt idx="826">
                  <c:v>-410.31706614051836</c:v>
                </c:pt>
                <c:pt idx="827">
                  <c:v>-408.40835332518117</c:v>
                </c:pt>
                <c:pt idx="828">
                  <c:v>-407.41460648196249</c:v>
                </c:pt>
                <c:pt idx="829">
                  <c:v>-418.85046871799108</c:v>
                </c:pt>
                <c:pt idx="830">
                  <c:v>-430.08853493743078</c:v>
                </c:pt>
                <c:pt idx="831">
                  <c:v>-410.7873993527727</c:v>
                </c:pt>
                <c:pt idx="832">
                  <c:v>-350.26661158168548</c:v>
                </c:pt>
                <c:pt idx="833">
                  <c:v>-376.0498080935165</c:v>
                </c:pt>
                <c:pt idx="834">
                  <c:v>-376.0498080935165</c:v>
                </c:pt>
                <c:pt idx="835">
                  <c:v>-376.0498080935165</c:v>
                </c:pt>
                <c:pt idx="836">
                  <c:v>-447.75674578867887</c:v>
                </c:pt>
                <c:pt idx="837">
                  <c:v>-396.8783955824548</c:v>
                </c:pt>
                <c:pt idx="838">
                  <c:v>-428.58519034933357</c:v>
                </c:pt>
                <c:pt idx="839">
                  <c:v>-428.58519034933357</c:v>
                </c:pt>
                <c:pt idx="840">
                  <c:v>-473.54604549708824</c:v>
                </c:pt>
                <c:pt idx="841">
                  <c:v>-372.37155949254827</c:v>
                </c:pt>
                <c:pt idx="842">
                  <c:v>-342.00887913427221</c:v>
                </c:pt>
                <c:pt idx="843">
                  <c:v>-342.00887913427221</c:v>
                </c:pt>
                <c:pt idx="844">
                  <c:v>-389.85568833945717</c:v>
                </c:pt>
                <c:pt idx="845">
                  <c:v>-389.85568833945717</c:v>
                </c:pt>
                <c:pt idx="846">
                  <c:v>-389.85568833945717</c:v>
                </c:pt>
                <c:pt idx="847">
                  <c:v>-390.16108533733029</c:v>
                </c:pt>
                <c:pt idx="848">
                  <c:v>-416.15376589762809</c:v>
                </c:pt>
                <c:pt idx="849">
                  <c:v>-416.15376589762809</c:v>
                </c:pt>
                <c:pt idx="850">
                  <c:v>-451.60266557744404</c:v>
                </c:pt>
                <c:pt idx="851">
                  <c:v>-423.9929286282163</c:v>
                </c:pt>
                <c:pt idx="852">
                  <c:v>-460.4680455201617</c:v>
                </c:pt>
                <c:pt idx="853">
                  <c:v>-544.06617173200175</c:v>
                </c:pt>
                <c:pt idx="854">
                  <c:v>-622.28571841255086</c:v>
                </c:pt>
                <c:pt idx="855">
                  <c:v>-622.28571841255086</c:v>
                </c:pt>
                <c:pt idx="856">
                  <c:v>-522.02856858402777</c:v>
                </c:pt>
                <c:pt idx="857">
                  <c:v>-506.61853947354734</c:v>
                </c:pt>
                <c:pt idx="858">
                  <c:v>-555.74134646117659</c:v>
                </c:pt>
                <c:pt idx="859">
                  <c:v>-555.74134646117659</c:v>
                </c:pt>
                <c:pt idx="860">
                  <c:v>-515.84798369601413</c:v>
                </c:pt>
                <c:pt idx="861">
                  <c:v>-562.54841401117119</c:v>
                </c:pt>
                <c:pt idx="862">
                  <c:v>-603.18603408038371</c:v>
                </c:pt>
                <c:pt idx="863">
                  <c:v>-681.95105152719407</c:v>
                </c:pt>
                <c:pt idx="864">
                  <c:v>-702.01179561180527</c:v>
                </c:pt>
                <c:pt idx="865">
                  <c:v>-717.29814166461119</c:v>
                </c:pt>
                <c:pt idx="866">
                  <c:v>-699.79145829065658</c:v>
                </c:pt>
                <c:pt idx="867">
                  <c:v>-651.31174251842151</c:v>
                </c:pt>
                <c:pt idx="868">
                  <c:v>-651.31174251842151</c:v>
                </c:pt>
                <c:pt idx="869">
                  <c:v>-651.31174251842151</c:v>
                </c:pt>
                <c:pt idx="870">
                  <c:v>-632.2100397416699</c:v>
                </c:pt>
                <c:pt idx="871">
                  <c:v>-619.13204694786771</c:v>
                </c:pt>
                <c:pt idx="872">
                  <c:v>-660.75548860636798</c:v>
                </c:pt>
                <c:pt idx="873">
                  <c:v>-648.03704069305081</c:v>
                </c:pt>
                <c:pt idx="874">
                  <c:v>-598.23431325101228</c:v>
                </c:pt>
                <c:pt idx="875">
                  <c:v>-601.59860745448361</c:v>
                </c:pt>
                <c:pt idx="876">
                  <c:v>-611.4966455626153</c:v>
                </c:pt>
                <c:pt idx="877">
                  <c:v>-598.77607930481076</c:v>
                </c:pt>
                <c:pt idx="878">
                  <c:v>-571.85702368501086</c:v>
                </c:pt>
                <c:pt idx="879">
                  <c:v>-557.48755460066207</c:v>
                </c:pt>
                <c:pt idx="880">
                  <c:v>-588.30908043074749</c:v>
                </c:pt>
                <c:pt idx="881">
                  <c:v>-577.77915667107777</c:v>
                </c:pt>
                <c:pt idx="882">
                  <c:v>-586.46632126954717</c:v>
                </c:pt>
                <c:pt idx="883">
                  <c:v>-524.50375791953115</c:v>
                </c:pt>
                <c:pt idx="884">
                  <c:v>-468.06889094747538</c:v>
                </c:pt>
                <c:pt idx="885">
                  <c:v>-434.56116501037582</c:v>
                </c:pt>
                <c:pt idx="886">
                  <c:v>-427.95600354066846</c:v>
                </c:pt>
                <c:pt idx="887">
                  <c:v>-463.79608856957532</c:v>
                </c:pt>
                <c:pt idx="888">
                  <c:v>-424.99280958175024</c:v>
                </c:pt>
                <c:pt idx="889">
                  <c:v>-424.99280958175024</c:v>
                </c:pt>
                <c:pt idx="890">
                  <c:v>-423.41026832559032</c:v>
                </c:pt>
                <c:pt idx="891">
                  <c:v>-458.22703437618731</c:v>
                </c:pt>
                <c:pt idx="892">
                  <c:v>-356.80328025114142</c:v>
                </c:pt>
                <c:pt idx="893">
                  <c:v>-356.80328025114142</c:v>
                </c:pt>
                <c:pt idx="894">
                  <c:v>-352.62977646712289</c:v>
                </c:pt>
                <c:pt idx="895">
                  <c:v>-314.23596713817551</c:v>
                </c:pt>
                <c:pt idx="896">
                  <c:v>-322.40501024608159</c:v>
                </c:pt>
                <c:pt idx="897">
                  <c:v>-409.00659471877526</c:v>
                </c:pt>
                <c:pt idx="898">
                  <c:v>-409.00659471877526</c:v>
                </c:pt>
                <c:pt idx="899">
                  <c:v>-379.40130247578423</c:v>
                </c:pt>
                <c:pt idx="900">
                  <c:v>-379.40130247578423</c:v>
                </c:pt>
                <c:pt idx="901">
                  <c:v>-372.56920855138554</c:v>
                </c:pt>
                <c:pt idx="902">
                  <c:v>-372.56920855138554</c:v>
                </c:pt>
                <c:pt idx="903">
                  <c:v>-326.21535543340957</c:v>
                </c:pt>
                <c:pt idx="904">
                  <c:v>-306.43624726018459</c:v>
                </c:pt>
                <c:pt idx="905">
                  <c:v>-376.96810980814894</c:v>
                </c:pt>
                <c:pt idx="906">
                  <c:v>-406.98171243768087</c:v>
                </c:pt>
                <c:pt idx="907">
                  <c:v>-420.22629849878132</c:v>
                </c:pt>
                <c:pt idx="908">
                  <c:v>-455.06868748017058</c:v>
                </c:pt>
                <c:pt idx="909">
                  <c:v>-455.06868748017058</c:v>
                </c:pt>
                <c:pt idx="910">
                  <c:v>-463.92756124557354</c:v>
                </c:pt>
                <c:pt idx="911">
                  <c:v>-423.00408722253593</c:v>
                </c:pt>
                <c:pt idx="912">
                  <c:v>-442.37988288729838</c:v>
                </c:pt>
                <c:pt idx="913">
                  <c:v>-442.37988288729838</c:v>
                </c:pt>
                <c:pt idx="914">
                  <c:v>-417.36493967216944</c:v>
                </c:pt>
                <c:pt idx="915">
                  <c:v>-428.78598940513075</c:v>
                </c:pt>
                <c:pt idx="916">
                  <c:v>-432.43705509267465</c:v>
                </c:pt>
                <c:pt idx="917">
                  <c:v>-350.65715537702698</c:v>
                </c:pt>
                <c:pt idx="918">
                  <c:v>-350.65715537702698</c:v>
                </c:pt>
                <c:pt idx="919">
                  <c:v>-390.08938699171398</c:v>
                </c:pt>
                <c:pt idx="920">
                  <c:v>-390.08938699171398</c:v>
                </c:pt>
                <c:pt idx="921">
                  <c:v>-390.08938699171398</c:v>
                </c:pt>
                <c:pt idx="922">
                  <c:v>-342.82747784363823</c:v>
                </c:pt>
                <c:pt idx="923">
                  <c:v>-362.42292360446072</c:v>
                </c:pt>
                <c:pt idx="924">
                  <c:v>-400.38144256956247</c:v>
                </c:pt>
                <c:pt idx="925">
                  <c:v>-293.79447431482055</c:v>
                </c:pt>
                <c:pt idx="926">
                  <c:v>-224.90726357845733</c:v>
                </c:pt>
                <c:pt idx="927">
                  <c:v>-136.79215299830966</c:v>
                </c:pt>
                <c:pt idx="928">
                  <c:v>-157.21728027703742</c:v>
                </c:pt>
                <c:pt idx="929">
                  <c:v>-157.21728027703742</c:v>
                </c:pt>
                <c:pt idx="930">
                  <c:v>-157.21728027703742</c:v>
                </c:pt>
                <c:pt idx="931">
                  <c:v>-212.99999980130687</c:v>
                </c:pt>
                <c:pt idx="932">
                  <c:v>-212.99999980130687</c:v>
                </c:pt>
                <c:pt idx="933">
                  <c:v>-212.99999980130687</c:v>
                </c:pt>
                <c:pt idx="934">
                  <c:v>-191.31468104084001</c:v>
                </c:pt>
                <c:pt idx="935">
                  <c:v>-191.31468104084001</c:v>
                </c:pt>
                <c:pt idx="936">
                  <c:v>-191.31468104084001</c:v>
                </c:pt>
                <c:pt idx="937">
                  <c:v>-173.07343919097775</c:v>
                </c:pt>
                <c:pt idx="938">
                  <c:v>-173.07343919097775</c:v>
                </c:pt>
                <c:pt idx="939">
                  <c:v>-165.07964918399355</c:v>
                </c:pt>
                <c:pt idx="940">
                  <c:v>-165.07964918399355</c:v>
                </c:pt>
                <c:pt idx="941">
                  <c:v>-163.22993563639159</c:v>
                </c:pt>
                <c:pt idx="942">
                  <c:v>-180.03391583964532</c:v>
                </c:pt>
                <c:pt idx="943">
                  <c:v>-161.92543369171651</c:v>
                </c:pt>
                <c:pt idx="944">
                  <c:v>-144.48140989506845</c:v>
                </c:pt>
                <c:pt idx="945">
                  <c:v>-117.12313522015003</c:v>
                </c:pt>
                <c:pt idx="946">
                  <c:v>-160.4403259501866</c:v>
                </c:pt>
                <c:pt idx="947">
                  <c:v>-174.1307975346518</c:v>
                </c:pt>
                <c:pt idx="948">
                  <c:v>-179.90287853001465</c:v>
                </c:pt>
                <c:pt idx="949">
                  <c:v>-179.90287853001465</c:v>
                </c:pt>
                <c:pt idx="950">
                  <c:v>-179.90287853001465</c:v>
                </c:pt>
                <c:pt idx="951">
                  <c:v>-151.85969038851076</c:v>
                </c:pt>
                <c:pt idx="952">
                  <c:v>-225.62378610263445</c:v>
                </c:pt>
                <c:pt idx="953">
                  <c:v>-225.62378610263445</c:v>
                </c:pt>
                <c:pt idx="954">
                  <c:v>-265.768561264754</c:v>
                </c:pt>
                <c:pt idx="955">
                  <c:v>-268.6518549423634</c:v>
                </c:pt>
                <c:pt idx="956">
                  <c:v>-249.85682726290381</c:v>
                </c:pt>
                <c:pt idx="957">
                  <c:v>-266.08859100485967</c:v>
                </c:pt>
                <c:pt idx="958">
                  <c:v>-284.90902637019451</c:v>
                </c:pt>
                <c:pt idx="959">
                  <c:v>-282.26586764467203</c:v>
                </c:pt>
                <c:pt idx="960">
                  <c:v>-282.26586764467203</c:v>
                </c:pt>
                <c:pt idx="961">
                  <c:v>-340.57258316243883</c:v>
                </c:pt>
                <c:pt idx="962">
                  <c:v>-340.57258316243883</c:v>
                </c:pt>
                <c:pt idx="963">
                  <c:v>-340.57258316243883</c:v>
                </c:pt>
                <c:pt idx="964">
                  <c:v>-371.08561622067106</c:v>
                </c:pt>
                <c:pt idx="965">
                  <c:v>-406.25201555450138</c:v>
                </c:pt>
                <c:pt idx="966">
                  <c:v>-390.60834408598896</c:v>
                </c:pt>
                <c:pt idx="967">
                  <c:v>-409.64055531960088</c:v>
                </c:pt>
                <c:pt idx="968">
                  <c:v>-417.43293356079391</c:v>
                </c:pt>
                <c:pt idx="969">
                  <c:v>-417.43293356079391</c:v>
                </c:pt>
                <c:pt idx="970">
                  <c:v>-417.43293356079391</c:v>
                </c:pt>
                <c:pt idx="971">
                  <c:v>-417.43293356079391</c:v>
                </c:pt>
                <c:pt idx="972">
                  <c:v>-373.17697597692393</c:v>
                </c:pt>
                <c:pt idx="973">
                  <c:v>-338.33613340991457</c:v>
                </c:pt>
                <c:pt idx="974">
                  <c:v>-336.15053453275698</c:v>
                </c:pt>
                <c:pt idx="975">
                  <c:v>-354.92071192003903</c:v>
                </c:pt>
                <c:pt idx="976">
                  <c:v>-407.69283131849289</c:v>
                </c:pt>
                <c:pt idx="977">
                  <c:v>-392.34680140287423</c:v>
                </c:pt>
                <c:pt idx="978">
                  <c:v>-350.49311141886739</c:v>
                </c:pt>
                <c:pt idx="979">
                  <c:v>-381.72440997409154</c:v>
                </c:pt>
                <c:pt idx="980">
                  <c:v>-363.82807743119599</c:v>
                </c:pt>
                <c:pt idx="981">
                  <c:v>-320.09809163805573</c:v>
                </c:pt>
                <c:pt idx="982">
                  <c:v>-317.2102965061398</c:v>
                </c:pt>
                <c:pt idx="983">
                  <c:v>-307.39257968447617</c:v>
                </c:pt>
                <c:pt idx="984">
                  <c:v>-285.8117772073349</c:v>
                </c:pt>
                <c:pt idx="985">
                  <c:v>-285.8117772073349</c:v>
                </c:pt>
                <c:pt idx="986">
                  <c:v>-276.80789798833013</c:v>
                </c:pt>
                <c:pt idx="987">
                  <c:v>-247.43019165493112</c:v>
                </c:pt>
                <c:pt idx="988">
                  <c:v>-247.43019165493112</c:v>
                </c:pt>
                <c:pt idx="989">
                  <c:v>-247.43019165493112</c:v>
                </c:pt>
                <c:pt idx="990">
                  <c:v>-247.43019165493112</c:v>
                </c:pt>
                <c:pt idx="991">
                  <c:v>-234.02481492114816</c:v>
                </c:pt>
                <c:pt idx="992">
                  <c:v>-234.02481492114816</c:v>
                </c:pt>
                <c:pt idx="993">
                  <c:v>-253.04811170426802</c:v>
                </c:pt>
                <c:pt idx="994">
                  <c:v>-332.49437670321242</c:v>
                </c:pt>
                <c:pt idx="995">
                  <c:v>-342.2825748409137</c:v>
                </c:pt>
                <c:pt idx="996">
                  <c:v>-317.54805787972043</c:v>
                </c:pt>
                <c:pt idx="997">
                  <c:v>-345.00074783888158</c:v>
                </c:pt>
                <c:pt idx="998">
                  <c:v>-342.32880010935492</c:v>
                </c:pt>
                <c:pt idx="999">
                  <c:v>-353.49440895592903</c:v>
                </c:pt>
                <c:pt idx="1000">
                  <c:v>-357.96286449376549</c:v>
                </c:pt>
                <c:pt idx="1001">
                  <c:v>-352.29615588309781</c:v>
                </c:pt>
                <c:pt idx="1002">
                  <c:v>-322.86320595409649</c:v>
                </c:pt>
                <c:pt idx="1003">
                  <c:v>-338.29639486758657</c:v>
                </c:pt>
                <c:pt idx="1004">
                  <c:v>-382.78985877986463</c:v>
                </c:pt>
                <c:pt idx="1005">
                  <c:v>-388.28381575795208</c:v>
                </c:pt>
                <c:pt idx="1006">
                  <c:v>-388.28381575795208</c:v>
                </c:pt>
                <c:pt idx="1007">
                  <c:v>-388.28381575795208</c:v>
                </c:pt>
                <c:pt idx="1008">
                  <c:v>-388.28381575795208</c:v>
                </c:pt>
                <c:pt idx="1009">
                  <c:v>-426.35220353231739</c:v>
                </c:pt>
                <c:pt idx="1010">
                  <c:v>-402.21037212933066</c:v>
                </c:pt>
                <c:pt idx="1011">
                  <c:v>-482.28030239583785</c:v>
                </c:pt>
                <c:pt idx="1012">
                  <c:v>-482.28030239583785</c:v>
                </c:pt>
                <c:pt idx="1013">
                  <c:v>-482.28030239583785</c:v>
                </c:pt>
                <c:pt idx="1014">
                  <c:v>-431.34986906079018</c:v>
                </c:pt>
                <c:pt idx="1015">
                  <c:v>-485.69939660937445</c:v>
                </c:pt>
                <c:pt idx="1016">
                  <c:v>-485.69939660937445</c:v>
                </c:pt>
                <c:pt idx="1017">
                  <c:v>-485.69939660937445</c:v>
                </c:pt>
                <c:pt idx="1018">
                  <c:v>-534.18273112340819</c:v>
                </c:pt>
                <c:pt idx="1019">
                  <c:v>-485.21836196208591</c:v>
                </c:pt>
                <c:pt idx="1020">
                  <c:v>-514.93995221690921</c:v>
                </c:pt>
                <c:pt idx="1021">
                  <c:v>-514.93995221690921</c:v>
                </c:pt>
                <c:pt idx="1022">
                  <c:v>-554.82909550416798</c:v>
                </c:pt>
                <c:pt idx="1023">
                  <c:v>-554.82909550416798</c:v>
                </c:pt>
                <c:pt idx="1024">
                  <c:v>-554.82909550416798</c:v>
                </c:pt>
                <c:pt idx="1025">
                  <c:v>-573.12732134696864</c:v>
                </c:pt>
                <c:pt idx="1026">
                  <c:v>-524.58079965112802</c:v>
                </c:pt>
                <c:pt idx="1027">
                  <c:v>-520.85771155564669</c:v>
                </c:pt>
                <c:pt idx="1028">
                  <c:v>-520.85771155564669</c:v>
                </c:pt>
                <c:pt idx="1029">
                  <c:v>-473.98989397371224</c:v>
                </c:pt>
                <c:pt idx="1030">
                  <c:v>-510.12189453261999</c:v>
                </c:pt>
                <c:pt idx="1031">
                  <c:v>-456.24431182090746</c:v>
                </c:pt>
                <c:pt idx="1032">
                  <c:v>-456.24431182090746</c:v>
                </c:pt>
                <c:pt idx="1033">
                  <c:v>-456.24431182090746</c:v>
                </c:pt>
                <c:pt idx="1034">
                  <c:v>-426.15034365927767</c:v>
                </c:pt>
                <c:pt idx="1035">
                  <c:v>-315.28707722580685</c:v>
                </c:pt>
                <c:pt idx="1036">
                  <c:v>-315.28707722580685</c:v>
                </c:pt>
                <c:pt idx="1037">
                  <c:v>-315.28707722580685</c:v>
                </c:pt>
                <c:pt idx="1038">
                  <c:v>-284.01900864570348</c:v>
                </c:pt>
                <c:pt idx="1039">
                  <c:v>-364.106487950396</c:v>
                </c:pt>
                <c:pt idx="1040">
                  <c:v>-364.106487950396</c:v>
                </c:pt>
                <c:pt idx="1041">
                  <c:v>-435.88118140307313</c:v>
                </c:pt>
                <c:pt idx="1042">
                  <c:v>-398.47859345912423</c:v>
                </c:pt>
                <c:pt idx="1043">
                  <c:v>-409.89546858846495</c:v>
                </c:pt>
                <c:pt idx="1044">
                  <c:v>-409.89546858846495</c:v>
                </c:pt>
                <c:pt idx="1045">
                  <c:v>-409.89546858846495</c:v>
                </c:pt>
                <c:pt idx="1046">
                  <c:v>-406.18748583767535</c:v>
                </c:pt>
                <c:pt idx="1047">
                  <c:v>-425.52750532970475</c:v>
                </c:pt>
                <c:pt idx="1048">
                  <c:v>-425.52750532970475</c:v>
                </c:pt>
                <c:pt idx="1049">
                  <c:v>-438.46512286746861</c:v>
                </c:pt>
                <c:pt idx="1050">
                  <c:v>-415.25201632110776</c:v>
                </c:pt>
                <c:pt idx="1051">
                  <c:v>-415.25201632110776</c:v>
                </c:pt>
                <c:pt idx="1052">
                  <c:v>-415.25201632110776</c:v>
                </c:pt>
                <c:pt idx="1053">
                  <c:v>-415.25201632110776</c:v>
                </c:pt>
                <c:pt idx="1054">
                  <c:v>-404.85645497994022</c:v>
                </c:pt>
                <c:pt idx="1055">
                  <c:v>-410.7852791174418</c:v>
                </c:pt>
                <c:pt idx="1056">
                  <c:v>-410.7852791174418</c:v>
                </c:pt>
                <c:pt idx="1057">
                  <c:v>-374.26212550976783</c:v>
                </c:pt>
                <c:pt idx="1058">
                  <c:v>-412.90207512536631</c:v>
                </c:pt>
                <c:pt idx="1059">
                  <c:v>-378.45874292031345</c:v>
                </c:pt>
                <c:pt idx="1060">
                  <c:v>-378.45874292031345</c:v>
                </c:pt>
                <c:pt idx="1061">
                  <c:v>-273.18874523628403</c:v>
                </c:pt>
                <c:pt idx="1062">
                  <c:v>-326.64136415784117</c:v>
                </c:pt>
                <c:pt idx="1063">
                  <c:v>-299.5029943799172</c:v>
                </c:pt>
                <c:pt idx="1064">
                  <c:v>-250.44722084349067</c:v>
                </c:pt>
                <c:pt idx="1065">
                  <c:v>-236.77897813650915</c:v>
                </c:pt>
                <c:pt idx="1066">
                  <c:v>-251.62958778053601</c:v>
                </c:pt>
                <c:pt idx="1067">
                  <c:v>-143.59328659882735</c:v>
                </c:pt>
                <c:pt idx="1068">
                  <c:v>-143.59328659882735</c:v>
                </c:pt>
                <c:pt idx="1069">
                  <c:v>-140.97406804561658</c:v>
                </c:pt>
                <c:pt idx="1070">
                  <c:v>-130.08073648590934</c:v>
                </c:pt>
                <c:pt idx="1071">
                  <c:v>-120.93053809461229</c:v>
                </c:pt>
                <c:pt idx="1072">
                  <c:v>-108.9843720124895</c:v>
                </c:pt>
                <c:pt idx="1073">
                  <c:v>-175.40100568971064</c:v>
                </c:pt>
                <c:pt idx="1074">
                  <c:v>-169.85839501528199</c:v>
                </c:pt>
                <c:pt idx="1075">
                  <c:v>-172.45306556935745</c:v>
                </c:pt>
                <c:pt idx="1076">
                  <c:v>-165.88870318916597</c:v>
                </c:pt>
                <c:pt idx="1077">
                  <c:v>-163.45926446916633</c:v>
                </c:pt>
                <c:pt idx="1078">
                  <c:v>-194.6710186419123</c:v>
                </c:pt>
                <c:pt idx="1079">
                  <c:v>-194.6710186419123</c:v>
                </c:pt>
                <c:pt idx="1080">
                  <c:v>-194.6710186419123</c:v>
                </c:pt>
                <c:pt idx="1081">
                  <c:v>-194.6710186419123</c:v>
                </c:pt>
                <c:pt idx="1082">
                  <c:v>-194.6710186419123</c:v>
                </c:pt>
                <c:pt idx="1083">
                  <c:v>-179.48064554016233</c:v>
                </c:pt>
                <c:pt idx="1084">
                  <c:v>-179.52167581112667</c:v>
                </c:pt>
                <c:pt idx="1085">
                  <c:v>-181.77187162171816</c:v>
                </c:pt>
                <c:pt idx="1086">
                  <c:v>-181.77187162171816</c:v>
                </c:pt>
                <c:pt idx="1087">
                  <c:v>-184.89194170636526</c:v>
                </c:pt>
                <c:pt idx="1088">
                  <c:v>-179.27419029858947</c:v>
                </c:pt>
                <c:pt idx="1089">
                  <c:v>-184.18468425970198</c:v>
                </c:pt>
                <c:pt idx="1090">
                  <c:v>-184.18468425970198</c:v>
                </c:pt>
                <c:pt idx="1091">
                  <c:v>-195.5255692492851</c:v>
                </c:pt>
                <c:pt idx="1092">
                  <c:v>-224.67526257364597</c:v>
                </c:pt>
                <c:pt idx="1093">
                  <c:v>-176.46938132026258</c:v>
                </c:pt>
                <c:pt idx="1094">
                  <c:v>-172.63336634017818</c:v>
                </c:pt>
                <c:pt idx="1095">
                  <c:v>-199.26204020766698</c:v>
                </c:pt>
                <c:pt idx="1096">
                  <c:v>-210.99329834106777</c:v>
                </c:pt>
                <c:pt idx="1097">
                  <c:v>-230.75200663265375</c:v>
                </c:pt>
                <c:pt idx="1098">
                  <c:v>-196.35539830538448</c:v>
                </c:pt>
                <c:pt idx="1099">
                  <c:v>-191.87759904224086</c:v>
                </c:pt>
                <c:pt idx="1100">
                  <c:v>-191.87759904224086</c:v>
                </c:pt>
                <c:pt idx="1101">
                  <c:v>-173.16300052871497</c:v>
                </c:pt>
                <c:pt idx="1102">
                  <c:v>-167.20698660345343</c:v>
                </c:pt>
                <c:pt idx="1103">
                  <c:v>-199.88489443422631</c:v>
                </c:pt>
                <c:pt idx="1104">
                  <c:v>-217.54163789070779</c:v>
                </c:pt>
                <c:pt idx="1105">
                  <c:v>-217.54163789070779</c:v>
                </c:pt>
                <c:pt idx="1106">
                  <c:v>-226.06536766053514</c:v>
                </c:pt>
                <c:pt idx="1107">
                  <c:v>-240.20074967031508</c:v>
                </c:pt>
                <c:pt idx="1108">
                  <c:v>-288.34123255859578</c:v>
                </c:pt>
                <c:pt idx="1109">
                  <c:v>-288.34123255859578</c:v>
                </c:pt>
                <c:pt idx="1110">
                  <c:v>-288.34123255859578</c:v>
                </c:pt>
                <c:pt idx="1111">
                  <c:v>-300.22714841247182</c:v>
                </c:pt>
                <c:pt idx="1112">
                  <c:v>-295.64907965315899</c:v>
                </c:pt>
                <c:pt idx="1113">
                  <c:v>-291.80929996014891</c:v>
                </c:pt>
                <c:pt idx="1114">
                  <c:v>-312.82875504170579</c:v>
                </c:pt>
                <c:pt idx="1115">
                  <c:v>-282.39572098104543</c:v>
                </c:pt>
                <c:pt idx="1116">
                  <c:v>-282.39572098104543</c:v>
                </c:pt>
                <c:pt idx="1117">
                  <c:v>-272.88409342566314</c:v>
                </c:pt>
                <c:pt idx="1118">
                  <c:v>-254.69916315813771</c:v>
                </c:pt>
                <c:pt idx="1119">
                  <c:v>-252.01517900804782</c:v>
                </c:pt>
                <c:pt idx="1120">
                  <c:v>-231.42666793208699</c:v>
                </c:pt>
                <c:pt idx="1121">
                  <c:v>-247.73875457998201</c:v>
                </c:pt>
                <c:pt idx="1122">
                  <c:v>-260.47438250990416</c:v>
                </c:pt>
                <c:pt idx="1123">
                  <c:v>-252.34171633466255</c:v>
                </c:pt>
                <c:pt idx="1124">
                  <c:v>-252.34171633466255</c:v>
                </c:pt>
                <c:pt idx="1125">
                  <c:v>-252.34171633466255</c:v>
                </c:pt>
                <c:pt idx="1126">
                  <c:v>-245.59324845526515</c:v>
                </c:pt>
                <c:pt idx="1127">
                  <c:v>-245.59324845526515</c:v>
                </c:pt>
                <c:pt idx="1128">
                  <c:v>-185.93133781939679</c:v>
                </c:pt>
                <c:pt idx="1129">
                  <c:v>-171.71755325712107</c:v>
                </c:pt>
                <c:pt idx="1130">
                  <c:v>-171.71755325712107</c:v>
                </c:pt>
                <c:pt idx="1131">
                  <c:v>-147.40142147337747</c:v>
                </c:pt>
                <c:pt idx="1132">
                  <c:v>-147.40142147337747</c:v>
                </c:pt>
                <c:pt idx="1133">
                  <c:v>-136.80041331771042</c:v>
                </c:pt>
                <c:pt idx="1134">
                  <c:v>-136.80041331771042</c:v>
                </c:pt>
                <c:pt idx="1135">
                  <c:v>-134.18310711096757</c:v>
                </c:pt>
                <c:pt idx="1136">
                  <c:v>-134.18310711096757</c:v>
                </c:pt>
                <c:pt idx="1137">
                  <c:v>-145.136516335892</c:v>
                </c:pt>
                <c:pt idx="1138">
                  <c:v>-157.36780999790113</c:v>
                </c:pt>
                <c:pt idx="1139">
                  <c:v>-161.22236383687576</c:v>
                </c:pt>
                <c:pt idx="1140">
                  <c:v>-204.90447587476726</c:v>
                </c:pt>
                <c:pt idx="1141">
                  <c:v>-201.862340812843</c:v>
                </c:pt>
                <c:pt idx="1142">
                  <c:v>-198.10215070144622</c:v>
                </c:pt>
                <c:pt idx="1143">
                  <c:v>-215.96421581195844</c:v>
                </c:pt>
                <c:pt idx="1144">
                  <c:v>-215.96421581195844</c:v>
                </c:pt>
                <c:pt idx="1145">
                  <c:v>-215.96421581195844</c:v>
                </c:pt>
                <c:pt idx="1146">
                  <c:v>-215.96421581195844</c:v>
                </c:pt>
                <c:pt idx="1147">
                  <c:v>-194.8667365508806</c:v>
                </c:pt>
                <c:pt idx="1148">
                  <c:v>-219.97242538281262</c:v>
                </c:pt>
                <c:pt idx="1149">
                  <c:v>-241.12717179930689</c:v>
                </c:pt>
                <c:pt idx="1150">
                  <c:v>-241.12717179930689</c:v>
                </c:pt>
                <c:pt idx="1151">
                  <c:v>-319.40534118118916</c:v>
                </c:pt>
                <c:pt idx="1152">
                  <c:v>-319.40534118118916</c:v>
                </c:pt>
                <c:pt idx="1153">
                  <c:v>-319.40534118118916</c:v>
                </c:pt>
                <c:pt idx="1154">
                  <c:v>-319.40534118118916</c:v>
                </c:pt>
                <c:pt idx="1155">
                  <c:v>-319.40534118118916</c:v>
                </c:pt>
                <c:pt idx="1156">
                  <c:v>-319.40534118118916</c:v>
                </c:pt>
                <c:pt idx="1157">
                  <c:v>-304.11840957131113</c:v>
                </c:pt>
                <c:pt idx="1158">
                  <c:v>-284.03677402258535</c:v>
                </c:pt>
                <c:pt idx="1159">
                  <c:v>-302.0702681994868</c:v>
                </c:pt>
                <c:pt idx="1160">
                  <c:v>-272.70735399395858</c:v>
                </c:pt>
                <c:pt idx="1161">
                  <c:v>-283.4371074170287</c:v>
                </c:pt>
                <c:pt idx="1162">
                  <c:v>-288.4693226809793</c:v>
                </c:pt>
                <c:pt idx="1163">
                  <c:v>-266.21678491961887</c:v>
                </c:pt>
                <c:pt idx="1164">
                  <c:v>-266.21678491961887</c:v>
                </c:pt>
                <c:pt idx="1165">
                  <c:v>-256.04315213470983</c:v>
                </c:pt>
                <c:pt idx="1166">
                  <c:v>-256.04315213470983</c:v>
                </c:pt>
                <c:pt idx="1167">
                  <c:v>-283.93801090510198</c:v>
                </c:pt>
                <c:pt idx="1168">
                  <c:v>-301.41070844433909</c:v>
                </c:pt>
                <c:pt idx="1169">
                  <c:v>-301.41070844433909</c:v>
                </c:pt>
                <c:pt idx="1170">
                  <c:v>-313.52933050677797</c:v>
                </c:pt>
                <c:pt idx="1171">
                  <c:v>-269.89221922634277</c:v>
                </c:pt>
                <c:pt idx="1172">
                  <c:v>-269.89221922634277</c:v>
                </c:pt>
                <c:pt idx="1173">
                  <c:v>-253.42542128291527</c:v>
                </c:pt>
                <c:pt idx="1174">
                  <c:v>-234.62375039029817</c:v>
                </c:pt>
                <c:pt idx="1175">
                  <c:v>-223.14208672624449</c:v>
                </c:pt>
                <c:pt idx="1176">
                  <c:v>-225.86577554244045</c:v>
                </c:pt>
                <c:pt idx="1177">
                  <c:v>-276.97265907782713</c:v>
                </c:pt>
                <c:pt idx="1178">
                  <c:v>-318.61568812509057</c:v>
                </c:pt>
                <c:pt idx="1179">
                  <c:v>-300.02334963143204</c:v>
                </c:pt>
                <c:pt idx="1180">
                  <c:v>-318.42662265351385</c:v>
                </c:pt>
                <c:pt idx="1181">
                  <c:v>-323.68719140810464</c:v>
                </c:pt>
                <c:pt idx="1182">
                  <c:v>-365.80650448425558</c:v>
                </c:pt>
                <c:pt idx="1183">
                  <c:v>-350.92732724743581</c:v>
                </c:pt>
                <c:pt idx="1184">
                  <c:v>-350.92732724743581</c:v>
                </c:pt>
                <c:pt idx="1185">
                  <c:v>-351.01858837865524</c:v>
                </c:pt>
                <c:pt idx="1186">
                  <c:v>-347.15523056401958</c:v>
                </c:pt>
                <c:pt idx="1187">
                  <c:v>-375.79686248641508</c:v>
                </c:pt>
                <c:pt idx="1188">
                  <c:v>-370.26890022564851</c:v>
                </c:pt>
                <c:pt idx="1189">
                  <c:v>-391.09092251251059</c:v>
                </c:pt>
                <c:pt idx="1190">
                  <c:v>-388.9905220754294</c:v>
                </c:pt>
                <c:pt idx="1191">
                  <c:v>-382.05447915200494</c:v>
                </c:pt>
                <c:pt idx="1192">
                  <c:v>-366.66830228905013</c:v>
                </c:pt>
                <c:pt idx="1193">
                  <c:v>-385.19569298507747</c:v>
                </c:pt>
                <c:pt idx="1194">
                  <c:v>-394.96049303903226</c:v>
                </c:pt>
                <c:pt idx="1195">
                  <c:v>-417.07466234484883</c:v>
                </c:pt>
                <c:pt idx="1196">
                  <c:v>-429.05934943653051</c:v>
                </c:pt>
                <c:pt idx="1197">
                  <c:v>-393.62575473101873</c:v>
                </c:pt>
                <c:pt idx="1198">
                  <c:v>-385.45442261241971</c:v>
                </c:pt>
                <c:pt idx="1199">
                  <c:v>-420.18000912041606</c:v>
                </c:pt>
                <c:pt idx="1200">
                  <c:v>-402.00317136929112</c:v>
                </c:pt>
                <c:pt idx="1201">
                  <c:v>-402.83055354858328</c:v>
                </c:pt>
                <c:pt idx="1202">
                  <c:v>-366.45324475736885</c:v>
                </c:pt>
                <c:pt idx="1203">
                  <c:v>-380.89258748590976</c:v>
                </c:pt>
                <c:pt idx="1204">
                  <c:v>-351.67489551118337</c:v>
                </c:pt>
                <c:pt idx="1205">
                  <c:v>-370.26657377154174</c:v>
                </c:pt>
                <c:pt idx="1206">
                  <c:v>-374.13445579279693</c:v>
                </c:pt>
                <c:pt idx="1207">
                  <c:v>-347.15321922424334</c:v>
                </c:pt>
                <c:pt idx="1208">
                  <c:v>-347.15321922424334</c:v>
                </c:pt>
                <c:pt idx="1209">
                  <c:v>-307.56788171411023</c:v>
                </c:pt>
                <c:pt idx="1210">
                  <c:v>-286.19990312157262</c:v>
                </c:pt>
                <c:pt idx="1211">
                  <c:v>-303.01204024575458</c:v>
                </c:pt>
                <c:pt idx="1212">
                  <c:v>-321.58275034586865</c:v>
                </c:pt>
                <c:pt idx="1213">
                  <c:v>-321.58275034586865</c:v>
                </c:pt>
                <c:pt idx="1214">
                  <c:v>-321.9667471950151</c:v>
                </c:pt>
                <c:pt idx="1215">
                  <c:v>-321.9667471950151</c:v>
                </c:pt>
                <c:pt idx="1216">
                  <c:v>-321.9667471950151</c:v>
                </c:pt>
                <c:pt idx="1217">
                  <c:v>-321.9667471950151</c:v>
                </c:pt>
                <c:pt idx="1218">
                  <c:v>-326.43518046732294</c:v>
                </c:pt>
                <c:pt idx="1219">
                  <c:v>-262.53883173140559</c:v>
                </c:pt>
                <c:pt idx="1220">
                  <c:v>-272.37104590335724</c:v>
                </c:pt>
                <c:pt idx="1221">
                  <c:v>-272.37104590335724</c:v>
                </c:pt>
                <c:pt idx="1222">
                  <c:v>-272.37104590335724</c:v>
                </c:pt>
                <c:pt idx="1223">
                  <c:v>-257.34311883387841</c:v>
                </c:pt>
                <c:pt idx="1224">
                  <c:v>-264.93611512247395</c:v>
                </c:pt>
                <c:pt idx="1225">
                  <c:v>-333.20238038179298</c:v>
                </c:pt>
                <c:pt idx="1226">
                  <c:v>-392.72585175518662</c:v>
                </c:pt>
                <c:pt idx="1227">
                  <c:v>-376.84994910167262</c:v>
                </c:pt>
                <c:pt idx="1228">
                  <c:v>-343.83157071315077</c:v>
                </c:pt>
                <c:pt idx="1229">
                  <c:v>-357.9543370755689</c:v>
                </c:pt>
                <c:pt idx="1230">
                  <c:v>-367.21280039110849</c:v>
                </c:pt>
                <c:pt idx="1231">
                  <c:v>-365.30809578754537</c:v>
                </c:pt>
                <c:pt idx="1232">
                  <c:v>-365.30809578754537</c:v>
                </c:pt>
                <c:pt idx="1233">
                  <c:v>-365.30809578754537</c:v>
                </c:pt>
                <c:pt idx="1234">
                  <c:v>-366.24491985854195</c:v>
                </c:pt>
                <c:pt idx="1235">
                  <c:v>-366.24491985854195</c:v>
                </c:pt>
                <c:pt idx="1236">
                  <c:v>-333.59640908398433</c:v>
                </c:pt>
                <c:pt idx="1237">
                  <c:v>-393.51965069241061</c:v>
                </c:pt>
                <c:pt idx="1238">
                  <c:v>-398.70953235507733</c:v>
                </c:pt>
                <c:pt idx="1239">
                  <c:v>-430.79959199162255</c:v>
                </c:pt>
                <c:pt idx="1240">
                  <c:v>-406.95410774268663</c:v>
                </c:pt>
                <c:pt idx="1241">
                  <c:v>-462.18304201758843</c:v>
                </c:pt>
                <c:pt idx="1242">
                  <c:v>-462.18304201758843</c:v>
                </c:pt>
                <c:pt idx="1243">
                  <c:v>-489.27165366255014</c:v>
                </c:pt>
                <c:pt idx="1244">
                  <c:v>-522.12953650812017</c:v>
                </c:pt>
                <c:pt idx="1245">
                  <c:v>-445.33823217321225</c:v>
                </c:pt>
                <c:pt idx="1246">
                  <c:v>-397.17387987997262</c:v>
                </c:pt>
                <c:pt idx="1247">
                  <c:v>-368.70441050064056</c:v>
                </c:pt>
                <c:pt idx="1248">
                  <c:v>-370.16963275654348</c:v>
                </c:pt>
                <c:pt idx="1249">
                  <c:v>-414.13212439917862</c:v>
                </c:pt>
                <c:pt idx="1250">
                  <c:v>-435.97221761312937</c:v>
                </c:pt>
                <c:pt idx="1251">
                  <c:v>-435.97221761312937</c:v>
                </c:pt>
                <c:pt idx="1252">
                  <c:v>-435.97221761312937</c:v>
                </c:pt>
                <c:pt idx="1253">
                  <c:v>-399.53913347979307</c:v>
                </c:pt>
                <c:pt idx="1254">
                  <c:v>-420.78288845446076</c:v>
                </c:pt>
                <c:pt idx="1255">
                  <c:v>-386.86960997056087</c:v>
                </c:pt>
                <c:pt idx="1256">
                  <c:v>-424.84544083377625</c:v>
                </c:pt>
                <c:pt idx="1257">
                  <c:v>-355.08656666140689</c:v>
                </c:pt>
                <c:pt idx="1258">
                  <c:v>-335.71256818016991</c:v>
                </c:pt>
                <c:pt idx="1259">
                  <c:v>-316.43420484507971</c:v>
                </c:pt>
                <c:pt idx="1260">
                  <c:v>-335.52091860515611</c:v>
                </c:pt>
                <c:pt idx="1261">
                  <c:v>-216.77485660151024</c:v>
                </c:pt>
                <c:pt idx="1262">
                  <c:v>-216.77485660151024</c:v>
                </c:pt>
                <c:pt idx="1263">
                  <c:v>-239.79969075724404</c:v>
                </c:pt>
                <c:pt idx="1264">
                  <c:v>-239.79969075724404</c:v>
                </c:pt>
                <c:pt idx="1265">
                  <c:v>-251.75166338540279</c:v>
                </c:pt>
                <c:pt idx="1266">
                  <c:v>-264.04727040453349</c:v>
                </c:pt>
                <c:pt idx="1267">
                  <c:v>-282.05102577425481</c:v>
                </c:pt>
                <c:pt idx="1268">
                  <c:v>-293.00383358126106</c:v>
                </c:pt>
                <c:pt idx="1269">
                  <c:v>-216.36321411598598</c:v>
                </c:pt>
                <c:pt idx="1270">
                  <c:v>-216.36321411598598</c:v>
                </c:pt>
                <c:pt idx="1271">
                  <c:v>-216.36321411598598</c:v>
                </c:pt>
                <c:pt idx="1272">
                  <c:v>-216.36321411598598</c:v>
                </c:pt>
                <c:pt idx="1273">
                  <c:v>-239.00757936218048</c:v>
                </c:pt>
                <c:pt idx="1274">
                  <c:v>-239.00757936218048</c:v>
                </c:pt>
                <c:pt idx="1275">
                  <c:v>-233.79213723240798</c:v>
                </c:pt>
                <c:pt idx="1276">
                  <c:v>-244.94652213783107</c:v>
                </c:pt>
                <c:pt idx="1277">
                  <c:v>-244.94652213783107</c:v>
                </c:pt>
                <c:pt idx="1278">
                  <c:v>-221.01148659460776</c:v>
                </c:pt>
                <c:pt idx="1279">
                  <c:v>-208.12024690967226</c:v>
                </c:pt>
                <c:pt idx="1280">
                  <c:v>-188.71507927976245</c:v>
                </c:pt>
                <c:pt idx="1281">
                  <c:v>-205.27750227928325</c:v>
                </c:pt>
                <c:pt idx="1282">
                  <c:v>-258.28793642883511</c:v>
                </c:pt>
                <c:pt idx="1283">
                  <c:v>-232.46440953557644</c:v>
                </c:pt>
                <c:pt idx="1284">
                  <c:v>-232.46440953557644</c:v>
                </c:pt>
                <c:pt idx="1285">
                  <c:v>-253.53750201168043</c:v>
                </c:pt>
                <c:pt idx="1286">
                  <c:v>-236.8542721886605</c:v>
                </c:pt>
                <c:pt idx="1287">
                  <c:v>-236.8542721886605</c:v>
                </c:pt>
                <c:pt idx="1288">
                  <c:v>-246.07464134397657</c:v>
                </c:pt>
                <c:pt idx="1289">
                  <c:v>-246.07464134397657</c:v>
                </c:pt>
                <c:pt idx="1290">
                  <c:v>-246.07464134397657</c:v>
                </c:pt>
                <c:pt idx="1291">
                  <c:v>-222.5825382228725</c:v>
                </c:pt>
                <c:pt idx="1292">
                  <c:v>-222.5825382228725</c:v>
                </c:pt>
                <c:pt idx="1293">
                  <c:v>-222.5825382228725</c:v>
                </c:pt>
                <c:pt idx="1294">
                  <c:v>-202.30132803034888</c:v>
                </c:pt>
                <c:pt idx="1295">
                  <c:v>-263.66288680192861</c:v>
                </c:pt>
                <c:pt idx="1296">
                  <c:v>-236.48594922529531</c:v>
                </c:pt>
                <c:pt idx="1297">
                  <c:v>-236.48594922529531</c:v>
                </c:pt>
                <c:pt idx="1298">
                  <c:v>-236.48594922529531</c:v>
                </c:pt>
                <c:pt idx="1299">
                  <c:v>-281.43498609227044</c:v>
                </c:pt>
                <c:pt idx="1300">
                  <c:v>-312.43014207374375</c:v>
                </c:pt>
                <c:pt idx="1301">
                  <c:v>-312.43014207374375</c:v>
                </c:pt>
                <c:pt idx="1302">
                  <c:v>-259.58138956638572</c:v>
                </c:pt>
                <c:pt idx="1303">
                  <c:v>-230.30261898589373</c:v>
                </c:pt>
                <c:pt idx="1304">
                  <c:v>-230.30261898589373</c:v>
                </c:pt>
                <c:pt idx="1305">
                  <c:v>-176.36173643560514</c:v>
                </c:pt>
                <c:pt idx="1306">
                  <c:v>-176.36173643560514</c:v>
                </c:pt>
                <c:pt idx="1307">
                  <c:v>-176.36173643560514</c:v>
                </c:pt>
                <c:pt idx="1308">
                  <c:v>-176.36173643560514</c:v>
                </c:pt>
                <c:pt idx="1309">
                  <c:v>-176.36173643560514</c:v>
                </c:pt>
                <c:pt idx="1310">
                  <c:v>-176.36173643560514</c:v>
                </c:pt>
                <c:pt idx="1311">
                  <c:v>-172.1173058839463</c:v>
                </c:pt>
                <c:pt idx="1312">
                  <c:v>-172.1173058839463</c:v>
                </c:pt>
                <c:pt idx="1313">
                  <c:v>-158.69077177474003</c:v>
                </c:pt>
                <c:pt idx="1314">
                  <c:v>-175.6392182439657</c:v>
                </c:pt>
                <c:pt idx="1315">
                  <c:v>-111.86786844502667</c:v>
                </c:pt>
                <c:pt idx="1316">
                  <c:v>-138.79685348878203</c:v>
                </c:pt>
                <c:pt idx="1317">
                  <c:v>-142.58816678634631</c:v>
                </c:pt>
                <c:pt idx="1318">
                  <c:v>-155.79326582141903</c:v>
                </c:pt>
                <c:pt idx="1319">
                  <c:v>-110.78726875860977</c:v>
                </c:pt>
                <c:pt idx="1320">
                  <c:v>-127.52342117956869</c:v>
                </c:pt>
                <c:pt idx="1321">
                  <c:v>-127.52342117956869</c:v>
                </c:pt>
                <c:pt idx="1322">
                  <c:v>-166.4880137077086</c:v>
                </c:pt>
                <c:pt idx="1323">
                  <c:v>-190.08607877376781</c:v>
                </c:pt>
                <c:pt idx="1324">
                  <c:v>-196.37788650641289</c:v>
                </c:pt>
                <c:pt idx="1325">
                  <c:v>-212.5670950824362</c:v>
                </c:pt>
                <c:pt idx="1326">
                  <c:v>-194.37562908897837</c:v>
                </c:pt>
                <c:pt idx="1327">
                  <c:v>-194.37562908897837</c:v>
                </c:pt>
                <c:pt idx="1328">
                  <c:v>-194.37562908897837</c:v>
                </c:pt>
                <c:pt idx="1329">
                  <c:v>-208.39843817798467</c:v>
                </c:pt>
                <c:pt idx="1330">
                  <c:v>-208.39843817798467</c:v>
                </c:pt>
                <c:pt idx="1331">
                  <c:v>-224.75949596566218</c:v>
                </c:pt>
                <c:pt idx="1332">
                  <c:v>-224.75949596566218</c:v>
                </c:pt>
                <c:pt idx="1333">
                  <c:v>-257.41705895295848</c:v>
                </c:pt>
                <c:pt idx="1334">
                  <c:v>-257.41705895295848</c:v>
                </c:pt>
                <c:pt idx="1335">
                  <c:v>-244.05088813098163</c:v>
                </c:pt>
                <c:pt idx="1336">
                  <c:v>-290.414593928665</c:v>
                </c:pt>
                <c:pt idx="1337">
                  <c:v>-277.98269634964862</c:v>
                </c:pt>
                <c:pt idx="1338">
                  <c:v>-280.6875815571687</c:v>
                </c:pt>
                <c:pt idx="1339">
                  <c:v>-296.72922301451763</c:v>
                </c:pt>
                <c:pt idx="1340">
                  <c:v>-308.06649848489218</c:v>
                </c:pt>
                <c:pt idx="1341">
                  <c:v>-311.14925368201199</c:v>
                </c:pt>
                <c:pt idx="1342">
                  <c:v>-292.42015433847058</c:v>
                </c:pt>
                <c:pt idx="1343">
                  <c:v>-278.11574383316923</c:v>
                </c:pt>
                <c:pt idx="1344">
                  <c:v>-265.45962192930233</c:v>
                </c:pt>
                <c:pt idx="1345">
                  <c:v>-253.01525493450049</c:v>
                </c:pt>
                <c:pt idx="1346">
                  <c:v>-270.8523950572872</c:v>
                </c:pt>
                <c:pt idx="1347">
                  <c:v>-270.8523950572872</c:v>
                </c:pt>
                <c:pt idx="1348">
                  <c:v>-258.44399224215186</c:v>
                </c:pt>
                <c:pt idx="1349">
                  <c:v>-242.65066844294677</c:v>
                </c:pt>
                <c:pt idx="1350">
                  <c:v>-252.83802777489342</c:v>
                </c:pt>
                <c:pt idx="1351">
                  <c:v>-252.83802777489342</c:v>
                </c:pt>
                <c:pt idx="1352">
                  <c:v>-252.83802777489342</c:v>
                </c:pt>
                <c:pt idx="1353">
                  <c:v>-239.67647407522705</c:v>
                </c:pt>
                <c:pt idx="1354">
                  <c:v>-239.67647407522705</c:v>
                </c:pt>
                <c:pt idx="1355">
                  <c:v>-251.56426282405963</c:v>
                </c:pt>
                <c:pt idx="1356">
                  <c:v>-201.02214644204253</c:v>
                </c:pt>
                <c:pt idx="1357">
                  <c:v>-216.83262486145014</c:v>
                </c:pt>
                <c:pt idx="1358">
                  <c:v>-216.83262486145014</c:v>
                </c:pt>
                <c:pt idx="1359">
                  <c:v>-241.33831560541947</c:v>
                </c:pt>
                <c:pt idx="1360">
                  <c:v>-226.85988009382535</c:v>
                </c:pt>
                <c:pt idx="1361">
                  <c:v>-213.72658223199156</c:v>
                </c:pt>
                <c:pt idx="1362">
                  <c:v>-213.72658223199156</c:v>
                </c:pt>
                <c:pt idx="1363">
                  <c:v>-219.23128019764221</c:v>
                </c:pt>
                <c:pt idx="1364">
                  <c:v>-316.32736731360575</c:v>
                </c:pt>
                <c:pt idx="1365">
                  <c:v>-307.93438352188127</c:v>
                </c:pt>
                <c:pt idx="1366">
                  <c:v>-341.18039618334353</c:v>
                </c:pt>
                <c:pt idx="1367">
                  <c:v>-341.18039618334353</c:v>
                </c:pt>
                <c:pt idx="1368">
                  <c:v>-370.13505089869545</c:v>
                </c:pt>
                <c:pt idx="1369">
                  <c:v>-400.53489691745369</c:v>
                </c:pt>
                <c:pt idx="1370">
                  <c:v>-377.52937831932917</c:v>
                </c:pt>
                <c:pt idx="1371">
                  <c:v>-377.52937831932917</c:v>
                </c:pt>
                <c:pt idx="1372">
                  <c:v>-377.52937831932917</c:v>
                </c:pt>
                <c:pt idx="1373">
                  <c:v>-357.9693577466345</c:v>
                </c:pt>
                <c:pt idx="1374">
                  <c:v>-344.31851456778355</c:v>
                </c:pt>
                <c:pt idx="1375">
                  <c:v>-344.31851456778355</c:v>
                </c:pt>
                <c:pt idx="1376">
                  <c:v>-353.87012400254241</c:v>
                </c:pt>
                <c:pt idx="1377">
                  <c:v>-344.87714288168274</c:v>
                </c:pt>
                <c:pt idx="1378">
                  <c:v>-353.44375423397599</c:v>
                </c:pt>
                <c:pt idx="1379">
                  <c:v>-335.75682697091503</c:v>
                </c:pt>
                <c:pt idx="1380">
                  <c:v>-335.75682697091503</c:v>
                </c:pt>
                <c:pt idx="1381">
                  <c:v>-335.75682697091503</c:v>
                </c:pt>
                <c:pt idx="1382">
                  <c:v>-345.54805301816708</c:v>
                </c:pt>
                <c:pt idx="1383">
                  <c:v>-366.31941043506276</c:v>
                </c:pt>
                <c:pt idx="1384">
                  <c:v>-320.38120519716176</c:v>
                </c:pt>
                <c:pt idx="1385">
                  <c:v>-351.46907645616199</c:v>
                </c:pt>
                <c:pt idx="1386">
                  <c:v>-303.18139722983619</c:v>
                </c:pt>
                <c:pt idx="1387">
                  <c:v>-334.82823616351561</c:v>
                </c:pt>
                <c:pt idx="1388">
                  <c:v>-308.87928695624691</c:v>
                </c:pt>
                <c:pt idx="1389">
                  <c:v>-293.90426901438053</c:v>
                </c:pt>
                <c:pt idx="1390">
                  <c:v>-298.03071652223963</c:v>
                </c:pt>
                <c:pt idx="1391">
                  <c:v>-286.20949747537691</c:v>
                </c:pt>
                <c:pt idx="1392">
                  <c:v>-286.20949747537691</c:v>
                </c:pt>
                <c:pt idx="1393">
                  <c:v>-303.09031005477476</c:v>
                </c:pt>
                <c:pt idx="1394">
                  <c:v>-287.85497175260764</c:v>
                </c:pt>
                <c:pt idx="1395">
                  <c:v>-282.52545555054138</c:v>
                </c:pt>
                <c:pt idx="1396">
                  <c:v>-294.21931331121908</c:v>
                </c:pt>
                <c:pt idx="1397">
                  <c:v>-359.1470534615591</c:v>
                </c:pt>
                <c:pt idx="1398">
                  <c:v>-416.66688838848012</c:v>
                </c:pt>
                <c:pt idx="1399">
                  <c:v>-416.66688838848012</c:v>
                </c:pt>
                <c:pt idx="1400">
                  <c:v>-416.66688838848012</c:v>
                </c:pt>
                <c:pt idx="1401">
                  <c:v>-416.66688838848012</c:v>
                </c:pt>
                <c:pt idx="1402">
                  <c:v>-414.60585568831027</c:v>
                </c:pt>
                <c:pt idx="1403">
                  <c:v>-414.60585568831027</c:v>
                </c:pt>
                <c:pt idx="1404">
                  <c:v>-438.12492745031108</c:v>
                </c:pt>
                <c:pt idx="1405">
                  <c:v>-438.12492745031108</c:v>
                </c:pt>
                <c:pt idx="1406">
                  <c:v>-467.04103377583129</c:v>
                </c:pt>
                <c:pt idx="1407">
                  <c:v>-470.96493036834164</c:v>
                </c:pt>
                <c:pt idx="1408">
                  <c:v>-480.01254354942097</c:v>
                </c:pt>
                <c:pt idx="1409">
                  <c:v>-511.90649553992739</c:v>
                </c:pt>
                <c:pt idx="1410">
                  <c:v>-535.72190119415632</c:v>
                </c:pt>
                <c:pt idx="1411">
                  <c:v>-579.20712700317108</c:v>
                </c:pt>
                <c:pt idx="1412">
                  <c:v>-610.11696886542097</c:v>
                </c:pt>
                <c:pt idx="1413">
                  <c:v>-583.54131027438052</c:v>
                </c:pt>
                <c:pt idx="1414">
                  <c:v>-644.26230350388914</c:v>
                </c:pt>
                <c:pt idx="1415">
                  <c:v>-698.13987332641523</c:v>
                </c:pt>
                <c:pt idx="1416">
                  <c:v>-711.65290986378034</c:v>
                </c:pt>
                <c:pt idx="1417">
                  <c:v>-662.07387998554634</c:v>
                </c:pt>
                <c:pt idx="1418">
                  <c:v>-634.96068139700537</c:v>
                </c:pt>
                <c:pt idx="1419">
                  <c:v>-634.96068139700537</c:v>
                </c:pt>
                <c:pt idx="1420">
                  <c:v>-697.74327484961464</c:v>
                </c:pt>
                <c:pt idx="1421">
                  <c:v>-697.74327484961464</c:v>
                </c:pt>
                <c:pt idx="1422">
                  <c:v>-625.21946307382279</c:v>
                </c:pt>
                <c:pt idx="1423">
                  <c:v>-625.21946307382279</c:v>
                </c:pt>
                <c:pt idx="1424">
                  <c:v>-594.49234530422598</c:v>
                </c:pt>
                <c:pt idx="1425">
                  <c:v>-566.7661654538083</c:v>
                </c:pt>
                <c:pt idx="1426">
                  <c:v>-566.7661654538083</c:v>
                </c:pt>
                <c:pt idx="1427">
                  <c:v>-552.48468256481613</c:v>
                </c:pt>
                <c:pt idx="1428">
                  <c:v>-618.23860414953333</c:v>
                </c:pt>
                <c:pt idx="1429">
                  <c:v>-618.23860414953333</c:v>
                </c:pt>
                <c:pt idx="1430">
                  <c:v>-618.23860414953333</c:v>
                </c:pt>
                <c:pt idx="1431">
                  <c:v>-544.68449800422457</c:v>
                </c:pt>
                <c:pt idx="1432">
                  <c:v>-453.47768065437458</c:v>
                </c:pt>
                <c:pt idx="1433">
                  <c:v>-499.93342887018031</c:v>
                </c:pt>
                <c:pt idx="1434">
                  <c:v>-444.9757035357697</c:v>
                </c:pt>
                <c:pt idx="1435">
                  <c:v>-444.9757035357697</c:v>
                </c:pt>
                <c:pt idx="1436">
                  <c:v>-444.9757035357697</c:v>
                </c:pt>
                <c:pt idx="1437">
                  <c:v>-444.9757035357697</c:v>
                </c:pt>
                <c:pt idx="1438">
                  <c:v>-351.79475922863577</c:v>
                </c:pt>
                <c:pt idx="1439">
                  <c:v>-351.79475922863577</c:v>
                </c:pt>
                <c:pt idx="1440">
                  <c:v>-231.35407983919666</c:v>
                </c:pt>
                <c:pt idx="1441">
                  <c:v>-207.86371962644085</c:v>
                </c:pt>
                <c:pt idx="1442">
                  <c:v>-198.41040167294372</c:v>
                </c:pt>
                <c:pt idx="1443">
                  <c:v>-195.21805235928628</c:v>
                </c:pt>
                <c:pt idx="1444">
                  <c:v>-195.21805235928628</c:v>
                </c:pt>
                <c:pt idx="1445">
                  <c:v>-169.86593033905802</c:v>
                </c:pt>
                <c:pt idx="1446">
                  <c:v>-169.86593033905802</c:v>
                </c:pt>
                <c:pt idx="1447">
                  <c:v>-169.86593033905802</c:v>
                </c:pt>
                <c:pt idx="1448">
                  <c:v>-161.68090600348577</c:v>
                </c:pt>
                <c:pt idx="1449">
                  <c:v>-177.44272588838314</c:v>
                </c:pt>
                <c:pt idx="1450">
                  <c:v>-180.25368994313683</c:v>
                </c:pt>
                <c:pt idx="1451">
                  <c:v>-234.50812475330798</c:v>
                </c:pt>
                <c:pt idx="1452">
                  <c:v>-232.80260259515111</c:v>
                </c:pt>
                <c:pt idx="1453">
                  <c:v>-223.6680705872362</c:v>
                </c:pt>
                <c:pt idx="1454">
                  <c:v>-258.86665664731839</c:v>
                </c:pt>
                <c:pt idx="1455">
                  <c:v>-301.70608265025891</c:v>
                </c:pt>
                <c:pt idx="1456">
                  <c:v>-301.70608265025891</c:v>
                </c:pt>
                <c:pt idx="1457">
                  <c:v>-301.70608265025891</c:v>
                </c:pt>
                <c:pt idx="1458">
                  <c:v>-288.93251541002303</c:v>
                </c:pt>
                <c:pt idx="1459">
                  <c:v>-288.93251541002303</c:v>
                </c:pt>
                <c:pt idx="1460">
                  <c:v>-288.93251541002303</c:v>
                </c:pt>
                <c:pt idx="1461">
                  <c:v>-313.60039952781381</c:v>
                </c:pt>
                <c:pt idx="1462">
                  <c:v>-328.03366009838351</c:v>
                </c:pt>
                <c:pt idx="1463">
                  <c:v>-347.42891671522102</c:v>
                </c:pt>
                <c:pt idx="1464">
                  <c:v>-316.28017029498847</c:v>
                </c:pt>
                <c:pt idx="1465">
                  <c:v>-374.02368255841355</c:v>
                </c:pt>
                <c:pt idx="1466">
                  <c:v>-374.02368255841355</c:v>
                </c:pt>
                <c:pt idx="1467">
                  <c:v>-376.72751553429958</c:v>
                </c:pt>
                <c:pt idx="1468">
                  <c:v>-400.05422893489992</c:v>
                </c:pt>
                <c:pt idx="1469">
                  <c:v>-415.64921789250309</c:v>
                </c:pt>
                <c:pt idx="1470">
                  <c:v>-423.28754192853955</c:v>
                </c:pt>
                <c:pt idx="1471">
                  <c:v>-390.76670647600838</c:v>
                </c:pt>
                <c:pt idx="1472">
                  <c:v>-390.76670647600838</c:v>
                </c:pt>
                <c:pt idx="1473">
                  <c:v>-415.69764887200898</c:v>
                </c:pt>
                <c:pt idx="1474">
                  <c:v>-373.94947556624618</c:v>
                </c:pt>
                <c:pt idx="1475">
                  <c:v>-346.3874171191456</c:v>
                </c:pt>
                <c:pt idx="1476">
                  <c:v>-346.3874171191456</c:v>
                </c:pt>
                <c:pt idx="1477">
                  <c:v>-346.3874171191456</c:v>
                </c:pt>
                <c:pt idx="1478">
                  <c:v>-346.3874171191456</c:v>
                </c:pt>
                <c:pt idx="1479">
                  <c:v>-337.08017198798547</c:v>
                </c:pt>
                <c:pt idx="1480">
                  <c:v>-337.08017198798547</c:v>
                </c:pt>
                <c:pt idx="1481">
                  <c:v>-337.08017198798547</c:v>
                </c:pt>
                <c:pt idx="1482">
                  <c:v>-352.66029917639116</c:v>
                </c:pt>
                <c:pt idx="1483">
                  <c:v>-342.90849389220108</c:v>
                </c:pt>
                <c:pt idx="1484">
                  <c:v>-399.08218995283738</c:v>
                </c:pt>
                <c:pt idx="1485">
                  <c:v>-328.27829130789269</c:v>
                </c:pt>
                <c:pt idx="1486">
                  <c:v>-314.59670617096413</c:v>
                </c:pt>
                <c:pt idx="1487">
                  <c:v>-371.31204741205119</c:v>
                </c:pt>
                <c:pt idx="1488">
                  <c:v>-372.25136235304814</c:v>
                </c:pt>
                <c:pt idx="1489">
                  <c:v>-357.35584360520488</c:v>
                </c:pt>
                <c:pt idx="1490">
                  <c:v>-381.20606255798651</c:v>
                </c:pt>
                <c:pt idx="1491">
                  <c:v>-390.50916688816119</c:v>
                </c:pt>
                <c:pt idx="1492">
                  <c:v>-412.36468692693671</c:v>
                </c:pt>
                <c:pt idx="1493">
                  <c:v>-383.31515173326267</c:v>
                </c:pt>
                <c:pt idx="1494">
                  <c:v>-413.64075833878655</c:v>
                </c:pt>
                <c:pt idx="1495">
                  <c:v>-419.29496645878049</c:v>
                </c:pt>
                <c:pt idx="1496">
                  <c:v>-435.19165577714881</c:v>
                </c:pt>
                <c:pt idx="1497">
                  <c:v>-405.26405536180755</c:v>
                </c:pt>
                <c:pt idx="1498">
                  <c:v>-405.26405536180755</c:v>
                </c:pt>
                <c:pt idx="1499">
                  <c:v>-495.64800487768196</c:v>
                </c:pt>
                <c:pt idx="1500">
                  <c:v>-474.26249034882721</c:v>
                </c:pt>
                <c:pt idx="1501">
                  <c:v>-474.26249034882721</c:v>
                </c:pt>
                <c:pt idx="1502">
                  <c:v>-474.26249034882721</c:v>
                </c:pt>
                <c:pt idx="1503">
                  <c:v>-518.43975972455166</c:v>
                </c:pt>
                <c:pt idx="1504">
                  <c:v>-505.62736773412269</c:v>
                </c:pt>
                <c:pt idx="1505">
                  <c:v>-538.19028105906227</c:v>
                </c:pt>
                <c:pt idx="1506">
                  <c:v>-572.19855482218156</c:v>
                </c:pt>
                <c:pt idx="1507">
                  <c:v>-520.9834162857793</c:v>
                </c:pt>
                <c:pt idx="1508">
                  <c:v>-539.02583237868669</c:v>
                </c:pt>
                <c:pt idx="1509">
                  <c:v>-563.43060964686845</c:v>
                </c:pt>
                <c:pt idx="1510">
                  <c:v>-564.5810366802632</c:v>
                </c:pt>
                <c:pt idx="1511">
                  <c:v>-564.5810366802632</c:v>
                </c:pt>
                <c:pt idx="1512">
                  <c:v>-677.41030604671346</c:v>
                </c:pt>
                <c:pt idx="1513">
                  <c:v>-716.88928077005016</c:v>
                </c:pt>
                <c:pt idx="1514">
                  <c:v>-716.88928077005016</c:v>
                </c:pt>
                <c:pt idx="1515">
                  <c:v>-739.13519557465668</c:v>
                </c:pt>
                <c:pt idx="1516">
                  <c:v>-755.27019023658886</c:v>
                </c:pt>
                <c:pt idx="1517">
                  <c:v>-856.57552450214268</c:v>
                </c:pt>
                <c:pt idx="1518">
                  <c:v>-856.57552450214268</c:v>
                </c:pt>
                <c:pt idx="1519">
                  <c:v>-667.52144134377602</c:v>
                </c:pt>
                <c:pt idx="1520">
                  <c:v>-746.06654798878606</c:v>
                </c:pt>
                <c:pt idx="1521">
                  <c:v>-644.24066438098657</c:v>
                </c:pt>
                <c:pt idx="1522">
                  <c:v>-644.24066438098657</c:v>
                </c:pt>
                <c:pt idx="1523">
                  <c:v>-526.4045210810965</c:v>
                </c:pt>
                <c:pt idx="1524">
                  <c:v>-480.54664151425322</c:v>
                </c:pt>
                <c:pt idx="1525">
                  <c:v>-480.54664151425322</c:v>
                </c:pt>
                <c:pt idx="1526">
                  <c:v>-480.54664151425322</c:v>
                </c:pt>
                <c:pt idx="1527">
                  <c:v>-437.57403130378839</c:v>
                </c:pt>
                <c:pt idx="1528">
                  <c:v>-402.33953605329202</c:v>
                </c:pt>
                <c:pt idx="1529">
                  <c:v>-386.33042027321642</c:v>
                </c:pt>
                <c:pt idx="1530">
                  <c:v>-386.33042027321642</c:v>
                </c:pt>
                <c:pt idx="1531">
                  <c:v>-386.33042027321642</c:v>
                </c:pt>
                <c:pt idx="1532">
                  <c:v>-190.20439731521972</c:v>
                </c:pt>
                <c:pt idx="1533">
                  <c:v>-145.47846156172034</c:v>
                </c:pt>
                <c:pt idx="1534">
                  <c:v>-135.76568170815486</c:v>
                </c:pt>
                <c:pt idx="1535">
                  <c:v>-135.76568170815486</c:v>
                </c:pt>
                <c:pt idx="1536">
                  <c:v>-135.76568170815486</c:v>
                </c:pt>
                <c:pt idx="1537">
                  <c:v>-135.76568170815486</c:v>
                </c:pt>
                <c:pt idx="1538">
                  <c:v>-128.945789918462</c:v>
                </c:pt>
                <c:pt idx="1539">
                  <c:v>-133.70654815335885</c:v>
                </c:pt>
                <c:pt idx="1540">
                  <c:v>-122.07859695853401</c:v>
                </c:pt>
                <c:pt idx="1541">
                  <c:v>-151.57516780164426</c:v>
                </c:pt>
                <c:pt idx="1542">
                  <c:v>-142.38064434408378</c:v>
                </c:pt>
                <c:pt idx="1543">
                  <c:v>-155.30082373569275</c:v>
                </c:pt>
                <c:pt idx="1544">
                  <c:v>-154.69501504845601</c:v>
                </c:pt>
                <c:pt idx="1545">
                  <c:v>-154.69501504845601</c:v>
                </c:pt>
                <c:pt idx="1546">
                  <c:v>-155.27121668224601</c:v>
                </c:pt>
                <c:pt idx="1547">
                  <c:v>-241.19688329162477</c:v>
                </c:pt>
                <c:pt idx="1548">
                  <c:v>-241.19688329162477</c:v>
                </c:pt>
                <c:pt idx="1549">
                  <c:v>-255.39738083003775</c:v>
                </c:pt>
                <c:pt idx="1550">
                  <c:v>-255.39738083003775</c:v>
                </c:pt>
                <c:pt idx="1551">
                  <c:v>-255.39738083003775</c:v>
                </c:pt>
                <c:pt idx="1552">
                  <c:v>-239.84556295367463</c:v>
                </c:pt>
                <c:pt idx="1553">
                  <c:v>-239.84556295367463</c:v>
                </c:pt>
                <c:pt idx="1554">
                  <c:v>-260.14013299953876</c:v>
                </c:pt>
                <c:pt idx="1555">
                  <c:v>-260.14013299953876</c:v>
                </c:pt>
                <c:pt idx="1556">
                  <c:v>-239.81510546666868</c:v>
                </c:pt>
                <c:pt idx="1557">
                  <c:v>-227.21263064194801</c:v>
                </c:pt>
                <c:pt idx="1558">
                  <c:v>-221.84299082519578</c:v>
                </c:pt>
                <c:pt idx="1559">
                  <c:v>-214.11431766403254</c:v>
                </c:pt>
                <c:pt idx="1560">
                  <c:v>-231.45745557095984</c:v>
                </c:pt>
                <c:pt idx="1561">
                  <c:v>-228.42117875488702</c:v>
                </c:pt>
                <c:pt idx="1562">
                  <c:v>-225.9844856084998</c:v>
                </c:pt>
                <c:pt idx="1563">
                  <c:v>-225.9844856084998</c:v>
                </c:pt>
                <c:pt idx="1564">
                  <c:v>-210.01590622823002</c:v>
                </c:pt>
                <c:pt idx="1565">
                  <c:v>-237.53007583441482</c:v>
                </c:pt>
                <c:pt idx="1566">
                  <c:v>-244.39337494425163</c:v>
                </c:pt>
                <c:pt idx="1567">
                  <c:v>-212.24694032798382</c:v>
                </c:pt>
                <c:pt idx="1568">
                  <c:v>-212.24694032798382</c:v>
                </c:pt>
                <c:pt idx="1569">
                  <c:v>-183.64977489001549</c:v>
                </c:pt>
                <c:pt idx="1570">
                  <c:v>-188.2487818650543</c:v>
                </c:pt>
                <c:pt idx="1571">
                  <c:v>-188.2487818650543</c:v>
                </c:pt>
                <c:pt idx="1572">
                  <c:v>-190.20242077198353</c:v>
                </c:pt>
                <c:pt idx="1573">
                  <c:v>-188.43714969301897</c:v>
                </c:pt>
                <c:pt idx="1574">
                  <c:v>-202.45563631345769</c:v>
                </c:pt>
                <c:pt idx="1575">
                  <c:v>-202.45563631345769</c:v>
                </c:pt>
                <c:pt idx="1576">
                  <c:v>-211.40140424986842</c:v>
                </c:pt>
                <c:pt idx="1577">
                  <c:v>-223.06834441334254</c:v>
                </c:pt>
                <c:pt idx="1578">
                  <c:v>-234.35517306607443</c:v>
                </c:pt>
                <c:pt idx="1579">
                  <c:v>-229.79257676864486</c:v>
                </c:pt>
                <c:pt idx="1580">
                  <c:v>-229.79257676864486</c:v>
                </c:pt>
                <c:pt idx="1581">
                  <c:v>-249.37588320082946</c:v>
                </c:pt>
                <c:pt idx="1582">
                  <c:v>-265.13883381476029</c:v>
                </c:pt>
                <c:pt idx="1583">
                  <c:v>-251.86190433572659</c:v>
                </c:pt>
                <c:pt idx="1584">
                  <c:v>-267.36434986728005</c:v>
                </c:pt>
                <c:pt idx="1585">
                  <c:v>-227.96431413870172</c:v>
                </c:pt>
                <c:pt idx="1586">
                  <c:v>-226.82265553052534</c:v>
                </c:pt>
                <c:pt idx="1587">
                  <c:v>-194.81293910897878</c:v>
                </c:pt>
                <c:pt idx="1588">
                  <c:v>-194.81293910897878</c:v>
                </c:pt>
                <c:pt idx="1589">
                  <c:v>-192.33692666106782</c:v>
                </c:pt>
                <c:pt idx="1590">
                  <c:v>-187.22693277062262</c:v>
                </c:pt>
                <c:pt idx="1591">
                  <c:v>-187.22693277062262</c:v>
                </c:pt>
                <c:pt idx="1592">
                  <c:v>-192.38233355259737</c:v>
                </c:pt>
                <c:pt idx="1593">
                  <c:v>-204.83893033532178</c:v>
                </c:pt>
                <c:pt idx="1594">
                  <c:v>-284.36786044283309</c:v>
                </c:pt>
                <c:pt idx="1595">
                  <c:v>-272.45999918130258</c:v>
                </c:pt>
                <c:pt idx="1596">
                  <c:v>-248.73384002570856</c:v>
                </c:pt>
                <c:pt idx="1597">
                  <c:v>-259.45770310559601</c:v>
                </c:pt>
                <c:pt idx="1598">
                  <c:v>-266.85089838002204</c:v>
                </c:pt>
                <c:pt idx="1599">
                  <c:v>-288.39530510131488</c:v>
                </c:pt>
                <c:pt idx="1600">
                  <c:v>-288.39530510131488</c:v>
                </c:pt>
                <c:pt idx="1601">
                  <c:v>-260.31203681786326</c:v>
                </c:pt>
                <c:pt idx="1602">
                  <c:v>-242.85861162103402</c:v>
                </c:pt>
                <c:pt idx="1603">
                  <c:v>-411.30572172029798</c:v>
                </c:pt>
                <c:pt idx="1604">
                  <c:v>-411.30572172029798</c:v>
                </c:pt>
                <c:pt idx="1605">
                  <c:v>-459.22075230646897</c:v>
                </c:pt>
                <c:pt idx="1606">
                  <c:v>-459.22075230646897</c:v>
                </c:pt>
                <c:pt idx="1607">
                  <c:v>-523.20590691577479</c:v>
                </c:pt>
                <c:pt idx="1608">
                  <c:v>-523.20590691577479</c:v>
                </c:pt>
                <c:pt idx="1609">
                  <c:v>-523.20590691577479</c:v>
                </c:pt>
                <c:pt idx="1610">
                  <c:v>-478.93573342541998</c:v>
                </c:pt>
                <c:pt idx="1611">
                  <c:v>-554.38818493550104</c:v>
                </c:pt>
                <c:pt idx="1612">
                  <c:v>-554.38818493550104</c:v>
                </c:pt>
                <c:pt idx="1613">
                  <c:v>-554.39159805906468</c:v>
                </c:pt>
                <c:pt idx="1614">
                  <c:v>-484.38119532054748</c:v>
                </c:pt>
                <c:pt idx="1615">
                  <c:v>-529.96575924812169</c:v>
                </c:pt>
                <c:pt idx="1616">
                  <c:v>-616.38134437784731</c:v>
                </c:pt>
                <c:pt idx="1617">
                  <c:v>-660.63961057604445</c:v>
                </c:pt>
                <c:pt idx="1618">
                  <c:v>-660.63961057604445</c:v>
                </c:pt>
                <c:pt idx="1619">
                  <c:v>-660.63961057604445</c:v>
                </c:pt>
                <c:pt idx="1620">
                  <c:v>-572.95932782169439</c:v>
                </c:pt>
                <c:pt idx="1621">
                  <c:v>-501.74916610775517</c:v>
                </c:pt>
                <c:pt idx="1622">
                  <c:v>-495.07374587890735</c:v>
                </c:pt>
                <c:pt idx="1623">
                  <c:v>-281.63435552970515</c:v>
                </c:pt>
                <c:pt idx="1624">
                  <c:v>-281.63435552970515</c:v>
                </c:pt>
                <c:pt idx="1625">
                  <c:v>-281.63435552970515</c:v>
                </c:pt>
                <c:pt idx="1626">
                  <c:v>-281.63435552970515</c:v>
                </c:pt>
                <c:pt idx="1627">
                  <c:v>-274.105791248223</c:v>
                </c:pt>
                <c:pt idx="1628">
                  <c:v>-254.48252600957599</c:v>
                </c:pt>
                <c:pt idx="1629">
                  <c:v>-254.48252600957599</c:v>
                </c:pt>
                <c:pt idx="1630">
                  <c:v>-289.09093597114224</c:v>
                </c:pt>
                <c:pt idx="1631">
                  <c:v>-254.05853656051002</c:v>
                </c:pt>
                <c:pt idx="1632">
                  <c:v>-254.05853656051002</c:v>
                </c:pt>
                <c:pt idx="1633">
                  <c:v>-251.11226427768977</c:v>
                </c:pt>
                <c:pt idx="1634">
                  <c:v>-251.11226427768977</c:v>
                </c:pt>
                <c:pt idx="1635">
                  <c:v>-251.11226427768977</c:v>
                </c:pt>
                <c:pt idx="1636">
                  <c:v>-234.63854868250115</c:v>
                </c:pt>
                <c:pt idx="1637">
                  <c:v>-234.63854868250115</c:v>
                </c:pt>
                <c:pt idx="1638">
                  <c:v>-234.63854868250115</c:v>
                </c:pt>
                <c:pt idx="1639">
                  <c:v>-211.84299556371462</c:v>
                </c:pt>
                <c:pt idx="1640">
                  <c:v>-201.0772807672202</c:v>
                </c:pt>
                <c:pt idx="1641">
                  <c:v>-215.14273464978692</c:v>
                </c:pt>
                <c:pt idx="1642">
                  <c:v>-234.97266792545204</c:v>
                </c:pt>
                <c:pt idx="1643">
                  <c:v>-269.31060646252979</c:v>
                </c:pt>
                <c:pt idx="1644">
                  <c:v>-269.31060646252979</c:v>
                </c:pt>
                <c:pt idx="1645">
                  <c:v>-272.11464608346586</c:v>
                </c:pt>
                <c:pt idx="1646">
                  <c:v>-246.27134114393806</c:v>
                </c:pt>
                <c:pt idx="1647">
                  <c:v>-251.63733051108125</c:v>
                </c:pt>
                <c:pt idx="1648">
                  <c:v>-268.76410011226807</c:v>
                </c:pt>
                <c:pt idx="1649">
                  <c:v>-268.76410011226807</c:v>
                </c:pt>
                <c:pt idx="1650">
                  <c:v>-233.74013597340138</c:v>
                </c:pt>
                <c:pt idx="1651">
                  <c:v>-165.30484766394912</c:v>
                </c:pt>
                <c:pt idx="1652">
                  <c:v>-165.30484766394912</c:v>
                </c:pt>
                <c:pt idx="1653">
                  <c:v>-165.30484766394912</c:v>
                </c:pt>
                <c:pt idx="1654">
                  <c:v>-165.30484766394912</c:v>
                </c:pt>
                <c:pt idx="1655">
                  <c:v>-165.15066440562461</c:v>
                </c:pt>
                <c:pt idx="1656">
                  <c:v>-172.07309112613933</c:v>
                </c:pt>
                <c:pt idx="1657">
                  <c:v>-247.50689944101023</c:v>
                </c:pt>
                <c:pt idx="1658">
                  <c:v>-390.65971873005458</c:v>
                </c:pt>
                <c:pt idx="1659">
                  <c:v>-429.05738885359642</c:v>
                </c:pt>
                <c:pt idx="1660">
                  <c:v>-473.7414580501071</c:v>
                </c:pt>
                <c:pt idx="1661">
                  <c:v>-473.7414580501071</c:v>
                </c:pt>
                <c:pt idx="1662">
                  <c:v>-473.7414580501071</c:v>
                </c:pt>
                <c:pt idx="1663">
                  <c:v>-485.96994182463681</c:v>
                </c:pt>
                <c:pt idx="1664">
                  <c:v>-485.96994182463681</c:v>
                </c:pt>
                <c:pt idx="1665">
                  <c:v>-484.72443256864051</c:v>
                </c:pt>
                <c:pt idx="1666">
                  <c:v>-552.016266265848</c:v>
                </c:pt>
                <c:pt idx="1667">
                  <c:v>-575.68342444436689</c:v>
                </c:pt>
                <c:pt idx="1668">
                  <c:v>-575.68342444436689</c:v>
                </c:pt>
                <c:pt idx="1669">
                  <c:v>-620.03510915198603</c:v>
                </c:pt>
                <c:pt idx="1670">
                  <c:v>-684.99662025980797</c:v>
                </c:pt>
                <c:pt idx="1671">
                  <c:v>-661.24721942750568</c:v>
                </c:pt>
                <c:pt idx="1672">
                  <c:v>-661.24721942750568</c:v>
                </c:pt>
                <c:pt idx="1673">
                  <c:v>-622.76261564122717</c:v>
                </c:pt>
                <c:pt idx="1674">
                  <c:v>-622.76261564122717</c:v>
                </c:pt>
                <c:pt idx="1675">
                  <c:v>-777.32205108933931</c:v>
                </c:pt>
                <c:pt idx="1676">
                  <c:v>-777.32205108933931</c:v>
                </c:pt>
                <c:pt idx="1677">
                  <c:v>-761.67620215514671</c:v>
                </c:pt>
                <c:pt idx="1678">
                  <c:v>-610.17452937438236</c:v>
                </c:pt>
                <c:pt idx="1679">
                  <c:v>-610.17452937438236</c:v>
                </c:pt>
                <c:pt idx="1680">
                  <c:v>-610.17452937438236</c:v>
                </c:pt>
                <c:pt idx="1681">
                  <c:v>-610.17452937438236</c:v>
                </c:pt>
                <c:pt idx="1682">
                  <c:v>-610.17452937438236</c:v>
                </c:pt>
                <c:pt idx="1683">
                  <c:v>-583.90270360421459</c:v>
                </c:pt>
                <c:pt idx="1684">
                  <c:v>-583.90270360421459</c:v>
                </c:pt>
                <c:pt idx="1685">
                  <c:v>-587.26967443213653</c:v>
                </c:pt>
                <c:pt idx="1686">
                  <c:v>-638.9618411216702</c:v>
                </c:pt>
                <c:pt idx="1687">
                  <c:v>-663.74009098701504</c:v>
                </c:pt>
                <c:pt idx="1688">
                  <c:v>-595.0294320248845</c:v>
                </c:pt>
                <c:pt idx="1689">
                  <c:v>-514.51744790063583</c:v>
                </c:pt>
                <c:pt idx="1690">
                  <c:v>-514.51744790063583</c:v>
                </c:pt>
                <c:pt idx="1691">
                  <c:v>-631.04925348744428</c:v>
                </c:pt>
                <c:pt idx="1692">
                  <c:v>-631.04925348744428</c:v>
                </c:pt>
                <c:pt idx="1693">
                  <c:v>-604.99815902539876</c:v>
                </c:pt>
                <c:pt idx="1694">
                  <c:v>-604.99815902539876</c:v>
                </c:pt>
                <c:pt idx="1695">
                  <c:v>-505.59311657037352</c:v>
                </c:pt>
                <c:pt idx="1696">
                  <c:v>-669.85828097743513</c:v>
                </c:pt>
                <c:pt idx="1697">
                  <c:v>-653.43501824945099</c:v>
                </c:pt>
                <c:pt idx="1698">
                  <c:v>-715.77199684359425</c:v>
                </c:pt>
                <c:pt idx="1699">
                  <c:v>-716.49938933605267</c:v>
                </c:pt>
                <c:pt idx="1700">
                  <c:v>-677.95408647569002</c:v>
                </c:pt>
                <c:pt idx="1701">
                  <c:v>-677.95408647569002</c:v>
                </c:pt>
                <c:pt idx="1702">
                  <c:v>-677.95408647569002</c:v>
                </c:pt>
                <c:pt idx="1703">
                  <c:v>-649.82559503419179</c:v>
                </c:pt>
                <c:pt idx="1704">
                  <c:v>-616.82399910831316</c:v>
                </c:pt>
                <c:pt idx="1705">
                  <c:v>-644.5790303339453</c:v>
                </c:pt>
                <c:pt idx="1706">
                  <c:v>-603.78701590354581</c:v>
                </c:pt>
                <c:pt idx="1707">
                  <c:v>-600.63854774049184</c:v>
                </c:pt>
                <c:pt idx="1708">
                  <c:v>-656.167986481757</c:v>
                </c:pt>
                <c:pt idx="1709">
                  <c:v>-706.19897998116539</c:v>
                </c:pt>
                <c:pt idx="1710">
                  <c:v>-637.34016159517682</c:v>
                </c:pt>
                <c:pt idx="1711">
                  <c:v>-584.89584044013532</c:v>
                </c:pt>
                <c:pt idx="1712">
                  <c:v>-584.89584044013532</c:v>
                </c:pt>
                <c:pt idx="1713">
                  <c:v>-632.3900805561542</c:v>
                </c:pt>
                <c:pt idx="1714">
                  <c:v>-594.05957196982001</c:v>
                </c:pt>
                <c:pt idx="1715">
                  <c:v>-594.05957196982001</c:v>
                </c:pt>
                <c:pt idx="1716">
                  <c:v>-439.62401371825246</c:v>
                </c:pt>
                <c:pt idx="1717">
                  <c:v>-439.62401371825246</c:v>
                </c:pt>
                <c:pt idx="1718">
                  <c:v>-344.74661613753295</c:v>
                </c:pt>
                <c:pt idx="1719">
                  <c:v>-271.24997559947155</c:v>
                </c:pt>
                <c:pt idx="1720">
                  <c:v>-268.59359031539753</c:v>
                </c:pt>
                <c:pt idx="1721">
                  <c:v>-268.59359031539753</c:v>
                </c:pt>
                <c:pt idx="1722">
                  <c:v>-259.52676201905382</c:v>
                </c:pt>
                <c:pt idx="1723">
                  <c:v>-280.64429260186552</c:v>
                </c:pt>
                <c:pt idx="1724">
                  <c:v>-275.52798828348148</c:v>
                </c:pt>
                <c:pt idx="1725">
                  <c:v>-275.52798828348148</c:v>
                </c:pt>
                <c:pt idx="1726">
                  <c:v>-263.65983652064085</c:v>
                </c:pt>
                <c:pt idx="1727">
                  <c:v>-205.35866021591957</c:v>
                </c:pt>
                <c:pt idx="1728">
                  <c:v>-197.31303908427563</c:v>
                </c:pt>
                <c:pt idx="1729">
                  <c:v>-197.31303908427563</c:v>
                </c:pt>
                <c:pt idx="1730">
                  <c:v>-217.27995496905291</c:v>
                </c:pt>
                <c:pt idx="1731">
                  <c:v>-289.35032795475041</c:v>
                </c:pt>
                <c:pt idx="1732">
                  <c:v>-289.35032795475041</c:v>
                </c:pt>
                <c:pt idx="1733">
                  <c:v>-260.79384216938507</c:v>
                </c:pt>
                <c:pt idx="1734">
                  <c:v>-262.25744810395679</c:v>
                </c:pt>
                <c:pt idx="1735">
                  <c:v>-262.25744810395679</c:v>
                </c:pt>
                <c:pt idx="1736">
                  <c:v>-277.40092542862294</c:v>
                </c:pt>
                <c:pt idx="1737">
                  <c:v>-277.40092542862294</c:v>
                </c:pt>
                <c:pt idx="1738">
                  <c:v>-267.00463518591778</c:v>
                </c:pt>
                <c:pt idx="1739">
                  <c:v>-296.35156065167376</c:v>
                </c:pt>
                <c:pt idx="1740">
                  <c:v>-296.35156065167376</c:v>
                </c:pt>
                <c:pt idx="1741">
                  <c:v>-296.35156065167376</c:v>
                </c:pt>
                <c:pt idx="1742">
                  <c:v>-374.60270669064511</c:v>
                </c:pt>
                <c:pt idx="1743">
                  <c:v>-409.45579632527847</c:v>
                </c:pt>
                <c:pt idx="1744">
                  <c:v>-437.53862303223599</c:v>
                </c:pt>
                <c:pt idx="1745">
                  <c:v>-396.77901017242675</c:v>
                </c:pt>
                <c:pt idx="1746">
                  <c:v>-429.35963699449974</c:v>
                </c:pt>
                <c:pt idx="1747">
                  <c:v>-486.62176417642257</c:v>
                </c:pt>
                <c:pt idx="1748">
                  <c:v>-546.90831672257968</c:v>
                </c:pt>
                <c:pt idx="1749">
                  <c:v>-546.90831672257968</c:v>
                </c:pt>
                <c:pt idx="1750">
                  <c:v>-546.90831672257968</c:v>
                </c:pt>
                <c:pt idx="1751">
                  <c:v>-468.69324310188995</c:v>
                </c:pt>
                <c:pt idx="1752">
                  <c:v>-537.33145044639093</c:v>
                </c:pt>
                <c:pt idx="1753">
                  <c:v>-537.33145044639093</c:v>
                </c:pt>
                <c:pt idx="1754">
                  <c:v>-517.6434726063809</c:v>
                </c:pt>
                <c:pt idx="1755">
                  <c:v>-517.6434726063809</c:v>
                </c:pt>
                <c:pt idx="1756">
                  <c:v>-537.49259403645237</c:v>
                </c:pt>
                <c:pt idx="1757">
                  <c:v>-488.08788073128432</c:v>
                </c:pt>
                <c:pt idx="1758">
                  <c:v>-484.76481507630228</c:v>
                </c:pt>
                <c:pt idx="1759">
                  <c:v>-432.01903159637646</c:v>
                </c:pt>
                <c:pt idx="1760">
                  <c:v>-432.01903159637646</c:v>
                </c:pt>
                <c:pt idx="1761">
                  <c:v>-432.01903159637646</c:v>
                </c:pt>
                <c:pt idx="1762">
                  <c:v>-388.15587776166001</c:v>
                </c:pt>
                <c:pt idx="1763">
                  <c:v>-354.99693451090349</c:v>
                </c:pt>
                <c:pt idx="1764">
                  <c:v>-354.99693451090349</c:v>
                </c:pt>
                <c:pt idx="1765">
                  <c:v>-344.77788822366495</c:v>
                </c:pt>
                <c:pt idx="1766">
                  <c:v>-344.77788822366495</c:v>
                </c:pt>
                <c:pt idx="1767">
                  <c:v>-330.42070516405721</c:v>
                </c:pt>
                <c:pt idx="1768">
                  <c:v>-330.42070516405721</c:v>
                </c:pt>
                <c:pt idx="1769">
                  <c:v>-330.42070516405721</c:v>
                </c:pt>
                <c:pt idx="1770">
                  <c:v>-406.50942343041203</c:v>
                </c:pt>
                <c:pt idx="1771">
                  <c:v>-420.20459488086135</c:v>
                </c:pt>
                <c:pt idx="1772">
                  <c:v>-362.66485834485701</c:v>
                </c:pt>
                <c:pt idx="1773">
                  <c:v>-362.66485834485701</c:v>
                </c:pt>
                <c:pt idx="1774">
                  <c:v>-446.48501194697747</c:v>
                </c:pt>
                <c:pt idx="1775">
                  <c:v>-446.48501194697747</c:v>
                </c:pt>
                <c:pt idx="1776">
                  <c:v>-446.48501194697747</c:v>
                </c:pt>
                <c:pt idx="1777">
                  <c:v>-482.88864209650626</c:v>
                </c:pt>
                <c:pt idx="1778">
                  <c:v>-452.94305984277372</c:v>
                </c:pt>
                <c:pt idx="1779">
                  <c:v>-526.75810919040759</c:v>
                </c:pt>
                <c:pt idx="1780">
                  <c:v>-526.75810919040759</c:v>
                </c:pt>
                <c:pt idx="1781">
                  <c:v>-526.75810919040759</c:v>
                </c:pt>
                <c:pt idx="1782">
                  <c:v>-564.11337634675806</c:v>
                </c:pt>
                <c:pt idx="1783">
                  <c:v>-564.11337634675806</c:v>
                </c:pt>
                <c:pt idx="1784">
                  <c:v>-564.11337634675806</c:v>
                </c:pt>
                <c:pt idx="1785">
                  <c:v>-638.39278829013233</c:v>
                </c:pt>
                <c:pt idx="1786">
                  <c:v>-638.39278829013233</c:v>
                </c:pt>
                <c:pt idx="1787">
                  <c:v>-605.84843381860003</c:v>
                </c:pt>
                <c:pt idx="1788">
                  <c:v>-605.84843381860003</c:v>
                </c:pt>
                <c:pt idx="1789">
                  <c:v>-545.86505018823766</c:v>
                </c:pt>
                <c:pt idx="1790">
                  <c:v>-515.35008591368239</c:v>
                </c:pt>
                <c:pt idx="1791">
                  <c:v>-512.9474391518869</c:v>
                </c:pt>
                <c:pt idx="1792">
                  <c:v>-512.9474391518869</c:v>
                </c:pt>
                <c:pt idx="1793">
                  <c:v>-450.25099265640017</c:v>
                </c:pt>
                <c:pt idx="1794">
                  <c:v>-351.65319325163279</c:v>
                </c:pt>
                <c:pt idx="1795">
                  <c:v>-351.65319325163279</c:v>
                </c:pt>
                <c:pt idx="1796">
                  <c:v>-339.59483641407871</c:v>
                </c:pt>
                <c:pt idx="1797">
                  <c:v>-308.92856124242638</c:v>
                </c:pt>
                <c:pt idx="1798">
                  <c:v>-334.6514028906675</c:v>
                </c:pt>
                <c:pt idx="1799">
                  <c:v>-318.52901662091915</c:v>
                </c:pt>
                <c:pt idx="1800">
                  <c:v>-354.15104599216744</c:v>
                </c:pt>
                <c:pt idx="1801">
                  <c:v>-381.82060576162888</c:v>
                </c:pt>
                <c:pt idx="1802">
                  <c:v>-381.82060576162888</c:v>
                </c:pt>
                <c:pt idx="1803">
                  <c:v>-381.82060576162888</c:v>
                </c:pt>
                <c:pt idx="1804">
                  <c:v>-407.61291902964126</c:v>
                </c:pt>
                <c:pt idx="1805">
                  <c:v>-408.15512815105086</c:v>
                </c:pt>
                <c:pt idx="1806">
                  <c:v>-408.15512815105086</c:v>
                </c:pt>
                <c:pt idx="1807">
                  <c:v>-428.66441801247493</c:v>
                </c:pt>
                <c:pt idx="1808">
                  <c:v>-428.66441801247493</c:v>
                </c:pt>
                <c:pt idx="1809">
                  <c:v>-450.72802434033042</c:v>
                </c:pt>
                <c:pt idx="1810">
                  <c:v>-423.24825663706252</c:v>
                </c:pt>
                <c:pt idx="1811">
                  <c:v>-423.24825663706252</c:v>
                </c:pt>
                <c:pt idx="1812">
                  <c:v>-423.24825663706252</c:v>
                </c:pt>
                <c:pt idx="1813">
                  <c:v>-462.04558363190495</c:v>
                </c:pt>
                <c:pt idx="1814">
                  <c:v>-425.95986581261258</c:v>
                </c:pt>
                <c:pt idx="1815">
                  <c:v>-425.95986581261258</c:v>
                </c:pt>
                <c:pt idx="1816">
                  <c:v>-447.30655672028905</c:v>
                </c:pt>
                <c:pt idx="1817">
                  <c:v>-502.12201341330075</c:v>
                </c:pt>
                <c:pt idx="1818">
                  <c:v>-614.65022643567806</c:v>
                </c:pt>
                <c:pt idx="1819">
                  <c:v>-688.18734080942704</c:v>
                </c:pt>
                <c:pt idx="1820">
                  <c:v>-656.22497285313545</c:v>
                </c:pt>
                <c:pt idx="1821">
                  <c:v>-650.23281477862167</c:v>
                </c:pt>
                <c:pt idx="1822">
                  <c:v>-650.23281477862167</c:v>
                </c:pt>
                <c:pt idx="1823">
                  <c:v>-561.16928847639906</c:v>
                </c:pt>
                <c:pt idx="1824">
                  <c:v>-493.1441916949293</c:v>
                </c:pt>
                <c:pt idx="1825">
                  <c:v>-442.30659389198996</c:v>
                </c:pt>
                <c:pt idx="1826">
                  <c:v>-442.30659389198996</c:v>
                </c:pt>
                <c:pt idx="1827">
                  <c:v>-401.15133624098411</c:v>
                </c:pt>
                <c:pt idx="1828">
                  <c:v>-401.15133624098411</c:v>
                </c:pt>
                <c:pt idx="1829">
                  <c:v>-401.15133624098411</c:v>
                </c:pt>
                <c:pt idx="1830">
                  <c:v>-401.15133624098411</c:v>
                </c:pt>
                <c:pt idx="1831">
                  <c:v>-364.67586836275603</c:v>
                </c:pt>
                <c:pt idx="1832">
                  <c:v>-401.72772214358531</c:v>
                </c:pt>
                <c:pt idx="1833">
                  <c:v>-401.72772214358531</c:v>
                </c:pt>
                <c:pt idx="1834">
                  <c:v>-422.42974302945174</c:v>
                </c:pt>
                <c:pt idx="1835">
                  <c:v>-422.42974302945174</c:v>
                </c:pt>
                <c:pt idx="1836">
                  <c:v>-394.3387202449349</c:v>
                </c:pt>
                <c:pt idx="1837">
                  <c:v>-413.2348544168882</c:v>
                </c:pt>
                <c:pt idx="1838">
                  <c:v>-317.91791094030782</c:v>
                </c:pt>
                <c:pt idx="1839">
                  <c:v>-317.91791094030782</c:v>
                </c:pt>
                <c:pt idx="1840">
                  <c:v>-379.57213640814689</c:v>
                </c:pt>
                <c:pt idx="1841">
                  <c:v>-379.57213640814689</c:v>
                </c:pt>
                <c:pt idx="1842">
                  <c:v>-343.73769907198698</c:v>
                </c:pt>
                <c:pt idx="1843">
                  <c:v>-375.36298547882615</c:v>
                </c:pt>
                <c:pt idx="1844">
                  <c:v>-382.73997302569887</c:v>
                </c:pt>
                <c:pt idx="1845">
                  <c:v>-413.42234376961693</c:v>
                </c:pt>
                <c:pt idx="1846">
                  <c:v>-413.42234376961693</c:v>
                </c:pt>
                <c:pt idx="1847">
                  <c:v>-436.52785198241503</c:v>
                </c:pt>
                <c:pt idx="1848">
                  <c:v>-436.52785198241503</c:v>
                </c:pt>
                <c:pt idx="1849">
                  <c:v>-436.52785198241503</c:v>
                </c:pt>
                <c:pt idx="1850">
                  <c:v>-436.52785198241503</c:v>
                </c:pt>
                <c:pt idx="1851">
                  <c:v>-472.86595084354343</c:v>
                </c:pt>
                <c:pt idx="1852">
                  <c:v>-443.34620624023694</c:v>
                </c:pt>
                <c:pt idx="1853">
                  <c:v>-443.34620624023694</c:v>
                </c:pt>
                <c:pt idx="1854">
                  <c:v>-449.16935892399596</c:v>
                </c:pt>
                <c:pt idx="1855">
                  <c:v>-449.16935892399596</c:v>
                </c:pt>
                <c:pt idx="1856">
                  <c:v>-507.450752615932</c:v>
                </c:pt>
                <c:pt idx="1857">
                  <c:v>-496.61513699471254</c:v>
                </c:pt>
                <c:pt idx="1858">
                  <c:v>-496.61513699471254</c:v>
                </c:pt>
                <c:pt idx="1859">
                  <c:v>-486.51636688971325</c:v>
                </c:pt>
                <c:pt idx="1860">
                  <c:v>-402.66368199146484</c:v>
                </c:pt>
                <c:pt idx="1861">
                  <c:v>-402.66368199146484</c:v>
                </c:pt>
                <c:pt idx="1862">
                  <c:v>-466.23633514895096</c:v>
                </c:pt>
                <c:pt idx="1863">
                  <c:v>-473.06269797200559</c:v>
                </c:pt>
                <c:pt idx="1864">
                  <c:v>-473.06269797200559</c:v>
                </c:pt>
                <c:pt idx="1865">
                  <c:v>-473.06269797200559</c:v>
                </c:pt>
                <c:pt idx="1866">
                  <c:v>-473.06269797200559</c:v>
                </c:pt>
                <c:pt idx="1867">
                  <c:v>-435.98539304380699</c:v>
                </c:pt>
                <c:pt idx="1868">
                  <c:v>-435.98539304380699</c:v>
                </c:pt>
                <c:pt idx="1869">
                  <c:v>-435.98539304380699</c:v>
                </c:pt>
                <c:pt idx="1870">
                  <c:v>-435.98539304380699</c:v>
                </c:pt>
                <c:pt idx="1871">
                  <c:v>-461.65720762609033</c:v>
                </c:pt>
                <c:pt idx="1872">
                  <c:v>-420.41358577937882</c:v>
                </c:pt>
                <c:pt idx="1873">
                  <c:v>-420.41358577937882</c:v>
                </c:pt>
                <c:pt idx="1874">
                  <c:v>-781.86505194384563</c:v>
                </c:pt>
                <c:pt idx="1875">
                  <c:v>-781.86505194384563</c:v>
                </c:pt>
                <c:pt idx="1876">
                  <c:v>-818.36589305373514</c:v>
                </c:pt>
                <c:pt idx="1877">
                  <c:v>-818.36589305373514</c:v>
                </c:pt>
                <c:pt idx="1878">
                  <c:v>-1026.1746270342724</c:v>
                </c:pt>
                <c:pt idx="1879">
                  <c:v>-1178.7620397541605</c:v>
                </c:pt>
                <c:pt idx="1880">
                  <c:v>-1178.7620397541605</c:v>
                </c:pt>
                <c:pt idx="1881">
                  <c:v>-982.24204957054189</c:v>
                </c:pt>
                <c:pt idx="1882">
                  <c:v>-1048.2790076198382</c:v>
                </c:pt>
                <c:pt idx="1883">
                  <c:v>-958.37361278517199</c:v>
                </c:pt>
                <c:pt idx="1884">
                  <c:v>-1104.5953163201493</c:v>
                </c:pt>
                <c:pt idx="1885">
                  <c:v>-1104.5953163201493</c:v>
                </c:pt>
                <c:pt idx="1886">
                  <c:v>-1104.5953163201493</c:v>
                </c:pt>
                <c:pt idx="1887">
                  <c:v>-1104.5953163201493</c:v>
                </c:pt>
                <c:pt idx="1888">
                  <c:v>-1006.5535777221282</c:v>
                </c:pt>
                <c:pt idx="1889">
                  <c:v>-914.92595512644186</c:v>
                </c:pt>
                <c:pt idx="1890">
                  <c:v>-914.92595512644186</c:v>
                </c:pt>
                <c:pt idx="1891">
                  <c:v>-953.87945392324377</c:v>
                </c:pt>
                <c:pt idx="1892">
                  <c:v>-1045.7750565949768</c:v>
                </c:pt>
                <c:pt idx="1893">
                  <c:v>-1045.7750565949768</c:v>
                </c:pt>
                <c:pt idx="1894">
                  <c:v>-862.70886215547807</c:v>
                </c:pt>
                <c:pt idx="1895">
                  <c:v>-803.64493237866407</c:v>
                </c:pt>
                <c:pt idx="1896">
                  <c:v>-803.64493237866407</c:v>
                </c:pt>
                <c:pt idx="1897">
                  <c:v>-774.41477309822085</c:v>
                </c:pt>
                <c:pt idx="1898">
                  <c:v>-607.007811744278</c:v>
                </c:pt>
                <c:pt idx="1899">
                  <c:v>-674.49253572722853</c:v>
                </c:pt>
                <c:pt idx="1900">
                  <c:v>-622.01456650689545</c:v>
                </c:pt>
                <c:pt idx="1901">
                  <c:v>-632.79939414043145</c:v>
                </c:pt>
                <c:pt idx="1902">
                  <c:v>-565.01172107444154</c:v>
                </c:pt>
                <c:pt idx="1903">
                  <c:v>-579.61876880416844</c:v>
                </c:pt>
                <c:pt idx="1904">
                  <c:v>-407.56004966407704</c:v>
                </c:pt>
                <c:pt idx="1905">
                  <c:v>-407.56004966407704</c:v>
                </c:pt>
                <c:pt idx="1906">
                  <c:v>-382.1927323801018</c:v>
                </c:pt>
                <c:pt idx="1907">
                  <c:v>-382.1927323801018</c:v>
                </c:pt>
                <c:pt idx="1908">
                  <c:v>-399.96751720700644</c:v>
                </c:pt>
                <c:pt idx="1909">
                  <c:v>-438.67878788722425</c:v>
                </c:pt>
                <c:pt idx="1910">
                  <c:v>-405.98004009661332</c:v>
                </c:pt>
                <c:pt idx="1911">
                  <c:v>-366.47446322472337</c:v>
                </c:pt>
                <c:pt idx="1912">
                  <c:v>-339.99888567191562</c:v>
                </c:pt>
                <c:pt idx="1913">
                  <c:v>-355.19095633208798</c:v>
                </c:pt>
                <c:pt idx="1914">
                  <c:v>-313.32469714782559</c:v>
                </c:pt>
                <c:pt idx="1915">
                  <c:v>-346.53843455695397</c:v>
                </c:pt>
                <c:pt idx="1916">
                  <c:v>-332.10023826659904</c:v>
                </c:pt>
                <c:pt idx="1917">
                  <c:v>-317.16331315762955</c:v>
                </c:pt>
                <c:pt idx="1918">
                  <c:v>-329.32907349768755</c:v>
                </c:pt>
                <c:pt idx="1919">
                  <c:v>-227.32800329178298</c:v>
                </c:pt>
                <c:pt idx="1920">
                  <c:v>-247.6136808705109</c:v>
                </c:pt>
                <c:pt idx="1921">
                  <c:v>-237.86788842451224</c:v>
                </c:pt>
                <c:pt idx="1922">
                  <c:v>-236.71795834581664</c:v>
                </c:pt>
                <c:pt idx="1923">
                  <c:v>-236.71795834581664</c:v>
                </c:pt>
                <c:pt idx="1924">
                  <c:v>-236.71795834581664</c:v>
                </c:pt>
                <c:pt idx="1925">
                  <c:v>-215.79671630888456</c:v>
                </c:pt>
                <c:pt idx="1926">
                  <c:v>-253.53649762055639</c:v>
                </c:pt>
                <c:pt idx="1927">
                  <c:v>-253.53649762055639</c:v>
                </c:pt>
                <c:pt idx="1928">
                  <c:v>-253.53649762055639</c:v>
                </c:pt>
                <c:pt idx="1929">
                  <c:v>-242.59796286131129</c:v>
                </c:pt>
                <c:pt idx="1930">
                  <c:v>-252.41875337026983</c:v>
                </c:pt>
                <c:pt idx="1931">
                  <c:v>-314.84206352266443</c:v>
                </c:pt>
                <c:pt idx="1932">
                  <c:v>-341.46416945364513</c:v>
                </c:pt>
                <c:pt idx="1933">
                  <c:v>-318.85922393610275</c:v>
                </c:pt>
                <c:pt idx="1934">
                  <c:v>-349.03127995147742</c:v>
                </c:pt>
                <c:pt idx="1935">
                  <c:v>-285.58676943110828</c:v>
                </c:pt>
                <c:pt idx="1936">
                  <c:v>-311.78431865315429</c:v>
                </c:pt>
                <c:pt idx="1937">
                  <c:v>-311.78431865315429</c:v>
                </c:pt>
                <c:pt idx="1938">
                  <c:v>-320.49859335057965</c:v>
                </c:pt>
                <c:pt idx="1939">
                  <c:v>-301.7737045805132</c:v>
                </c:pt>
                <c:pt idx="1940">
                  <c:v>-301.7737045805132</c:v>
                </c:pt>
                <c:pt idx="1941">
                  <c:v>-288.70147610392729</c:v>
                </c:pt>
                <c:pt idx="1942">
                  <c:v>-298.45220162076265</c:v>
                </c:pt>
                <c:pt idx="1943">
                  <c:v>-314.20247729971015</c:v>
                </c:pt>
                <c:pt idx="1944">
                  <c:v>-303.66015247880119</c:v>
                </c:pt>
                <c:pt idx="1945">
                  <c:v>-338.22151049577064</c:v>
                </c:pt>
                <c:pt idx="1946">
                  <c:v>-318.91519255124359</c:v>
                </c:pt>
                <c:pt idx="1947">
                  <c:v>-294.15658105638323</c:v>
                </c:pt>
                <c:pt idx="1948">
                  <c:v>-299.77975231631962</c:v>
                </c:pt>
                <c:pt idx="1949">
                  <c:v>-314.92221932063416</c:v>
                </c:pt>
                <c:pt idx="1950">
                  <c:v>-314.92221932063416</c:v>
                </c:pt>
                <c:pt idx="1951">
                  <c:v>-282.58167988052668</c:v>
                </c:pt>
                <c:pt idx="1952">
                  <c:v>-282.58167988052668</c:v>
                </c:pt>
                <c:pt idx="1953">
                  <c:v>-393.74482839734418</c:v>
                </c:pt>
                <c:pt idx="1954">
                  <c:v>-393.74482839734418</c:v>
                </c:pt>
                <c:pt idx="1955">
                  <c:v>-370.07884038397998</c:v>
                </c:pt>
                <c:pt idx="1956">
                  <c:v>-464.33936103979545</c:v>
                </c:pt>
                <c:pt idx="1957">
                  <c:v>-440.77770813895319</c:v>
                </c:pt>
                <c:pt idx="1958">
                  <c:v>-446.00797480078552</c:v>
                </c:pt>
                <c:pt idx="1959">
                  <c:v>-468.95034910168039</c:v>
                </c:pt>
                <c:pt idx="1960">
                  <c:v>-546.45078723855488</c:v>
                </c:pt>
                <c:pt idx="1961">
                  <c:v>-553.21745894271123</c:v>
                </c:pt>
                <c:pt idx="1962">
                  <c:v>-573.04599324062303</c:v>
                </c:pt>
                <c:pt idx="1963">
                  <c:v>-583.690632770658</c:v>
                </c:pt>
                <c:pt idx="1964">
                  <c:v>-592.30403840551242</c:v>
                </c:pt>
                <c:pt idx="1965">
                  <c:v>-610.76639462974765</c:v>
                </c:pt>
                <c:pt idx="1966">
                  <c:v>-592.57251784482219</c:v>
                </c:pt>
                <c:pt idx="1967">
                  <c:v>-647.17272301852643</c:v>
                </c:pt>
                <c:pt idx="1968">
                  <c:v>-678.89917711218266</c:v>
                </c:pt>
                <c:pt idx="1969">
                  <c:v>-678.89917711218266</c:v>
                </c:pt>
                <c:pt idx="1970">
                  <c:v>-638.29077260123643</c:v>
                </c:pt>
                <c:pt idx="1971">
                  <c:v>-783.74633923274973</c:v>
                </c:pt>
                <c:pt idx="1972">
                  <c:v>-783.74633923274973</c:v>
                </c:pt>
                <c:pt idx="1973">
                  <c:v>-689.71801186155631</c:v>
                </c:pt>
                <c:pt idx="1974">
                  <c:v>-689.71801186155631</c:v>
                </c:pt>
                <c:pt idx="1975">
                  <c:v>-756.78812604355028</c:v>
                </c:pt>
                <c:pt idx="1976">
                  <c:v>-658.70989846896703</c:v>
                </c:pt>
                <c:pt idx="1977">
                  <c:v>-733.60042390339026</c:v>
                </c:pt>
                <c:pt idx="1978">
                  <c:v>-732.30160901189549</c:v>
                </c:pt>
                <c:pt idx="1979">
                  <c:v>-732.30160901189549</c:v>
                </c:pt>
                <c:pt idx="1980">
                  <c:v>-625.99383245915942</c:v>
                </c:pt>
                <c:pt idx="1981">
                  <c:v>-627.00847874461203</c:v>
                </c:pt>
                <c:pt idx="1982">
                  <c:v>-640.79307957201559</c:v>
                </c:pt>
                <c:pt idx="1983">
                  <c:v>-627.83604009142311</c:v>
                </c:pt>
                <c:pt idx="1984">
                  <c:v>-669.69249932121215</c:v>
                </c:pt>
                <c:pt idx="1985">
                  <c:v>-669.69249932121215</c:v>
                </c:pt>
                <c:pt idx="1986">
                  <c:v>-706.70089208201841</c:v>
                </c:pt>
                <c:pt idx="1987">
                  <c:v>-646.65663130403493</c:v>
                </c:pt>
                <c:pt idx="1988">
                  <c:v>-576.77471644466573</c:v>
                </c:pt>
                <c:pt idx="1989">
                  <c:v>-576.77471644466573</c:v>
                </c:pt>
                <c:pt idx="1990">
                  <c:v>-643.58271306304107</c:v>
                </c:pt>
                <c:pt idx="1991">
                  <c:v>-507.28466402396975</c:v>
                </c:pt>
                <c:pt idx="1992">
                  <c:v>-451.91191689568575</c:v>
                </c:pt>
                <c:pt idx="1993">
                  <c:v>-423.86888296134646</c:v>
                </c:pt>
                <c:pt idx="1994">
                  <c:v>-423.86888296134646</c:v>
                </c:pt>
                <c:pt idx="1995">
                  <c:v>-423.86888296134646</c:v>
                </c:pt>
                <c:pt idx="1996">
                  <c:v>-508.00423712594574</c:v>
                </c:pt>
                <c:pt idx="1997">
                  <c:v>-458.04007717281439</c:v>
                </c:pt>
                <c:pt idx="1998">
                  <c:v>-386.54214515523512</c:v>
                </c:pt>
                <c:pt idx="1999">
                  <c:v>-492.88902593231376</c:v>
                </c:pt>
                <c:pt idx="2000">
                  <c:v>-532.40011483892226</c:v>
                </c:pt>
                <c:pt idx="2001">
                  <c:v>-628.07518993680412</c:v>
                </c:pt>
                <c:pt idx="2002">
                  <c:v>-744.47177356567693</c:v>
                </c:pt>
                <c:pt idx="2003">
                  <c:v>-764.49832350376721</c:v>
                </c:pt>
                <c:pt idx="2004">
                  <c:v>-868.22380385539134</c:v>
                </c:pt>
                <c:pt idx="2005">
                  <c:v>-868.22380385539134</c:v>
                </c:pt>
                <c:pt idx="2006">
                  <c:v>-868.22380385539134</c:v>
                </c:pt>
                <c:pt idx="2007">
                  <c:v>-926.57625821877673</c:v>
                </c:pt>
                <c:pt idx="2008">
                  <c:v>-1017.4619442836832</c:v>
                </c:pt>
                <c:pt idx="2009">
                  <c:v>-1024.8778969947298</c:v>
                </c:pt>
                <c:pt idx="2010">
                  <c:v>-1039.9569765373931</c:v>
                </c:pt>
                <c:pt idx="2011">
                  <c:v>-1007.9155847598294</c:v>
                </c:pt>
                <c:pt idx="2012">
                  <c:v>-1107.8141492488708</c:v>
                </c:pt>
                <c:pt idx="2013">
                  <c:v>-1107.8141492488708</c:v>
                </c:pt>
                <c:pt idx="2014">
                  <c:v>-1020.6954700342288</c:v>
                </c:pt>
                <c:pt idx="2015">
                  <c:v>-1035.4180768683557</c:v>
                </c:pt>
                <c:pt idx="2016">
                  <c:v>-1049.3676674966687</c:v>
                </c:pt>
                <c:pt idx="2017">
                  <c:v>-1146.1415091857405</c:v>
                </c:pt>
                <c:pt idx="2018">
                  <c:v>-1249.5879568757496</c:v>
                </c:pt>
                <c:pt idx="2019">
                  <c:v>-1218.9109691930146</c:v>
                </c:pt>
                <c:pt idx="2020">
                  <c:v>-1246.8986221242808</c:v>
                </c:pt>
                <c:pt idx="2021">
                  <c:v>-1224.3492241875629</c:v>
                </c:pt>
                <c:pt idx="2022">
                  <c:v>-1094.3927863700271</c:v>
                </c:pt>
                <c:pt idx="2023">
                  <c:v>-1094.3927863700271</c:v>
                </c:pt>
                <c:pt idx="2024">
                  <c:v>-848.4321511817044</c:v>
                </c:pt>
                <c:pt idx="2025">
                  <c:v>-848.4321511817044</c:v>
                </c:pt>
                <c:pt idx="2026">
                  <c:v>-848.4321511817044</c:v>
                </c:pt>
                <c:pt idx="2027">
                  <c:v>-832.79518505365832</c:v>
                </c:pt>
                <c:pt idx="2028">
                  <c:v>-832.79518505365832</c:v>
                </c:pt>
                <c:pt idx="2029">
                  <c:v>-702.68290432052254</c:v>
                </c:pt>
                <c:pt idx="2030">
                  <c:v>-702.68290432052254</c:v>
                </c:pt>
                <c:pt idx="2031">
                  <c:v>-1023.0232904252846</c:v>
                </c:pt>
                <c:pt idx="2032">
                  <c:v>-1023.0232904252846</c:v>
                </c:pt>
                <c:pt idx="2033">
                  <c:v>-1023.0232904252846</c:v>
                </c:pt>
                <c:pt idx="2034">
                  <c:v>-1181.0191099023755</c:v>
                </c:pt>
                <c:pt idx="2035">
                  <c:v>-1178.6837324536075</c:v>
                </c:pt>
                <c:pt idx="2036">
                  <c:v>-1150.3839948654595</c:v>
                </c:pt>
                <c:pt idx="2037">
                  <c:v>-987.4560608467242</c:v>
                </c:pt>
                <c:pt idx="2038">
                  <c:v>-874.68873527332369</c:v>
                </c:pt>
                <c:pt idx="2039">
                  <c:v>-959.18273992452771</c:v>
                </c:pt>
                <c:pt idx="2040">
                  <c:v>-959.18273992452771</c:v>
                </c:pt>
                <c:pt idx="2041">
                  <c:v>-905.63050180991218</c:v>
                </c:pt>
                <c:pt idx="2042">
                  <c:v>-905.63050180991218</c:v>
                </c:pt>
                <c:pt idx="2043">
                  <c:v>-905.63050180991218</c:v>
                </c:pt>
                <c:pt idx="2044">
                  <c:v>-908.57131494499436</c:v>
                </c:pt>
                <c:pt idx="2045">
                  <c:v>-908.57131494499436</c:v>
                </c:pt>
                <c:pt idx="2046">
                  <c:v>-908.57131494499436</c:v>
                </c:pt>
                <c:pt idx="2047">
                  <c:v>-931.72567654345164</c:v>
                </c:pt>
                <c:pt idx="2048">
                  <c:v>-846.73295552928232</c:v>
                </c:pt>
                <c:pt idx="2049">
                  <c:v>-945.30717769042917</c:v>
                </c:pt>
                <c:pt idx="2050">
                  <c:v>-945.30717769042917</c:v>
                </c:pt>
                <c:pt idx="2051">
                  <c:v>-624.09566308101773</c:v>
                </c:pt>
                <c:pt idx="2052">
                  <c:v>-624.09566308101773</c:v>
                </c:pt>
                <c:pt idx="2053">
                  <c:v>-623.906342629086</c:v>
                </c:pt>
                <c:pt idx="2054">
                  <c:v>-531.67441489605483</c:v>
                </c:pt>
                <c:pt idx="2055">
                  <c:v>-531.67441489605483</c:v>
                </c:pt>
                <c:pt idx="2056">
                  <c:v>-531.67441489605483</c:v>
                </c:pt>
                <c:pt idx="2057">
                  <c:v>-574.12357503917679</c:v>
                </c:pt>
                <c:pt idx="2058">
                  <c:v>-590.19124886434179</c:v>
                </c:pt>
                <c:pt idx="2059">
                  <c:v>-474.27137493368372</c:v>
                </c:pt>
                <c:pt idx="2060">
                  <c:v>-555.4515319919102</c:v>
                </c:pt>
                <c:pt idx="2061">
                  <c:v>-532.9431107268573</c:v>
                </c:pt>
                <c:pt idx="2062">
                  <c:v>-523.71986309271165</c:v>
                </c:pt>
                <c:pt idx="2063">
                  <c:v>-523.71986309271165</c:v>
                </c:pt>
                <c:pt idx="2064">
                  <c:v>-547.02796347848664</c:v>
                </c:pt>
                <c:pt idx="2065">
                  <c:v>-516.40581207061791</c:v>
                </c:pt>
                <c:pt idx="2066">
                  <c:v>-544.32612752696946</c:v>
                </c:pt>
                <c:pt idx="2067">
                  <c:v>-544.32612752696946</c:v>
                </c:pt>
                <c:pt idx="2068">
                  <c:v>-576.94007877246224</c:v>
                </c:pt>
                <c:pt idx="2069">
                  <c:v>-576.94007877246224</c:v>
                </c:pt>
                <c:pt idx="2070">
                  <c:v>-576.94007877246224</c:v>
                </c:pt>
                <c:pt idx="2071">
                  <c:v>-566.58082275500851</c:v>
                </c:pt>
                <c:pt idx="2072">
                  <c:v>-538.21703048855568</c:v>
                </c:pt>
                <c:pt idx="2073">
                  <c:v>-529.79955563604801</c:v>
                </c:pt>
                <c:pt idx="2074">
                  <c:v>-523.84529691702505</c:v>
                </c:pt>
                <c:pt idx="2075">
                  <c:v>-555.43236103444599</c:v>
                </c:pt>
                <c:pt idx="2076">
                  <c:v>-694.32263098584303</c:v>
                </c:pt>
                <c:pt idx="2077">
                  <c:v>-694.32263098584303</c:v>
                </c:pt>
                <c:pt idx="2078">
                  <c:v>-731.09227684100335</c:v>
                </c:pt>
                <c:pt idx="2079">
                  <c:v>-743.07122081914918</c:v>
                </c:pt>
                <c:pt idx="2080">
                  <c:v>-685.34352486432749</c:v>
                </c:pt>
                <c:pt idx="2081">
                  <c:v>-744.01591334387251</c:v>
                </c:pt>
                <c:pt idx="2082">
                  <c:v>-803.51926173484264</c:v>
                </c:pt>
                <c:pt idx="2083">
                  <c:v>-803.51926173484264</c:v>
                </c:pt>
                <c:pt idx="2084">
                  <c:v>-718.07447496850023</c:v>
                </c:pt>
                <c:pt idx="2085">
                  <c:v>-908.75977731645776</c:v>
                </c:pt>
                <c:pt idx="2086">
                  <c:v>-902.11676520471974</c:v>
                </c:pt>
                <c:pt idx="2087">
                  <c:v>-922.92089458715839</c:v>
                </c:pt>
                <c:pt idx="2088">
                  <c:v>-1014.2020628510428</c:v>
                </c:pt>
                <c:pt idx="2089">
                  <c:v>-1014.2020628510428</c:v>
                </c:pt>
                <c:pt idx="2090">
                  <c:v>-1017.2242789788518</c:v>
                </c:pt>
                <c:pt idx="2091">
                  <c:v>-1017.2242789788518</c:v>
                </c:pt>
                <c:pt idx="2092">
                  <c:v>-1003.2662240773316</c:v>
                </c:pt>
                <c:pt idx="2093">
                  <c:v>-931.34886662795952</c:v>
                </c:pt>
                <c:pt idx="2094">
                  <c:v>-868.47241912347556</c:v>
                </c:pt>
                <c:pt idx="2095">
                  <c:v>-911.06077174441009</c:v>
                </c:pt>
                <c:pt idx="2096">
                  <c:v>-804.50035731210073</c:v>
                </c:pt>
                <c:pt idx="2097">
                  <c:v>-934.72482029915057</c:v>
                </c:pt>
                <c:pt idx="2098">
                  <c:v>-934.72482029915057</c:v>
                </c:pt>
                <c:pt idx="2099">
                  <c:v>-892.60445883915133</c:v>
                </c:pt>
                <c:pt idx="2100">
                  <c:v>-845.4724799243171</c:v>
                </c:pt>
                <c:pt idx="2101">
                  <c:v>-845.4724799243171</c:v>
                </c:pt>
                <c:pt idx="2102">
                  <c:v>-844.5677419860192</c:v>
                </c:pt>
                <c:pt idx="2103">
                  <c:v>-844.5677419860192</c:v>
                </c:pt>
                <c:pt idx="2104">
                  <c:v>-882.05852808397026</c:v>
                </c:pt>
                <c:pt idx="2105">
                  <c:v>-746.9999606700809</c:v>
                </c:pt>
                <c:pt idx="2106">
                  <c:v>-745.05119195953921</c:v>
                </c:pt>
                <c:pt idx="2107">
                  <c:v>-692.32034700441852</c:v>
                </c:pt>
                <c:pt idx="2108">
                  <c:v>-594.01381050264422</c:v>
                </c:pt>
                <c:pt idx="2109">
                  <c:v>-559.85456698946939</c:v>
                </c:pt>
                <c:pt idx="2110">
                  <c:v>-494.79966073838261</c:v>
                </c:pt>
                <c:pt idx="2111">
                  <c:v>-494.79966073838261</c:v>
                </c:pt>
                <c:pt idx="2112">
                  <c:v>-549.72302922873143</c:v>
                </c:pt>
                <c:pt idx="2113">
                  <c:v>-577.85200731993905</c:v>
                </c:pt>
                <c:pt idx="2114">
                  <c:v>-582.36410631301999</c:v>
                </c:pt>
                <c:pt idx="2115">
                  <c:v>-512.50846420125367</c:v>
                </c:pt>
                <c:pt idx="2116">
                  <c:v>-512.50846420125367</c:v>
                </c:pt>
                <c:pt idx="2117">
                  <c:v>-312.25196556192037</c:v>
                </c:pt>
                <c:pt idx="2118">
                  <c:v>-312.25196556192037</c:v>
                </c:pt>
                <c:pt idx="2119">
                  <c:v>-304.76114998619647</c:v>
                </c:pt>
                <c:pt idx="2120">
                  <c:v>-458.33421269352436</c:v>
                </c:pt>
                <c:pt idx="2121">
                  <c:v>-458.33421269352436</c:v>
                </c:pt>
                <c:pt idx="2122">
                  <c:v>-429.02315615072348</c:v>
                </c:pt>
                <c:pt idx="2123">
                  <c:v>-429.02315615072348</c:v>
                </c:pt>
                <c:pt idx="2124">
                  <c:v>-411.19135307804902</c:v>
                </c:pt>
                <c:pt idx="2125">
                  <c:v>-455.70955988639918</c:v>
                </c:pt>
                <c:pt idx="2126">
                  <c:v>-544.17383034383909</c:v>
                </c:pt>
                <c:pt idx="2127">
                  <c:v>-630.51120931998196</c:v>
                </c:pt>
                <c:pt idx="2128">
                  <c:v>-681.96837396997819</c:v>
                </c:pt>
                <c:pt idx="2129">
                  <c:v>-778.40707865177251</c:v>
                </c:pt>
                <c:pt idx="2130">
                  <c:v>-850.86915812511836</c:v>
                </c:pt>
                <c:pt idx="2131">
                  <c:v>-850.86915812511836</c:v>
                </c:pt>
                <c:pt idx="2132">
                  <c:v>-853.99298797394113</c:v>
                </c:pt>
                <c:pt idx="2133">
                  <c:v>-853.99298797394113</c:v>
                </c:pt>
                <c:pt idx="2134">
                  <c:v>-957.82903855441066</c:v>
                </c:pt>
                <c:pt idx="2135">
                  <c:v>-957.82903855441066</c:v>
                </c:pt>
                <c:pt idx="2136">
                  <c:v>-957.82903855441066</c:v>
                </c:pt>
                <c:pt idx="2137">
                  <c:v>-1116.5203606404864</c:v>
                </c:pt>
                <c:pt idx="2138">
                  <c:v>-1116.5203606404864</c:v>
                </c:pt>
                <c:pt idx="2139">
                  <c:v>-1116.5203606404864</c:v>
                </c:pt>
                <c:pt idx="2140">
                  <c:v>-953.52860552441996</c:v>
                </c:pt>
                <c:pt idx="2141">
                  <c:v>-942.03597494780956</c:v>
                </c:pt>
                <c:pt idx="2142">
                  <c:v>-1143.5668210040835</c:v>
                </c:pt>
                <c:pt idx="2143">
                  <c:v>-1182.4081949451527</c:v>
                </c:pt>
                <c:pt idx="2144">
                  <c:v>-1024.5031660758252</c:v>
                </c:pt>
                <c:pt idx="2145">
                  <c:v>-948.86958742538172</c:v>
                </c:pt>
                <c:pt idx="2146">
                  <c:v>-883.62247458614559</c:v>
                </c:pt>
                <c:pt idx="2147">
                  <c:v>-736.93990966892761</c:v>
                </c:pt>
                <c:pt idx="2148">
                  <c:v>-637.57904479687284</c:v>
                </c:pt>
                <c:pt idx="2149">
                  <c:v>-574.19355443509824</c:v>
                </c:pt>
                <c:pt idx="2150">
                  <c:v>-574.19355443509824</c:v>
                </c:pt>
                <c:pt idx="2151">
                  <c:v>-594.23865987383681</c:v>
                </c:pt>
                <c:pt idx="2152">
                  <c:v>-594.23865987383681</c:v>
                </c:pt>
                <c:pt idx="2153">
                  <c:v>-594.23865987383681</c:v>
                </c:pt>
                <c:pt idx="2154">
                  <c:v>-594.23865987383681</c:v>
                </c:pt>
                <c:pt idx="2155">
                  <c:v>-594.23865987383681</c:v>
                </c:pt>
                <c:pt idx="2156">
                  <c:v>-594.23865987383681</c:v>
                </c:pt>
                <c:pt idx="2157">
                  <c:v>-608.82609412940121</c:v>
                </c:pt>
                <c:pt idx="2158">
                  <c:v>-553.57416567458108</c:v>
                </c:pt>
                <c:pt idx="2159">
                  <c:v>-620.72618244846865</c:v>
                </c:pt>
                <c:pt idx="2160">
                  <c:v>-711.82648858381515</c:v>
                </c:pt>
                <c:pt idx="2161">
                  <c:v>-645.8391600980226</c:v>
                </c:pt>
                <c:pt idx="2162">
                  <c:v>-631.38964012984286</c:v>
                </c:pt>
                <c:pt idx="2163">
                  <c:v>-578.14028733058865</c:v>
                </c:pt>
                <c:pt idx="2164">
                  <c:v>-914.90859878176195</c:v>
                </c:pt>
                <c:pt idx="2165">
                  <c:v>-953.07591544167485</c:v>
                </c:pt>
                <c:pt idx="2166">
                  <c:v>-937.361126406886</c:v>
                </c:pt>
                <c:pt idx="2167">
                  <c:v>-908.8936131651011</c:v>
                </c:pt>
                <c:pt idx="2168">
                  <c:v>-987.7554093106063</c:v>
                </c:pt>
                <c:pt idx="2169">
                  <c:v>-981.32115624531434</c:v>
                </c:pt>
                <c:pt idx="2170">
                  <c:v>-981.32115624531434</c:v>
                </c:pt>
                <c:pt idx="2171">
                  <c:v>-1005.5767802215913</c:v>
                </c:pt>
                <c:pt idx="2172">
                  <c:v>-1124.1772102137204</c:v>
                </c:pt>
                <c:pt idx="2173">
                  <c:v>-1069.5569284093044</c:v>
                </c:pt>
                <c:pt idx="2174">
                  <c:v>-1110.4528869431435</c:v>
                </c:pt>
                <c:pt idx="2175">
                  <c:v>-1135.0566627729988</c:v>
                </c:pt>
                <c:pt idx="2176">
                  <c:v>-1122.4716492804557</c:v>
                </c:pt>
                <c:pt idx="2177">
                  <c:v>-1149.9072169712626</c:v>
                </c:pt>
                <c:pt idx="2178">
                  <c:v>-1224.0749654666372</c:v>
                </c:pt>
                <c:pt idx="2179">
                  <c:v>-1165.0384940865274</c:v>
                </c:pt>
                <c:pt idx="2180">
                  <c:v>-1129.8237974826234</c:v>
                </c:pt>
                <c:pt idx="2181">
                  <c:v>-1187.0978447753741</c:v>
                </c:pt>
                <c:pt idx="2182">
                  <c:v>-1246.6522551333333</c:v>
                </c:pt>
                <c:pt idx="2183">
                  <c:v>-1221.6285996775184</c:v>
                </c:pt>
                <c:pt idx="2184">
                  <c:v>-943.94049427154107</c:v>
                </c:pt>
                <c:pt idx="2185">
                  <c:v>-888.43715372276631</c:v>
                </c:pt>
                <c:pt idx="2186">
                  <c:v>-899.70430887718078</c:v>
                </c:pt>
                <c:pt idx="2187">
                  <c:v>-951.58224081031028</c:v>
                </c:pt>
                <c:pt idx="2188">
                  <c:v>-896.6351846667344</c:v>
                </c:pt>
                <c:pt idx="2189">
                  <c:v>-895.37071304306448</c:v>
                </c:pt>
                <c:pt idx="2190">
                  <c:v>-895.37071304306448</c:v>
                </c:pt>
                <c:pt idx="2191">
                  <c:v>-895.37071304306448</c:v>
                </c:pt>
                <c:pt idx="2192">
                  <c:v>-763.39075342923343</c:v>
                </c:pt>
                <c:pt idx="2193">
                  <c:v>-769.88356956949247</c:v>
                </c:pt>
                <c:pt idx="2194">
                  <c:v>-637.48718427463405</c:v>
                </c:pt>
                <c:pt idx="2195">
                  <c:v>-550.24686291374485</c:v>
                </c:pt>
                <c:pt idx="2196">
                  <c:v>-511.9019045158883</c:v>
                </c:pt>
                <c:pt idx="2197">
                  <c:v>-511.9019045158883</c:v>
                </c:pt>
                <c:pt idx="2198">
                  <c:v>-511.9019045158883</c:v>
                </c:pt>
                <c:pt idx="2199">
                  <c:v>-524.49281234077375</c:v>
                </c:pt>
                <c:pt idx="2200">
                  <c:v>-573.608606215024</c:v>
                </c:pt>
                <c:pt idx="2201">
                  <c:v>-535.70206756075868</c:v>
                </c:pt>
                <c:pt idx="2202">
                  <c:v>-588.39812986030086</c:v>
                </c:pt>
                <c:pt idx="2203">
                  <c:v>-614.65944306329084</c:v>
                </c:pt>
                <c:pt idx="2204">
                  <c:v>-704.42582821893916</c:v>
                </c:pt>
                <c:pt idx="2205">
                  <c:v>-747.07837027220864</c:v>
                </c:pt>
                <c:pt idx="2206">
                  <c:v>-778.27526792861318</c:v>
                </c:pt>
                <c:pt idx="2207">
                  <c:v>-740.03873624313189</c:v>
                </c:pt>
                <c:pt idx="2208">
                  <c:v>-784.82085315870506</c:v>
                </c:pt>
                <c:pt idx="2209">
                  <c:v>-784.82085315870506</c:v>
                </c:pt>
                <c:pt idx="2210">
                  <c:v>-841.94231581604811</c:v>
                </c:pt>
                <c:pt idx="2211">
                  <c:v>-841.94231581604811</c:v>
                </c:pt>
                <c:pt idx="2212">
                  <c:v>-792.55730816593268</c:v>
                </c:pt>
                <c:pt idx="2213">
                  <c:v>-823.25958655260979</c:v>
                </c:pt>
                <c:pt idx="2214">
                  <c:v>-899.03647065466362</c:v>
                </c:pt>
                <c:pt idx="2215">
                  <c:v>-941.16652412504948</c:v>
                </c:pt>
                <c:pt idx="2216">
                  <c:v>-869.52470539149726</c:v>
                </c:pt>
                <c:pt idx="2217">
                  <c:v>-905.28615685441355</c:v>
                </c:pt>
                <c:pt idx="2218">
                  <c:v>-842.6699962123804</c:v>
                </c:pt>
                <c:pt idx="2219">
                  <c:v>-842.6699962123804</c:v>
                </c:pt>
                <c:pt idx="2220">
                  <c:v>-872.32473312522745</c:v>
                </c:pt>
                <c:pt idx="2221">
                  <c:v>-875.48592439342383</c:v>
                </c:pt>
                <c:pt idx="2222">
                  <c:v>-859.88786054652735</c:v>
                </c:pt>
                <c:pt idx="2223">
                  <c:v>-877.9585093527113</c:v>
                </c:pt>
                <c:pt idx="2224">
                  <c:v>-797.84755434240469</c:v>
                </c:pt>
                <c:pt idx="2225">
                  <c:v>-797.84755434240469</c:v>
                </c:pt>
                <c:pt idx="2226">
                  <c:v>-700.54249527507034</c:v>
                </c:pt>
                <c:pt idx="2227">
                  <c:v>-745.76600137597245</c:v>
                </c:pt>
                <c:pt idx="2228">
                  <c:v>-751.64111962714571</c:v>
                </c:pt>
                <c:pt idx="2229">
                  <c:v>-751.64111962714571</c:v>
                </c:pt>
                <c:pt idx="2230">
                  <c:v>-685.48953735091266</c:v>
                </c:pt>
                <c:pt idx="2231">
                  <c:v>-685.48953735091266</c:v>
                </c:pt>
                <c:pt idx="2232">
                  <c:v>-713.45867480948846</c:v>
                </c:pt>
                <c:pt idx="2233">
                  <c:v>-713.45867480948846</c:v>
                </c:pt>
                <c:pt idx="2234">
                  <c:v>-663.16200464920041</c:v>
                </c:pt>
                <c:pt idx="2235">
                  <c:v>-663.16200464920041</c:v>
                </c:pt>
                <c:pt idx="2236">
                  <c:v>-717.96371313165946</c:v>
                </c:pt>
                <c:pt idx="2237">
                  <c:v>-640.11557622424277</c:v>
                </c:pt>
                <c:pt idx="2238">
                  <c:v>-619.66511219366657</c:v>
                </c:pt>
                <c:pt idx="2239">
                  <c:v>-619.66511219366657</c:v>
                </c:pt>
                <c:pt idx="2240">
                  <c:v>-494.35803188637129</c:v>
                </c:pt>
                <c:pt idx="2241">
                  <c:v>-387.0692139377997</c:v>
                </c:pt>
                <c:pt idx="2242">
                  <c:v>-336.4225561673826</c:v>
                </c:pt>
                <c:pt idx="2243">
                  <c:v>-301.31335579909978</c:v>
                </c:pt>
                <c:pt idx="2244">
                  <c:v>-414.87163740819653</c:v>
                </c:pt>
                <c:pt idx="2245">
                  <c:v>-414.87163740819653</c:v>
                </c:pt>
                <c:pt idx="2246">
                  <c:v>-471.29778635908457</c:v>
                </c:pt>
                <c:pt idx="2247">
                  <c:v>-471.29778635908457</c:v>
                </c:pt>
                <c:pt idx="2248">
                  <c:v>-414.78203372911867</c:v>
                </c:pt>
                <c:pt idx="2249">
                  <c:v>-614.09452144063482</c:v>
                </c:pt>
                <c:pt idx="2250">
                  <c:v>-614.09452144063482</c:v>
                </c:pt>
                <c:pt idx="2251">
                  <c:v>-586.0272167485092</c:v>
                </c:pt>
                <c:pt idx="2252">
                  <c:v>-586.0272167485092</c:v>
                </c:pt>
                <c:pt idx="2253">
                  <c:v>-586.0272167485092</c:v>
                </c:pt>
                <c:pt idx="2254">
                  <c:v>-599.62554496721691</c:v>
                </c:pt>
                <c:pt idx="2255">
                  <c:v>-599.62554496721691</c:v>
                </c:pt>
                <c:pt idx="2256">
                  <c:v>-576.79653797133824</c:v>
                </c:pt>
                <c:pt idx="2257">
                  <c:v>-576.79653797133824</c:v>
                </c:pt>
                <c:pt idx="2258">
                  <c:v>-812.52826618012546</c:v>
                </c:pt>
                <c:pt idx="2259">
                  <c:v>-777.23371192233708</c:v>
                </c:pt>
                <c:pt idx="2260">
                  <c:v>-780.63366395282094</c:v>
                </c:pt>
                <c:pt idx="2261">
                  <c:v>-776.86490789141612</c:v>
                </c:pt>
                <c:pt idx="2262">
                  <c:v>-812.03343334457008</c:v>
                </c:pt>
                <c:pt idx="2263">
                  <c:v>-964.69369396608886</c:v>
                </c:pt>
                <c:pt idx="2264">
                  <c:v>-890.84461245845182</c:v>
                </c:pt>
                <c:pt idx="2265">
                  <c:v>-890.84461245845182</c:v>
                </c:pt>
                <c:pt idx="2266">
                  <c:v>-866.92875383698572</c:v>
                </c:pt>
                <c:pt idx="2267">
                  <c:v>-866.92875383698572</c:v>
                </c:pt>
                <c:pt idx="2268">
                  <c:v>-866.92875383698572</c:v>
                </c:pt>
                <c:pt idx="2269">
                  <c:v>-762.14645451779199</c:v>
                </c:pt>
                <c:pt idx="2270">
                  <c:v>-690.03985748995115</c:v>
                </c:pt>
                <c:pt idx="2271">
                  <c:v>-723.42694344398683</c:v>
                </c:pt>
                <c:pt idx="2272">
                  <c:v>-723.42694344398683</c:v>
                </c:pt>
                <c:pt idx="2273">
                  <c:v>-723.42694344398683</c:v>
                </c:pt>
                <c:pt idx="2274">
                  <c:v>-857.93910922143073</c:v>
                </c:pt>
                <c:pt idx="2275">
                  <c:v>-857.93910922143073</c:v>
                </c:pt>
                <c:pt idx="2276">
                  <c:v>-828.5482696939838</c:v>
                </c:pt>
                <c:pt idx="2277">
                  <c:v>-827.36444533002407</c:v>
                </c:pt>
                <c:pt idx="2278">
                  <c:v>-720.44160920239858</c:v>
                </c:pt>
                <c:pt idx="2279">
                  <c:v>-745.50431268488387</c:v>
                </c:pt>
                <c:pt idx="2280">
                  <c:v>-737.2881977420974</c:v>
                </c:pt>
                <c:pt idx="2281">
                  <c:v>-809.47226151863981</c:v>
                </c:pt>
                <c:pt idx="2282">
                  <c:v>-880.3463277590098</c:v>
                </c:pt>
                <c:pt idx="2283">
                  <c:v>-739.98528142354951</c:v>
                </c:pt>
                <c:pt idx="2284">
                  <c:v>-634.55922452876462</c:v>
                </c:pt>
                <c:pt idx="2285">
                  <c:v>-634.55922452876462</c:v>
                </c:pt>
                <c:pt idx="2286">
                  <c:v>-631.13386418575919</c:v>
                </c:pt>
                <c:pt idx="2287">
                  <c:v>-556.88082421373531</c:v>
                </c:pt>
                <c:pt idx="2288">
                  <c:v>-556.88082421373531</c:v>
                </c:pt>
                <c:pt idx="2289">
                  <c:v>-556.88082421373531</c:v>
                </c:pt>
                <c:pt idx="2290">
                  <c:v>-660.04089220860556</c:v>
                </c:pt>
                <c:pt idx="2291">
                  <c:v>-568.47529047327464</c:v>
                </c:pt>
                <c:pt idx="2292">
                  <c:v>-731.5346003959055</c:v>
                </c:pt>
                <c:pt idx="2293">
                  <c:v>-731.5346003959055</c:v>
                </c:pt>
                <c:pt idx="2294">
                  <c:v>-437.62154106280656</c:v>
                </c:pt>
                <c:pt idx="2295">
                  <c:v>-437.62154106280656</c:v>
                </c:pt>
                <c:pt idx="2296">
                  <c:v>-574.52877922208597</c:v>
                </c:pt>
                <c:pt idx="2297">
                  <c:v>-508.23693604053341</c:v>
                </c:pt>
                <c:pt idx="2298">
                  <c:v>-518.46590036208499</c:v>
                </c:pt>
                <c:pt idx="2299">
                  <c:v>-518.46590036208499</c:v>
                </c:pt>
                <c:pt idx="2300">
                  <c:v>-543.03410828812889</c:v>
                </c:pt>
                <c:pt idx="2301">
                  <c:v>-543.03410828812889</c:v>
                </c:pt>
                <c:pt idx="2302">
                  <c:v>-584.71850219663236</c:v>
                </c:pt>
                <c:pt idx="2303">
                  <c:v>-615.52619095451018</c:v>
                </c:pt>
                <c:pt idx="2304">
                  <c:v>-646.96068318684604</c:v>
                </c:pt>
                <c:pt idx="2305">
                  <c:v>-887.90236431041501</c:v>
                </c:pt>
                <c:pt idx="2306">
                  <c:v>-887.90236431041501</c:v>
                </c:pt>
                <c:pt idx="2307">
                  <c:v>-981.05528784076489</c:v>
                </c:pt>
                <c:pt idx="2308">
                  <c:v>-910.49301494186864</c:v>
                </c:pt>
                <c:pt idx="2309">
                  <c:v>-910.49301494186864</c:v>
                </c:pt>
                <c:pt idx="2310">
                  <c:v>-944.88344022649164</c:v>
                </c:pt>
                <c:pt idx="2311">
                  <c:v>-982.18762295823865</c:v>
                </c:pt>
                <c:pt idx="2312">
                  <c:v>-926.21048165258856</c:v>
                </c:pt>
                <c:pt idx="2313">
                  <c:v>-926.21048165258856</c:v>
                </c:pt>
                <c:pt idx="2314">
                  <c:v>-1002.4649229664097</c:v>
                </c:pt>
                <c:pt idx="2315">
                  <c:v>-933.30469202239374</c:v>
                </c:pt>
                <c:pt idx="2316">
                  <c:v>-908.50193627037163</c:v>
                </c:pt>
                <c:pt idx="2317">
                  <c:v>-882.26574382697299</c:v>
                </c:pt>
                <c:pt idx="2318">
                  <c:v>-906.61550159480839</c:v>
                </c:pt>
                <c:pt idx="2319">
                  <c:v>-934.78883276215515</c:v>
                </c:pt>
                <c:pt idx="2320">
                  <c:v>-951.05625451762808</c:v>
                </c:pt>
                <c:pt idx="2321">
                  <c:v>-879.44897915282922</c:v>
                </c:pt>
                <c:pt idx="2322">
                  <c:v>-872.74655680113472</c:v>
                </c:pt>
                <c:pt idx="2323">
                  <c:v>-812.05613668187505</c:v>
                </c:pt>
                <c:pt idx="2324">
                  <c:v>-844.67866232472409</c:v>
                </c:pt>
                <c:pt idx="2325">
                  <c:v>-575.32044289022929</c:v>
                </c:pt>
                <c:pt idx="2326">
                  <c:v>-575.32044289022929</c:v>
                </c:pt>
                <c:pt idx="2327">
                  <c:v>-494.41708024271986</c:v>
                </c:pt>
                <c:pt idx="2328">
                  <c:v>-506.85599386733401</c:v>
                </c:pt>
                <c:pt idx="2329">
                  <c:v>-517.28351577487535</c:v>
                </c:pt>
                <c:pt idx="2330">
                  <c:v>-402.58457599470762</c:v>
                </c:pt>
                <c:pt idx="2331">
                  <c:v>-353.34597837774879</c:v>
                </c:pt>
                <c:pt idx="2332">
                  <c:v>-353.34597837774879</c:v>
                </c:pt>
                <c:pt idx="2333">
                  <c:v>-353.34597837774879</c:v>
                </c:pt>
                <c:pt idx="2334">
                  <c:v>-353.34597837774879</c:v>
                </c:pt>
                <c:pt idx="2335">
                  <c:v>-361.89017689895144</c:v>
                </c:pt>
                <c:pt idx="2336">
                  <c:v>-317.766870325014</c:v>
                </c:pt>
                <c:pt idx="2337">
                  <c:v>-329.01484579084911</c:v>
                </c:pt>
                <c:pt idx="2338">
                  <c:v>-329.01484579084911</c:v>
                </c:pt>
                <c:pt idx="2339">
                  <c:v>-211.03310066841576</c:v>
                </c:pt>
                <c:pt idx="2340">
                  <c:v>-197.72107894529711</c:v>
                </c:pt>
                <c:pt idx="2341">
                  <c:v>-204.46606807280153</c:v>
                </c:pt>
                <c:pt idx="2342">
                  <c:v>-231.10233210875018</c:v>
                </c:pt>
                <c:pt idx="2343">
                  <c:v>-342.380037936929</c:v>
                </c:pt>
                <c:pt idx="2344">
                  <c:v>-342.380037936929</c:v>
                </c:pt>
                <c:pt idx="2345">
                  <c:v>-317.65358462248258</c:v>
                </c:pt>
                <c:pt idx="2346">
                  <c:v>-467.13218950910118</c:v>
                </c:pt>
                <c:pt idx="2347">
                  <c:v>-455.48991779122264</c:v>
                </c:pt>
                <c:pt idx="2348">
                  <c:v>-478.80608070910449</c:v>
                </c:pt>
                <c:pt idx="2349">
                  <c:v>-466.77652323331876</c:v>
                </c:pt>
                <c:pt idx="2350">
                  <c:v>-488.95721844415937</c:v>
                </c:pt>
                <c:pt idx="2351">
                  <c:v>-475.93009366154456</c:v>
                </c:pt>
                <c:pt idx="2352">
                  <c:v>-475.93009366154456</c:v>
                </c:pt>
                <c:pt idx="2353">
                  <c:v>-520.67794452252235</c:v>
                </c:pt>
                <c:pt idx="2354">
                  <c:v>-502.69769491361217</c:v>
                </c:pt>
                <c:pt idx="2355">
                  <c:v>-531.23167573246531</c:v>
                </c:pt>
                <c:pt idx="2356">
                  <c:v>-531.23167573246531</c:v>
                </c:pt>
                <c:pt idx="2357">
                  <c:v>-573.19038562092271</c:v>
                </c:pt>
                <c:pt idx="2358">
                  <c:v>-613.78374082154028</c:v>
                </c:pt>
                <c:pt idx="2359">
                  <c:v>-568.66327787540808</c:v>
                </c:pt>
                <c:pt idx="2360">
                  <c:v>-586.30414341730284</c:v>
                </c:pt>
                <c:pt idx="2361">
                  <c:v>-722.62430543409607</c:v>
                </c:pt>
                <c:pt idx="2362">
                  <c:v>-745.51481425244231</c:v>
                </c:pt>
                <c:pt idx="2363">
                  <c:v>-715.65387388124202</c:v>
                </c:pt>
                <c:pt idx="2364">
                  <c:v>-674.98047459341126</c:v>
                </c:pt>
                <c:pt idx="2365">
                  <c:v>-754.82637068641998</c:v>
                </c:pt>
                <c:pt idx="2366">
                  <c:v>-760.95952804037188</c:v>
                </c:pt>
                <c:pt idx="2367">
                  <c:v>-854.78997336495684</c:v>
                </c:pt>
                <c:pt idx="2368">
                  <c:v>-831.15187543427407</c:v>
                </c:pt>
                <c:pt idx="2369">
                  <c:v>-831.15187543427407</c:v>
                </c:pt>
                <c:pt idx="2370">
                  <c:v>-831.15187543427407</c:v>
                </c:pt>
                <c:pt idx="2371">
                  <c:v>-899.56048038335155</c:v>
                </c:pt>
                <c:pt idx="2372">
                  <c:v>-902.99891766979158</c:v>
                </c:pt>
                <c:pt idx="2373">
                  <c:v>-897.56912304791604</c:v>
                </c:pt>
                <c:pt idx="2374">
                  <c:v>-902.98530982070736</c:v>
                </c:pt>
                <c:pt idx="2375">
                  <c:v>-902.98530982070736</c:v>
                </c:pt>
                <c:pt idx="2376">
                  <c:v>-902.98530982070736</c:v>
                </c:pt>
                <c:pt idx="2377">
                  <c:v>-902.98530982070736</c:v>
                </c:pt>
                <c:pt idx="2378">
                  <c:v>-885.33657612331092</c:v>
                </c:pt>
                <c:pt idx="2379">
                  <c:v>-885.19279406542057</c:v>
                </c:pt>
                <c:pt idx="2380">
                  <c:v>-984.82867541823032</c:v>
                </c:pt>
                <c:pt idx="2381">
                  <c:v>-918.29414399040547</c:v>
                </c:pt>
                <c:pt idx="2382">
                  <c:v>-918.29414399040547</c:v>
                </c:pt>
                <c:pt idx="2383">
                  <c:v>-873.38574756098103</c:v>
                </c:pt>
                <c:pt idx="2384">
                  <c:v>-937.96701407435194</c:v>
                </c:pt>
                <c:pt idx="2385">
                  <c:v>-927.90337068326653</c:v>
                </c:pt>
                <c:pt idx="2386">
                  <c:v>-720.51147410552232</c:v>
                </c:pt>
                <c:pt idx="2387">
                  <c:v>-630.35690823474999</c:v>
                </c:pt>
                <c:pt idx="2388">
                  <c:v>-642.19436651598858</c:v>
                </c:pt>
                <c:pt idx="2389">
                  <c:v>-642.19436651598858</c:v>
                </c:pt>
                <c:pt idx="2390">
                  <c:v>-642.19436651598858</c:v>
                </c:pt>
                <c:pt idx="2391">
                  <c:v>-642.19436651598858</c:v>
                </c:pt>
                <c:pt idx="2392">
                  <c:v>-591.85006675080797</c:v>
                </c:pt>
                <c:pt idx="2393">
                  <c:v>-591.85006675080797</c:v>
                </c:pt>
                <c:pt idx="2394">
                  <c:v>-550.69563750332134</c:v>
                </c:pt>
                <c:pt idx="2395">
                  <c:v>-550.69563750332134</c:v>
                </c:pt>
                <c:pt idx="2396">
                  <c:v>-550.69563750332134</c:v>
                </c:pt>
                <c:pt idx="2397">
                  <c:v>-550.69563750332134</c:v>
                </c:pt>
                <c:pt idx="2398">
                  <c:v>-499.24826731219355</c:v>
                </c:pt>
                <c:pt idx="2399">
                  <c:v>-606.40713394692455</c:v>
                </c:pt>
                <c:pt idx="2400">
                  <c:v>-577.26078865029194</c:v>
                </c:pt>
                <c:pt idx="2401">
                  <c:v>-577.26078865029194</c:v>
                </c:pt>
                <c:pt idx="2402">
                  <c:v>-749.4005743881537</c:v>
                </c:pt>
                <c:pt idx="2403">
                  <c:v>-815.34262034091989</c:v>
                </c:pt>
                <c:pt idx="2404">
                  <c:v>-815.34262034091989</c:v>
                </c:pt>
                <c:pt idx="2405">
                  <c:v>-1119.9895090599184</c:v>
                </c:pt>
                <c:pt idx="2406">
                  <c:v>-1151.2732277663386</c:v>
                </c:pt>
                <c:pt idx="2407">
                  <c:v>-1151.2732277663386</c:v>
                </c:pt>
                <c:pt idx="2408">
                  <c:v>-1151.2732277663386</c:v>
                </c:pt>
                <c:pt idx="2409">
                  <c:v>-1129.8938361077162</c:v>
                </c:pt>
                <c:pt idx="2410">
                  <c:v>-1129.8938361077162</c:v>
                </c:pt>
                <c:pt idx="2411">
                  <c:v>-1129.8938361077162</c:v>
                </c:pt>
                <c:pt idx="2412">
                  <c:v>-1129.8938361077162</c:v>
                </c:pt>
                <c:pt idx="2413">
                  <c:v>-1129.8938361077162</c:v>
                </c:pt>
                <c:pt idx="2414">
                  <c:v>-1157.8394701411951</c:v>
                </c:pt>
                <c:pt idx="2415">
                  <c:v>-1144.6830289547102</c:v>
                </c:pt>
                <c:pt idx="2416">
                  <c:v>-1144.6830289547102</c:v>
                </c:pt>
                <c:pt idx="2417">
                  <c:v>-1144.6830289547102</c:v>
                </c:pt>
                <c:pt idx="2418">
                  <c:v>-1059.4601821719168</c:v>
                </c:pt>
                <c:pt idx="2419">
                  <c:v>-1059.4601821719168</c:v>
                </c:pt>
                <c:pt idx="2420">
                  <c:v>-1013.3887100950089</c:v>
                </c:pt>
                <c:pt idx="2421">
                  <c:v>-1013.3887100950089</c:v>
                </c:pt>
                <c:pt idx="2422">
                  <c:v>-820.81197792265016</c:v>
                </c:pt>
                <c:pt idx="2423">
                  <c:v>-822.54345478535993</c:v>
                </c:pt>
                <c:pt idx="2424">
                  <c:v>-822.54345478535993</c:v>
                </c:pt>
                <c:pt idx="2425">
                  <c:v>-605.96722490670948</c:v>
                </c:pt>
                <c:pt idx="2426">
                  <c:v>-627.81405308420574</c:v>
                </c:pt>
                <c:pt idx="2427">
                  <c:v>-627.81405308420574</c:v>
                </c:pt>
                <c:pt idx="2428">
                  <c:v>-627.81405308420574</c:v>
                </c:pt>
                <c:pt idx="2429">
                  <c:v>-467.16624187521171</c:v>
                </c:pt>
                <c:pt idx="2430">
                  <c:v>-474.40125049177124</c:v>
                </c:pt>
                <c:pt idx="2431">
                  <c:v>-536.37483636509933</c:v>
                </c:pt>
                <c:pt idx="2432">
                  <c:v>-536.37483636509933</c:v>
                </c:pt>
                <c:pt idx="2433">
                  <c:v>-586.72849875844474</c:v>
                </c:pt>
                <c:pt idx="2434">
                  <c:v>-623.73750870261904</c:v>
                </c:pt>
                <c:pt idx="2435">
                  <c:v>-560.59366968359313</c:v>
                </c:pt>
                <c:pt idx="2436">
                  <c:v>-496.43245270930402</c:v>
                </c:pt>
                <c:pt idx="2437">
                  <c:v>-484.58198553472243</c:v>
                </c:pt>
                <c:pt idx="2438">
                  <c:v>-618.5405561293087</c:v>
                </c:pt>
                <c:pt idx="2439">
                  <c:v>-720.42409803648695</c:v>
                </c:pt>
                <c:pt idx="2440">
                  <c:v>-720.42409803648695</c:v>
                </c:pt>
                <c:pt idx="2441">
                  <c:v>-720.42409803648695</c:v>
                </c:pt>
                <c:pt idx="2442">
                  <c:v>-726.55807257627873</c:v>
                </c:pt>
                <c:pt idx="2443">
                  <c:v>-714.54632588205106</c:v>
                </c:pt>
                <c:pt idx="2444">
                  <c:v>-708.20239492916789</c:v>
                </c:pt>
                <c:pt idx="2445">
                  <c:v>-811.62184860333662</c:v>
                </c:pt>
                <c:pt idx="2446">
                  <c:v>-811.62184860333662</c:v>
                </c:pt>
                <c:pt idx="2447">
                  <c:v>-786.93139292269359</c:v>
                </c:pt>
                <c:pt idx="2448">
                  <c:v>-790.03061541364514</c:v>
                </c:pt>
                <c:pt idx="2449">
                  <c:v>-811.87817006297314</c:v>
                </c:pt>
                <c:pt idx="2450">
                  <c:v>-836.38374238562699</c:v>
                </c:pt>
                <c:pt idx="2451">
                  <c:v>-824.21954283173875</c:v>
                </c:pt>
                <c:pt idx="2452">
                  <c:v>-824.21954283173875</c:v>
                </c:pt>
                <c:pt idx="2453">
                  <c:v>-807.68571732439193</c:v>
                </c:pt>
                <c:pt idx="2454">
                  <c:v>-807.68571732439193</c:v>
                </c:pt>
                <c:pt idx="2455">
                  <c:v>-807.68571732439193</c:v>
                </c:pt>
                <c:pt idx="2456">
                  <c:v>-816.57602038769824</c:v>
                </c:pt>
                <c:pt idx="2457">
                  <c:v>-863.9979950821014</c:v>
                </c:pt>
                <c:pt idx="2458">
                  <c:v>-686.04098166606093</c:v>
                </c:pt>
                <c:pt idx="2459">
                  <c:v>-567.12410747418232</c:v>
                </c:pt>
                <c:pt idx="2460">
                  <c:v>-567.12410747418232</c:v>
                </c:pt>
                <c:pt idx="2461">
                  <c:v>-522.61263018057866</c:v>
                </c:pt>
                <c:pt idx="2462">
                  <c:v>-589.31896162815258</c:v>
                </c:pt>
                <c:pt idx="2463">
                  <c:v>-589.31896162815258</c:v>
                </c:pt>
                <c:pt idx="2464">
                  <c:v>-581.5954547875192</c:v>
                </c:pt>
                <c:pt idx="2465">
                  <c:v>-417.63866405893521</c:v>
                </c:pt>
                <c:pt idx="2466">
                  <c:v>-513.56567960460552</c:v>
                </c:pt>
                <c:pt idx="2467">
                  <c:v>-513.34434200072883</c:v>
                </c:pt>
                <c:pt idx="2468">
                  <c:v>-518.1312497020507</c:v>
                </c:pt>
                <c:pt idx="2469">
                  <c:v>-543.13168237350033</c:v>
                </c:pt>
                <c:pt idx="2470">
                  <c:v>-560.74273242144079</c:v>
                </c:pt>
                <c:pt idx="2471">
                  <c:v>-560.74273242144079</c:v>
                </c:pt>
                <c:pt idx="2472">
                  <c:v>-560.74273242144079</c:v>
                </c:pt>
                <c:pt idx="2473">
                  <c:v>-560.74273242144079</c:v>
                </c:pt>
                <c:pt idx="2474">
                  <c:v>-560.74273242144079</c:v>
                </c:pt>
                <c:pt idx="2475">
                  <c:v>-569.40588759202319</c:v>
                </c:pt>
                <c:pt idx="2476">
                  <c:v>-623.55575297573296</c:v>
                </c:pt>
                <c:pt idx="2477">
                  <c:v>-623.55575297573296</c:v>
                </c:pt>
                <c:pt idx="2478">
                  <c:v>-703.07596492951257</c:v>
                </c:pt>
                <c:pt idx="2479">
                  <c:v>-772.8887283222515</c:v>
                </c:pt>
                <c:pt idx="2480">
                  <c:v>-772.8887283222515</c:v>
                </c:pt>
                <c:pt idx="2481">
                  <c:v>-922.91691278934115</c:v>
                </c:pt>
                <c:pt idx="2482">
                  <c:v>-1266.8882748248238</c:v>
                </c:pt>
                <c:pt idx="2483">
                  <c:v>-1266.8882748248238</c:v>
                </c:pt>
                <c:pt idx="2484">
                  <c:v>-1360.1521864590661</c:v>
                </c:pt>
                <c:pt idx="2485">
                  <c:v>-1468.1212238299984</c:v>
                </c:pt>
                <c:pt idx="2486">
                  <c:v>-1491.5136513125021</c:v>
                </c:pt>
                <c:pt idx="2487">
                  <c:v>-1491.5136513125021</c:v>
                </c:pt>
                <c:pt idx="2488">
                  <c:v>-1580.9418090834822</c:v>
                </c:pt>
                <c:pt idx="2489">
                  <c:v>-1580.9418090834822</c:v>
                </c:pt>
                <c:pt idx="2490">
                  <c:v>-1616.3716180742097</c:v>
                </c:pt>
                <c:pt idx="2491">
                  <c:v>-1512.6644531350369</c:v>
                </c:pt>
                <c:pt idx="2492">
                  <c:v>-1512.6644531350369</c:v>
                </c:pt>
                <c:pt idx="2493">
                  <c:v>-1512.6644531350369</c:v>
                </c:pt>
                <c:pt idx="2494">
                  <c:v>-1370.5796634039571</c:v>
                </c:pt>
                <c:pt idx="2495">
                  <c:v>-1462.0632302098666</c:v>
                </c:pt>
                <c:pt idx="2496">
                  <c:v>-1310.2031026466227</c:v>
                </c:pt>
                <c:pt idx="2497">
                  <c:v>-1376.5035400469928</c:v>
                </c:pt>
                <c:pt idx="2498">
                  <c:v>-1376.5035400469928</c:v>
                </c:pt>
                <c:pt idx="2499">
                  <c:v>-1317.4207804449209</c:v>
                </c:pt>
                <c:pt idx="2500">
                  <c:v>-1352.9809905615721</c:v>
                </c:pt>
                <c:pt idx="2501">
                  <c:v>-1658.6070385000005</c:v>
                </c:pt>
                <c:pt idx="2502">
                  <c:v>-1474.1287206656973</c:v>
                </c:pt>
                <c:pt idx="2503">
                  <c:v>-1502.3501197933269</c:v>
                </c:pt>
                <c:pt idx="2504">
                  <c:v>-1417.6819380261747</c:v>
                </c:pt>
                <c:pt idx="2505">
                  <c:v>-1632.2236384907947</c:v>
                </c:pt>
                <c:pt idx="2506">
                  <c:v>-1632.2236384907947</c:v>
                </c:pt>
                <c:pt idx="2507">
                  <c:v>-1632.2236384907947</c:v>
                </c:pt>
                <c:pt idx="2508">
                  <c:v>-1632.2236384907947</c:v>
                </c:pt>
                <c:pt idx="2509">
                  <c:v>-1632.2236384907947</c:v>
                </c:pt>
                <c:pt idx="2510">
                  <c:v>-1787.8545869975735</c:v>
                </c:pt>
                <c:pt idx="2511">
                  <c:v>-2194.5839579096964</c:v>
                </c:pt>
                <c:pt idx="2512">
                  <c:v>-2194.5839579096964</c:v>
                </c:pt>
                <c:pt idx="2513">
                  <c:v>-2301.0599317522601</c:v>
                </c:pt>
                <c:pt idx="2514">
                  <c:v>-2655.2510430787956</c:v>
                </c:pt>
                <c:pt idx="2515">
                  <c:v>-2717.6596362056621</c:v>
                </c:pt>
                <c:pt idx="2516">
                  <c:v>-3015.2075065298673</c:v>
                </c:pt>
                <c:pt idx="2517">
                  <c:v>-3109.3396907619926</c:v>
                </c:pt>
                <c:pt idx="2518">
                  <c:v>-3340.3367073781728</c:v>
                </c:pt>
                <c:pt idx="2519">
                  <c:v>-3980.7246283846157</c:v>
                </c:pt>
                <c:pt idx="2520">
                  <c:v>-4155.5047465889647</c:v>
                </c:pt>
                <c:pt idx="2521">
                  <c:v>-4363.9841294909047</c:v>
                </c:pt>
                <c:pt idx="2522">
                  <c:v>-4363.9841294909047</c:v>
                </c:pt>
                <c:pt idx="2523">
                  <c:v>-4578.9357976926785</c:v>
                </c:pt>
                <c:pt idx="2524">
                  <c:v>-4670.5856442671902</c:v>
                </c:pt>
                <c:pt idx="2525">
                  <c:v>-4743.744148203702</c:v>
                </c:pt>
                <c:pt idx="2526">
                  <c:v>-4431.0857456120748</c:v>
                </c:pt>
                <c:pt idx="2527">
                  <c:v>-4431.0857456120748</c:v>
                </c:pt>
                <c:pt idx="2528">
                  <c:v>-4713.4727195100195</c:v>
                </c:pt>
                <c:pt idx="2529">
                  <c:v>-4713.4727195100195</c:v>
                </c:pt>
                <c:pt idx="2530">
                  <c:v>-4518.8328457679881</c:v>
                </c:pt>
                <c:pt idx="2531">
                  <c:v>-4457.0074680324715</c:v>
                </c:pt>
                <c:pt idx="2532">
                  <c:v>-4457.0074680324715</c:v>
                </c:pt>
                <c:pt idx="2533">
                  <c:v>-4371.4849782756137</c:v>
                </c:pt>
                <c:pt idx="2534">
                  <c:v>-4361.2386416212375</c:v>
                </c:pt>
                <c:pt idx="2535">
                  <c:v>-4450.7062304105548</c:v>
                </c:pt>
                <c:pt idx="2536">
                  <c:v>-4440.0463261288405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92A-4944-B0D1-5F0CC2AEC6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51273488"/>
        <c:axId val="1551275152"/>
      </c:lineChart>
      <c:dateAx>
        <c:axId val="1551273488"/>
        <c:scaling>
          <c:orientation val="minMax"/>
        </c:scaling>
        <c:delete val="0"/>
        <c:axPos val="b"/>
        <c:numFmt formatCode="yyyy" sourceLinked="0"/>
        <c:majorTickMark val="out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+mn-cs"/>
              </a:defRPr>
            </a:pPr>
            <a:endParaRPr lang="ko-KR"/>
          </a:p>
        </c:txPr>
        <c:crossAx val="1551275152"/>
        <c:crosses val="autoZero"/>
        <c:auto val="1"/>
        <c:lblOffset val="100"/>
        <c:baseTimeUnit val="days"/>
        <c:majorUnit val="1"/>
        <c:majorTimeUnit val="years"/>
      </c:dateAx>
      <c:valAx>
        <c:axId val="1551275152"/>
        <c:scaling>
          <c:orientation val="minMax"/>
          <c:max val="13000"/>
          <c:min val="-13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oPub돋움체_Pro Light" panose="02020603020101020101" pitchFamily="18" charset="-127"/>
                    <a:ea typeface="KoPub돋움체_Pro Light" panose="02020603020101020101" pitchFamily="18" charset="-127"/>
                    <a:cs typeface="+mn-cs"/>
                  </a:defRPr>
                </a:pPr>
                <a:r>
                  <a:rPr lang="ko-KR"/>
                  <a:t>일일 재조정 매매대금 </a:t>
                </a:r>
                <a:r>
                  <a:rPr lang="en-US"/>
                  <a:t>(</a:t>
                </a:r>
                <a:r>
                  <a:rPr lang="ko-KR"/>
                  <a:t>억</a:t>
                </a:r>
                <a:r>
                  <a:rPr lang="en-US"/>
                  <a:t>)</a:t>
                </a:r>
                <a:endParaRPr lang="ko-K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_Pro Light" panose="02020603020101020101" pitchFamily="18" charset="-127"/>
                  <a:ea typeface="KoPub돋움체_Pro Light" panose="02020603020101020101" pitchFamily="18" charset="-127"/>
                  <a:cs typeface="+mn-cs"/>
                </a:defRPr>
              </a:pPr>
              <a:endParaRPr lang="ko-KR"/>
            </a:p>
          </c:txPr>
        </c:title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+mn-cs"/>
              </a:defRPr>
            </a:pPr>
            <a:endParaRPr lang="ko-KR"/>
          </a:p>
        </c:txPr>
        <c:crossAx val="1551273488"/>
        <c:crosses val="autoZero"/>
        <c:crossBetween val="between"/>
      </c:valAx>
      <c:valAx>
        <c:axId val="359615375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oPub돋움체_Pro Light" panose="02020603020101020101" pitchFamily="18" charset="-127"/>
                    <a:ea typeface="KoPub돋움체_Pro Light" panose="02020603020101020101" pitchFamily="18" charset="-127"/>
                    <a:cs typeface="+mn-cs"/>
                  </a:defRPr>
                </a:pPr>
                <a:r>
                  <a:rPr lang="en-US"/>
                  <a:t>KOSPI200 60</a:t>
                </a:r>
                <a:r>
                  <a:rPr lang="ko-KR"/>
                  <a:t>일 연환산변동성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_Pro Light" panose="02020603020101020101" pitchFamily="18" charset="-127"/>
                  <a:ea typeface="KoPub돋움체_Pro Light" panose="02020603020101020101" pitchFamily="18" charset="-127"/>
                  <a:cs typeface="+mn-cs"/>
                </a:defRPr>
              </a:pPr>
              <a:endParaRPr lang="ko-KR"/>
            </a:p>
          </c:txPr>
        </c:title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+mn-cs"/>
              </a:defRPr>
            </a:pPr>
            <a:endParaRPr lang="ko-KR"/>
          </a:p>
        </c:txPr>
        <c:crossAx val="359604975"/>
        <c:crosses val="max"/>
        <c:crossBetween val="between"/>
      </c:valAx>
      <c:dateAx>
        <c:axId val="359604975"/>
        <c:scaling>
          <c:orientation val="minMax"/>
        </c:scaling>
        <c:delete val="1"/>
        <c:axPos val="b"/>
        <c:numFmt formatCode="yyyy\-mm\-dd" sourceLinked="1"/>
        <c:majorTickMark val="out"/>
        <c:minorTickMark val="none"/>
        <c:tickLblPos val="nextTo"/>
        <c:crossAx val="359615375"/>
        <c:crosses val="autoZero"/>
        <c:auto val="1"/>
        <c:lblOffset val="100"/>
        <c:baseTimeUnit val="days"/>
        <c:majorUnit val="1"/>
        <c:minorUnit val="1"/>
      </c:date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14486638537271451"/>
          <c:y val="8.8204851409702814E-2"/>
          <c:w val="0.44709148582630659"/>
          <c:h val="0.18145288290576583"/>
        </c:manualLayout>
      </c:layout>
      <c:overlay val="0"/>
      <c:spPr>
        <a:solidFill>
          <a:schemeClr val="bg1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800">
          <a:latin typeface="KoPub돋움체_Pro Light" panose="02020603020101020101" pitchFamily="18" charset="-127"/>
          <a:ea typeface="KoPub돋움체_Pro Light" panose="02020603020101020101" pitchFamily="18" charset="-127"/>
        </a:defRPr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개념!$N$15</c:f>
              <c:strCache>
                <c:ptCount val="1"/>
                <c:pt idx="0">
                  <c:v>기초지수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개념!$N$16:$N$28</c:f>
              <c:numCache>
                <c:formatCode>0%</c:formatCode>
                <c:ptCount val="13"/>
                <c:pt idx="0">
                  <c:v>0</c:v>
                </c:pt>
                <c:pt idx="1">
                  <c:v>-9.9999999999999978E-2</c:v>
                </c:pt>
                <c:pt idx="2">
                  <c:v>-4.599999999999993E-2</c:v>
                </c:pt>
                <c:pt idx="3">
                  <c:v>-8.4160000000000013E-2</c:v>
                </c:pt>
                <c:pt idx="4">
                  <c:v>-3.8367999999999958E-2</c:v>
                </c:pt>
                <c:pt idx="5">
                  <c:v>-6.7216959999999992E-2</c:v>
                </c:pt>
                <c:pt idx="6">
                  <c:v>-2.9905638399999934E-2</c:v>
                </c:pt>
                <c:pt idx="7">
                  <c:v>-4.9307525631999916E-2</c:v>
                </c:pt>
                <c:pt idx="8">
                  <c:v>-2.0786751400959869E-2</c:v>
                </c:pt>
                <c:pt idx="9">
                  <c:v>-4.0371016372940716E-2</c:v>
                </c:pt>
                <c:pt idx="10">
                  <c:v>-1.158214686412895E-2</c:v>
                </c:pt>
                <c:pt idx="11">
                  <c:v>-3.1350503926846351E-2</c:v>
                </c:pt>
                <c:pt idx="12">
                  <c:v>-2.2910190446516765E-3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B44-4AA6-B6D7-4666476F00E6}"/>
            </c:ext>
          </c:extLst>
        </c:ser>
        <c:ser>
          <c:idx val="1"/>
          <c:order val="1"/>
          <c:tx>
            <c:strRef>
              <c:f>개념!$O$15</c:f>
              <c:strCache>
                <c:ptCount val="1"/>
                <c:pt idx="0">
                  <c:v>레버리지펀드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개념!$O$16:$O$28</c:f>
              <c:numCache>
                <c:formatCode>0%</c:formatCode>
                <c:ptCount val="13"/>
                <c:pt idx="0">
                  <c:v>0</c:v>
                </c:pt>
                <c:pt idx="1">
                  <c:v>-0.19999999999999996</c:v>
                </c:pt>
                <c:pt idx="2">
                  <c:v>-0.10399999999999987</c:v>
                </c:pt>
                <c:pt idx="3">
                  <c:v>-0.17567999999999984</c:v>
                </c:pt>
                <c:pt idx="4">
                  <c:v>-9.3247999999999776E-2</c:v>
                </c:pt>
                <c:pt idx="5">
                  <c:v>-0.14765311999999986</c:v>
                </c:pt>
                <c:pt idx="6">
                  <c:v>-7.9465369599999836E-2</c:v>
                </c:pt>
                <c:pt idx="7">
                  <c:v>-0.11628675481599993</c:v>
                </c:pt>
                <c:pt idx="8">
                  <c:v>-6.3263960104959827E-2</c:v>
                </c:pt>
                <c:pt idx="9">
                  <c:v>-0.1007334017007615</c:v>
                </c:pt>
                <c:pt idx="10">
                  <c:v>-4.6777405802807093E-2</c:v>
                </c:pt>
                <c:pt idx="11">
                  <c:v>-8.4906309570694893E-2</c:v>
                </c:pt>
                <c:pt idx="12">
                  <c:v>-3.0000688144936505E-2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B44-4AA6-B6D7-4666476F00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25126271"/>
        <c:axId val="625119615"/>
      </c:lineChart>
      <c:catAx>
        <c:axId val="625126271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+mn-cs"/>
              </a:defRPr>
            </a:pPr>
            <a:endParaRPr lang="ko-KR"/>
          </a:p>
        </c:txPr>
        <c:crossAx val="625119615"/>
        <c:crosses val="autoZero"/>
        <c:auto val="1"/>
        <c:lblAlgn val="ctr"/>
        <c:lblOffset val="100"/>
        <c:noMultiLvlLbl val="0"/>
      </c:catAx>
      <c:valAx>
        <c:axId val="6251196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+mn-cs"/>
              </a:defRPr>
            </a:pPr>
            <a:endParaRPr lang="ko-KR"/>
          </a:p>
        </c:txPr>
        <c:crossAx val="6251262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KoPub돋움체_Pro Light" panose="02020603020101020101" pitchFamily="18" charset="-127"/>
          <a:ea typeface="KoPub돋움체_Pro Light" panose="02020603020101020101" pitchFamily="18" charset="-127"/>
        </a:defRPr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개념!$N$15</c:f>
              <c:strCache>
                <c:ptCount val="1"/>
                <c:pt idx="0">
                  <c:v>기초지수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개념!$N$35:$N$47</c:f>
              <c:numCache>
                <c:formatCode>0%</c:formatCode>
                <c:ptCount val="13"/>
                <c:pt idx="0">
                  <c:v>0</c:v>
                </c:pt>
                <c:pt idx="1">
                  <c:v>1.0000000000000009E-2</c:v>
                </c:pt>
                <c:pt idx="2">
                  <c:v>2.0100000000000007E-2</c:v>
                </c:pt>
                <c:pt idx="3">
                  <c:v>4.0502000000000038E-2</c:v>
                </c:pt>
                <c:pt idx="4">
                  <c:v>6.1312040000000012E-2</c:v>
                </c:pt>
                <c:pt idx="5">
                  <c:v>9.3151401200000095E-2</c:v>
                </c:pt>
                <c:pt idx="6">
                  <c:v>0.12594594323600017</c:v>
                </c:pt>
                <c:pt idx="7">
                  <c:v>0.1709837809654402</c:v>
                </c:pt>
                <c:pt idx="8">
                  <c:v>0.2178231322040578</c:v>
                </c:pt>
                <c:pt idx="9">
                  <c:v>0.27871428881426064</c:v>
                </c:pt>
                <c:pt idx="10">
                  <c:v>0.34265000325497375</c:v>
                </c:pt>
                <c:pt idx="11">
                  <c:v>0.39635600338517274</c:v>
                </c:pt>
                <c:pt idx="12">
                  <c:v>0.4522102435205797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A43-4045-BBD6-908BF9E55198}"/>
            </c:ext>
          </c:extLst>
        </c:ser>
        <c:ser>
          <c:idx val="1"/>
          <c:order val="1"/>
          <c:tx>
            <c:strRef>
              <c:f>개념!$O$15</c:f>
              <c:strCache>
                <c:ptCount val="1"/>
                <c:pt idx="0">
                  <c:v>레버리지펀드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개념!$O$35:$O$47</c:f>
              <c:numCache>
                <c:formatCode>0%</c:formatCode>
                <c:ptCount val="13"/>
                <c:pt idx="0">
                  <c:v>0</c:v>
                </c:pt>
                <c:pt idx="1">
                  <c:v>2.0000000000000018E-2</c:v>
                </c:pt>
                <c:pt idx="2">
                  <c:v>4.0399999999999991E-2</c:v>
                </c:pt>
                <c:pt idx="3">
                  <c:v>8.2016000000000089E-2</c:v>
                </c:pt>
                <c:pt idx="4">
                  <c:v>0.12529664000000018</c:v>
                </c:pt>
                <c:pt idx="5">
                  <c:v>0.19281443840000034</c:v>
                </c:pt>
                <c:pt idx="6">
                  <c:v>0.26438330470400051</c:v>
                </c:pt>
                <c:pt idx="7">
                  <c:v>0.36553396908032054</c:v>
                </c:pt>
                <c:pt idx="8">
                  <c:v>0.47477668660674621</c:v>
                </c:pt>
                <c:pt idx="9">
                  <c:v>0.6222543552674209</c:v>
                </c:pt>
                <c:pt idx="10">
                  <c:v>0.78447979079416319</c:v>
                </c:pt>
                <c:pt idx="11">
                  <c:v>0.92723817405769626</c:v>
                </c:pt>
                <c:pt idx="12">
                  <c:v>1.0814172279823122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A43-4045-BBD6-908BF9E551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25126271"/>
        <c:axId val="625119615"/>
      </c:lineChart>
      <c:catAx>
        <c:axId val="625126271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+mn-cs"/>
              </a:defRPr>
            </a:pPr>
            <a:endParaRPr lang="ko-KR"/>
          </a:p>
        </c:txPr>
        <c:crossAx val="625119615"/>
        <c:crosses val="autoZero"/>
        <c:auto val="1"/>
        <c:lblAlgn val="ctr"/>
        <c:lblOffset val="100"/>
        <c:noMultiLvlLbl val="0"/>
      </c:catAx>
      <c:valAx>
        <c:axId val="6251196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+mn-cs"/>
              </a:defRPr>
            </a:pPr>
            <a:endParaRPr lang="ko-KR"/>
          </a:p>
        </c:txPr>
        <c:crossAx val="6251262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800">
          <a:latin typeface="KoPub돋움체_Pro Light" panose="02020603020101020101" pitchFamily="18" charset="-127"/>
          <a:ea typeface="KoPub돋움체_Pro Light" panose="02020603020101020101" pitchFamily="18" charset="-127"/>
        </a:defRPr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'ETF 원본금액'!$DR$14</c:f>
              <c:strCache>
                <c:ptCount val="1"/>
                <c:pt idx="0">
                  <c:v>레버리지 ETF 개인 누적투자금액 (억) (좌)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numRef>
              <c:f>'ETF 원본금액'!$DN$15:$DN$2512</c:f>
              <c:numCache>
                <c:formatCode>m/d/yyyy</c:formatCode>
                <c:ptCount val="2498"/>
                <c:pt idx="0" formatCode="yyyy\-mm\-dd">
                  <c:v>40231</c:v>
                </c:pt>
                <c:pt idx="1">
                  <c:v>40232</c:v>
                </c:pt>
                <c:pt idx="2">
                  <c:v>40233</c:v>
                </c:pt>
                <c:pt idx="3">
                  <c:v>40234</c:v>
                </c:pt>
                <c:pt idx="4">
                  <c:v>40235</c:v>
                </c:pt>
                <c:pt idx="5">
                  <c:v>40239</c:v>
                </c:pt>
                <c:pt idx="6">
                  <c:v>40240</c:v>
                </c:pt>
                <c:pt idx="7">
                  <c:v>40241</c:v>
                </c:pt>
                <c:pt idx="8">
                  <c:v>40242</c:v>
                </c:pt>
                <c:pt idx="9">
                  <c:v>40245</c:v>
                </c:pt>
                <c:pt idx="10">
                  <c:v>40246</c:v>
                </c:pt>
                <c:pt idx="11">
                  <c:v>40247</c:v>
                </c:pt>
                <c:pt idx="12">
                  <c:v>40248</c:v>
                </c:pt>
                <c:pt idx="13">
                  <c:v>40249</c:v>
                </c:pt>
                <c:pt idx="14">
                  <c:v>40252</c:v>
                </c:pt>
                <c:pt idx="15">
                  <c:v>40253</c:v>
                </c:pt>
                <c:pt idx="16">
                  <c:v>40254</c:v>
                </c:pt>
                <c:pt idx="17">
                  <c:v>40255</c:v>
                </c:pt>
                <c:pt idx="18">
                  <c:v>40256</c:v>
                </c:pt>
                <c:pt idx="19">
                  <c:v>40259</c:v>
                </c:pt>
                <c:pt idx="20">
                  <c:v>40260</c:v>
                </c:pt>
                <c:pt idx="21">
                  <c:v>40261</c:v>
                </c:pt>
                <c:pt idx="22">
                  <c:v>40262</c:v>
                </c:pt>
                <c:pt idx="23">
                  <c:v>40263</c:v>
                </c:pt>
                <c:pt idx="24">
                  <c:v>40266</c:v>
                </c:pt>
                <c:pt idx="25">
                  <c:v>40267</c:v>
                </c:pt>
                <c:pt idx="26">
                  <c:v>40268</c:v>
                </c:pt>
                <c:pt idx="27">
                  <c:v>40269</c:v>
                </c:pt>
                <c:pt idx="28">
                  <c:v>40270</c:v>
                </c:pt>
                <c:pt idx="29">
                  <c:v>40273</c:v>
                </c:pt>
                <c:pt idx="30">
                  <c:v>40274</c:v>
                </c:pt>
                <c:pt idx="31">
                  <c:v>40275</c:v>
                </c:pt>
                <c:pt idx="32">
                  <c:v>40276</c:v>
                </c:pt>
                <c:pt idx="33">
                  <c:v>40277</c:v>
                </c:pt>
                <c:pt idx="34">
                  <c:v>40280</c:v>
                </c:pt>
                <c:pt idx="35">
                  <c:v>40281</c:v>
                </c:pt>
                <c:pt idx="36">
                  <c:v>40282</c:v>
                </c:pt>
                <c:pt idx="37">
                  <c:v>40283</c:v>
                </c:pt>
                <c:pt idx="38">
                  <c:v>40284</c:v>
                </c:pt>
                <c:pt idx="39">
                  <c:v>40287</c:v>
                </c:pt>
                <c:pt idx="40">
                  <c:v>40288</c:v>
                </c:pt>
                <c:pt idx="41">
                  <c:v>40289</c:v>
                </c:pt>
                <c:pt idx="42">
                  <c:v>40290</c:v>
                </c:pt>
                <c:pt idx="43">
                  <c:v>40291</c:v>
                </c:pt>
                <c:pt idx="44">
                  <c:v>40294</c:v>
                </c:pt>
                <c:pt idx="45">
                  <c:v>40295</c:v>
                </c:pt>
                <c:pt idx="46">
                  <c:v>40296</c:v>
                </c:pt>
                <c:pt idx="47">
                  <c:v>40297</c:v>
                </c:pt>
                <c:pt idx="48">
                  <c:v>40298</c:v>
                </c:pt>
                <c:pt idx="49">
                  <c:v>40301</c:v>
                </c:pt>
                <c:pt idx="50">
                  <c:v>40302</c:v>
                </c:pt>
                <c:pt idx="51">
                  <c:v>40304</c:v>
                </c:pt>
                <c:pt idx="52">
                  <c:v>40305</c:v>
                </c:pt>
                <c:pt idx="53">
                  <c:v>40308</c:v>
                </c:pt>
                <c:pt idx="54">
                  <c:v>40309</c:v>
                </c:pt>
                <c:pt idx="55">
                  <c:v>40310</c:v>
                </c:pt>
                <c:pt idx="56">
                  <c:v>40311</c:v>
                </c:pt>
                <c:pt idx="57">
                  <c:v>40312</c:v>
                </c:pt>
                <c:pt idx="58">
                  <c:v>40315</c:v>
                </c:pt>
                <c:pt idx="59">
                  <c:v>40316</c:v>
                </c:pt>
                <c:pt idx="60">
                  <c:v>40317</c:v>
                </c:pt>
                <c:pt idx="61">
                  <c:v>40318</c:v>
                </c:pt>
                <c:pt idx="62">
                  <c:v>40322</c:v>
                </c:pt>
                <c:pt idx="63">
                  <c:v>40323</c:v>
                </c:pt>
                <c:pt idx="64">
                  <c:v>40324</c:v>
                </c:pt>
                <c:pt idx="65">
                  <c:v>40325</c:v>
                </c:pt>
                <c:pt idx="66">
                  <c:v>40326</c:v>
                </c:pt>
                <c:pt idx="67">
                  <c:v>40329</c:v>
                </c:pt>
                <c:pt idx="68">
                  <c:v>40330</c:v>
                </c:pt>
                <c:pt idx="69">
                  <c:v>40332</c:v>
                </c:pt>
                <c:pt idx="70">
                  <c:v>40333</c:v>
                </c:pt>
                <c:pt idx="71">
                  <c:v>40336</c:v>
                </c:pt>
                <c:pt idx="72">
                  <c:v>40337</c:v>
                </c:pt>
                <c:pt idx="73">
                  <c:v>40338</c:v>
                </c:pt>
                <c:pt idx="74">
                  <c:v>40339</c:v>
                </c:pt>
                <c:pt idx="75">
                  <c:v>40340</c:v>
                </c:pt>
                <c:pt idx="76">
                  <c:v>40343</c:v>
                </c:pt>
                <c:pt idx="77">
                  <c:v>40344</c:v>
                </c:pt>
                <c:pt idx="78">
                  <c:v>40345</c:v>
                </c:pt>
                <c:pt idx="79">
                  <c:v>40346</c:v>
                </c:pt>
                <c:pt idx="80">
                  <c:v>40347</c:v>
                </c:pt>
                <c:pt idx="81">
                  <c:v>40350</c:v>
                </c:pt>
                <c:pt idx="82">
                  <c:v>40351</c:v>
                </c:pt>
                <c:pt idx="83">
                  <c:v>40352</c:v>
                </c:pt>
                <c:pt idx="84">
                  <c:v>40353</c:v>
                </c:pt>
                <c:pt idx="85">
                  <c:v>40354</c:v>
                </c:pt>
                <c:pt idx="86">
                  <c:v>40357</c:v>
                </c:pt>
                <c:pt idx="87">
                  <c:v>40358</c:v>
                </c:pt>
                <c:pt idx="88">
                  <c:v>40359</c:v>
                </c:pt>
                <c:pt idx="89">
                  <c:v>40360</c:v>
                </c:pt>
                <c:pt idx="90">
                  <c:v>40361</c:v>
                </c:pt>
                <c:pt idx="91">
                  <c:v>40364</c:v>
                </c:pt>
                <c:pt idx="92">
                  <c:v>40365</c:v>
                </c:pt>
                <c:pt idx="93">
                  <c:v>40366</c:v>
                </c:pt>
                <c:pt idx="94">
                  <c:v>40367</c:v>
                </c:pt>
                <c:pt idx="95">
                  <c:v>40368</c:v>
                </c:pt>
                <c:pt idx="96">
                  <c:v>40371</c:v>
                </c:pt>
                <c:pt idx="97">
                  <c:v>40372</c:v>
                </c:pt>
                <c:pt idx="98">
                  <c:v>40373</c:v>
                </c:pt>
                <c:pt idx="99">
                  <c:v>40374</c:v>
                </c:pt>
                <c:pt idx="100">
                  <c:v>40375</c:v>
                </c:pt>
                <c:pt idx="101">
                  <c:v>40378</c:v>
                </c:pt>
                <c:pt idx="102">
                  <c:v>40379</c:v>
                </c:pt>
                <c:pt idx="103">
                  <c:v>40380</c:v>
                </c:pt>
                <c:pt idx="104">
                  <c:v>40381</c:v>
                </c:pt>
                <c:pt idx="105">
                  <c:v>40382</c:v>
                </c:pt>
                <c:pt idx="106">
                  <c:v>40385</c:v>
                </c:pt>
                <c:pt idx="107">
                  <c:v>40386</c:v>
                </c:pt>
                <c:pt idx="108">
                  <c:v>40387</c:v>
                </c:pt>
                <c:pt idx="109">
                  <c:v>40388</c:v>
                </c:pt>
                <c:pt idx="110">
                  <c:v>40389</c:v>
                </c:pt>
                <c:pt idx="111">
                  <c:v>40392</c:v>
                </c:pt>
                <c:pt idx="112">
                  <c:v>40393</c:v>
                </c:pt>
                <c:pt idx="113">
                  <c:v>40394</c:v>
                </c:pt>
                <c:pt idx="114">
                  <c:v>40395</c:v>
                </c:pt>
                <c:pt idx="115">
                  <c:v>40396</c:v>
                </c:pt>
                <c:pt idx="116">
                  <c:v>40399</c:v>
                </c:pt>
                <c:pt idx="117">
                  <c:v>40400</c:v>
                </c:pt>
                <c:pt idx="118">
                  <c:v>40401</c:v>
                </c:pt>
                <c:pt idx="119">
                  <c:v>40402</c:v>
                </c:pt>
                <c:pt idx="120">
                  <c:v>40403</c:v>
                </c:pt>
                <c:pt idx="121">
                  <c:v>40406</c:v>
                </c:pt>
                <c:pt idx="122">
                  <c:v>40407</c:v>
                </c:pt>
                <c:pt idx="123">
                  <c:v>40408</c:v>
                </c:pt>
                <c:pt idx="124">
                  <c:v>40409</c:v>
                </c:pt>
                <c:pt idx="125">
                  <c:v>40410</c:v>
                </c:pt>
                <c:pt idx="126">
                  <c:v>40413</c:v>
                </c:pt>
                <c:pt idx="127">
                  <c:v>40414</c:v>
                </c:pt>
                <c:pt idx="128">
                  <c:v>40415</c:v>
                </c:pt>
                <c:pt idx="129">
                  <c:v>40416</c:v>
                </c:pt>
                <c:pt idx="130">
                  <c:v>40417</c:v>
                </c:pt>
                <c:pt idx="131">
                  <c:v>40420</c:v>
                </c:pt>
                <c:pt idx="132">
                  <c:v>40421</c:v>
                </c:pt>
                <c:pt idx="133">
                  <c:v>40422</c:v>
                </c:pt>
                <c:pt idx="134">
                  <c:v>40423</c:v>
                </c:pt>
                <c:pt idx="135">
                  <c:v>40424</c:v>
                </c:pt>
                <c:pt idx="136">
                  <c:v>40427</c:v>
                </c:pt>
                <c:pt idx="137">
                  <c:v>40428</c:v>
                </c:pt>
                <c:pt idx="138">
                  <c:v>40429</c:v>
                </c:pt>
                <c:pt idx="139">
                  <c:v>40430</c:v>
                </c:pt>
                <c:pt idx="140">
                  <c:v>40431</c:v>
                </c:pt>
                <c:pt idx="141">
                  <c:v>40434</c:v>
                </c:pt>
                <c:pt idx="142">
                  <c:v>40435</c:v>
                </c:pt>
                <c:pt idx="143">
                  <c:v>40436</c:v>
                </c:pt>
                <c:pt idx="144">
                  <c:v>40437</c:v>
                </c:pt>
                <c:pt idx="145">
                  <c:v>40438</c:v>
                </c:pt>
                <c:pt idx="146">
                  <c:v>40441</c:v>
                </c:pt>
                <c:pt idx="147">
                  <c:v>40445</c:v>
                </c:pt>
                <c:pt idx="148">
                  <c:v>40448</c:v>
                </c:pt>
                <c:pt idx="149">
                  <c:v>40449</c:v>
                </c:pt>
                <c:pt idx="150">
                  <c:v>40450</c:v>
                </c:pt>
                <c:pt idx="151">
                  <c:v>40451</c:v>
                </c:pt>
                <c:pt idx="152">
                  <c:v>40452</c:v>
                </c:pt>
                <c:pt idx="153">
                  <c:v>40455</c:v>
                </c:pt>
                <c:pt idx="154">
                  <c:v>40456</c:v>
                </c:pt>
                <c:pt idx="155">
                  <c:v>40457</c:v>
                </c:pt>
                <c:pt idx="156">
                  <c:v>40458</c:v>
                </c:pt>
                <c:pt idx="157">
                  <c:v>40459</c:v>
                </c:pt>
                <c:pt idx="158">
                  <c:v>40462</c:v>
                </c:pt>
                <c:pt idx="159">
                  <c:v>40463</c:v>
                </c:pt>
                <c:pt idx="160">
                  <c:v>40464</c:v>
                </c:pt>
                <c:pt idx="161">
                  <c:v>40465</c:v>
                </c:pt>
                <c:pt idx="162">
                  <c:v>40466</c:v>
                </c:pt>
                <c:pt idx="163">
                  <c:v>40469</c:v>
                </c:pt>
                <c:pt idx="164">
                  <c:v>40470</c:v>
                </c:pt>
                <c:pt idx="165">
                  <c:v>40471</c:v>
                </c:pt>
                <c:pt idx="166">
                  <c:v>40472</c:v>
                </c:pt>
                <c:pt idx="167">
                  <c:v>40473</c:v>
                </c:pt>
                <c:pt idx="168">
                  <c:v>40476</c:v>
                </c:pt>
                <c:pt idx="169">
                  <c:v>40477</c:v>
                </c:pt>
                <c:pt idx="170">
                  <c:v>40478</c:v>
                </c:pt>
                <c:pt idx="171">
                  <c:v>40479</c:v>
                </c:pt>
                <c:pt idx="172">
                  <c:v>40480</c:v>
                </c:pt>
                <c:pt idx="173">
                  <c:v>40483</c:v>
                </c:pt>
                <c:pt idx="174">
                  <c:v>40484</c:v>
                </c:pt>
                <c:pt idx="175">
                  <c:v>40485</c:v>
                </c:pt>
                <c:pt idx="176">
                  <c:v>40486</c:v>
                </c:pt>
                <c:pt idx="177">
                  <c:v>40487</c:v>
                </c:pt>
                <c:pt idx="178">
                  <c:v>40490</c:v>
                </c:pt>
                <c:pt idx="179">
                  <c:v>40491</c:v>
                </c:pt>
                <c:pt idx="180">
                  <c:v>40492</c:v>
                </c:pt>
                <c:pt idx="181">
                  <c:v>40493</c:v>
                </c:pt>
                <c:pt idx="182">
                  <c:v>40494</c:v>
                </c:pt>
                <c:pt idx="183">
                  <c:v>40497</c:v>
                </c:pt>
                <c:pt idx="184">
                  <c:v>40498</c:v>
                </c:pt>
                <c:pt idx="185">
                  <c:v>40499</c:v>
                </c:pt>
                <c:pt idx="186">
                  <c:v>40500</c:v>
                </c:pt>
                <c:pt idx="187">
                  <c:v>40501</c:v>
                </c:pt>
                <c:pt idx="188">
                  <c:v>40504</c:v>
                </c:pt>
                <c:pt idx="189">
                  <c:v>40505</c:v>
                </c:pt>
                <c:pt idx="190">
                  <c:v>40506</c:v>
                </c:pt>
                <c:pt idx="191">
                  <c:v>40507</c:v>
                </c:pt>
                <c:pt idx="192">
                  <c:v>40508</c:v>
                </c:pt>
                <c:pt idx="193">
                  <c:v>40511</c:v>
                </c:pt>
                <c:pt idx="194">
                  <c:v>40512</c:v>
                </c:pt>
                <c:pt idx="195">
                  <c:v>40513</c:v>
                </c:pt>
                <c:pt idx="196">
                  <c:v>40514</c:v>
                </c:pt>
                <c:pt idx="197">
                  <c:v>40515</c:v>
                </c:pt>
                <c:pt idx="198">
                  <c:v>40518</c:v>
                </c:pt>
                <c:pt idx="199">
                  <c:v>40519</c:v>
                </c:pt>
                <c:pt idx="200">
                  <c:v>40520</c:v>
                </c:pt>
                <c:pt idx="201">
                  <c:v>40521</c:v>
                </c:pt>
                <c:pt idx="202">
                  <c:v>40522</c:v>
                </c:pt>
                <c:pt idx="203">
                  <c:v>40525</c:v>
                </c:pt>
                <c:pt idx="204">
                  <c:v>40526</c:v>
                </c:pt>
                <c:pt idx="205">
                  <c:v>40527</c:v>
                </c:pt>
                <c:pt idx="206">
                  <c:v>40528</c:v>
                </c:pt>
                <c:pt idx="207">
                  <c:v>40529</c:v>
                </c:pt>
                <c:pt idx="208">
                  <c:v>40532</c:v>
                </c:pt>
                <c:pt idx="209">
                  <c:v>40533</c:v>
                </c:pt>
                <c:pt idx="210">
                  <c:v>40534</c:v>
                </c:pt>
                <c:pt idx="211">
                  <c:v>40535</c:v>
                </c:pt>
                <c:pt idx="212">
                  <c:v>40536</c:v>
                </c:pt>
                <c:pt idx="213">
                  <c:v>40539</c:v>
                </c:pt>
                <c:pt idx="214">
                  <c:v>40540</c:v>
                </c:pt>
                <c:pt idx="215">
                  <c:v>40541</c:v>
                </c:pt>
                <c:pt idx="216">
                  <c:v>40542</c:v>
                </c:pt>
                <c:pt idx="217">
                  <c:v>40546</c:v>
                </c:pt>
                <c:pt idx="218">
                  <c:v>40547</c:v>
                </c:pt>
                <c:pt idx="219">
                  <c:v>40548</c:v>
                </c:pt>
                <c:pt idx="220">
                  <c:v>40549</c:v>
                </c:pt>
                <c:pt idx="221">
                  <c:v>40550</c:v>
                </c:pt>
                <c:pt idx="222">
                  <c:v>40553</c:v>
                </c:pt>
                <c:pt idx="223">
                  <c:v>40554</c:v>
                </c:pt>
                <c:pt idx="224">
                  <c:v>40555</c:v>
                </c:pt>
                <c:pt idx="225">
                  <c:v>40556</c:v>
                </c:pt>
                <c:pt idx="226">
                  <c:v>40557</c:v>
                </c:pt>
                <c:pt idx="227">
                  <c:v>40560</c:v>
                </c:pt>
                <c:pt idx="228">
                  <c:v>40561</c:v>
                </c:pt>
                <c:pt idx="229">
                  <c:v>40562</c:v>
                </c:pt>
                <c:pt idx="230">
                  <c:v>40563</c:v>
                </c:pt>
                <c:pt idx="231">
                  <c:v>40564</c:v>
                </c:pt>
                <c:pt idx="232">
                  <c:v>40567</c:v>
                </c:pt>
                <c:pt idx="233">
                  <c:v>40568</c:v>
                </c:pt>
                <c:pt idx="234">
                  <c:v>40569</c:v>
                </c:pt>
                <c:pt idx="235">
                  <c:v>40570</c:v>
                </c:pt>
                <c:pt idx="236">
                  <c:v>40571</c:v>
                </c:pt>
                <c:pt idx="237">
                  <c:v>40574</c:v>
                </c:pt>
                <c:pt idx="238">
                  <c:v>40575</c:v>
                </c:pt>
                <c:pt idx="239">
                  <c:v>40581</c:v>
                </c:pt>
                <c:pt idx="240">
                  <c:v>40582</c:v>
                </c:pt>
                <c:pt idx="241">
                  <c:v>40583</c:v>
                </c:pt>
                <c:pt idx="242">
                  <c:v>40584</c:v>
                </c:pt>
                <c:pt idx="243">
                  <c:v>40585</c:v>
                </c:pt>
                <c:pt idx="244">
                  <c:v>40588</c:v>
                </c:pt>
                <c:pt idx="245">
                  <c:v>40589</c:v>
                </c:pt>
                <c:pt idx="246">
                  <c:v>40590</c:v>
                </c:pt>
                <c:pt idx="247">
                  <c:v>40591</c:v>
                </c:pt>
                <c:pt idx="248">
                  <c:v>40592</c:v>
                </c:pt>
                <c:pt idx="249">
                  <c:v>40595</c:v>
                </c:pt>
                <c:pt idx="250">
                  <c:v>40596</c:v>
                </c:pt>
                <c:pt idx="251">
                  <c:v>40597</c:v>
                </c:pt>
                <c:pt idx="252">
                  <c:v>40598</c:v>
                </c:pt>
                <c:pt idx="253">
                  <c:v>40599</c:v>
                </c:pt>
                <c:pt idx="254">
                  <c:v>40602</c:v>
                </c:pt>
                <c:pt idx="255">
                  <c:v>40604</c:v>
                </c:pt>
                <c:pt idx="256">
                  <c:v>40605</c:v>
                </c:pt>
                <c:pt idx="257">
                  <c:v>40606</c:v>
                </c:pt>
                <c:pt idx="258">
                  <c:v>40609</c:v>
                </c:pt>
                <c:pt idx="259">
                  <c:v>40610</c:v>
                </c:pt>
                <c:pt idx="260">
                  <c:v>40611</c:v>
                </c:pt>
                <c:pt idx="261">
                  <c:v>40612</c:v>
                </c:pt>
                <c:pt idx="262">
                  <c:v>40613</c:v>
                </c:pt>
                <c:pt idx="263">
                  <c:v>40616</c:v>
                </c:pt>
                <c:pt idx="264">
                  <c:v>40617</c:v>
                </c:pt>
                <c:pt idx="265">
                  <c:v>40618</c:v>
                </c:pt>
                <c:pt idx="266">
                  <c:v>40619</c:v>
                </c:pt>
                <c:pt idx="267">
                  <c:v>40620</c:v>
                </c:pt>
                <c:pt idx="268">
                  <c:v>40623</c:v>
                </c:pt>
                <c:pt idx="269">
                  <c:v>40624</c:v>
                </c:pt>
                <c:pt idx="270">
                  <c:v>40625</c:v>
                </c:pt>
                <c:pt idx="271">
                  <c:v>40626</c:v>
                </c:pt>
                <c:pt idx="272">
                  <c:v>40627</c:v>
                </c:pt>
                <c:pt idx="273">
                  <c:v>40630</c:v>
                </c:pt>
                <c:pt idx="274">
                  <c:v>40631</c:v>
                </c:pt>
                <c:pt idx="275">
                  <c:v>40632</c:v>
                </c:pt>
                <c:pt idx="276">
                  <c:v>40633</c:v>
                </c:pt>
                <c:pt idx="277">
                  <c:v>40634</c:v>
                </c:pt>
                <c:pt idx="278">
                  <c:v>40637</c:v>
                </c:pt>
                <c:pt idx="279">
                  <c:v>40638</c:v>
                </c:pt>
                <c:pt idx="280">
                  <c:v>40639</c:v>
                </c:pt>
                <c:pt idx="281">
                  <c:v>40640</c:v>
                </c:pt>
                <c:pt idx="282">
                  <c:v>40641</c:v>
                </c:pt>
                <c:pt idx="283">
                  <c:v>40644</c:v>
                </c:pt>
                <c:pt idx="284">
                  <c:v>40645</c:v>
                </c:pt>
                <c:pt idx="285">
                  <c:v>40646</c:v>
                </c:pt>
                <c:pt idx="286">
                  <c:v>40647</c:v>
                </c:pt>
                <c:pt idx="287">
                  <c:v>40648</c:v>
                </c:pt>
                <c:pt idx="288">
                  <c:v>40651</c:v>
                </c:pt>
                <c:pt idx="289">
                  <c:v>40652</c:v>
                </c:pt>
                <c:pt idx="290">
                  <c:v>40653</c:v>
                </c:pt>
                <c:pt idx="291">
                  <c:v>40654</c:v>
                </c:pt>
                <c:pt idx="292">
                  <c:v>40655</c:v>
                </c:pt>
                <c:pt idx="293">
                  <c:v>40658</c:v>
                </c:pt>
                <c:pt idx="294">
                  <c:v>40659</c:v>
                </c:pt>
                <c:pt idx="295">
                  <c:v>40660</c:v>
                </c:pt>
                <c:pt idx="296">
                  <c:v>40661</c:v>
                </c:pt>
                <c:pt idx="297">
                  <c:v>40662</c:v>
                </c:pt>
                <c:pt idx="298">
                  <c:v>40665</c:v>
                </c:pt>
                <c:pt idx="299">
                  <c:v>40666</c:v>
                </c:pt>
                <c:pt idx="300">
                  <c:v>40667</c:v>
                </c:pt>
                <c:pt idx="301">
                  <c:v>40669</c:v>
                </c:pt>
                <c:pt idx="302">
                  <c:v>40672</c:v>
                </c:pt>
                <c:pt idx="303">
                  <c:v>40674</c:v>
                </c:pt>
                <c:pt idx="304">
                  <c:v>40675</c:v>
                </c:pt>
                <c:pt idx="305">
                  <c:v>40676</c:v>
                </c:pt>
                <c:pt idx="306">
                  <c:v>40679</c:v>
                </c:pt>
                <c:pt idx="307">
                  <c:v>40680</c:v>
                </c:pt>
                <c:pt idx="308">
                  <c:v>40681</c:v>
                </c:pt>
                <c:pt idx="309">
                  <c:v>40682</c:v>
                </c:pt>
                <c:pt idx="310">
                  <c:v>40683</c:v>
                </c:pt>
                <c:pt idx="311">
                  <c:v>40686</c:v>
                </c:pt>
                <c:pt idx="312">
                  <c:v>40687</c:v>
                </c:pt>
                <c:pt idx="313">
                  <c:v>40688</c:v>
                </c:pt>
                <c:pt idx="314">
                  <c:v>40689</c:v>
                </c:pt>
                <c:pt idx="315">
                  <c:v>40690</c:v>
                </c:pt>
                <c:pt idx="316">
                  <c:v>40693</c:v>
                </c:pt>
                <c:pt idx="317">
                  <c:v>40694</c:v>
                </c:pt>
                <c:pt idx="318">
                  <c:v>40695</c:v>
                </c:pt>
                <c:pt idx="319">
                  <c:v>40696</c:v>
                </c:pt>
                <c:pt idx="320">
                  <c:v>40697</c:v>
                </c:pt>
                <c:pt idx="321">
                  <c:v>40701</c:v>
                </c:pt>
                <c:pt idx="322">
                  <c:v>40702</c:v>
                </c:pt>
                <c:pt idx="323">
                  <c:v>40703</c:v>
                </c:pt>
                <c:pt idx="324">
                  <c:v>40704</c:v>
                </c:pt>
                <c:pt idx="325">
                  <c:v>40707</c:v>
                </c:pt>
                <c:pt idx="326">
                  <c:v>40708</c:v>
                </c:pt>
                <c:pt idx="327">
                  <c:v>40709</c:v>
                </c:pt>
                <c:pt idx="328">
                  <c:v>40710</c:v>
                </c:pt>
                <c:pt idx="329">
                  <c:v>40711</c:v>
                </c:pt>
                <c:pt idx="330">
                  <c:v>40714</c:v>
                </c:pt>
                <c:pt idx="331">
                  <c:v>40715</c:v>
                </c:pt>
                <c:pt idx="332">
                  <c:v>40716</c:v>
                </c:pt>
                <c:pt idx="333">
                  <c:v>40717</c:v>
                </c:pt>
                <c:pt idx="334">
                  <c:v>40718</c:v>
                </c:pt>
                <c:pt idx="335">
                  <c:v>40721</c:v>
                </c:pt>
                <c:pt idx="336">
                  <c:v>40722</c:v>
                </c:pt>
                <c:pt idx="337">
                  <c:v>40723</c:v>
                </c:pt>
                <c:pt idx="338">
                  <c:v>40724</c:v>
                </c:pt>
                <c:pt idx="339">
                  <c:v>40725</c:v>
                </c:pt>
                <c:pt idx="340">
                  <c:v>40728</c:v>
                </c:pt>
                <c:pt idx="341">
                  <c:v>40729</c:v>
                </c:pt>
                <c:pt idx="342">
                  <c:v>40730</c:v>
                </c:pt>
                <c:pt idx="343">
                  <c:v>40731</c:v>
                </c:pt>
                <c:pt idx="344">
                  <c:v>40732</c:v>
                </c:pt>
                <c:pt idx="345">
                  <c:v>40735</c:v>
                </c:pt>
                <c:pt idx="346">
                  <c:v>40736</c:v>
                </c:pt>
                <c:pt idx="347">
                  <c:v>40737</c:v>
                </c:pt>
                <c:pt idx="348">
                  <c:v>40738</c:v>
                </c:pt>
                <c:pt idx="349">
                  <c:v>40739</c:v>
                </c:pt>
                <c:pt idx="350">
                  <c:v>40742</c:v>
                </c:pt>
                <c:pt idx="351">
                  <c:v>40743</c:v>
                </c:pt>
                <c:pt idx="352">
                  <c:v>40744</c:v>
                </c:pt>
                <c:pt idx="353">
                  <c:v>40745</c:v>
                </c:pt>
                <c:pt idx="354">
                  <c:v>40746</c:v>
                </c:pt>
                <c:pt idx="355">
                  <c:v>40749</c:v>
                </c:pt>
                <c:pt idx="356">
                  <c:v>40750</c:v>
                </c:pt>
                <c:pt idx="357">
                  <c:v>40751</c:v>
                </c:pt>
                <c:pt idx="358">
                  <c:v>40752</c:v>
                </c:pt>
                <c:pt idx="359">
                  <c:v>40753</c:v>
                </c:pt>
                <c:pt idx="360">
                  <c:v>40756</c:v>
                </c:pt>
                <c:pt idx="361">
                  <c:v>40757</c:v>
                </c:pt>
                <c:pt idx="362">
                  <c:v>40758</c:v>
                </c:pt>
                <c:pt idx="363">
                  <c:v>40759</c:v>
                </c:pt>
                <c:pt idx="364">
                  <c:v>40760</c:v>
                </c:pt>
                <c:pt idx="365">
                  <c:v>40763</c:v>
                </c:pt>
                <c:pt idx="366">
                  <c:v>40764</c:v>
                </c:pt>
                <c:pt idx="367">
                  <c:v>40765</c:v>
                </c:pt>
                <c:pt idx="368">
                  <c:v>40766</c:v>
                </c:pt>
                <c:pt idx="369">
                  <c:v>40767</c:v>
                </c:pt>
                <c:pt idx="370">
                  <c:v>40771</c:v>
                </c:pt>
                <c:pt idx="371">
                  <c:v>40772</c:v>
                </c:pt>
                <c:pt idx="372">
                  <c:v>40773</c:v>
                </c:pt>
                <c:pt idx="373">
                  <c:v>40774</c:v>
                </c:pt>
                <c:pt idx="374">
                  <c:v>40777</c:v>
                </c:pt>
                <c:pt idx="375">
                  <c:v>40778</c:v>
                </c:pt>
                <c:pt idx="376">
                  <c:v>40779</c:v>
                </c:pt>
                <c:pt idx="377">
                  <c:v>40780</c:v>
                </c:pt>
                <c:pt idx="378">
                  <c:v>40781</c:v>
                </c:pt>
                <c:pt idx="379">
                  <c:v>40784</c:v>
                </c:pt>
                <c:pt idx="380">
                  <c:v>40785</c:v>
                </c:pt>
                <c:pt idx="381">
                  <c:v>40786</c:v>
                </c:pt>
                <c:pt idx="382">
                  <c:v>40787</c:v>
                </c:pt>
                <c:pt idx="383">
                  <c:v>40788</c:v>
                </c:pt>
                <c:pt idx="384">
                  <c:v>40791</c:v>
                </c:pt>
                <c:pt idx="385">
                  <c:v>40792</c:v>
                </c:pt>
                <c:pt idx="386">
                  <c:v>40793</c:v>
                </c:pt>
                <c:pt idx="387">
                  <c:v>40794</c:v>
                </c:pt>
                <c:pt idx="388">
                  <c:v>40795</c:v>
                </c:pt>
                <c:pt idx="389">
                  <c:v>40800</c:v>
                </c:pt>
                <c:pt idx="390">
                  <c:v>40801</c:v>
                </c:pt>
                <c:pt idx="391">
                  <c:v>40802</c:v>
                </c:pt>
                <c:pt idx="392">
                  <c:v>40805</c:v>
                </c:pt>
                <c:pt idx="393">
                  <c:v>40806</c:v>
                </c:pt>
                <c:pt idx="394">
                  <c:v>40807</c:v>
                </c:pt>
                <c:pt idx="395">
                  <c:v>40808</c:v>
                </c:pt>
                <c:pt idx="396">
                  <c:v>40809</c:v>
                </c:pt>
                <c:pt idx="397">
                  <c:v>40812</c:v>
                </c:pt>
                <c:pt idx="398">
                  <c:v>40813</c:v>
                </c:pt>
                <c:pt idx="399">
                  <c:v>40814</c:v>
                </c:pt>
                <c:pt idx="400">
                  <c:v>40815</c:v>
                </c:pt>
                <c:pt idx="401">
                  <c:v>40816</c:v>
                </c:pt>
                <c:pt idx="402">
                  <c:v>40820</c:v>
                </c:pt>
                <c:pt idx="403">
                  <c:v>40821</c:v>
                </c:pt>
                <c:pt idx="404">
                  <c:v>40822</c:v>
                </c:pt>
                <c:pt idx="405">
                  <c:v>40823</c:v>
                </c:pt>
                <c:pt idx="406">
                  <c:v>40826</c:v>
                </c:pt>
                <c:pt idx="407">
                  <c:v>40827</c:v>
                </c:pt>
                <c:pt idx="408">
                  <c:v>40828</c:v>
                </c:pt>
                <c:pt idx="409">
                  <c:v>40829</c:v>
                </c:pt>
                <c:pt idx="410">
                  <c:v>40830</c:v>
                </c:pt>
                <c:pt idx="411">
                  <c:v>40833</c:v>
                </c:pt>
                <c:pt idx="412">
                  <c:v>40834</c:v>
                </c:pt>
                <c:pt idx="413">
                  <c:v>40835</c:v>
                </c:pt>
                <c:pt idx="414">
                  <c:v>40836</c:v>
                </c:pt>
                <c:pt idx="415">
                  <c:v>40837</c:v>
                </c:pt>
                <c:pt idx="416">
                  <c:v>40840</c:v>
                </c:pt>
                <c:pt idx="417">
                  <c:v>40841</c:v>
                </c:pt>
                <c:pt idx="418">
                  <c:v>40842</c:v>
                </c:pt>
                <c:pt idx="419">
                  <c:v>40843</c:v>
                </c:pt>
                <c:pt idx="420">
                  <c:v>40844</c:v>
                </c:pt>
                <c:pt idx="421">
                  <c:v>40847</c:v>
                </c:pt>
                <c:pt idx="422">
                  <c:v>40848</c:v>
                </c:pt>
                <c:pt idx="423">
                  <c:v>40849</c:v>
                </c:pt>
                <c:pt idx="424">
                  <c:v>40850</c:v>
                </c:pt>
                <c:pt idx="425">
                  <c:v>40851</c:v>
                </c:pt>
                <c:pt idx="426">
                  <c:v>40854</c:v>
                </c:pt>
                <c:pt idx="427">
                  <c:v>40855</c:v>
                </c:pt>
                <c:pt idx="428">
                  <c:v>40856</c:v>
                </c:pt>
                <c:pt idx="429">
                  <c:v>40857</c:v>
                </c:pt>
                <c:pt idx="430">
                  <c:v>40858</c:v>
                </c:pt>
                <c:pt idx="431">
                  <c:v>40861</c:v>
                </c:pt>
                <c:pt idx="432">
                  <c:v>40862</c:v>
                </c:pt>
                <c:pt idx="433">
                  <c:v>40863</c:v>
                </c:pt>
                <c:pt idx="434">
                  <c:v>40864</c:v>
                </c:pt>
                <c:pt idx="435">
                  <c:v>40865</c:v>
                </c:pt>
                <c:pt idx="436">
                  <c:v>40868</c:v>
                </c:pt>
                <c:pt idx="437">
                  <c:v>40869</c:v>
                </c:pt>
                <c:pt idx="438">
                  <c:v>40870</c:v>
                </c:pt>
                <c:pt idx="439">
                  <c:v>40871</c:v>
                </c:pt>
                <c:pt idx="440">
                  <c:v>40872</c:v>
                </c:pt>
                <c:pt idx="441">
                  <c:v>40875</c:v>
                </c:pt>
                <c:pt idx="442">
                  <c:v>40876</c:v>
                </c:pt>
                <c:pt idx="443">
                  <c:v>40877</c:v>
                </c:pt>
                <c:pt idx="444">
                  <c:v>40878</c:v>
                </c:pt>
                <c:pt idx="445">
                  <c:v>40879</c:v>
                </c:pt>
                <c:pt idx="446">
                  <c:v>40882</c:v>
                </c:pt>
                <c:pt idx="447">
                  <c:v>40883</c:v>
                </c:pt>
                <c:pt idx="448">
                  <c:v>40884</c:v>
                </c:pt>
                <c:pt idx="449">
                  <c:v>40885</c:v>
                </c:pt>
                <c:pt idx="450">
                  <c:v>40886</c:v>
                </c:pt>
                <c:pt idx="451">
                  <c:v>40889</c:v>
                </c:pt>
                <c:pt idx="452">
                  <c:v>40890</c:v>
                </c:pt>
                <c:pt idx="453">
                  <c:v>40891</c:v>
                </c:pt>
                <c:pt idx="454">
                  <c:v>40892</c:v>
                </c:pt>
                <c:pt idx="455">
                  <c:v>40893</c:v>
                </c:pt>
                <c:pt idx="456">
                  <c:v>40896</c:v>
                </c:pt>
                <c:pt idx="457">
                  <c:v>40897</c:v>
                </c:pt>
                <c:pt idx="458">
                  <c:v>40898</c:v>
                </c:pt>
                <c:pt idx="459">
                  <c:v>40899</c:v>
                </c:pt>
                <c:pt idx="460">
                  <c:v>40900</c:v>
                </c:pt>
                <c:pt idx="461">
                  <c:v>40903</c:v>
                </c:pt>
                <c:pt idx="462">
                  <c:v>40904</c:v>
                </c:pt>
                <c:pt idx="463">
                  <c:v>40905</c:v>
                </c:pt>
                <c:pt idx="464">
                  <c:v>40906</c:v>
                </c:pt>
                <c:pt idx="465">
                  <c:v>40910</c:v>
                </c:pt>
                <c:pt idx="466">
                  <c:v>40911</c:v>
                </c:pt>
                <c:pt idx="467">
                  <c:v>40912</c:v>
                </c:pt>
                <c:pt idx="468">
                  <c:v>40913</c:v>
                </c:pt>
                <c:pt idx="469">
                  <c:v>40914</c:v>
                </c:pt>
                <c:pt idx="470">
                  <c:v>40917</c:v>
                </c:pt>
                <c:pt idx="471">
                  <c:v>40918</c:v>
                </c:pt>
                <c:pt idx="472">
                  <c:v>40919</c:v>
                </c:pt>
                <c:pt idx="473">
                  <c:v>40920</c:v>
                </c:pt>
                <c:pt idx="474">
                  <c:v>40921</c:v>
                </c:pt>
                <c:pt idx="475">
                  <c:v>40924</c:v>
                </c:pt>
                <c:pt idx="476">
                  <c:v>40925</c:v>
                </c:pt>
                <c:pt idx="477">
                  <c:v>40926</c:v>
                </c:pt>
                <c:pt idx="478">
                  <c:v>40927</c:v>
                </c:pt>
                <c:pt idx="479">
                  <c:v>40928</c:v>
                </c:pt>
                <c:pt idx="480">
                  <c:v>40933</c:v>
                </c:pt>
                <c:pt idx="481">
                  <c:v>40934</c:v>
                </c:pt>
                <c:pt idx="482">
                  <c:v>40935</c:v>
                </c:pt>
                <c:pt idx="483">
                  <c:v>40938</c:v>
                </c:pt>
                <c:pt idx="484">
                  <c:v>40939</c:v>
                </c:pt>
                <c:pt idx="485">
                  <c:v>40940</c:v>
                </c:pt>
                <c:pt idx="486">
                  <c:v>40941</c:v>
                </c:pt>
                <c:pt idx="487">
                  <c:v>40942</c:v>
                </c:pt>
                <c:pt idx="488">
                  <c:v>40945</c:v>
                </c:pt>
                <c:pt idx="489">
                  <c:v>40946</c:v>
                </c:pt>
                <c:pt idx="490">
                  <c:v>40947</c:v>
                </c:pt>
                <c:pt idx="491">
                  <c:v>40948</c:v>
                </c:pt>
                <c:pt idx="492">
                  <c:v>40949</c:v>
                </c:pt>
                <c:pt idx="493">
                  <c:v>40952</c:v>
                </c:pt>
                <c:pt idx="494">
                  <c:v>40953</c:v>
                </c:pt>
                <c:pt idx="495">
                  <c:v>40954</c:v>
                </c:pt>
                <c:pt idx="496">
                  <c:v>40955</c:v>
                </c:pt>
                <c:pt idx="497">
                  <c:v>40956</c:v>
                </c:pt>
                <c:pt idx="498">
                  <c:v>40959</c:v>
                </c:pt>
                <c:pt idx="499">
                  <c:v>40960</c:v>
                </c:pt>
                <c:pt idx="500">
                  <c:v>40961</c:v>
                </c:pt>
                <c:pt idx="501">
                  <c:v>40962</c:v>
                </c:pt>
                <c:pt idx="502">
                  <c:v>40963</c:v>
                </c:pt>
                <c:pt idx="503">
                  <c:v>40966</c:v>
                </c:pt>
                <c:pt idx="504">
                  <c:v>40967</c:v>
                </c:pt>
                <c:pt idx="505">
                  <c:v>40968</c:v>
                </c:pt>
                <c:pt idx="506">
                  <c:v>40970</c:v>
                </c:pt>
                <c:pt idx="507">
                  <c:v>40973</c:v>
                </c:pt>
                <c:pt idx="508">
                  <c:v>40974</c:v>
                </c:pt>
                <c:pt idx="509">
                  <c:v>40975</c:v>
                </c:pt>
                <c:pt idx="510">
                  <c:v>40976</c:v>
                </c:pt>
                <c:pt idx="511">
                  <c:v>40977</c:v>
                </c:pt>
                <c:pt idx="512">
                  <c:v>40980</c:v>
                </c:pt>
                <c:pt idx="513">
                  <c:v>40981</c:v>
                </c:pt>
                <c:pt idx="514">
                  <c:v>40982</c:v>
                </c:pt>
                <c:pt idx="515">
                  <c:v>40983</c:v>
                </c:pt>
                <c:pt idx="516">
                  <c:v>40984</c:v>
                </c:pt>
                <c:pt idx="517">
                  <c:v>40987</c:v>
                </c:pt>
                <c:pt idx="518">
                  <c:v>40988</c:v>
                </c:pt>
                <c:pt idx="519">
                  <c:v>40989</c:v>
                </c:pt>
                <c:pt idx="520">
                  <c:v>40990</c:v>
                </c:pt>
                <c:pt idx="521">
                  <c:v>40991</c:v>
                </c:pt>
                <c:pt idx="522">
                  <c:v>40994</c:v>
                </c:pt>
                <c:pt idx="523">
                  <c:v>40995</c:v>
                </c:pt>
                <c:pt idx="524">
                  <c:v>40996</c:v>
                </c:pt>
                <c:pt idx="525">
                  <c:v>40997</c:v>
                </c:pt>
                <c:pt idx="526">
                  <c:v>40998</c:v>
                </c:pt>
                <c:pt idx="527">
                  <c:v>41001</c:v>
                </c:pt>
                <c:pt idx="528">
                  <c:v>41002</c:v>
                </c:pt>
                <c:pt idx="529">
                  <c:v>41003</c:v>
                </c:pt>
                <c:pt idx="530">
                  <c:v>41004</c:v>
                </c:pt>
                <c:pt idx="531">
                  <c:v>41005</c:v>
                </c:pt>
                <c:pt idx="532">
                  <c:v>41008</c:v>
                </c:pt>
                <c:pt idx="533">
                  <c:v>41009</c:v>
                </c:pt>
                <c:pt idx="534">
                  <c:v>41011</c:v>
                </c:pt>
                <c:pt idx="535">
                  <c:v>41012</c:v>
                </c:pt>
                <c:pt idx="536">
                  <c:v>41015</c:v>
                </c:pt>
                <c:pt idx="537">
                  <c:v>41016</c:v>
                </c:pt>
                <c:pt idx="538">
                  <c:v>41017</c:v>
                </c:pt>
                <c:pt idx="539">
                  <c:v>41018</c:v>
                </c:pt>
                <c:pt idx="540">
                  <c:v>41019</c:v>
                </c:pt>
                <c:pt idx="541">
                  <c:v>41022</c:v>
                </c:pt>
                <c:pt idx="542">
                  <c:v>41023</c:v>
                </c:pt>
                <c:pt idx="543">
                  <c:v>41024</c:v>
                </c:pt>
                <c:pt idx="544">
                  <c:v>41025</c:v>
                </c:pt>
                <c:pt idx="545">
                  <c:v>41026</c:v>
                </c:pt>
                <c:pt idx="546">
                  <c:v>41029</c:v>
                </c:pt>
                <c:pt idx="547">
                  <c:v>41031</c:v>
                </c:pt>
                <c:pt idx="548">
                  <c:v>41032</c:v>
                </c:pt>
                <c:pt idx="549">
                  <c:v>41033</c:v>
                </c:pt>
                <c:pt idx="550">
                  <c:v>41036</c:v>
                </c:pt>
                <c:pt idx="551">
                  <c:v>41037</c:v>
                </c:pt>
                <c:pt idx="552">
                  <c:v>41038</c:v>
                </c:pt>
                <c:pt idx="553">
                  <c:v>41039</c:v>
                </c:pt>
                <c:pt idx="554">
                  <c:v>41040</c:v>
                </c:pt>
                <c:pt idx="555">
                  <c:v>41043</c:v>
                </c:pt>
                <c:pt idx="556">
                  <c:v>41044</c:v>
                </c:pt>
                <c:pt idx="557">
                  <c:v>41045</c:v>
                </c:pt>
                <c:pt idx="558">
                  <c:v>41046</c:v>
                </c:pt>
                <c:pt idx="559">
                  <c:v>41047</c:v>
                </c:pt>
                <c:pt idx="560">
                  <c:v>41050</c:v>
                </c:pt>
                <c:pt idx="561">
                  <c:v>41051</c:v>
                </c:pt>
                <c:pt idx="562">
                  <c:v>41052</c:v>
                </c:pt>
                <c:pt idx="563">
                  <c:v>41053</c:v>
                </c:pt>
                <c:pt idx="564">
                  <c:v>41054</c:v>
                </c:pt>
                <c:pt idx="565">
                  <c:v>41058</c:v>
                </c:pt>
                <c:pt idx="566">
                  <c:v>41059</c:v>
                </c:pt>
                <c:pt idx="567">
                  <c:v>41060</c:v>
                </c:pt>
                <c:pt idx="568">
                  <c:v>41061</c:v>
                </c:pt>
                <c:pt idx="569">
                  <c:v>41064</c:v>
                </c:pt>
                <c:pt idx="570">
                  <c:v>41065</c:v>
                </c:pt>
                <c:pt idx="571">
                  <c:v>41067</c:v>
                </c:pt>
                <c:pt idx="572">
                  <c:v>41068</c:v>
                </c:pt>
                <c:pt idx="573">
                  <c:v>41071</c:v>
                </c:pt>
                <c:pt idx="574">
                  <c:v>41072</c:v>
                </c:pt>
                <c:pt idx="575">
                  <c:v>41073</c:v>
                </c:pt>
                <c:pt idx="576">
                  <c:v>41074</c:v>
                </c:pt>
                <c:pt idx="577">
                  <c:v>41075</c:v>
                </c:pt>
                <c:pt idx="578">
                  <c:v>41078</c:v>
                </c:pt>
                <c:pt idx="579">
                  <c:v>41079</c:v>
                </c:pt>
                <c:pt idx="580">
                  <c:v>41080</c:v>
                </c:pt>
                <c:pt idx="581">
                  <c:v>41081</c:v>
                </c:pt>
                <c:pt idx="582">
                  <c:v>41082</c:v>
                </c:pt>
                <c:pt idx="583">
                  <c:v>41085</c:v>
                </c:pt>
                <c:pt idx="584">
                  <c:v>41086</c:v>
                </c:pt>
                <c:pt idx="585">
                  <c:v>41087</c:v>
                </c:pt>
                <c:pt idx="586">
                  <c:v>41088</c:v>
                </c:pt>
                <c:pt idx="587">
                  <c:v>41089</c:v>
                </c:pt>
                <c:pt idx="588">
                  <c:v>41092</c:v>
                </c:pt>
                <c:pt idx="589">
                  <c:v>41093</c:v>
                </c:pt>
                <c:pt idx="590">
                  <c:v>41094</c:v>
                </c:pt>
                <c:pt idx="591">
                  <c:v>41095</c:v>
                </c:pt>
                <c:pt idx="592">
                  <c:v>41096</c:v>
                </c:pt>
                <c:pt idx="593">
                  <c:v>41099</c:v>
                </c:pt>
                <c:pt idx="594">
                  <c:v>41100</c:v>
                </c:pt>
                <c:pt idx="595">
                  <c:v>41101</c:v>
                </c:pt>
                <c:pt idx="596">
                  <c:v>41102</c:v>
                </c:pt>
                <c:pt idx="597">
                  <c:v>41103</c:v>
                </c:pt>
                <c:pt idx="598">
                  <c:v>41106</c:v>
                </c:pt>
                <c:pt idx="599">
                  <c:v>41107</c:v>
                </c:pt>
                <c:pt idx="600">
                  <c:v>41108</c:v>
                </c:pt>
                <c:pt idx="601">
                  <c:v>41109</c:v>
                </c:pt>
                <c:pt idx="602">
                  <c:v>41110</c:v>
                </c:pt>
                <c:pt idx="603">
                  <c:v>41113</c:v>
                </c:pt>
                <c:pt idx="604">
                  <c:v>41114</c:v>
                </c:pt>
                <c:pt idx="605">
                  <c:v>41115</c:v>
                </c:pt>
                <c:pt idx="606">
                  <c:v>41116</c:v>
                </c:pt>
                <c:pt idx="607">
                  <c:v>41117</c:v>
                </c:pt>
                <c:pt idx="608">
                  <c:v>41120</c:v>
                </c:pt>
                <c:pt idx="609">
                  <c:v>41121</c:v>
                </c:pt>
                <c:pt idx="610">
                  <c:v>41122</c:v>
                </c:pt>
                <c:pt idx="611">
                  <c:v>41123</c:v>
                </c:pt>
                <c:pt idx="612">
                  <c:v>41124</c:v>
                </c:pt>
                <c:pt idx="613">
                  <c:v>41127</c:v>
                </c:pt>
                <c:pt idx="614">
                  <c:v>41128</c:v>
                </c:pt>
                <c:pt idx="615">
                  <c:v>41129</c:v>
                </c:pt>
                <c:pt idx="616">
                  <c:v>41130</c:v>
                </c:pt>
                <c:pt idx="617">
                  <c:v>41131</c:v>
                </c:pt>
                <c:pt idx="618">
                  <c:v>41134</c:v>
                </c:pt>
                <c:pt idx="619">
                  <c:v>41135</c:v>
                </c:pt>
                <c:pt idx="620">
                  <c:v>41137</c:v>
                </c:pt>
                <c:pt idx="621">
                  <c:v>41138</c:v>
                </c:pt>
                <c:pt idx="622">
                  <c:v>41141</c:v>
                </c:pt>
                <c:pt idx="623">
                  <c:v>41142</c:v>
                </c:pt>
                <c:pt idx="624">
                  <c:v>41143</c:v>
                </c:pt>
                <c:pt idx="625">
                  <c:v>41144</c:v>
                </c:pt>
                <c:pt idx="626">
                  <c:v>41145</c:v>
                </c:pt>
                <c:pt idx="627">
                  <c:v>41148</c:v>
                </c:pt>
                <c:pt idx="628">
                  <c:v>41149</c:v>
                </c:pt>
                <c:pt idx="629">
                  <c:v>41150</c:v>
                </c:pt>
                <c:pt idx="630">
                  <c:v>41151</c:v>
                </c:pt>
                <c:pt idx="631">
                  <c:v>41152</c:v>
                </c:pt>
                <c:pt idx="632">
                  <c:v>41155</c:v>
                </c:pt>
                <c:pt idx="633">
                  <c:v>41156</c:v>
                </c:pt>
                <c:pt idx="634">
                  <c:v>41157</c:v>
                </c:pt>
                <c:pt idx="635">
                  <c:v>41158</c:v>
                </c:pt>
                <c:pt idx="636">
                  <c:v>41159</c:v>
                </c:pt>
                <c:pt idx="637">
                  <c:v>41162</c:v>
                </c:pt>
                <c:pt idx="638">
                  <c:v>41163</c:v>
                </c:pt>
                <c:pt idx="639">
                  <c:v>41164</c:v>
                </c:pt>
                <c:pt idx="640">
                  <c:v>41165</c:v>
                </c:pt>
                <c:pt idx="641">
                  <c:v>41166</c:v>
                </c:pt>
                <c:pt idx="642">
                  <c:v>41169</c:v>
                </c:pt>
                <c:pt idx="643">
                  <c:v>41170</c:v>
                </c:pt>
                <c:pt idx="644">
                  <c:v>41171</c:v>
                </c:pt>
                <c:pt idx="645">
                  <c:v>41172</c:v>
                </c:pt>
                <c:pt idx="646">
                  <c:v>41173</c:v>
                </c:pt>
                <c:pt idx="647">
                  <c:v>41176</c:v>
                </c:pt>
                <c:pt idx="648">
                  <c:v>41177</c:v>
                </c:pt>
                <c:pt idx="649">
                  <c:v>41178</c:v>
                </c:pt>
                <c:pt idx="650">
                  <c:v>41179</c:v>
                </c:pt>
                <c:pt idx="651">
                  <c:v>41180</c:v>
                </c:pt>
                <c:pt idx="652">
                  <c:v>41184</c:v>
                </c:pt>
                <c:pt idx="653">
                  <c:v>41186</c:v>
                </c:pt>
                <c:pt idx="654">
                  <c:v>41187</c:v>
                </c:pt>
                <c:pt idx="655">
                  <c:v>41190</c:v>
                </c:pt>
                <c:pt idx="656">
                  <c:v>41191</c:v>
                </c:pt>
                <c:pt idx="657">
                  <c:v>41192</c:v>
                </c:pt>
                <c:pt idx="658">
                  <c:v>41193</c:v>
                </c:pt>
                <c:pt idx="659">
                  <c:v>41194</c:v>
                </c:pt>
                <c:pt idx="660">
                  <c:v>41197</c:v>
                </c:pt>
                <c:pt idx="661">
                  <c:v>41198</c:v>
                </c:pt>
                <c:pt idx="662">
                  <c:v>41199</c:v>
                </c:pt>
                <c:pt idx="663">
                  <c:v>41200</c:v>
                </c:pt>
                <c:pt idx="664">
                  <c:v>41201</c:v>
                </c:pt>
                <c:pt idx="665">
                  <c:v>41204</c:v>
                </c:pt>
                <c:pt idx="666">
                  <c:v>41205</c:v>
                </c:pt>
                <c:pt idx="667">
                  <c:v>41206</c:v>
                </c:pt>
                <c:pt idx="668">
                  <c:v>41207</c:v>
                </c:pt>
                <c:pt idx="669">
                  <c:v>41208</c:v>
                </c:pt>
                <c:pt idx="670">
                  <c:v>41211</c:v>
                </c:pt>
                <c:pt idx="671">
                  <c:v>41212</c:v>
                </c:pt>
                <c:pt idx="672">
                  <c:v>41213</c:v>
                </c:pt>
                <c:pt idx="673">
                  <c:v>41214</c:v>
                </c:pt>
                <c:pt idx="674">
                  <c:v>41215</c:v>
                </c:pt>
                <c:pt idx="675">
                  <c:v>41218</c:v>
                </c:pt>
                <c:pt idx="676">
                  <c:v>41219</c:v>
                </c:pt>
                <c:pt idx="677">
                  <c:v>41220</c:v>
                </c:pt>
                <c:pt idx="678">
                  <c:v>41221</c:v>
                </c:pt>
                <c:pt idx="679">
                  <c:v>41222</c:v>
                </c:pt>
                <c:pt idx="680">
                  <c:v>41225</c:v>
                </c:pt>
                <c:pt idx="681">
                  <c:v>41226</c:v>
                </c:pt>
                <c:pt idx="682">
                  <c:v>41227</c:v>
                </c:pt>
                <c:pt idx="683">
                  <c:v>41228</c:v>
                </c:pt>
                <c:pt idx="684">
                  <c:v>41229</c:v>
                </c:pt>
                <c:pt idx="685">
                  <c:v>41232</c:v>
                </c:pt>
                <c:pt idx="686">
                  <c:v>41233</c:v>
                </c:pt>
                <c:pt idx="687">
                  <c:v>41234</c:v>
                </c:pt>
                <c:pt idx="688">
                  <c:v>41235</c:v>
                </c:pt>
                <c:pt idx="689">
                  <c:v>41236</c:v>
                </c:pt>
                <c:pt idx="690">
                  <c:v>41239</c:v>
                </c:pt>
                <c:pt idx="691">
                  <c:v>41240</c:v>
                </c:pt>
                <c:pt idx="692">
                  <c:v>41241</c:v>
                </c:pt>
                <c:pt idx="693">
                  <c:v>41242</c:v>
                </c:pt>
                <c:pt idx="694">
                  <c:v>41243</c:v>
                </c:pt>
                <c:pt idx="695">
                  <c:v>41246</c:v>
                </c:pt>
                <c:pt idx="696">
                  <c:v>41247</c:v>
                </c:pt>
                <c:pt idx="697">
                  <c:v>41248</c:v>
                </c:pt>
                <c:pt idx="698">
                  <c:v>41249</c:v>
                </c:pt>
                <c:pt idx="699">
                  <c:v>41250</c:v>
                </c:pt>
                <c:pt idx="700">
                  <c:v>41253</c:v>
                </c:pt>
                <c:pt idx="701">
                  <c:v>41254</c:v>
                </c:pt>
                <c:pt idx="702">
                  <c:v>41255</c:v>
                </c:pt>
                <c:pt idx="703">
                  <c:v>41256</c:v>
                </c:pt>
                <c:pt idx="704">
                  <c:v>41257</c:v>
                </c:pt>
                <c:pt idx="705">
                  <c:v>41260</c:v>
                </c:pt>
                <c:pt idx="706">
                  <c:v>41261</c:v>
                </c:pt>
                <c:pt idx="707">
                  <c:v>41263</c:v>
                </c:pt>
                <c:pt idx="708">
                  <c:v>41264</c:v>
                </c:pt>
                <c:pt idx="709">
                  <c:v>41267</c:v>
                </c:pt>
                <c:pt idx="710">
                  <c:v>41269</c:v>
                </c:pt>
                <c:pt idx="711">
                  <c:v>41270</c:v>
                </c:pt>
                <c:pt idx="712">
                  <c:v>41271</c:v>
                </c:pt>
                <c:pt idx="713">
                  <c:v>41276</c:v>
                </c:pt>
                <c:pt idx="714">
                  <c:v>41277</c:v>
                </c:pt>
                <c:pt idx="715">
                  <c:v>41278</c:v>
                </c:pt>
                <c:pt idx="716">
                  <c:v>41281</c:v>
                </c:pt>
                <c:pt idx="717">
                  <c:v>41282</c:v>
                </c:pt>
                <c:pt idx="718">
                  <c:v>41283</c:v>
                </c:pt>
                <c:pt idx="719">
                  <c:v>41284</c:v>
                </c:pt>
                <c:pt idx="720">
                  <c:v>41285</c:v>
                </c:pt>
                <c:pt idx="721">
                  <c:v>41288</c:v>
                </c:pt>
                <c:pt idx="722">
                  <c:v>41289</c:v>
                </c:pt>
                <c:pt idx="723">
                  <c:v>41290</c:v>
                </c:pt>
                <c:pt idx="724">
                  <c:v>41291</c:v>
                </c:pt>
                <c:pt idx="725">
                  <c:v>41292</c:v>
                </c:pt>
                <c:pt idx="726">
                  <c:v>41295</c:v>
                </c:pt>
                <c:pt idx="727">
                  <c:v>41296</c:v>
                </c:pt>
                <c:pt idx="728">
                  <c:v>41297</c:v>
                </c:pt>
                <c:pt idx="729">
                  <c:v>41298</c:v>
                </c:pt>
                <c:pt idx="730">
                  <c:v>41299</c:v>
                </c:pt>
                <c:pt idx="731">
                  <c:v>41302</c:v>
                </c:pt>
                <c:pt idx="732">
                  <c:v>41303</c:v>
                </c:pt>
                <c:pt idx="733">
                  <c:v>41304</c:v>
                </c:pt>
                <c:pt idx="734">
                  <c:v>41305</c:v>
                </c:pt>
                <c:pt idx="735">
                  <c:v>41306</c:v>
                </c:pt>
                <c:pt idx="736">
                  <c:v>41309</c:v>
                </c:pt>
                <c:pt idx="737">
                  <c:v>41310</c:v>
                </c:pt>
                <c:pt idx="738">
                  <c:v>41311</c:v>
                </c:pt>
                <c:pt idx="739">
                  <c:v>41312</c:v>
                </c:pt>
                <c:pt idx="740">
                  <c:v>41313</c:v>
                </c:pt>
                <c:pt idx="741">
                  <c:v>41317</c:v>
                </c:pt>
                <c:pt idx="742">
                  <c:v>41318</c:v>
                </c:pt>
                <c:pt idx="743">
                  <c:v>41319</c:v>
                </c:pt>
                <c:pt idx="744">
                  <c:v>41320</c:v>
                </c:pt>
                <c:pt idx="745">
                  <c:v>41323</c:v>
                </c:pt>
                <c:pt idx="746">
                  <c:v>41324</c:v>
                </c:pt>
                <c:pt idx="747">
                  <c:v>41325</c:v>
                </c:pt>
                <c:pt idx="748">
                  <c:v>41326</c:v>
                </c:pt>
                <c:pt idx="749">
                  <c:v>41327</c:v>
                </c:pt>
                <c:pt idx="750">
                  <c:v>41330</c:v>
                </c:pt>
                <c:pt idx="751">
                  <c:v>41331</c:v>
                </c:pt>
                <c:pt idx="752">
                  <c:v>41332</c:v>
                </c:pt>
                <c:pt idx="753">
                  <c:v>41333</c:v>
                </c:pt>
                <c:pt idx="754">
                  <c:v>41337</c:v>
                </c:pt>
                <c:pt idx="755">
                  <c:v>41338</c:v>
                </c:pt>
                <c:pt idx="756">
                  <c:v>41339</c:v>
                </c:pt>
                <c:pt idx="757">
                  <c:v>41340</c:v>
                </c:pt>
                <c:pt idx="758">
                  <c:v>41341</c:v>
                </c:pt>
                <c:pt idx="759">
                  <c:v>41344</c:v>
                </c:pt>
                <c:pt idx="760">
                  <c:v>41345</c:v>
                </c:pt>
                <c:pt idx="761">
                  <c:v>41346</c:v>
                </c:pt>
                <c:pt idx="762">
                  <c:v>41347</c:v>
                </c:pt>
                <c:pt idx="763">
                  <c:v>41348</c:v>
                </c:pt>
                <c:pt idx="764">
                  <c:v>41351</c:v>
                </c:pt>
                <c:pt idx="765">
                  <c:v>41352</c:v>
                </c:pt>
                <c:pt idx="766">
                  <c:v>41353</c:v>
                </c:pt>
                <c:pt idx="767">
                  <c:v>41354</c:v>
                </c:pt>
                <c:pt idx="768">
                  <c:v>41355</c:v>
                </c:pt>
                <c:pt idx="769">
                  <c:v>41358</c:v>
                </c:pt>
                <c:pt idx="770">
                  <c:v>41359</c:v>
                </c:pt>
                <c:pt idx="771">
                  <c:v>41360</c:v>
                </c:pt>
                <c:pt idx="772">
                  <c:v>41361</c:v>
                </c:pt>
                <c:pt idx="773">
                  <c:v>41362</c:v>
                </c:pt>
                <c:pt idx="774">
                  <c:v>41365</c:v>
                </c:pt>
                <c:pt idx="775">
                  <c:v>41366</c:v>
                </c:pt>
                <c:pt idx="776">
                  <c:v>41367</c:v>
                </c:pt>
                <c:pt idx="777">
                  <c:v>41368</c:v>
                </c:pt>
                <c:pt idx="778">
                  <c:v>41369</c:v>
                </c:pt>
                <c:pt idx="779">
                  <c:v>41372</c:v>
                </c:pt>
                <c:pt idx="780">
                  <c:v>41373</c:v>
                </c:pt>
                <c:pt idx="781">
                  <c:v>41374</c:v>
                </c:pt>
                <c:pt idx="782">
                  <c:v>41375</c:v>
                </c:pt>
                <c:pt idx="783">
                  <c:v>41376</c:v>
                </c:pt>
                <c:pt idx="784">
                  <c:v>41379</c:v>
                </c:pt>
                <c:pt idx="785">
                  <c:v>41380</c:v>
                </c:pt>
                <c:pt idx="786">
                  <c:v>41381</c:v>
                </c:pt>
                <c:pt idx="787">
                  <c:v>41382</c:v>
                </c:pt>
                <c:pt idx="788">
                  <c:v>41383</c:v>
                </c:pt>
                <c:pt idx="789">
                  <c:v>41386</c:v>
                </c:pt>
                <c:pt idx="790">
                  <c:v>41387</c:v>
                </c:pt>
                <c:pt idx="791">
                  <c:v>41388</c:v>
                </c:pt>
                <c:pt idx="792">
                  <c:v>41389</c:v>
                </c:pt>
                <c:pt idx="793">
                  <c:v>41390</c:v>
                </c:pt>
                <c:pt idx="794">
                  <c:v>41393</c:v>
                </c:pt>
                <c:pt idx="795">
                  <c:v>41394</c:v>
                </c:pt>
                <c:pt idx="796">
                  <c:v>41396</c:v>
                </c:pt>
                <c:pt idx="797">
                  <c:v>41397</c:v>
                </c:pt>
                <c:pt idx="798">
                  <c:v>41400</c:v>
                </c:pt>
                <c:pt idx="799">
                  <c:v>41401</c:v>
                </c:pt>
                <c:pt idx="800">
                  <c:v>41402</c:v>
                </c:pt>
                <c:pt idx="801">
                  <c:v>41403</c:v>
                </c:pt>
                <c:pt idx="802">
                  <c:v>41404</c:v>
                </c:pt>
                <c:pt idx="803">
                  <c:v>41407</c:v>
                </c:pt>
                <c:pt idx="804">
                  <c:v>41408</c:v>
                </c:pt>
                <c:pt idx="805">
                  <c:v>41409</c:v>
                </c:pt>
                <c:pt idx="806">
                  <c:v>41410</c:v>
                </c:pt>
                <c:pt idx="807">
                  <c:v>41414</c:v>
                </c:pt>
                <c:pt idx="808">
                  <c:v>41415</c:v>
                </c:pt>
                <c:pt idx="809">
                  <c:v>41416</c:v>
                </c:pt>
                <c:pt idx="810">
                  <c:v>41417</c:v>
                </c:pt>
                <c:pt idx="811">
                  <c:v>41418</c:v>
                </c:pt>
                <c:pt idx="812">
                  <c:v>41421</c:v>
                </c:pt>
                <c:pt idx="813">
                  <c:v>41422</c:v>
                </c:pt>
                <c:pt idx="814">
                  <c:v>41423</c:v>
                </c:pt>
                <c:pt idx="815">
                  <c:v>41424</c:v>
                </c:pt>
                <c:pt idx="816">
                  <c:v>41425</c:v>
                </c:pt>
                <c:pt idx="817">
                  <c:v>41428</c:v>
                </c:pt>
                <c:pt idx="818">
                  <c:v>41429</c:v>
                </c:pt>
                <c:pt idx="819">
                  <c:v>41430</c:v>
                </c:pt>
                <c:pt idx="820">
                  <c:v>41432</c:v>
                </c:pt>
                <c:pt idx="821">
                  <c:v>41435</c:v>
                </c:pt>
                <c:pt idx="822">
                  <c:v>41436</c:v>
                </c:pt>
                <c:pt idx="823">
                  <c:v>41437</c:v>
                </c:pt>
                <c:pt idx="824">
                  <c:v>41438</c:v>
                </c:pt>
                <c:pt idx="825">
                  <c:v>41439</c:v>
                </c:pt>
                <c:pt idx="826">
                  <c:v>41442</c:v>
                </c:pt>
                <c:pt idx="827">
                  <c:v>41443</c:v>
                </c:pt>
                <c:pt idx="828">
                  <c:v>41444</c:v>
                </c:pt>
                <c:pt idx="829">
                  <c:v>41445</c:v>
                </c:pt>
                <c:pt idx="830">
                  <c:v>41446</c:v>
                </c:pt>
                <c:pt idx="831">
                  <c:v>41449</c:v>
                </c:pt>
                <c:pt idx="832">
                  <c:v>41450</c:v>
                </c:pt>
                <c:pt idx="833">
                  <c:v>41451</c:v>
                </c:pt>
                <c:pt idx="834">
                  <c:v>41452</c:v>
                </c:pt>
                <c:pt idx="835">
                  <c:v>41453</c:v>
                </c:pt>
                <c:pt idx="836">
                  <c:v>41456</c:v>
                </c:pt>
                <c:pt idx="837">
                  <c:v>41457</c:v>
                </c:pt>
                <c:pt idx="838">
                  <c:v>41458</c:v>
                </c:pt>
                <c:pt idx="839">
                  <c:v>41459</c:v>
                </c:pt>
                <c:pt idx="840">
                  <c:v>41460</c:v>
                </c:pt>
                <c:pt idx="841">
                  <c:v>41463</c:v>
                </c:pt>
                <c:pt idx="842">
                  <c:v>41464</c:v>
                </c:pt>
                <c:pt idx="843">
                  <c:v>41465</c:v>
                </c:pt>
                <c:pt idx="844">
                  <c:v>41466</c:v>
                </c:pt>
                <c:pt idx="845">
                  <c:v>41467</c:v>
                </c:pt>
                <c:pt idx="846">
                  <c:v>41470</c:v>
                </c:pt>
                <c:pt idx="847">
                  <c:v>41471</c:v>
                </c:pt>
                <c:pt idx="848">
                  <c:v>41472</c:v>
                </c:pt>
                <c:pt idx="849">
                  <c:v>41473</c:v>
                </c:pt>
                <c:pt idx="850">
                  <c:v>41474</c:v>
                </c:pt>
                <c:pt idx="851">
                  <c:v>41477</c:v>
                </c:pt>
                <c:pt idx="852">
                  <c:v>41478</c:v>
                </c:pt>
                <c:pt idx="853">
                  <c:v>41479</c:v>
                </c:pt>
                <c:pt idx="854">
                  <c:v>41480</c:v>
                </c:pt>
                <c:pt idx="855">
                  <c:v>41481</c:v>
                </c:pt>
                <c:pt idx="856">
                  <c:v>41484</c:v>
                </c:pt>
                <c:pt idx="857">
                  <c:v>41485</c:v>
                </c:pt>
                <c:pt idx="858">
                  <c:v>41486</c:v>
                </c:pt>
                <c:pt idx="859">
                  <c:v>41487</c:v>
                </c:pt>
                <c:pt idx="860">
                  <c:v>41488</c:v>
                </c:pt>
                <c:pt idx="861">
                  <c:v>41491</c:v>
                </c:pt>
                <c:pt idx="862">
                  <c:v>41492</c:v>
                </c:pt>
                <c:pt idx="863">
                  <c:v>41493</c:v>
                </c:pt>
                <c:pt idx="864">
                  <c:v>41494</c:v>
                </c:pt>
                <c:pt idx="865">
                  <c:v>41495</c:v>
                </c:pt>
                <c:pt idx="866">
                  <c:v>41498</c:v>
                </c:pt>
                <c:pt idx="867">
                  <c:v>41499</c:v>
                </c:pt>
                <c:pt idx="868">
                  <c:v>41500</c:v>
                </c:pt>
                <c:pt idx="869">
                  <c:v>41502</c:v>
                </c:pt>
                <c:pt idx="870">
                  <c:v>41505</c:v>
                </c:pt>
                <c:pt idx="871">
                  <c:v>41506</c:v>
                </c:pt>
                <c:pt idx="872">
                  <c:v>41507</c:v>
                </c:pt>
                <c:pt idx="873">
                  <c:v>41508</c:v>
                </c:pt>
                <c:pt idx="874">
                  <c:v>41509</c:v>
                </c:pt>
                <c:pt idx="875">
                  <c:v>41512</c:v>
                </c:pt>
                <c:pt idx="876">
                  <c:v>41513</c:v>
                </c:pt>
                <c:pt idx="877">
                  <c:v>41514</c:v>
                </c:pt>
                <c:pt idx="878">
                  <c:v>41515</c:v>
                </c:pt>
                <c:pt idx="879">
                  <c:v>41516</c:v>
                </c:pt>
                <c:pt idx="880">
                  <c:v>41519</c:v>
                </c:pt>
                <c:pt idx="881">
                  <c:v>41520</c:v>
                </c:pt>
                <c:pt idx="882">
                  <c:v>41521</c:v>
                </c:pt>
                <c:pt idx="883">
                  <c:v>41522</c:v>
                </c:pt>
                <c:pt idx="884">
                  <c:v>41523</c:v>
                </c:pt>
                <c:pt idx="885">
                  <c:v>41526</c:v>
                </c:pt>
                <c:pt idx="886">
                  <c:v>41527</c:v>
                </c:pt>
                <c:pt idx="887">
                  <c:v>41528</c:v>
                </c:pt>
                <c:pt idx="888">
                  <c:v>41529</c:v>
                </c:pt>
                <c:pt idx="889">
                  <c:v>41530</c:v>
                </c:pt>
                <c:pt idx="890">
                  <c:v>41533</c:v>
                </c:pt>
                <c:pt idx="891">
                  <c:v>41534</c:v>
                </c:pt>
                <c:pt idx="892">
                  <c:v>41540</c:v>
                </c:pt>
                <c:pt idx="893">
                  <c:v>41541</c:v>
                </c:pt>
                <c:pt idx="894">
                  <c:v>41542</c:v>
                </c:pt>
                <c:pt idx="895">
                  <c:v>41543</c:v>
                </c:pt>
                <c:pt idx="896">
                  <c:v>41544</c:v>
                </c:pt>
                <c:pt idx="897">
                  <c:v>41547</c:v>
                </c:pt>
                <c:pt idx="898">
                  <c:v>41548</c:v>
                </c:pt>
                <c:pt idx="899">
                  <c:v>41549</c:v>
                </c:pt>
                <c:pt idx="900">
                  <c:v>41551</c:v>
                </c:pt>
                <c:pt idx="901">
                  <c:v>41554</c:v>
                </c:pt>
                <c:pt idx="902">
                  <c:v>41555</c:v>
                </c:pt>
                <c:pt idx="903">
                  <c:v>41557</c:v>
                </c:pt>
                <c:pt idx="904">
                  <c:v>41558</c:v>
                </c:pt>
                <c:pt idx="905">
                  <c:v>41561</c:v>
                </c:pt>
                <c:pt idx="906">
                  <c:v>41562</c:v>
                </c:pt>
                <c:pt idx="907">
                  <c:v>41563</c:v>
                </c:pt>
                <c:pt idx="908">
                  <c:v>41564</c:v>
                </c:pt>
                <c:pt idx="909">
                  <c:v>41565</c:v>
                </c:pt>
                <c:pt idx="910">
                  <c:v>41568</c:v>
                </c:pt>
                <c:pt idx="911">
                  <c:v>41569</c:v>
                </c:pt>
                <c:pt idx="912">
                  <c:v>41570</c:v>
                </c:pt>
                <c:pt idx="913">
                  <c:v>41571</c:v>
                </c:pt>
                <c:pt idx="914">
                  <c:v>41572</c:v>
                </c:pt>
                <c:pt idx="915">
                  <c:v>41575</c:v>
                </c:pt>
                <c:pt idx="916">
                  <c:v>41576</c:v>
                </c:pt>
                <c:pt idx="917">
                  <c:v>41577</c:v>
                </c:pt>
                <c:pt idx="918">
                  <c:v>41578</c:v>
                </c:pt>
                <c:pt idx="919">
                  <c:v>41579</c:v>
                </c:pt>
                <c:pt idx="920">
                  <c:v>41582</c:v>
                </c:pt>
                <c:pt idx="921">
                  <c:v>41583</c:v>
                </c:pt>
                <c:pt idx="922">
                  <c:v>41584</c:v>
                </c:pt>
                <c:pt idx="923">
                  <c:v>41585</c:v>
                </c:pt>
                <c:pt idx="924">
                  <c:v>41586</c:v>
                </c:pt>
                <c:pt idx="925">
                  <c:v>41589</c:v>
                </c:pt>
                <c:pt idx="926">
                  <c:v>41590</c:v>
                </c:pt>
                <c:pt idx="927">
                  <c:v>41591</c:v>
                </c:pt>
                <c:pt idx="928">
                  <c:v>41592</c:v>
                </c:pt>
                <c:pt idx="929">
                  <c:v>41593</c:v>
                </c:pt>
                <c:pt idx="930">
                  <c:v>41596</c:v>
                </c:pt>
                <c:pt idx="931">
                  <c:v>41597</c:v>
                </c:pt>
                <c:pt idx="932">
                  <c:v>41598</c:v>
                </c:pt>
                <c:pt idx="933">
                  <c:v>41599</c:v>
                </c:pt>
                <c:pt idx="934">
                  <c:v>41600</c:v>
                </c:pt>
                <c:pt idx="935">
                  <c:v>41603</c:v>
                </c:pt>
                <c:pt idx="936">
                  <c:v>41604</c:v>
                </c:pt>
                <c:pt idx="937">
                  <c:v>41605</c:v>
                </c:pt>
                <c:pt idx="938">
                  <c:v>41606</c:v>
                </c:pt>
                <c:pt idx="939">
                  <c:v>41607</c:v>
                </c:pt>
                <c:pt idx="940">
                  <c:v>41610</c:v>
                </c:pt>
                <c:pt idx="941">
                  <c:v>41611</c:v>
                </c:pt>
                <c:pt idx="942">
                  <c:v>41612</c:v>
                </c:pt>
                <c:pt idx="943">
                  <c:v>41613</c:v>
                </c:pt>
                <c:pt idx="944">
                  <c:v>41614</c:v>
                </c:pt>
                <c:pt idx="945">
                  <c:v>41617</c:v>
                </c:pt>
                <c:pt idx="946">
                  <c:v>41618</c:v>
                </c:pt>
                <c:pt idx="947">
                  <c:v>41619</c:v>
                </c:pt>
                <c:pt idx="948">
                  <c:v>41620</c:v>
                </c:pt>
                <c:pt idx="949">
                  <c:v>41621</c:v>
                </c:pt>
                <c:pt idx="950">
                  <c:v>41624</c:v>
                </c:pt>
                <c:pt idx="951">
                  <c:v>41625</c:v>
                </c:pt>
                <c:pt idx="952">
                  <c:v>41626</c:v>
                </c:pt>
                <c:pt idx="953">
                  <c:v>41627</c:v>
                </c:pt>
                <c:pt idx="954">
                  <c:v>41628</c:v>
                </c:pt>
                <c:pt idx="955">
                  <c:v>41631</c:v>
                </c:pt>
                <c:pt idx="956">
                  <c:v>41632</c:v>
                </c:pt>
                <c:pt idx="957">
                  <c:v>41634</c:v>
                </c:pt>
                <c:pt idx="958">
                  <c:v>41635</c:v>
                </c:pt>
                <c:pt idx="959">
                  <c:v>41638</c:v>
                </c:pt>
                <c:pt idx="960">
                  <c:v>41641</c:v>
                </c:pt>
                <c:pt idx="961">
                  <c:v>41642</c:v>
                </c:pt>
                <c:pt idx="962">
                  <c:v>41645</c:v>
                </c:pt>
                <c:pt idx="963">
                  <c:v>41646</c:v>
                </c:pt>
                <c:pt idx="964">
                  <c:v>41647</c:v>
                </c:pt>
                <c:pt idx="965">
                  <c:v>41648</c:v>
                </c:pt>
                <c:pt idx="966">
                  <c:v>41649</c:v>
                </c:pt>
                <c:pt idx="967">
                  <c:v>41652</c:v>
                </c:pt>
                <c:pt idx="968">
                  <c:v>41653</c:v>
                </c:pt>
                <c:pt idx="969">
                  <c:v>41654</c:v>
                </c:pt>
                <c:pt idx="970">
                  <c:v>41655</c:v>
                </c:pt>
                <c:pt idx="971">
                  <c:v>41656</c:v>
                </c:pt>
                <c:pt idx="972">
                  <c:v>41659</c:v>
                </c:pt>
                <c:pt idx="973">
                  <c:v>41660</c:v>
                </c:pt>
                <c:pt idx="974">
                  <c:v>41661</c:v>
                </c:pt>
                <c:pt idx="975">
                  <c:v>41662</c:v>
                </c:pt>
                <c:pt idx="976">
                  <c:v>41663</c:v>
                </c:pt>
                <c:pt idx="977">
                  <c:v>41666</c:v>
                </c:pt>
                <c:pt idx="978">
                  <c:v>41667</c:v>
                </c:pt>
                <c:pt idx="979">
                  <c:v>41668</c:v>
                </c:pt>
                <c:pt idx="980">
                  <c:v>41673</c:v>
                </c:pt>
                <c:pt idx="981">
                  <c:v>41674</c:v>
                </c:pt>
                <c:pt idx="982">
                  <c:v>41675</c:v>
                </c:pt>
                <c:pt idx="983">
                  <c:v>41676</c:v>
                </c:pt>
                <c:pt idx="984">
                  <c:v>41677</c:v>
                </c:pt>
                <c:pt idx="985">
                  <c:v>41680</c:v>
                </c:pt>
                <c:pt idx="986">
                  <c:v>41681</c:v>
                </c:pt>
                <c:pt idx="987">
                  <c:v>41682</c:v>
                </c:pt>
                <c:pt idx="988">
                  <c:v>41683</c:v>
                </c:pt>
                <c:pt idx="989">
                  <c:v>41684</c:v>
                </c:pt>
                <c:pt idx="990">
                  <c:v>41687</c:v>
                </c:pt>
                <c:pt idx="991">
                  <c:v>41688</c:v>
                </c:pt>
                <c:pt idx="992">
                  <c:v>41689</c:v>
                </c:pt>
                <c:pt idx="993">
                  <c:v>41690</c:v>
                </c:pt>
                <c:pt idx="994">
                  <c:v>41691</c:v>
                </c:pt>
                <c:pt idx="995">
                  <c:v>41694</c:v>
                </c:pt>
                <c:pt idx="996">
                  <c:v>41695</c:v>
                </c:pt>
                <c:pt idx="997">
                  <c:v>41696</c:v>
                </c:pt>
                <c:pt idx="998">
                  <c:v>41697</c:v>
                </c:pt>
                <c:pt idx="999">
                  <c:v>41698</c:v>
                </c:pt>
                <c:pt idx="1000">
                  <c:v>41701</c:v>
                </c:pt>
                <c:pt idx="1001">
                  <c:v>41702</c:v>
                </c:pt>
                <c:pt idx="1002">
                  <c:v>41703</c:v>
                </c:pt>
                <c:pt idx="1003">
                  <c:v>41704</c:v>
                </c:pt>
                <c:pt idx="1004">
                  <c:v>41705</c:v>
                </c:pt>
                <c:pt idx="1005">
                  <c:v>41708</c:v>
                </c:pt>
                <c:pt idx="1006">
                  <c:v>41709</c:v>
                </c:pt>
                <c:pt idx="1007">
                  <c:v>41710</c:v>
                </c:pt>
                <c:pt idx="1008">
                  <c:v>41711</c:v>
                </c:pt>
                <c:pt idx="1009">
                  <c:v>41712</c:v>
                </c:pt>
                <c:pt idx="1010">
                  <c:v>41715</c:v>
                </c:pt>
                <c:pt idx="1011">
                  <c:v>41716</c:v>
                </c:pt>
                <c:pt idx="1012">
                  <c:v>41717</c:v>
                </c:pt>
                <c:pt idx="1013">
                  <c:v>41718</c:v>
                </c:pt>
                <c:pt idx="1014">
                  <c:v>41719</c:v>
                </c:pt>
                <c:pt idx="1015">
                  <c:v>41722</c:v>
                </c:pt>
                <c:pt idx="1016">
                  <c:v>41723</c:v>
                </c:pt>
                <c:pt idx="1017">
                  <c:v>41724</c:v>
                </c:pt>
                <c:pt idx="1018">
                  <c:v>41725</c:v>
                </c:pt>
                <c:pt idx="1019">
                  <c:v>41726</c:v>
                </c:pt>
                <c:pt idx="1020">
                  <c:v>41729</c:v>
                </c:pt>
                <c:pt idx="1021">
                  <c:v>41730</c:v>
                </c:pt>
                <c:pt idx="1022">
                  <c:v>41731</c:v>
                </c:pt>
                <c:pt idx="1023">
                  <c:v>41732</c:v>
                </c:pt>
                <c:pt idx="1024">
                  <c:v>41733</c:v>
                </c:pt>
                <c:pt idx="1025">
                  <c:v>41736</c:v>
                </c:pt>
                <c:pt idx="1026">
                  <c:v>41737</c:v>
                </c:pt>
                <c:pt idx="1027">
                  <c:v>41738</c:v>
                </c:pt>
                <c:pt idx="1028">
                  <c:v>41739</c:v>
                </c:pt>
                <c:pt idx="1029">
                  <c:v>41740</c:v>
                </c:pt>
                <c:pt idx="1030">
                  <c:v>41743</c:v>
                </c:pt>
                <c:pt idx="1031">
                  <c:v>41744</c:v>
                </c:pt>
                <c:pt idx="1032">
                  <c:v>41745</c:v>
                </c:pt>
                <c:pt idx="1033">
                  <c:v>41746</c:v>
                </c:pt>
                <c:pt idx="1034">
                  <c:v>41747</c:v>
                </c:pt>
                <c:pt idx="1035">
                  <c:v>41750</c:v>
                </c:pt>
                <c:pt idx="1036">
                  <c:v>41751</c:v>
                </c:pt>
                <c:pt idx="1037">
                  <c:v>41752</c:v>
                </c:pt>
                <c:pt idx="1038">
                  <c:v>41753</c:v>
                </c:pt>
                <c:pt idx="1039">
                  <c:v>41754</c:v>
                </c:pt>
                <c:pt idx="1040">
                  <c:v>41757</c:v>
                </c:pt>
                <c:pt idx="1041">
                  <c:v>41758</c:v>
                </c:pt>
                <c:pt idx="1042">
                  <c:v>41759</c:v>
                </c:pt>
                <c:pt idx="1043">
                  <c:v>41761</c:v>
                </c:pt>
                <c:pt idx="1044">
                  <c:v>41766</c:v>
                </c:pt>
                <c:pt idx="1045">
                  <c:v>41767</c:v>
                </c:pt>
                <c:pt idx="1046">
                  <c:v>41768</c:v>
                </c:pt>
                <c:pt idx="1047">
                  <c:v>41771</c:v>
                </c:pt>
                <c:pt idx="1048">
                  <c:v>41772</c:v>
                </c:pt>
                <c:pt idx="1049">
                  <c:v>41773</c:v>
                </c:pt>
                <c:pt idx="1050">
                  <c:v>41774</c:v>
                </c:pt>
                <c:pt idx="1051">
                  <c:v>41775</c:v>
                </c:pt>
                <c:pt idx="1052">
                  <c:v>41778</c:v>
                </c:pt>
                <c:pt idx="1053">
                  <c:v>41779</c:v>
                </c:pt>
                <c:pt idx="1054">
                  <c:v>41780</c:v>
                </c:pt>
                <c:pt idx="1055">
                  <c:v>41781</c:v>
                </c:pt>
                <c:pt idx="1056">
                  <c:v>41782</c:v>
                </c:pt>
                <c:pt idx="1057">
                  <c:v>41785</c:v>
                </c:pt>
                <c:pt idx="1058">
                  <c:v>41786</c:v>
                </c:pt>
                <c:pt idx="1059">
                  <c:v>41787</c:v>
                </c:pt>
                <c:pt idx="1060">
                  <c:v>41788</c:v>
                </c:pt>
                <c:pt idx="1061">
                  <c:v>41789</c:v>
                </c:pt>
                <c:pt idx="1062">
                  <c:v>41792</c:v>
                </c:pt>
                <c:pt idx="1063">
                  <c:v>41793</c:v>
                </c:pt>
                <c:pt idx="1064">
                  <c:v>41795</c:v>
                </c:pt>
                <c:pt idx="1065">
                  <c:v>41799</c:v>
                </c:pt>
                <c:pt idx="1066">
                  <c:v>41800</c:v>
                </c:pt>
                <c:pt idx="1067">
                  <c:v>41801</c:v>
                </c:pt>
                <c:pt idx="1068">
                  <c:v>41802</c:v>
                </c:pt>
                <c:pt idx="1069">
                  <c:v>41803</c:v>
                </c:pt>
                <c:pt idx="1070">
                  <c:v>41806</c:v>
                </c:pt>
                <c:pt idx="1071">
                  <c:v>41807</c:v>
                </c:pt>
                <c:pt idx="1072">
                  <c:v>41808</c:v>
                </c:pt>
                <c:pt idx="1073">
                  <c:v>41809</c:v>
                </c:pt>
                <c:pt idx="1074">
                  <c:v>41810</c:v>
                </c:pt>
                <c:pt idx="1075">
                  <c:v>41813</c:v>
                </c:pt>
                <c:pt idx="1076">
                  <c:v>41814</c:v>
                </c:pt>
                <c:pt idx="1077">
                  <c:v>41815</c:v>
                </c:pt>
                <c:pt idx="1078">
                  <c:v>41816</c:v>
                </c:pt>
                <c:pt idx="1079">
                  <c:v>41817</c:v>
                </c:pt>
                <c:pt idx="1080">
                  <c:v>41820</c:v>
                </c:pt>
                <c:pt idx="1081">
                  <c:v>41821</c:v>
                </c:pt>
                <c:pt idx="1082">
                  <c:v>41822</c:v>
                </c:pt>
                <c:pt idx="1083">
                  <c:v>41823</c:v>
                </c:pt>
                <c:pt idx="1084">
                  <c:v>41824</c:v>
                </c:pt>
                <c:pt idx="1085">
                  <c:v>41827</c:v>
                </c:pt>
                <c:pt idx="1086">
                  <c:v>41828</c:v>
                </c:pt>
                <c:pt idx="1087">
                  <c:v>41829</c:v>
                </c:pt>
                <c:pt idx="1088">
                  <c:v>41830</c:v>
                </c:pt>
                <c:pt idx="1089">
                  <c:v>41831</c:v>
                </c:pt>
                <c:pt idx="1090">
                  <c:v>41834</c:v>
                </c:pt>
                <c:pt idx="1091">
                  <c:v>41835</c:v>
                </c:pt>
                <c:pt idx="1092">
                  <c:v>41836</c:v>
                </c:pt>
                <c:pt idx="1093">
                  <c:v>41837</c:v>
                </c:pt>
                <c:pt idx="1094">
                  <c:v>41838</c:v>
                </c:pt>
                <c:pt idx="1095">
                  <c:v>41841</c:v>
                </c:pt>
                <c:pt idx="1096">
                  <c:v>41842</c:v>
                </c:pt>
                <c:pt idx="1097">
                  <c:v>41843</c:v>
                </c:pt>
                <c:pt idx="1098">
                  <c:v>41844</c:v>
                </c:pt>
                <c:pt idx="1099">
                  <c:v>41845</c:v>
                </c:pt>
                <c:pt idx="1100">
                  <c:v>41848</c:v>
                </c:pt>
                <c:pt idx="1101">
                  <c:v>41849</c:v>
                </c:pt>
                <c:pt idx="1102">
                  <c:v>41850</c:v>
                </c:pt>
                <c:pt idx="1103">
                  <c:v>41851</c:v>
                </c:pt>
                <c:pt idx="1104">
                  <c:v>41852</c:v>
                </c:pt>
                <c:pt idx="1105">
                  <c:v>41855</c:v>
                </c:pt>
                <c:pt idx="1106">
                  <c:v>41856</c:v>
                </c:pt>
                <c:pt idx="1107">
                  <c:v>41857</c:v>
                </c:pt>
                <c:pt idx="1108">
                  <c:v>41858</c:v>
                </c:pt>
                <c:pt idx="1109">
                  <c:v>41859</c:v>
                </c:pt>
                <c:pt idx="1110">
                  <c:v>41862</c:v>
                </c:pt>
                <c:pt idx="1111">
                  <c:v>41863</c:v>
                </c:pt>
                <c:pt idx="1112">
                  <c:v>41864</c:v>
                </c:pt>
                <c:pt idx="1113">
                  <c:v>41865</c:v>
                </c:pt>
                <c:pt idx="1114">
                  <c:v>41869</c:v>
                </c:pt>
                <c:pt idx="1115">
                  <c:v>41870</c:v>
                </c:pt>
                <c:pt idx="1116">
                  <c:v>41871</c:v>
                </c:pt>
                <c:pt idx="1117">
                  <c:v>41872</c:v>
                </c:pt>
                <c:pt idx="1118">
                  <c:v>41873</c:v>
                </c:pt>
                <c:pt idx="1119">
                  <c:v>41876</c:v>
                </c:pt>
                <c:pt idx="1120">
                  <c:v>41877</c:v>
                </c:pt>
                <c:pt idx="1121">
                  <c:v>41878</c:v>
                </c:pt>
                <c:pt idx="1122">
                  <c:v>41879</c:v>
                </c:pt>
                <c:pt idx="1123">
                  <c:v>41880</c:v>
                </c:pt>
                <c:pt idx="1124">
                  <c:v>41883</c:v>
                </c:pt>
                <c:pt idx="1125">
                  <c:v>41884</c:v>
                </c:pt>
                <c:pt idx="1126">
                  <c:v>41885</c:v>
                </c:pt>
                <c:pt idx="1127">
                  <c:v>41886</c:v>
                </c:pt>
                <c:pt idx="1128">
                  <c:v>41887</c:v>
                </c:pt>
                <c:pt idx="1129">
                  <c:v>41893</c:v>
                </c:pt>
                <c:pt idx="1130">
                  <c:v>41894</c:v>
                </c:pt>
                <c:pt idx="1131">
                  <c:v>41897</c:v>
                </c:pt>
                <c:pt idx="1132">
                  <c:v>41898</c:v>
                </c:pt>
                <c:pt idx="1133">
                  <c:v>41899</c:v>
                </c:pt>
                <c:pt idx="1134">
                  <c:v>41900</c:v>
                </c:pt>
                <c:pt idx="1135">
                  <c:v>41901</c:v>
                </c:pt>
                <c:pt idx="1136">
                  <c:v>41904</c:v>
                </c:pt>
                <c:pt idx="1137">
                  <c:v>41905</c:v>
                </c:pt>
                <c:pt idx="1138">
                  <c:v>41906</c:v>
                </c:pt>
                <c:pt idx="1139">
                  <c:v>41907</c:v>
                </c:pt>
                <c:pt idx="1140">
                  <c:v>41908</c:v>
                </c:pt>
                <c:pt idx="1141">
                  <c:v>41911</c:v>
                </c:pt>
                <c:pt idx="1142">
                  <c:v>41912</c:v>
                </c:pt>
                <c:pt idx="1143">
                  <c:v>41913</c:v>
                </c:pt>
                <c:pt idx="1144">
                  <c:v>41914</c:v>
                </c:pt>
                <c:pt idx="1145">
                  <c:v>41918</c:v>
                </c:pt>
                <c:pt idx="1146">
                  <c:v>41919</c:v>
                </c:pt>
                <c:pt idx="1147">
                  <c:v>41920</c:v>
                </c:pt>
                <c:pt idx="1148">
                  <c:v>41922</c:v>
                </c:pt>
                <c:pt idx="1149">
                  <c:v>41925</c:v>
                </c:pt>
                <c:pt idx="1150">
                  <c:v>41926</c:v>
                </c:pt>
                <c:pt idx="1151">
                  <c:v>41927</c:v>
                </c:pt>
                <c:pt idx="1152">
                  <c:v>41928</c:v>
                </c:pt>
                <c:pt idx="1153">
                  <c:v>41929</c:v>
                </c:pt>
                <c:pt idx="1154">
                  <c:v>41932</c:v>
                </c:pt>
                <c:pt idx="1155">
                  <c:v>41933</c:v>
                </c:pt>
                <c:pt idx="1156">
                  <c:v>41934</c:v>
                </c:pt>
                <c:pt idx="1157">
                  <c:v>41935</c:v>
                </c:pt>
                <c:pt idx="1158">
                  <c:v>41936</c:v>
                </c:pt>
                <c:pt idx="1159">
                  <c:v>41939</c:v>
                </c:pt>
                <c:pt idx="1160">
                  <c:v>41940</c:v>
                </c:pt>
                <c:pt idx="1161">
                  <c:v>41941</c:v>
                </c:pt>
                <c:pt idx="1162">
                  <c:v>41942</c:v>
                </c:pt>
                <c:pt idx="1163">
                  <c:v>41943</c:v>
                </c:pt>
                <c:pt idx="1164">
                  <c:v>41946</c:v>
                </c:pt>
                <c:pt idx="1165">
                  <c:v>41947</c:v>
                </c:pt>
                <c:pt idx="1166">
                  <c:v>41948</c:v>
                </c:pt>
                <c:pt idx="1167">
                  <c:v>41949</c:v>
                </c:pt>
                <c:pt idx="1168">
                  <c:v>41950</c:v>
                </c:pt>
                <c:pt idx="1169">
                  <c:v>41953</c:v>
                </c:pt>
                <c:pt idx="1170">
                  <c:v>41954</c:v>
                </c:pt>
                <c:pt idx="1171">
                  <c:v>41955</c:v>
                </c:pt>
                <c:pt idx="1172">
                  <c:v>41956</c:v>
                </c:pt>
                <c:pt idx="1173">
                  <c:v>41957</c:v>
                </c:pt>
                <c:pt idx="1174">
                  <c:v>41960</c:v>
                </c:pt>
                <c:pt idx="1175">
                  <c:v>41961</c:v>
                </c:pt>
                <c:pt idx="1176">
                  <c:v>41962</c:v>
                </c:pt>
                <c:pt idx="1177">
                  <c:v>41963</c:v>
                </c:pt>
                <c:pt idx="1178">
                  <c:v>41964</c:v>
                </c:pt>
                <c:pt idx="1179">
                  <c:v>41967</c:v>
                </c:pt>
                <c:pt idx="1180">
                  <c:v>41968</c:v>
                </c:pt>
                <c:pt idx="1181">
                  <c:v>41969</c:v>
                </c:pt>
                <c:pt idx="1182">
                  <c:v>41970</c:v>
                </c:pt>
                <c:pt idx="1183">
                  <c:v>41971</c:v>
                </c:pt>
                <c:pt idx="1184">
                  <c:v>41974</c:v>
                </c:pt>
                <c:pt idx="1185">
                  <c:v>41975</c:v>
                </c:pt>
                <c:pt idx="1186">
                  <c:v>41976</c:v>
                </c:pt>
                <c:pt idx="1187">
                  <c:v>41977</c:v>
                </c:pt>
                <c:pt idx="1188">
                  <c:v>41978</c:v>
                </c:pt>
                <c:pt idx="1189">
                  <c:v>41981</c:v>
                </c:pt>
                <c:pt idx="1190">
                  <c:v>41982</c:v>
                </c:pt>
                <c:pt idx="1191">
                  <c:v>41983</c:v>
                </c:pt>
                <c:pt idx="1192">
                  <c:v>41984</c:v>
                </c:pt>
                <c:pt idx="1193">
                  <c:v>41985</c:v>
                </c:pt>
                <c:pt idx="1194">
                  <c:v>41988</c:v>
                </c:pt>
                <c:pt idx="1195">
                  <c:v>41989</c:v>
                </c:pt>
                <c:pt idx="1196">
                  <c:v>41990</c:v>
                </c:pt>
                <c:pt idx="1197">
                  <c:v>41991</c:v>
                </c:pt>
                <c:pt idx="1198">
                  <c:v>41992</c:v>
                </c:pt>
                <c:pt idx="1199">
                  <c:v>41995</c:v>
                </c:pt>
                <c:pt idx="1200">
                  <c:v>41996</c:v>
                </c:pt>
                <c:pt idx="1201">
                  <c:v>41997</c:v>
                </c:pt>
                <c:pt idx="1202">
                  <c:v>41999</c:v>
                </c:pt>
                <c:pt idx="1203">
                  <c:v>42002</c:v>
                </c:pt>
                <c:pt idx="1204">
                  <c:v>42003</c:v>
                </c:pt>
                <c:pt idx="1205">
                  <c:v>42006</c:v>
                </c:pt>
                <c:pt idx="1206">
                  <c:v>42009</c:v>
                </c:pt>
                <c:pt idx="1207">
                  <c:v>42010</c:v>
                </c:pt>
                <c:pt idx="1208">
                  <c:v>42011</c:v>
                </c:pt>
                <c:pt idx="1209">
                  <c:v>42012</c:v>
                </c:pt>
                <c:pt idx="1210">
                  <c:v>42013</c:v>
                </c:pt>
                <c:pt idx="1211">
                  <c:v>42016</c:v>
                </c:pt>
                <c:pt idx="1212">
                  <c:v>42017</c:v>
                </c:pt>
                <c:pt idx="1213">
                  <c:v>42018</c:v>
                </c:pt>
                <c:pt idx="1214">
                  <c:v>42019</c:v>
                </c:pt>
                <c:pt idx="1215">
                  <c:v>42020</c:v>
                </c:pt>
                <c:pt idx="1216">
                  <c:v>42023</c:v>
                </c:pt>
                <c:pt idx="1217">
                  <c:v>42024</c:v>
                </c:pt>
                <c:pt idx="1218">
                  <c:v>42025</c:v>
                </c:pt>
                <c:pt idx="1219">
                  <c:v>42026</c:v>
                </c:pt>
                <c:pt idx="1220">
                  <c:v>42027</c:v>
                </c:pt>
                <c:pt idx="1221">
                  <c:v>42030</c:v>
                </c:pt>
                <c:pt idx="1222">
                  <c:v>42031</c:v>
                </c:pt>
                <c:pt idx="1223">
                  <c:v>42032</c:v>
                </c:pt>
                <c:pt idx="1224">
                  <c:v>42033</c:v>
                </c:pt>
                <c:pt idx="1225">
                  <c:v>42034</c:v>
                </c:pt>
                <c:pt idx="1226">
                  <c:v>42037</c:v>
                </c:pt>
                <c:pt idx="1227">
                  <c:v>42038</c:v>
                </c:pt>
                <c:pt idx="1228">
                  <c:v>42039</c:v>
                </c:pt>
                <c:pt idx="1229">
                  <c:v>42040</c:v>
                </c:pt>
                <c:pt idx="1230">
                  <c:v>42041</c:v>
                </c:pt>
                <c:pt idx="1231">
                  <c:v>42044</c:v>
                </c:pt>
                <c:pt idx="1232">
                  <c:v>42045</c:v>
                </c:pt>
                <c:pt idx="1233">
                  <c:v>42046</c:v>
                </c:pt>
                <c:pt idx="1234">
                  <c:v>42047</c:v>
                </c:pt>
                <c:pt idx="1235">
                  <c:v>42048</c:v>
                </c:pt>
                <c:pt idx="1236">
                  <c:v>42051</c:v>
                </c:pt>
                <c:pt idx="1237">
                  <c:v>42052</c:v>
                </c:pt>
                <c:pt idx="1238">
                  <c:v>42058</c:v>
                </c:pt>
                <c:pt idx="1239">
                  <c:v>42059</c:v>
                </c:pt>
                <c:pt idx="1240">
                  <c:v>42060</c:v>
                </c:pt>
                <c:pt idx="1241">
                  <c:v>42061</c:v>
                </c:pt>
                <c:pt idx="1242">
                  <c:v>42062</c:v>
                </c:pt>
                <c:pt idx="1243">
                  <c:v>42065</c:v>
                </c:pt>
                <c:pt idx="1244">
                  <c:v>42066</c:v>
                </c:pt>
                <c:pt idx="1245">
                  <c:v>42067</c:v>
                </c:pt>
                <c:pt idx="1246">
                  <c:v>42068</c:v>
                </c:pt>
                <c:pt idx="1247">
                  <c:v>42069</c:v>
                </c:pt>
                <c:pt idx="1248">
                  <c:v>42072</c:v>
                </c:pt>
                <c:pt idx="1249">
                  <c:v>42073</c:v>
                </c:pt>
                <c:pt idx="1250">
                  <c:v>42074</c:v>
                </c:pt>
                <c:pt idx="1251">
                  <c:v>42075</c:v>
                </c:pt>
                <c:pt idx="1252">
                  <c:v>42076</c:v>
                </c:pt>
                <c:pt idx="1253">
                  <c:v>42079</c:v>
                </c:pt>
                <c:pt idx="1254">
                  <c:v>42080</c:v>
                </c:pt>
                <c:pt idx="1255">
                  <c:v>42081</c:v>
                </c:pt>
                <c:pt idx="1256">
                  <c:v>42082</c:v>
                </c:pt>
                <c:pt idx="1257">
                  <c:v>42083</c:v>
                </c:pt>
                <c:pt idx="1258">
                  <c:v>42086</c:v>
                </c:pt>
                <c:pt idx="1259">
                  <c:v>42087</c:v>
                </c:pt>
                <c:pt idx="1260">
                  <c:v>42088</c:v>
                </c:pt>
                <c:pt idx="1261">
                  <c:v>42089</c:v>
                </c:pt>
                <c:pt idx="1262">
                  <c:v>42090</c:v>
                </c:pt>
                <c:pt idx="1263">
                  <c:v>42093</c:v>
                </c:pt>
                <c:pt idx="1264">
                  <c:v>42094</c:v>
                </c:pt>
                <c:pt idx="1265">
                  <c:v>42095</c:v>
                </c:pt>
                <c:pt idx="1266">
                  <c:v>42096</c:v>
                </c:pt>
                <c:pt idx="1267">
                  <c:v>42097</c:v>
                </c:pt>
                <c:pt idx="1268">
                  <c:v>42100</c:v>
                </c:pt>
                <c:pt idx="1269">
                  <c:v>42101</c:v>
                </c:pt>
                <c:pt idx="1270">
                  <c:v>42102</c:v>
                </c:pt>
                <c:pt idx="1271">
                  <c:v>42103</c:v>
                </c:pt>
                <c:pt idx="1272">
                  <c:v>42104</c:v>
                </c:pt>
                <c:pt idx="1273">
                  <c:v>42107</c:v>
                </c:pt>
                <c:pt idx="1274">
                  <c:v>42108</c:v>
                </c:pt>
                <c:pt idx="1275">
                  <c:v>42109</c:v>
                </c:pt>
                <c:pt idx="1276">
                  <c:v>42110</c:v>
                </c:pt>
                <c:pt idx="1277">
                  <c:v>42111</c:v>
                </c:pt>
                <c:pt idx="1278">
                  <c:v>42114</c:v>
                </c:pt>
                <c:pt idx="1279">
                  <c:v>42115</c:v>
                </c:pt>
                <c:pt idx="1280">
                  <c:v>42116</c:v>
                </c:pt>
                <c:pt idx="1281">
                  <c:v>42117</c:v>
                </c:pt>
                <c:pt idx="1282">
                  <c:v>42118</c:v>
                </c:pt>
                <c:pt idx="1283">
                  <c:v>42121</c:v>
                </c:pt>
                <c:pt idx="1284">
                  <c:v>42122</c:v>
                </c:pt>
                <c:pt idx="1285">
                  <c:v>42123</c:v>
                </c:pt>
                <c:pt idx="1286">
                  <c:v>42124</c:v>
                </c:pt>
                <c:pt idx="1287">
                  <c:v>42128</c:v>
                </c:pt>
                <c:pt idx="1288">
                  <c:v>42130</c:v>
                </c:pt>
                <c:pt idx="1289">
                  <c:v>42131</c:v>
                </c:pt>
                <c:pt idx="1290">
                  <c:v>42132</c:v>
                </c:pt>
                <c:pt idx="1291">
                  <c:v>42135</c:v>
                </c:pt>
                <c:pt idx="1292">
                  <c:v>42136</c:v>
                </c:pt>
                <c:pt idx="1293">
                  <c:v>42137</c:v>
                </c:pt>
                <c:pt idx="1294">
                  <c:v>42138</c:v>
                </c:pt>
                <c:pt idx="1295">
                  <c:v>42139</c:v>
                </c:pt>
                <c:pt idx="1296">
                  <c:v>42142</c:v>
                </c:pt>
                <c:pt idx="1297">
                  <c:v>42143</c:v>
                </c:pt>
                <c:pt idx="1298">
                  <c:v>42144</c:v>
                </c:pt>
                <c:pt idx="1299">
                  <c:v>42145</c:v>
                </c:pt>
                <c:pt idx="1300">
                  <c:v>42146</c:v>
                </c:pt>
                <c:pt idx="1301">
                  <c:v>42150</c:v>
                </c:pt>
                <c:pt idx="1302">
                  <c:v>42151</c:v>
                </c:pt>
                <c:pt idx="1303">
                  <c:v>42152</c:v>
                </c:pt>
                <c:pt idx="1304">
                  <c:v>42153</c:v>
                </c:pt>
                <c:pt idx="1305">
                  <c:v>42156</c:v>
                </c:pt>
                <c:pt idx="1306">
                  <c:v>42157</c:v>
                </c:pt>
                <c:pt idx="1307">
                  <c:v>42158</c:v>
                </c:pt>
                <c:pt idx="1308">
                  <c:v>42159</c:v>
                </c:pt>
                <c:pt idx="1309">
                  <c:v>42160</c:v>
                </c:pt>
                <c:pt idx="1310">
                  <c:v>42163</c:v>
                </c:pt>
                <c:pt idx="1311">
                  <c:v>42164</c:v>
                </c:pt>
                <c:pt idx="1312">
                  <c:v>42165</c:v>
                </c:pt>
                <c:pt idx="1313">
                  <c:v>42166</c:v>
                </c:pt>
                <c:pt idx="1314">
                  <c:v>42167</c:v>
                </c:pt>
                <c:pt idx="1315">
                  <c:v>42170</c:v>
                </c:pt>
                <c:pt idx="1316">
                  <c:v>42171</c:v>
                </c:pt>
                <c:pt idx="1317">
                  <c:v>42172</c:v>
                </c:pt>
                <c:pt idx="1318">
                  <c:v>42173</c:v>
                </c:pt>
                <c:pt idx="1319">
                  <c:v>42174</c:v>
                </c:pt>
                <c:pt idx="1320">
                  <c:v>42177</c:v>
                </c:pt>
                <c:pt idx="1321">
                  <c:v>42178</c:v>
                </c:pt>
                <c:pt idx="1322">
                  <c:v>42179</c:v>
                </c:pt>
                <c:pt idx="1323">
                  <c:v>42180</c:v>
                </c:pt>
                <c:pt idx="1324">
                  <c:v>42181</c:v>
                </c:pt>
                <c:pt idx="1325">
                  <c:v>42184</c:v>
                </c:pt>
                <c:pt idx="1326">
                  <c:v>42185</c:v>
                </c:pt>
                <c:pt idx="1327">
                  <c:v>42186</c:v>
                </c:pt>
                <c:pt idx="1328">
                  <c:v>42187</c:v>
                </c:pt>
                <c:pt idx="1329">
                  <c:v>42188</c:v>
                </c:pt>
                <c:pt idx="1330">
                  <c:v>42191</c:v>
                </c:pt>
                <c:pt idx="1331">
                  <c:v>42192</c:v>
                </c:pt>
                <c:pt idx="1332">
                  <c:v>42193</c:v>
                </c:pt>
                <c:pt idx="1333">
                  <c:v>42194</c:v>
                </c:pt>
                <c:pt idx="1334">
                  <c:v>42195</c:v>
                </c:pt>
                <c:pt idx="1335">
                  <c:v>42198</c:v>
                </c:pt>
                <c:pt idx="1336">
                  <c:v>42199</c:v>
                </c:pt>
                <c:pt idx="1337">
                  <c:v>42200</c:v>
                </c:pt>
                <c:pt idx="1338">
                  <c:v>42201</c:v>
                </c:pt>
                <c:pt idx="1339">
                  <c:v>42202</c:v>
                </c:pt>
                <c:pt idx="1340">
                  <c:v>42205</c:v>
                </c:pt>
                <c:pt idx="1341">
                  <c:v>42206</c:v>
                </c:pt>
                <c:pt idx="1342">
                  <c:v>42207</c:v>
                </c:pt>
                <c:pt idx="1343">
                  <c:v>42208</c:v>
                </c:pt>
                <c:pt idx="1344">
                  <c:v>42209</c:v>
                </c:pt>
                <c:pt idx="1345">
                  <c:v>42212</c:v>
                </c:pt>
                <c:pt idx="1346">
                  <c:v>42213</c:v>
                </c:pt>
                <c:pt idx="1347">
                  <c:v>42214</c:v>
                </c:pt>
                <c:pt idx="1348">
                  <c:v>42215</c:v>
                </c:pt>
                <c:pt idx="1349">
                  <c:v>42216</c:v>
                </c:pt>
                <c:pt idx="1350">
                  <c:v>42219</c:v>
                </c:pt>
                <c:pt idx="1351">
                  <c:v>42220</c:v>
                </c:pt>
                <c:pt idx="1352">
                  <c:v>42221</c:v>
                </c:pt>
                <c:pt idx="1353">
                  <c:v>42222</c:v>
                </c:pt>
                <c:pt idx="1354">
                  <c:v>42223</c:v>
                </c:pt>
                <c:pt idx="1355">
                  <c:v>42226</c:v>
                </c:pt>
                <c:pt idx="1356">
                  <c:v>42227</c:v>
                </c:pt>
                <c:pt idx="1357">
                  <c:v>42228</c:v>
                </c:pt>
                <c:pt idx="1358">
                  <c:v>42229</c:v>
                </c:pt>
                <c:pt idx="1359">
                  <c:v>42233</c:v>
                </c:pt>
                <c:pt idx="1360">
                  <c:v>42234</c:v>
                </c:pt>
                <c:pt idx="1361">
                  <c:v>42235</c:v>
                </c:pt>
                <c:pt idx="1362">
                  <c:v>42236</c:v>
                </c:pt>
                <c:pt idx="1363">
                  <c:v>42237</c:v>
                </c:pt>
                <c:pt idx="1364">
                  <c:v>42240</c:v>
                </c:pt>
                <c:pt idx="1365">
                  <c:v>42241</c:v>
                </c:pt>
                <c:pt idx="1366">
                  <c:v>42242</c:v>
                </c:pt>
                <c:pt idx="1367">
                  <c:v>42243</c:v>
                </c:pt>
                <c:pt idx="1368">
                  <c:v>42244</c:v>
                </c:pt>
                <c:pt idx="1369">
                  <c:v>42247</c:v>
                </c:pt>
                <c:pt idx="1370">
                  <c:v>42248</c:v>
                </c:pt>
                <c:pt idx="1371">
                  <c:v>42249</c:v>
                </c:pt>
                <c:pt idx="1372">
                  <c:v>42250</c:v>
                </c:pt>
                <c:pt idx="1373">
                  <c:v>42251</c:v>
                </c:pt>
                <c:pt idx="1374">
                  <c:v>42254</c:v>
                </c:pt>
                <c:pt idx="1375">
                  <c:v>42255</c:v>
                </c:pt>
                <c:pt idx="1376">
                  <c:v>42256</c:v>
                </c:pt>
                <c:pt idx="1377">
                  <c:v>42257</c:v>
                </c:pt>
                <c:pt idx="1378">
                  <c:v>42258</c:v>
                </c:pt>
                <c:pt idx="1379">
                  <c:v>42261</c:v>
                </c:pt>
                <c:pt idx="1380">
                  <c:v>42262</c:v>
                </c:pt>
                <c:pt idx="1381">
                  <c:v>42263</c:v>
                </c:pt>
                <c:pt idx="1382">
                  <c:v>42264</c:v>
                </c:pt>
                <c:pt idx="1383">
                  <c:v>42265</c:v>
                </c:pt>
                <c:pt idx="1384">
                  <c:v>42268</c:v>
                </c:pt>
                <c:pt idx="1385">
                  <c:v>42269</c:v>
                </c:pt>
                <c:pt idx="1386">
                  <c:v>42270</c:v>
                </c:pt>
                <c:pt idx="1387">
                  <c:v>42271</c:v>
                </c:pt>
                <c:pt idx="1388">
                  <c:v>42272</c:v>
                </c:pt>
                <c:pt idx="1389">
                  <c:v>42277</c:v>
                </c:pt>
                <c:pt idx="1390">
                  <c:v>42278</c:v>
                </c:pt>
                <c:pt idx="1391">
                  <c:v>42279</c:v>
                </c:pt>
                <c:pt idx="1392">
                  <c:v>42282</c:v>
                </c:pt>
                <c:pt idx="1393">
                  <c:v>42283</c:v>
                </c:pt>
                <c:pt idx="1394">
                  <c:v>42284</c:v>
                </c:pt>
                <c:pt idx="1395">
                  <c:v>42285</c:v>
                </c:pt>
                <c:pt idx="1396">
                  <c:v>42289</c:v>
                </c:pt>
                <c:pt idx="1397">
                  <c:v>42290</c:v>
                </c:pt>
                <c:pt idx="1398">
                  <c:v>42291</c:v>
                </c:pt>
                <c:pt idx="1399">
                  <c:v>42292</c:v>
                </c:pt>
                <c:pt idx="1400">
                  <c:v>42293</c:v>
                </c:pt>
                <c:pt idx="1401">
                  <c:v>42296</c:v>
                </c:pt>
                <c:pt idx="1402">
                  <c:v>42297</c:v>
                </c:pt>
                <c:pt idx="1403">
                  <c:v>42298</c:v>
                </c:pt>
                <c:pt idx="1404">
                  <c:v>42299</c:v>
                </c:pt>
                <c:pt idx="1405">
                  <c:v>42300</c:v>
                </c:pt>
                <c:pt idx="1406">
                  <c:v>42303</c:v>
                </c:pt>
                <c:pt idx="1407">
                  <c:v>42304</c:v>
                </c:pt>
                <c:pt idx="1408">
                  <c:v>42305</c:v>
                </c:pt>
                <c:pt idx="1409">
                  <c:v>42306</c:v>
                </c:pt>
                <c:pt idx="1410">
                  <c:v>42307</c:v>
                </c:pt>
                <c:pt idx="1411">
                  <c:v>42310</c:v>
                </c:pt>
                <c:pt idx="1412">
                  <c:v>42311</c:v>
                </c:pt>
                <c:pt idx="1413">
                  <c:v>42312</c:v>
                </c:pt>
                <c:pt idx="1414">
                  <c:v>42313</c:v>
                </c:pt>
                <c:pt idx="1415">
                  <c:v>42314</c:v>
                </c:pt>
                <c:pt idx="1416">
                  <c:v>42317</c:v>
                </c:pt>
                <c:pt idx="1417">
                  <c:v>42318</c:v>
                </c:pt>
                <c:pt idx="1418">
                  <c:v>42319</c:v>
                </c:pt>
                <c:pt idx="1419">
                  <c:v>42320</c:v>
                </c:pt>
                <c:pt idx="1420">
                  <c:v>42321</c:v>
                </c:pt>
                <c:pt idx="1421">
                  <c:v>42324</c:v>
                </c:pt>
                <c:pt idx="1422">
                  <c:v>42325</c:v>
                </c:pt>
                <c:pt idx="1423">
                  <c:v>42326</c:v>
                </c:pt>
                <c:pt idx="1424">
                  <c:v>42327</c:v>
                </c:pt>
                <c:pt idx="1425">
                  <c:v>42328</c:v>
                </c:pt>
                <c:pt idx="1426">
                  <c:v>42331</c:v>
                </c:pt>
                <c:pt idx="1427">
                  <c:v>42332</c:v>
                </c:pt>
                <c:pt idx="1428">
                  <c:v>42333</c:v>
                </c:pt>
                <c:pt idx="1429">
                  <c:v>42334</c:v>
                </c:pt>
                <c:pt idx="1430">
                  <c:v>42335</c:v>
                </c:pt>
                <c:pt idx="1431">
                  <c:v>42338</c:v>
                </c:pt>
                <c:pt idx="1432">
                  <c:v>42339</c:v>
                </c:pt>
                <c:pt idx="1433">
                  <c:v>42340</c:v>
                </c:pt>
                <c:pt idx="1434">
                  <c:v>42341</c:v>
                </c:pt>
                <c:pt idx="1435">
                  <c:v>42342</c:v>
                </c:pt>
                <c:pt idx="1436">
                  <c:v>42345</c:v>
                </c:pt>
                <c:pt idx="1437">
                  <c:v>42346</c:v>
                </c:pt>
                <c:pt idx="1438">
                  <c:v>42347</c:v>
                </c:pt>
                <c:pt idx="1439">
                  <c:v>42348</c:v>
                </c:pt>
                <c:pt idx="1440">
                  <c:v>42349</c:v>
                </c:pt>
                <c:pt idx="1441">
                  <c:v>42352</c:v>
                </c:pt>
                <c:pt idx="1442">
                  <c:v>42353</c:v>
                </c:pt>
                <c:pt idx="1443">
                  <c:v>42354</c:v>
                </c:pt>
                <c:pt idx="1444">
                  <c:v>42355</c:v>
                </c:pt>
                <c:pt idx="1445">
                  <c:v>42356</c:v>
                </c:pt>
                <c:pt idx="1446">
                  <c:v>42359</c:v>
                </c:pt>
                <c:pt idx="1447">
                  <c:v>42360</c:v>
                </c:pt>
                <c:pt idx="1448">
                  <c:v>42361</c:v>
                </c:pt>
                <c:pt idx="1449">
                  <c:v>42362</c:v>
                </c:pt>
                <c:pt idx="1450">
                  <c:v>42366</c:v>
                </c:pt>
                <c:pt idx="1451">
                  <c:v>42367</c:v>
                </c:pt>
                <c:pt idx="1452">
                  <c:v>42368</c:v>
                </c:pt>
                <c:pt idx="1453">
                  <c:v>42373</c:v>
                </c:pt>
                <c:pt idx="1454">
                  <c:v>42374</c:v>
                </c:pt>
                <c:pt idx="1455">
                  <c:v>42375</c:v>
                </c:pt>
                <c:pt idx="1456">
                  <c:v>42376</c:v>
                </c:pt>
                <c:pt idx="1457">
                  <c:v>42377</c:v>
                </c:pt>
                <c:pt idx="1458">
                  <c:v>42380</c:v>
                </c:pt>
                <c:pt idx="1459">
                  <c:v>42381</c:v>
                </c:pt>
                <c:pt idx="1460">
                  <c:v>42382</c:v>
                </c:pt>
                <c:pt idx="1461">
                  <c:v>42383</c:v>
                </c:pt>
                <c:pt idx="1462">
                  <c:v>42384</c:v>
                </c:pt>
                <c:pt idx="1463">
                  <c:v>42387</c:v>
                </c:pt>
                <c:pt idx="1464">
                  <c:v>42388</c:v>
                </c:pt>
                <c:pt idx="1465">
                  <c:v>42389</c:v>
                </c:pt>
                <c:pt idx="1466">
                  <c:v>42390</c:v>
                </c:pt>
                <c:pt idx="1467">
                  <c:v>42391</c:v>
                </c:pt>
                <c:pt idx="1468">
                  <c:v>42394</c:v>
                </c:pt>
                <c:pt idx="1469">
                  <c:v>42395</c:v>
                </c:pt>
                <c:pt idx="1470">
                  <c:v>42396</c:v>
                </c:pt>
                <c:pt idx="1471">
                  <c:v>42397</c:v>
                </c:pt>
                <c:pt idx="1472">
                  <c:v>42398</c:v>
                </c:pt>
                <c:pt idx="1473">
                  <c:v>42401</c:v>
                </c:pt>
                <c:pt idx="1474">
                  <c:v>42402</c:v>
                </c:pt>
                <c:pt idx="1475">
                  <c:v>42403</c:v>
                </c:pt>
                <c:pt idx="1476">
                  <c:v>42404</c:v>
                </c:pt>
                <c:pt idx="1477">
                  <c:v>42405</c:v>
                </c:pt>
                <c:pt idx="1478">
                  <c:v>42411</c:v>
                </c:pt>
                <c:pt idx="1479">
                  <c:v>42412</c:v>
                </c:pt>
                <c:pt idx="1480">
                  <c:v>42415</c:v>
                </c:pt>
                <c:pt idx="1481">
                  <c:v>42416</c:v>
                </c:pt>
                <c:pt idx="1482">
                  <c:v>42417</c:v>
                </c:pt>
                <c:pt idx="1483">
                  <c:v>42418</c:v>
                </c:pt>
                <c:pt idx="1484">
                  <c:v>42419</c:v>
                </c:pt>
                <c:pt idx="1485">
                  <c:v>42422</c:v>
                </c:pt>
                <c:pt idx="1486">
                  <c:v>42423</c:v>
                </c:pt>
                <c:pt idx="1487">
                  <c:v>42424</c:v>
                </c:pt>
                <c:pt idx="1488">
                  <c:v>42425</c:v>
                </c:pt>
                <c:pt idx="1489">
                  <c:v>42426</c:v>
                </c:pt>
                <c:pt idx="1490">
                  <c:v>42429</c:v>
                </c:pt>
                <c:pt idx="1491">
                  <c:v>42431</c:v>
                </c:pt>
                <c:pt idx="1492">
                  <c:v>42432</c:v>
                </c:pt>
                <c:pt idx="1493">
                  <c:v>42433</c:v>
                </c:pt>
                <c:pt idx="1494">
                  <c:v>42436</c:v>
                </c:pt>
                <c:pt idx="1495">
                  <c:v>42437</c:v>
                </c:pt>
                <c:pt idx="1496">
                  <c:v>42438</c:v>
                </c:pt>
                <c:pt idx="1497">
                  <c:v>42439</c:v>
                </c:pt>
                <c:pt idx="1498">
                  <c:v>42440</c:v>
                </c:pt>
                <c:pt idx="1499">
                  <c:v>42443</c:v>
                </c:pt>
                <c:pt idx="1500">
                  <c:v>42444</c:v>
                </c:pt>
                <c:pt idx="1501">
                  <c:v>42445</c:v>
                </c:pt>
                <c:pt idx="1502">
                  <c:v>42446</c:v>
                </c:pt>
                <c:pt idx="1503">
                  <c:v>42447</c:v>
                </c:pt>
                <c:pt idx="1504">
                  <c:v>42450</c:v>
                </c:pt>
                <c:pt idx="1505">
                  <c:v>42451</c:v>
                </c:pt>
                <c:pt idx="1506">
                  <c:v>42452</c:v>
                </c:pt>
                <c:pt idx="1507">
                  <c:v>42453</c:v>
                </c:pt>
                <c:pt idx="1508">
                  <c:v>42454</c:v>
                </c:pt>
                <c:pt idx="1509">
                  <c:v>42457</c:v>
                </c:pt>
                <c:pt idx="1510">
                  <c:v>42458</c:v>
                </c:pt>
                <c:pt idx="1511">
                  <c:v>42459</c:v>
                </c:pt>
                <c:pt idx="1512">
                  <c:v>42460</c:v>
                </c:pt>
                <c:pt idx="1513">
                  <c:v>42461</c:v>
                </c:pt>
                <c:pt idx="1514">
                  <c:v>42464</c:v>
                </c:pt>
                <c:pt idx="1515">
                  <c:v>42465</c:v>
                </c:pt>
                <c:pt idx="1516">
                  <c:v>42466</c:v>
                </c:pt>
                <c:pt idx="1517">
                  <c:v>42467</c:v>
                </c:pt>
                <c:pt idx="1518">
                  <c:v>42468</c:v>
                </c:pt>
                <c:pt idx="1519">
                  <c:v>42471</c:v>
                </c:pt>
                <c:pt idx="1520">
                  <c:v>42472</c:v>
                </c:pt>
                <c:pt idx="1521">
                  <c:v>42474</c:v>
                </c:pt>
                <c:pt idx="1522">
                  <c:v>42475</c:v>
                </c:pt>
                <c:pt idx="1523">
                  <c:v>42478</c:v>
                </c:pt>
                <c:pt idx="1524">
                  <c:v>42479</c:v>
                </c:pt>
                <c:pt idx="1525">
                  <c:v>42480</c:v>
                </c:pt>
                <c:pt idx="1526">
                  <c:v>42481</c:v>
                </c:pt>
                <c:pt idx="1527">
                  <c:v>42482</c:v>
                </c:pt>
                <c:pt idx="1528">
                  <c:v>42485</c:v>
                </c:pt>
                <c:pt idx="1529">
                  <c:v>42486</c:v>
                </c:pt>
                <c:pt idx="1530">
                  <c:v>42487</c:v>
                </c:pt>
                <c:pt idx="1531">
                  <c:v>42488</c:v>
                </c:pt>
                <c:pt idx="1532">
                  <c:v>42489</c:v>
                </c:pt>
                <c:pt idx="1533">
                  <c:v>42492</c:v>
                </c:pt>
                <c:pt idx="1534">
                  <c:v>42493</c:v>
                </c:pt>
                <c:pt idx="1535">
                  <c:v>42494</c:v>
                </c:pt>
                <c:pt idx="1536">
                  <c:v>42499</c:v>
                </c:pt>
                <c:pt idx="1537">
                  <c:v>42500</c:v>
                </c:pt>
                <c:pt idx="1538">
                  <c:v>42501</c:v>
                </c:pt>
                <c:pt idx="1539">
                  <c:v>42502</c:v>
                </c:pt>
                <c:pt idx="1540">
                  <c:v>42503</c:v>
                </c:pt>
                <c:pt idx="1541">
                  <c:v>42506</c:v>
                </c:pt>
                <c:pt idx="1542">
                  <c:v>42507</c:v>
                </c:pt>
                <c:pt idx="1543">
                  <c:v>42508</c:v>
                </c:pt>
                <c:pt idx="1544">
                  <c:v>42509</c:v>
                </c:pt>
                <c:pt idx="1545">
                  <c:v>42510</c:v>
                </c:pt>
                <c:pt idx="1546">
                  <c:v>42513</c:v>
                </c:pt>
                <c:pt idx="1547">
                  <c:v>42514</c:v>
                </c:pt>
                <c:pt idx="1548">
                  <c:v>42515</c:v>
                </c:pt>
                <c:pt idx="1549">
                  <c:v>42516</c:v>
                </c:pt>
                <c:pt idx="1550">
                  <c:v>42517</c:v>
                </c:pt>
                <c:pt idx="1551">
                  <c:v>42520</c:v>
                </c:pt>
                <c:pt idx="1552">
                  <c:v>42521</c:v>
                </c:pt>
                <c:pt idx="1553">
                  <c:v>42522</c:v>
                </c:pt>
                <c:pt idx="1554">
                  <c:v>42523</c:v>
                </c:pt>
                <c:pt idx="1555">
                  <c:v>42524</c:v>
                </c:pt>
                <c:pt idx="1556">
                  <c:v>42528</c:v>
                </c:pt>
                <c:pt idx="1557">
                  <c:v>42529</c:v>
                </c:pt>
                <c:pt idx="1558">
                  <c:v>42530</c:v>
                </c:pt>
                <c:pt idx="1559">
                  <c:v>42531</c:v>
                </c:pt>
                <c:pt idx="1560">
                  <c:v>42534</c:v>
                </c:pt>
                <c:pt idx="1561">
                  <c:v>42535</c:v>
                </c:pt>
                <c:pt idx="1562">
                  <c:v>42536</c:v>
                </c:pt>
                <c:pt idx="1563">
                  <c:v>42537</c:v>
                </c:pt>
                <c:pt idx="1564">
                  <c:v>42538</c:v>
                </c:pt>
                <c:pt idx="1565">
                  <c:v>42541</c:v>
                </c:pt>
                <c:pt idx="1566">
                  <c:v>42542</c:v>
                </c:pt>
                <c:pt idx="1567">
                  <c:v>42543</c:v>
                </c:pt>
                <c:pt idx="1568">
                  <c:v>42544</c:v>
                </c:pt>
                <c:pt idx="1569">
                  <c:v>42545</c:v>
                </c:pt>
                <c:pt idx="1570">
                  <c:v>42548</c:v>
                </c:pt>
                <c:pt idx="1571">
                  <c:v>42549</c:v>
                </c:pt>
                <c:pt idx="1572">
                  <c:v>42550</c:v>
                </c:pt>
                <c:pt idx="1573">
                  <c:v>42551</c:v>
                </c:pt>
                <c:pt idx="1574">
                  <c:v>42552</c:v>
                </c:pt>
                <c:pt idx="1575">
                  <c:v>42555</c:v>
                </c:pt>
                <c:pt idx="1576">
                  <c:v>42556</c:v>
                </c:pt>
                <c:pt idx="1577">
                  <c:v>42557</c:v>
                </c:pt>
                <c:pt idx="1578">
                  <c:v>42558</c:v>
                </c:pt>
                <c:pt idx="1579">
                  <c:v>42559</c:v>
                </c:pt>
                <c:pt idx="1580">
                  <c:v>42562</c:v>
                </c:pt>
                <c:pt idx="1581">
                  <c:v>42563</c:v>
                </c:pt>
                <c:pt idx="1582">
                  <c:v>42564</c:v>
                </c:pt>
                <c:pt idx="1583">
                  <c:v>42565</c:v>
                </c:pt>
                <c:pt idx="1584">
                  <c:v>42566</c:v>
                </c:pt>
                <c:pt idx="1585">
                  <c:v>42569</c:v>
                </c:pt>
                <c:pt idx="1586">
                  <c:v>42570</c:v>
                </c:pt>
                <c:pt idx="1587">
                  <c:v>42571</c:v>
                </c:pt>
                <c:pt idx="1588">
                  <c:v>42572</c:v>
                </c:pt>
                <c:pt idx="1589">
                  <c:v>42573</c:v>
                </c:pt>
                <c:pt idx="1590">
                  <c:v>42576</c:v>
                </c:pt>
                <c:pt idx="1591">
                  <c:v>42577</c:v>
                </c:pt>
                <c:pt idx="1592">
                  <c:v>42578</c:v>
                </c:pt>
                <c:pt idx="1593">
                  <c:v>42579</c:v>
                </c:pt>
                <c:pt idx="1594">
                  <c:v>42580</c:v>
                </c:pt>
                <c:pt idx="1595">
                  <c:v>42583</c:v>
                </c:pt>
                <c:pt idx="1596">
                  <c:v>42584</c:v>
                </c:pt>
                <c:pt idx="1597">
                  <c:v>42585</c:v>
                </c:pt>
                <c:pt idx="1598">
                  <c:v>42586</c:v>
                </c:pt>
                <c:pt idx="1599">
                  <c:v>42587</c:v>
                </c:pt>
                <c:pt idx="1600">
                  <c:v>42590</c:v>
                </c:pt>
                <c:pt idx="1601">
                  <c:v>42591</c:v>
                </c:pt>
                <c:pt idx="1602">
                  <c:v>42592</c:v>
                </c:pt>
                <c:pt idx="1603">
                  <c:v>42593</c:v>
                </c:pt>
                <c:pt idx="1604">
                  <c:v>42594</c:v>
                </c:pt>
                <c:pt idx="1605">
                  <c:v>42598</c:v>
                </c:pt>
                <c:pt idx="1606">
                  <c:v>42599</c:v>
                </c:pt>
                <c:pt idx="1607">
                  <c:v>42600</c:v>
                </c:pt>
                <c:pt idx="1608">
                  <c:v>42601</c:v>
                </c:pt>
                <c:pt idx="1609">
                  <c:v>42604</c:v>
                </c:pt>
                <c:pt idx="1610">
                  <c:v>42605</c:v>
                </c:pt>
                <c:pt idx="1611">
                  <c:v>42606</c:v>
                </c:pt>
                <c:pt idx="1612">
                  <c:v>42607</c:v>
                </c:pt>
                <c:pt idx="1613">
                  <c:v>42608</c:v>
                </c:pt>
                <c:pt idx="1614">
                  <c:v>42611</c:v>
                </c:pt>
                <c:pt idx="1615">
                  <c:v>42612</c:v>
                </c:pt>
                <c:pt idx="1616">
                  <c:v>42613</c:v>
                </c:pt>
                <c:pt idx="1617">
                  <c:v>42614</c:v>
                </c:pt>
                <c:pt idx="1618">
                  <c:v>42615</c:v>
                </c:pt>
                <c:pt idx="1619">
                  <c:v>42618</c:v>
                </c:pt>
                <c:pt idx="1620">
                  <c:v>42619</c:v>
                </c:pt>
                <c:pt idx="1621">
                  <c:v>42620</c:v>
                </c:pt>
                <c:pt idx="1622">
                  <c:v>42621</c:v>
                </c:pt>
                <c:pt idx="1623">
                  <c:v>42622</c:v>
                </c:pt>
                <c:pt idx="1624">
                  <c:v>42625</c:v>
                </c:pt>
                <c:pt idx="1625">
                  <c:v>42626</c:v>
                </c:pt>
                <c:pt idx="1626">
                  <c:v>42632</c:v>
                </c:pt>
                <c:pt idx="1627">
                  <c:v>42633</c:v>
                </c:pt>
                <c:pt idx="1628">
                  <c:v>42634</c:v>
                </c:pt>
                <c:pt idx="1629">
                  <c:v>42635</c:v>
                </c:pt>
                <c:pt idx="1630">
                  <c:v>42636</c:v>
                </c:pt>
                <c:pt idx="1631">
                  <c:v>42639</c:v>
                </c:pt>
                <c:pt idx="1632">
                  <c:v>42640</c:v>
                </c:pt>
                <c:pt idx="1633">
                  <c:v>42641</c:v>
                </c:pt>
                <c:pt idx="1634">
                  <c:v>42642</c:v>
                </c:pt>
                <c:pt idx="1635">
                  <c:v>42643</c:v>
                </c:pt>
                <c:pt idx="1636">
                  <c:v>42647</c:v>
                </c:pt>
                <c:pt idx="1637">
                  <c:v>42648</c:v>
                </c:pt>
                <c:pt idx="1638">
                  <c:v>42649</c:v>
                </c:pt>
                <c:pt idx="1639">
                  <c:v>42650</c:v>
                </c:pt>
                <c:pt idx="1640">
                  <c:v>42653</c:v>
                </c:pt>
                <c:pt idx="1641">
                  <c:v>42654</c:v>
                </c:pt>
                <c:pt idx="1642">
                  <c:v>42655</c:v>
                </c:pt>
                <c:pt idx="1643">
                  <c:v>42656</c:v>
                </c:pt>
                <c:pt idx="1644">
                  <c:v>42657</c:v>
                </c:pt>
                <c:pt idx="1645">
                  <c:v>42660</c:v>
                </c:pt>
                <c:pt idx="1646">
                  <c:v>42661</c:v>
                </c:pt>
                <c:pt idx="1647">
                  <c:v>42662</c:v>
                </c:pt>
                <c:pt idx="1648">
                  <c:v>42663</c:v>
                </c:pt>
                <c:pt idx="1649">
                  <c:v>42664</c:v>
                </c:pt>
                <c:pt idx="1650">
                  <c:v>42667</c:v>
                </c:pt>
                <c:pt idx="1651">
                  <c:v>42668</c:v>
                </c:pt>
                <c:pt idx="1652">
                  <c:v>42669</c:v>
                </c:pt>
                <c:pt idx="1653">
                  <c:v>42670</c:v>
                </c:pt>
                <c:pt idx="1654">
                  <c:v>42671</c:v>
                </c:pt>
                <c:pt idx="1655">
                  <c:v>42674</c:v>
                </c:pt>
                <c:pt idx="1656">
                  <c:v>42675</c:v>
                </c:pt>
                <c:pt idx="1657">
                  <c:v>42676</c:v>
                </c:pt>
                <c:pt idx="1658">
                  <c:v>42677</c:v>
                </c:pt>
                <c:pt idx="1659">
                  <c:v>42678</c:v>
                </c:pt>
                <c:pt idx="1660">
                  <c:v>42681</c:v>
                </c:pt>
                <c:pt idx="1661">
                  <c:v>42682</c:v>
                </c:pt>
                <c:pt idx="1662">
                  <c:v>42683</c:v>
                </c:pt>
                <c:pt idx="1663">
                  <c:v>42684</c:v>
                </c:pt>
                <c:pt idx="1664">
                  <c:v>42685</c:v>
                </c:pt>
                <c:pt idx="1665">
                  <c:v>42688</c:v>
                </c:pt>
                <c:pt idx="1666">
                  <c:v>42689</c:v>
                </c:pt>
                <c:pt idx="1667">
                  <c:v>42690</c:v>
                </c:pt>
                <c:pt idx="1668">
                  <c:v>42691</c:v>
                </c:pt>
                <c:pt idx="1669">
                  <c:v>42692</c:v>
                </c:pt>
                <c:pt idx="1670">
                  <c:v>42695</c:v>
                </c:pt>
                <c:pt idx="1671">
                  <c:v>42696</c:v>
                </c:pt>
                <c:pt idx="1672">
                  <c:v>42697</c:v>
                </c:pt>
                <c:pt idx="1673">
                  <c:v>42698</c:v>
                </c:pt>
                <c:pt idx="1674">
                  <c:v>42699</c:v>
                </c:pt>
                <c:pt idx="1675">
                  <c:v>42702</c:v>
                </c:pt>
                <c:pt idx="1676">
                  <c:v>42703</c:v>
                </c:pt>
                <c:pt idx="1677">
                  <c:v>42704</c:v>
                </c:pt>
                <c:pt idx="1678">
                  <c:v>42705</c:v>
                </c:pt>
                <c:pt idx="1679">
                  <c:v>42706</c:v>
                </c:pt>
                <c:pt idx="1680">
                  <c:v>42709</c:v>
                </c:pt>
                <c:pt idx="1681">
                  <c:v>42710</c:v>
                </c:pt>
                <c:pt idx="1682">
                  <c:v>42711</c:v>
                </c:pt>
                <c:pt idx="1683">
                  <c:v>42712</c:v>
                </c:pt>
                <c:pt idx="1684">
                  <c:v>42713</c:v>
                </c:pt>
                <c:pt idx="1685">
                  <c:v>42716</c:v>
                </c:pt>
                <c:pt idx="1686">
                  <c:v>42717</c:v>
                </c:pt>
                <c:pt idx="1687">
                  <c:v>42718</c:v>
                </c:pt>
                <c:pt idx="1688">
                  <c:v>42719</c:v>
                </c:pt>
                <c:pt idx="1689">
                  <c:v>42720</c:v>
                </c:pt>
                <c:pt idx="1690">
                  <c:v>42723</c:v>
                </c:pt>
                <c:pt idx="1691">
                  <c:v>42724</c:v>
                </c:pt>
                <c:pt idx="1692">
                  <c:v>42725</c:v>
                </c:pt>
                <c:pt idx="1693">
                  <c:v>42726</c:v>
                </c:pt>
                <c:pt idx="1694">
                  <c:v>42727</c:v>
                </c:pt>
                <c:pt idx="1695">
                  <c:v>42730</c:v>
                </c:pt>
                <c:pt idx="1696">
                  <c:v>42731</c:v>
                </c:pt>
                <c:pt idx="1697">
                  <c:v>42732</c:v>
                </c:pt>
                <c:pt idx="1698">
                  <c:v>42733</c:v>
                </c:pt>
                <c:pt idx="1699">
                  <c:v>42737</c:v>
                </c:pt>
                <c:pt idx="1700">
                  <c:v>42738</c:v>
                </c:pt>
                <c:pt idx="1701">
                  <c:v>42739</c:v>
                </c:pt>
                <c:pt idx="1702">
                  <c:v>42740</c:v>
                </c:pt>
                <c:pt idx="1703">
                  <c:v>42741</c:v>
                </c:pt>
                <c:pt idx="1704">
                  <c:v>42744</c:v>
                </c:pt>
                <c:pt idx="1705">
                  <c:v>42745</c:v>
                </c:pt>
                <c:pt idx="1706">
                  <c:v>42746</c:v>
                </c:pt>
                <c:pt idx="1707">
                  <c:v>42747</c:v>
                </c:pt>
                <c:pt idx="1708">
                  <c:v>42748</c:v>
                </c:pt>
                <c:pt idx="1709">
                  <c:v>42751</c:v>
                </c:pt>
                <c:pt idx="1710">
                  <c:v>42752</c:v>
                </c:pt>
                <c:pt idx="1711">
                  <c:v>42753</c:v>
                </c:pt>
                <c:pt idx="1712">
                  <c:v>42754</c:v>
                </c:pt>
                <c:pt idx="1713">
                  <c:v>42755</c:v>
                </c:pt>
                <c:pt idx="1714">
                  <c:v>42758</c:v>
                </c:pt>
                <c:pt idx="1715">
                  <c:v>42759</c:v>
                </c:pt>
                <c:pt idx="1716">
                  <c:v>42760</c:v>
                </c:pt>
                <c:pt idx="1717">
                  <c:v>42761</c:v>
                </c:pt>
                <c:pt idx="1718">
                  <c:v>42766</c:v>
                </c:pt>
                <c:pt idx="1719">
                  <c:v>42767</c:v>
                </c:pt>
                <c:pt idx="1720">
                  <c:v>42768</c:v>
                </c:pt>
                <c:pt idx="1721">
                  <c:v>42769</c:v>
                </c:pt>
                <c:pt idx="1722">
                  <c:v>42772</c:v>
                </c:pt>
                <c:pt idx="1723">
                  <c:v>42773</c:v>
                </c:pt>
                <c:pt idx="1724">
                  <c:v>42774</c:v>
                </c:pt>
                <c:pt idx="1725">
                  <c:v>42775</c:v>
                </c:pt>
                <c:pt idx="1726">
                  <c:v>42776</c:v>
                </c:pt>
                <c:pt idx="1727">
                  <c:v>42779</c:v>
                </c:pt>
                <c:pt idx="1728">
                  <c:v>42780</c:v>
                </c:pt>
                <c:pt idx="1729">
                  <c:v>42781</c:v>
                </c:pt>
                <c:pt idx="1730">
                  <c:v>42782</c:v>
                </c:pt>
                <c:pt idx="1731">
                  <c:v>42783</c:v>
                </c:pt>
                <c:pt idx="1732">
                  <c:v>42786</c:v>
                </c:pt>
                <c:pt idx="1733">
                  <c:v>42787</c:v>
                </c:pt>
                <c:pt idx="1734">
                  <c:v>42788</c:v>
                </c:pt>
                <c:pt idx="1735">
                  <c:v>42789</c:v>
                </c:pt>
                <c:pt idx="1736">
                  <c:v>42790</c:v>
                </c:pt>
                <c:pt idx="1737">
                  <c:v>42793</c:v>
                </c:pt>
                <c:pt idx="1738">
                  <c:v>42794</c:v>
                </c:pt>
                <c:pt idx="1739">
                  <c:v>42796</c:v>
                </c:pt>
                <c:pt idx="1740">
                  <c:v>42797</c:v>
                </c:pt>
                <c:pt idx="1741">
                  <c:v>42800</c:v>
                </c:pt>
                <c:pt idx="1742">
                  <c:v>42801</c:v>
                </c:pt>
                <c:pt idx="1743">
                  <c:v>42802</c:v>
                </c:pt>
                <c:pt idx="1744">
                  <c:v>42803</c:v>
                </c:pt>
                <c:pt idx="1745">
                  <c:v>42804</c:v>
                </c:pt>
                <c:pt idx="1746">
                  <c:v>42807</c:v>
                </c:pt>
                <c:pt idx="1747">
                  <c:v>42808</c:v>
                </c:pt>
                <c:pt idx="1748">
                  <c:v>42809</c:v>
                </c:pt>
                <c:pt idx="1749">
                  <c:v>42810</c:v>
                </c:pt>
                <c:pt idx="1750">
                  <c:v>42811</c:v>
                </c:pt>
                <c:pt idx="1751">
                  <c:v>42814</c:v>
                </c:pt>
                <c:pt idx="1752">
                  <c:v>42815</c:v>
                </c:pt>
                <c:pt idx="1753">
                  <c:v>42816</c:v>
                </c:pt>
                <c:pt idx="1754">
                  <c:v>42817</c:v>
                </c:pt>
                <c:pt idx="1755">
                  <c:v>42818</c:v>
                </c:pt>
                <c:pt idx="1756">
                  <c:v>42821</c:v>
                </c:pt>
                <c:pt idx="1757">
                  <c:v>42822</c:v>
                </c:pt>
                <c:pt idx="1758">
                  <c:v>42823</c:v>
                </c:pt>
                <c:pt idx="1759">
                  <c:v>42824</c:v>
                </c:pt>
                <c:pt idx="1760">
                  <c:v>42825</c:v>
                </c:pt>
                <c:pt idx="1761">
                  <c:v>42828</c:v>
                </c:pt>
                <c:pt idx="1762">
                  <c:v>42829</c:v>
                </c:pt>
                <c:pt idx="1763">
                  <c:v>42830</c:v>
                </c:pt>
                <c:pt idx="1764">
                  <c:v>42831</c:v>
                </c:pt>
                <c:pt idx="1765">
                  <c:v>42832</c:v>
                </c:pt>
                <c:pt idx="1766">
                  <c:v>42835</c:v>
                </c:pt>
                <c:pt idx="1767">
                  <c:v>42836</c:v>
                </c:pt>
                <c:pt idx="1768">
                  <c:v>42837</c:v>
                </c:pt>
                <c:pt idx="1769">
                  <c:v>42838</c:v>
                </c:pt>
                <c:pt idx="1770">
                  <c:v>42839</c:v>
                </c:pt>
                <c:pt idx="1771">
                  <c:v>42842</c:v>
                </c:pt>
                <c:pt idx="1772">
                  <c:v>42843</c:v>
                </c:pt>
                <c:pt idx="1773">
                  <c:v>42844</c:v>
                </c:pt>
                <c:pt idx="1774">
                  <c:v>42845</c:v>
                </c:pt>
                <c:pt idx="1775">
                  <c:v>42846</c:v>
                </c:pt>
                <c:pt idx="1776">
                  <c:v>42849</c:v>
                </c:pt>
                <c:pt idx="1777">
                  <c:v>42850</c:v>
                </c:pt>
                <c:pt idx="1778">
                  <c:v>42851</c:v>
                </c:pt>
                <c:pt idx="1779">
                  <c:v>42852</c:v>
                </c:pt>
                <c:pt idx="1780">
                  <c:v>42853</c:v>
                </c:pt>
                <c:pt idx="1781">
                  <c:v>42857</c:v>
                </c:pt>
                <c:pt idx="1782">
                  <c:v>42859</c:v>
                </c:pt>
                <c:pt idx="1783">
                  <c:v>42863</c:v>
                </c:pt>
                <c:pt idx="1784">
                  <c:v>42865</c:v>
                </c:pt>
                <c:pt idx="1785">
                  <c:v>42866</c:v>
                </c:pt>
                <c:pt idx="1786">
                  <c:v>42867</c:v>
                </c:pt>
                <c:pt idx="1787">
                  <c:v>42870</c:v>
                </c:pt>
                <c:pt idx="1788">
                  <c:v>42871</c:v>
                </c:pt>
                <c:pt idx="1789">
                  <c:v>42872</c:v>
                </c:pt>
                <c:pt idx="1790">
                  <c:v>42873</c:v>
                </c:pt>
                <c:pt idx="1791">
                  <c:v>42874</c:v>
                </c:pt>
                <c:pt idx="1792">
                  <c:v>42877</c:v>
                </c:pt>
                <c:pt idx="1793">
                  <c:v>42878</c:v>
                </c:pt>
                <c:pt idx="1794">
                  <c:v>42879</c:v>
                </c:pt>
                <c:pt idx="1795">
                  <c:v>42880</c:v>
                </c:pt>
                <c:pt idx="1796">
                  <c:v>42881</c:v>
                </c:pt>
                <c:pt idx="1797">
                  <c:v>42884</c:v>
                </c:pt>
                <c:pt idx="1798">
                  <c:v>42885</c:v>
                </c:pt>
                <c:pt idx="1799">
                  <c:v>42886</c:v>
                </c:pt>
                <c:pt idx="1800">
                  <c:v>42887</c:v>
                </c:pt>
                <c:pt idx="1801">
                  <c:v>42888</c:v>
                </c:pt>
                <c:pt idx="1802">
                  <c:v>42891</c:v>
                </c:pt>
                <c:pt idx="1803">
                  <c:v>42893</c:v>
                </c:pt>
                <c:pt idx="1804">
                  <c:v>42894</c:v>
                </c:pt>
                <c:pt idx="1805">
                  <c:v>42895</c:v>
                </c:pt>
                <c:pt idx="1806">
                  <c:v>42898</c:v>
                </c:pt>
                <c:pt idx="1807">
                  <c:v>42899</c:v>
                </c:pt>
                <c:pt idx="1808">
                  <c:v>42900</c:v>
                </c:pt>
                <c:pt idx="1809">
                  <c:v>42901</c:v>
                </c:pt>
                <c:pt idx="1810">
                  <c:v>42902</c:v>
                </c:pt>
                <c:pt idx="1811">
                  <c:v>42905</c:v>
                </c:pt>
                <c:pt idx="1812">
                  <c:v>42906</c:v>
                </c:pt>
                <c:pt idx="1813">
                  <c:v>42907</c:v>
                </c:pt>
                <c:pt idx="1814">
                  <c:v>42908</c:v>
                </c:pt>
                <c:pt idx="1815">
                  <c:v>42909</c:v>
                </c:pt>
                <c:pt idx="1816">
                  <c:v>42912</c:v>
                </c:pt>
                <c:pt idx="1817">
                  <c:v>42913</c:v>
                </c:pt>
                <c:pt idx="1818">
                  <c:v>42914</c:v>
                </c:pt>
                <c:pt idx="1819">
                  <c:v>42915</c:v>
                </c:pt>
                <c:pt idx="1820">
                  <c:v>42916</c:v>
                </c:pt>
                <c:pt idx="1821">
                  <c:v>42919</c:v>
                </c:pt>
                <c:pt idx="1822">
                  <c:v>42920</c:v>
                </c:pt>
                <c:pt idx="1823">
                  <c:v>42921</c:v>
                </c:pt>
                <c:pt idx="1824">
                  <c:v>42922</c:v>
                </c:pt>
                <c:pt idx="1825">
                  <c:v>42923</c:v>
                </c:pt>
                <c:pt idx="1826">
                  <c:v>42926</c:v>
                </c:pt>
                <c:pt idx="1827">
                  <c:v>42927</c:v>
                </c:pt>
                <c:pt idx="1828">
                  <c:v>42928</c:v>
                </c:pt>
                <c:pt idx="1829">
                  <c:v>42929</c:v>
                </c:pt>
                <c:pt idx="1830">
                  <c:v>42930</c:v>
                </c:pt>
                <c:pt idx="1831">
                  <c:v>42933</c:v>
                </c:pt>
                <c:pt idx="1832">
                  <c:v>42934</c:v>
                </c:pt>
                <c:pt idx="1833">
                  <c:v>42935</c:v>
                </c:pt>
                <c:pt idx="1834">
                  <c:v>42936</c:v>
                </c:pt>
                <c:pt idx="1835">
                  <c:v>42937</c:v>
                </c:pt>
                <c:pt idx="1836">
                  <c:v>42940</c:v>
                </c:pt>
                <c:pt idx="1837">
                  <c:v>42941</c:v>
                </c:pt>
                <c:pt idx="1838">
                  <c:v>42942</c:v>
                </c:pt>
                <c:pt idx="1839">
                  <c:v>42943</c:v>
                </c:pt>
                <c:pt idx="1840">
                  <c:v>42944</c:v>
                </c:pt>
                <c:pt idx="1841">
                  <c:v>42947</c:v>
                </c:pt>
                <c:pt idx="1842">
                  <c:v>42948</c:v>
                </c:pt>
                <c:pt idx="1843">
                  <c:v>42949</c:v>
                </c:pt>
                <c:pt idx="1844">
                  <c:v>42950</c:v>
                </c:pt>
                <c:pt idx="1845">
                  <c:v>42951</c:v>
                </c:pt>
                <c:pt idx="1846">
                  <c:v>42954</c:v>
                </c:pt>
                <c:pt idx="1847">
                  <c:v>42955</c:v>
                </c:pt>
                <c:pt idx="1848">
                  <c:v>42956</c:v>
                </c:pt>
                <c:pt idx="1849">
                  <c:v>42957</c:v>
                </c:pt>
                <c:pt idx="1850">
                  <c:v>42958</c:v>
                </c:pt>
                <c:pt idx="1851">
                  <c:v>42961</c:v>
                </c:pt>
                <c:pt idx="1852">
                  <c:v>42963</c:v>
                </c:pt>
                <c:pt idx="1853">
                  <c:v>42964</c:v>
                </c:pt>
                <c:pt idx="1854">
                  <c:v>42965</c:v>
                </c:pt>
                <c:pt idx="1855">
                  <c:v>42968</c:v>
                </c:pt>
                <c:pt idx="1856">
                  <c:v>42969</c:v>
                </c:pt>
                <c:pt idx="1857">
                  <c:v>42970</c:v>
                </c:pt>
                <c:pt idx="1858">
                  <c:v>42971</c:v>
                </c:pt>
                <c:pt idx="1859">
                  <c:v>42972</c:v>
                </c:pt>
                <c:pt idx="1860">
                  <c:v>42975</c:v>
                </c:pt>
                <c:pt idx="1861">
                  <c:v>42976</c:v>
                </c:pt>
                <c:pt idx="1862">
                  <c:v>42977</c:v>
                </c:pt>
                <c:pt idx="1863">
                  <c:v>42978</c:v>
                </c:pt>
                <c:pt idx="1864">
                  <c:v>42979</c:v>
                </c:pt>
                <c:pt idx="1865">
                  <c:v>42982</c:v>
                </c:pt>
                <c:pt idx="1866">
                  <c:v>42983</c:v>
                </c:pt>
                <c:pt idx="1867">
                  <c:v>42984</c:v>
                </c:pt>
                <c:pt idx="1868">
                  <c:v>42985</c:v>
                </c:pt>
                <c:pt idx="1869">
                  <c:v>42986</c:v>
                </c:pt>
                <c:pt idx="1870">
                  <c:v>42989</c:v>
                </c:pt>
                <c:pt idx="1871">
                  <c:v>42990</c:v>
                </c:pt>
                <c:pt idx="1872">
                  <c:v>42991</c:v>
                </c:pt>
                <c:pt idx="1873">
                  <c:v>42992</c:v>
                </c:pt>
                <c:pt idx="1874">
                  <c:v>42993</c:v>
                </c:pt>
                <c:pt idx="1875">
                  <c:v>42996</c:v>
                </c:pt>
                <c:pt idx="1876">
                  <c:v>42997</c:v>
                </c:pt>
                <c:pt idx="1877">
                  <c:v>42998</c:v>
                </c:pt>
                <c:pt idx="1878">
                  <c:v>42999</c:v>
                </c:pt>
                <c:pt idx="1879">
                  <c:v>43000</c:v>
                </c:pt>
                <c:pt idx="1880">
                  <c:v>43003</c:v>
                </c:pt>
                <c:pt idx="1881">
                  <c:v>43004</c:v>
                </c:pt>
                <c:pt idx="1882">
                  <c:v>43005</c:v>
                </c:pt>
                <c:pt idx="1883">
                  <c:v>43006</c:v>
                </c:pt>
                <c:pt idx="1884">
                  <c:v>43007</c:v>
                </c:pt>
                <c:pt idx="1885">
                  <c:v>43018</c:v>
                </c:pt>
                <c:pt idx="1886">
                  <c:v>43019</c:v>
                </c:pt>
                <c:pt idx="1887">
                  <c:v>43020</c:v>
                </c:pt>
                <c:pt idx="1888">
                  <c:v>43021</c:v>
                </c:pt>
                <c:pt idx="1889">
                  <c:v>43024</c:v>
                </c:pt>
                <c:pt idx="1890">
                  <c:v>43025</c:v>
                </c:pt>
                <c:pt idx="1891">
                  <c:v>43026</c:v>
                </c:pt>
                <c:pt idx="1892">
                  <c:v>43027</c:v>
                </c:pt>
                <c:pt idx="1893">
                  <c:v>43028</c:v>
                </c:pt>
                <c:pt idx="1894">
                  <c:v>43031</c:v>
                </c:pt>
                <c:pt idx="1895">
                  <c:v>43032</c:v>
                </c:pt>
                <c:pt idx="1896">
                  <c:v>43033</c:v>
                </c:pt>
                <c:pt idx="1897">
                  <c:v>43034</c:v>
                </c:pt>
                <c:pt idx="1898">
                  <c:v>43035</c:v>
                </c:pt>
                <c:pt idx="1899">
                  <c:v>43038</c:v>
                </c:pt>
                <c:pt idx="1900">
                  <c:v>43039</c:v>
                </c:pt>
                <c:pt idx="1901">
                  <c:v>43040</c:v>
                </c:pt>
                <c:pt idx="1902">
                  <c:v>43041</c:v>
                </c:pt>
                <c:pt idx="1903">
                  <c:v>43042</c:v>
                </c:pt>
                <c:pt idx="1904">
                  <c:v>43045</c:v>
                </c:pt>
                <c:pt idx="1905">
                  <c:v>43046</c:v>
                </c:pt>
                <c:pt idx="1906">
                  <c:v>43047</c:v>
                </c:pt>
                <c:pt idx="1907">
                  <c:v>43048</c:v>
                </c:pt>
                <c:pt idx="1908">
                  <c:v>43049</c:v>
                </c:pt>
                <c:pt idx="1909">
                  <c:v>43052</c:v>
                </c:pt>
                <c:pt idx="1910">
                  <c:v>43053</c:v>
                </c:pt>
                <c:pt idx="1911">
                  <c:v>43054</c:v>
                </c:pt>
                <c:pt idx="1912">
                  <c:v>43055</c:v>
                </c:pt>
                <c:pt idx="1913">
                  <c:v>43056</c:v>
                </c:pt>
                <c:pt idx="1914">
                  <c:v>43059</c:v>
                </c:pt>
                <c:pt idx="1915">
                  <c:v>43060</c:v>
                </c:pt>
                <c:pt idx="1916">
                  <c:v>43061</c:v>
                </c:pt>
                <c:pt idx="1917">
                  <c:v>43062</c:v>
                </c:pt>
                <c:pt idx="1918">
                  <c:v>43063</c:v>
                </c:pt>
                <c:pt idx="1919">
                  <c:v>43066</c:v>
                </c:pt>
                <c:pt idx="1920">
                  <c:v>43067</c:v>
                </c:pt>
                <c:pt idx="1921">
                  <c:v>43068</c:v>
                </c:pt>
                <c:pt idx="1922">
                  <c:v>43069</c:v>
                </c:pt>
                <c:pt idx="1923">
                  <c:v>43070</c:v>
                </c:pt>
                <c:pt idx="1924">
                  <c:v>43073</c:v>
                </c:pt>
                <c:pt idx="1925">
                  <c:v>43074</c:v>
                </c:pt>
                <c:pt idx="1926">
                  <c:v>43075</c:v>
                </c:pt>
                <c:pt idx="1927">
                  <c:v>43076</c:v>
                </c:pt>
                <c:pt idx="1928">
                  <c:v>43077</c:v>
                </c:pt>
                <c:pt idx="1929">
                  <c:v>43080</c:v>
                </c:pt>
                <c:pt idx="1930">
                  <c:v>43081</c:v>
                </c:pt>
                <c:pt idx="1931">
                  <c:v>43082</c:v>
                </c:pt>
                <c:pt idx="1932">
                  <c:v>43083</c:v>
                </c:pt>
                <c:pt idx="1933">
                  <c:v>43084</c:v>
                </c:pt>
                <c:pt idx="1934">
                  <c:v>43087</c:v>
                </c:pt>
                <c:pt idx="1935">
                  <c:v>43088</c:v>
                </c:pt>
                <c:pt idx="1936">
                  <c:v>43089</c:v>
                </c:pt>
                <c:pt idx="1937">
                  <c:v>43090</c:v>
                </c:pt>
                <c:pt idx="1938">
                  <c:v>43091</c:v>
                </c:pt>
                <c:pt idx="1939">
                  <c:v>43095</c:v>
                </c:pt>
                <c:pt idx="1940">
                  <c:v>43096</c:v>
                </c:pt>
                <c:pt idx="1941">
                  <c:v>43097</c:v>
                </c:pt>
                <c:pt idx="1942">
                  <c:v>43102</c:v>
                </c:pt>
                <c:pt idx="1943">
                  <c:v>43103</c:v>
                </c:pt>
                <c:pt idx="1944">
                  <c:v>43104</c:v>
                </c:pt>
                <c:pt idx="1945">
                  <c:v>43105</c:v>
                </c:pt>
                <c:pt idx="1946">
                  <c:v>43108</c:v>
                </c:pt>
                <c:pt idx="1947">
                  <c:v>43109</c:v>
                </c:pt>
                <c:pt idx="1948">
                  <c:v>43110</c:v>
                </c:pt>
                <c:pt idx="1949">
                  <c:v>43111</c:v>
                </c:pt>
                <c:pt idx="1950">
                  <c:v>43112</c:v>
                </c:pt>
                <c:pt idx="1951">
                  <c:v>43115</c:v>
                </c:pt>
                <c:pt idx="1952">
                  <c:v>43116</c:v>
                </c:pt>
                <c:pt idx="1953">
                  <c:v>43117</c:v>
                </c:pt>
                <c:pt idx="1954">
                  <c:v>43118</c:v>
                </c:pt>
                <c:pt idx="1955">
                  <c:v>43119</c:v>
                </c:pt>
                <c:pt idx="1956">
                  <c:v>43122</c:v>
                </c:pt>
                <c:pt idx="1957">
                  <c:v>43123</c:v>
                </c:pt>
                <c:pt idx="1958">
                  <c:v>43124</c:v>
                </c:pt>
                <c:pt idx="1959">
                  <c:v>43125</c:v>
                </c:pt>
                <c:pt idx="1960">
                  <c:v>43126</c:v>
                </c:pt>
                <c:pt idx="1961">
                  <c:v>43129</c:v>
                </c:pt>
                <c:pt idx="1962">
                  <c:v>43130</c:v>
                </c:pt>
                <c:pt idx="1963">
                  <c:v>43131</c:v>
                </c:pt>
                <c:pt idx="1964">
                  <c:v>43132</c:v>
                </c:pt>
                <c:pt idx="1965">
                  <c:v>43133</c:v>
                </c:pt>
                <c:pt idx="1966">
                  <c:v>43136</c:v>
                </c:pt>
                <c:pt idx="1967">
                  <c:v>43137</c:v>
                </c:pt>
                <c:pt idx="1968">
                  <c:v>43138</c:v>
                </c:pt>
                <c:pt idx="1969">
                  <c:v>43139</c:v>
                </c:pt>
                <c:pt idx="1970">
                  <c:v>43140</c:v>
                </c:pt>
                <c:pt idx="1971">
                  <c:v>43143</c:v>
                </c:pt>
                <c:pt idx="1972">
                  <c:v>43144</c:v>
                </c:pt>
                <c:pt idx="1973">
                  <c:v>43145</c:v>
                </c:pt>
                <c:pt idx="1974">
                  <c:v>43150</c:v>
                </c:pt>
                <c:pt idx="1975">
                  <c:v>43151</c:v>
                </c:pt>
                <c:pt idx="1976">
                  <c:v>43152</c:v>
                </c:pt>
                <c:pt idx="1977">
                  <c:v>43153</c:v>
                </c:pt>
                <c:pt idx="1978">
                  <c:v>43154</c:v>
                </c:pt>
                <c:pt idx="1979">
                  <c:v>43157</c:v>
                </c:pt>
                <c:pt idx="1980">
                  <c:v>43158</c:v>
                </c:pt>
                <c:pt idx="1981">
                  <c:v>43159</c:v>
                </c:pt>
                <c:pt idx="1982">
                  <c:v>43161</c:v>
                </c:pt>
                <c:pt idx="1983">
                  <c:v>43164</c:v>
                </c:pt>
                <c:pt idx="1984">
                  <c:v>43165</c:v>
                </c:pt>
                <c:pt idx="1985">
                  <c:v>43166</c:v>
                </c:pt>
                <c:pt idx="1986">
                  <c:v>43167</c:v>
                </c:pt>
                <c:pt idx="1987">
                  <c:v>43168</c:v>
                </c:pt>
                <c:pt idx="1988">
                  <c:v>43171</c:v>
                </c:pt>
                <c:pt idx="1989">
                  <c:v>43172</c:v>
                </c:pt>
                <c:pt idx="1990">
                  <c:v>43173</c:v>
                </c:pt>
                <c:pt idx="1991">
                  <c:v>43174</c:v>
                </c:pt>
                <c:pt idx="1992">
                  <c:v>43175</c:v>
                </c:pt>
                <c:pt idx="1993">
                  <c:v>43178</c:v>
                </c:pt>
                <c:pt idx="1994">
                  <c:v>43179</c:v>
                </c:pt>
                <c:pt idx="1995">
                  <c:v>43180</c:v>
                </c:pt>
                <c:pt idx="1996">
                  <c:v>43181</c:v>
                </c:pt>
                <c:pt idx="1997">
                  <c:v>43182</c:v>
                </c:pt>
                <c:pt idx="1998">
                  <c:v>43185</c:v>
                </c:pt>
                <c:pt idx="1999">
                  <c:v>43186</c:v>
                </c:pt>
                <c:pt idx="2000">
                  <c:v>43187</c:v>
                </c:pt>
                <c:pt idx="2001">
                  <c:v>43188</c:v>
                </c:pt>
                <c:pt idx="2002">
                  <c:v>43189</c:v>
                </c:pt>
                <c:pt idx="2003">
                  <c:v>43192</c:v>
                </c:pt>
                <c:pt idx="2004">
                  <c:v>43193</c:v>
                </c:pt>
                <c:pt idx="2005">
                  <c:v>43194</c:v>
                </c:pt>
                <c:pt idx="2006">
                  <c:v>43195</c:v>
                </c:pt>
                <c:pt idx="2007">
                  <c:v>43196</c:v>
                </c:pt>
                <c:pt idx="2008">
                  <c:v>43199</c:v>
                </c:pt>
                <c:pt idx="2009">
                  <c:v>43200</c:v>
                </c:pt>
                <c:pt idx="2010">
                  <c:v>43201</c:v>
                </c:pt>
                <c:pt idx="2011">
                  <c:v>43202</c:v>
                </c:pt>
                <c:pt idx="2012">
                  <c:v>43203</c:v>
                </c:pt>
                <c:pt idx="2013">
                  <c:v>43206</c:v>
                </c:pt>
                <c:pt idx="2014">
                  <c:v>43207</c:v>
                </c:pt>
                <c:pt idx="2015">
                  <c:v>43208</c:v>
                </c:pt>
                <c:pt idx="2016">
                  <c:v>43209</c:v>
                </c:pt>
                <c:pt idx="2017">
                  <c:v>43210</c:v>
                </c:pt>
                <c:pt idx="2018">
                  <c:v>43213</c:v>
                </c:pt>
                <c:pt idx="2019">
                  <c:v>43214</c:v>
                </c:pt>
                <c:pt idx="2020">
                  <c:v>43215</c:v>
                </c:pt>
                <c:pt idx="2021">
                  <c:v>43216</c:v>
                </c:pt>
                <c:pt idx="2022">
                  <c:v>43217</c:v>
                </c:pt>
                <c:pt idx="2023">
                  <c:v>43220</c:v>
                </c:pt>
                <c:pt idx="2024">
                  <c:v>43222</c:v>
                </c:pt>
                <c:pt idx="2025">
                  <c:v>43223</c:v>
                </c:pt>
                <c:pt idx="2026">
                  <c:v>43224</c:v>
                </c:pt>
                <c:pt idx="2027">
                  <c:v>43228</c:v>
                </c:pt>
                <c:pt idx="2028">
                  <c:v>43229</c:v>
                </c:pt>
                <c:pt idx="2029">
                  <c:v>43230</c:v>
                </c:pt>
                <c:pt idx="2030">
                  <c:v>43231</c:v>
                </c:pt>
                <c:pt idx="2031">
                  <c:v>43234</c:v>
                </c:pt>
                <c:pt idx="2032">
                  <c:v>43235</c:v>
                </c:pt>
                <c:pt idx="2033">
                  <c:v>43236</c:v>
                </c:pt>
                <c:pt idx="2034">
                  <c:v>43237</c:v>
                </c:pt>
                <c:pt idx="2035">
                  <c:v>43238</c:v>
                </c:pt>
                <c:pt idx="2036">
                  <c:v>43241</c:v>
                </c:pt>
                <c:pt idx="2037">
                  <c:v>43243</c:v>
                </c:pt>
                <c:pt idx="2038">
                  <c:v>43244</c:v>
                </c:pt>
                <c:pt idx="2039">
                  <c:v>43245</c:v>
                </c:pt>
                <c:pt idx="2040">
                  <c:v>43248</c:v>
                </c:pt>
                <c:pt idx="2041">
                  <c:v>43249</c:v>
                </c:pt>
                <c:pt idx="2042">
                  <c:v>43250</c:v>
                </c:pt>
                <c:pt idx="2043">
                  <c:v>43251</c:v>
                </c:pt>
                <c:pt idx="2044">
                  <c:v>43252</c:v>
                </c:pt>
                <c:pt idx="2045">
                  <c:v>43255</c:v>
                </c:pt>
                <c:pt idx="2046">
                  <c:v>43256</c:v>
                </c:pt>
                <c:pt idx="2047">
                  <c:v>43258</c:v>
                </c:pt>
                <c:pt idx="2048">
                  <c:v>43259</c:v>
                </c:pt>
                <c:pt idx="2049">
                  <c:v>43262</c:v>
                </c:pt>
                <c:pt idx="2050">
                  <c:v>43263</c:v>
                </c:pt>
                <c:pt idx="2051">
                  <c:v>43265</c:v>
                </c:pt>
                <c:pt idx="2052">
                  <c:v>43266</c:v>
                </c:pt>
                <c:pt idx="2053">
                  <c:v>43269</c:v>
                </c:pt>
                <c:pt idx="2054">
                  <c:v>43270</c:v>
                </c:pt>
                <c:pt idx="2055">
                  <c:v>43271</c:v>
                </c:pt>
                <c:pt idx="2056">
                  <c:v>43272</c:v>
                </c:pt>
                <c:pt idx="2057">
                  <c:v>43273</c:v>
                </c:pt>
                <c:pt idx="2058">
                  <c:v>43276</c:v>
                </c:pt>
                <c:pt idx="2059">
                  <c:v>43277</c:v>
                </c:pt>
                <c:pt idx="2060">
                  <c:v>43278</c:v>
                </c:pt>
                <c:pt idx="2061">
                  <c:v>43279</c:v>
                </c:pt>
                <c:pt idx="2062">
                  <c:v>43280</c:v>
                </c:pt>
                <c:pt idx="2063">
                  <c:v>43283</c:v>
                </c:pt>
                <c:pt idx="2064">
                  <c:v>43284</c:v>
                </c:pt>
                <c:pt idx="2065">
                  <c:v>43285</c:v>
                </c:pt>
                <c:pt idx="2066">
                  <c:v>43286</c:v>
                </c:pt>
                <c:pt idx="2067">
                  <c:v>43287</c:v>
                </c:pt>
                <c:pt idx="2068">
                  <c:v>43290</c:v>
                </c:pt>
                <c:pt idx="2069">
                  <c:v>43291</c:v>
                </c:pt>
                <c:pt idx="2070">
                  <c:v>43292</c:v>
                </c:pt>
                <c:pt idx="2071">
                  <c:v>43293</c:v>
                </c:pt>
                <c:pt idx="2072">
                  <c:v>43294</c:v>
                </c:pt>
                <c:pt idx="2073">
                  <c:v>43297</c:v>
                </c:pt>
                <c:pt idx="2074">
                  <c:v>43298</c:v>
                </c:pt>
                <c:pt idx="2075">
                  <c:v>43299</c:v>
                </c:pt>
                <c:pt idx="2076">
                  <c:v>43300</c:v>
                </c:pt>
                <c:pt idx="2077">
                  <c:v>43301</c:v>
                </c:pt>
                <c:pt idx="2078">
                  <c:v>43304</c:v>
                </c:pt>
                <c:pt idx="2079">
                  <c:v>43305</c:v>
                </c:pt>
                <c:pt idx="2080">
                  <c:v>43306</c:v>
                </c:pt>
                <c:pt idx="2081">
                  <c:v>43307</c:v>
                </c:pt>
                <c:pt idx="2082">
                  <c:v>43308</c:v>
                </c:pt>
                <c:pt idx="2083">
                  <c:v>43311</c:v>
                </c:pt>
                <c:pt idx="2084">
                  <c:v>43312</c:v>
                </c:pt>
                <c:pt idx="2085">
                  <c:v>43313</c:v>
                </c:pt>
                <c:pt idx="2086">
                  <c:v>43314</c:v>
                </c:pt>
                <c:pt idx="2087">
                  <c:v>43315</c:v>
                </c:pt>
                <c:pt idx="2088">
                  <c:v>43318</c:v>
                </c:pt>
                <c:pt idx="2089">
                  <c:v>43319</c:v>
                </c:pt>
                <c:pt idx="2090">
                  <c:v>43320</c:v>
                </c:pt>
                <c:pt idx="2091">
                  <c:v>43321</c:v>
                </c:pt>
                <c:pt idx="2092">
                  <c:v>43322</c:v>
                </c:pt>
                <c:pt idx="2093">
                  <c:v>43325</c:v>
                </c:pt>
                <c:pt idx="2094">
                  <c:v>43326</c:v>
                </c:pt>
                <c:pt idx="2095">
                  <c:v>43328</c:v>
                </c:pt>
                <c:pt idx="2096">
                  <c:v>43329</c:v>
                </c:pt>
                <c:pt idx="2097">
                  <c:v>43332</c:v>
                </c:pt>
                <c:pt idx="2098">
                  <c:v>43333</c:v>
                </c:pt>
                <c:pt idx="2099">
                  <c:v>43334</c:v>
                </c:pt>
                <c:pt idx="2100">
                  <c:v>43335</c:v>
                </c:pt>
                <c:pt idx="2101">
                  <c:v>43336</c:v>
                </c:pt>
                <c:pt idx="2102">
                  <c:v>43339</c:v>
                </c:pt>
                <c:pt idx="2103">
                  <c:v>43340</c:v>
                </c:pt>
                <c:pt idx="2104">
                  <c:v>43341</c:v>
                </c:pt>
                <c:pt idx="2105">
                  <c:v>43342</c:v>
                </c:pt>
                <c:pt idx="2106">
                  <c:v>43343</c:v>
                </c:pt>
                <c:pt idx="2107">
                  <c:v>43346</c:v>
                </c:pt>
                <c:pt idx="2108">
                  <c:v>43347</c:v>
                </c:pt>
                <c:pt idx="2109">
                  <c:v>43348</c:v>
                </c:pt>
                <c:pt idx="2110">
                  <c:v>43349</c:v>
                </c:pt>
                <c:pt idx="2111">
                  <c:v>43350</c:v>
                </c:pt>
                <c:pt idx="2112">
                  <c:v>43353</c:v>
                </c:pt>
                <c:pt idx="2113">
                  <c:v>43354</c:v>
                </c:pt>
                <c:pt idx="2114">
                  <c:v>43355</c:v>
                </c:pt>
                <c:pt idx="2115">
                  <c:v>43356</c:v>
                </c:pt>
                <c:pt idx="2116">
                  <c:v>43357</c:v>
                </c:pt>
                <c:pt idx="2117">
                  <c:v>43360</c:v>
                </c:pt>
                <c:pt idx="2118">
                  <c:v>43361</c:v>
                </c:pt>
                <c:pt idx="2119">
                  <c:v>43362</c:v>
                </c:pt>
                <c:pt idx="2120">
                  <c:v>43363</c:v>
                </c:pt>
                <c:pt idx="2121">
                  <c:v>43364</c:v>
                </c:pt>
                <c:pt idx="2122">
                  <c:v>43370</c:v>
                </c:pt>
                <c:pt idx="2123">
                  <c:v>43371</c:v>
                </c:pt>
                <c:pt idx="2124">
                  <c:v>43374</c:v>
                </c:pt>
                <c:pt idx="2125">
                  <c:v>43375</c:v>
                </c:pt>
                <c:pt idx="2126">
                  <c:v>43377</c:v>
                </c:pt>
                <c:pt idx="2127">
                  <c:v>43378</c:v>
                </c:pt>
                <c:pt idx="2128">
                  <c:v>43381</c:v>
                </c:pt>
                <c:pt idx="2129">
                  <c:v>43383</c:v>
                </c:pt>
                <c:pt idx="2130">
                  <c:v>43384</c:v>
                </c:pt>
                <c:pt idx="2131">
                  <c:v>43385</c:v>
                </c:pt>
                <c:pt idx="2132">
                  <c:v>43388</c:v>
                </c:pt>
                <c:pt idx="2133">
                  <c:v>43389</c:v>
                </c:pt>
                <c:pt idx="2134">
                  <c:v>43390</c:v>
                </c:pt>
                <c:pt idx="2135">
                  <c:v>43391</c:v>
                </c:pt>
                <c:pt idx="2136">
                  <c:v>43392</c:v>
                </c:pt>
                <c:pt idx="2137">
                  <c:v>43395</c:v>
                </c:pt>
                <c:pt idx="2138">
                  <c:v>43396</c:v>
                </c:pt>
                <c:pt idx="2139">
                  <c:v>43397</c:v>
                </c:pt>
                <c:pt idx="2140">
                  <c:v>43398</c:v>
                </c:pt>
                <c:pt idx="2141">
                  <c:v>43399</c:v>
                </c:pt>
                <c:pt idx="2142">
                  <c:v>43402</c:v>
                </c:pt>
                <c:pt idx="2143">
                  <c:v>43403</c:v>
                </c:pt>
                <c:pt idx="2144">
                  <c:v>43404</c:v>
                </c:pt>
                <c:pt idx="2145">
                  <c:v>43405</c:v>
                </c:pt>
                <c:pt idx="2146">
                  <c:v>43406</c:v>
                </c:pt>
                <c:pt idx="2147">
                  <c:v>43409</c:v>
                </c:pt>
                <c:pt idx="2148">
                  <c:v>43410</c:v>
                </c:pt>
                <c:pt idx="2149">
                  <c:v>43411</c:v>
                </c:pt>
                <c:pt idx="2150">
                  <c:v>43412</c:v>
                </c:pt>
                <c:pt idx="2151">
                  <c:v>43413</c:v>
                </c:pt>
                <c:pt idx="2152">
                  <c:v>43416</c:v>
                </c:pt>
                <c:pt idx="2153">
                  <c:v>43417</c:v>
                </c:pt>
                <c:pt idx="2154">
                  <c:v>43418</c:v>
                </c:pt>
                <c:pt idx="2155">
                  <c:v>43419</c:v>
                </c:pt>
                <c:pt idx="2156">
                  <c:v>43420</c:v>
                </c:pt>
                <c:pt idx="2157">
                  <c:v>43423</c:v>
                </c:pt>
                <c:pt idx="2158">
                  <c:v>43424</c:v>
                </c:pt>
                <c:pt idx="2159">
                  <c:v>43425</c:v>
                </c:pt>
                <c:pt idx="2160">
                  <c:v>43426</c:v>
                </c:pt>
                <c:pt idx="2161">
                  <c:v>43427</c:v>
                </c:pt>
                <c:pt idx="2162">
                  <c:v>43430</c:v>
                </c:pt>
                <c:pt idx="2163">
                  <c:v>43431</c:v>
                </c:pt>
                <c:pt idx="2164">
                  <c:v>43432</c:v>
                </c:pt>
                <c:pt idx="2165">
                  <c:v>43433</c:v>
                </c:pt>
                <c:pt idx="2166">
                  <c:v>43434</c:v>
                </c:pt>
                <c:pt idx="2167">
                  <c:v>43437</c:v>
                </c:pt>
                <c:pt idx="2168">
                  <c:v>43438</c:v>
                </c:pt>
                <c:pt idx="2169">
                  <c:v>43439</c:v>
                </c:pt>
                <c:pt idx="2170">
                  <c:v>43440</c:v>
                </c:pt>
                <c:pt idx="2171">
                  <c:v>43441</c:v>
                </c:pt>
                <c:pt idx="2172">
                  <c:v>43444</c:v>
                </c:pt>
                <c:pt idx="2173">
                  <c:v>43445</c:v>
                </c:pt>
                <c:pt idx="2174">
                  <c:v>43446</c:v>
                </c:pt>
                <c:pt idx="2175">
                  <c:v>43447</c:v>
                </c:pt>
                <c:pt idx="2176">
                  <c:v>43448</c:v>
                </c:pt>
                <c:pt idx="2177">
                  <c:v>43451</c:v>
                </c:pt>
                <c:pt idx="2178">
                  <c:v>43452</c:v>
                </c:pt>
                <c:pt idx="2179">
                  <c:v>43453</c:v>
                </c:pt>
                <c:pt idx="2180">
                  <c:v>43454</c:v>
                </c:pt>
                <c:pt idx="2181">
                  <c:v>43455</c:v>
                </c:pt>
                <c:pt idx="2182">
                  <c:v>43458</c:v>
                </c:pt>
                <c:pt idx="2183">
                  <c:v>43460</c:v>
                </c:pt>
                <c:pt idx="2184">
                  <c:v>43461</c:v>
                </c:pt>
                <c:pt idx="2185">
                  <c:v>43462</c:v>
                </c:pt>
                <c:pt idx="2186">
                  <c:v>43467</c:v>
                </c:pt>
                <c:pt idx="2187">
                  <c:v>43468</c:v>
                </c:pt>
                <c:pt idx="2188">
                  <c:v>43469</c:v>
                </c:pt>
                <c:pt idx="2189">
                  <c:v>43472</c:v>
                </c:pt>
                <c:pt idx="2190">
                  <c:v>43473</c:v>
                </c:pt>
                <c:pt idx="2191">
                  <c:v>43474</c:v>
                </c:pt>
                <c:pt idx="2192">
                  <c:v>43475</c:v>
                </c:pt>
                <c:pt idx="2193">
                  <c:v>43476</c:v>
                </c:pt>
                <c:pt idx="2194">
                  <c:v>43479</c:v>
                </c:pt>
                <c:pt idx="2195">
                  <c:v>43480</c:v>
                </c:pt>
                <c:pt idx="2196">
                  <c:v>43481</c:v>
                </c:pt>
                <c:pt idx="2197">
                  <c:v>43482</c:v>
                </c:pt>
                <c:pt idx="2198">
                  <c:v>43483</c:v>
                </c:pt>
                <c:pt idx="2199">
                  <c:v>43486</c:v>
                </c:pt>
                <c:pt idx="2200">
                  <c:v>43487</c:v>
                </c:pt>
                <c:pt idx="2201">
                  <c:v>43488</c:v>
                </c:pt>
                <c:pt idx="2202">
                  <c:v>43489</c:v>
                </c:pt>
                <c:pt idx="2203">
                  <c:v>43490</c:v>
                </c:pt>
                <c:pt idx="2204">
                  <c:v>43493</c:v>
                </c:pt>
                <c:pt idx="2205">
                  <c:v>43494</c:v>
                </c:pt>
                <c:pt idx="2206">
                  <c:v>43495</c:v>
                </c:pt>
                <c:pt idx="2207">
                  <c:v>43496</c:v>
                </c:pt>
                <c:pt idx="2208">
                  <c:v>43497</c:v>
                </c:pt>
                <c:pt idx="2209">
                  <c:v>43503</c:v>
                </c:pt>
                <c:pt idx="2210">
                  <c:v>43504</c:v>
                </c:pt>
                <c:pt idx="2211">
                  <c:v>43507</c:v>
                </c:pt>
                <c:pt idx="2212">
                  <c:v>43508</c:v>
                </c:pt>
                <c:pt idx="2213">
                  <c:v>43509</c:v>
                </c:pt>
                <c:pt idx="2214">
                  <c:v>43510</c:v>
                </c:pt>
                <c:pt idx="2215">
                  <c:v>43511</c:v>
                </c:pt>
                <c:pt idx="2216">
                  <c:v>43514</c:v>
                </c:pt>
                <c:pt idx="2217">
                  <c:v>43515</c:v>
                </c:pt>
                <c:pt idx="2218">
                  <c:v>43516</c:v>
                </c:pt>
                <c:pt idx="2219">
                  <c:v>43517</c:v>
                </c:pt>
                <c:pt idx="2220">
                  <c:v>43518</c:v>
                </c:pt>
                <c:pt idx="2221">
                  <c:v>43521</c:v>
                </c:pt>
                <c:pt idx="2222">
                  <c:v>43522</c:v>
                </c:pt>
                <c:pt idx="2223">
                  <c:v>43523</c:v>
                </c:pt>
                <c:pt idx="2224">
                  <c:v>43524</c:v>
                </c:pt>
                <c:pt idx="2225">
                  <c:v>43528</c:v>
                </c:pt>
                <c:pt idx="2226">
                  <c:v>43529</c:v>
                </c:pt>
                <c:pt idx="2227">
                  <c:v>43530</c:v>
                </c:pt>
                <c:pt idx="2228">
                  <c:v>43531</c:v>
                </c:pt>
                <c:pt idx="2229">
                  <c:v>43532</c:v>
                </c:pt>
                <c:pt idx="2230">
                  <c:v>43535</c:v>
                </c:pt>
                <c:pt idx="2231">
                  <c:v>43536</c:v>
                </c:pt>
                <c:pt idx="2232">
                  <c:v>43537</c:v>
                </c:pt>
                <c:pt idx="2233">
                  <c:v>43538</c:v>
                </c:pt>
                <c:pt idx="2234">
                  <c:v>43539</c:v>
                </c:pt>
                <c:pt idx="2235">
                  <c:v>43542</c:v>
                </c:pt>
                <c:pt idx="2236">
                  <c:v>43543</c:v>
                </c:pt>
                <c:pt idx="2237">
                  <c:v>43544</c:v>
                </c:pt>
                <c:pt idx="2238">
                  <c:v>43545</c:v>
                </c:pt>
                <c:pt idx="2239">
                  <c:v>43546</c:v>
                </c:pt>
                <c:pt idx="2240">
                  <c:v>43549</c:v>
                </c:pt>
                <c:pt idx="2241">
                  <c:v>43550</c:v>
                </c:pt>
                <c:pt idx="2242">
                  <c:v>43551</c:v>
                </c:pt>
                <c:pt idx="2243">
                  <c:v>43552</c:v>
                </c:pt>
                <c:pt idx="2244">
                  <c:v>43553</c:v>
                </c:pt>
                <c:pt idx="2245">
                  <c:v>43556</c:v>
                </c:pt>
                <c:pt idx="2246">
                  <c:v>43557</c:v>
                </c:pt>
                <c:pt idx="2247">
                  <c:v>43558</c:v>
                </c:pt>
                <c:pt idx="2248">
                  <c:v>43559</c:v>
                </c:pt>
                <c:pt idx="2249">
                  <c:v>43560</c:v>
                </c:pt>
                <c:pt idx="2250">
                  <c:v>43563</c:v>
                </c:pt>
                <c:pt idx="2251">
                  <c:v>43564</c:v>
                </c:pt>
                <c:pt idx="2252">
                  <c:v>43565</c:v>
                </c:pt>
                <c:pt idx="2253">
                  <c:v>43566</c:v>
                </c:pt>
                <c:pt idx="2254">
                  <c:v>43567</c:v>
                </c:pt>
                <c:pt idx="2255">
                  <c:v>43570</c:v>
                </c:pt>
                <c:pt idx="2256">
                  <c:v>43571</c:v>
                </c:pt>
                <c:pt idx="2257">
                  <c:v>43572</c:v>
                </c:pt>
                <c:pt idx="2258">
                  <c:v>43573</c:v>
                </c:pt>
                <c:pt idx="2259">
                  <c:v>43574</c:v>
                </c:pt>
                <c:pt idx="2260">
                  <c:v>43577</c:v>
                </c:pt>
                <c:pt idx="2261">
                  <c:v>43578</c:v>
                </c:pt>
                <c:pt idx="2262">
                  <c:v>43579</c:v>
                </c:pt>
                <c:pt idx="2263">
                  <c:v>43580</c:v>
                </c:pt>
                <c:pt idx="2264">
                  <c:v>43581</c:v>
                </c:pt>
                <c:pt idx="2265">
                  <c:v>43584</c:v>
                </c:pt>
                <c:pt idx="2266">
                  <c:v>43585</c:v>
                </c:pt>
                <c:pt idx="2267">
                  <c:v>43587</c:v>
                </c:pt>
                <c:pt idx="2268">
                  <c:v>43588</c:v>
                </c:pt>
                <c:pt idx="2269">
                  <c:v>43592</c:v>
                </c:pt>
                <c:pt idx="2270">
                  <c:v>43593</c:v>
                </c:pt>
                <c:pt idx="2271">
                  <c:v>43594</c:v>
                </c:pt>
                <c:pt idx="2272">
                  <c:v>43595</c:v>
                </c:pt>
                <c:pt idx="2273">
                  <c:v>43598</c:v>
                </c:pt>
                <c:pt idx="2274">
                  <c:v>43599</c:v>
                </c:pt>
                <c:pt idx="2275">
                  <c:v>43600</c:v>
                </c:pt>
                <c:pt idx="2276">
                  <c:v>43601</c:v>
                </c:pt>
                <c:pt idx="2277">
                  <c:v>43602</c:v>
                </c:pt>
                <c:pt idx="2278">
                  <c:v>43605</c:v>
                </c:pt>
                <c:pt idx="2279">
                  <c:v>43606</c:v>
                </c:pt>
                <c:pt idx="2280">
                  <c:v>43607</c:v>
                </c:pt>
                <c:pt idx="2281">
                  <c:v>43608</c:v>
                </c:pt>
                <c:pt idx="2282">
                  <c:v>43609</c:v>
                </c:pt>
                <c:pt idx="2283">
                  <c:v>43612</c:v>
                </c:pt>
                <c:pt idx="2284">
                  <c:v>43613</c:v>
                </c:pt>
                <c:pt idx="2285">
                  <c:v>43614</c:v>
                </c:pt>
                <c:pt idx="2286">
                  <c:v>43615</c:v>
                </c:pt>
                <c:pt idx="2287">
                  <c:v>43616</c:v>
                </c:pt>
                <c:pt idx="2288">
                  <c:v>43619</c:v>
                </c:pt>
                <c:pt idx="2289">
                  <c:v>43620</c:v>
                </c:pt>
                <c:pt idx="2290">
                  <c:v>43621</c:v>
                </c:pt>
                <c:pt idx="2291">
                  <c:v>43623</c:v>
                </c:pt>
                <c:pt idx="2292">
                  <c:v>43626</c:v>
                </c:pt>
                <c:pt idx="2293">
                  <c:v>43627</c:v>
                </c:pt>
                <c:pt idx="2294">
                  <c:v>43628</c:v>
                </c:pt>
                <c:pt idx="2295">
                  <c:v>43629</c:v>
                </c:pt>
                <c:pt idx="2296">
                  <c:v>43630</c:v>
                </c:pt>
                <c:pt idx="2297">
                  <c:v>43633</c:v>
                </c:pt>
                <c:pt idx="2298">
                  <c:v>43634</c:v>
                </c:pt>
                <c:pt idx="2299">
                  <c:v>43635</c:v>
                </c:pt>
                <c:pt idx="2300">
                  <c:v>43636</c:v>
                </c:pt>
                <c:pt idx="2301">
                  <c:v>43637</c:v>
                </c:pt>
                <c:pt idx="2302">
                  <c:v>43640</c:v>
                </c:pt>
                <c:pt idx="2303">
                  <c:v>43641</c:v>
                </c:pt>
                <c:pt idx="2304">
                  <c:v>43642</c:v>
                </c:pt>
                <c:pt idx="2305">
                  <c:v>43643</c:v>
                </c:pt>
                <c:pt idx="2306">
                  <c:v>43644</c:v>
                </c:pt>
                <c:pt idx="2307">
                  <c:v>43647</c:v>
                </c:pt>
                <c:pt idx="2308">
                  <c:v>43648</c:v>
                </c:pt>
                <c:pt idx="2309">
                  <c:v>43649</c:v>
                </c:pt>
                <c:pt idx="2310">
                  <c:v>43650</c:v>
                </c:pt>
                <c:pt idx="2311">
                  <c:v>43651</c:v>
                </c:pt>
                <c:pt idx="2312">
                  <c:v>43654</c:v>
                </c:pt>
                <c:pt idx="2313">
                  <c:v>43655</c:v>
                </c:pt>
                <c:pt idx="2314">
                  <c:v>43656</c:v>
                </c:pt>
                <c:pt idx="2315">
                  <c:v>43657</c:v>
                </c:pt>
                <c:pt idx="2316">
                  <c:v>43658</c:v>
                </c:pt>
                <c:pt idx="2317">
                  <c:v>43661</c:v>
                </c:pt>
                <c:pt idx="2318">
                  <c:v>43662</c:v>
                </c:pt>
                <c:pt idx="2319">
                  <c:v>43663</c:v>
                </c:pt>
                <c:pt idx="2320">
                  <c:v>43664</c:v>
                </c:pt>
                <c:pt idx="2321">
                  <c:v>43665</c:v>
                </c:pt>
                <c:pt idx="2322">
                  <c:v>43668</c:v>
                </c:pt>
                <c:pt idx="2323">
                  <c:v>43669</c:v>
                </c:pt>
                <c:pt idx="2324">
                  <c:v>43670</c:v>
                </c:pt>
                <c:pt idx="2325">
                  <c:v>43671</c:v>
                </c:pt>
                <c:pt idx="2326">
                  <c:v>43672</c:v>
                </c:pt>
                <c:pt idx="2327">
                  <c:v>43675</c:v>
                </c:pt>
                <c:pt idx="2328">
                  <c:v>43676</c:v>
                </c:pt>
                <c:pt idx="2329">
                  <c:v>43677</c:v>
                </c:pt>
                <c:pt idx="2330">
                  <c:v>43678</c:v>
                </c:pt>
                <c:pt idx="2331">
                  <c:v>43679</c:v>
                </c:pt>
                <c:pt idx="2332">
                  <c:v>43682</c:v>
                </c:pt>
                <c:pt idx="2333">
                  <c:v>43683</c:v>
                </c:pt>
                <c:pt idx="2334">
                  <c:v>43684</c:v>
                </c:pt>
                <c:pt idx="2335">
                  <c:v>43685</c:v>
                </c:pt>
                <c:pt idx="2336">
                  <c:v>43686</c:v>
                </c:pt>
                <c:pt idx="2337">
                  <c:v>43689</c:v>
                </c:pt>
                <c:pt idx="2338">
                  <c:v>43690</c:v>
                </c:pt>
                <c:pt idx="2339">
                  <c:v>43691</c:v>
                </c:pt>
                <c:pt idx="2340">
                  <c:v>43693</c:v>
                </c:pt>
                <c:pt idx="2341">
                  <c:v>43696</c:v>
                </c:pt>
                <c:pt idx="2342">
                  <c:v>43697</c:v>
                </c:pt>
                <c:pt idx="2343">
                  <c:v>43698</c:v>
                </c:pt>
                <c:pt idx="2344">
                  <c:v>43699</c:v>
                </c:pt>
                <c:pt idx="2345">
                  <c:v>43700</c:v>
                </c:pt>
                <c:pt idx="2346">
                  <c:v>43703</c:v>
                </c:pt>
                <c:pt idx="2347">
                  <c:v>43704</c:v>
                </c:pt>
                <c:pt idx="2348">
                  <c:v>43705</c:v>
                </c:pt>
                <c:pt idx="2349">
                  <c:v>43706</c:v>
                </c:pt>
                <c:pt idx="2350">
                  <c:v>43707</c:v>
                </c:pt>
                <c:pt idx="2351">
                  <c:v>43710</c:v>
                </c:pt>
                <c:pt idx="2352">
                  <c:v>43711</c:v>
                </c:pt>
                <c:pt idx="2353">
                  <c:v>43712</c:v>
                </c:pt>
                <c:pt idx="2354">
                  <c:v>43713</c:v>
                </c:pt>
                <c:pt idx="2355">
                  <c:v>43714</c:v>
                </c:pt>
                <c:pt idx="2356">
                  <c:v>43717</c:v>
                </c:pt>
                <c:pt idx="2357">
                  <c:v>43718</c:v>
                </c:pt>
                <c:pt idx="2358">
                  <c:v>43719</c:v>
                </c:pt>
                <c:pt idx="2359">
                  <c:v>43724</c:v>
                </c:pt>
                <c:pt idx="2360">
                  <c:v>43725</c:v>
                </c:pt>
                <c:pt idx="2361">
                  <c:v>43726</c:v>
                </c:pt>
                <c:pt idx="2362">
                  <c:v>43727</c:v>
                </c:pt>
                <c:pt idx="2363">
                  <c:v>43728</c:v>
                </c:pt>
                <c:pt idx="2364">
                  <c:v>43731</c:v>
                </c:pt>
                <c:pt idx="2365">
                  <c:v>43732</c:v>
                </c:pt>
                <c:pt idx="2366">
                  <c:v>43733</c:v>
                </c:pt>
                <c:pt idx="2367">
                  <c:v>43734</c:v>
                </c:pt>
                <c:pt idx="2368">
                  <c:v>43735</c:v>
                </c:pt>
                <c:pt idx="2369">
                  <c:v>43738</c:v>
                </c:pt>
                <c:pt idx="2370">
                  <c:v>43739</c:v>
                </c:pt>
                <c:pt idx="2371">
                  <c:v>43740</c:v>
                </c:pt>
                <c:pt idx="2372">
                  <c:v>43742</c:v>
                </c:pt>
                <c:pt idx="2373">
                  <c:v>43745</c:v>
                </c:pt>
                <c:pt idx="2374">
                  <c:v>43746</c:v>
                </c:pt>
                <c:pt idx="2375">
                  <c:v>43748</c:v>
                </c:pt>
                <c:pt idx="2376">
                  <c:v>43749</c:v>
                </c:pt>
                <c:pt idx="2377">
                  <c:v>43752</c:v>
                </c:pt>
                <c:pt idx="2378">
                  <c:v>43753</c:v>
                </c:pt>
                <c:pt idx="2379">
                  <c:v>43754</c:v>
                </c:pt>
                <c:pt idx="2380">
                  <c:v>43755</c:v>
                </c:pt>
                <c:pt idx="2381">
                  <c:v>43756</c:v>
                </c:pt>
                <c:pt idx="2382">
                  <c:v>43759</c:v>
                </c:pt>
                <c:pt idx="2383">
                  <c:v>43760</c:v>
                </c:pt>
                <c:pt idx="2384">
                  <c:v>43761</c:v>
                </c:pt>
                <c:pt idx="2385">
                  <c:v>43762</c:v>
                </c:pt>
                <c:pt idx="2386">
                  <c:v>43763</c:v>
                </c:pt>
                <c:pt idx="2387">
                  <c:v>43766</c:v>
                </c:pt>
                <c:pt idx="2388">
                  <c:v>43767</c:v>
                </c:pt>
                <c:pt idx="2389">
                  <c:v>43768</c:v>
                </c:pt>
                <c:pt idx="2390">
                  <c:v>43769</c:v>
                </c:pt>
                <c:pt idx="2391">
                  <c:v>43770</c:v>
                </c:pt>
                <c:pt idx="2392">
                  <c:v>43773</c:v>
                </c:pt>
                <c:pt idx="2393">
                  <c:v>43774</c:v>
                </c:pt>
                <c:pt idx="2394">
                  <c:v>43775</c:v>
                </c:pt>
                <c:pt idx="2395">
                  <c:v>43776</c:v>
                </c:pt>
                <c:pt idx="2396">
                  <c:v>43777</c:v>
                </c:pt>
                <c:pt idx="2397">
                  <c:v>43780</c:v>
                </c:pt>
                <c:pt idx="2398">
                  <c:v>43781</c:v>
                </c:pt>
                <c:pt idx="2399">
                  <c:v>43782</c:v>
                </c:pt>
                <c:pt idx="2400">
                  <c:v>43783</c:v>
                </c:pt>
                <c:pt idx="2401">
                  <c:v>43784</c:v>
                </c:pt>
                <c:pt idx="2402">
                  <c:v>43787</c:v>
                </c:pt>
                <c:pt idx="2403">
                  <c:v>43788</c:v>
                </c:pt>
                <c:pt idx="2404">
                  <c:v>43789</c:v>
                </c:pt>
                <c:pt idx="2405">
                  <c:v>43790</c:v>
                </c:pt>
                <c:pt idx="2406">
                  <c:v>43791</c:v>
                </c:pt>
                <c:pt idx="2407">
                  <c:v>43794</c:v>
                </c:pt>
                <c:pt idx="2408">
                  <c:v>43795</c:v>
                </c:pt>
                <c:pt idx="2409">
                  <c:v>43796</c:v>
                </c:pt>
                <c:pt idx="2410">
                  <c:v>43797</c:v>
                </c:pt>
                <c:pt idx="2411">
                  <c:v>43798</c:v>
                </c:pt>
                <c:pt idx="2412">
                  <c:v>43801</c:v>
                </c:pt>
                <c:pt idx="2413">
                  <c:v>43802</c:v>
                </c:pt>
                <c:pt idx="2414">
                  <c:v>43803</c:v>
                </c:pt>
                <c:pt idx="2415">
                  <c:v>43804</c:v>
                </c:pt>
                <c:pt idx="2416">
                  <c:v>43805</c:v>
                </c:pt>
                <c:pt idx="2417">
                  <c:v>43808</c:v>
                </c:pt>
                <c:pt idx="2418">
                  <c:v>43809</c:v>
                </c:pt>
                <c:pt idx="2419">
                  <c:v>43810</c:v>
                </c:pt>
                <c:pt idx="2420">
                  <c:v>43811</c:v>
                </c:pt>
                <c:pt idx="2421">
                  <c:v>43812</c:v>
                </c:pt>
                <c:pt idx="2422">
                  <c:v>43815</c:v>
                </c:pt>
                <c:pt idx="2423">
                  <c:v>43816</c:v>
                </c:pt>
                <c:pt idx="2424">
                  <c:v>43817</c:v>
                </c:pt>
                <c:pt idx="2425">
                  <c:v>43818</c:v>
                </c:pt>
                <c:pt idx="2426">
                  <c:v>43819</c:v>
                </c:pt>
                <c:pt idx="2427">
                  <c:v>43822</c:v>
                </c:pt>
                <c:pt idx="2428">
                  <c:v>43823</c:v>
                </c:pt>
                <c:pt idx="2429">
                  <c:v>43825</c:v>
                </c:pt>
                <c:pt idx="2430">
                  <c:v>43826</c:v>
                </c:pt>
                <c:pt idx="2431">
                  <c:v>43829</c:v>
                </c:pt>
                <c:pt idx="2432">
                  <c:v>43832</c:v>
                </c:pt>
                <c:pt idx="2433">
                  <c:v>43833</c:v>
                </c:pt>
                <c:pt idx="2434">
                  <c:v>43836</c:v>
                </c:pt>
                <c:pt idx="2435">
                  <c:v>43837</c:v>
                </c:pt>
                <c:pt idx="2436">
                  <c:v>43838</c:v>
                </c:pt>
                <c:pt idx="2437">
                  <c:v>43839</c:v>
                </c:pt>
                <c:pt idx="2438">
                  <c:v>43840</c:v>
                </c:pt>
                <c:pt idx="2439">
                  <c:v>43843</c:v>
                </c:pt>
                <c:pt idx="2440">
                  <c:v>43844</c:v>
                </c:pt>
                <c:pt idx="2441">
                  <c:v>43845</c:v>
                </c:pt>
                <c:pt idx="2442">
                  <c:v>43846</c:v>
                </c:pt>
                <c:pt idx="2443">
                  <c:v>43847</c:v>
                </c:pt>
                <c:pt idx="2444">
                  <c:v>43850</c:v>
                </c:pt>
                <c:pt idx="2445">
                  <c:v>43851</c:v>
                </c:pt>
                <c:pt idx="2446">
                  <c:v>43852</c:v>
                </c:pt>
                <c:pt idx="2447">
                  <c:v>43853</c:v>
                </c:pt>
                <c:pt idx="2448">
                  <c:v>43858</c:v>
                </c:pt>
                <c:pt idx="2449">
                  <c:v>43859</c:v>
                </c:pt>
                <c:pt idx="2450">
                  <c:v>43860</c:v>
                </c:pt>
                <c:pt idx="2451">
                  <c:v>43861</c:v>
                </c:pt>
                <c:pt idx="2452">
                  <c:v>43864</c:v>
                </c:pt>
                <c:pt idx="2453">
                  <c:v>43865</c:v>
                </c:pt>
                <c:pt idx="2454">
                  <c:v>43866</c:v>
                </c:pt>
                <c:pt idx="2455">
                  <c:v>43867</c:v>
                </c:pt>
                <c:pt idx="2456">
                  <c:v>43868</c:v>
                </c:pt>
                <c:pt idx="2457">
                  <c:v>43871</c:v>
                </c:pt>
                <c:pt idx="2458">
                  <c:v>43872</c:v>
                </c:pt>
                <c:pt idx="2459">
                  <c:v>43873</c:v>
                </c:pt>
                <c:pt idx="2460">
                  <c:v>43874</c:v>
                </c:pt>
                <c:pt idx="2461">
                  <c:v>43875</c:v>
                </c:pt>
                <c:pt idx="2462">
                  <c:v>43878</c:v>
                </c:pt>
                <c:pt idx="2463">
                  <c:v>43879</c:v>
                </c:pt>
                <c:pt idx="2464">
                  <c:v>43880</c:v>
                </c:pt>
                <c:pt idx="2465">
                  <c:v>43881</c:v>
                </c:pt>
                <c:pt idx="2466">
                  <c:v>43882</c:v>
                </c:pt>
                <c:pt idx="2467">
                  <c:v>43885</c:v>
                </c:pt>
                <c:pt idx="2468">
                  <c:v>43886</c:v>
                </c:pt>
                <c:pt idx="2469">
                  <c:v>43887</c:v>
                </c:pt>
                <c:pt idx="2470">
                  <c:v>43888</c:v>
                </c:pt>
                <c:pt idx="2471">
                  <c:v>43889</c:v>
                </c:pt>
                <c:pt idx="2472">
                  <c:v>43892</c:v>
                </c:pt>
                <c:pt idx="2473">
                  <c:v>43893</c:v>
                </c:pt>
                <c:pt idx="2474">
                  <c:v>43894</c:v>
                </c:pt>
                <c:pt idx="2475">
                  <c:v>43895</c:v>
                </c:pt>
                <c:pt idx="2476">
                  <c:v>43896</c:v>
                </c:pt>
                <c:pt idx="2477">
                  <c:v>43899</c:v>
                </c:pt>
                <c:pt idx="2478">
                  <c:v>43900</c:v>
                </c:pt>
                <c:pt idx="2479">
                  <c:v>43901</c:v>
                </c:pt>
                <c:pt idx="2480">
                  <c:v>43902</c:v>
                </c:pt>
                <c:pt idx="2481">
                  <c:v>43903</c:v>
                </c:pt>
                <c:pt idx="2482">
                  <c:v>43906</c:v>
                </c:pt>
                <c:pt idx="2483">
                  <c:v>43907</c:v>
                </c:pt>
                <c:pt idx="2484">
                  <c:v>43908</c:v>
                </c:pt>
                <c:pt idx="2485">
                  <c:v>43909</c:v>
                </c:pt>
                <c:pt idx="2486">
                  <c:v>43910</c:v>
                </c:pt>
                <c:pt idx="2487">
                  <c:v>43913</c:v>
                </c:pt>
                <c:pt idx="2488">
                  <c:v>43914</c:v>
                </c:pt>
                <c:pt idx="2489">
                  <c:v>43915</c:v>
                </c:pt>
                <c:pt idx="2490">
                  <c:v>43916</c:v>
                </c:pt>
                <c:pt idx="2491">
                  <c:v>43917</c:v>
                </c:pt>
                <c:pt idx="2492">
                  <c:v>43920</c:v>
                </c:pt>
                <c:pt idx="2493">
                  <c:v>43921</c:v>
                </c:pt>
                <c:pt idx="2494">
                  <c:v>43922</c:v>
                </c:pt>
                <c:pt idx="2495">
                  <c:v>43923</c:v>
                </c:pt>
                <c:pt idx="2496">
                  <c:v>43924</c:v>
                </c:pt>
                <c:pt idx="2497">
                  <c:v>43927</c:v>
                </c:pt>
              </c:numCache>
            </c:numRef>
          </c:cat>
          <c:val>
            <c:numRef>
              <c:f>'ETF 원본금액'!$DR$15:$DR$2512</c:f>
              <c:numCache>
                <c:formatCode>General</c:formatCode>
                <c:ptCount val="2498"/>
                <c:pt idx="0">
                  <c:v>0</c:v>
                </c:pt>
                <c:pt idx="1">
                  <c:v>6.6204999999999998</c:v>
                </c:pt>
                <c:pt idx="2">
                  <c:v>32.626000000000005</c:v>
                </c:pt>
                <c:pt idx="3">
                  <c:v>85.501800000000003</c:v>
                </c:pt>
                <c:pt idx="4">
                  <c:v>87.446300000000008</c:v>
                </c:pt>
                <c:pt idx="5">
                  <c:v>70.855000000000004</c:v>
                </c:pt>
                <c:pt idx="6">
                  <c:v>79.158000000000001</c:v>
                </c:pt>
                <c:pt idx="7">
                  <c:v>73.754000000000005</c:v>
                </c:pt>
                <c:pt idx="8">
                  <c:v>65.571100000000001</c:v>
                </c:pt>
                <c:pt idx="9">
                  <c:v>75.953199999999995</c:v>
                </c:pt>
                <c:pt idx="10">
                  <c:v>93.439599999999999</c:v>
                </c:pt>
                <c:pt idx="11">
                  <c:v>110.53619999999999</c:v>
                </c:pt>
                <c:pt idx="12">
                  <c:v>109.03479999999999</c:v>
                </c:pt>
                <c:pt idx="13">
                  <c:v>117.63199999999999</c:v>
                </c:pt>
                <c:pt idx="14">
                  <c:v>143.12119999999999</c:v>
                </c:pt>
                <c:pt idx="15">
                  <c:v>151.40479999999999</c:v>
                </c:pt>
                <c:pt idx="16">
                  <c:v>120.9966</c:v>
                </c:pt>
                <c:pt idx="17">
                  <c:v>147.75149999999999</c:v>
                </c:pt>
                <c:pt idx="18">
                  <c:v>178.69379999999998</c:v>
                </c:pt>
                <c:pt idx="19">
                  <c:v>238.86429999999999</c:v>
                </c:pt>
                <c:pt idx="20">
                  <c:v>218.76849999999999</c:v>
                </c:pt>
                <c:pt idx="21">
                  <c:v>226.11679999999998</c:v>
                </c:pt>
                <c:pt idx="22">
                  <c:v>223.12039999999999</c:v>
                </c:pt>
                <c:pt idx="23">
                  <c:v>236.6352</c:v>
                </c:pt>
                <c:pt idx="24">
                  <c:v>252.08250000000001</c:v>
                </c:pt>
                <c:pt idx="25">
                  <c:v>221.64080000000001</c:v>
                </c:pt>
                <c:pt idx="26">
                  <c:v>240.90660000000003</c:v>
                </c:pt>
                <c:pt idx="27">
                  <c:v>207.51170000000002</c:v>
                </c:pt>
                <c:pt idx="28">
                  <c:v>220.04620000000003</c:v>
                </c:pt>
                <c:pt idx="29">
                  <c:v>244.80790000000002</c:v>
                </c:pt>
                <c:pt idx="30">
                  <c:v>266.9051</c:v>
                </c:pt>
                <c:pt idx="31">
                  <c:v>282.51560000000001</c:v>
                </c:pt>
                <c:pt idx="32">
                  <c:v>272.44040000000001</c:v>
                </c:pt>
                <c:pt idx="33">
                  <c:v>311.06</c:v>
                </c:pt>
                <c:pt idx="34">
                  <c:v>346.35860000000002</c:v>
                </c:pt>
                <c:pt idx="35">
                  <c:v>350.19990000000001</c:v>
                </c:pt>
                <c:pt idx="36">
                  <c:v>302.81950000000001</c:v>
                </c:pt>
                <c:pt idx="37">
                  <c:v>361.4615</c:v>
                </c:pt>
                <c:pt idx="38">
                  <c:v>401.87259999999998</c:v>
                </c:pt>
                <c:pt idx="39">
                  <c:v>440.38819999999998</c:v>
                </c:pt>
                <c:pt idx="40">
                  <c:v>422.82429999999999</c:v>
                </c:pt>
                <c:pt idx="41">
                  <c:v>371.3886</c:v>
                </c:pt>
                <c:pt idx="42">
                  <c:v>405.64049999999997</c:v>
                </c:pt>
                <c:pt idx="43">
                  <c:v>421.58729999999997</c:v>
                </c:pt>
                <c:pt idx="44">
                  <c:v>384.14939999999996</c:v>
                </c:pt>
                <c:pt idx="45">
                  <c:v>427.04029999999995</c:v>
                </c:pt>
                <c:pt idx="46">
                  <c:v>477.70329999999996</c:v>
                </c:pt>
                <c:pt idx="47">
                  <c:v>499.99019999999996</c:v>
                </c:pt>
                <c:pt idx="48">
                  <c:v>453.51029999999997</c:v>
                </c:pt>
                <c:pt idx="49">
                  <c:v>529.88030000000003</c:v>
                </c:pt>
                <c:pt idx="50">
                  <c:v>538.47199999999998</c:v>
                </c:pt>
                <c:pt idx="51">
                  <c:v>625.29909999999995</c:v>
                </c:pt>
                <c:pt idx="52">
                  <c:v>760.05449999999996</c:v>
                </c:pt>
                <c:pt idx="53">
                  <c:v>714.0729</c:v>
                </c:pt>
                <c:pt idx="54">
                  <c:v>725.29679999999996</c:v>
                </c:pt>
                <c:pt idx="55">
                  <c:v>708.35529999999994</c:v>
                </c:pt>
                <c:pt idx="56">
                  <c:v>654.11799999999994</c:v>
                </c:pt>
                <c:pt idx="57">
                  <c:v>667.1040999999999</c:v>
                </c:pt>
                <c:pt idx="58">
                  <c:v>811.98669999999993</c:v>
                </c:pt>
                <c:pt idx="59">
                  <c:v>840.76609999999994</c:v>
                </c:pt>
                <c:pt idx="60">
                  <c:v>944.04609999999991</c:v>
                </c:pt>
                <c:pt idx="61">
                  <c:v>1017.4146999999999</c:v>
                </c:pt>
                <c:pt idx="62">
                  <c:v>1025.7266</c:v>
                </c:pt>
                <c:pt idx="63">
                  <c:v>1249.2800999999999</c:v>
                </c:pt>
                <c:pt idx="64">
                  <c:v>1218.8225</c:v>
                </c:pt>
                <c:pt idx="65">
                  <c:v>1151.1405</c:v>
                </c:pt>
                <c:pt idx="66">
                  <c:v>1104.5754999999999</c:v>
                </c:pt>
                <c:pt idx="67">
                  <c:v>1067.8908999999999</c:v>
                </c:pt>
                <c:pt idx="68">
                  <c:v>1060.6583999999998</c:v>
                </c:pt>
                <c:pt idx="69">
                  <c:v>955.55749999999978</c:v>
                </c:pt>
                <c:pt idx="70">
                  <c:v>946.00239999999974</c:v>
                </c:pt>
                <c:pt idx="71">
                  <c:v>1003.6654999999997</c:v>
                </c:pt>
                <c:pt idx="72">
                  <c:v>964.19399999999973</c:v>
                </c:pt>
                <c:pt idx="73">
                  <c:v>1011.8526999999997</c:v>
                </c:pt>
                <c:pt idx="74">
                  <c:v>961.60719999999969</c:v>
                </c:pt>
                <c:pt idx="75">
                  <c:v>917.79279999999972</c:v>
                </c:pt>
                <c:pt idx="76">
                  <c:v>863.95749999999975</c:v>
                </c:pt>
                <c:pt idx="77">
                  <c:v>856.03219999999976</c:v>
                </c:pt>
                <c:pt idx="78">
                  <c:v>860.8313999999998</c:v>
                </c:pt>
                <c:pt idx="79">
                  <c:v>837.76279999999986</c:v>
                </c:pt>
                <c:pt idx="80">
                  <c:v>836.88459999999986</c:v>
                </c:pt>
                <c:pt idx="81">
                  <c:v>697.4079999999999</c:v>
                </c:pt>
                <c:pt idx="82">
                  <c:v>710.60059999999987</c:v>
                </c:pt>
                <c:pt idx="83">
                  <c:v>667.51779999999985</c:v>
                </c:pt>
                <c:pt idx="84">
                  <c:v>632.11709999999982</c:v>
                </c:pt>
                <c:pt idx="85">
                  <c:v>647.84339999999986</c:v>
                </c:pt>
                <c:pt idx="86">
                  <c:v>638.82499999999982</c:v>
                </c:pt>
                <c:pt idx="87">
                  <c:v>681.64669999999978</c:v>
                </c:pt>
                <c:pt idx="88">
                  <c:v>725.20889999999974</c:v>
                </c:pt>
                <c:pt idx="89">
                  <c:v>765.39379999999971</c:v>
                </c:pt>
                <c:pt idx="90">
                  <c:v>783.9644999999997</c:v>
                </c:pt>
                <c:pt idx="91">
                  <c:v>787.00869999999975</c:v>
                </c:pt>
                <c:pt idx="92">
                  <c:v>847.3372999999998</c:v>
                </c:pt>
                <c:pt idx="93">
                  <c:v>875.5546999999998</c:v>
                </c:pt>
                <c:pt idx="94">
                  <c:v>799.84179999999981</c:v>
                </c:pt>
                <c:pt idx="95">
                  <c:v>758.44199999999978</c:v>
                </c:pt>
                <c:pt idx="96">
                  <c:v>761.94809999999973</c:v>
                </c:pt>
                <c:pt idx="97">
                  <c:v>734.7493999999997</c:v>
                </c:pt>
                <c:pt idx="98">
                  <c:v>663.79289999999969</c:v>
                </c:pt>
                <c:pt idx="99">
                  <c:v>728.33699999999965</c:v>
                </c:pt>
                <c:pt idx="100">
                  <c:v>762.11509999999964</c:v>
                </c:pt>
                <c:pt idx="101">
                  <c:v>762.1591999999996</c:v>
                </c:pt>
                <c:pt idx="102">
                  <c:v>793.72989999999959</c:v>
                </c:pt>
                <c:pt idx="103">
                  <c:v>783.63619999999958</c:v>
                </c:pt>
                <c:pt idx="104">
                  <c:v>769.65399999999954</c:v>
                </c:pt>
                <c:pt idx="105">
                  <c:v>737.13989999999956</c:v>
                </c:pt>
                <c:pt idx="106">
                  <c:v>751.55929999999955</c:v>
                </c:pt>
                <c:pt idx="107">
                  <c:v>752.34699999999953</c:v>
                </c:pt>
                <c:pt idx="108">
                  <c:v>708.70299999999952</c:v>
                </c:pt>
                <c:pt idx="109">
                  <c:v>713.30809999999951</c:v>
                </c:pt>
                <c:pt idx="110">
                  <c:v>753.92929999999956</c:v>
                </c:pt>
                <c:pt idx="111">
                  <c:v>668.0499999999995</c:v>
                </c:pt>
                <c:pt idx="112">
                  <c:v>746.71329999999955</c:v>
                </c:pt>
                <c:pt idx="113">
                  <c:v>784.53989999999953</c:v>
                </c:pt>
                <c:pt idx="114">
                  <c:v>800.83119999999951</c:v>
                </c:pt>
                <c:pt idx="115">
                  <c:v>792.6622999999995</c:v>
                </c:pt>
                <c:pt idx="116">
                  <c:v>778.22789999999952</c:v>
                </c:pt>
                <c:pt idx="117">
                  <c:v>818.20789999999954</c:v>
                </c:pt>
                <c:pt idx="118">
                  <c:v>912.85459999999955</c:v>
                </c:pt>
                <c:pt idx="119">
                  <c:v>999.37209999999959</c:v>
                </c:pt>
                <c:pt idx="120">
                  <c:v>992.53159999999957</c:v>
                </c:pt>
                <c:pt idx="121">
                  <c:v>1022.3791999999996</c:v>
                </c:pt>
                <c:pt idx="122">
                  <c:v>1047.3481999999997</c:v>
                </c:pt>
                <c:pt idx="123">
                  <c:v>1101.8651999999997</c:v>
                </c:pt>
                <c:pt idx="124">
                  <c:v>1013.9314999999997</c:v>
                </c:pt>
                <c:pt idx="125">
                  <c:v>1004.1015999999997</c:v>
                </c:pt>
                <c:pt idx="126">
                  <c:v>1006.0154999999997</c:v>
                </c:pt>
                <c:pt idx="127">
                  <c:v>1009.3351999999998</c:v>
                </c:pt>
                <c:pt idx="128">
                  <c:v>1130.2663999999997</c:v>
                </c:pt>
                <c:pt idx="129">
                  <c:v>1135.3136999999997</c:v>
                </c:pt>
                <c:pt idx="130">
                  <c:v>1159.3490999999997</c:v>
                </c:pt>
                <c:pt idx="131">
                  <c:v>1096.7750999999996</c:v>
                </c:pt>
                <c:pt idx="132">
                  <c:v>1167.3138999999996</c:v>
                </c:pt>
                <c:pt idx="133">
                  <c:v>1062.6620999999996</c:v>
                </c:pt>
                <c:pt idx="134">
                  <c:v>1033.6174999999996</c:v>
                </c:pt>
                <c:pt idx="135">
                  <c:v>1005.4384999999996</c:v>
                </c:pt>
                <c:pt idx="136">
                  <c:v>975.10159999999962</c:v>
                </c:pt>
                <c:pt idx="137">
                  <c:v>940.84069999999963</c:v>
                </c:pt>
                <c:pt idx="138">
                  <c:v>1000.5844999999996</c:v>
                </c:pt>
                <c:pt idx="139">
                  <c:v>1012.5482999999996</c:v>
                </c:pt>
                <c:pt idx="140">
                  <c:v>904.23869999999954</c:v>
                </c:pt>
                <c:pt idx="141">
                  <c:v>880.37049999999954</c:v>
                </c:pt>
                <c:pt idx="142">
                  <c:v>845.92399999999952</c:v>
                </c:pt>
                <c:pt idx="143">
                  <c:v>849.37769999999955</c:v>
                </c:pt>
                <c:pt idx="144">
                  <c:v>886.64369999999951</c:v>
                </c:pt>
                <c:pt idx="145">
                  <c:v>863.54349999999954</c:v>
                </c:pt>
                <c:pt idx="146">
                  <c:v>882.58319999999958</c:v>
                </c:pt>
                <c:pt idx="147">
                  <c:v>841.07509999999957</c:v>
                </c:pt>
                <c:pt idx="148">
                  <c:v>805.81379999999956</c:v>
                </c:pt>
                <c:pt idx="149">
                  <c:v>778.2764999999996</c:v>
                </c:pt>
                <c:pt idx="150">
                  <c:v>759.31059999999957</c:v>
                </c:pt>
                <c:pt idx="151">
                  <c:v>753.22559999999953</c:v>
                </c:pt>
                <c:pt idx="152">
                  <c:v>754.07419999999956</c:v>
                </c:pt>
                <c:pt idx="153">
                  <c:v>802.49419999999952</c:v>
                </c:pt>
                <c:pt idx="154">
                  <c:v>734.44969999999955</c:v>
                </c:pt>
                <c:pt idx="155">
                  <c:v>728.64449999999954</c:v>
                </c:pt>
                <c:pt idx="156">
                  <c:v>806.56909999999948</c:v>
                </c:pt>
                <c:pt idx="157">
                  <c:v>834.10439999999949</c:v>
                </c:pt>
                <c:pt idx="158">
                  <c:v>869.25149999999951</c:v>
                </c:pt>
                <c:pt idx="159">
                  <c:v>947.91189999999949</c:v>
                </c:pt>
                <c:pt idx="160">
                  <c:v>931.61549999999954</c:v>
                </c:pt>
                <c:pt idx="161">
                  <c:v>906.6382999999995</c:v>
                </c:pt>
                <c:pt idx="162">
                  <c:v>903.12659999999948</c:v>
                </c:pt>
                <c:pt idx="163">
                  <c:v>1044.5541999999996</c:v>
                </c:pt>
                <c:pt idx="164">
                  <c:v>1084.1767999999995</c:v>
                </c:pt>
                <c:pt idx="165">
                  <c:v>1083.5104999999994</c:v>
                </c:pt>
                <c:pt idx="166">
                  <c:v>1076.3526999999995</c:v>
                </c:pt>
                <c:pt idx="167">
                  <c:v>971.14799999999946</c:v>
                </c:pt>
                <c:pt idx="168">
                  <c:v>887.82539999999949</c:v>
                </c:pt>
                <c:pt idx="169">
                  <c:v>972.1758999999995</c:v>
                </c:pt>
                <c:pt idx="170">
                  <c:v>1064.4576999999995</c:v>
                </c:pt>
                <c:pt idx="171">
                  <c:v>1045.7773999999995</c:v>
                </c:pt>
                <c:pt idx="172">
                  <c:v>1150.8304999999996</c:v>
                </c:pt>
                <c:pt idx="173">
                  <c:v>1012.7948999999996</c:v>
                </c:pt>
                <c:pt idx="174">
                  <c:v>972.39369999999963</c:v>
                </c:pt>
                <c:pt idx="175">
                  <c:v>831.91129999999964</c:v>
                </c:pt>
                <c:pt idx="176">
                  <c:v>799.52529999999967</c:v>
                </c:pt>
                <c:pt idx="177">
                  <c:v>838.39569999999969</c:v>
                </c:pt>
                <c:pt idx="178">
                  <c:v>863.92389999999966</c:v>
                </c:pt>
                <c:pt idx="179">
                  <c:v>851.37919999999963</c:v>
                </c:pt>
                <c:pt idx="180">
                  <c:v>800.37229999999965</c:v>
                </c:pt>
                <c:pt idx="181">
                  <c:v>826.1686999999996</c:v>
                </c:pt>
                <c:pt idx="182">
                  <c:v>1085.4205999999995</c:v>
                </c:pt>
                <c:pt idx="183">
                  <c:v>1054.0389999999995</c:v>
                </c:pt>
                <c:pt idx="184">
                  <c:v>1122.5566999999996</c:v>
                </c:pt>
                <c:pt idx="185">
                  <c:v>1164.0932999999995</c:v>
                </c:pt>
                <c:pt idx="186">
                  <c:v>1087.0415999999996</c:v>
                </c:pt>
                <c:pt idx="187">
                  <c:v>1059.2076999999995</c:v>
                </c:pt>
                <c:pt idx="188">
                  <c:v>1038.1223999999995</c:v>
                </c:pt>
                <c:pt idx="189">
                  <c:v>1097.0070999999996</c:v>
                </c:pt>
                <c:pt idx="190">
                  <c:v>1115.0092999999995</c:v>
                </c:pt>
                <c:pt idx="191">
                  <c:v>1094.8302999999994</c:v>
                </c:pt>
                <c:pt idx="192">
                  <c:v>1196.3125999999993</c:v>
                </c:pt>
                <c:pt idx="193">
                  <c:v>1246.4878999999994</c:v>
                </c:pt>
                <c:pt idx="194">
                  <c:v>1183.5388999999993</c:v>
                </c:pt>
                <c:pt idx="195">
                  <c:v>1091.9003999999993</c:v>
                </c:pt>
                <c:pt idx="196">
                  <c:v>933.38809999999933</c:v>
                </c:pt>
                <c:pt idx="197">
                  <c:v>815.2024999999993</c:v>
                </c:pt>
                <c:pt idx="198">
                  <c:v>818.44849999999929</c:v>
                </c:pt>
                <c:pt idx="199">
                  <c:v>813.55549999999926</c:v>
                </c:pt>
                <c:pt idx="200">
                  <c:v>868.42739999999924</c:v>
                </c:pt>
                <c:pt idx="201">
                  <c:v>778.65679999999929</c:v>
                </c:pt>
                <c:pt idx="202">
                  <c:v>803.44109999999932</c:v>
                </c:pt>
                <c:pt idx="203">
                  <c:v>842.89379999999937</c:v>
                </c:pt>
                <c:pt idx="204">
                  <c:v>873.39829999999938</c:v>
                </c:pt>
                <c:pt idx="205">
                  <c:v>876.64629999999943</c:v>
                </c:pt>
                <c:pt idx="206">
                  <c:v>923.34809999999948</c:v>
                </c:pt>
                <c:pt idx="207">
                  <c:v>923.04859999999951</c:v>
                </c:pt>
                <c:pt idx="208">
                  <c:v>1052.7755999999995</c:v>
                </c:pt>
                <c:pt idx="209">
                  <c:v>1053.1163999999994</c:v>
                </c:pt>
                <c:pt idx="210">
                  <c:v>1102.7743999999993</c:v>
                </c:pt>
                <c:pt idx="211">
                  <c:v>1141.0739999999994</c:v>
                </c:pt>
                <c:pt idx="212">
                  <c:v>1130.6970999999994</c:v>
                </c:pt>
                <c:pt idx="213">
                  <c:v>1126.4554999999993</c:v>
                </c:pt>
                <c:pt idx="214">
                  <c:v>1016.3387999999993</c:v>
                </c:pt>
                <c:pt idx="215">
                  <c:v>1049.3902999999993</c:v>
                </c:pt>
                <c:pt idx="216">
                  <c:v>1079.0863999999992</c:v>
                </c:pt>
                <c:pt idx="217">
                  <c:v>1148.1955999999993</c:v>
                </c:pt>
                <c:pt idx="218">
                  <c:v>1159.3034999999993</c:v>
                </c:pt>
                <c:pt idx="219">
                  <c:v>1195.5690999999993</c:v>
                </c:pt>
                <c:pt idx="220">
                  <c:v>1335.5067999999992</c:v>
                </c:pt>
                <c:pt idx="221">
                  <c:v>1271.0945999999992</c:v>
                </c:pt>
                <c:pt idx="222">
                  <c:v>1324.1979999999992</c:v>
                </c:pt>
                <c:pt idx="223">
                  <c:v>1334.5159999999992</c:v>
                </c:pt>
                <c:pt idx="224">
                  <c:v>1290.9460999999992</c:v>
                </c:pt>
                <c:pt idx="225">
                  <c:v>1388.9560999999992</c:v>
                </c:pt>
                <c:pt idx="226">
                  <c:v>1389.6195999999993</c:v>
                </c:pt>
                <c:pt idx="227">
                  <c:v>1418.3742999999993</c:v>
                </c:pt>
                <c:pt idx="228">
                  <c:v>1409.0241999999992</c:v>
                </c:pt>
                <c:pt idx="229">
                  <c:v>1258.6879999999992</c:v>
                </c:pt>
                <c:pt idx="230">
                  <c:v>1377.3675999999991</c:v>
                </c:pt>
                <c:pt idx="231">
                  <c:v>1680.4123999999993</c:v>
                </c:pt>
                <c:pt idx="232">
                  <c:v>1578.4833999999992</c:v>
                </c:pt>
                <c:pt idx="233">
                  <c:v>1446.2399999999991</c:v>
                </c:pt>
                <c:pt idx="234">
                  <c:v>1309.9499999999991</c:v>
                </c:pt>
                <c:pt idx="235">
                  <c:v>1298.2858999999992</c:v>
                </c:pt>
                <c:pt idx="236">
                  <c:v>1356.3663999999992</c:v>
                </c:pt>
                <c:pt idx="237">
                  <c:v>1538.0255999999993</c:v>
                </c:pt>
                <c:pt idx="238">
                  <c:v>1590.1231999999993</c:v>
                </c:pt>
                <c:pt idx="239">
                  <c:v>1542.4841999999994</c:v>
                </c:pt>
                <c:pt idx="240">
                  <c:v>1649.9291999999994</c:v>
                </c:pt>
                <c:pt idx="241">
                  <c:v>1796.5191999999993</c:v>
                </c:pt>
                <c:pt idx="242">
                  <c:v>2095.0674999999992</c:v>
                </c:pt>
                <c:pt idx="243">
                  <c:v>2310.3049999999994</c:v>
                </c:pt>
                <c:pt idx="244">
                  <c:v>2218.1636999999992</c:v>
                </c:pt>
                <c:pt idx="245">
                  <c:v>2201.3230999999992</c:v>
                </c:pt>
                <c:pt idx="246">
                  <c:v>2262.7423999999992</c:v>
                </c:pt>
                <c:pt idx="247">
                  <c:v>2490.1721999999991</c:v>
                </c:pt>
                <c:pt idx="248">
                  <c:v>2382.2666999999992</c:v>
                </c:pt>
                <c:pt idx="249">
                  <c:v>2480.9061999999994</c:v>
                </c:pt>
                <c:pt idx="250">
                  <c:v>2697.7874999999995</c:v>
                </c:pt>
                <c:pt idx="251">
                  <c:v>2731.0263999999993</c:v>
                </c:pt>
                <c:pt idx="252">
                  <c:v>2826.7542999999991</c:v>
                </c:pt>
                <c:pt idx="253">
                  <c:v>2827.8093999999992</c:v>
                </c:pt>
                <c:pt idx="254">
                  <c:v>2932.1401999999994</c:v>
                </c:pt>
                <c:pt idx="255">
                  <c:v>3019.0298999999995</c:v>
                </c:pt>
                <c:pt idx="256">
                  <c:v>2914.1290999999997</c:v>
                </c:pt>
                <c:pt idx="257">
                  <c:v>2702.0640999999996</c:v>
                </c:pt>
                <c:pt idx="258">
                  <c:v>2855.1799999999994</c:v>
                </c:pt>
                <c:pt idx="259">
                  <c:v>2764.7680999999993</c:v>
                </c:pt>
                <c:pt idx="260">
                  <c:v>2828.0396999999994</c:v>
                </c:pt>
                <c:pt idx="261">
                  <c:v>3137.5638999999992</c:v>
                </c:pt>
                <c:pt idx="262">
                  <c:v>3376.2880999999993</c:v>
                </c:pt>
                <c:pt idx="263">
                  <c:v>3270.0890999999992</c:v>
                </c:pt>
                <c:pt idx="264">
                  <c:v>3732.9816999999994</c:v>
                </c:pt>
                <c:pt idx="265">
                  <c:v>3439.4146999999994</c:v>
                </c:pt>
                <c:pt idx="266">
                  <c:v>3468.2148999999995</c:v>
                </c:pt>
                <c:pt idx="267">
                  <c:v>3285.4880999999996</c:v>
                </c:pt>
                <c:pt idx="268">
                  <c:v>3159.9263999999994</c:v>
                </c:pt>
                <c:pt idx="269">
                  <c:v>3059.4411999999993</c:v>
                </c:pt>
                <c:pt idx="270">
                  <c:v>2985.0384999999992</c:v>
                </c:pt>
                <c:pt idx="271">
                  <c:v>2830.5687999999991</c:v>
                </c:pt>
                <c:pt idx="272">
                  <c:v>2760.8511999999992</c:v>
                </c:pt>
                <c:pt idx="273">
                  <c:v>2750.3206999999993</c:v>
                </c:pt>
                <c:pt idx="274">
                  <c:v>2603.9078999999992</c:v>
                </c:pt>
                <c:pt idx="275">
                  <c:v>2500.8092999999994</c:v>
                </c:pt>
                <c:pt idx="276">
                  <c:v>2396.9378999999994</c:v>
                </c:pt>
                <c:pt idx="277">
                  <c:v>2267.5307999999995</c:v>
                </c:pt>
                <c:pt idx="278">
                  <c:v>2236.5712999999996</c:v>
                </c:pt>
                <c:pt idx="279">
                  <c:v>2142.4875999999995</c:v>
                </c:pt>
                <c:pt idx="280">
                  <c:v>2234.2891999999993</c:v>
                </c:pt>
                <c:pt idx="281">
                  <c:v>2080.7435999999993</c:v>
                </c:pt>
                <c:pt idx="282">
                  <c:v>2048.1850999999992</c:v>
                </c:pt>
                <c:pt idx="283">
                  <c:v>2030.6110999999992</c:v>
                </c:pt>
                <c:pt idx="284">
                  <c:v>2156.4185999999991</c:v>
                </c:pt>
                <c:pt idx="285">
                  <c:v>2091.8221999999992</c:v>
                </c:pt>
                <c:pt idx="286">
                  <c:v>2054.930499999999</c:v>
                </c:pt>
                <c:pt idx="287">
                  <c:v>2063.6076999999991</c:v>
                </c:pt>
                <c:pt idx="288">
                  <c:v>2141.4485999999993</c:v>
                </c:pt>
                <c:pt idx="289">
                  <c:v>2108.9958999999994</c:v>
                </c:pt>
                <c:pt idx="290">
                  <c:v>1771.4417999999994</c:v>
                </c:pt>
                <c:pt idx="291">
                  <c:v>1782.5150999999994</c:v>
                </c:pt>
                <c:pt idx="292">
                  <c:v>1773.2063999999993</c:v>
                </c:pt>
                <c:pt idx="293">
                  <c:v>1791.1082999999994</c:v>
                </c:pt>
                <c:pt idx="294">
                  <c:v>1854.8220999999994</c:v>
                </c:pt>
                <c:pt idx="295">
                  <c:v>1944.1851999999994</c:v>
                </c:pt>
                <c:pt idx="296">
                  <c:v>1916.5853999999995</c:v>
                </c:pt>
                <c:pt idx="297">
                  <c:v>2003.7197999999994</c:v>
                </c:pt>
                <c:pt idx="298">
                  <c:v>1703.9551999999994</c:v>
                </c:pt>
                <c:pt idx="299">
                  <c:v>2006.3195999999994</c:v>
                </c:pt>
                <c:pt idx="300">
                  <c:v>2169.0635999999995</c:v>
                </c:pt>
                <c:pt idx="301">
                  <c:v>2455.8369999999995</c:v>
                </c:pt>
                <c:pt idx="302">
                  <c:v>2540.4721999999997</c:v>
                </c:pt>
                <c:pt idx="303">
                  <c:v>2458.4103999999998</c:v>
                </c:pt>
                <c:pt idx="304">
                  <c:v>2808.7055999999998</c:v>
                </c:pt>
                <c:pt idx="305">
                  <c:v>2918.8968999999997</c:v>
                </c:pt>
                <c:pt idx="306">
                  <c:v>3028.2411999999999</c:v>
                </c:pt>
                <c:pt idx="307">
                  <c:v>3099.8031999999998</c:v>
                </c:pt>
                <c:pt idx="308">
                  <c:v>3101.6866999999997</c:v>
                </c:pt>
                <c:pt idx="309">
                  <c:v>3394.9913999999999</c:v>
                </c:pt>
                <c:pt idx="310">
                  <c:v>3368.7393999999999</c:v>
                </c:pt>
                <c:pt idx="311">
                  <c:v>3869.5106999999998</c:v>
                </c:pt>
                <c:pt idx="312">
                  <c:v>3824.3305</c:v>
                </c:pt>
                <c:pt idx="313">
                  <c:v>3915.5513999999998</c:v>
                </c:pt>
                <c:pt idx="314">
                  <c:v>3843.8117999999999</c:v>
                </c:pt>
                <c:pt idx="315">
                  <c:v>3885.0697</c:v>
                </c:pt>
                <c:pt idx="316">
                  <c:v>3901.9373999999998</c:v>
                </c:pt>
                <c:pt idx="317">
                  <c:v>3462.1383999999998</c:v>
                </c:pt>
                <c:pt idx="318">
                  <c:v>3498.4400999999998</c:v>
                </c:pt>
                <c:pt idx="319">
                  <c:v>3690.0865999999996</c:v>
                </c:pt>
                <c:pt idx="320">
                  <c:v>3603.8555999999999</c:v>
                </c:pt>
                <c:pt idx="321">
                  <c:v>3703.2473999999997</c:v>
                </c:pt>
                <c:pt idx="322">
                  <c:v>4189.9443999999994</c:v>
                </c:pt>
                <c:pt idx="323">
                  <c:v>4397.890699999999</c:v>
                </c:pt>
                <c:pt idx="324">
                  <c:v>4694.583599999999</c:v>
                </c:pt>
                <c:pt idx="325">
                  <c:v>4642.5965999999989</c:v>
                </c:pt>
                <c:pt idx="326">
                  <c:v>4555.6555999999991</c:v>
                </c:pt>
                <c:pt idx="327">
                  <c:v>4547.3505999999988</c:v>
                </c:pt>
                <c:pt idx="328">
                  <c:v>4851.2920999999988</c:v>
                </c:pt>
                <c:pt idx="329">
                  <c:v>5274.1374999999989</c:v>
                </c:pt>
                <c:pt idx="330">
                  <c:v>5386.6005999999988</c:v>
                </c:pt>
                <c:pt idx="331">
                  <c:v>5214.6194999999989</c:v>
                </c:pt>
                <c:pt idx="332">
                  <c:v>5125.3129999999992</c:v>
                </c:pt>
                <c:pt idx="333">
                  <c:v>5240.2264999999989</c:v>
                </c:pt>
                <c:pt idx="334">
                  <c:v>5001.4878999999992</c:v>
                </c:pt>
                <c:pt idx="335">
                  <c:v>5326.5265999999992</c:v>
                </c:pt>
                <c:pt idx="336">
                  <c:v>5265.9008999999996</c:v>
                </c:pt>
                <c:pt idx="337">
                  <c:v>5056.3663999999999</c:v>
                </c:pt>
                <c:pt idx="338">
                  <c:v>5048.1714000000002</c:v>
                </c:pt>
                <c:pt idx="339">
                  <c:v>4845.9323000000004</c:v>
                </c:pt>
                <c:pt idx="340">
                  <c:v>4673.3829000000005</c:v>
                </c:pt>
                <c:pt idx="341">
                  <c:v>4469.6573000000008</c:v>
                </c:pt>
                <c:pt idx="342">
                  <c:v>4348.533300000001</c:v>
                </c:pt>
                <c:pt idx="343">
                  <c:v>4264.1393000000007</c:v>
                </c:pt>
                <c:pt idx="344">
                  <c:v>4171.1884000000009</c:v>
                </c:pt>
                <c:pt idx="345">
                  <c:v>4143.1135000000013</c:v>
                </c:pt>
                <c:pt idx="346">
                  <c:v>4755.483400000001</c:v>
                </c:pt>
                <c:pt idx="347">
                  <c:v>4813.3821000000007</c:v>
                </c:pt>
                <c:pt idx="348">
                  <c:v>5181.5142000000005</c:v>
                </c:pt>
                <c:pt idx="349">
                  <c:v>5136.7419000000009</c:v>
                </c:pt>
                <c:pt idx="350">
                  <c:v>5464.7734000000009</c:v>
                </c:pt>
                <c:pt idx="351">
                  <c:v>5410.6269000000011</c:v>
                </c:pt>
                <c:pt idx="352">
                  <c:v>5247.4327000000012</c:v>
                </c:pt>
                <c:pt idx="353">
                  <c:v>5488.6522000000014</c:v>
                </c:pt>
                <c:pt idx="354">
                  <c:v>5344.4080000000013</c:v>
                </c:pt>
                <c:pt idx="355">
                  <c:v>5524.1212000000014</c:v>
                </c:pt>
                <c:pt idx="356">
                  <c:v>5376.8014000000012</c:v>
                </c:pt>
                <c:pt idx="357">
                  <c:v>5283.6131000000014</c:v>
                </c:pt>
                <c:pt idx="358">
                  <c:v>5291.2028000000018</c:v>
                </c:pt>
                <c:pt idx="359">
                  <c:v>5548.7347000000018</c:v>
                </c:pt>
                <c:pt idx="360">
                  <c:v>4854.1030000000019</c:v>
                </c:pt>
                <c:pt idx="361">
                  <c:v>5931.118800000002</c:v>
                </c:pt>
                <c:pt idx="362">
                  <c:v>6830.3105000000023</c:v>
                </c:pt>
                <c:pt idx="363">
                  <c:v>7346.8497000000025</c:v>
                </c:pt>
                <c:pt idx="364">
                  <c:v>7866.5308000000023</c:v>
                </c:pt>
                <c:pt idx="365">
                  <c:v>8724.9378000000015</c:v>
                </c:pt>
                <c:pt idx="366">
                  <c:v>10154.123100000001</c:v>
                </c:pt>
                <c:pt idx="367">
                  <c:v>10350.909300000001</c:v>
                </c:pt>
                <c:pt idx="368">
                  <c:v>10127.001700000001</c:v>
                </c:pt>
                <c:pt idx="369">
                  <c:v>10248.293300000001</c:v>
                </c:pt>
                <c:pt idx="370">
                  <c:v>9254.3183000000008</c:v>
                </c:pt>
                <c:pt idx="371">
                  <c:v>8900.5586000000003</c:v>
                </c:pt>
                <c:pt idx="372">
                  <c:v>9528.2566000000006</c:v>
                </c:pt>
                <c:pt idx="373">
                  <c:v>10668.367</c:v>
                </c:pt>
                <c:pt idx="374">
                  <c:v>10805.5692</c:v>
                </c:pt>
                <c:pt idx="375">
                  <c:v>10321.1265</c:v>
                </c:pt>
                <c:pt idx="376">
                  <c:v>10501.0831</c:v>
                </c:pt>
                <c:pt idx="377">
                  <c:v>10332.7791</c:v>
                </c:pt>
                <c:pt idx="378">
                  <c:v>10139.6312</c:v>
                </c:pt>
                <c:pt idx="379">
                  <c:v>9579.1003000000001</c:v>
                </c:pt>
                <c:pt idx="380">
                  <c:v>9381.8816000000006</c:v>
                </c:pt>
                <c:pt idx="381">
                  <c:v>8925.4057000000012</c:v>
                </c:pt>
                <c:pt idx="382">
                  <c:v>8374.8964000000014</c:v>
                </c:pt>
                <c:pt idx="383">
                  <c:v>8471.5501000000022</c:v>
                </c:pt>
                <c:pt idx="384">
                  <c:v>9506.3217000000022</c:v>
                </c:pt>
                <c:pt idx="385">
                  <c:v>10073.289300000002</c:v>
                </c:pt>
                <c:pt idx="386">
                  <c:v>9504.5514000000021</c:v>
                </c:pt>
                <c:pt idx="387">
                  <c:v>9156.6913000000022</c:v>
                </c:pt>
                <c:pt idx="388">
                  <c:v>9316.8707000000031</c:v>
                </c:pt>
                <c:pt idx="389">
                  <c:v>10204.694600000003</c:v>
                </c:pt>
                <c:pt idx="390">
                  <c:v>10247.869400000003</c:v>
                </c:pt>
                <c:pt idx="391">
                  <c:v>9217.1483000000026</c:v>
                </c:pt>
                <c:pt idx="392">
                  <c:v>9266.1175000000021</c:v>
                </c:pt>
                <c:pt idx="393">
                  <c:v>9215.9509000000016</c:v>
                </c:pt>
                <c:pt idx="394">
                  <c:v>9078.9513000000024</c:v>
                </c:pt>
                <c:pt idx="395">
                  <c:v>10048.592200000003</c:v>
                </c:pt>
                <c:pt idx="396">
                  <c:v>12310.186500000003</c:v>
                </c:pt>
                <c:pt idx="397">
                  <c:v>12412.316200000003</c:v>
                </c:pt>
                <c:pt idx="398">
                  <c:v>11611.406500000003</c:v>
                </c:pt>
                <c:pt idx="399">
                  <c:v>11521.766700000002</c:v>
                </c:pt>
                <c:pt idx="400">
                  <c:v>11070.984500000002</c:v>
                </c:pt>
                <c:pt idx="401">
                  <c:v>10860.534500000002</c:v>
                </c:pt>
                <c:pt idx="402">
                  <c:v>11782.196300000001</c:v>
                </c:pt>
                <c:pt idx="403">
                  <c:v>12428.943000000001</c:v>
                </c:pt>
                <c:pt idx="404">
                  <c:v>11420.596300000001</c:v>
                </c:pt>
                <c:pt idx="405">
                  <c:v>10409.647900000002</c:v>
                </c:pt>
                <c:pt idx="406">
                  <c:v>10507.327900000002</c:v>
                </c:pt>
                <c:pt idx="407">
                  <c:v>9660.4888000000028</c:v>
                </c:pt>
                <c:pt idx="408">
                  <c:v>9346.3496000000032</c:v>
                </c:pt>
                <c:pt idx="409">
                  <c:v>8954.691700000003</c:v>
                </c:pt>
                <c:pt idx="410">
                  <c:v>8809.9694000000036</c:v>
                </c:pt>
                <c:pt idx="411">
                  <c:v>8628.7261000000035</c:v>
                </c:pt>
                <c:pt idx="412">
                  <c:v>8637.1777000000038</c:v>
                </c:pt>
                <c:pt idx="413">
                  <c:v>8442.3904000000039</c:v>
                </c:pt>
                <c:pt idx="414">
                  <c:v>8808.0871000000043</c:v>
                </c:pt>
                <c:pt idx="415">
                  <c:v>8669.1717000000044</c:v>
                </c:pt>
                <c:pt idx="416">
                  <c:v>7859.8691000000044</c:v>
                </c:pt>
                <c:pt idx="417">
                  <c:v>8014.9182000000046</c:v>
                </c:pt>
                <c:pt idx="418">
                  <c:v>8028.3148000000047</c:v>
                </c:pt>
                <c:pt idx="419">
                  <c:v>7792.9901000000045</c:v>
                </c:pt>
                <c:pt idx="420">
                  <c:v>7803.1969000000045</c:v>
                </c:pt>
                <c:pt idx="421">
                  <c:v>8050.9202000000041</c:v>
                </c:pt>
                <c:pt idx="422">
                  <c:v>7691.7345000000041</c:v>
                </c:pt>
                <c:pt idx="423">
                  <c:v>7863.243900000004</c:v>
                </c:pt>
                <c:pt idx="424">
                  <c:v>8532.3183000000045</c:v>
                </c:pt>
                <c:pt idx="425">
                  <c:v>7617.3024000000041</c:v>
                </c:pt>
                <c:pt idx="426">
                  <c:v>7860.2046000000046</c:v>
                </c:pt>
                <c:pt idx="427">
                  <c:v>7988.5139000000045</c:v>
                </c:pt>
                <c:pt idx="428">
                  <c:v>7841.6345000000047</c:v>
                </c:pt>
                <c:pt idx="429">
                  <c:v>9605.4349000000038</c:v>
                </c:pt>
                <c:pt idx="430">
                  <c:v>9346.1060000000034</c:v>
                </c:pt>
                <c:pt idx="431">
                  <c:v>8370.5182000000041</c:v>
                </c:pt>
                <c:pt idx="432">
                  <c:v>8340.7215000000033</c:v>
                </c:pt>
                <c:pt idx="433">
                  <c:v>8732.1978000000036</c:v>
                </c:pt>
                <c:pt idx="434">
                  <c:v>8834.3453000000027</c:v>
                </c:pt>
                <c:pt idx="435">
                  <c:v>10046.661100000003</c:v>
                </c:pt>
                <c:pt idx="436">
                  <c:v>10443.465200000002</c:v>
                </c:pt>
                <c:pt idx="437">
                  <c:v>10404.933400000002</c:v>
                </c:pt>
                <c:pt idx="438">
                  <c:v>11371.181500000002</c:v>
                </c:pt>
                <c:pt idx="439">
                  <c:v>11220.841200000003</c:v>
                </c:pt>
                <c:pt idx="440">
                  <c:v>11464.294600000003</c:v>
                </c:pt>
                <c:pt idx="441">
                  <c:v>10902.239300000003</c:v>
                </c:pt>
                <c:pt idx="442">
                  <c:v>9552.1585000000032</c:v>
                </c:pt>
                <c:pt idx="443">
                  <c:v>9283.3761000000031</c:v>
                </c:pt>
                <c:pt idx="444">
                  <c:v>7610.3990000000031</c:v>
                </c:pt>
                <c:pt idx="445">
                  <c:v>7633.2475000000031</c:v>
                </c:pt>
                <c:pt idx="446">
                  <c:v>7630.7855000000027</c:v>
                </c:pt>
                <c:pt idx="447">
                  <c:v>7984.1036000000031</c:v>
                </c:pt>
                <c:pt idx="448">
                  <c:v>7757.0140000000029</c:v>
                </c:pt>
                <c:pt idx="449">
                  <c:v>7654.9436000000032</c:v>
                </c:pt>
                <c:pt idx="450">
                  <c:v>8810.6127000000033</c:v>
                </c:pt>
                <c:pt idx="451">
                  <c:v>8450.6762000000035</c:v>
                </c:pt>
                <c:pt idx="452">
                  <c:v>9316.4174000000039</c:v>
                </c:pt>
                <c:pt idx="453">
                  <c:v>9601.9334000000035</c:v>
                </c:pt>
                <c:pt idx="454">
                  <c:v>10927.948600000003</c:v>
                </c:pt>
                <c:pt idx="455">
                  <c:v>10905.324900000003</c:v>
                </c:pt>
                <c:pt idx="456">
                  <c:v>12311.319700000004</c:v>
                </c:pt>
                <c:pt idx="457">
                  <c:v>12030.915400000004</c:v>
                </c:pt>
                <c:pt idx="458">
                  <c:v>10948.101300000004</c:v>
                </c:pt>
                <c:pt idx="459">
                  <c:v>10843.839300000003</c:v>
                </c:pt>
                <c:pt idx="460">
                  <c:v>10098.145600000003</c:v>
                </c:pt>
                <c:pt idx="461">
                  <c:v>10227.648300000004</c:v>
                </c:pt>
                <c:pt idx="462">
                  <c:v>9935.6075000000037</c:v>
                </c:pt>
                <c:pt idx="463">
                  <c:v>9912.9654000000046</c:v>
                </c:pt>
                <c:pt idx="464">
                  <c:v>9808.7820000000047</c:v>
                </c:pt>
                <c:pt idx="465">
                  <c:v>9872.5269000000044</c:v>
                </c:pt>
                <c:pt idx="466">
                  <c:v>8546.8628000000044</c:v>
                </c:pt>
                <c:pt idx="467">
                  <c:v>8298.4954000000052</c:v>
                </c:pt>
                <c:pt idx="468">
                  <c:v>8196.0406000000057</c:v>
                </c:pt>
                <c:pt idx="469">
                  <c:v>9065.0928000000058</c:v>
                </c:pt>
                <c:pt idx="470">
                  <c:v>9868.3672000000061</c:v>
                </c:pt>
                <c:pt idx="471">
                  <c:v>8760.1211000000058</c:v>
                </c:pt>
                <c:pt idx="472">
                  <c:v>8910.2172000000064</c:v>
                </c:pt>
                <c:pt idx="473">
                  <c:v>8519.700800000006</c:v>
                </c:pt>
                <c:pt idx="474">
                  <c:v>7988.7769000000062</c:v>
                </c:pt>
                <c:pt idx="475">
                  <c:v>8456.3886000000057</c:v>
                </c:pt>
                <c:pt idx="476">
                  <c:v>7604.2937000000056</c:v>
                </c:pt>
                <c:pt idx="477">
                  <c:v>7553.2387000000053</c:v>
                </c:pt>
                <c:pt idx="478">
                  <c:v>6729.4196000000056</c:v>
                </c:pt>
                <c:pt idx="479">
                  <c:v>5937.0040000000054</c:v>
                </c:pt>
                <c:pt idx="480">
                  <c:v>5933.0881000000054</c:v>
                </c:pt>
                <c:pt idx="481">
                  <c:v>5751.9279000000051</c:v>
                </c:pt>
                <c:pt idx="482">
                  <c:v>5652.3081000000047</c:v>
                </c:pt>
                <c:pt idx="483">
                  <c:v>5760.3292000000047</c:v>
                </c:pt>
                <c:pt idx="484">
                  <c:v>5913.6337000000049</c:v>
                </c:pt>
                <c:pt idx="485">
                  <c:v>5962.8008000000045</c:v>
                </c:pt>
                <c:pt idx="486">
                  <c:v>5815.6211000000048</c:v>
                </c:pt>
                <c:pt idx="487">
                  <c:v>6198.8311000000049</c:v>
                </c:pt>
                <c:pt idx="488">
                  <c:v>6242.6996000000045</c:v>
                </c:pt>
                <c:pt idx="489">
                  <c:v>5990.1883000000043</c:v>
                </c:pt>
                <c:pt idx="490">
                  <c:v>5465.5521000000044</c:v>
                </c:pt>
                <c:pt idx="491">
                  <c:v>5977.3676000000041</c:v>
                </c:pt>
                <c:pt idx="492">
                  <c:v>6389.8077000000039</c:v>
                </c:pt>
                <c:pt idx="493">
                  <c:v>5887.4608000000044</c:v>
                </c:pt>
                <c:pt idx="494">
                  <c:v>6153.176900000004</c:v>
                </c:pt>
                <c:pt idx="495">
                  <c:v>5541.8344000000043</c:v>
                </c:pt>
                <c:pt idx="496">
                  <c:v>6418.3989000000038</c:v>
                </c:pt>
                <c:pt idx="497">
                  <c:v>5394.5347000000038</c:v>
                </c:pt>
                <c:pt idx="498">
                  <c:v>5760.1327000000038</c:v>
                </c:pt>
                <c:pt idx="499">
                  <c:v>6181.5287000000035</c:v>
                </c:pt>
                <c:pt idx="500">
                  <c:v>6052.5893000000033</c:v>
                </c:pt>
                <c:pt idx="501">
                  <c:v>6527.7116000000033</c:v>
                </c:pt>
                <c:pt idx="502">
                  <c:v>6229.625600000003</c:v>
                </c:pt>
                <c:pt idx="503">
                  <c:v>7149.0897000000032</c:v>
                </c:pt>
                <c:pt idx="504">
                  <c:v>6450.0046000000029</c:v>
                </c:pt>
                <c:pt idx="505">
                  <c:v>5733.4737000000032</c:v>
                </c:pt>
                <c:pt idx="506">
                  <c:v>5621.7004000000034</c:v>
                </c:pt>
                <c:pt idx="507">
                  <c:v>6210.0222000000031</c:v>
                </c:pt>
                <c:pt idx="508">
                  <c:v>6751.6314000000029</c:v>
                </c:pt>
                <c:pt idx="509">
                  <c:v>7033.903000000003</c:v>
                </c:pt>
                <c:pt idx="510">
                  <c:v>6928.7813000000033</c:v>
                </c:pt>
                <c:pt idx="511">
                  <c:v>6366.6453000000038</c:v>
                </c:pt>
                <c:pt idx="512">
                  <c:v>6552.8983000000035</c:v>
                </c:pt>
                <c:pt idx="513">
                  <c:v>5511.5716000000029</c:v>
                </c:pt>
                <c:pt idx="514">
                  <c:v>4884.7507000000032</c:v>
                </c:pt>
                <c:pt idx="515">
                  <c:v>5077.1914000000033</c:v>
                </c:pt>
                <c:pt idx="516">
                  <c:v>5511.8460000000032</c:v>
                </c:pt>
                <c:pt idx="517">
                  <c:v>5399.7608000000027</c:v>
                </c:pt>
                <c:pt idx="518">
                  <c:v>5661.4894000000031</c:v>
                </c:pt>
                <c:pt idx="519">
                  <c:v>6055.3496000000032</c:v>
                </c:pt>
                <c:pt idx="520">
                  <c:v>6134.067600000003</c:v>
                </c:pt>
                <c:pt idx="521">
                  <c:v>6240.7053000000033</c:v>
                </c:pt>
                <c:pt idx="522">
                  <c:v>6554.5249000000031</c:v>
                </c:pt>
                <c:pt idx="523">
                  <c:v>5957.870200000003</c:v>
                </c:pt>
                <c:pt idx="524">
                  <c:v>6145.7063000000035</c:v>
                </c:pt>
                <c:pt idx="525">
                  <c:v>6944.6874000000034</c:v>
                </c:pt>
                <c:pt idx="526">
                  <c:v>7117.0071000000034</c:v>
                </c:pt>
                <c:pt idx="527">
                  <c:v>6697.3611000000037</c:v>
                </c:pt>
                <c:pt idx="528">
                  <c:v>5375.1340000000037</c:v>
                </c:pt>
                <c:pt idx="529">
                  <c:v>5935.2455000000036</c:v>
                </c:pt>
                <c:pt idx="530">
                  <c:v>6297.1272000000035</c:v>
                </c:pt>
                <c:pt idx="531">
                  <c:v>6118.8885000000037</c:v>
                </c:pt>
                <c:pt idx="532">
                  <c:v>7307.7266000000036</c:v>
                </c:pt>
                <c:pt idx="533">
                  <c:v>7362.7065000000039</c:v>
                </c:pt>
                <c:pt idx="534">
                  <c:v>8224.1908000000039</c:v>
                </c:pt>
                <c:pt idx="535">
                  <c:v>7817.9047000000037</c:v>
                </c:pt>
                <c:pt idx="536">
                  <c:v>8165.6800000000039</c:v>
                </c:pt>
                <c:pt idx="537">
                  <c:v>8484.5152000000035</c:v>
                </c:pt>
                <c:pt idx="538">
                  <c:v>7955.6121000000039</c:v>
                </c:pt>
                <c:pt idx="539">
                  <c:v>8072.9038000000037</c:v>
                </c:pt>
                <c:pt idx="540">
                  <c:v>9463.8353000000043</c:v>
                </c:pt>
                <c:pt idx="541">
                  <c:v>9592.3781000000035</c:v>
                </c:pt>
                <c:pt idx="542">
                  <c:v>9992.4047000000028</c:v>
                </c:pt>
                <c:pt idx="543">
                  <c:v>10045.422900000003</c:v>
                </c:pt>
                <c:pt idx="544">
                  <c:v>9922.5639000000028</c:v>
                </c:pt>
                <c:pt idx="545">
                  <c:v>9189.1474000000035</c:v>
                </c:pt>
                <c:pt idx="546">
                  <c:v>8896.003800000004</c:v>
                </c:pt>
                <c:pt idx="547">
                  <c:v>8298.446200000004</c:v>
                </c:pt>
                <c:pt idx="548">
                  <c:v>8252.7255000000041</c:v>
                </c:pt>
                <c:pt idx="549">
                  <c:v>8499.460600000004</c:v>
                </c:pt>
                <c:pt idx="550">
                  <c:v>9661.055900000003</c:v>
                </c:pt>
                <c:pt idx="551">
                  <c:v>9433.8870000000024</c:v>
                </c:pt>
                <c:pt idx="552">
                  <c:v>9962.9496000000017</c:v>
                </c:pt>
                <c:pt idx="553">
                  <c:v>10394.343100000002</c:v>
                </c:pt>
                <c:pt idx="554">
                  <c:v>11193.270400000001</c:v>
                </c:pt>
                <c:pt idx="555">
                  <c:v>11137.8505</c:v>
                </c:pt>
                <c:pt idx="556">
                  <c:v>11411.0386</c:v>
                </c:pt>
                <c:pt idx="557">
                  <c:v>12334.761699999999</c:v>
                </c:pt>
                <c:pt idx="558">
                  <c:v>12452.240699999998</c:v>
                </c:pt>
                <c:pt idx="559">
                  <c:v>13448.505499999999</c:v>
                </c:pt>
                <c:pt idx="560">
                  <c:v>13267.668799999999</c:v>
                </c:pt>
                <c:pt idx="561">
                  <c:v>13275.9107</c:v>
                </c:pt>
                <c:pt idx="562">
                  <c:v>13386.66</c:v>
                </c:pt>
                <c:pt idx="563">
                  <c:v>13294.3043</c:v>
                </c:pt>
                <c:pt idx="564">
                  <c:v>13223.4638</c:v>
                </c:pt>
                <c:pt idx="565">
                  <c:v>12857.704399999999</c:v>
                </c:pt>
                <c:pt idx="566">
                  <c:v>12998.691299999999</c:v>
                </c:pt>
                <c:pt idx="567">
                  <c:v>13096.871599999999</c:v>
                </c:pt>
                <c:pt idx="568">
                  <c:v>12955.629899999998</c:v>
                </c:pt>
                <c:pt idx="569">
                  <c:v>13503.785699999999</c:v>
                </c:pt>
                <c:pt idx="570">
                  <c:v>13408.675399999998</c:v>
                </c:pt>
                <c:pt idx="571">
                  <c:v>12421.182499999999</c:v>
                </c:pt>
                <c:pt idx="572">
                  <c:v>12414.258599999999</c:v>
                </c:pt>
                <c:pt idx="573">
                  <c:v>12011.0422</c:v>
                </c:pt>
                <c:pt idx="574">
                  <c:v>12034.3415</c:v>
                </c:pt>
                <c:pt idx="575">
                  <c:v>11953.9635</c:v>
                </c:pt>
                <c:pt idx="576">
                  <c:v>11784.9056</c:v>
                </c:pt>
                <c:pt idx="577">
                  <c:v>11943.076300000001</c:v>
                </c:pt>
                <c:pt idx="578">
                  <c:v>11304.925200000001</c:v>
                </c:pt>
                <c:pt idx="579">
                  <c:v>11387.549500000001</c:v>
                </c:pt>
                <c:pt idx="580">
                  <c:v>11168.594200000001</c:v>
                </c:pt>
                <c:pt idx="581">
                  <c:v>11370.465200000001</c:v>
                </c:pt>
                <c:pt idx="582">
                  <c:v>13149.697600000001</c:v>
                </c:pt>
                <c:pt idx="583">
                  <c:v>14168.629600000002</c:v>
                </c:pt>
                <c:pt idx="584">
                  <c:v>14462.660600000003</c:v>
                </c:pt>
                <c:pt idx="585">
                  <c:v>15154.763600000002</c:v>
                </c:pt>
                <c:pt idx="586">
                  <c:v>15271.321100000003</c:v>
                </c:pt>
                <c:pt idx="587">
                  <c:v>14642.758300000003</c:v>
                </c:pt>
                <c:pt idx="588">
                  <c:v>14526.445800000003</c:v>
                </c:pt>
                <c:pt idx="589">
                  <c:v>13855.478500000003</c:v>
                </c:pt>
                <c:pt idx="590">
                  <c:v>13522.844000000003</c:v>
                </c:pt>
                <c:pt idx="591">
                  <c:v>13525.047800000002</c:v>
                </c:pt>
                <c:pt idx="592">
                  <c:v>13555.769000000002</c:v>
                </c:pt>
                <c:pt idx="593">
                  <c:v>13853.678500000002</c:v>
                </c:pt>
                <c:pt idx="594">
                  <c:v>14259.368900000001</c:v>
                </c:pt>
                <c:pt idx="595">
                  <c:v>14553.602000000001</c:v>
                </c:pt>
                <c:pt idx="596">
                  <c:v>15984.957</c:v>
                </c:pt>
                <c:pt idx="597">
                  <c:v>16115.218699999999</c:v>
                </c:pt>
                <c:pt idx="598">
                  <c:v>15997.9136</c:v>
                </c:pt>
                <c:pt idx="599">
                  <c:v>15487.709800000001</c:v>
                </c:pt>
                <c:pt idx="600">
                  <c:v>16239.9256</c:v>
                </c:pt>
                <c:pt idx="601">
                  <c:v>15193.187300000001</c:v>
                </c:pt>
                <c:pt idx="602">
                  <c:v>15146.761600000002</c:v>
                </c:pt>
                <c:pt idx="603">
                  <c:v>16588.024000000001</c:v>
                </c:pt>
                <c:pt idx="604">
                  <c:v>16216.718000000001</c:v>
                </c:pt>
                <c:pt idx="605">
                  <c:v>16549.9185</c:v>
                </c:pt>
                <c:pt idx="606">
                  <c:v>16386.224600000001</c:v>
                </c:pt>
                <c:pt idx="607">
                  <c:v>14837.077900000002</c:v>
                </c:pt>
                <c:pt idx="608">
                  <c:v>13992.644600000001</c:v>
                </c:pt>
                <c:pt idx="609">
                  <c:v>12019.384300000002</c:v>
                </c:pt>
                <c:pt idx="610">
                  <c:v>11621.665600000002</c:v>
                </c:pt>
                <c:pt idx="611">
                  <c:v>11706.998200000002</c:v>
                </c:pt>
                <c:pt idx="612">
                  <c:v>11954.797000000002</c:v>
                </c:pt>
                <c:pt idx="613">
                  <c:v>11469.578900000002</c:v>
                </c:pt>
                <c:pt idx="614">
                  <c:v>11264.780000000002</c:v>
                </c:pt>
                <c:pt idx="615">
                  <c:v>10151.966100000001</c:v>
                </c:pt>
                <c:pt idx="616">
                  <c:v>8808.1181000000015</c:v>
                </c:pt>
                <c:pt idx="617">
                  <c:v>8739.9301000000014</c:v>
                </c:pt>
                <c:pt idx="618">
                  <c:v>8720.9124000000011</c:v>
                </c:pt>
                <c:pt idx="619">
                  <c:v>8454.3930000000018</c:v>
                </c:pt>
                <c:pt idx="620">
                  <c:v>8574.2591000000011</c:v>
                </c:pt>
                <c:pt idx="621">
                  <c:v>9024.5397000000012</c:v>
                </c:pt>
                <c:pt idx="622">
                  <c:v>9035.175900000002</c:v>
                </c:pt>
                <c:pt idx="623">
                  <c:v>9056.4137000000028</c:v>
                </c:pt>
                <c:pt idx="624">
                  <c:v>9234.5065000000031</c:v>
                </c:pt>
                <c:pt idx="625">
                  <c:v>9175.3991000000024</c:v>
                </c:pt>
                <c:pt idx="626">
                  <c:v>9886.5258000000031</c:v>
                </c:pt>
                <c:pt idx="627">
                  <c:v>9927.4713000000029</c:v>
                </c:pt>
                <c:pt idx="628">
                  <c:v>10064.381100000002</c:v>
                </c:pt>
                <c:pt idx="629">
                  <c:v>9910.8016000000025</c:v>
                </c:pt>
                <c:pt idx="630">
                  <c:v>10679.272100000002</c:v>
                </c:pt>
                <c:pt idx="631">
                  <c:v>10595.305200000003</c:v>
                </c:pt>
                <c:pt idx="632">
                  <c:v>10895.239000000003</c:v>
                </c:pt>
                <c:pt idx="633">
                  <c:v>10855.000900000003</c:v>
                </c:pt>
                <c:pt idx="634">
                  <c:v>12246.896800000002</c:v>
                </c:pt>
                <c:pt idx="635">
                  <c:v>12165.783200000002</c:v>
                </c:pt>
                <c:pt idx="636">
                  <c:v>10868.069200000002</c:v>
                </c:pt>
                <c:pt idx="637">
                  <c:v>10814.482000000002</c:v>
                </c:pt>
                <c:pt idx="638">
                  <c:v>10785.735400000001</c:v>
                </c:pt>
                <c:pt idx="639">
                  <c:v>9763.6244000000006</c:v>
                </c:pt>
                <c:pt idx="640">
                  <c:v>9777.9106000000011</c:v>
                </c:pt>
                <c:pt idx="641">
                  <c:v>8401.1833000000006</c:v>
                </c:pt>
                <c:pt idx="642">
                  <c:v>8811.5794000000005</c:v>
                </c:pt>
                <c:pt idx="643">
                  <c:v>8694.4067000000014</c:v>
                </c:pt>
                <c:pt idx="644">
                  <c:v>8826.7387000000017</c:v>
                </c:pt>
                <c:pt idx="645">
                  <c:v>9286.8412000000026</c:v>
                </c:pt>
                <c:pt idx="646">
                  <c:v>8988.7812000000031</c:v>
                </c:pt>
                <c:pt idx="647">
                  <c:v>8955.8986000000023</c:v>
                </c:pt>
                <c:pt idx="648">
                  <c:v>8992.9601000000021</c:v>
                </c:pt>
                <c:pt idx="649">
                  <c:v>9287.8431000000019</c:v>
                </c:pt>
                <c:pt idx="650">
                  <c:v>9097.5148000000027</c:v>
                </c:pt>
                <c:pt idx="651">
                  <c:v>9290.5913000000019</c:v>
                </c:pt>
                <c:pt idx="652">
                  <c:v>9169.1756000000023</c:v>
                </c:pt>
                <c:pt idx="653">
                  <c:v>9284.4611000000023</c:v>
                </c:pt>
                <c:pt idx="654">
                  <c:v>9218.1627000000026</c:v>
                </c:pt>
                <c:pt idx="655">
                  <c:v>9762.1090000000022</c:v>
                </c:pt>
                <c:pt idx="656">
                  <c:v>9502.5003000000015</c:v>
                </c:pt>
                <c:pt idx="657">
                  <c:v>10978.113000000001</c:v>
                </c:pt>
                <c:pt idx="658">
                  <c:v>12010.669400000001</c:v>
                </c:pt>
                <c:pt idx="659">
                  <c:v>12241.244200000001</c:v>
                </c:pt>
                <c:pt idx="660">
                  <c:v>12380.662200000001</c:v>
                </c:pt>
                <c:pt idx="661">
                  <c:v>12291.408600000001</c:v>
                </c:pt>
                <c:pt idx="662">
                  <c:v>11896.618200000001</c:v>
                </c:pt>
                <c:pt idx="663">
                  <c:v>11434.926200000002</c:v>
                </c:pt>
                <c:pt idx="664">
                  <c:v>11802.175700000002</c:v>
                </c:pt>
                <c:pt idx="665">
                  <c:v>11808.608500000002</c:v>
                </c:pt>
                <c:pt idx="666">
                  <c:v>12016.916000000003</c:v>
                </c:pt>
                <c:pt idx="667">
                  <c:v>12651.973000000004</c:v>
                </c:pt>
                <c:pt idx="668">
                  <c:v>12816.740500000004</c:v>
                </c:pt>
                <c:pt idx="669">
                  <c:v>13848.116400000003</c:v>
                </c:pt>
                <c:pt idx="670">
                  <c:v>13675.969900000002</c:v>
                </c:pt>
                <c:pt idx="671">
                  <c:v>13567.238600000002</c:v>
                </c:pt>
                <c:pt idx="672">
                  <c:v>13378.061800000003</c:v>
                </c:pt>
                <c:pt idx="673">
                  <c:v>14131.389700000003</c:v>
                </c:pt>
                <c:pt idx="674">
                  <c:v>13255.163900000003</c:v>
                </c:pt>
                <c:pt idx="675">
                  <c:v>13577.112600000004</c:v>
                </c:pt>
                <c:pt idx="676">
                  <c:v>13354.951900000004</c:v>
                </c:pt>
                <c:pt idx="677">
                  <c:v>13334.935100000004</c:v>
                </c:pt>
                <c:pt idx="678">
                  <c:v>14000.366000000004</c:v>
                </c:pt>
                <c:pt idx="679">
                  <c:v>14540.170100000003</c:v>
                </c:pt>
                <c:pt idx="680">
                  <c:v>14615.891200000004</c:v>
                </c:pt>
                <c:pt idx="681">
                  <c:v>15143.396100000004</c:v>
                </c:pt>
                <c:pt idx="682">
                  <c:v>14885.969000000003</c:v>
                </c:pt>
                <c:pt idx="683">
                  <c:v>15756.870400000003</c:v>
                </c:pt>
                <c:pt idx="684">
                  <c:v>16122.837600000003</c:v>
                </c:pt>
                <c:pt idx="685">
                  <c:v>15721.904800000002</c:v>
                </c:pt>
                <c:pt idx="686">
                  <c:v>15462.355600000003</c:v>
                </c:pt>
                <c:pt idx="687">
                  <c:v>15387.084500000003</c:v>
                </c:pt>
                <c:pt idx="688">
                  <c:v>14690.019000000002</c:v>
                </c:pt>
                <c:pt idx="689">
                  <c:v>14312.592200000003</c:v>
                </c:pt>
                <c:pt idx="690">
                  <c:v>14379.277100000003</c:v>
                </c:pt>
                <c:pt idx="691">
                  <c:v>13305.252500000002</c:v>
                </c:pt>
                <c:pt idx="692">
                  <c:v>13459.312300000001</c:v>
                </c:pt>
                <c:pt idx="693">
                  <c:v>12754.216600000002</c:v>
                </c:pt>
                <c:pt idx="694">
                  <c:v>12388.824100000002</c:v>
                </c:pt>
                <c:pt idx="695">
                  <c:v>12205.104900000002</c:v>
                </c:pt>
                <c:pt idx="696">
                  <c:v>12115.750600000001</c:v>
                </c:pt>
                <c:pt idx="697">
                  <c:v>11755.365100000001</c:v>
                </c:pt>
                <c:pt idx="698">
                  <c:v>11474.627400000001</c:v>
                </c:pt>
                <c:pt idx="699">
                  <c:v>10438.978900000002</c:v>
                </c:pt>
                <c:pt idx="700">
                  <c:v>10268.482500000002</c:v>
                </c:pt>
                <c:pt idx="701">
                  <c:v>10028.074700000001</c:v>
                </c:pt>
                <c:pt idx="702">
                  <c:v>9649.3639000000003</c:v>
                </c:pt>
                <c:pt idx="703">
                  <c:v>8631.8135000000002</c:v>
                </c:pt>
                <c:pt idx="704">
                  <c:v>8320.5424999999996</c:v>
                </c:pt>
                <c:pt idx="705">
                  <c:v>8406.1603999999988</c:v>
                </c:pt>
                <c:pt idx="706">
                  <c:v>8318.3151999999991</c:v>
                </c:pt>
                <c:pt idx="707">
                  <c:v>8278.8869999999988</c:v>
                </c:pt>
                <c:pt idx="708">
                  <c:v>8393.5073999999986</c:v>
                </c:pt>
                <c:pt idx="709">
                  <c:v>8143.9938999999986</c:v>
                </c:pt>
                <c:pt idx="710">
                  <c:v>7834.1049999999987</c:v>
                </c:pt>
                <c:pt idx="711">
                  <c:v>7726.1927999999989</c:v>
                </c:pt>
                <c:pt idx="712">
                  <c:v>7413.5413999999992</c:v>
                </c:pt>
                <c:pt idx="713">
                  <c:v>6593.6648999999989</c:v>
                </c:pt>
                <c:pt idx="714">
                  <c:v>6801.5670999999984</c:v>
                </c:pt>
                <c:pt idx="715">
                  <c:v>7036.5907999999981</c:v>
                </c:pt>
                <c:pt idx="716">
                  <c:v>6965.6524999999983</c:v>
                </c:pt>
                <c:pt idx="717">
                  <c:v>7276.5406999999987</c:v>
                </c:pt>
                <c:pt idx="718">
                  <c:v>7427.1216999999988</c:v>
                </c:pt>
                <c:pt idx="719">
                  <c:v>7413.0814999999984</c:v>
                </c:pt>
                <c:pt idx="720">
                  <c:v>7835.7014999999983</c:v>
                </c:pt>
                <c:pt idx="721">
                  <c:v>7664.6067999999987</c:v>
                </c:pt>
                <c:pt idx="722">
                  <c:v>8302.0103999999992</c:v>
                </c:pt>
                <c:pt idx="723">
                  <c:v>8605.2336999999989</c:v>
                </c:pt>
                <c:pt idx="724">
                  <c:v>8739.5679999999993</c:v>
                </c:pt>
                <c:pt idx="725">
                  <c:v>8827.1407999999992</c:v>
                </c:pt>
                <c:pt idx="726">
                  <c:v>8707.3097999999991</c:v>
                </c:pt>
                <c:pt idx="727">
                  <c:v>8578.0405999999984</c:v>
                </c:pt>
                <c:pt idx="728">
                  <c:v>9118.6819999999989</c:v>
                </c:pt>
                <c:pt idx="729">
                  <c:v>10252.872299999999</c:v>
                </c:pt>
                <c:pt idx="730">
                  <c:v>11956.479099999999</c:v>
                </c:pt>
                <c:pt idx="731">
                  <c:v>12430.335699999998</c:v>
                </c:pt>
                <c:pt idx="732">
                  <c:v>12147.271699999998</c:v>
                </c:pt>
                <c:pt idx="733">
                  <c:v>11916.055599999998</c:v>
                </c:pt>
                <c:pt idx="734">
                  <c:v>12033.864999999998</c:v>
                </c:pt>
                <c:pt idx="735">
                  <c:v>11952.719499999997</c:v>
                </c:pt>
                <c:pt idx="736">
                  <c:v>12330.958799999997</c:v>
                </c:pt>
                <c:pt idx="737">
                  <c:v>13016.407799999997</c:v>
                </c:pt>
                <c:pt idx="738">
                  <c:v>13315.291799999997</c:v>
                </c:pt>
                <c:pt idx="739">
                  <c:v>13381.807599999996</c:v>
                </c:pt>
                <c:pt idx="740">
                  <c:v>12837.107499999996</c:v>
                </c:pt>
                <c:pt idx="741">
                  <c:v>13177.523999999996</c:v>
                </c:pt>
                <c:pt idx="742">
                  <c:v>11900.921599999996</c:v>
                </c:pt>
                <c:pt idx="743">
                  <c:v>11689.629199999996</c:v>
                </c:pt>
                <c:pt idx="744">
                  <c:v>11728.740899999995</c:v>
                </c:pt>
                <c:pt idx="745">
                  <c:v>11854.781599999995</c:v>
                </c:pt>
                <c:pt idx="746">
                  <c:v>11569.404099999994</c:v>
                </c:pt>
                <c:pt idx="747">
                  <c:v>9105.1618999999937</c:v>
                </c:pt>
                <c:pt idx="748">
                  <c:v>9149.4503999999943</c:v>
                </c:pt>
                <c:pt idx="749">
                  <c:v>9020.6228999999948</c:v>
                </c:pt>
                <c:pt idx="750">
                  <c:v>9304.9630999999954</c:v>
                </c:pt>
                <c:pt idx="751">
                  <c:v>9489.8319999999949</c:v>
                </c:pt>
                <c:pt idx="752">
                  <c:v>9431.225499999995</c:v>
                </c:pt>
                <c:pt idx="753">
                  <c:v>8812.5321999999942</c:v>
                </c:pt>
                <c:pt idx="754">
                  <c:v>9325.3192999999937</c:v>
                </c:pt>
                <c:pt idx="755">
                  <c:v>8935.584699999994</c:v>
                </c:pt>
                <c:pt idx="756">
                  <c:v>9405.5945999999931</c:v>
                </c:pt>
                <c:pt idx="757">
                  <c:v>10443.291299999993</c:v>
                </c:pt>
                <c:pt idx="758">
                  <c:v>10611.288499999993</c:v>
                </c:pt>
                <c:pt idx="759">
                  <c:v>10792.811399999993</c:v>
                </c:pt>
                <c:pt idx="760">
                  <c:v>11540.004599999993</c:v>
                </c:pt>
                <c:pt idx="761">
                  <c:v>11619.606599999994</c:v>
                </c:pt>
                <c:pt idx="762">
                  <c:v>13061.178799999994</c:v>
                </c:pt>
                <c:pt idx="763">
                  <c:v>13992.197599999994</c:v>
                </c:pt>
                <c:pt idx="764">
                  <c:v>14931.238299999994</c:v>
                </c:pt>
                <c:pt idx="765">
                  <c:v>14877.955899999994</c:v>
                </c:pt>
                <c:pt idx="766">
                  <c:v>16152.379299999993</c:v>
                </c:pt>
                <c:pt idx="767">
                  <c:v>17889.533999999992</c:v>
                </c:pt>
                <c:pt idx="768">
                  <c:v>18477.198299999993</c:v>
                </c:pt>
                <c:pt idx="769">
                  <c:v>17735.214699999993</c:v>
                </c:pt>
                <c:pt idx="770">
                  <c:v>17375.918599999994</c:v>
                </c:pt>
                <c:pt idx="771">
                  <c:v>16613.441099999993</c:v>
                </c:pt>
                <c:pt idx="772">
                  <c:v>16471.947299999993</c:v>
                </c:pt>
                <c:pt idx="773">
                  <c:v>15430.651099999992</c:v>
                </c:pt>
                <c:pt idx="774">
                  <c:v>15674.733199999991</c:v>
                </c:pt>
                <c:pt idx="775">
                  <c:v>16473.170299999991</c:v>
                </c:pt>
                <c:pt idx="776">
                  <c:v>16986.838199999991</c:v>
                </c:pt>
                <c:pt idx="777">
                  <c:v>19601.39239999999</c:v>
                </c:pt>
                <c:pt idx="778">
                  <c:v>22024.721499999989</c:v>
                </c:pt>
                <c:pt idx="779">
                  <c:v>22098.61949999999</c:v>
                </c:pt>
                <c:pt idx="780">
                  <c:v>22619.771799999991</c:v>
                </c:pt>
                <c:pt idx="781">
                  <c:v>22545.037799999991</c:v>
                </c:pt>
                <c:pt idx="782">
                  <c:v>22528.664299999989</c:v>
                </c:pt>
                <c:pt idx="783">
                  <c:v>24099.888599999991</c:v>
                </c:pt>
                <c:pt idx="784">
                  <c:v>24447.158699999993</c:v>
                </c:pt>
                <c:pt idx="785">
                  <c:v>24930.316399999992</c:v>
                </c:pt>
                <c:pt idx="786">
                  <c:v>25247.979399999993</c:v>
                </c:pt>
                <c:pt idx="787">
                  <c:v>25911.828099999992</c:v>
                </c:pt>
                <c:pt idx="788">
                  <c:v>26056.297099999992</c:v>
                </c:pt>
                <c:pt idx="789">
                  <c:v>25909.091399999994</c:v>
                </c:pt>
                <c:pt idx="790">
                  <c:v>26295.524399999995</c:v>
                </c:pt>
                <c:pt idx="791">
                  <c:v>25786.972699999995</c:v>
                </c:pt>
                <c:pt idx="792">
                  <c:v>25261.704499999996</c:v>
                </c:pt>
                <c:pt idx="793">
                  <c:v>25056.932899999996</c:v>
                </c:pt>
                <c:pt idx="794">
                  <c:v>25060.038299999997</c:v>
                </c:pt>
                <c:pt idx="795">
                  <c:v>23491.683199999996</c:v>
                </c:pt>
                <c:pt idx="796">
                  <c:v>23712.164699999998</c:v>
                </c:pt>
                <c:pt idx="797">
                  <c:v>23515.352999999999</c:v>
                </c:pt>
                <c:pt idx="798">
                  <c:v>23257.748499999998</c:v>
                </c:pt>
                <c:pt idx="799">
                  <c:v>23557.452099999999</c:v>
                </c:pt>
                <c:pt idx="800">
                  <c:v>23834.058299999997</c:v>
                </c:pt>
                <c:pt idx="801">
                  <c:v>22155.583599999998</c:v>
                </c:pt>
                <c:pt idx="802">
                  <c:v>24501.630699999998</c:v>
                </c:pt>
                <c:pt idx="803">
                  <c:v>24351.562899999997</c:v>
                </c:pt>
                <c:pt idx="804">
                  <c:v>22816.482399999997</c:v>
                </c:pt>
                <c:pt idx="805">
                  <c:v>22802.372299999995</c:v>
                </c:pt>
                <c:pt idx="806">
                  <c:v>20408.486099999995</c:v>
                </c:pt>
                <c:pt idx="807">
                  <c:v>20453.001099999994</c:v>
                </c:pt>
                <c:pt idx="808">
                  <c:v>20546.089399999993</c:v>
                </c:pt>
                <c:pt idx="809">
                  <c:v>19441.912999999993</c:v>
                </c:pt>
                <c:pt idx="810">
                  <c:v>20328.527199999993</c:v>
                </c:pt>
                <c:pt idx="811">
                  <c:v>20418.800399999993</c:v>
                </c:pt>
                <c:pt idx="812">
                  <c:v>19967.490699999991</c:v>
                </c:pt>
                <c:pt idx="813">
                  <c:v>19676.22229999999</c:v>
                </c:pt>
                <c:pt idx="814">
                  <c:v>17972.567899999991</c:v>
                </c:pt>
                <c:pt idx="815">
                  <c:v>17528.193299999992</c:v>
                </c:pt>
                <c:pt idx="816">
                  <c:v>16765.889999999992</c:v>
                </c:pt>
                <c:pt idx="817">
                  <c:v>16776.230599999992</c:v>
                </c:pt>
                <c:pt idx="818">
                  <c:v>17464.431299999993</c:v>
                </c:pt>
                <c:pt idx="819">
                  <c:v>18659.789499999992</c:v>
                </c:pt>
                <c:pt idx="820">
                  <c:v>22022.487099999991</c:v>
                </c:pt>
                <c:pt idx="821">
                  <c:v>22937.500599999992</c:v>
                </c:pt>
                <c:pt idx="822">
                  <c:v>24269.985199999992</c:v>
                </c:pt>
                <c:pt idx="823">
                  <c:v>25523.33779999999</c:v>
                </c:pt>
                <c:pt idx="824">
                  <c:v>27443.79259999999</c:v>
                </c:pt>
                <c:pt idx="825">
                  <c:v>28433.461899999991</c:v>
                </c:pt>
                <c:pt idx="826">
                  <c:v>28744.885999999991</c:v>
                </c:pt>
                <c:pt idx="827">
                  <c:v>28967.909199999991</c:v>
                </c:pt>
                <c:pt idx="828">
                  <c:v>29561.910299999992</c:v>
                </c:pt>
                <c:pt idx="829">
                  <c:v>30883.315099999993</c:v>
                </c:pt>
                <c:pt idx="830">
                  <c:v>31888.072199999991</c:v>
                </c:pt>
                <c:pt idx="831">
                  <c:v>32229.937199999993</c:v>
                </c:pt>
                <c:pt idx="832">
                  <c:v>32900.370099999993</c:v>
                </c:pt>
                <c:pt idx="833">
                  <c:v>33647.601099999993</c:v>
                </c:pt>
                <c:pt idx="834">
                  <c:v>32800.751399999994</c:v>
                </c:pt>
                <c:pt idx="835">
                  <c:v>31896.241599999994</c:v>
                </c:pt>
                <c:pt idx="836">
                  <c:v>31728.108199999995</c:v>
                </c:pt>
                <c:pt idx="837">
                  <c:v>31805.100099999996</c:v>
                </c:pt>
                <c:pt idx="838">
                  <c:v>32229.117899999997</c:v>
                </c:pt>
                <c:pt idx="839">
                  <c:v>32045.273199999996</c:v>
                </c:pt>
                <c:pt idx="840">
                  <c:v>32524.979399999997</c:v>
                </c:pt>
                <c:pt idx="841">
                  <c:v>32867.197199999995</c:v>
                </c:pt>
                <c:pt idx="842">
                  <c:v>32783.521699999998</c:v>
                </c:pt>
                <c:pt idx="843">
                  <c:v>33208.488399999995</c:v>
                </c:pt>
                <c:pt idx="844">
                  <c:v>31602.079699999995</c:v>
                </c:pt>
                <c:pt idx="845">
                  <c:v>31709.751699999993</c:v>
                </c:pt>
                <c:pt idx="846">
                  <c:v>31554.351999999992</c:v>
                </c:pt>
                <c:pt idx="847">
                  <c:v>31846.181799999991</c:v>
                </c:pt>
                <c:pt idx="848">
                  <c:v>30648.01479999999</c:v>
                </c:pt>
                <c:pt idx="849">
                  <c:v>31107.77229999999</c:v>
                </c:pt>
                <c:pt idx="850">
                  <c:v>31178.300299999988</c:v>
                </c:pt>
                <c:pt idx="851">
                  <c:v>30900.431299999989</c:v>
                </c:pt>
                <c:pt idx="852">
                  <c:v>29191.530999999988</c:v>
                </c:pt>
                <c:pt idx="853">
                  <c:v>28687.07759999999</c:v>
                </c:pt>
                <c:pt idx="854">
                  <c:v>28321.274699999991</c:v>
                </c:pt>
                <c:pt idx="855">
                  <c:v>28085.538499999991</c:v>
                </c:pt>
                <c:pt idx="856">
                  <c:v>28115.40419999999</c:v>
                </c:pt>
                <c:pt idx="857">
                  <c:v>27493.494099999989</c:v>
                </c:pt>
                <c:pt idx="858">
                  <c:v>27435.890399999989</c:v>
                </c:pt>
                <c:pt idx="859">
                  <c:v>27105.68269999999</c:v>
                </c:pt>
                <c:pt idx="860">
                  <c:v>26605.978399999989</c:v>
                </c:pt>
                <c:pt idx="861">
                  <c:v>26787.921099999989</c:v>
                </c:pt>
                <c:pt idx="862">
                  <c:v>27244.799399999989</c:v>
                </c:pt>
                <c:pt idx="863">
                  <c:v>27886.579199999989</c:v>
                </c:pt>
                <c:pt idx="864">
                  <c:v>27820.499299999989</c:v>
                </c:pt>
                <c:pt idx="865">
                  <c:v>27930.592799999988</c:v>
                </c:pt>
                <c:pt idx="866">
                  <c:v>27865.734099999987</c:v>
                </c:pt>
                <c:pt idx="867">
                  <c:v>27035.563899999986</c:v>
                </c:pt>
                <c:pt idx="868">
                  <c:v>26448.693599999988</c:v>
                </c:pt>
                <c:pt idx="869">
                  <c:v>25849.438999999988</c:v>
                </c:pt>
                <c:pt idx="870">
                  <c:v>25915.990499999989</c:v>
                </c:pt>
                <c:pt idx="871">
                  <c:v>26456.57109999999</c:v>
                </c:pt>
                <c:pt idx="872">
                  <c:v>27530.85839999999</c:v>
                </c:pt>
                <c:pt idx="873">
                  <c:v>28247.500799999991</c:v>
                </c:pt>
                <c:pt idx="874">
                  <c:v>27773.358599999992</c:v>
                </c:pt>
                <c:pt idx="875">
                  <c:v>27111.957099999992</c:v>
                </c:pt>
                <c:pt idx="876">
                  <c:v>26700.150799999992</c:v>
                </c:pt>
                <c:pt idx="877">
                  <c:v>26408.364699999991</c:v>
                </c:pt>
                <c:pt idx="878">
                  <c:v>24497.938399999992</c:v>
                </c:pt>
                <c:pt idx="879">
                  <c:v>23192.389999999992</c:v>
                </c:pt>
                <c:pt idx="880">
                  <c:v>22729.892299999992</c:v>
                </c:pt>
                <c:pt idx="881">
                  <c:v>22245.562699999991</c:v>
                </c:pt>
                <c:pt idx="882">
                  <c:v>21902.152999999991</c:v>
                </c:pt>
                <c:pt idx="883">
                  <c:v>20352.198799999991</c:v>
                </c:pt>
                <c:pt idx="884">
                  <c:v>19463.980699999993</c:v>
                </c:pt>
                <c:pt idx="885">
                  <c:v>18353.211199999994</c:v>
                </c:pt>
                <c:pt idx="886">
                  <c:v>16826.285299999996</c:v>
                </c:pt>
                <c:pt idx="887">
                  <c:v>15821.760599999996</c:v>
                </c:pt>
                <c:pt idx="888">
                  <c:v>14556.151199999997</c:v>
                </c:pt>
                <c:pt idx="889">
                  <c:v>14214.174499999997</c:v>
                </c:pt>
                <c:pt idx="890">
                  <c:v>13482.654799999997</c:v>
                </c:pt>
                <c:pt idx="891">
                  <c:v>13600.392699999997</c:v>
                </c:pt>
                <c:pt idx="892">
                  <c:v>13424.385499999997</c:v>
                </c:pt>
                <c:pt idx="893">
                  <c:v>13315.389199999996</c:v>
                </c:pt>
                <c:pt idx="894">
                  <c:v>13456.894499999997</c:v>
                </c:pt>
                <c:pt idx="895">
                  <c:v>12849.181499999997</c:v>
                </c:pt>
                <c:pt idx="896">
                  <c:v>12718.378899999996</c:v>
                </c:pt>
                <c:pt idx="897">
                  <c:v>12771.941199999996</c:v>
                </c:pt>
                <c:pt idx="898">
                  <c:v>12573.398399999996</c:v>
                </c:pt>
                <c:pt idx="899">
                  <c:v>12619.317499999996</c:v>
                </c:pt>
                <c:pt idx="900">
                  <c:v>12628.907299999995</c:v>
                </c:pt>
                <c:pt idx="901">
                  <c:v>12698.262299999995</c:v>
                </c:pt>
                <c:pt idx="902">
                  <c:v>12326.794499999995</c:v>
                </c:pt>
                <c:pt idx="903">
                  <c:v>12551.375499999995</c:v>
                </c:pt>
                <c:pt idx="904">
                  <c:v>11082.364999999994</c:v>
                </c:pt>
                <c:pt idx="905">
                  <c:v>11312.497899999995</c:v>
                </c:pt>
                <c:pt idx="906">
                  <c:v>11007.684399999995</c:v>
                </c:pt>
                <c:pt idx="907">
                  <c:v>10674.923599999995</c:v>
                </c:pt>
                <c:pt idx="908">
                  <c:v>10383.953199999994</c:v>
                </c:pt>
                <c:pt idx="909">
                  <c:v>9808.8491999999951</c:v>
                </c:pt>
                <c:pt idx="910">
                  <c:v>10058.910299999996</c:v>
                </c:pt>
                <c:pt idx="911">
                  <c:v>9811.1330999999955</c:v>
                </c:pt>
                <c:pt idx="912">
                  <c:v>10254.689199999995</c:v>
                </c:pt>
                <c:pt idx="913">
                  <c:v>10244.246899999995</c:v>
                </c:pt>
                <c:pt idx="914">
                  <c:v>10608.370899999994</c:v>
                </c:pt>
                <c:pt idx="915">
                  <c:v>10238.746799999994</c:v>
                </c:pt>
                <c:pt idx="916">
                  <c:v>10286.036299999994</c:v>
                </c:pt>
                <c:pt idx="917">
                  <c:v>10049.670899999994</c:v>
                </c:pt>
                <c:pt idx="918">
                  <c:v>10734.533099999993</c:v>
                </c:pt>
                <c:pt idx="919">
                  <c:v>10700.857999999993</c:v>
                </c:pt>
                <c:pt idx="920">
                  <c:v>10649.037599999992</c:v>
                </c:pt>
                <c:pt idx="921">
                  <c:v>10706.998999999993</c:v>
                </c:pt>
                <c:pt idx="922">
                  <c:v>10719.936499999993</c:v>
                </c:pt>
                <c:pt idx="923">
                  <c:v>11254.405899999992</c:v>
                </c:pt>
                <c:pt idx="924">
                  <c:v>11828.102599999993</c:v>
                </c:pt>
                <c:pt idx="925">
                  <c:v>12163.335399999993</c:v>
                </c:pt>
                <c:pt idx="926">
                  <c:v>12095.273599999993</c:v>
                </c:pt>
                <c:pt idx="927">
                  <c:v>13311.678899999994</c:v>
                </c:pt>
                <c:pt idx="928">
                  <c:v>13243.802399999993</c:v>
                </c:pt>
                <c:pt idx="929">
                  <c:v>12546.583899999994</c:v>
                </c:pt>
                <c:pt idx="930">
                  <c:v>12389.088799999994</c:v>
                </c:pt>
                <c:pt idx="931">
                  <c:v>11555.765699999994</c:v>
                </c:pt>
                <c:pt idx="932">
                  <c:v>11829.119899999994</c:v>
                </c:pt>
                <c:pt idx="933">
                  <c:v>13095.005799999994</c:v>
                </c:pt>
                <c:pt idx="934">
                  <c:v>12841.759799999994</c:v>
                </c:pt>
                <c:pt idx="935">
                  <c:v>12314.329199999995</c:v>
                </c:pt>
                <c:pt idx="936">
                  <c:v>12364.486199999994</c:v>
                </c:pt>
                <c:pt idx="937">
                  <c:v>12155.922399999994</c:v>
                </c:pt>
                <c:pt idx="938">
                  <c:v>11014.829499999994</c:v>
                </c:pt>
                <c:pt idx="939">
                  <c:v>10889.805699999994</c:v>
                </c:pt>
                <c:pt idx="940">
                  <c:v>11056.768099999994</c:v>
                </c:pt>
                <c:pt idx="941">
                  <c:v>12059.846199999994</c:v>
                </c:pt>
                <c:pt idx="942">
                  <c:v>13556.978999999994</c:v>
                </c:pt>
                <c:pt idx="943">
                  <c:v>14816.733399999994</c:v>
                </c:pt>
                <c:pt idx="944">
                  <c:v>15079.331399999994</c:v>
                </c:pt>
                <c:pt idx="945">
                  <c:v>14806.346599999993</c:v>
                </c:pt>
                <c:pt idx="946">
                  <c:v>14889.593999999994</c:v>
                </c:pt>
                <c:pt idx="947">
                  <c:v>15786.299699999994</c:v>
                </c:pt>
                <c:pt idx="948">
                  <c:v>17117.736599999993</c:v>
                </c:pt>
                <c:pt idx="949">
                  <c:v>18158.015299999992</c:v>
                </c:pt>
                <c:pt idx="950">
                  <c:v>18216.78119999999</c:v>
                </c:pt>
                <c:pt idx="951">
                  <c:v>18157.561999999991</c:v>
                </c:pt>
                <c:pt idx="952">
                  <c:v>17884.918699999991</c:v>
                </c:pt>
                <c:pt idx="953">
                  <c:v>18185.862599999989</c:v>
                </c:pt>
                <c:pt idx="954">
                  <c:v>17859.05469999999</c:v>
                </c:pt>
                <c:pt idx="955">
                  <c:v>16861.515699999989</c:v>
                </c:pt>
                <c:pt idx="956">
                  <c:v>15914.86849999999</c:v>
                </c:pt>
                <c:pt idx="957">
                  <c:v>15121.098299999989</c:v>
                </c:pt>
                <c:pt idx="958">
                  <c:v>13846.650299999988</c:v>
                </c:pt>
                <c:pt idx="959">
                  <c:v>13503.379399999989</c:v>
                </c:pt>
                <c:pt idx="960">
                  <c:v>15275.218099999989</c:v>
                </c:pt>
                <c:pt idx="961">
                  <c:v>17854.30509999999</c:v>
                </c:pt>
                <c:pt idx="962">
                  <c:v>18225.052499999991</c:v>
                </c:pt>
                <c:pt idx="963">
                  <c:v>18288.38359999999</c:v>
                </c:pt>
                <c:pt idx="964">
                  <c:v>18640.958299999991</c:v>
                </c:pt>
                <c:pt idx="965">
                  <c:v>19130.474399999992</c:v>
                </c:pt>
                <c:pt idx="966">
                  <c:v>20563.160699999993</c:v>
                </c:pt>
                <c:pt idx="967">
                  <c:v>20283.013399999993</c:v>
                </c:pt>
                <c:pt idx="968">
                  <c:v>20219.230899999991</c:v>
                </c:pt>
                <c:pt idx="969">
                  <c:v>20369.828099999992</c:v>
                </c:pt>
                <c:pt idx="970">
                  <c:v>20224.73599999999</c:v>
                </c:pt>
                <c:pt idx="971">
                  <c:v>20645.741199999989</c:v>
                </c:pt>
                <c:pt idx="972">
                  <c:v>20413.098299999991</c:v>
                </c:pt>
                <c:pt idx="973">
                  <c:v>19569.635699999992</c:v>
                </c:pt>
                <c:pt idx="974">
                  <c:v>19617.312699999991</c:v>
                </c:pt>
                <c:pt idx="975">
                  <c:v>20642.73469999999</c:v>
                </c:pt>
                <c:pt idx="976">
                  <c:v>22295.11489999999</c:v>
                </c:pt>
                <c:pt idx="977">
                  <c:v>23278.348999999991</c:v>
                </c:pt>
                <c:pt idx="978">
                  <c:v>23339.052299999992</c:v>
                </c:pt>
                <c:pt idx="979">
                  <c:v>22781.880099999991</c:v>
                </c:pt>
                <c:pt idx="980">
                  <c:v>23568.606899999992</c:v>
                </c:pt>
                <c:pt idx="981">
                  <c:v>25810.167999999991</c:v>
                </c:pt>
                <c:pt idx="982">
                  <c:v>25675.781099999989</c:v>
                </c:pt>
                <c:pt idx="983">
                  <c:v>25281.406099999989</c:v>
                </c:pt>
                <c:pt idx="984">
                  <c:v>25048.95389999999</c:v>
                </c:pt>
                <c:pt idx="985">
                  <c:v>25024.350399999988</c:v>
                </c:pt>
                <c:pt idx="986">
                  <c:v>24407.958599999987</c:v>
                </c:pt>
                <c:pt idx="987">
                  <c:v>24038.628999999986</c:v>
                </c:pt>
                <c:pt idx="988">
                  <c:v>24350.543699999987</c:v>
                </c:pt>
                <c:pt idx="989">
                  <c:v>23230.863599999986</c:v>
                </c:pt>
                <c:pt idx="990">
                  <c:v>23126.038599999985</c:v>
                </c:pt>
                <c:pt idx="991">
                  <c:v>23109.513399999985</c:v>
                </c:pt>
                <c:pt idx="992">
                  <c:v>23629.485599999985</c:v>
                </c:pt>
                <c:pt idx="993">
                  <c:v>23947.945799999987</c:v>
                </c:pt>
                <c:pt idx="994">
                  <c:v>22411.984299999986</c:v>
                </c:pt>
                <c:pt idx="995">
                  <c:v>22568.089499999987</c:v>
                </c:pt>
                <c:pt idx="996">
                  <c:v>21352.099499999986</c:v>
                </c:pt>
                <c:pt idx="997">
                  <c:v>20669.988899999986</c:v>
                </c:pt>
                <c:pt idx="998">
                  <c:v>20054.346499999985</c:v>
                </c:pt>
                <c:pt idx="999">
                  <c:v>19321.479699999985</c:v>
                </c:pt>
                <c:pt idx="1000">
                  <c:v>19652.831299999987</c:v>
                </c:pt>
                <c:pt idx="1001">
                  <c:v>19831.143299999989</c:v>
                </c:pt>
                <c:pt idx="1002">
                  <c:v>18950.921799999989</c:v>
                </c:pt>
                <c:pt idx="1003">
                  <c:v>18997.391499999991</c:v>
                </c:pt>
                <c:pt idx="1004">
                  <c:v>18831.714599999992</c:v>
                </c:pt>
                <c:pt idx="1005">
                  <c:v>20237.004199999992</c:v>
                </c:pt>
                <c:pt idx="1006">
                  <c:v>20200.563799999993</c:v>
                </c:pt>
                <c:pt idx="1007">
                  <c:v>22370.382299999994</c:v>
                </c:pt>
                <c:pt idx="1008">
                  <c:v>22726.782899999995</c:v>
                </c:pt>
                <c:pt idx="1009">
                  <c:v>24107.012599999995</c:v>
                </c:pt>
                <c:pt idx="1010">
                  <c:v>24182.111499999995</c:v>
                </c:pt>
                <c:pt idx="1011">
                  <c:v>24170.727099999996</c:v>
                </c:pt>
                <c:pt idx="1012">
                  <c:v>23966.543799999996</c:v>
                </c:pt>
                <c:pt idx="1013">
                  <c:v>25613.296299999995</c:v>
                </c:pt>
                <c:pt idx="1014">
                  <c:v>25307.463299999996</c:v>
                </c:pt>
                <c:pt idx="1015">
                  <c:v>24914.549499999997</c:v>
                </c:pt>
                <c:pt idx="1016">
                  <c:v>24806.157499999998</c:v>
                </c:pt>
                <c:pt idx="1017">
                  <c:v>22401.317399999996</c:v>
                </c:pt>
                <c:pt idx="1018">
                  <c:v>20991.312899999997</c:v>
                </c:pt>
                <c:pt idx="1019">
                  <c:v>19859.423099999996</c:v>
                </c:pt>
                <c:pt idx="1020">
                  <c:v>19132.615899999997</c:v>
                </c:pt>
                <c:pt idx="1021">
                  <c:v>18161.350999999999</c:v>
                </c:pt>
                <c:pt idx="1022">
                  <c:v>17241.7232</c:v>
                </c:pt>
                <c:pt idx="1023">
                  <c:v>15798.6693</c:v>
                </c:pt>
                <c:pt idx="1024">
                  <c:v>15340.682699999999</c:v>
                </c:pt>
                <c:pt idx="1025">
                  <c:v>15217.0638</c:v>
                </c:pt>
                <c:pt idx="1026">
                  <c:v>14595.975200000001</c:v>
                </c:pt>
                <c:pt idx="1027">
                  <c:v>14235.513000000001</c:v>
                </c:pt>
                <c:pt idx="1028">
                  <c:v>13886.132100000001</c:v>
                </c:pt>
                <c:pt idx="1029">
                  <c:v>14201.511100000002</c:v>
                </c:pt>
                <c:pt idx="1030">
                  <c:v>14002.294400000001</c:v>
                </c:pt>
                <c:pt idx="1031">
                  <c:v>14271.967700000001</c:v>
                </c:pt>
                <c:pt idx="1032">
                  <c:v>13968.445200000002</c:v>
                </c:pt>
                <c:pt idx="1033">
                  <c:v>14270.114700000002</c:v>
                </c:pt>
                <c:pt idx="1034">
                  <c:v>13210.553200000002</c:v>
                </c:pt>
                <c:pt idx="1035">
                  <c:v>13417.153500000002</c:v>
                </c:pt>
                <c:pt idx="1036">
                  <c:v>13387.578900000002</c:v>
                </c:pt>
                <c:pt idx="1037">
                  <c:v>13450.840000000002</c:v>
                </c:pt>
                <c:pt idx="1038">
                  <c:v>13387.272800000002</c:v>
                </c:pt>
                <c:pt idx="1039">
                  <c:v>14926.378700000003</c:v>
                </c:pt>
                <c:pt idx="1040">
                  <c:v>15273.423000000003</c:v>
                </c:pt>
                <c:pt idx="1041">
                  <c:v>15960.715600000003</c:v>
                </c:pt>
                <c:pt idx="1042">
                  <c:v>16794.297300000002</c:v>
                </c:pt>
                <c:pt idx="1043">
                  <c:v>17129.099300000002</c:v>
                </c:pt>
                <c:pt idx="1044">
                  <c:v>18817.7955</c:v>
                </c:pt>
                <c:pt idx="1045">
                  <c:v>19733.695200000002</c:v>
                </c:pt>
                <c:pt idx="1046">
                  <c:v>19908.902800000003</c:v>
                </c:pt>
                <c:pt idx="1047">
                  <c:v>19562.382400000002</c:v>
                </c:pt>
                <c:pt idx="1048">
                  <c:v>17509.961300000003</c:v>
                </c:pt>
                <c:pt idx="1049">
                  <c:v>14517.904200000003</c:v>
                </c:pt>
                <c:pt idx="1050">
                  <c:v>12845.215300000003</c:v>
                </c:pt>
                <c:pt idx="1051">
                  <c:v>12660.155700000003</c:v>
                </c:pt>
                <c:pt idx="1052">
                  <c:v>12424.691700000003</c:v>
                </c:pt>
                <c:pt idx="1053">
                  <c:v>12090.220400000004</c:v>
                </c:pt>
                <c:pt idx="1054">
                  <c:v>11576.325800000004</c:v>
                </c:pt>
                <c:pt idx="1055">
                  <c:v>11017.671300000004</c:v>
                </c:pt>
                <c:pt idx="1056">
                  <c:v>11104.889200000003</c:v>
                </c:pt>
                <c:pt idx="1057">
                  <c:v>11188.326700000003</c:v>
                </c:pt>
                <c:pt idx="1058">
                  <c:v>11687.451900000004</c:v>
                </c:pt>
                <c:pt idx="1059">
                  <c:v>11139.389800000004</c:v>
                </c:pt>
                <c:pt idx="1060">
                  <c:v>10972.621300000004</c:v>
                </c:pt>
                <c:pt idx="1061">
                  <c:v>11129.896100000004</c:v>
                </c:pt>
                <c:pt idx="1062">
                  <c:v>11259.422300000004</c:v>
                </c:pt>
                <c:pt idx="1063">
                  <c:v>11153.829700000004</c:v>
                </c:pt>
                <c:pt idx="1064">
                  <c:v>11743.241600000003</c:v>
                </c:pt>
                <c:pt idx="1065">
                  <c:v>12057.367100000003</c:v>
                </c:pt>
                <c:pt idx="1066">
                  <c:v>11305.423400000003</c:v>
                </c:pt>
                <c:pt idx="1067">
                  <c:v>11293.001300000004</c:v>
                </c:pt>
                <c:pt idx="1068">
                  <c:v>11543.667900000004</c:v>
                </c:pt>
                <c:pt idx="1069">
                  <c:v>14044.254700000005</c:v>
                </c:pt>
                <c:pt idx="1070">
                  <c:v>13681.741600000005</c:v>
                </c:pt>
                <c:pt idx="1071">
                  <c:v>13565.515000000005</c:v>
                </c:pt>
                <c:pt idx="1072">
                  <c:v>14108.237500000005</c:v>
                </c:pt>
                <c:pt idx="1073">
                  <c:v>14201.816400000005</c:v>
                </c:pt>
                <c:pt idx="1074">
                  <c:v>16934.959900000005</c:v>
                </c:pt>
                <c:pt idx="1075">
                  <c:v>17160.068800000005</c:v>
                </c:pt>
                <c:pt idx="1076">
                  <c:v>15629.107600000005</c:v>
                </c:pt>
                <c:pt idx="1077">
                  <c:v>16488.726200000005</c:v>
                </c:pt>
                <c:pt idx="1078">
                  <c:v>15604.773000000005</c:v>
                </c:pt>
                <c:pt idx="1079">
                  <c:v>15604.830300000005</c:v>
                </c:pt>
                <c:pt idx="1080">
                  <c:v>15146.916100000006</c:v>
                </c:pt>
                <c:pt idx="1081">
                  <c:v>15143.936000000005</c:v>
                </c:pt>
                <c:pt idx="1082">
                  <c:v>13185.618600000005</c:v>
                </c:pt>
                <c:pt idx="1083">
                  <c:v>13298.388600000006</c:v>
                </c:pt>
                <c:pt idx="1084">
                  <c:v>13481.736600000006</c:v>
                </c:pt>
                <c:pt idx="1085">
                  <c:v>14047.038000000006</c:v>
                </c:pt>
                <c:pt idx="1086">
                  <c:v>14061.966800000006</c:v>
                </c:pt>
                <c:pt idx="1087">
                  <c:v>14844.687100000006</c:v>
                </c:pt>
                <c:pt idx="1088">
                  <c:v>14529.002900000007</c:v>
                </c:pt>
                <c:pt idx="1089">
                  <c:v>16623.522200000007</c:v>
                </c:pt>
                <c:pt idx="1090">
                  <c:v>16117.369600000007</c:v>
                </c:pt>
                <c:pt idx="1091">
                  <c:v>14074.691300000008</c:v>
                </c:pt>
                <c:pt idx="1092">
                  <c:v>13617.742600000007</c:v>
                </c:pt>
                <c:pt idx="1093">
                  <c:v>12300.261300000007</c:v>
                </c:pt>
                <c:pt idx="1094">
                  <c:v>12375.114300000007</c:v>
                </c:pt>
                <c:pt idx="1095">
                  <c:v>11982.877200000006</c:v>
                </c:pt>
                <c:pt idx="1096">
                  <c:v>11269.444200000005</c:v>
                </c:pt>
                <c:pt idx="1097">
                  <c:v>11090.166800000005</c:v>
                </c:pt>
                <c:pt idx="1098">
                  <c:v>10766.536100000005</c:v>
                </c:pt>
                <c:pt idx="1099">
                  <c:v>10472.126300000005</c:v>
                </c:pt>
                <c:pt idx="1100">
                  <c:v>8865.7587000000058</c:v>
                </c:pt>
                <c:pt idx="1101">
                  <c:v>7998.140100000006</c:v>
                </c:pt>
                <c:pt idx="1102">
                  <c:v>6699.2854000000061</c:v>
                </c:pt>
                <c:pt idx="1103">
                  <c:v>6759.2557000000061</c:v>
                </c:pt>
                <c:pt idx="1104">
                  <c:v>6900.6305000000057</c:v>
                </c:pt>
                <c:pt idx="1105">
                  <c:v>6980.3473000000058</c:v>
                </c:pt>
                <c:pt idx="1106">
                  <c:v>7614.0741000000062</c:v>
                </c:pt>
                <c:pt idx="1107">
                  <c:v>7960.6195000000062</c:v>
                </c:pt>
                <c:pt idx="1108">
                  <c:v>8534.0404000000053</c:v>
                </c:pt>
                <c:pt idx="1109">
                  <c:v>10205.286500000006</c:v>
                </c:pt>
                <c:pt idx="1110">
                  <c:v>10321.405400000005</c:v>
                </c:pt>
                <c:pt idx="1111">
                  <c:v>10662.231600000005</c:v>
                </c:pt>
                <c:pt idx="1112">
                  <c:v>10615.737400000005</c:v>
                </c:pt>
                <c:pt idx="1113">
                  <c:v>10358.146600000005</c:v>
                </c:pt>
                <c:pt idx="1114">
                  <c:v>10742.668900000006</c:v>
                </c:pt>
                <c:pt idx="1115">
                  <c:v>9957.2788000000055</c:v>
                </c:pt>
                <c:pt idx="1116">
                  <c:v>10140.721600000006</c:v>
                </c:pt>
                <c:pt idx="1117">
                  <c:v>12142.334700000007</c:v>
                </c:pt>
                <c:pt idx="1118">
                  <c:v>11819.877200000006</c:v>
                </c:pt>
                <c:pt idx="1119">
                  <c:v>11682.789200000007</c:v>
                </c:pt>
                <c:pt idx="1120">
                  <c:v>11076.717700000007</c:v>
                </c:pt>
                <c:pt idx="1121">
                  <c:v>10759.945100000006</c:v>
                </c:pt>
                <c:pt idx="1122">
                  <c:v>9827.9297000000061</c:v>
                </c:pt>
                <c:pt idx="1123">
                  <c:v>10269.084600000006</c:v>
                </c:pt>
                <c:pt idx="1124">
                  <c:v>10439.236500000006</c:v>
                </c:pt>
                <c:pt idx="1125">
                  <c:v>12644.702600000006</c:v>
                </c:pt>
                <c:pt idx="1126">
                  <c:v>13520.064100000007</c:v>
                </c:pt>
                <c:pt idx="1127">
                  <c:v>13152.522300000006</c:v>
                </c:pt>
                <c:pt idx="1128">
                  <c:v>13702.702000000007</c:v>
                </c:pt>
                <c:pt idx="1129">
                  <c:v>14470.124900000006</c:v>
                </c:pt>
                <c:pt idx="1130">
                  <c:v>14690.809700000005</c:v>
                </c:pt>
                <c:pt idx="1131">
                  <c:v>15112.489900000006</c:v>
                </c:pt>
                <c:pt idx="1132">
                  <c:v>15023.432400000005</c:v>
                </c:pt>
                <c:pt idx="1133">
                  <c:v>13935.563300000005</c:v>
                </c:pt>
                <c:pt idx="1134">
                  <c:v>14437.898100000006</c:v>
                </c:pt>
                <c:pt idx="1135">
                  <c:v>13979.172200000006</c:v>
                </c:pt>
                <c:pt idx="1136">
                  <c:v>16430.060500000007</c:v>
                </c:pt>
                <c:pt idx="1137">
                  <c:v>16971.657100000008</c:v>
                </c:pt>
                <c:pt idx="1138">
                  <c:v>17763.487200000007</c:v>
                </c:pt>
                <c:pt idx="1139">
                  <c:v>17969.652200000008</c:v>
                </c:pt>
                <c:pt idx="1140">
                  <c:v>18286.599300000009</c:v>
                </c:pt>
                <c:pt idx="1141">
                  <c:v>18547.922500000008</c:v>
                </c:pt>
                <c:pt idx="1142">
                  <c:v>19545.604500000009</c:v>
                </c:pt>
                <c:pt idx="1143">
                  <c:v>21135.60460000001</c:v>
                </c:pt>
                <c:pt idx="1144">
                  <c:v>22623.86740000001</c:v>
                </c:pt>
                <c:pt idx="1145">
                  <c:v>23102.95970000001</c:v>
                </c:pt>
                <c:pt idx="1146">
                  <c:v>23352.222000000009</c:v>
                </c:pt>
                <c:pt idx="1147">
                  <c:v>23898.707100000011</c:v>
                </c:pt>
                <c:pt idx="1148">
                  <c:v>25402.05360000001</c:v>
                </c:pt>
                <c:pt idx="1149">
                  <c:v>25723.775000000009</c:v>
                </c:pt>
                <c:pt idx="1150">
                  <c:v>26191.587500000009</c:v>
                </c:pt>
                <c:pt idx="1151">
                  <c:v>26611.338000000007</c:v>
                </c:pt>
                <c:pt idx="1152">
                  <c:v>27117.363400000006</c:v>
                </c:pt>
                <c:pt idx="1153">
                  <c:v>28344.320000000007</c:v>
                </c:pt>
                <c:pt idx="1154">
                  <c:v>28111.918300000008</c:v>
                </c:pt>
                <c:pt idx="1155">
                  <c:v>28854.611700000009</c:v>
                </c:pt>
                <c:pt idx="1156">
                  <c:v>28674.800500000008</c:v>
                </c:pt>
                <c:pt idx="1157">
                  <c:v>28579.46460000001</c:v>
                </c:pt>
                <c:pt idx="1158">
                  <c:v>29075.63470000001</c:v>
                </c:pt>
                <c:pt idx="1159">
                  <c:v>28779.80650000001</c:v>
                </c:pt>
                <c:pt idx="1160">
                  <c:v>28822.70570000001</c:v>
                </c:pt>
                <c:pt idx="1161">
                  <c:v>27419.685700000009</c:v>
                </c:pt>
                <c:pt idx="1162">
                  <c:v>27397.956300000009</c:v>
                </c:pt>
                <c:pt idx="1163">
                  <c:v>26965.633500000007</c:v>
                </c:pt>
                <c:pt idx="1164">
                  <c:v>27106.116900000008</c:v>
                </c:pt>
                <c:pt idx="1165">
                  <c:v>27272.704700000009</c:v>
                </c:pt>
                <c:pt idx="1166">
                  <c:v>27346.190200000008</c:v>
                </c:pt>
                <c:pt idx="1167">
                  <c:v>27159.363300000008</c:v>
                </c:pt>
                <c:pt idx="1168">
                  <c:v>27183.88960000001</c:v>
                </c:pt>
                <c:pt idx="1169">
                  <c:v>26199.234700000008</c:v>
                </c:pt>
                <c:pt idx="1170">
                  <c:v>26303.310600000008</c:v>
                </c:pt>
                <c:pt idx="1171">
                  <c:v>25778.996200000009</c:v>
                </c:pt>
                <c:pt idx="1172">
                  <c:v>25944.006700000009</c:v>
                </c:pt>
                <c:pt idx="1173">
                  <c:v>26527.36280000001</c:v>
                </c:pt>
                <c:pt idx="1174">
                  <c:v>26340.70900000001</c:v>
                </c:pt>
                <c:pt idx="1175">
                  <c:v>25674.53790000001</c:v>
                </c:pt>
                <c:pt idx="1176">
                  <c:v>25905.263800000012</c:v>
                </c:pt>
                <c:pt idx="1177">
                  <c:v>26038.031800000012</c:v>
                </c:pt>
                <c:pt idx="1178">
                  <c:v>25921.87100000001</c:v>
                </c:pt>
                <c:pt idx="1179">
                  <c:v>24618.302400000011</c:v>
                </c:pt>
                <c:pt idx="1180">
                  <c:v>24595.015900000013</c:v>
                </c:pt>
                <c:pt idx="1181">
                  <c:v>24709.017000000014</c:v>
                </c:pt>
                <c:pt idx="1182">
                  <c:v>23219.707700000014</c:v>
                </c:pt>
                <c:pt idx="1183">
                  <c:v>23172.985700000012</c:v>
                </c:pt>
                <c:pt idx="1184">
                  <c:v>23820.292900000011</c:v>
                </c:pt>
                <c:pt idx="1185">
                  <c:v>24111.539300000011</c:v>
                </c:pt>
                <c:pt idx="1186">
                  <c:v>24006.831900000012</c:v>
                </c:pt>
                <c:pt idx="1187">
                  <c:v>22471.977800000011</c:v>
                </c:pt>
                <c:pt idx="1188">
                  <c:v>22213.669700000013</c:v>
                </c:pt>
                <c:pt idx="1189">
                  <c:v>22301.609000000011</c:v>
                </c:pt>
                <c:pt idx="1190">
                  <c:v>22256.76760000001</c:v>
                </c:pt>
                <c:pt idx="1191">
                  <c:v>23523.756400000009</c:v>
                </c:pt>
                <c:pt idx="1192">
                  <c:v>24911.438600000009</c:v>
                </c:pt>
                <c:pt idx="1193">
                  <c:v>25280.256900000008</c:v>
                </c:pt>
                <c:pt idx="1194">
                  <c:v>25780.600000000006</c:v>
                </c:pt>
                <c:pt idx="1195">
                  <c:v>26548.596600000004</c:v>
                </c:pt>
                <c:pt idx="1196">
                  <c:v>27018.733700000004</c:v>
                </c:pt>
                <c:pt idx="1197">
                  <c:v>27810.192300000006</c:v>
                </c:pt>
                <c:pt idx="1198">
                  <c:v>26813.879200000007</c:v>
                </c:pt>
                <c:pt idx="1199">
                  <c:v>26274.811400000006</c:v>
                </c:pt>
                <c:pt idx="1200">
                  <c:v>26011.197100000005</c:v>
                </c:pt>
                <c:pt idx="1201">
                  <c:v>25580.167800000007</c:v>
                </c:pt>
                <c:pt idx="1202">
                  <c:v>24897.233400000008</c:v>
                </c:pt>
                <c:pt idx="1203">
                  <c:v>24674.655400000007</c:v>
                </c:pt>
                <c:pt idx="1204">
                  <c:v>25259.012400000007</c:v>
                </c:pt>
                <c:pt idx="1205">
                  <c:v>25339.671100000007</c:v>
                </c:pt>
                <c:pt idx="1206">
                  <c:v>25980.040700000005</c:v>
                </c:pt>
                <c:pt idx="1207">
                  <c:v>28976.789800000006</c:v>
                </c:pt>
                <c:pt idx="1208">
                  <c:v>29464.534100000004</c:v>
                </c:pt>
                <c:pt idx="1209">
                  <c:v>28731.566600000006</c:v>
                </c:pt>
                <c:pt idx="1210">
                  <c:v>26961.757700000006</c:v>
                </c:pt>
                <c:pt idx="1211">
                  <c:v>26745.841500000006</c:v>
                </c:pt>
                <c:pt idx="1212">
                  <c:v>26331.827500000007</c:v>
                </c:pt>
                <c:pt idx="1213">
                  <c:v>26556.941500000008</c:v>
                </c:pt>
                <c:pt idx="1214">
                  <c:v>26302.590700000008</c:v>
                </c:pt>
                <c:pt idx="1215">
                  <c:v>28247.512200000008</c:v>
                </c:pt>
                <c:pt idx="1216">
                  <c:v>27230.976400000007</c:v>
                </c:pt>
                <c:pt idx="1217">
                  <c:v>25707.267000000007</c:v>
                </c:pt>
                <c:pt idx="1218">
                  <c:v>24961.958500000008</c:v>
                </c:pt>
                <c:pt idx="1219">
                  <c:v>23911.994200000008</c:v>
                </c:pt>
                <c:pt idx="1220">
                  <c:v>22600.268700000008</c:v>
                </c:pt>
                <c:pt idx="1221">
                  <c:v>22396.937800000007</c:v>
                </c:pt>
                <c:pt idx="1222">
                  <c:v>21437.578400000006</c:v>
                </c:pt>
                <c:pt idx="1223">
                  <c:v>20873.738200000007</c:v>
                </c:pt>
                <c:pt idx="1224">
                  <c:v>20805.760500000008</c:v>
                </c:pt>
                <c:pt idx="1225">
                  <c:v>20762.408900000006</c:v>
                </c:pt>
                <c:pt idx="1226">
                  <c:v>20691.602200000005</c:v>
                </c:pt>
                <c:pt idx="1227">
                  <c:v>20828.455800000003</c:v>
                </c:pt>
                <c:pt idx="1228">
                  <c:v>19599.164400000001</c:v>
                </c:pt>
                <c:pt idx="1229">
                  <c:v>20427.0072</c:v>
                </c:pt>
                <c:pt idx="1230">
                  <c:v>20539.210299999999</c:v>
                </c:pt>
                <c:pt idx="1231">
                  <c:v>20507.073499999999</c:v>
                </c:pt>
                <c:pt idx="1232">
                  <c:v>20897.3583</c:v>
                </c:pt>
                <c:pt idx="1233">
                  <c:v>20931.6613</c:v>
                </c:pt>
                <c:pt idx="1234">
                  <c:v>21512.118999999999</c:v>
                </c:pt>
                <c:pt idx="1235">
                  <c:v>21011.026899999997</c:v>
                </c:pt>
                <c:pt idx="1236">
                  <c:v>20850.174499999997</c:v>
                </c:pt>
                <c:pt idx="1237">
                  <c:v>20408.663999999997</c:v>
                </c:pt>
                <c:pt idx="1238">
                  <c:v>20158.927599999995</c:v>
                </c:pt>
                <c:pt idx="1239">
                  <c:v>19888.954099999995</c:v>
                </c:pt>
                <c:pt idx="1240">
                  <c:v>18842.374699999997</c:v>
                </c:pt>
                <c:pt idx="1241">
                  <c:v>18736.477399999996</c:v>
                </c:pt>
                <c:pt idx="1242">
                  <c:v>18744.575199999996</c:v>
                </c:pt>
                <c:pt idx="1243">
                  <c:v>17992.933899999996</c:v>
                </c:pt>
                <c:pt idx="1244">
                  <c:v>17279.691299999995</c:v>
                </c:pt>
                <c:pt idx="1245">
                  <c:v>17113.944199999994</c:v>
                </c:pt>
                <c:pt idx="1246">
                  <c:v>16869.564199999993</c:v>
                </c:pt>
                <c:pt idx="1247">
                  <c:v>16132.814499999993</c:v>
                </c:pt>
                <c:pt idx="1248">
                  <c:v>16398.332799999993</c:v>
                </c:pt>
                <c:pt idx="1249">
                  <c:v>16740.897099999995</c:v>
                </c:pt>
                <c:pt idx="1250">
                  <c:v>17089.251499999995</c:v>
                </c:pt>
                <c:pt idx="1251">
                  <c:v>17287.193699999996</c:v>
                </c:pt>
                <c:pt idx="1252">
                  <c:v>17099.103799999997</c:v>
                </c:pt>
                <c:pt idx="1253">
                  <c:v>16966.153299999998</c:v>
                </c:pt>
                <c:pt idx="1254">
                  <c:v>13644.205699999999</c:v>
                </c:pt>
                <c:pt idx="1255">
                  <c:v>12615.741099999999</c:v>
                </c:pt>
                <c:pt idx="1256">
                  <c:v>12168.516899999999</c:v>
                </c:pt>
                <c:pt idx="1257">
                  <c:v>12164.397999999999</c:v>
                </c:pt>
                <c:pt idx="1258">
                  <c:v>12112.650399999999</c:v>
                </c:pt>
                <c:pt idx="1259">
                  <c:v>12030.873199999998</c:v>
                </c:pt>
                <c:pt idx="1260">
                  <c:v>11839.479699999998</c:v>
                </c:pt>
                <c:pt idx="1261">
                  <c:v>12203.768299999998</c:v>
                </c:pt>
                <c:pt idx="1262">
                  <c:v>12463.743499999999</c:v>
                </c:pt>
                <c:pt idx="1263">
                  <c:v>12557.863799999999</c:v>
                </c:pt>
                <c:pt idx="1264">
                  <c:v>12665.744699999999</c:v>
                </c:pt>
                <c:pt idx="1265">
                  <c:v>12870.490899999999</c:v>
                </c:pt>
                <c:pt idx="1266">
                  <c:v>12833.553399999999</c:v>
                </c:pt>
                <c:pt idx="1267">
                  <c:v>12526.608199999999</c:v>
                </c:pt>
                <c:pt idx="1268">
                  <c:v>12404.416799999999</c:v>
                </c:pt>
                <c:pt idx="1269">
                  <c:v>12614.3318</c:v>
                </c:pt>
                <c:pt idx="1270">
                  <c:v>11916.0767</c:v>
                </c:pt>
                <c:pt idx="1271">
                  <c:v>11940.625899999999</c:v>
                </c:pt>
                <c:pt idx="1272">
                  <c:v>10142.3701</c:v>
                </c:pt>
                <c:pt idx="1273">
                  <c:v>9634.6349000000009</c:v>
                </c:pt>
                <c:pt idx="1274">
                  <c:v>8703.9813000000013</c:v>
                </c:pt>
                <c:pt idx="1275">
                  <c:v>8257.2853000000014</c:v>
                </c:pt>
                <c:pt idx="1276">
                  <c:v>7560.0229000000018</c:v>
                </c:pt>
                <c:pt idx="1277">
                  <c:v>7145.9696000000022</c:v>
                </c:pt>
                <c:pt idx="1278">
                  <c:v>6767.838200000002</c:v>
                </c:pt>
                <c:pt idx="1279">
                  <c:v>6635.8035000000018</c:v>
                </c:pt>
                <c:pt idx="1280">
                  <c:v>5904.087300000002</c:v>
                </c:pt>
                <c:pt idx="1281">
                  <c:v>5135.8356000000022</c:v>
                </c:pt>
                <c:pt idx="1282">
                  <c:v>5131.350800000002</c:v>
                </c:pt>
                <c:pt idx="1283">
                  <c:v>5241.8586000000023</c:v>
                </c:pt>
                <c:pt idx="1284">
                  <c:v>5213.2559000000019</c:v>
                </c:pt>
                <c:pt idx="1285">
                  <c:v>5210.5183000000015</c:v>
                </c:pt>
                <c:pt idx="1286">
                  <c:v>5273.7753000000012</c:v>
                </c:pt>
                <c:pt idx="1287">
                  <c:v>5232.5923000000012</c:v>
                </c:pt>
                <c:pt idx="1288">
                  <c:v>5817.4770000000008</c:v>
                </c:pt>
                <c:pt idx="1289">
                  <c:v>6289.9517000000005</c:v>
                </c:pt>
                <c:pt idx="1290">
                  <c:v>6523.3210000000008</c:v>
                </c:pt>
                <c:pt idx="1291">
                  <c:v>6815.9327000000012</c:v>
                </c:pt>
                <c:pt idx="1292">
                  <c:v>6924.396200000001</c:v>
                </c:pt>
                <c:pt idx="1293">
                  <c:v>6844.8961000000008</c:v>
                </c:pt>
                <c:pt idx="1294">
                  <c:v>6843.7401000000009</c:v>
                </c:pt>
                <c:pt idx="1295">
                  <c:v>7617.5764000000008</c:v>
                </c:pt>
                <c:pt idx="1296">
                  <c:v>7522.1855000000005</c:v>
                </c:pt>
                <c:pt idx="1297">
                  <c:v>7350.9244000000008</c:v>
                </c:pt>
                <c:pt idx="1298">
                  <c:v>6894.7001000000009</c:v>
                </c:pt>
                <c:pt idx="1299">
                  <c:v>7337.8035000000009</c:v>
                </c:pt>
                <c:pt idx="1300">
                  <c:v>6568.0524000000005</c:v>
                </c:pt>
                <c:pt idx="1301">
                  <c:v>6539.8389000000006</c:v>
                </c:pt>
                <c:pt idx="1302">
                  <c:v>7750.7974000000004</c:v>
                </c:pt>
                <c:pt idx="1303">
                  <c:v>7710.3301000000001</c:v>
                </c:pt>
                <c:pt idx="1304">
                  <c:v>7336.9690000000001</c:v>
                </c:pt>
                <c:pt idx="1305">
                  <c:v>7739.5169000000005</c:v>
                </c:pt>
                <c:pt idx="1306">
                  <c:v>8342.5169999999998</c:v>
                </c:pt>
                <c:pt idx="1307">
                  <c:v>8664.5017000000007</c:v>
                </c:pt>
                <c:pt idx="1308">
                  <c:v>8565.463600000001</c:v>
                </c:pt>
                <c:pt idx="1309">
                  <c:v>8689.0058000000008</c:v>
                </c:pt>
                <c:pt idx="1310">
                  <c:v>8771.1664000000001</c:v>
                </c:pt>
                <c:pt idx="1311">
                  <c:v>9009.9055000000008</c:v>
                </c:pt>
                <c:pt idx="1312">
                  <c:v>9465.4549999999999</c:v>
                </c:pt>
                <c:pt idx="1313">
                  <c:v>9520.3958000000002</c:v>
                </c:pt>
                <c:pt idx="1314">
                  <c:v>10038.171</c:v>
                </c:pt>
                <c:pt idx="1315">
                  <c:v>10044.0059</c:v>
                </c:pt>
                <c:pt idx="1316">
                  <c:v>10835.3493</c:v>
                </c:pt>
                <c:pt idx="1317">
                  <c:v>10861.564399999999</c:v>
                </c:pt>
                <c:pt idx="1318">
                  <c:v>10782.117499999998</c:v>
                </c:pt>
                <c:pt idx="1319">
                  <c:v>10877.654999999999</c:v>
                </c:pt>
                <c:pt idx="1320">
                  <c:v>10782.407399999998</c:v>
                </c:pt>
                <c:pt idx="1321">
                  <c:v>10311.161999999998</c:v>
                </c:pt>
                <c:pt idx="1322">
                  <c:v>10313.113999999998</c:v>
                </c:pt>
                <c:pt idx="1323">
                  <c:v>10166.006999999998</c:v>
                </c:pt>
                <c:pt idx="1324">
                  <c:v>10066.678399999997</c:v>
                </c:pt>
                <c:pt idx="1325">
                  <c:v>10432.864099999997</c:v>
                </c:pt>
                <c:pt idx="1326">
                  <c:v>10222.980699999996</c:v>
                </c:pt>
                <c:pt idx="1327">
                  <c:v>9866.5515999999971</c:v>
                </c:pt>
                <c:pt idx="1328">
                  <c:v>9730.7139999999963</c:v>
                </c:pt>
                <c:pt idx="1329">
                  <c:v>9706.9490999999962</c:v>
                </c:pt>
                <c:pt idx="1330">
                  <c:v>10807.517899999995</c:v>
                </c:pt>
                <c:pt idx="1331">
                  <c:v>11258.479799999996</c:v>
                </c:pt>
                <c:pt idx="1332">
                  <c:v>12170.977499999995</c:v>
                </c:pt>
                <c:pt idx="1333">
                  <c:v>13111.489899999995</c:v>
                </c:pt>
                <c:pt idx="1334">
                  <c:v>13165.477999999996</c:v>
                </c:pt>
                <c:pt idx="1335">
                  <c:v>12706.462299999996</c:v>
                </c:pt>
                <c:pt idx="1336">
                  <c:v>13041.907199999996</c:v>
                </c:pt>
                <c:pt idx="1337">
                  <c:v>12722.879799999995</c:v>
                </c:pt>
                <c:pt idx="1338">
                  <c:v>12342.237199999996</c:v>
                </c:pt>
                <c:pt idx="1339">
                  <c:v>12464.611599999997</c:v>
                </c:pt>
                <c:pt idx="1340">
                  <c:v>12556.075699999996</c:v>
                </c:pt>
                <c:pt idx="1341">
                  <c:v>12481.295799999996</c:v>
                </c:pt>
                <c:pt idx="1342">
                  <c:v>13167.443499999996</c:v>
                </c:pt>
                <c:pt idx="1343">
                  <c:v>13148.103499999996</c:v>
                </c:pt>
                <c:pt idx="1344">
                  <c:v>14007.209199999996</c:v>
                </c:pt>
                <c:pt idx="1345">
                  <c:v>14003.202699999996</c:v>
                </c:pt>
                <c:pt idx="1346">
                  <c:v>14109.578499999996</c:v>
                </c:pt>
                <c:pt idx="1347">
                  <c:v>14044.265399999997</c:v>
                </c:pt>
                <c:pt idx="1348">
                  <c:v>14565.078399999997</c:v>
                </c:pt>
                <c:pt idx="1349">
                  <c:v>15828.106799999996</c:v>
                </c:pt>
                <c:pt idx="1350">
                  <c:v>16334.651599999996</c:v>
                </c:pt>
                <c:pt idx="1351">
                  <c:v>16449.414899999996</c:v>
                </c:pt>
                <c:pt idx="1352">
                  <c:v>16453.505299999997</c:v>
                </c:pt>
                <c:pt idx="1353">
                  <c:v>17546.500799999998</c:v>
                </c:pt>
                <c:pt idx="1354">
                  <c:v>17851.201899999996</c:v>
                </c:pt>
                <c:pt idx="1355">
                  <c:v>18022.897699999998</c:v>
                </c:pt>
                <c:pt idx="1356">
                  <c:v>18277.916399999998</c:v>
                </c:pt>
                <c:pt idx="1357">
                  <c:v>19133.753099999998</c:v>
                </c:pt>
                <c:pt idx="1358">
                  <c:v>19182.678699999997</c:v>
                </c:pt>
                <c:pt idx="1359">
                  <c:v>19471.540499999996</c:v>
                </c:pt>
                <c:pt idx="1360">
                  <c:v>19637.333199999997</c:v>
                </c:pt>
                <c:pt idx="1361">
                  <c:v>20065.483899999996</c:v>
                </c:pt>
                <c:pt idx="1362">
                  <c:v>20495.485799999995</c:v>
                </c:pt>
                <c:pt idx="1363">
                  <c:v>21792.654399999996</c:v>
                </c:pt>
                <c:pt idx="1364">
                  <c:v>23289.746699999996</c:v>
                </c:pt>
                <c:pt idx="1365">
                  <c:v>23598.046599999994</c:v>
                </c:pt>
                <c:pt idx="1366">
                  <c:v>23555.484499999995</c:v>
                </c:pt>
                <c:pt idx="1367">
                  <c:v>23391.736199999996</c:v>
                </c:pt>
                <c:pt idx="1368">
                  <c:v>22960.319799999997</c:v>
                </c:pt>
                <c:pt idx="1369">
                  <c:v>22788.607699999997</c:v>
                </c:pt>
                <c:pt idx="1370">
                  <c:v>22848.641699999996</c:v>
                </c:pt>
                <c:pt idx="1371">
                  <c:v>22742.383099999995</c:v>
                </c:pt>
                <c:pt idx="1372">
                  <c:v>22940.997299999995</c:v>
                </c:pt>
                <c:pt idx="1373">
                  <c:v>23243.571999999996</c:v>
                </c:pt>
                <c:pt idx="1374">
                  <c:v>23241.418499999996</c:v>
                </c:pt>
                <c:pt idx="1375">
                  <c:v>23287.565299999995</c:v>
                </c:pt>
                <c:pt idx="1376">
                  <c:v>22172.762099999996</c:v>
                </c:pt>
                <c:pt idx="1377">
                  <c:v>21831.510699999995</c:v>
                </c:pt>
                <c:pt idx="1378">
                  <c:v>21796.091799999995</c:v>
                </c:pt>
                <c:pt idx="1379">
                  <c:v>21856.783299999996</c:v>
                </c:pt>
                <c:pt idx="1380">
                  <c:v>21767.889999999996</c:v>
                </c:pt>
                <c:pt idx="1381">
                  <c:v>20737.102699999996</c:v>
                </c:pt>
                <c:pt idx="1382">
                  <c:v>20495.652599999998</c:v>
                </c:pt>
                <c:pt idx="1383">
                  <c:v>20151.852899999998</c:v>
                </c:pt>
                <c:pt idx="1384">
                  <c:v>20559.036999999997</c:v>
                </c:pt>
                <c:pt idx="1385">
                  <c:v>20320.507899999997</c:v>
                </c:pt>
                <c:pt idx="1386">
                  <c:v>20805.866499999996</c:v>
                </c:pt>
                <c:pt idx="1387">
                  <c:v>20903.978599999995</c:v>
                </c:pt>
                <c:pt idx="1388">
                  <c:v>20925.877799999995</c:v>
                </c:pt>
                <c:pt idx="1389">
                  <c:v>20822.364199999996</c:v>
                </c:pt>
                <c:pt idx="1390">
                  <c:v>20075.474199999997</c:v>
                </c:pt>
                <c:pt idx="1391">
                  <c:v>20128.214199999999</c:v>
                </c:pt>
                <c:pt idx="1392">
                  <c:v>19816.8573</c:v>
                </c:pt>
                <c:pt idx="1393">
                  <c:v>19384.650600000001</c:v>
                </c:pt>
                <c:pt idx="1394">
                  <c:v>17869.208699999999</c:v>
                </c:pt>
                <c:pt idx="1395">
                  <c:v>16847.606199999998</c:v>
                </c:pt>
                <c:pt idx="1396">
                  <c:v>15853.864299999997</c:v>
                </c:pt>
                <c:pt idx="1397">
                  <c:v>15633.789799999997</c:v>
                </c:pt>
                <c:pt idx="1398">
                  <c:v>15492.956099999998</c:v>
                </c:pt>
                <c:pt idx="1399">
                  <c:v>14462.612299999997</c:v>
                </c:pt>
                <c:pt idx="1400">
                  <c:v>14678.829499999996</c:v>
                </c:pt>
                <c:pt idx="1401">
                  <c:v>14501.681099999996</c:v>
                </c:pt>
                <c:pt idx="1402">
                  <c:v>14198.598799999996</c:v>
                </c:pt>
                <c:pt idx="1403">
                  <c:v>13438.875099999996</c:v>
                </c:pt>
                <c:pt idx="1404">
                  <c:v>13537.862799999995</c:v>
                </c:pt>
                <c:pt idx="1405">
                  <c:v>12652.929599999996</c:v>
                </c:pt>
                <c:pt idx="1406">
                  <c:v>12656.956899999996</c:v>
                </c:pt>
                <c:pt idx="1407">
                  <c:v>12598.492699999995</c:v>
                </c:pt>
                <c:pt idx="1408">
                  <c:v>12575.642999999995</c:v>
                </c:pt>
                <c:pt idx="1409">
                  <c:v>12197.906699999994</c:v>
                </c:pt>
                <c:pt idx="1410">
                  <c:v>11886.507299999994</c:v>
                </c:pt>
                <c:pt idx="1411">
                  <c:v>11792.872199999994</c:v>
                </c:pt>
                <c:pt idx="1412">
                  <c:v>10972.519099999994</c:v>
                </c:pt>
                <c:pt idx="1413">
                  <c:v>10914.737699999994</c:v>
                </c:pt>
                <c:pt idx="1414">
                  <c:v>10786.469699999994</c:v>
                </c:pt>
                <c:pt idx="1415">
                  <c:v>11086.205099999994</c:v>
                </c:pt>
                <c:pt idx="1416">
                  <c:v>10876.017199999993</c:v>
                </c:pt>
                <c:pt idx="1417">
                  <c:v>11201.307299999993</c:v>
                </c:pt>
                <c:pt idx="1418">
                  <c:v>11269.689999999993</c:v>
                </c:pt>
                <c:pt idx="1419">
                  <c:v>11276.833099999993</c:v>
                </c:pt>
                <c:pt idx="1420">
                  <c:v>11759.124699999993</c:v>
                </c:pt>
                <c:pt idx="1421">
                  <c:v>12219.439199999993</c:v>
                </c:pt>
                <c:pt idx="1422">
                  <c:v>12269.413399999994</c:v>
                </c:pt>
                <c:pt idx="1423">
                  <c:v>12380.365099999994</c:v>
                </c:pt>
                <c:pt idx="1424">
                  <c:v>12169.213999999994</c:v>
                </c:pt>
                <c:pt idx="1425">
                  <c:v>12084.155299999995</c:v>
                </c:pt>
                <c:pt idx="1426">
                  <c:v>11876.791999999994</c:v>
                </c:pt>
                <c:pt idx="1427">
                  <c:v>11568.594499999994</c:v>
                </c:pt>
                <c:pt idx="1428">
                  <c:v>11522.378699999994</c:v>
                </c:pt>
                <c:pt idx="1429">
                  <c:v>10731.647799999993</c:v>
                </c:pt>
                <c:pt idx="1430">
                  <c:v>10635.518399999994</c:v>
                </c:pt>
                <c:pt idx="1431">
                  <c:v>11484.905499999993</c:v>
                </c:pt>
                <c:pt idx="1432">
                  <c:v>10887.602299999993</c:v>
                </c:pt>
                <c:pt idx="1433">
                  <c:v>11193.111699999994</c:v>
                </c:pt>
                <c:pt idx="1434">
                  <c:v>12020.554799999994</c:v>
                </c:pt>
                <c:pt idx="1435">
                  <c:v>12809.658199999994</c:v>
                </c:pt>
                <c:pt idx="1436">
                  <c:v>13262.018699999995</c:v>
                </c:pt>
                <c:pt idx="1437">
                  <c:v>13698.298899999994</c:v>
                </c:pt>
                <c:pt idx="1438">
                  <c:v>13927.435799999994</c:v>
                </c:pt>
                <c:pt idx="1439">
                  <c:v>13997.863299999994</c:v>
                </c:pt>
                <c:pt idx="1440">
                  <c:v>14306.092599999994</c:v>
                </c:pt>
                <c:pt idx="1441">
                  <c:v>14808.296699999995</c:v>
                </c:pt>
                <c:pt idx="1442">
                  <c:v>14995.363099999995</c:v>
                </c:pt>
                <c:pt idx="1443">
                  <c:v>13964.065599999994</c:v>
                </c:pt>
                <c:pt idx="1444">
                  <c:v>14124.814199999995</c:v>
                </c:pt>
                <c:pt idx="1445">
                  <c:v>14099.901199999995</c:v>
                </c:pt>
                <c:pt idx="1446">
                  <c:v>13932.557599999995</c:v>
                </c:pt>
                <c:pt idx="1447">
                  <c:v>13754.956799999994</c:v>
                </c:pt>
                <c:pt idx="1448">
                  <c:v>12453.149899999995</c:v>
                </c:pt>
                <c:pt idx="1449">
                  <c:v>12098.019499999995</c:v>
                </c:pt>
                <c:pt idx="1450">
                  <c:v>12444.316599999995</c:v>
                </c:pt>
                <c:pt idx="1451">
                  <c:v>12435.920099999994</c:v>
                </c:pt>
                <c:pt idx="1452">
                  <c:v>12432.307899999994</c:v>
                </c:pt>
                <c:pt idx="1453">
                  <c:v>14169.429199999995</c:v>
                </c:pt>
                <c:pt idx="1454">
                  <c:v>14701.577699999994</c:v>
                </c:pt>
                <c:pt idx="1455">
                  <c:v>15696.186599999994</c:v>
                </c:pt>
                <c:pt idx="1456">
                  <c:v>16553.228499999994</c:v>
                </c:pt>
                <c:pt idx="1457">
                  <c:v>17241.814399999996</c:v>
                </c:pt>
                <c:pt idx="1458">
                  <c:v>18146.927399999997</c:v>
                </c:pt>
                <c:pt idx="1459">
                  <c:v>18614.339599999996</c:v>
                </c:pt>
                <c:pt idx="1460">
                  <c:v>18288.259099999996</c:v>
                </c:pt>
                <c:pt idx="1461">
                  <c:v>19612.100599999994</c:v>
                </c:pt>
                <c:pt idx="1462">
                  <c:v>20853.051099999993</c:v>
                </c:pt>
                <c:pt idx="1463">
                  <c:v>21260.743099999992</c:v>
                </c:pt>
                <c:pt idx="1464">
                  <c:v>21410.804199999991</c:v>
                </c:pt>
                <c:pt idx="1465">
                  <c:v>23900.667399999991</c:v>
                </c:pt>
                <c:pt idx="1466">
                  <c:v>23999.099399999992</c:v>
                </c:pt>
                <c:pt idx="1467">
                  <c:v>23217.279399999992</c:v>
                </c:pt>
                <c:pt idx="1468">
                  <c:v>22937.892499999991</c:v>
                </c:pt>
                <c:pt idx="1469">
                  <c:v>23603.19839999999</c:v>
                </c:pt>
                <c:pt idx="1470">
                  <c:v>22799.041099999991</c:v>
                </c:pt>
                <c:pt idx="1471">
                  <c:v>22665.769799999991</c:v>
                </c:pt>
                <c:pt idx="1472">
                  <c:v>22563.594399999991</c:v>
                </c:pt>
                <c:pt idx="1473">
                  <c:v>22010.265599999992</c:v>
                </c:pt>
                <c:pt idx="1474">
                  <c:v>22031.410299999992</c:v>
                </c:pt>
                <c:pt idx="1475">
                  <c:v>22706.60319999999</c:v>
                </c:pt>
                <c:pt idx="1476">
                  <c:v>21382.439399999992</c:v>
                </c:pt>
                <c:pt idx="1477">
                  <c:v>20588.434499999992</c:v>
                </c:pt>
                <c:pt idx="1478">
                  <c:v>23021.050799999994</c:v>
                </c:pt>
                <c:pt idx="1479">
                  <c:v>23911.835699999992</c:v>
                </c:pt>
                <c:pt idx="1480">
                  <c:v>23286.204999999991</c:v>
                </c:pt>
                <c:pt idx="1481">
                  <c:v>21954.796999999991</c:v>
                </c:pt>
                <c:pt idx="1482">
                  <c:v>21124.06259999999</c:v>
                </c:pt>
                <c:pt idx="1483">
                  <c:v>19943.986399999991</c:v>
                </c:pt>
                <c:pt idx="1484">
                  <c:v>19248.25789999999</c:v>
                </c:pt>
                <c:pt idx="1485">
                  <c:v>18837.148899999989</c:v>
                </c:pt>
                <c:pt idx="1486">
                  <c:v>18559.787499999988</c:v>
                </c:pt>
                <c:pt idx="1487">
                  <c:v>18253.949999999986</c:v>
                </c:pt>
                <c:pt idx="1488">
                  <c:v>17715.351499999986</c:v>
                </c:pt>
                <c:pt idx="1489">
                  <c:v>17443.797899999987</c:v>
                </c:pt>
                <c:pt idx="1490">
                  <c:v>17341.963499999987</c:v>
                </c:pt>
                <c:pt idx="1491">
                  <c:v>15441.076099999987</c:v>
                </c:pt>
                <c:pt idx="1492">
                  <c:v>14912.263799999988</c:v>
                </c:pt>
                <c:pt idx="1493">
                  <c:v>14598.398299999988</c:v>
                </c:pt>
                <c:pt idx="1494">
                  <c:v>14400.004299999988</c:v>
                </c:pt>
                <c:pt idx="1495">
                  <c:v>14341.078499999987</c:v>
                </c:pt>
                <c:pt idx="1496">
                  <c:v>14254.227699999987</c:v>
                </c:pt>
                <c:pt idx="1497">
                  <c:v>12986.279199999986</c:v>
                </c:pt>
                <c:pt idx="1498">
                  <c:v>12586.333699999986</c:v>
                </c:pt>
                <c:pt idx="1499">
                  <c:v>12700.407399999987</c:v>
                </c:pt>
                <c:pt idx="1500">
                  <c:v>12563.872599999988</c:v>
                </c:pt>
                <c:pt idx="1501">
                  <c:v>12189.238099999988</c:v>
                </c:pt>
                <c:pt idx="1502">
                  <c:v>10934.200899999987</c:v>
                </c:pt>
                <c:pt idx="1503">
                  <c:v>10998.819999999987</c:v>
                </c:pt>
                <c:pt idx="1504">
                  <c:v>10927.080499999987</c:v>
                </c:pt>
                <c:pt idx="1505">
                  <c:v>10679.505899999987</c:v>
                </c:pt>
                <c:pt idx="1506">
                  <c:v>10581.206199999988</c:v>
                </c:pt>
                <c:pt idx="1507">
                  <c:v>10493.010199999988</c:v>
                </c:pt>
                <c:pt idx="1508">
                  <c:v>10436.344799999988</c:v>
                </c:pt>
                <c:pt idx="1509">
                  <c:v>10224.888599999987</c:v>
                </c:pt>
                <c:pt idx="1510">
                  <c:v>10024.047999999988</c:v>
                </c:pt>
                <c:pt idx="1511">
                  <c:v>9346.3480999999883</c:v>
                </c:pt>
                <c:pt idx="1512">
                  <c:v>9483.876699999988</c:v>
                </c:pt>
                <c:pt idx="1513">
                  <c:v>9865.3071999999884</c:v>
                </c:pt>
                <c:pt idx="1514">
                  <c:v>9914.0650999999889</c:v>
                </c:pt>
                <c:pt idx="1515">
                  <c:v>10302.231299999989</c:v>
                </c:pt>
                <c:pt idx="1516">
                  <c:v>10142.222499999989</c:v>
                </c:pt>
                <c:pt idx="1517">
                  <c:v>10257.72959999999</c:v>
                </c:pt>
                <c:pt idx="1518">
                  <c:v>10548.33469999999</c:v>
                </c:pt>
                <c:pt idx="1519">
                  <c:v>10479.60459999999</c:v>
                </c:pt>
                <c:pt idx="1520">
                  <c:v>10108.274699999989</c:v>
                </c:pt>
                <c:pt idx="1521">
                  <c:v>8027.5486999999885</c:v>
                </c:pt>
                <c:pt idx="1522">
                  <c:v>7800.4128999999884</c:v>
                </c:pt>
                <c:pt idx="1523">
                  <c:v>7770.8066999999883</c:v>
                </c:pt>
                <c:pt idx="1524">
                  <c:v>7826.3716999999879</c:v>
                </c:pt>
                <c:pt idx="1525">
                  <c:v>7700.3831999999875</c:v>
                </c:pt>
                <c:pt idx="1526">
                  <c:v>7334.1733999999879</c:v>
                </c:pt>
                <c:pt idx="1527">
                  <c:v>7437.8121999999876</c:v>
                </c:pt>
                <c:pt idx="1528">
                  <c:v>7486.0644999999877</c:v>
                </c:pt>
                <c:pt idx="1529">
                  <c:v>7213.5622999999878</c:v>
                </c:pt>
                <c:pt idx="1530">
                  <c:v>7246.100199999988</c:v>
                </c:pt>
                <c:pt idx="1531">
                  <c:v>7532.8135999999877</c:v>
                </c:pt>
                <c:pt idx="1532">
                  <c:v>7717.508899999988</c:v>
                </c:pt>
                <c:pt idx="1533">
                  <c:v>8085.8165999999883</c:v>
                </c:pt>
                <c:pt idx="1534">
                  <c:v>8109.5211999999883</c:v>
                </c:pt>
                <c:pt idx="1535">
                  <c:v>8573.5994999999875</c:v>
                </c:pt>
                <c:pt idx="1536">
                  <c:v>8800.4512999999879</c:v>
                </c:pt>
                <c:pt idx="1537">
                  <c:v>8863.7794999999878</c:v>
                </c:pt>
                <c:pt idx="1538">
                  <c:v>9233.317799999988</c:v>
                </c:pt>
                <c:pt idx="1539">
                  <c:v>9352.3576999999877</c:v>
                </c:pt>
                <c:pt idx="1540">
                  <c:v>10228.116099999988</c:v>
                </c:pt>
                <c:pt idx="1541">
                  <c:v>10186.843499999988</c:v>
                </c:pt>
                <c:pt idx="1542">
                  <c:v>10357.668399999988</c:v>
                </c:pt>
                <c:pt idx="1543">
                  <c:v>10798.042499999989</c:v>
                </c:pt>
                <c:pt idx="1544">
                  <c:v>10982.581599999989</c:v>
                </c:pt>
                <c:pt idx="1545">
                  <c:v>11096.111199999988</c:v>
                </c:pt>
                <c:pt idx="1546">
                  <c:v>11178.408399999989</c:v>
                </c:pt>
                <c:pt idx="1547">
                  <c:v>11594.11329999999</c:v>
                </c:pt>
                <c:pt idx="1548">
                  <c:v>10963.09019999999</c:v>
                </c:pt>
                <c:pt idx="1549">
                  <c:v>10969.04999999999</c:v>
                </c:pt>
                <c:pt idx="1550">
                  <c:v>10711.765999999991</c:v>
                </c:pt>
                <c:pt idx="1551">
                  <c:v>10600.80459999999</c:v>
                </c:pt>
                <c:pt idx="1552">
                  <c:v>9986.1284999999898</c:v>
                </c:pt>
                <c:pt idx="1553">
                  <c:v>9623.0992999999889</c:v>
                </c:pt>
                <c:pt idx="1554">
                  <c:v>9308.1240999999882</c:v>
                </c:pt>
                <c:pt idx="1555">
                  <c:v>9037.3589999999876</c:v>
                </c:pt>
                <c:pt idx="1556">
                  <c:v>7685.7093999999879</c:v>
                </c:pt>
                <c:pt idx="1557">
                  <c:v>6621.584899999988</c:v>
                </c:pt>
                <c:pt idx="1558">
                  <c:v>5944.525099999988</c:v>
                </c:pt>
                <c:pt idx="1559">
                  <c:v>5833.1708999999883</c:v>
                </c:pt>
                <c:pt idx="1560">
                  <c:v>6406.2861999999886</c:v>
                </c:pt>
                <c:pt idx="1561">
                  <c:v>6805.3649999999889</c:v>
                </c:pt>
                <c:pt idx="1562">
                  <c:v>7141.0893999999889</c:v>
                </c:pt>
                <c:pt idx="1563">
                  <c:v>8159.2976999999892</c:v>
                </c:pt>
                <c:pt idx="1564">
                  <c:v>8355.2647999999899</c:v>
                </c:pt>
                <c:pt idx="1565">
                  <c:v>7738.9354999999896</c:v>
                </c:pt>
                <c:pt idx="1566">
                  <c:v>7897.63849999999</c:v>
                </c:pt>
                <c:pt idx="1567">
                  <c:v>7511.8865999999898</c:v>
                </c:pt>
                <c:pt idx="1568">
                  <c:v>7493.9472999999898</c:v>
                </c:pt>
                <c:pt idx="1569">
                  <c:v>10828.458899999991</c:v>
                </c:pt>
                <c:pt idx="1570">
                  <c:v>10744.88669999999</c:v>
                </c:pt>
                <c:pt idx="1571">
                  <c:v>10834.258499999991</c:v>
                </c:pt>
                <c:pt idx="1572">
                  <c:v>10115.578499999991</c:v>
                </c:pt>
                <c:pt idx="1573">
                  <c:v>9579.9566999999897</c:v>
                </c:pt>
                <c:pt idx="1574">
                  <c:v>7998.5553999999902</c:v>
                </c:pt>
                <c:pt idx="1575">
                  <c:v>7521.2459999999901</c:v>
                </c:pt>
                <c:pt idx="1576">
                  <c:v>7360.2548999999899</c:v>
                </c:pt>
                <c:pt idx="1577">
                  <c:v>9559.5788999999895</c:v>
                </c:pt>
                <c:pt idx="1578">
                  <c:v>8619.3820999999898</c:v>
                </c:pt>
                <c:pt idx="1579">
                  <c:v>8941.5469999999896</c:v>
                </c:pt>
                <c:pt idx="1580">
                  <c:v>7126.56339999999</c:v>
                </c:pt>
                <c:pt idx="1581">
                  <c:v>6798.27519999999</c:v>
                </c:pt>
                <c:pt idx="1582">
                  <c:v>5997.36059999999</c:v>
                </c:pt>
                <c:pt idx="1583">
                  <c:v>5679.0409999999902</c:v>
                </c:pt>
                <c:pt idx="1584">
                  <c:v>4949.3140999999905</c:v>
                </c:pt>
                <c:pt idx="1585">
                  <c:v>4812.9983999999904</c:v>
                </c:pt>
                <c:pt idx="1586">
                  <c:v>4828.4333999999908</c:v>
                </c:pt>
                <c:pt idx="1587">
                  <c:v>4809.2309999999907</c:v>
                </c:pt>
                <c:pt idx="1588">
                  <c:v>4749.5931999999902</c:v>
                </c:pt>
                <c:pt idx="1589">
                  <c:v>4735.8477999999905</c:v>
                </c:pt>
                <c:pt idx="1590">
                  <c:v>4699.4407999999903</c:v>
                </c:pt>
                <c:pt idx="1591">
                  <c:v>4139.1041999999907</c:v>
                </c:pt>
                <c:pt idx="1592">
                  <c:v>4073.8312999999907</c:v>
                </c:pt>
                <c:pt idx="1593">
                  <c:v>4104.4899999999907</c:v>
                </c:pt>
                <c:pt idx="1594">
                  <c:v>4006.4327999999905</c:v>
                </c:pt>
                <c:pt idx="1595">
                  <c:v>3681.7519999999904</c:v>
                </c:pt>
                <c:pt idx="1596">
                  <c:v>3901.9647999999902</c:v>
                </c:pt>
                <c:pt idx="1597">
                  <c:v>4265.7199999999903</c:v>
                </c:pt>
                <c:pt idx="1598">
                  <c:v>4416.7646999999906</c:v>
                </c:pt>
                <c:pt idx="1599">
                  <c:v>3808.1900999999907</c:v>
                </c:pt>
                <c:pt idx="1600">
                  <c:v>3519.6281999999906</c:v>
                </c:pt>
                <c:pt idx="1601">
                  <c:v>2939.6935999999905</c:v>
                </c:pt>
                <c:pt idx="1602">
                  <c:v>2945.8633999999906</c:v>
                </c:pt>
                <c:pt idx="1603">
                  <c:v>2872.9506999999908</c:v>
                </c:pt>
                <c:pt idx="1604">
                  <c:v>2806.7370999999907</c:v>
                </c:pt>
                <c:pt idx="1605">
                  <c:v>2800.7738999999906</c:v>
                </c:pt>
                <c:pt idx="1606">
                  <c:v>2756.5811999999905</c:v>
                </c:pt>
                <c:pt idx="1607">
                  <c:v>2506.6695999999906</c:v>
                </c:pt>
                <c:pt idx="1608">
                  <c:v>2425.8072999999904</c:v>
                </c:pt>
                <c:pt idx="1609">
                  <c:v>2430.8681999999903</c:v>
                </c:pt>
                <c:pt idx="1610">
                  <c:v>2220.7017999999903</c:v>
                </c:pt>
                <c:pt idx="1611">
                  <c:v>2316.4792999999904</c:v>
                </c:pt>
                <c:pt idx="1612">
                  <c:v>2233.7425999999905</c:v>
                </c:pt>
                <c:pt idx="1613">
                  <c:v>2255.8975999999907</c:v>
                </c:pt>
                <c:pt idx="1614">
                  <c:v>2266.4288999999908</c:v>
                </c:pt>
                <c:pt idx="1615">
                  <c:v>2057.1250999999907</c:v>
                </c:pt>
                <c:pt idx="1616">
                  <c:v>2222.7354999999907</c:v>
                </c:pt>
                <c:pt idx="1617">
                  <c:v>2419.9294999999906</c:v>
                </c:pt>
                <c:pt idx="1618">
                  <c:v>2361.8692999999907</c:v>
                </c:pt>
                <c:pt idx="1619">
                  <c:v>1720.9798999999907</c:v>
                </c:pt>
                <c:pt idx="1620">
                  <c:v>1443.6090999999908</c:v>
                </c:pt>
                <c:pt idx="1621">
                  <c:v>1343.8615999999909</c:v>
                </c:pt>
                <c:pt idx="1622">
                  <c:v>1370.5417999999909</c:v>
                </c:pt>
                <c:pt idx="1623">
                  <c:v>2256.1682999999907</c:v>
                </c:pt>
                <c:pt idx="1624">
                  <c:v>3424.2391999999909</c:v>
                </c:pt>
                <c:pt idx="1625">
                  <c:v>3739.6904999999911</c:v>
                </c:pt>
                <c:pt idx="1626">
                  <c:v>3551.2610999999911</c:v>
                </c:pt>
                <c:pt idx="1627">
                  <c:v>3512.0504999999912</c:v>
                </c:pt>
                <c:pt idx="1628">
                  <c:v>3299.6462999999912</c:v>
                </c:pt>
                <c:pt idx="1629">
                  <c:v>2249.9611999999915</c:v>
                </c:pt>
                <c:pt idx="1630">
                  <c:v>2226.2780999999914</c:v>
                </c:pt>
                <c:pt idx="1631">
                  <c:v>2145.1467999999913</c:v>
                </c:pt>
                <c:pt idx="1632">
                  <c:v>1847.5551999999914</c:v>
                </c:pt>
                <c:pt idx="1633">
                  <c:v>1874.6338999999914</c:v>
                </c:pt>
                <c:pt idx="1634">
                  <c:v>1381.1654999999914</c:v>
                </c:pt>
                <c:pt idx="1635">
                  <c:v>1785.3529999999914</c:v>
                </c:pt>
                <c:pt idx="1636">
                  <c:v>1650.0913999999914</c:v>
                </c:pt>
                <c:pt idx="1637">
                  <c:v>1685.4803999999913</c:v>
                </c:pt>
                <c:pt idx="1638">
                  <c:v>1274.1668999999913</c:v>
                </c:pt>
                <c:pt idx="1639">
                  <c:v>1328.1571999999912</c:v>
                </c:pt>
                <c:pt idx="1640">
                  <c:v>1300.5392999999913</c:v>
                </c:pt>
                <c:pt idx="1641">
                  <c:v>2732.0511999999912</c:v>
                </c:pt>
                <c:pt idx="1642">
                  <c:v>3134.3708999999913</c:v>
                </c:pt>
                <c:pt idx="1643">
                  <c:v>4001.3440999999912</c:v>
                </c:pt>
                <c:pt idx="1644">
                  <c:v>3839.5650999999912</c:v>
                </c:pt>
                <c:pt idx="1645">
                  <c:v>3690.7640999999912</c:v>
                </c:pt>
                <c:pt idx="1646">
                  <c:v>3310.2125999999912</c:v>
                </c:pt>
                <c:pt idx="1647">
                  <c:v>2949.9022999999911</c:v>
                </c:pt>
                <c:pt idx="1648">
                  <c:v>2775.7325999999912</c:v>
                </c:pt>
                <c:pt idx="1649">
                  <c:v>2967.117399999991</c:v>
                </c:pt>
                <c:pt idx="1650">
                  <c:v>2358.2653999999911</c:v>
                </c:pt>
                <c:pt idx="1651">
                  <c:v>2494.6348999999909</c:v>
                </c:pt>
                <c:pt idx="1652">
                  <c:v>4309.4132999999911</c:v>
                </c:pt>
                <c:pt idx="1653">
                  <c:v>3861.1035999999913</c:v>
                </c:pt>
                <c:pt idx="1654">
                  <c:v>3882.1028999999912</c:v>
                </c:pt>
                <c:pt idx="1655">
                  <c:v>3906.1397999999913</c:v>
                </c:pt>
                <c:pt idx="1656">
                  <c:v>4197.0030999999908</c:v>
                </c:pt>
                <c:pt idx="1657">
                  <c:v>5777.7880999999907</c:v>
                </c:pt>
                <c:pt idx="1658">
                  <c:v>5777.2725999999902</c:v>
                </c:pt>
                <c:pt idx="1659">
                  <c:v>6036.9779999999901</c:v>
                </c:pt>
                <c:pt idx="1660">
                  <c:v>5699.1118999999899</c:v>
                </c:pt>
                <c:pt idx="1661">
                  <c:v>6006.4977999999901</c:v>
                </c:pt>
                <c:pt idx="1662">
                  <c:v>8623.3961999999901</c:v>
                </c:pt>
                <c:pt idx="1663">
                  <c:v>6613.8541999999907</c:v>
                </c:pt>
                <c:pt idx="1664">
                  <c:v>7238.5102999999908</c:v>
                </c:pt>
                <c:pt idx="1665">
                  <c:v>7819.9879999999912</c:v>
                </c:pt>
                <c:pt idx="1666">
                  <c:v>8246.2188999999908</c:v>
                </c:pt>
                <c:pt idx="1667">
                  <c:v>8076.3215999999911</c:v>
                </c:pt>
                <c:pt idx="1668">
                  <c:v>8176.7644999999911</c:v>
                </c:pt>
                <c:pt idx="1669">
                  <c:v>8218.793199999991</c:v>
                </c:pt>
                <c:pt idx="1670">
                  <c:v>8347.9277999999904</c:v>
                </c:pt>
                <c:pt idx="1671">
                  <c:v>7487.7726999999904</c:v>
                </c:pt>
                <c:pt idx="1672">
                  <c:v>6877.7911999999906</c:v>
                </c:pt>
                <c:pt idx="1673">
                  <c:v>7096.5023999999903</c:v>
                </c:pt>
                <c:pt idx="1674">
                  <c:v>7214.6634999999906</c:v>
                </c:pt>
                <c:pt idx="1675">
                  <c:v>7020.362899999991</c:v>
                </c:pt>
                <c:pt idx="1676">
                  <c:v>7018.4963999999909</c:v>
                </c:pt>
                <c:pt idx="1677">
                  <c:v>6374.4020999999912</c:v>
                </c:pt>
                <c:pt idx="1678">
                  <c:v>6152.7166999999909</c:v>
                </c:pt>
                <c:pt idx="1679">
                  <c:v>6729.6606999999913</c:v>
                </c:pt>
                <c:pt idx="1680">
                  <c:v>6854.1545999999917</c:v>
                </c:pt>
                <c:pt idx="1681">
                  <c:v>5382.3723999999911</c:v>
                </c:pt>
                <c:pt idx="1682">
                  <c:v>4944.1552999999913</c:v>
                </c:pt>
                <c:pt idx="1683">
                  <c:v>2160.2243999999914</c:v>
                </c:pt>
                <c:pt idx="1684">
                  <c:v>1591.6710999999914</c:v>
                </c:pt>
                <c:pt idx="1685">
                  <c:v>1505.1676999999913</c:v>
                </c:pt>
                <c:pt idx="1686">
                  <c:v>1326.4760999999912</c:v>
                </c:pt>
                <c:pt idx="1687">
                  <c:v>1159.5665999999912</c:v>
                </c:pt>
                <c:pt idx="1688">
                  <c:v>1127.5097999999912</c:v>
                </c:pt>
                <c:pt idx="1689">
                  <c:v>1000.6243999999912</c:v>
                </c:pt>
                <c:pt idx="1690">
                  <c:v>932.66329999999118</c:v>
                </c:pt>
                <c:pt idx="1691">
                  <c:v>686.86379999999122</c:v>
                </c:pt>
                <c:pt idx="1692">
                  <c:v>675.3357999999912</c:v>
                </c:pt>
                <c:pt idx="1693">
                  <c:v>683.06049999999118</c:v>
                </c:pt>
                <c:pt idx="1694">
                  <c:v>564.78779999999119</c:v>
                </c:pt>
                <c:pt idx="1695">
                  <c:v>489.98299999999119</c:v>
                </c:pt>
                <c:pt idx="1696">
                  <c:v>315.01719999999119</c:v>
                </c:pt>
                <c:pt idx="1697">
                  <c:v>61.839199999991195</c:v>
                </c:pt>
                <c:pt idx="1698">
                  <c:v>-10.116100000008799</c:v>
                </c:pt>
                <c:pt idx="1699">
                  <c:v>-138.2600000000088</c:v>
                </c:pt>
                <c:pt idx="1700">
                  <c:v>-356.03770000000884</c:v>
                </c:pt>
                <c:pt idx="1701">
                  <c:v>-345.61360000000883</c:v>
                </c:pt>
                <c:pt idx="1702">
                  <c:v>-230.34840000000884</c:v>
                </c:pt>
                <c:pt idx="1703">
                  <c:v>-462.53160000000884</c:v>
                </c:pt>
                <c:pt idx="1704">
                  <c:v>-553.01230000000885</c:v>
                </c:pt>
                <c:pt idx="1705">
                  <c:v>-538.81630000000882</c:v>
                </c:pt>
                <c:pt idx="1706">
                  <c:v>-1184.1370000000088</c:v>
                </c:pt>
                <c:pt idx="1707">
                  <c:v>-1196.2109000000089</c:v>
                </c:pt>
                <c:pt idx="1708">
                  <c:v>-1098.8253000000088</c:v>
                </c:pt>
                <c:pt idx="1709">
                  <c:v>-955.51210000000879</c:v>
                </c:pt>
                <c:pt idx="1710">
                  <c:v>-1136.6970000000088</c:v>
                </c:pt>
                <c:pt idx="1711">
                  <c:v>-1095.7961000000087</c:v>
                </c:pt>
                <c:pt idx="1712">
                  <c:v>-1069.5610000000086</c:v>
                </c:pt>
                <c:pt idx="1713">
                  <c:v>-1084.1461000000086</c:v>
                </c:pt>
                <c:pt idx="1714">
                  <c:v>-1011.0953000000086</c:v>
                </c:pt>
                <c:pt idx="1715">
                  <c:v>-1013.8438000000086</c:v>
                </c:pt>
                <c:pt idx="1716">
                  <c:v>-1074.6953000000087</c:v>
                </c:pt>
                <c:pt idx="1717">
                  <c:v>-1497.5474000000088</c:v>
                </c:pt>
                <c:pt idx="1718">
                  <c:v>-1266.5487000000087</c:v>
                </c:pt>
                <c:pt idx="1719">
                  <c:v>-1347.7909000000086</c:v>
                </c:pt>
                <c:pt idx="1720">
                  <c:v>-1201.2298000000087</c:v>
                </c:pt>
                <c:pt idx="1721">
                  <c:v>-1084.3084000000088</c:v>
                </c:pt>
                <c:pt idx="1722">
                  <c:v>-1103.0397000000087</c:v>
                </c:pt>
                <c:pt idx="1723">
                  <c:v>-1007.1554000000087</c:v>
                </c:pt>
                <c:pt idx="1724">
                  <c:v>-431.23310000000879</c:v>
                </c:pt>
                <c:pt idx="1725">
                  <c:v>-509.9045000000088</c:v>
                </c:pt>
                <c:pt idx="1726">
                  <c:v>-757.90980000000877</c:v>
                </c:pt>
                <c:pt idx="1727">
                  <c:v>-725.37660000000881</c:v>
                </c:pt>
                <c:pt idx="1728">
                  <c:v>-571.5433000000088</c:v>
                </c:pt>
                <c:pt idx="1729">
                  <c:v>-809.6049000000088</c:v>
                </c:pt>
                <c:pt idx="1730">
                  <c:v>-817.36150000000885</c:v>
                </c:pt>
                <c:pt idx="1731">
                  <c:v>-796.66510000000881</c:v>
                </c:pt>
                <c:pt idx="1732">
                  <c:v>-933.73970000000884</c:v>
                </c:pt>
                <c:pt idx="1733">
                  <c:v>-2013.4584000000086</c:v>
                </c:pt>
                <c:pt idx="1734">
                  <c:v>-1934.0848000000087</c:v>
                </c:pt>
                <c:pt idx="1735">
                  <c:v>-1921.8704000000087</c:v>
                </c:pt>
                <c:pt idx="1736">
                  <c:v>-1282.1748000000086</c:v>
                </c:pt>
                <c:pt idx="1737">
                  <c:v>-930.7579000000087</c:v>
                </c:pt>
                <c:pt idx="1738">
                  <c:v>-956.06760000000872</c:v>
                </c:pt>
                <c:pt idx="1739">
                  <c:v>-1553.7269000000088</c:v>
                </c:pt>
                <c:pt idx="1740">
                  <c:v>-572.79770000000872</c:v>
                </c:pt>
                <c:pt idx="1741">
                  <c:v>-572.11130000000867</c:v>
                </c:pt>
                <c:pt idx="1742">
                  <c:v>-1069.5015000000087</c:v>
                </c:pt>
                <c:pt idx="1743">
                  <c:v>-1334.9543000000087</c:v>
                </c:pt>
                <c:pt idx="1744">
                  <c:v>-1274.4603000000088</c:v>
                </c:pt>
                <c:pt idx="1745">
                  <c:v>-1175.4476000000088</c:v>
                </c:pt>
                <c:pt idx="1746">
                  <c:v>-2419.6530000000089</c:v>
                </c:pt>
                <c:pt idx="1747">
                  <c:v>-2710.9014000000088</c:v>
                </c:pt>
                <c:pt idx="1748">
                  <c:v>-2762.8152000000086</c:v>
                </c:pt>
                <c:pt idx="1749">
                  <c:v>-2543.6004000000084</c:v>
                </c:pt>
                <c:pt idx="1750">
                  <c:v>-2625.5957000000085</c:v>
                </c:pt>
                <c:pt idx="1751">
                  <c:v>-2471.6681000000085</c:v>
                </c:pt>
                <c:pt idx="1752">
                  <c:v>-2742.0945000000083</c:v>
                </c:pt>
                <c:pt idx="1753">
                  <c:v>-2249.4779000000085</c:v>
                </c:pt>
                <c:pt idx="1754">
                  <c:v>-2243.9430000000084</c:v>
                </c:pt>
                <c:pt idx="1755">
                  <c:v>-2132.3163000000086</c:v>
                </c:pt>
                <c:pt idx="1756">
                  <c:v>-1598.7770000000087</c:v>
                </c:pt>
                <c:pt idx="1757">
                  <c:v>-1557.1711000000087</c:v>
                </c:pt>
                <c:pt idx="1758">
                  <c:v>-1535.0387000000087</c:v>
                </c:pt>
                <c:pt idx="1759">
                  <c:v>-1519.7011000000086</c:v>
                </c:pt>
                <c:pt idx="1760">
                  <c:v>-1418.4753000000087</c:v>
                </c:pt>
                <c:pt idx="1761">
                  <c:v>-1481.1269000000086</c:v>
                </c:pt>
                <c:pt idx="1762">
                  <c:v>-1408.5259000000087</c:v>
                </c:pt>
                <c:pt idx="1763">
                  <c:v>-959.58000000000879</c:v>
                </c:pt>
                <c:pt idx="1764">
                  <c:v>-501.02390000000878</c:v>
                </c:pt>
                <c:pt idx="1765">
                  <c:v>-327.57350000000878</c:v>
                </c:pt>
                <c:pt idx="1766">
                  <c:v>56.438299999991216</c:v>
                </c:pt>
                <c:pt idx="1767">
                  <c:v>348.89519999999123</c:v>
                </c:pt>
                <c:pt idx="1768">
                  <c:v>427.03849999999125</c:v>
                </c:pt>
                <c:pt idx="1769">
                  <c:v>346.64199999999124</c:v>
                </c:pt>
                <c:pt idx="1770">
                  <c:v>574.34569999999121</c:v>
                </c:pt>
                <c:pt idx="1771">
                  <c:v>558.41499999999121</c:v>
                </c:pt>
                <c:pt idx="1772">
                  <c:v>650.39759999999126</c:v>
                </c:pt>
                <c:pt idx="1773">
                  <c:v>878.75419999999122</c:v>
                </c:pt>
                <c:pt idx="1774">
                  <c:v>748.80059999999116</c:v>
                </c:pt>
                <c:pt idx="1775">
                  <c:v>-96.987000000008834</c:v>
                </c:pt>
                <c:pt idx="1776">
                  <c:v>-535.19930000000886</c:v>
                </c:pt>
                <c:pt idx="1777">
                  <c:v>-1959.3497000000089</c:v>
                </c:pt>
                <c:pt idx="1778">
                  <c:v>-2623.0905000000089</c:v>
                </c:pt>
                <c:pt idx="1779">
                  <c:v>-2865.667900000009</c:v>
                </c:pt>
                <c:pt idx="1780">
                  <c:v>-2746.4583000000089</c:v>
                </c:pt>
                <c:pt idx="1781">
                  <c:v>-2819.1282000000087</c:v>
                </c:pt>
                <c:pt idx="1782">
                  <c:v>-2861.6454000000085</c:v>
                </c:pt>
                <c:pt idx="1783">
                  <c:v>-2729.1722000000086</c:v>
                </c:pt>
                <c:pt idx="1784">
                  <c:v>-2114.1758000000086</c:v>
                </c:pt>
                <c:pt idx="1785">
                  <c:v>-2353.5537000000086</c:v>
                </c:pt>
                <c:pt idx="1786">
                  <c:v>-2157.1339000000085</c:v>
                </c:pt>
                <c:pt idx="1787">
                  <c:v>-2106.4414000000083</c:v>
                </c:pt>
                <c:pt idx="1788">
                  <c:v>-1750.5189000000082</c:v>
                </c:pt>
                <c:pt idx="1789">
                  <c:v>-1596.5496000000082</c:v>
                </c:pt>
                <c:pt idx="1790">
                  <c:v>-1059.3892000000083</c:v>
                </c:pt>
                <c:pt idx="1791">
                  <c:v>-838.67330000000823</c:v>
                </c:pt>
                <c:pt idx="1792">
                  <c:v>-1079.4385000000082</c:v>
                </c:pt>
                <c:pt idx="1793">
                  <c:v>-1833.2536000000082</c:v>
                </c:pt>
                <c:pt idx="1794">
                  <c:v>-1670.6838000000082</c:v>
                </c:pt>
                <c:pt idx="1795">
                  <c:v>-2230.5040000000081</c:v>
                </c:pt>
                <c:pt idx="1796">
                  <c:v>-2111.718900000008</c:v>
                </c:pt>
                <c:pt idx="1797">
                  <c:v>-1626.574100000008</c:v>
                </c:pt>
                <c:pt idx="1798">
                  <c:v>-888.65430000000799</c:v>
                </c:pt>
                <c:pt idx="1799">
                  <c:v>-808.43180000000802</c:v>
                </c:pt>
                <c:pt idx="1800">
                  <c:v>-583.96320000000799</c:v>
                </c:pt>
                <c:pt idx="1801">
                  <c:v>-1278.8147000000081</c:v>
                </c:pt>
                <c:pt idx="1802">
                  <c:v>-864.32210000000805</c:v>
                </c:pt>
                <c:pt idx="1803">
                  <c:v>-622.67930000000808</c:v>
                </c:pt>
                <c:pt idx="1804">
                  <c:v>-253.85010000000807</c:v>
                </c:pt>
                <c:pt idx="1805">
                  <c:v>-1417.233500000008</c:v>
                </c:pt>
                <c:pt idx="1806">
                  <c:v>40.569099999991977</c:v>
                </c:pt>
                <c:pt idx="1807">
                  <c:v>-229.21760000000802</c:v>
                </c:pt>
                <c:pt idx="1808">
                  <c:v>-80.157300000008007</c:v>
                </c:pt>
                <c:pt idx="1809">
                  <c:v>993.03659999999195</c:v>
                </c:pt>
                <c:pt idx="1810">
                  <c:v>967.99469999999201</c:v>
                </c:pt>
                <c:pt idx="1811">
                  <c:v>397.29839999999206</c:v>
                </c:pt>
                <c:pt idx="1812">
                  <c:v>-8.577800000007926</c:v>
                </c:pt>
                <c:pt idx="1813">
                  <c:v>566.31939999999213</c:v>
                </c:pt>
                <c:pt idx="1814">
                  <c:v>30.247899999992114</c:v>
                </c:pt>
                <c:pt idx="1815">
                  <c:v>-656.5410000000079</c:v>
                </c:pt>
                <c:pt idx="1816">
                  <c:v>-1811.461900000008</c:v>
                </c:pt>
                <c:pt idx="1817">
                  <c:v>-2058.5128000000082</c:v>
                </c:pt>
                <c:pt idx="1818">
                  <c:v>-1877.5807000000082</c:v>
                </c:pt>
                <c:pt idx="1819">
                  <c:v>-2176.1425000000081</c:v>
                </c:pt>
                <c:pt idx="1820">
                  <c:v>-1356.9496000000081</c:v>
                </c:pt>
                <c:pt idx="1821">
                  <c:v>-1135.2910000000081</c:v>
                </c:pt>
                <c:pt idx="1822">
                  <c:v>-99.038200000008146</c:v>
                </c:pt>
                <c:pt idx="1823">
                  <c:v>95.306499999991843</c:v>
                </c:pt>
                <c:pt idx="1824">
                  <c:v>203.18979999999186</c:v>
                </c:pt>
                <c:pt idx="1825">
                  <c:v>824.22919999999181</c:v>
                </c:pt>
                <c:pt idx="1826">
                  <c:v>472.59749999999178</c:v>
                </c:pt>
                <c:pt idx="1827">
                  <c:v>-345.79760000000817</c:v>
                </c:pt>
                <c:pt idx="1828">
                  <c:v>-682.75780000000816</c:v>
                </c:pt>
                <c:pt idx="1829">
                  <c:v>-2809.7224000000078</c:v>
                </c:pt>
                <c:pt idx="1830">
                  <c:v>-2770.6373000000081</c:v>
                </c:pt>
                <c:pt idx="1831">
                  <c:v>-2744.7669000000083</c:v>
                </c:pt>
                <c:pt idx="1832">
                  <c:v>-2346.2275000000081</c:v>
                </c:pt>
                <c:pt idx="1833">
                  <c:v>-1838.4161000000081</c:v>
                </c:pt>
                <c:pt idx="1834">
                  <c:v>-1941.581200000008</c:v>
                </c:pt>
                <c:pt idx="1835">
                  <c:v>-1939.3519000000081</c:v>
                </c:pt>
                <c:pt idx="1836">
                  <c:v>-1360.3844000000081</c:v>
                </c:pt>
                <c:pt idx="1837">
                  <c:v>-507.4102000000081</c:v>
                </c:pt>
                <c:pt idx="1838">
                  <c:v>912.32149999999194</c:v>
                </c:pt>
                <c:pt idx="1839">
                  <c:v>1131.7181999999921</c:v>
                </c:pt>
                <c:pt idx="1840">
                  <c:v>3103.0836999999919</c:v>
                </c:pt>
                <c:pt idx="1841">
                  <c:v>3250.8077999999919</c:v>
                </c:pt>
                <c:pt idx="1842">
                  <c:v>2999.1343999999917</c:v>
                </c:pt>
                <c:pt idx="1843">
                  <c:v>3072.0519999999915</c:v>
                </c:pt>
                <c:pt idx="1844">
                  <c:v>4335.4582999999911</c:v>
                </c:pt>
                <c:pt idx="1845">
                  <c:v>4194.698799999991</c:v>
                </c:pt>
                <c:pt idx="1846">
                  <c:v>4075.1792999999911</c:v>
                </c:pt>
                <c:pt idx="1847">
                  <c:v>4156.9529999999913</c:v>
                </c:pt>
                <c:pt idx="1848">
                  <c:v>4808.7282999999916</c:v>
                </c:pt>
                <c:pt idx="1849">
                  <c:v>5228.8648999999914</c:v>
                </c:pt>
                <c:pt idx="1850">
                  <c:v>6175.7218999999914</c:v>
                </c:pt>
                <c:pt idx="1851">
                  <c:v>6177.0817999999917</c:v>
                </c:pt>
                <c:pt idx="1852">
                  <c:v>5979.593599999992</c:v>
                </c:pt>
                <c:pt idx="1853">
                  <c:v>5737.3113999999923</c:v>
                </c:pt>
                <c:pt idx="1854">
                  <c:v>5861.6333999999924</c:v>
                </c:pt>
                <c:pt idx="1855">
                  <c:v>5948.8562999999922</c:v>
                </c:pt>
                <c:pt idx="1856">
                  <c:v>5888.9825999999921</c:v>
                </c:pt>
                <c:pt idx="1857">
                  <c:v>6030.9562999999926</c:v>
                </c:pt>
                <c:pt idx="1858">
                  <c:v>5626.5546999999924</c:v>
                </c:pt>
                <c:pt idx="1859">
                  <c:v>5606.3300999999929</c:v>
                </c:pt>
                <c:pt idx="1860">
                  <c:v>6035.8734999999924</c:v>
                </c:pt>
                <c:pt idx="1861">
                  <c:v>6551.2820999999922</c:v>
                </c:pt>
                <c:pt idx="1862">
                  <c:v>6394.2507999999925</c:v>
                </c:pt>
                <c:pt idx="1863">
                  <c:v>6455.2850999999928</c:v>
                </c:pt>
                <c:pt idx="1864">
                  <c:v>6431.1639999999925</c:v>
                </c:pt>
                <c:pt idx="1865">
                  <c:v>6771.3185999999923</c:v>
                </c:pt>
                <c:pt idx="1866">
                  <c:v>6956.9414999999926</c:v>
                </c:pt>
                <c:pt idx="1867">
                  <c:v>7288.4836999999925</c:v>
                </c:pt>
                <c:pt idx="1868">
                  <c:v>7055.3242999999929</c:v>
                </c:pt>
                <c:pt idx="1869">
                  <c:v>6869.4221999999927</c:v>
                </c:pt>
                <c:pt idx="1870">
                  <c:v>6382.6704999999929</c:v>
                </c:pt>
                <c:pt idx="1871">
                  <c:v>6211.6087999999927</c:v>
                </c:pt>
                <c:pt idx="1872">
                  <c:v>5756.292399999993</c:v>
                </c:pt>
                <c:pt idx="1873">
                  <c:v>5782.2948999999926</c:v>
                </c:pt>
                <c:pt idx="1874">
                  <c:v>5636.1873999999925</c:v>
                </c:pt>
                <c:pt idx="1875">
                  <c:v>4203.123299999992</c:v>
                </c:pt>
                <c:pt idx="1876">
                  <c:v>3931.8438999999921</c:v>
                </c:pt>
                <c:pt idx="1877">
                  <c:v>3766.6968999999922</c:v>
                </c:pt>
                <c:pt idx="1878">
                  <c:v>3632.968399999992</c:v>
                </c:pt>
                <c:pt idx="1879">
                  <c:v>3873.8644999999919</c:v>
                </c:pt>
                <c:pt idx="1880">
                  <c:v>3927.2222999999922</c:v>
                </c:pt>
                <c:pt idx="1881">
                  <c:v>4355.0314999999919</c:v>
                </c:pt>
                <c:pt idx="1882">
                  <c:v>4568.875999999992</c:v>
                </c:pt>
                <c:pt idx="1883">
                  <c:v>4561.518999999992</c:v>
                </c:pt>
                <c:pt idx="1884">
                  <c:v>4448.3746999999921</c:v>
                </c:pt>
                <c:pt idx="1885">
                  <c:v>858.71799999999212</c:v>
                </c:pt>
                <c:pt idx="1886">
                  <c:v>-764.26260000000798</c:v>
                </c:pt>
                <c:pt idx="1887">
                  <c:v>-2314.533400000008</c:v>
                </c:pt>
                <c:pt idx="1888">
                  <c:v>-2723.3730000000078</c:v>
                </c:pt>
                <c:pt idx="1889">
                  <c:v>-2834.7077000000077</c:v>
                </c:pt>
                <c:pt idx="1890">
                  <c:v>-3006.2139000000075</c:v>
                </c:pt>
                <c:pt idx="1891">
                  <c:v>-2904.8962000000074</c:v>
                </c:pt>
                <c:pt idx="1892">
                  <c:v>-2744.7296000000074</c:v>
                </c:pt>
                <c:pt idx="1893">
                  <c:v>-2896.9097000000074</c:v>
                </c:pt>
                <c:pt idx="1894">
                  <c:v>-2814.9793000000072</c:v>
                </c:pt>
                <c:pt idx="1895">
                  <c:v>-2844.3583000000071</c:v>
                </c:pt>
                <c:pt idx="1896">
                  <c:v>-2743.5190000000071</c:v>
                </c:pt>
                <c:pt idx="1897">
                  <c:v>-2492.5413000000071</c:v>
                </c:pt>
                <c:pt idx="1898">
                  <c:v>-2427.1776000000073</c:v>
                </c:pt>
                <c:pt idx="1899">
                  <c:v>-2337.5331000000074</c:v>
                </c:pt>
                <c:pt idx="1900">
                  <c:v>-3165.5112000000072</c:v>
                </c:pt>
                <c:pt idx="1901">
                  <c:v>-3426.9601000000071</c:v>
                </c:pt>
                <c:pt idx="1902">
                  <c:v>-2825.5424000000071</c:v>
                </c:pt>
                <c:pt idx="1903">
                  <c:v>-2301.2027000000071</c:v>
                </c:pt>
                <c:pt idx="1904">
                  <c:v>-1177.6874000000071</c:v>
                </c:pt>
                <c:pt idx="1905">
                  <c:v>-840.99950000000706</c:v>
                </c:pt>
                <c:pt idx="1906">
                  <c:v>-855.01620000000707</c:v>
                </c:pt>
                <c:pt idx="1907">
                  <c:v>-188.7489000000071</c:v>
                </c:pt>
                <c:pt idx="1908">
                  <c:v>105.00549999999288</c:v>
                </c:pt>
                <c:pt idx="1909">
                  <c:v>546.96129999999289</c:v>
                </c:pt>
                <c:pt idx="1910">
                  <c:v>717.81879999999285</c:v>
                </c:pt>
                <c:pt idx="1911">
                  <c:v>776.32619999999281</c:v>
                </c:pt>
                <c:pt idx="1912">
                  <c:v>1038.5534999999927</c:v>
                </c:pt>
                <c:pt idx="1913">
                  <c:v>1223.6925999999928</c:v>
                </c:pt>
                <c:pt idx="1914">
                  <c:v>1449.2031999999929</c:v>
                </c:pt>
                <c:pt idx="1915">
                  <c:v>1502.0744999999929</c:v>
                </c:pt>
                <c:pt idx="1916">
                  <c:v>1351.5084999999929</c:v>
                </c:pt>
                <c:pt idx="1917">
                  <c:v>1352.3792999999928</c:v>
                </c:pt>
                <c:pt idx="1918">
                  <c:v>1309.7307999999928</c:v>
                </c:pt>
                <c:pt idx="1919">
                  <c:v>2492.899399999993</c:v>
                </c:pt>
                <c:pt idx="1920">
                  <c:v>2517.992499999993</c:v>
                </c:pt>
                <c:pt idx="1921">
                  <c:v>2559.4343999999928</c:v>
                </c:pt>
                <c:pt idx="1922">
                  <c:v>3282.3182999999926</c:v>
                </c:pt>
                <c:pt idx="1923">
                  <c:v>3508.1952999999926</c:v>
                </c:pt>
                <c:pt idx="1924">
                  <c:v>3447.1180999999924</c:v>
                </c:pt>
                <c:pt idx="1925">
                  <c:v>3385.8231999999925</c:v>
                </c:pt>
                <c:pt idx="1926">
                  <c:v>3822.1283999999923</c:v>
                </c:pt>
                <c:pt idx="1927">
                  <c:v>3991.5402999999924</c:v>
                </c:pt>
                <c:pt idx="1928">
                  <c:v>4076.2554999999925</c:v>
                </c:pt>
                <c:pt idx="1929">
                  <c:v>4096.1283999999923</c:v>
                </c:pt>
                <c:pt idx="1930">
                  <c:v>4259.1282999999921</c:v>
                </c:pt>
                <c:pt idx="1931">
                  <c:v>4174.6991999999918</c:v>
                </c:pt>
                <c:pt idx="1932">
                  <c:v>3848.0004999999919</c:v>
                </c:pt>
                <c:pt idx="1933">
                  <c:v>4079.9651999999919</c:v>
                </c:pt>
                <c:pt idx="1934">
                  <c:v>4127.6276999999918</c:v>
                </c:pt>
                <c:pt idx="1935">
                  <c:v>4217.3241999999918</c:v>
                </c:pt>
                <c:pt idx="1936">
                  <c:v>4228.8866999999918</c:v>
                </c:pt>
                <c:pt idx="1937">
                  <c:v>5169.9867999999915</c:v>
                </c:pt>
                <c:pt idx="1938">
                  <c:v>5281.3288999999913</c:v>
                </c:pt>
                <c:pt idx="1939">
                  <c:v>5318.0388999999914</c:v>
                </c:pt>
                <c:pt idx="1940">
                  <c:v>5231.539599999991</c:v>
                </c:pt>
                <c:pt idx="1941">
                  <c:v>4850.6273999999912</c:v>
                </c:pt>
                <c:pt idx="1942">
                  <c:v>4760.2484999999915</c:v>
                </c:pt>
                <c:pt idx="1943">
                  <c:v>4677.7486999999919</c:v>
                </c:pt>
                <c:pt idx="1944">
                  <c:v>4924.6246999999921</c:v>
                </c:pt>
                <c:pt idx="1945">
                  <c:v>4457.6701999999923</c:v>
                </c:pt>
                <c:pt idx="1946">
                  <c:v>3981.5197999999923</c:v>
                </c:pt>
                <c:pt idx="1947">
                  <c:v>3729.9576999999922</c:v>
                </c:pt>
                <c:pt idx="1948">
                  <c:v>3964.9850999999921</c:v>
                </c:pt>
                <c:pt idx="1949">
                  <c:v>4330.8457999999919</c:v>
                </c:pt>
                <c:pt idx="1950">
                  <c:v>4553.5361999999923</c:v>
                </c:pt>
                <c:pt idx="1951">
                  <c:v>4589.8599999999924</c:v>
                </c:pt>
                <c:pt idx="1952">
                  <c:v>4337.4113999999927</c:v>
                </c:pt>
                <c:pt idx="1953">
                  <c:v>4356.7996999999923</c:v>
                </c:pt>
                <c:pt idx="1954">
                  <c:v>4232.653399999992</c:v>
                </c:pt>
                <c:pt idx="1955">
                  <c:v>4067.9319999999921</c:v>
                </c:pt>
                <c:pt idx="1956">
                  <c:v>4517.5405999999921</c:v>
                </c:pt>
                <c:pt idx="1957">
                  <c:v>3972.9949999999922</c:v>
                </c:pt>
                <c:pt idx="1958">
                  <c:v>3602.6663999999923</c:v>
                </c:pt>
                <c:pt idx="1959">
                  <c:v>2332.0806999999922</c:v>
                </c:pt>
                <c:pt idx="1960">
                  <c:v>1970.0984999999923</c:v>
                </c:pt>
                <c:pt idx="1961">
                  <c:v>251.30789999999229</c:v>
                </c:pt>
                <c:pt idx="1962">
                  <c:v>715.12689999999225</c:v>
                </c:pt>
                <c:pt idx="1963">
                  <c:v>38.172899999992296</c:v>
                </c:pt>
                <c:pt idx="1964">
                  <c:v>527.56089999999222</c:v>
                </c:pt>
                <c:pt idx="1965">
                  <c:v>2510.4396999999922</c:v>
                </c:pt>
                <c:pt idx="1966">
                  <c:v>3449.5844999999922</c:v>
                </c:pt>
                <c:pt idx="1967">
                  <c:v>4947.923199999992</c:v>
                </c:pt>
                <c:pt idx="1968">
                  <c:v>6210.8418999999922</c:v>
                </c:pt>
                <c:pt idx="1969">
                  <c:v>6762.0066999999926</c:v>
                </c:pt>
                <c:pt idx="1970">
                  <c:v>7991.915599999993</c:v>
                </c:pt>
                <c:pt idx="1971">
                  <c:v>8028.4984999999933</c:v>
                </c:pt>
                <c:pt idx="1972">
                  <c:v>7978.5120999999936</c:v>
                </c:pt>
                <c:pt idx="1973">
                  <c:v>7647.7527999999938</c:v>
                </c:pt>
                <c:pt idx="1974">
                  <c:v>7564.4408999999941</c:v>
                </c:pt>
                <c:pt idx="1975">
                  <c:v>7943.3003999999946</c:v>
                </c:pt>
                <c:pt idx="1976">
                  <c:v>7898.3344999999945</c:v>
                </c:pt>
                <c:pt idx="1977">
                  <c:v>8065.0303999999942</c:v>
                </c:pt>
                <c:pt idx="1978">
                  <c:v>7518.5007999999943</c:v>
                </c:pt>
                <c:pt idx="1979">
                  <c:v>7380.3106999999945</c:v>
                </c:pt>
                <c:pt idx="1980">
                  <c:v>7110.8017999999947</c:v>
                </c:pt>
                <c:pt idx="1981">
                  <c:v>7443.0001999999949</c:v>
                </c:pt>
                <c:pt idx="1982">
                  <c:v>8675.5973999999951</c:v>
                </c:pt>
                <c:pt idx="1983">
                  <c:v>9452.3621999999959</c:v>
                </c:pt>
                <c:pt idx="1984">
                  <c:v>8990.5660999999964</c:v>
                </c:pt>
                <c:pt idx="1985">
                  <c:v>8445.7175999999963</c:v>
                </c:pt>
                <c:pt idx="1986">
                  <c:v>8373.7768999999971</c:v>
                </c:pt>
                <c:pt idx="1987">
                  <c:v>7404.5607999999975</c:v>
                </c:pt>
                <c:pt idx="1988">
                  <c:v>7083.713899999997</c:v>
                </c:pt>
                <c:pt idx="1989">
                  <c:v>6665.285399999997</c:v>
                </c:pt>
                <c:pt idx="1990">
                  <c:v>6747.2000999999973</c:v>
                </c:pt>
                <c:pt idx="1991">
                  <c:v>6538.3492999999971</c:v>
                </c:pt>
                <c:pt idx="1992">
                  <c:v>6694.7535999999973</c:v>
                </c:pt>
                <c:pt idx="1993">
                  <c:v>7100.6232999999975</c:v>
                </c:pt>
                <c:pt idx="1994">
                  <c:v>7312.8934999999974</c:v>
                </c:pt>
                <c:pt idx="1995">
                  <c:v>7300.3060999999971</c:v>
                </c:pt>
                <c:pt idx="1996">
                  <c:v>6983.3918999999969</c:v>
                </c:pt>
                <c:pt idx="1997">
                  <c:v>8651.4959999999974</c:v>
                </c:pt>
                <c:pt idx="1998">
                  <c:v>9112.5314999999973</c:v>
                </c:pt>
                <c:pt idx="1999">
                  <c:v>9093.077699999998</c:v>
                </c:pt>
                <c:pt idx="2000">
                  <c:v>10296.073699999997</c:v>
                </c:pt>
                <c:pt idx="2001">
                  <c:v>10258.957299999996</c:v>
                </c:pt>
                <c:pt idx="2002">
                  <c:v>9689.3074999999972</c:v>
                </c:pt>
                <c:pt idx="2003">
                  <c:v>9689.1540999999979</c:v>
                </c:pt>
                <c:pt idx="2004">
                  <c:v>10143.620599999998</c:v>
                </c:pt>
                <c:pt idx="2005">
                  <c:v>11298.418299999998</c:v>
                </c:pt>
                <c:pt idx="2006">
                  <c:v>10395.983899999997</c:v>
                </c:pt>
                <c:pt idx="2007">
                  <c:v>10636.451599999997</c:v>
                </c:pt>
                <c:pt idx="2008">
                  <c:v>10337.522999999997</c:v>
                </c:pt>
                <c:pt idx="2009">
                  <c:v>10399.383399999997</c:v>
                </c:pt>
                <c:pt idx="2010">
                  <c:v>10587.365399999997</c:v>
                </c:pt>
                <c:pt idx="2011">
                  <c:v>10328.501999999997</c:v>
                </c:pt>
                <c:pt idx="2012">
                  <c:v>9931.2478999999967</c:v>
                </c:pt>
                <c:pt idx="2013">
                  <c:v>9990.2904999999973</c:v>
                </c:pt>
                <c:pt idx="2014">
                  <c:v>10112.730499999998</c:v>
                </c:pt>
                <c:pt idx="2015">
                  <c:v>8522.2665999999972</c:v>
                </c:pt>
                <c:pt idx="2016">
                  <c:v>7895.7261999999973</c:v>
                </c:pt>
                <c:pt idx="2017">
                  <c:v>8364.9792999999972</c:v>
                </c:pt>
                <c:pt idx="2018">
                  <c:v>8533.2106999999978</c:v>
                </c:pt>
                <c:pt idx="2019">
                  <c:v>9108.8269999999975</c:v>
                </c:pt>
                <c:pt idx="2020">
                  <c:v>9900.2697999999982</c:v>
                </c:pt>
                <c:pt idx="2021">
                  <c:v>8763.1097999999984</c:v>
                </c:pt>
                <c:pt idx="2022">
                  <c:v>7469.0256999999983</c:v>
                </c:pt>
                <c:pt idx="2023">
                  <c:v>6971.9704999999985</c:v>
                </c:pt>
                <c:pt idx="2024">
                  <c:v>7303.4900999999982</c:v>
                </c:pt>
                <c:pt idx="2025">
                  <c:v>7727.5783999999985</c:v>
                </c:pt>
                <c:pt idx="2026">
                  <c:v>8496.2924999999977</c:v>
                </c:pt>
                <c:pt idx="2027">
                  <c:v>8784.567299999997</c:v>
                </c:pt>
                <c:pt idx="2028">
                  <c:v>9420.3318999999974</c:v>
                </c:pt>
                <c:pt idx="2029">
                  <c:v>9441.675699999998</c:v>
                </c:pt>
                <c:pt idx="2030">
                  <c:v>8963.5175999999974</c:v>
                </c:pt>
                <c:pt idx="2031">
                  <c:v>9007.4734999999982</c:v>
                </c:pt>
                <c:pt idx="2032">
                  <c:v>9562.3153999999977</c:v>
                </c:pt>
                <c:pt idx="2033">
                  <c:v>9498.9795999999969</c:v>
                </c:pt>
                <c:pt idx="2034">
                  <c:v>9654.2283999999963</c:v>
                </c:pt>
                <c:pt idx="2035">
                  <c:v>9742.5203999999958</c:v>
                </c:pt>
                <c:pt idx="2036">
                  <c:v>9671.5323999999964</c:v>
                </c:pt>
                <c:pt idx="2037">
                  <c:v>9152.0661999999957</c:v>
                </c:pt>
                <c:pt idx="2038">
                  <c:v>9264.0000999999957</c:v>
                </c:pt>
                <c:pt idx="2039">
                  <c:v>8998.4001999999964</c:v>
                </c:pt>
                <c:pt idx="2040">
                  <c:v>8658.389199999996</c:v>
                </c:pt>
                <c:pt idx="2041">
                  <c:v>9317.7946999999967</c:v>
                </c:pt>
                <c:pt idx="2042">
                  <c:v>12356.378199999997</c:v>
                </c:pt>
                <c:pt idx="2043">
                  <c:v>12546.961799999997</c:v>
                </c:pt>
                <c:pt idx="2044">
                  <c:v>12082.537799999998</c:v>
                </c:pt>
                <c:pt idx="2045">
                  <c:v>11421.074599999998</c:v>
                </c:pt>
                <c:pt idx="2046">
                  <c:v>11081.246099999998</c:v>
                </c:pt>
                <c:pt idx="2047">
                  <c:v>9732.0402999999988</c:v>
                </c:pt>
                <c:pt idx="2048">
                  <c:v>10191.079999999998</c:v>
                </c:pt>
                <c:pt idx="2049">
                  <c:v>9910.7832999999973</c:v>
                </c:pt>
                <c:pt idx="2050">
                  <c:v>9882.6709999999966</c:v>
                </c:pt>
                <c:pt idx="2051">
                  <c:v>11555.064299999996</c:v>
                </c:pt>
                <c:pt idx="2052">
                  <c:v>12819.503199999996</c:v>
                </c:pt>
                <c:pt idx="2053">
                  <c:v>13468.415499999996</c:v>
                </c:pt>
                <c:pt idx="2054">
                  <c:v>14005.952599999995</c:v>
                </c:pt>
                <c:pt idx="2055">
                  <c:v>14040.183499999996</c:v>
                </c:pt>
                <c:pt idx="2056">
                  <c:v>14405.721299999996</c:v>
                </c:pt>
                <c:pt idx="2057">
                  <c:v>14336.740899999995</c:v>
                </c:pt>
                <c:pt idx="2058">
                  <c:v>14379.695599999995</c:v>
                </c:pt>
                <c:pt idx="2059">
                  <c:v>14391.528399999996</c:v>
                </c:pt>
                <c:pt idx="2060">
                  <c:v>14434.701299999995</c:v>
                </c:pt>
                <c:pt idx="2061">
                  <c:v>14843.380099999995</c:v>
                </c:pt>
                <c:pt idx="2062">
                  <c:v>14923.463199999995</c:v>
                </c:pt>
                <c:pt idx="2063">
                  <c:v>15470.797799999995</c:v>
                </c:pt>
                <c:pt idx="2064">
                  <c:v>15500.208599999994</c:v>
                </c:pt>
                <c:pt idx="2065">
                  <c:v>15499.403299999994</c:v>
                </c:pt>
                <c:pt idx="2066">
                  <c:v>15607.838099999994</c:v>
                </c:pt>
                <c:pt idx="2067">
                  <c:v>15711.604199999994</c:v>
                </c:pt>
                <c:pt idx="2068">
                  <c:v>15520.661099999994</c:v>
                </c:pt>
                <c:pt idx="2069">
                  <c:v>15551.521399999994</c:v>
                </c:pt>
                <c:pt idx="2070">
                  <c:v>15469.421599999994</c:v>
                </c:pt>
                <c:pt idx="2071">
                  <c:v>15431.287099999994</c:v>
                </c:pt>
                <c:pt idx="2072">
                  <c:v>15251.812899999994</c:v>
                </c:pt>
                <c:pt idx="2073">
                  <c:v>15330.883999999993</c:v>
                </c:pt>
                <c:pt idx="2074">
                  <c:v>15330.485699999992</c:v>
                </c:pt>
                <c:pt idx="2075">
                  <c:v>15371.072399999992</c:v>
                </c:pt>
                <c:pt idx="2076">
                  <c:v>15320.520399999992</c:v>
                </c:pt>
                <c:pt idx="2077">
                  <c:v>15260.995899999993</c:v>
                </c:pt>
                <c:pt idx="2078">
                  <c:v>15395.097099999992</c:v>
                </c:pt>
                <c:pt idx="2079">
                  <c:v>15310.787499999991</c:v>
                </c:pt>
                <c:pt idx="2080">
                  <c:v>15382.298299999991</c:v>
                </c:pt>
                <c:pt idx="2081">
                  <c:v>15270.952799999992</c:v>
                </c:pt>
                <c:pt idx="2082">
                  <c:v>15241.431699999992</c:v>
                </c:pt>
                <c:pt idx="2083">
                  <c:v>15284.735499999992</c:v>
                </c:pt>
                <c:pt idx="2084">
                  <c:v>15248.078399999991</c:v>
                </c:pt>
                <c:pt idx="2085">
                  <c:v>15268.189599999991</c:v>
                </c:pt>
                <c:pt idx="2086">
                  <c:v>15838.248999999991</c:v>
                </c:pt>
                <c:pt idx="2087">
                  <c:v>15621.555599999991</c:v>
                </c:pt>
                <c:pt idx="2088">
                  <c:v>15480.808099999991</c:v>
                </c:pt>
                <c:pt idx="2089">
                  <c:v>15308.475199999992</c:v>
                </c:pt>
                <c:pt idx="2090">
                  <c:v>15263.899799999992</c:v>
                </c:pt>
                <c:pt idx="2091">
                  <c:v>15332.264399999993</c:v>
                </c:pt>
                <c:pt idx="2092">
                  <c:v>15783.589899999994</c:v>
                </c:pt>
                <c:pt idx="2093">
                  <c:v>15961.778799999993</c:v>
                </c:pt>
                <c:pt idx="2094">
                  <c:v>15902.991099999992</c:v>
                </c:pt>
                <c:pt idx="2095">
                  <c:v>16102.140699999993</c:v>
                </c:pt>
                <c:pt idx="2096">
                  <c:v>16217.411499999993</c:v>
                </c:pt>
                <c:pt idx="2097">
                  <c:v>16264.144199999993</c:v>
                </c:pt>
                <c:pt idx="2098">
                  <c:v>16006.273399999993</c:v>
                </c:pt>
                <c:pt idx="2099">
                  <c:v>15888.687699999993</c:v>
                </c:pt>
                <c:pt idx="2100">
                  <c:v>15788.989799999994</c:v>
                </c:pt>
                <c:pt idx="2101">
                  <c:v>15587.151799999994</c:v>
                </c:pt>
                <c:pt idx="2102">
                  <c:v>15430.747099999995</c:v>
                </c:pt>
                <c:pt idx="2103">
                  <c:v>15352.528899999996</c:v>
                </c:pt>
                <c:pt idx="2104">
                  <c:v>15188.062499999996</c:v>
                </c:pt>
                <c:pt idx="2105">
                  <c:v>15064.021999999997</c:v>
                </c:pt>
                <c:pt idx="2106">
                  <c:v>14863.770499999997</c:v>
                </c:pt>
                <c:pt idx="2107">
                  <c:v>14997.096499999996</c:v>
                </c:pt>
                <c:pt idx="2108">
                  <c:v>14846.140399999997</c:v>
                </c:pt>
                <c:pt idx="2109">
                  <c:v>15149.141599999997</c:v>
                </c:pt>
                <c:pt idx="2110">
                  <c:v>15222.748699999996</c:v>
                </c:pt>
                <c:pt idx="2111">
                  <c:v>15490.819899999997</c:v>
                </c:pt>
                <c:pt idx="2112">
                  <c:v>15421.688799999996</c:v>
                </c:pt>
                <c:pt idx="2113">
                  <c:v>15552.169399999997</c:v>
                </c:pt>
                <c:pt idx="2114">
                  <c:v>15708.432599999996</c:v>
                </c:pt>
                <c:pt idx="2115">
                  <c:v>15661.998199999996</c:v>
                </c:pt>
                <c:pt idx="2116">
                  <c:v>15171.910399999997</c:v>
                </c:pt>
                <c:pt idx="2117">
                  <c:v>15400.365599999997</c:v>
                </c:pt>
                <c:pt idx="2118">
                  <c:v>15207.739399999997</c:v>
                </c:pt>
                <c:pt idx="2119">
                  <c:v>15245.948399999997</c:v>
                </c:pt>
                <c:pt idx="2120">
                  <c:v>14588.974599999998</c:v>
                </c:pt>
                <c:pt idx="2121">
                  <c:v>14396.310899999999</c:v>
                </c:pt>
                <c:pt idx="2122">
                  <c:v>14090.576999999999</c:v>
                </c:pt>
                <c:pt idx="2123">
                  <c:v>14107.3874</c:v>
                </c:pt>
                <c:pt idx="2124">
                  <c:v>14140.374299999999</c:v>
                </c:pt>
                <c:pt idx="2125">
                  <c:v>14257.412699999999</c:v>
                </c:pt>
                <c:pt idx="2126">
                  <c:v>14975.789199999999</c:v>
                </c:pt>
                <c:pt idx="2127">
                  <c:v>15171.9746</c:v>
                </c:pt>
                <c:pt idx="2128">
                  <c:v>15309.5663</c:v>
                </c:pt>
                <c:pt idx="2129">
                  <c:v>15619.2521</c:v>
                </c:pt>
                <c:pt idx="2130">
                  <c:v>16648.290199999999</c:v>
                </c:pt>
                <c:pt idx="2131">
                  <c:v>16893.694</c:v>
                </c:pt>
                <c:pt idx="2132">
                  <c:v>16864.7068</c:v>
                </c:pt>
                <c:pt idx="2133">
                  <c:v>17043.823199999999</c:v>
                </c:pt>
                <c:pt idx="2134">
                  <c:v>16794.331399999999</c:v>
                </c:pt>
                <c:pt idx="2135">
                  <c:v>16952.291099999999</c:v>
                </c:pt>
                <c:pt idx="2136">
                  <c:v>16960.510399999999</c:v>
                </c:pt>
                <c:pt idx="2137">
                  <c:v>17005.966499999999</c:v>
                </c:pt>
                <c:pt idx="2138">
                  <c:v>17794.590199999999</c:v>
                </c:pt>
                <c:pt idx="2139">
                  <c:v>17796.4558</c:v>
                </c:pt>
                <c:pt idx="2140">
                  <c:v>18259.231299999999</c:v>
                </c:pt>
                <c:pt idx="2141">
                  <c:v>18705.909800000001</c:v>
                </c:pt>
                <c:pt idx="2142">
                  <c:v>18846.855600000003</c:v>
                </c:pt>
                <c:pt idx="2143">
                  <c:v>18896.453200000004</c:v>
                </c:pt>
                <c:pt idx="2144">
                  <c:v>18995.009800000003</c:v>
                </c:pt>
                <c:pt idx="2145">
                  <c:v>19070.671200000004</c:v>
                </c:pt>
                <c:pt idx="2146">
                  <c:v>18202.533100000004</c:v>
                </c:pt>
                <c:pt idx="2147">
                  <c:v>18374.919300000005</c:v>
                </c:pt>
                <c:pt idx="2148">
                  <c:v>18152.026000000005</c:v>
                </c:pt>
                <c:pt idx="2149">
                  <c:v>18133.304500000006</c:v>
                </c:pt>
                <c:pt idx="2150">
                  <c:v>17870.621600000006</c:v>
                </c:pt>
                <c:pt idx="2151">
                  <c:v>17885.170700000006</c:v>
                </c:pt>
                <c:pt idx="2152">
                  <c:v>17795.564500000008</c:v>
                </c:pt>
                <c:pt idx="2153">
                  <c:v>17939.247800000008</c:v>
                </c:pt>
                <c:pt idx="2154">
                  <c:v>17969.018000000007</c:v>
                </c:pt>
                <c:pt idx="2155">
                  <c:v>17957.208900000009</c:v>
                </c:pt>
                <c:pt idx="2156">
                  <c:v>17980.197300000007</c:v>
                </c:pt>
                <c:pt idx="2157">
                  <c:v>17980.125900000006</c:v>
                </c:pt>
                <c:pt idx="2158">
                  <c:v>18038.665800000006</c:v>
                </c:pt>
                <c:pt idx="2159">
                  <c:v>18144.306000000008</c:v>
                </c:pt>
                <c:pt idx="2160">
                  <c:v>18165.604700000007</c:v>
                </c:pt>
                <c:pt idx="2161">
                  <c:v>18285.871500000008</c:v>
                </c:pt>
                <c:pt idx="2162">
                  <c:v>17965.91910000001</c:v>
                </c:pt>
                <c:pt idx="2163">
                  <c:v>17781.265900000009</c:v>
                </c:pt>
                <c:pt idx="2164">
                  <c:v>17520.229400000011</c:v>
                </c:pt>
                <c:pt idx="2165">
                  <c:v>17489.267500000013</c:v>
                </c:pt>
                <c:pt idx="2166">
                  <c:v>17594.482800000013</c:v>
                </c:pt>
                <c:pt idx="2167">
                  <c:v>17464.630400000013</c:v>
                </c:pt>
                <c:pt idx="2168">
                  <c:v>17765.181200000014</c:v>
                </c:pt>
                <c:pt idx="2169">
                  <c:v>17656.907400000015</c:v>
                </c:pt>
                <c:pt idx="2170">
                  <c:v>18028.935600000015</c:v>
                </c:pt>
                <c:pt idx="2171">
                  <c:v>18054.936800000014</c:v>
                </c:pt>
                <c:pt idx="2172">
                  <c:v>18227.381700000013</c:v>
                </c:pt>
                <c:pt idx="2173">
                  <c:v>18295.706500000011</c:v>
                </c:pt>
                <c:pt idx="2174">
                  <c:v>18184.43020000001</c:v>
                </c:pt>
                <c:pt idx="2175">
                  <c:v>17960.05850000001</c:v>
                </c:pt>
                <c:pt idx="2176">
                  <c:v>18304.413800000009</c:v>
                </c:pt>
                <c:pt idx="2177">
                  <c:v>18174.576400000009</c:v>
                </c:pt>
                <c:pt idx="2178">
                  <c:v>18227.898400000009</c:v>
                </c:pt>
                <c:pt idx="2179">
                  <c:v>18136.915100000009</c:v>
                </c:pt>
                <c:pt idx="2180">
                  <c:v>18428.317400000011</c:v>
                </c:pt>
                <c:pt idx="2181">
                  <c:v>18432.310200000011</c:v>
                </c:pt>
                <c:pt idx="2182">
                  <c:v>18383.960200000012</c:v>
                </c:pt>
                <c:pt idx="2183">
                  <c:v>18732.188200000011</c:v>
                </c:pt>
                <c:pt idx="2184">
                  <c:v>18462.21880000001</c:v>
                </c:pt>
                <c:pt idx="2185">
                  <c:v>18342.354100000011</c:v>
                </c:pt>
                <c:pt idx="2186">
                  <c:v>18767.296800000011</c:v>
                </c:pt>
                <c:pt idx="2187">
                  <c:v>19115.64720000001</c:v>
                </c:pt>
                <c:pt idx="2188">
                  <c:v>19006.432100000009</c:v>
                </c:pt>
                <c:pt idx="2189">
                  <c:v>18542.092900000011</c:v>
                </c:pt>
                <c:pt idx="2190">
                  <c:v>18674.685600000012</c:v>
                </c:pt>
                <c:pt idx="2191">
                  <c:v>18028.462100000012</c:v>
                </c:pt>
                <c:pt idx="2192">
                  <c:v>17906.713400000011</c:v>
                </c:pt>
                <c:pt idx="2193">
                  <c:v>17754.598600000012</c:v>
                </c:pt>
                <c:pt idx="2194">
                  <c:v>17878.032800000012</c:v>
                </c:pt>
                <c:pt idx="2195">
                  <c:v>17264.140400000011</c:v>
                </c:pt>
                <c:pt idx="2196">
                  <c:v>17195.304300000011</c:v>
                </c:pt>
                <c:pt idx="2197">
                  <c:v>16940.51170000001</c:v>
                </c:pt>
                <c:pt idx="2198">
                  <c:v>16651.399200000011</c:v>
                </c:pt>
                <c:pt idx="2199">
                  <c:v>16664.88340000001</c:v>
                </c:pt>
                <c:pt idx="2200">
                  <c:v>16604.146300000011</c:v>
                </c:pt>
                <c:pt idx="2201">
                  <c:v>16470.372900000013</c:v>
                </c:pt>
                <c:pt idx="2202">
                  <c:v>16197.493700000014</c:v>
                </c:pt>
                <c:pt idx="2203">
                  <c:v>15530.097300000014</c:v>
                </c:pt>
                <c:pt idx="2204">
                  <c:v>15390.537500000013</c:v>
                </c:pt>
                <c:pt idx="2205">
                  <c:v>15262.875400000014</c:v>
                </c:pt>
                <c:pt idx="2206">
                  <c:v>14897.811600000014</c:v>
                </c:pt>
                <c:pt idx="2207">
                  <c:v>14913.725800000013</c:v>
                </c:pt>
                <c:pt idx="2208">
                  <c:v>14785.610200000014</c:v>
                </c:pt>
                <c:pt idx="2209">
                  <c:v>14763.297500000013</c:v>
                </c:pt>
                <c:pt idx="2210">
                  <c:v>14909.745100000013</c:v>
                </c:pt>
                <c:pt idx="2211">
                  <c:v>14908.501900000012</c:v>
                </c:pt>
                <c:pt idx="2212">
                  <c:v>14791.029300000013</c:v>
                </c:pt>
                <c:pt idx="2213">
                  <c:v>14826.262800000013</c:v>
                </c:pt>
                <c:pt idx="2214">
                  <c:v>14712.586200000012</c:v>
                </c:pt>
                <c:pt idx="2215">
                  <c:v>14891.119900000012</c:v>
                </c:pt>
                <c:pt idx="2216">
                  <c:v>14790.588100000012</c:v>
                </c:pt>
                <c:pt idx="2217">
                  <c:v>14835.668300000012</c:v>
                </c:pt>
                <c:pt idx="2218">
                  <c:v>14343.999300000012</c:v>
                </c:pt>
                <c:pt idx="2219">
                  <c:v>14410.126000000013</c:v>
                </c:pt>
                <c:pt idx="2220">
                  <c:v>14343.496800000014</c:v>
                </c:pt>
                <c:pt idx="2221">
                  <c:v>14430.805600000014</c:v>
                </c:pt>
                <c:pt idx="2222">
                  <c:v>14576.003300000015</c:v>
                </c:pt>
                <c:pt idx="2223">
                  <c:v>14317.232700000015</c:v>
                </c:pt>
                <c:pt idx="2224">
                  <c:v>14667.714400000015</c:v>
                </c:pt>
                <c:pt idx="2225">
                  <c:v>15025.513200000016</c:v>
                </c:pt>
                <c:pt idx="2226">
                  <c:v>15148.450000000015</c:v>
                </c:pt>
                <c:pt idx="2227">
                  <c:v>15185.781100000015</c:v>
                </c:pt>
                <c:pt idx="2228">
                  <c:v>15321.124900000015</c:v>
                </c:pt>
                <c:pt idx="2229">
                  <c:v>15677.959000000015</c:v>
                </c:pt>
                <c:pt idx="2230">
                  <c:v>15805.344600000015</c:v>
                </c:pt>
                <c:pt idx="2231">
                  <c:v>15757.757200000015</c:v>
                </c:pt>
                <c:pt idx="2232">
                  <c:v>16077.428900000015</c:v>
                </c:pt>
                <c:pt idx="2233">
                  <c:v>16088.229100000015</c:v>
                </c:pt>
                <c:pt idx="2234">
                  <c:v>15720.350200000015</c:v>
                </c:pt>
                <c:pt idx="2235">
                  <c:v>15789.388000000015</c:v>
                </c:pt>
                <c:pt idx="2236">
                  <c:v>15737.121600000015</c:v>
                </c:pt>
                <c:pt idx="2237">
                  <c:v>15756.148800000015</c:v>
                </c:pt>
                <c:pt idx="2238">
                  <c:v>15197.425400000015</c:v>
                </c:pt>
                <c:pt idx="2239">
                  <c:v>15103.240100000015</c:v>
                </c:pt>
                <c:pt idx="2240">
                  <c:v>15617.925300000015</c:v>
                </c:pt>
                <c:pt idx="2241">
                  <c:v>15609.243800000015</c:v>
                </c:pt>
                <c:pt idx="2242">
                  <c:v>15686.170800000014</c:v>
                </c:pt>
                <c:pt idx="2243">
                  <c:v>15804.805600000014</c:v>
                </c:pt>
                <c:pt idx="2244">
                  <c:v>15884.848600000014</c:v>
                </c:pt>
                <c:pt idx="2245">
                  <c:v>15449.595900000015</c:v>
                </c:pt>
                <c:pt idx="2246">
                  <c:v>15313.672900000014</c:v>
                </c:pt>
                <c:pt idx="2247">
                  <c:v>14645.000300000014</c:v>
                </c:pt>
                <c:pt idx="2248">
                  <c:v>14363.416800000014</c:v>
                </c:pt>
                <c:pt idx="2249">
                  <c:v>14166.400400000013</c:v>
                </c:pt>
                <c:pt idx="2250">
                  <c:v>14143.621600000013</c:v>
                </c:pt>
                <c:pt idx="2251">
                  <c:v>13918.989200000013</c:v>
                </c:pt>
                <c:pt idx="2252">
                  <c:v>13763.346900000013</c:v>
                </c:pt>
                <c:pt idx="2253">
                  <c:v>13902.028700000013</c:v>
                </c:pt>
                <c:pt idx="2254">
                  <c:v>13657.596400000013</c:v>
                </c:pt>
                <c:pt idx="2255">
                  <c:v>13354.125500000013</c:v>
                </c:pt>
                <c:pt idx="2256">
                  <c:v>13134.295500000013</c:v>
                </c:pt>
                <c:pt idx="2257">
                  <c:v>13204.949800000013</c:v>
                </c:pt>
                <c:pt idx="2258">
                  <c:v>13587.311900000013</c:v>
                </c:pt>
                <c:pt idx="2259">
                  <c:v>13643.665100000013</c:v>
                </c:pt>
                <c:pt idx="2260">
                  <c:v>13720.086000000012</c:v>
                </c:pt>
                <c:pt idx="2261">
                  <c:v>13637.802800000012</c:v>
                </c:pt>
                <c:pt idx="2262">
                  <c:v>14053.334500000012</c:v>
                </c:pt>
                <c:pt idx="2263">
                  <c:v>13976.091000000011</c:v>
                </c:pt>
                <c:pt idx="2264">
                  <c:v>14142.046300000011</c:v>
                </c:pt>
                <c:pt idx="2265">
                  <c:v>13797.432500000012</c:v>
                </c:pt>
                <c:pt idx="2266">
                  <c:v>13907.171600000012</c:v>
                </c:pt>
                <c:pt idx="2267">
                  <c:v>13808.837700000013</c:v>
                </c:pt>
                <c:pt idx="2268">
                  <c:v>14131.317300000013</c:v>
                </c:pt>
                <c:pt idx="2269">
                  <c:v>14482.599900000014</c:v>
                </c:pt>
                <c:pt idx="2270">
                  <c:v>14587.711300000014</c:v>
                </c:pt>
                <c:pt idx="2271">
                  <c:v>16369.174100000013</c:v>
                </c:pt>
                <c:pt idx="2272">
                  <c:v>16660.503800000013</c:v>
                </c:pt>
                <c:pt idx="2273">
                  <c:v>17207.722300000012</c:v>
                </c:pt>
                <c:pt idx="2274">
                  <c:v>17385.043000000012</c:v>
                </c:pt>
                <c:pt idx="2275">
                  <c:v>17531.210000000014</c:v>
                </c:pt>
                <c:pt idx="2276">
                  <c:v>18076.112200000014</c:v>
                </c:pt>
                <c:pt idx="2277">
                  <c:v>18203.043300000016</c:v>
                </c:pt>
                <c:pt idx="2278">
                  <c:v>18093.534800000016</c:v>
                </c:pt>
                <c:pt idx="2279">
                  <c:v>18034.395600000014</c:v>
                </c:pt>
                <c:pt idx="2280">
                  <c:v>18166.934000000016</c:v>
                </c:pt>
                <c:pt idx="2281">
                  <c:v>18119.260400000017</c:v>
                </c:pt>
                <c:pt idx="2282">
                  <c:v>18498.290100000017</c:v>
                </c:pt>
                <c:pt idx="2283">
                  <c:v>18593.476900000016</c:v>
                </c:pt>
                <c:pt idx="2284">
                  <c:v>18694.409800000016</c:v>
                </c:pt>
                <c:pt idx="2285">
                  <c:v>19323.422700000017</c:v>
                </c:pt>
                <c:pt idx="2286">
                  <c:v>18945.484300000018</c:v>
                </c:pt>
                <c:pt idx="2287">
                  <c:v>19151.225200000019</c:v>
                </c:pt>
                <c:pt idx="2288">
                  <c:v>18595.779800000018</c:v>
                </c:pt>
                <c:pt idx="2289">
                  <c:v>18664.080100000017</c:v>
                </c:pt>
                <c:pt idx="2290">
                  <c:v>18849.464900000017</c:v>
                </c:pt>
                <c:pt idx="2291">
                  <c:v>18867.720100000017</c:v>
                </c:pt>
                <c:pt idx="2292">
                  <c:v>18146.780700000018</c:v>
                </c:pt>
                <c:pt idx="2293">
                  <c:v>17909.871900000016</c:v>
                </c:pt>
                <c:pt idx="2294">
                  <c:v>17844.144400000016</c:v>
                </c:pt>
                <c:pt idx="2295">
                  <c:v>18037.874700000015</c:v>
                </c:pt>
                <c:pt idx="2296">
                  <c:v>18017.921300000016</c:v>
                </c:pt>
                <c:pt idx="2297">
                  <c:v>18034.421400000017</c:v>
                </c:pt>
                <c:pt idx="2298">
                  <c:v>17727.120600000017</c:v>
                </c:pt>
                <c:pt idx="2299">
                  <c:v>17054.275300000016</c:v>
                </c:pt>
                <c:pt idx="2300">
                  <c:v>16894.446500000016</c:v>
                </c:pt>
                <c:pt idx="2301">
                  <c:v>16992.259000000016</c:v>
                </c:pt>
                <c:pt idx="2302">
                  <c:v>16782.222700000017</c:v>
                </c:pt>
                <c:pt idx="2303">
                  <c:v>16729.265400000018</c:v>
                </c:pt>
                <c:pt idx="2304">
                  <c:v>16512.400400000017</c:v>
                </c:pt>
                <c:pt idx="2305">
                  <c:v>15920.220800000017</c:v>
                </c:pt>
                <c:pt idx="2306">
                  <c:v>15883.563800000018</c:v>
                </c:pt>
                <c:pt idx="2307">
                  <c:v>16150.614600000019</c:v>
                </c:pt>
                <c:pt idx="2308">
                  <c:v>16196.397100000018</c:v>
                </c:pt>
                <c:pt idx="2309">
                  <c:v>16363.787400000017</c:v>
                </c:pt>
                <c:pt idx="2310">
                  <c:v>16106.085300000017</c:v>
                </c:pt>
                <c:pt idx="2311">
                  <c:v>16085.729800000017</c:v>
                </c:pt>
                <c:pt idx="2312">
                  <c:v>16688.816500000019</c:v>
                </c:pt>
                <c:pt idx="2313">
                  <c:v>16666.182600000018</c:v>
                </c:pt>
                <c:pt idx="2314">
                  <c:v>16555.07410000002</c:v>
                </c:pt>
                <c:pt idx="2315">
                  <c:v>16159.33340000002</c:v>
                </c:pt>
                <c:pt idx="2316">
                  <c:v>16115.80190000002</c:v>
                </c:pt>
                <c:pt idx="2317">
                  <c:v>16140.559000000021</c:v>
                </c:pt>
                <c:pt idx="2318">
                  <c:v>16036.414600000022</c:v>
                </c:pt>
                <c:pt idx="2319">
                  <c:v>16292.454100000023</c:v>
                </c:pt>
                <c:pt idx="2320">
                  <c:v>16348.998400000022</c:v>
                </c:pt>
                <c:pt idx="2321">
                  <c:v>15746.827800000023</c:v>
                </c:pt>
                <c:pt idx="2322">
                  <c:v>15772.815300000022</c:v>
                </c:pt>
                <c:pt idx="2323">
                  <c:v>15561.735100000022</c:v>
                </c:pt>
                <c:pt idx="2324">
                  <c:v>15887.687000000022</c:v>
                </c:pt>
                <c:pt idx="2325">
                  <c:v>15933.555000000022</c:v>
                </c:pt>
                <c:pt idx="2326">
                  <c:v>16011.388500000023</c:v>
                </c:pt>
                <c:pt idx="2327">
                  <c:v>16753.606800000023</c:v>
                </c:pt>
                <c:pt idx="2328">
                  <c:v>16548.867600000023</c:v>
                </c:pt>
                <c:pt idx="2329">
                  <c:v>16871.053200000024</c:v>
                </c:pt>
                <c:pt idx="2330">
                  <c:v>16968.662000000026</c:v>
                </c:pt>
                <c:pt idx="2331">
                  <c:v>17591.105300000025</c:v>
                </c:pt>
                <c:pt idx="2332">
                  <c:v>18233.810200000025</c:v>
                </c:pt>
                <c:pt idx="2333">
                  <c:v>18757.729500000027</c:v>
                </c:pt>
                <c:pt idx="2334">
                  <c:v>19179.444000000025</c:v>
                </c:pt>
                <c:pt idx="2335">
                  <c:v>19366.653300000024</c:v>
                </c:pt>
                <c:pt idx="2336">
                  <c:v>19221.487900000022</c:v>
                </c:pt>
                <c:pt idx="2337">
                  <c:v>19196.720500000021</c:v>
                </c:pt>
                <c:pt idx="2338">
                  <c:v>19354.73870000002</c:v>
                </c:pt>
                <c:pt idx="2339">
                  <c:v>19360.04040000002</c:v>
                </c:pt>
                <c:pt idx="2340">
                  <c:v>19490.060800000021</c:v>
                </c:pt>
                <c:pt idx="2341">
                  <c:v>19420.513300000021</c:v>
                </c:pt>
                <c:pt idx="2342">
                  <c:v>19256.529700000021</c:v>
                </c:pt>
                <c:pt idx="2343">
                  <c:v>19258.535000000022</c:v>
                </c:pt>
                <c:pt idx="2344">
                  <c:v>19426.152900000023</c:v>
                </c:pt>
                <c:pt idx="2345">
                  <c:v>19278.665200000021</c:v>
                </c:pt>
                <c:pt idx="2346">
                  <c:v>19425.643100000023</c:v>
                </c:pt>
                <c:pt idx="2347">
                  <c:v>19520.853400000022</c:v>
                </c:pt>
                <c:pt idx="2348">
                  <c:v>19383.21650000002</c:v>
                </c:pt>
                <c:pt idx="2349">
                  <c:v>19577.74720000002</c:v>
                </c:pt>
                <c:pt idx="2350">
                  <c:v>19024.251600000021</c:v>
                </c:pt>
                <c:pt idx="2351">
                  <c:v>19017.45110000002</c:v>
                </c:pt>
                <c:pt idx="2352">
                  <c:v>19183.00510000002</c:v>
                </c:pt>
                <c:pt idx="2353">
                  <c:v>18810.953100000021</c:v>
                </c:pt>
                <c:pt idx="2354">
                  <c:v>18237.58200000002</c:v>
                </c:pt>
                <c:pt idx="2355">
                  <c:v>17928.972300000019</c:v>
                </c:pt>
                <c:pt idx="2356">
                  <c:v>17520.748800000019</c:v>
                </c:pt>
                <c:pt idx="2357">
                  <c:v>17116.120100000018</c:v>
                </c:pt>
                <c:pt idx="2358">
                  <c:v>16689.868400000018</c:v>
                </c:pt>
                <c:pt idx="2359">
                  <c:v>16528.677700000018</c:v>
                </c:pt>
                <c:pt idx="2360">
                  <c:v>16356.517600000019</c:v>
                </c:pt>
                <c:pt idx="2361">
                  <c:v>16108.25410000002</c:v>
                </c:pt>
                <c:pt idx="2362">
                  <c:v>15850.91020000002</c:v>
                </c:pt>
                <c:pt idx="2363">
                  <c:v>15443.220500000019</c:v>
                </c:pt>
                <c:pt idx="2364">
                  <c:v>15212.313700000019</c:v>
                </c:pt>
                <c:pt idx="2365">
                  <c:v>14902.282500000019</c:v>
                </c:pt>
                <c:pt idx="2366">
                  <c:v>14881.75590000002</c:v>
                </c:pt>
                <c:pt idx="2367">
                  <c:v>14791.284100000021</c:v>
                </c:pt>
                <c:pt idx="2368">
                  <c:v>15008.754000000021</c:v>
                </c:pt>
                <c:pt idx="2369">
                  <c:v>14882.54190000002</c:v>
                </c:pt>
                <c:pt idx="2370">
                  <c:v>14900.45840000002</c:v>
                </c:pt>
                <c:pt idx="2371">
                  <c:v>15528.451000000019</c:v>
                </c:pt>
                <c:pt idx="2372">
                  <c:v>15570.61060000002</c:v>
                </c:pt>
                <c:pt idx="2373">
                  <c:v>15827.53650000002</c:v>
                </c:pt>
                <c:pt idx="2374">
                  <c:v>15404.94210000002</c:v>
                </c:pt>
                <c:pt idx="2375">
                  <c:v>15580.67830000002</c:v>
                </c:pt>
                <c:pt idx="2376">
                  <c:v>15375.60030000002</c:v>
                </c:pt>
                <c:pt idx="2377">
                  <c:v>15245.45140000002</c:v>
                </c:pt>
                <c:pt idx="2378">
                  <c:v>15206.14150000002</c:v>
                </c:pt>
                <c:pt idx="2379">
                  <c:v>14934.58460000002</c:v>
                </c:pt>
                <c:pt idx="2380">
                  <c:v>14922.018900000021</c:v>
                </c:pt>
                <c:pt idx="2381">
                  <c:v>14946.69850000002</c:v>
                </c:pt>
                <c:pt idx="2382">
                  <c:v>14817.85230000002</c:v>
                </c:pt>
                <c:pt idx="2383">
                  <c:v>14311.515100000021</c:v>
                </c:pt>
                <c:pt idx="2384">
                  <c:v>14540.767300000021</c:v>
                </c:pt>
                <c:pt idx="2385">
                  <c:v>14478.376500000022</c:v>
                </c:pt>
                <c:pt idx="2386">
                  <c:v>14448.568900000022</c:v>
                </c:pt>
                <c:pt idx="2387">
                  <c:v>14359.191900000022</c:v>
                </c:pt>
                <c:pt idx="2388">
                  <c:v>14408.489200000022</c:v>
                </c:pt>
                <c:pt idx="2389">
                  <c:v>14505.704800000021</c:v>
                </c:pt>
                <c:pt idx="2390">
                  <c:v>14212.054600000021</c:v>
                </c:pt>
                <c:pt idx="2391">
                  <c:v>14044.861400000022</c:v>
                </c:pt>
                <c:pt idx="2392">
                  <c:v>13418.798200000021</c:v>
                </c:pt>
                <c:pt idx="2393">
                  <c:v>13361.720300000021</c:v>
                </c:pt>
                <c:pt idx="2394">
                  <c:v>13284.254200000021</c:v>
                </c:pt>
                <c:pt idx="2395">
                  <c:v>13194.030600000022</c:v>
                </c:pt>
                <c:pt idx="2396">
                  <c:v>13425.056700000021</c:v>
                </c:pt>
                <c:pt idx="2397">
                  <c:v>13473.22860000002</c:v>
                </c:pt>
                <c:pt idx="2398">
                  <c:v>13365.718500000021</c:v>
                </c:pt>
                <c:pt idx="2399">
                  <c:v>13642.718800000021</c:v>
                </c:pt>
                <c:pt idx="2400">
                  <c:v>13411.41100000002</c:v>
                </c:pt>
                <c:pt idx="2401">
                  <c:v>12659.593700000019</c:v>
                </c:pt>
                <c:pt idx="2402">
                  <c:v>12765.386500000019</c:v>
                </c:pt>
                <c:pt idx="2403">
                  <c:v>12885.88690000002</c:v>
                </c:pt>
                <c:pt idx="2404">
                  <c:v>13252.95830000002</c:v>
                </c:pt>
                <c:pt idx="2405">
                  <c:v>13789.09690000002</c:v>
                </c:pt>
                <c:pt idx="2406">
                  <c:v>13622.69110000002</c:v>
                </c:pt>
                <c:pt idx="2407">
                  <c:v>13439.487000000019</c:v>
                </c:pt>
                <c:pt idx="2408">
                  <c:v>13365.497800000019</c:v>
                </c:pt>
                <c:pt idx="2409">
                  <c:v>13383.26800000002</c:v>
                </c:pt>
                <c:pt idx="2410">
                  <c:v>13440.421700000021</c:v>
                </c:pt>
                <c:pt idx="2411">
                  <c:v>14229.685100000021</c:v>
                </c:pt>
                <c:pt idx="2412">
                  <c:v>14178.715100000021</c:v>
                </c:pt>
                <c:pt idx="2413">
                  <c:v>14311.551800000021</c:v>
                </c:pt>
                <c:pt idx="2414">
                  <c:v>14628.863200000022</c:v>
                </c:pt>
                <c:pt idx="2415">
                  <c:v>14861.280900000022</c:v>
                </c:pt>
                <c:pt idx="2416">
                  <c:v>14577.655800000022</c:v>
                </c:pt>
                <c:pt idx="2417">
                  <c:v>14417.892600000023</c:v>
                </c:pt>
                <c:pt idx="2418">
                  <c:v>14175.514800000023</c:v>
                </c:pt>
                <c:pt idx="2419">
                  <c:v>13909.826700000023</c:v>
                </c:pt>
                <c:pt idx="2420">
                  <c:v>13074.382100000023</c:v>
                </c:pt>
                <c:pt idx="2421">
                  <c:v>12292.906100000022</c:v>
                </c:pt>
                <c:pt idx="2422">
                  <c:v>12106.271800000022</c:v>
                </c:pt>
                <c:pt idx="2423">
                  <c:v>11552.328900000022</c:v>
                </c:pt>
                <c:pt idx="2424">
                  <c:v>11404.381300000023</c:v>
                </c:pt>
                <c:pt idx="2425">
                  <c:v>11267.390100000022</c:v>
                </c:pt>
                <c:pt idx="2426">
                  <c:v>11135.679400000023</c:v>
                </c:pt>
                <c:pt idx="2427">
                  <c:v>11114.522200000023</c:v>
                </c:pt>
                <c:pt idx="2428">
                  <c:v>11050.453500000023</c:v>
                </c:pt>
                <c:pt idx="2429">
                  <c:v>10982.365000000023</c:v>
                </c:pt>
                <c:pt idx="2430">
                  <c:v>10275.681300000024</c:v>
                </c:pt>
                <c:pt idx="2431">
                  <c:v>10415.958400000023</c:v>
                </c:pt>
                <c:pt idx="2432">
                  <c:v>10814.832000000024</c:v>
                </c:pt>
                <c:pt idx="2433">
                  <c:v>10849.937600000025</c:v>
                </c:pt>
                <c:pt idx="2434">
                  <c:v>10838.932600000026</c:v>
                </c:pt>
                <c:pt idx="2435">
                  <c:v>10727.967200000026</c:v>
                </c:pt>
                <c:pt idx="2436">
                  <c:v>10768.558600000026</c:v>
                </c:pt>
                <c:pt idx="2437">
                  <c:v>10506.582400000027</c:v>
                </c:pt>
                <c:pt idx="2438">
                  <c:v>10241.745800000026</c:v>
                </c:pt>
                <c:pt idx="2439">
                  <c:v>9848.4178000000265</c:v>
                </c:pt>
                <c:pt idx="2440">
                  <c:v>9632.3965000000262</c:v>
                </c:pt>
                <c:pt idx="2441">
                  <c:v>9692.7248000000254</c:v>
                </c:pt>
                <c:pt idx="2442">
                  <c:v>9426.8450000000248</c:v>
                </c:pt>
                <c:pt idx="2443">
                  <c:v>9375.6219000000256</c:v>
                </c:pt>
                <c:pt idx="2444">
                  <c:v>8950.8547000000253</c:v>
                </c:pt>
                <c:pt idx="2445">
                  <c:v>9088.8310000000256</c:v>
                </c:pt>
                <c:pt idx="2446">
                  <c:v>8799.7376000000259</c:v>
                </c:pt>
                <c:pt idx="2447">
                  <c:v>9036.1391000000258</c:v>
                </c:pt>
                <c:pt idx="2448">
                  <c:v>9680.4780000000264</c:v>
                </c:pt>
                <c:pt idx="2449">
                  <c:v>9789.6588000000265</c:v>
                </c:pt>
                <c:pt idx="2450">
                  <c:v>10492.230300000027</c:v>
                </c:pt>
                <c:pt idx="2451">
                  <c:v>10681.862800000026</c:v>
                </c:pt>
                <c:pt idx="2452">
                  <c:v>11328.381600000026</c:v>
                </c:pt>
                <c:pt idx="2453">
                  <c:v>11057.890700000025</c:v>
                </c:pt>
                <c:pt idx="2454">
                  <c:v>10919.269900000025</c:v>
                </c:pt>
                <c:pt idx="2455">
                  <c:v>9887.4021000000248</c:v>
                </c:pt>
                <c:pt idx="2456">
                  <c:v>10153.468700000025</c:v>
                </c:pt>
                <c:pt idx="2457">
                  <c:v>10414.786800000025</c:v>
                </c:pt>
                <c:pt idx="2458">
                  <c:v>9909.9898000000248</c:v>
                </c:pt>
                <c:pt idx="2459">
                  <c:v>9576.6056000000244</c:v>
                </c:pt>
                <c:pt idx="2460">
                  <c:v>9545.5419000000238</c:v>
                </c:pt>
                <c:pt idx="2461">
                  <c:v>9314.8343000000241</c:v>
                </c:pt>
                <c:pt idx="2462">
                  <c:v>9367.2728000000243</c:v>
                </c:pt>
                <c:pt idx="2463">
                  <c:v>10264.447600000025</c:v>
                </c:pt>
                <c:pt idx="2464">
                  <c:v>10256.737500000025</c:v>
                </c:pt>
                <c:pt idx="2465">
                  <c:v>10441.911300000025</c:v>
                </c:pt>
                <c:pt idx="2466">
                  <c:v>11036.382700000026</c:v>
                </c:pt>
                <c:pt idx="2467">
                  <c:v>13283.805400000027</c:v>
                </c:pt>
                <c:pt idx="2468">
                  <c:v>13809.597600000026</c:v>
                </c:pt>
                <c:pt idx="2469">
                  <c:v>14710.363700000027</c:v>
                </c:pt>
                <c:pt idx="2470">
                  <c:v>15724.749400000028</c:v>
                </c:pt>
                <c:pt idx="2471">
                  <c:v>18127.323600000029</c:v>
                </c:pt>
                <c:pt idx="2472">
                  <c:v>18626.252500000028</c:v>
                </c:pt>
                <c:pt idx="2473">
                  <c:v>18287.156700000029</c:v>
                </c:pt>
                <c:pt idx="2474">
                  <c:v>17332.80410000003</c:v>
                </c:pt>
                <c:pt idx="2475">
                  <c:v>16809.388100000029</c:v>
                </c:pt>
                <c:pt idx="2476">
                  <c:v>18044.325600000029</c:v>
                </c:pt>
                <c:pt idx="2477">
                  <c:v>21416.747400000029</c:v>
                </c:pt>
                <c:pt idx="2478">
                  <c:v>22788.620400000029</c:v>
                </c:pt>
                <c:pt idx="2479">
                  <c:v>24656.95850000003</c:v>
                </c:pt>
                <c:pt idx="2480">
                  <c:v>27433.613400000031</c:v>
                </c:pt>
                <c:pt idx="2481">
                  <c:v>29108.705400000032</c:v>
                </c:pt>
                <c:pt idx="2482">
                  <c:v>29946.401500000033</c:v>
                </c:pt>
                <c:pt idx="2483">
                  <c:v>32436.504700000034</c:v>
                </c:pt>
                <c:pt idx="2484">
                  <c:v>33893.300000000032</c:v>
                </c:pt>
                <c:pt idx="2485">
                  <c:v>35940.985500000032</c:v>
                </c:pt>
                <c:pt idx="2486">
                  <c:v>35495.820300000029</c:v>
                </c:pt>
                <c:pt idx="2487">
                  <c:v>36305.51640000003</c:v>
                </c:pt>
                <c:pt idx="2488">
                  <c:v>35506.722800000032</c:v>
                </c:pt>
                <c:pt idx="2489">
                  <c:v>33405.973600000034</c:v>
                </c:pt>
                <c:pt idx="2490">
                  <c:v>32645.251500000035</c:v>
                </c:pt>
                <c:pt idx="2491">
                  <c:v>31893.278900000034</c:v>
                </c:pt>
                <c:pt idx="2492">
                  <c:v>32147.578600000033</c:v>
                </c:pt>
                <c:pt idx="2493">
                  <c:v>31075.793200000033</c:v>
                </c:pt>
                <c:pt idx="2494">
                  <c:v>32033.778400000032</c:v>
                </c:pt>
                <c:pt idx="2495">
                  <c:v>31744.09860000003</c:v>
                </c:pt>
                <c:pt idx="2496">
                  <c:v>31288.447000000029</c:v>
                </c:pt>
                <c:pt idx="2497">
                  <c:v>29980.980000000029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B-4D9E-98CD-0006AD2249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77334879"/>
        <c:axId val="477329887"/>
      </c:areaChart>
      <c:lineChart>
        <c:grouping val="standard"/>
        <c:varyColors val="0"/>
        <c:ser>
          <c:idx val="1"/>
          <c:order val="1"/>
          <c:tx>
            <c:strRef>
              <c:f>'ETF 원본금액'!$DW$14</c:f>
              <c:strCache>
                <c:ptCount val="1"/>
                <c:pt idx="0">
                  <c:v>레버리지 ETF - 코스피200 초과성과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'ETF 원본금액'!$DN$15:$DN$2512</c:f>
              <c:numCache>
                <c:formatCode>m/d/yyyy</c:formatCode>
                <c:ptCount val="2498"/>
                <c:pt idx="0" formatCode="yyyy\-mm\-dd">
                  <c:v>40231</c:v>
                </c:pt>
                <c:pt idx="1">
                  <c:v>40232</c:v>
                </c:pt>
                <c:pt idx="2">
                  <c:v>40233</c:v>
                </c:pt>
                <c:pt idx="3">
                  <c:v>40234</c:v>
                </c:pt>
                <c:pt idx="4">
                  <c:v>40235</c:v>
                </c:pt>
                <c:pt idx="5">
                  <c:v>40239</c:v>
                </c:pt>
                <c:pt idx="6">
                  <c:v>40240</c:v>
                </c:pt>
                <c:pt idx="7">
                  <c:v>40241</c:v>
                </c:pt>
                <c:pt idx="8">
                  <c:v>40242</c:v>
                </c:pt>
                <c:pt idx="9">
                  <c:v>40245</c:v>
                </c:pt>
                <c:pt idx="10">
                  <c:v>40246</c:v>
                </c:pt>
                <c:pt idx="11">
                  <c:v>40247</c:v>
                </c:pt>
                <c:pt idx="12">
                  <c:v>40248</c:v>
                </c:pt>
                <c:pt idx="13">
                  <c:v>40249</c:v>
                </c:pt>
                <c:pt idx="14">
                  <c:v>40252</c:v>
                </c:pt>
                <c:pt idx="15">
                  <c:v>40253</c:v>
                </c:pt>
                <c:pt idx="16">
                  <c:v>40254</c:v>
                </c:pt>
                <c:pt idx="17">
                  <c:v>40255</c:v>
                </c:pt>
                <c:pt idx="18">
                  <c:v>40256</c:v>
                </c:pt>
                <c:pt idx="19">
                  <c:v>40259</c:v>
                </c:pt>
                <c:pt idx="20">
                  <c:v>40260</c:v>
                </c:pt>
                <c:pt idx="21">
                  <c:v>40261</c:v>
                </c:pt>
                <c:pt idx="22">
                  <c:v>40262</c:v>
                </c:pt>
                <c:pt idx="23">
                  <c:v>40263</c:v>
                </c:pt>
                <c:pt idx="24">
                  <c:v>40266</c:v>
                </c:pt>
                <c:pt idx="25">
                  <c:v>40267</c:v>
                </c:pt>
                <c:pt idx="26">
                  <c:v>40268</c:v>
                </c:pt>
                <c:pt idx="27">
                  <c:v>40269</c:v>
                </c:pt>
                <c:pt idx="28">
                  <c:v>40270</c:v>
                </c:pt>
                <c:pt idx="29">
                  <c:v>40273</c:v>
                </c:pt>
                <c:pt idx="30">
                  <c:v>40274</c:v>
                </c:pt>
                <c:pt idx="31">
                  <c:v>40275</c:v>
                </c:pt>
                <c:pt idx="32">
                  <c:v>40276</c:v>
                </c:pt>
                <c:pt idx="33">
                  <c:v>40277</c:v>
                </c:pt>
                <c:pt idx="34">
                  <c:v>40280</c:v>
                </c:pt>
                <c:pt idx="35">
                  <c:v>40281</c:v>
                </c:pt>
                <c:pt idx="36">
                  <c:v>40282</c:v>
                </c:pt>
                <c:pt idx="37">
                  <c:v>40283</c:v>
                </c:pt>
                <c:pt idx="38">
                  <c:v>40284</c:v>
                </c:pt>
                <c:pt idx="39">
                  <c:v>40287</c:v>
                </c:pt>
                <c:pt idx="40">
                  <c:v>40288</c:v>
                </c:pt>
                <c:pt idx="41">
                  <c:v>40289</c:v>
                </c:pt>
                <c:pt idx="42">
                  <c:v>40290</c:v>
                </c:pt>
                <c:pt idx="43">
                  <c:v>40291</c:v>
                </c:pt>
                <c:pt idx="44">
                  <c:v>40294</c:v>
                </c:pt>
                <c:pt idx="45">
                  <c:v>40295</c:v>
                </c:pt>
                <c:pt idx="46">
                  <c:v>40296</c:v>
                </c:pt>
                <c:pt idx="47">
                  <c:v>40297</c:v>
                </c:pt>
                <c:pt idx="48">
                  <c:v>40298</c:v>
                </c:pt>
                <c:pt idx="49">
                  <c:v>40301</c:v>
                </c:pt>
                <c:pt idx="50">
                  <c:v>40302</c:v>
                </c:pt>
                <c:pt idx="51">
                  <c:v>40304</c:v>
                </c:pt>
                <c:pt idx="52">
                  <c:v>40305</c:v>
                </c:pt>
                <c:pt idx="53">
                  <c:v>40308</c:v>
                </c:pt>
                <c:pt idx="54">
                  <c:v>40309</c:v>
                </c:pt>
                <c:pt idx="55">
                  <c:v>40310</c:v>
                </c:pt>
                <c:pt idx="56">
                  <c:v>40311</c:v>
                </c:pt>
                <c:pt idx="57">
                  <c:v>40312</c:v>
                </c:pt>
                <c:pt idx="58">
                  <c:v>40315</c:v>
                </c:pt>
                <c:pt idx="59">
                  <c:v>40316</c:v>
                </c:pt>
                <c:pt idx="60">
                  <c:v>40317</c:v>
                </c:pt>
                <c:pt idx="61">
                  <c:v>40318</c:v>
                </c:pt>
                <c:pt idx="62">
                  <c:v>40322</c:v>
                </c:pt>
                <c:pt idx="63">
                  <c:v>40323</c:v>
                </c:pt>
                <c:pt idx="64">
                  <c:v>40324</c:v>
                </c:pt>
                <c:pt idx="65">
                  <c:v>40325</c:v>
                </c:pt>
                <c:pt idx="66">
                  <c:v>40326</c:v>
                </c:pt>
                <c:pt idx="67">
                  <c:v>40329</c:v>
                </c:pt>
                <c:pt idx="68">
                  <c:v>40330</c:v>
                </c:pt>
                <c:pt idx="69">
                  <c:v>40332</c:v>
                </c:pt>
                <c:pt idx="70">
                  <c:v>40333</c:v>
                </c:pt>
                <c:pt idx="71">
                  <c:v>40336</c:v>
                </c:pt>
                <c:pt idx="72">
                  <c:v>40337</c:v>
                </c:pt>
                <c:pt idx="73">
                  <c:v>40338</c:v>
                </c:pt>
                <c:pt idx="74">
                  <c:v>40339</c:v>
                </c:pt>
                <c:pt idx="75">
                  <c:v>40340</c:v>
                </c:pt>
                <c:pt idx="76">
                  <c:v>40343</c:v>
                </c:pt>
                <c:pt idx="77">
                  <c:v>40344</c:v>
                </c:pt>
                <c:pt idx="78">
                  <c:v>40345</c:v>
                </c:pt>
                <c:pt idx="79">
                  <c:v>40346</c:v>
                </c:pt>
                <c:pt idx="80">
                  <c:v>40347</c:v>
                </c:pt>
                <c:pt idx="81">
                  <c:v>40350</c:v>
                </c:pt>
                <c:pt idx="82">
                  <c:v>40351</c:v>
                </c:pt>
                <c:pt idx="83">
                  <c:v>40352</c:v>
                </c:pt>
                <c:pt idx="84">
                  <c:v>40353</c:v>
                </c:pt>
                <c:pt idx="85">
                  <c:v>40354</c:v>
                </c:pt>
                <c:pt idx="86">
                  <c:v>40357</c:v>
                </c:pt>
                <c:pt idx="87">
                  <c:v>40358</c:v>
                </c:pt>
                <c:pt idx="88">
                  <c:v>40359</c:v>
                </c:pt>
                <c:pt idx="89">
                  <c:v>40360</c:v>
                </c:pt>
                <c:pt idx="90">
                  <c:v>40361</c:v>
                </c:pt>
                <c:pt idx="91">
                  <c:v>40364</c:v>
                </c:pt>
                <c:pt idx="92">
                  <c:v>40365</c:v>
                </c:pt>
                <c:pt idx="93">
                  <c:v>40366</c:v>
                </c:pt>
                <c:pt idx="94">
                  <c:v>40367</c:v>
                </c:pt>
                <c:pt idx="95">
                  <c:v>40368</c:v>
                </c:pt>
                <c:pt idx="96">
                  <c:v>40371</c:v>
                </c:pt>
                <c:pt idx="97">
                  <c:v>40372</c:v>
                </c:pt>
                <c:pt idx="98">
                  <c:v>40373</c:v>
                </c:pt>
                <c:pt idx="99">
                  <c:v>40374</c:v>
                </c:pt>
                <c:pt idx="100">
                  <c:v>40375</c:v>
                </c:pt>
                <c:pt idx="101">
                  <c:v>40378</c:v>
                </c:pt>
                <c:pt idx="102">
                  <c:v>40379</c:v>
                </c:pt>
                <c:pt idx="103">
                  <c:v>40380</c:v>
                </c:pt>
                <c:pt idx="104">
                  <c:v>40381</c:v>
                </c:pt>
                <c:pt idx="105">
                  <c:v>40382</c:v>
                </c:pt>
                <c:pt idx="106">
                  <c:v>40385</c:v>
                </c:pt>
                <c:pt idx="107">
                  <c:v>40386</c:v>
                </c:pt>
                <c:pt idx="108">
                  <c:v>40387</c:v>
                </c:pt>
                <c:pt idx="109">
                  <c:v>40388</c:v>
                </c:pt>
                <c:pt idx="110">
                  <c:v>40389</c:v>
                </c:pt>
                <c:pt idx="111">
                  <c:v>40392</c:v>
                </c:pt>
                <c:pt idx="112">
                  <c:v>40393</c:v>
                </c:pt>
                <c:pt idx="113">
                  <c:v>40394</c:v>
                </c:pt>
                <c:pt idx="114">
                  <c:v>40395</c:v>
                </c:pt>
                <c:pt idx="115">
                  <c:v>40396</c:v>
                </c:pt>
                <c:pt idx="116">
                  <c:v>40399</c:v>
                </c:pt>
                <c:pt idx="117">
                  <c:v>40400</c:v>
                </c:pt>
                <c:pt idx="118">
                  <c:v>40401</c:v>
                </c:pt>
                <c:pt idx="119">
                  <c:v>40402</c:v>
                </c:pt>
                <c:pt idx="120">
                  <c:v>40403</c:v>
                </c:pt>
                <c:pt idx="121">
                  <c:v>40406</c:v>
                </c:pt>
                <c:pt idx="122">
                  <c:v>40407</c:v>
                </c:pt>
                <c:pt idx="123">
                  <c:v>40408</c:v>
                </c:pt>
                <c:pt idx="124">
                  <c:v>40409</c:v>
                </c:pt>
                <c:pt idx="125">
                  <c:v>40410</c:v>
                </c:pt>
                <c:pt idx="126">
                  <c:v>40413</c:v>
                </c:pt>
                <c:pt idx="127">
                  <c:v>40414</c:v>
                </c:pt>
                <c:pt idx="128">
                  <c:v>40415</c:v>
                </c:pt>
                <c:pt idx="129">
                  <c:v>40416</c:v>
                </c:pt>
                <c:pt idx="130">
                  <c:v>40417</c:v>
                </c:pt>
                <c:pt idx="131">
                  <c:v>40420</c:v>
                </c:pt>
                <c:pt idx="132">
                  <c:v>40421</c:v>
                </c:pt>
                <c:pt idx="133">
                  <c:v>40422</c:v>
                </c:pt>
                <c:pt idx="134">
                  <c:v>40423</c:v>
                </c:pt>
                <c:pt idx="135">
                  <c:v>40424</c:v>
                </c:pt>
                <c:pt idx="136">
                  <c:v>40427</c:v>
                </c:pt>
                <c:pt idx="137">
                  <c:v>40428</c:v>
                </c:pt>
                <c:pt idx="138">
                  <c:v>40429</c:v>
                </c:pt>
                <c:pt idx="139">
                  <c:v>40430</c:v>
                </c:pt>
                <c:pt idx="140">
                  <c:v>40431</c:v>
                </c:pt>
                <c:pt idx="141">
                  <c:v>40434</c:v>
                </c:pt>
                <c:pt idx="142">
                  <c:v>40435</c:v>
                </c:pt>
                <c:pt idx="143">
                  <c:v>40436</c:v>
                </c:pt>
                <c:pt idx="144">
                  <c:v>40437</c:v>
                </c:pt>
                <c:pt idx="145">
                  <c:v>40438</c:v>
                </c:pt>
                <c:pt idx="146">
                  <c:v>40441</c:v>
                </c:pt>
                <c:pt idx="147">
                  <c:v>40445</c:v>
                </c:pt>
                <c:pt idx="148">
                  <c:v>40448</c:v>
                </c:pt>
                <c:pt idx="149">
                  <c:v>40449</c:v>
                </c:pt>
                <c:pt idx="150">
                  <c:v>40450</c:v>
                </c:pt>
                <c:pt idx="151">
                  <c:v>40451</c:v>
                </c:pt>
                <c:pt idx="152">
                  <c:v>40452</c:v>
                </c:pt>
                <c:pt idx="153">
                  <c:v>40455</c:v>
                </c:pt>
                <c:pt idx="154">
                  <c:v>40456</c:v>
                </c:pt>
                <c:pt idx="155">
                  <c:v>40457</c:v>
                </c:pt>
                <c:pt idx="156">
                  <c:v>40458</c:v>
                </c:pt>
                <c:pt idx="157">
                  <c:v>40459</c:v>
                </c:pt>
                <c:pt idx="158">
                  <c:v>40462</c:v>
                </c:pt>
                <c:pt idx="159">
                  <c:v>40463</c:v>
                </c:pt>
                <c:pt idx="160">
                  <c:v>40464</c:v>
                </c:pt>
                <c:pt idx="161">
                  <c:v>40465</c:v>
                </c:pt>
                <c:pt idx="162">
                  <c:v>40466</c:v>
                </c:pt>
                <c:pt idx="163">
                  <c:v>40469</c:v>
                </c:pt>
                <c:pt idx="164">
                  <c:v>40470</c:v>
                </c:pt>
                <c:pt idx="165">
                  <c:v>40471</c:v>
                </c:pt>
                <c:pt idx="166">
                  <c:v>40472</c:v>
                </c:pt>
                <c:pt idx="167">
                  <c:v>40473</c:v>
                </c:pt>
                <c:pt idx="168">
                  <c:v>40476</c:v>
                </c:pt>
                <c:pt idx="169">
                  <c:v>40477</c:v>
                </c:pt>
                <c:pt idx="170">
                  <c:v>40478</c:v>
                </c:pt>
                <c:pt idx="171">
                  <c:v>40479</c:v>
                </c:pt>
                <c:pt idx="172">
                  <c:v>40480</c:v>
                </c:pt>
                <c:pt idx="173">
                  <c:v>40483</c:v>
                </c:pt>
                <c:pt idx="174">
                  <c:v>40484</c:v>
                </c:pt>
                <c:pt idx="175">
                  <c:v>40485</c:v>
                </c:pt>
                <c:pt idx="176">
                  <c:v>40486</c:v>
                </c:pt>
                <c:pt idx="177">
                  <c:v>40487</c:v>
                </c:pt>
                <c:pt idx="178">
                  <c:v>40490</c:v>
                </c:pt>
                <c:pt idx="179">
                  <c:v>40491</c:v>
                </c:pt>
                <c:pt idx="180">
                  <c:v>40492</c:v>
                </c:pt>
                <c:pt idx="181">
                  <c:v>40493</c:v>
                </c:pt>
                <c:pt idx="182">
                  <c:v>40494</c:v>
                </c:pt>
                <c:pt idx="183">
                  <c:v>40497</c:v>
                </c:pt>
                <c:pt idx="184">
                  <c:v>40498</c:v>
                </c:pt>
                <c:pt idx="185">
                  <c:v>40499</c:v>
                </c:pt>
                <c:pt idx="186">
                  <c:v>40500</c:v>
                </c:pt>
                <c:pt idx="187">
                  <c:v>40501</c:v>
                </c:pt>
                <c:pt idx="188">
                  <c:v>40504</c:v>
                </c:pt>
                <c:pt idx="189">
                  <c:v>40505</c:v>
                </c:pt>
                <c:pt idx="190">
                  <c:v>40506</c:v>
                </c:pt>
                <c:pt idx="191">
                  <c:v>40507</c:v>
                </c:pt>
                <c:pt idx="192">
                  <c:v>40508</c:v>
                </c:pt>
                <c:pt idx="193">
                  <c:v>40511</c:v>
                </c:pt>
                <c:pt idx="194">
                  <c:v>40512</c:v>
                </c:pt>
                <c:pt idx="195">
                  <c:v>40513</c:v>
                </c:pt>
                <c:pt idx="196">
                  <c:v>40514</c:v>
                </c:pt>
                <c:pt idx="197">
                  <c:v>40515</c:v>
                </c:pt>
                <c:pt idx="198">
                  <c:v>40518</c:v>
                </c:pt>
                <c:pt idx="199">
                  <c:v>40519</c:v>
                </c:pt>
                <c:pt idx="200">
                  <c:v>40520</c:v>
                </c:pt>
                <c:pt idx="201">
                  <c:v>40521</c:v>
                </c:pt>
                <c:pt idx="202">
                  <c:v>40522</c:v>
                </c:pt>
                <c:pt idx="203">
                  <c:v>40525</c:v>
                </c:pt>
                <c:pt idx="204">
                  <c:v>40526</c:v>
                </c:pt>
                <c:pt idx="205">
                  <c:v>40527</c:v>
                </c:pt>
                <c:pt idx="206">
                  <c:v>40528</c:v>
                </c:pt>
                <c:pt idx="207">
                  <c:v>40529</c:v>
                </c:pt>
                <c:pt idx="208">
                  <c:v>40532</c:v>
                </c:pt>
                <c:pt idx="209">
                  <c:v>40533</c:v>
                </c:pt>
                <c:pt idx="210">
                  <c:v>40534</c:v>
                </c:pt>
                <c:pt idx="211">
                  <c:v>40535</c:v>
                </c:pt>
                <c:pt idx="212">
                  <c:v>40536</c:v>
                </c:pt>
                <c:pt idx="213">
                  <c:v>40539</c:v>
                </c:pt>
                <c:pt idx="214">
                  <c:v>40540</c:v>
                </c:pt>
                <c:pt idx="215">
                  <c:v>40541</c:v>
                </c:pt>
                <c:pt idx="216">
                  <c:v>40542</c:v>
                </c:pt>
                <c:pt idx="217">
                  <c:v>40546</c:v>
                </c:pt>
                <c:pt idx="218">
                  <c:v>40547</c:v>
                </c:pt>
                <c:pt idx="219">
                  <c:v>40548</c:v>
                </c:pt>
                <c:pt idx="220">
                  <c:v>40549</c:v>
                </c:pt>
                <c:pt idx="221">
                  <c:v>40550</c:v>
                </c:pt>
                <c:pt idx="222">
                  <c:v>40553</c:v>
                </c:pt>
                <c:pt idx="223">
                  <c:v>40554</c:v>
                </c:pt>
                <c:pt idx="224">
                  <c:v>40555</c:v>
                </c:pt>
                <c:pt idx="225">
                  <c:v>40556</c:v>
                </c:pt>
                <c:pt idx="226">
                  <c:v>40557</c:v>
                </c:pt>
                <c:pt idx="227">
                  <c:v>40560</c:v>
                </c:pt>
                <c:pt idx="228">
                  <c:v>40561</c:v>
                </c:pt>
                <c:pt idx="229">
                  <c:v>40562</c:v>
                </c:pt>
                <c:pt idx="230">
                  <c:v>40563</c:v>
                </c:pt>
                <c:pt idx="231">
                  <c:v>40564</c:v>
                </c:pt>
                <c:pt idx="232">
                  <c:v>40567</c:v>
                </c:pt>
                <c:pt idx="233">
                  <c:v>40568</c:v>
                </c:pt>
                <c:pt idx="234">
                  <c:v>40569</c:v>
                </c:pt>
                <c:pt idx="235">
                  <c:v>40570</c:v>
                </c:pt>
                <c:pt idx="236">
                  <c:v>40571</c:v>
                </c:pt>
                <c:pt idx="237">
                  <c:v>40574</c:v>
                </c:pt>
                <c:pt idx="238">
                  <c:v>40575</c:v>
                </c:pt>
                <c:pt idx="239">
                  <c:v>40581</c:v>
                </c:pt>
                <c:pt idx="240">
                  <c:v>40582</c:v>
                </c:pt>
                <c:pt idx="241">
                  <c:v>40583</c:v>
                </c:pt>
                <c:pt idx="242">
                  <c:v>40584</c:v>
                </c:pt>
                <c:pt idx="243">
                  <c:v>40585</c:v>
                </c:pt>
                <c:pt idx="244">
                  <c:v>40588</c:v>
                </c:pt>
                <c:pt idx="245">
                  <c:v>40589</c:v>
                </c:pt>
                <c:pt idx="246">
                  <c:v>40590</c:v>
                </c:pt>
                <c:pt idx="247">
                  <c:v>40591</c:v>
                </c:pt>
                <c:pt idx="248">
                  <c:v>40592</c:v>
                </c:pt>
                <c:pt idx="249">
                  <c:v>40595</c:v>
                </c:pt>
                <c:pt idx="250">
                  <c:v>40596</c:v>
                </c:pt>
                <c:pt idx="251">
                  <c:v>40597</c:v>
                </c:pt>
                <c:pt idx="252">
                  <c:v>40598</c:v>
                </c:pt>
                <c:pt idx="253">
                  <c:v>40599</c:v>
                </c:pt>
                <c:pt idx="254">
                  <c:v>40602</c:v>
                </c:pt>
                <c:pt idx="255">
                  <c:v>40604</c:v>
                </c:pt>
                <c:pt idx="256">
                  <c:v>40605</c:v>
                </c:pt>
                <c:pt idx="257">
                  <c:v>40606</c:v>
                </c:pt>
                <c:pt idx="258">
                  <c:v>40609</c:v>
                </c:pt>
                <c:pt idx="259">
                  <c:v>40610</c:v>
                </c:pt>
                <c:pt idx="260">
                  <c:v>40611</c:v>
                </c:pt>
                <c:pt idx="261">
                  <c:v>40612</c:v>
                </c:pt>
                <c:pt idx="262">
                  <c:v>40613</c:v>
                </c:pt>
                <c:pt idx="263">
                  <c:v>40616</c:v>
                </c:pt>
                <c:pt idx="264">
                  <c:v>40617</c:v>
                </c:pt>
                <c:pt idx="265">
                  <c:v>40618</c:v>
                </c:pt>
                <c:pt idx="266">
                  <c:v>40619</c:v>
                </c:pt>
                <c:pt idx="267">
                  <c:v>40620</c:v>
                </c:pt>
                <c:pt idx="268">
                  <c:v>40623</c:v>
                </c:pt>
                <c:pt idx="269">
                  <c:v>40624</c:v>
                </c:pt>
                <c:pt idx="270">
                  <c:v>40625</c:v>
                </c:pt>
                <c:pt idx="271">
                  <c:v>40626</c:v>
                </c:pt>
                <c:pt idx="272">
                  <c:v>40627</c:v>
                </c:pt>
                <c:pt idx="273">
                  <c:v>40630</c:v>
                </c:pt>
                <c:pt idx="274">
                  <c:v>40631</c:v>
                </c:pt>
                <c:pt idx="275">
                  <c:v>40632</c:v>
                </c:pt>
                <c:pt idx="276">
                  <c:v>40633</c:v>
                </c:pt>
                <c:pt idx="277">
                  <c:v>40634</c:v>
                </c:pt>
                <c:pt idx="278">
                  <c:v>40637</c:v>
                </c:pt>
                <c:pt idx="279">
                  <c:v>40638</c:v>
                </c:pt>
                <c:pt idx="280">
                  <c:v>40639</c:v>
                </c:pt>
                <c:pt idx="281">
                  <c:v>40640</c:v>
                </c:pt>
                <c:pt idx="282">
                  <c:v>40641</c:v>
                </c:pt>
                <c:pt idx="283">
                  <c:v>40644</c:v>
                </c:pt>
                <c:pt idx="284">
                  <c:v>40645</c:v>
                </c:pt>
                <c:pt idx="285">
                  <c:v>40646</c:v>
                </c:pt>
                <c:pt idx="286">
                  <c:v>40647</c:v>
                </c:pt>
                <c:pt idx="287">
                  <c:v>40648</c:v>
                </c:pt>
                <c:pt idx="288">
                  <c:v>40651</c:v>
                </c:pt>
                <c:pt idx="289">
                  <c:v>40652</c:v>
                </c:pt>
                <c:pt idx="290">
                  <c:v>40653</c:v>
                </c:pt>
                <c:pt idx="291">
                  <c:v>40654</c:v>
                </c:pt>
                <c:pt idx="292">
                  <c:v>40655</c:v>
                </c:pt>
                <c:pt idx="293">
                  <c:v>40658</c:v>
                </c:pt>
                <c:pt idx="294">
                  <c:v>40659</c:v>
                </c:pt>
                <c:pt idx="295">
                  <c:v>40660</c:v>
                </c:pt>
                <c:pt idx="296">
                  <c:v>40661</c:v>
                </c:pt>
                <c:pt idx="297">
                  <c:v>40662</c:v>
                </c:pt>
                <c:pt idx="298">
                  <c:v>40665</c:v>
                </c:pt>
                <c:pt idx="299">
                  <c:v>40666</c:v>
                </c:pt>
                <c:pt idx="300">
                  <c:v>40667</c:v>
                </c:pt>
                <c:pt idx="301">
                  <c:v>40669</c:v>
                </c:pt>
                <c:pt idx="302">
                  <c:v>40672</c:v>
                </c:pt>
                <c:pt idx="303">
                  <c:v>40674</c:v>
                </c:pt>
                <c:pt idx="304">
                  <c:v>40675</c:v>
                </c:pt>
                <c:pt idx="305">
                  <c:v>40676</c:v>
                </c:pt>
                <c:pt idx="306">
                  <c:v>40679</c:v>
                </c:pt>
                <c:pt idx="307">
                  <c:v>40680</c:v>
                </c:pt>
                <c:pt idx="308">
                  <c:v>40681</c:v>
                </c:pt>
                <c:pt idx="309">
                  <c:v>40682</c:v>
                </c:pt>
                <c:pt idx="310">
                  <c:v>40683</c:v>
                </c:pt>
                <c:pt idx="311">
                  <c:v>40686</c:v>
                </c:pt>
                <c:pt idx="312">
                  <c:v>40687</c:v>
                </c:pt>
                <c:pt idx="313">
                  <c:v>40688</c:v>
                </c:pt>
                <c:pt idx="314">
                  <c:v>40689</c:v>
                </c:pt>
                <c:pt idx="315">
                  <c:v>40690</c:v>
                </c:pt>
                <c:pt idx="316">
                  <c:v>40693</c:v>
                </c:pt>
                <c:pt idx="317">
                  <c:v>40694</c:v>
                </c:pt>
                <c:pt idx="318">
                  <c:v>40695</c:v>
                </c:pt>
                <c:pt idx="319">
                  <c:v>40696</c:v>
                </c:pt>
                <c:pt idx="320">
                  <c:v>40697</c:v>
                </c:pt>
                <c:pt idx="321">
                  <c:v>40701</c:v>
                </c:pt>
                <c:pt idx="322">
                  <c:v>40702</c:v>
                </c:pt>
                <c:pt idx="323">
                  <c:v>40703</c:v>
                </c:pt>
                <c:pt idx="324">
                  <c:v>40704</c:v>
                </c:pt>
                <c:pt idx="325">
                  <c:v>40707</c:v>
                </c:pt>
                <c:pt idx="326">
                  <c:v>40708</c:v>
                </c:pt>
                <c:pt idx="327">
                  <c:v>40709</c:v>
                </c:pt>
                <c:pt idx="328">
                  <c:v>40710</c:v>
                </c:pt>
                <c:pt idx="329">
                  <c:v>40711</c:v>
                </c:pt>
                <c:pt idx="330">
                  <c:v>40714</c:v>
                </c:pt>
                <c:pt idx="331">
                  <c:v>40715</c:v>
                </c:pt>
                <c:pt idx="332">
                  <c:v>40716</c:v>
                </c:pt>
                <c:pt idx="333">
                  <c:v>40717</c:v>
                </c:pt>
                <c:pt idx="334">
                  <c:v>40718</c:v>
                </c:pt>
                <c:pt idx="335">
                  <c:v>40721</c:v>
                </c:pt>
                <c:pt idx="336">
                  <c:v>40722</c:v>
                </c:pt>
                <c:pt idx="337">
                  <c:v>40723</c:v>
                </c:pt>
                <c:pt idx="338">
                  <c:v>40724</c:v>
                </c:pt>
                <c:pt idx="339">
                  <c:v>40725</c:v>
                </c:pt>
                <c:pt idx="340">
                  <c:v>40728</c:v>
                </c:pt>
                <c:pt idx="341">
                  <c:v>40729</c:v>
                </c:pt>
                <c:pt idx="342">
                  <c:v>40730</c:v>
                </c:pt>
                <c:pt idx="343">
                  <c:v>40731</c:v>
                </c:pt>
                <c:pt idx="344">
                  <c:v>40732</c:v>
                </c:pt>
                <c:pt idx="345">
                  <c:v>40735</c:v>
                </c:pt>
                <c:pt idx="346">
                  <c:v>40736</c:v>
                </c:pt>
                <c:pt idx="347">
                  <c:v>40737</c:v>
                </c:pt>
                <c:pt idx="348">
                  <c:v>40738</c:v>
                </c:pt>
                <c:pt idx="349">
                  <c:v>40739</c:v>
                </c:pt>
                <c:pt idx="350">
                  <c:v>40742</c:v>
                </c:pt>
                <c:pt idx="351">
                  <c:v>40743</c:v>
                </c:pt>
                <c:pt idx="352">
                  <c:v>40744</c:v>
                </c:pt>
                <c:pt idx="353">
                  <c:v>40745</c:v>
                </c:pt>
                <c:pt idx="354">
                  <c:v>40746</c:v>
                </c:pt>
                <c:pt idx="355">
                  <c:v>40749</c:v>
                </c:pt>
                <c:pt idx="356">
                  <c:v>40750</c:v>
                </c:pt>
                <c:pt idx="357">
                  <c:v>40751</c:v>
                </c:pt>
                <c:pt idx="358">
                  <c:v>40752</c:v>
                </c:pt>
                <c:pt idx="359">
                  <c:v>40753</c:v>
                </c:pt>
                <c:pt idx="360">
                  <c:v>40756</c:v>
                </c:pt>
                <c:pt idx="361">
                  <c:v>40757</c:v>
                </c:pt>
                <c:pt idx="362">
                  <c:v>40758</c:v>
                </c:pt>
                <c:pt idx="363">
                  <c:v>40759</c:v>
                </c:pt>
                <c:pt idx="364">
                  <c:v>40760</c:v>
                </c:pt>
                <c:pt idx="365">
                  <c:v>40763</c:v>
                </c:pt>
                <c:pt idx="366">
                  <c:v>40764</c:v>
                </c:pt>
                <c:pt idx="367">
                  <c:v>40765</c:v>
                </c:pt>
                <c:pt idx="368">
                  <c:v>40766</c:v>
                </c:pt>
                <c:pt idx="369">
                  <c:v>40767</c:v>
                </c:pt>
                <c:pt idx="370">
                  <c:v>40771</c:v>
                </c:pt>
                <c:pt idx="371">
                  <c:v>40772</c:v>
                </c:pt>
                <c:pt idx="372">
                  <c:v>40773</c:v>
                </c:pt>
                <c:pt idx="373">
                  <c:v>40774</c:v>
                </c:pt>
                <c:pt idx="374">
                  <c:v>40777</c:v>
                </c:pt>
                <c:pt idx="375">
                  <c:v>40778</c:v>
                </c:pt>
                <c:pt idx="376">
                  <c:v>40779</c:v>
                </c:pt>
                <c:pt idx="377">
                  <c:v>40780</c:v>
                </c:pt>
                <c:pt idx="378">
                  <c:v>40781</c:v>
                </c:pt>
                <c:pt idx="379">
                  <c:v>40784</c:v>
                </c:pt>
                <c:pt idx="380">
                  <c:v>40785</c:v>
                </c:pt>
                <c:pt idx="381">
                  <c:v>40786</c:v>
                </c:pt>
                <c:pt idx="382">
                  <c:v>40787</c:v>
                </c:pt>
                <c:pt idx="383">
                  <c:v>40788</c:v>
                </c:pt>
                <c:pt idx="384">
                  <c:v>40791</c:v>
                </c:pt>
                <c:pt idx="385">
                  <c:v>40792</c:v>
                </c:pt>
                <c:pt idx="386">
                  <c:v>40793</c:v>
                </c:pt>
                <c:pt idx="387">
                  <c:v>40794</c:v>
                </c:pt>
                <c:pt idx="388">
                  <c:v>40795</c:v>
                </c:pt>
                <c:pt idx="389">
                  <c:v>40800</c:v>
                </c:pt>
                <c:pt idx="390">
                  <c:v>40801</c:v>
                </c:pt>
                <c:pt idx="391">
                  <c:v>40802</c:v>
                </c:pt>
                <c:pt idx="392">
                  <c:v>40805</c:v>
                </c:pt>
                <c:pt idx="393">
                  <c:v>40806</c:v>
                </c:pt>
                <c:pt idx="394">
                  <c:v>40807</c:v>
                </c:pt>
                <c:pt idx="395">
                  <c:v>40808</c:v>
                </c:pt>
                <c:pt idx="396">
                  <c:v>40809</c:v>
                </c:pt>
                <c:pt idx="397">
                  <c:v>40812</c:v>
                </c:pt>
                <c:pt idx="398">
                  <c:v>40813</c:v>
                </c:pt>
                <c:pt idx="399">
                  <c:v>40814</c:v>
                </c:pt>
                <c:pt idx="400">
                  <c:v>40815</c:v>
                </c:pt>
                <c:pt idx="401">
                  <c:v>40816</c:v>
                </c:pt>
                <c:pt idx="402">
                  <c:v>40820</c:v>
                </c:pt>
                <c:pt idx="403">
                  <c:v>40821</c:v>
                </c:pt>
                <c:pt idx="404">
                  <c:v>40822</c:v>
                </c:pt>
                <c:pt idx="405">
                  <c:v>40823</c:v>
                </c:pt>
                <c:pt idx="406">
                  <c:v>40826</c:v>
                </c:pt>
                <c:pt idx="407">
                  <c:v>40827</c:v>
                </c:pt>
                <c:pt idx="408">
                  <c:v>40828</c:v>
                </c:pt>
                <c:pt idx="409">
                  <c:v>40829</c:v>
                </c:pt>
                <c:pt idx="410">
                  <c:v>40830</c:v>
                </c:pt>
                <c:pt idx="411">
                  <c:v>40833</c:v>
                </c:pt>
                <c:pt idx="412">
                  <c:v>40834</c:v>
                </c:pt>
                <c:pt idx="413">
                  <c:v>40835</c:v>
                </c:pt>
                <c:pt idx="414">
                  <c:v>40836</c:v>
                </c:pt>
                <c:pt idx="415">
                  <c:v>40837</c:v>
                </c:pt>
                <c:pt idx="416">
                  <c:v>40840</c:v>
                </c:pt>
                <c:pt idx="417">
                  <c:v>40841</c:v>
                </c:pt>
                <c:pt idx="418">
                  <c:v>40842</c:v>
                </c:pt>
                <c:pt idx="419">
                  <c:v>40843</c:v>
                </c:pt>
                <c:pt idx="420">
                  <c:v>40844</c:v>
                </c:pt>
                <c:pt idx="421">
                  <c:v>40847</c:v>
                </c:pt>
                <c:pt idx="422">
                  <c:v>40848</c:v>
                </c:pt>
                <c:pt idx="423">
                  <c:v>40849</c:v>
                </c:pt>
                <c:pt idx="424">
                  <c:v>40850</c:v>
                </c:pt>
                <c:pt idx="425">
                  <c:v>40851</c:v>
                </c:pt>
                <c:pt idx="426">
                  <c:v>40854</c:v>
                </c:pt>
                <c:pt idx="427">
                  <c:v>40855</c:v>
                </c:pt>
                <c:pt idx="428">
                  <c:v>40856</c:v>
                </c:pt>
                <c:pt idx="429">
                  <c:v>40857</c:v>
                </c:pt>
                <c:pt idx="430">
                  <c:v>40858</c:v>
                </c:pt>
                <c:pt idx="431">
                  <c:v>40861</c:v>
                </c:pt>
                <c:pt idx="432">
                  <c:v>40862</c:v>
                </c:pt>
                <c:pt idx="433">
                  <c:v>40863</c:v>
                </c:pt>
                <c:pt idx="434">
                  <c:v>40864</c:v>
                </c:pt>
                <c:pt idx="435">
                  <c:v>40865</c:v>
                </c:pt>
                <c:pt idx="436">
                  <c:v>40868</c:v>
                </c:pt>
                <c:pt idx="437">
                  <c:v>40869</c:v>
                </c:pt>
                <c:pt idx="438">
                  <c:v>40870</c:v>
                </c:pt>
                <c:pt idx="439">
                  <c:v>40871</c:v>
                </c:pt>
                <c:pt idx="440">
                  <c:v>40872</c:v>
                </c:pt>
                <c:pt idx="441">
                  <c:v>40875</c:v>
                </c:pt>
                <c:pt idx="442">
                  <c:v>40876</c:v>
                </c:pt>
                <c:pt idx="443">
                  <c:v>40877</c:v>
                </c:pt>
                <c:pt idx="444">
                  <c:v>40878</c:v>
                </c:pt>
                <c:pt idx="445">
                  <c:v>40879</c:v>
                </c:pt>
                <c:pt idx="446">
                  <c:v>40882</c:v>
                </c:pt>
                <c:pt idx="447">
                  <c:v>40883</c:v>
                </c:pt>
                <c:pt idx="448">
                  <c:v>40884</c:v>
                </c:pt>
                <c:pt idx="449">
                  <c:v>40885</c:v>
                </c:pt>
                <c:pt idx="450">
                  <c:v>40886</c:v>
                </c:pt>
                <c:pt idx="451">
                  <c:v>40889</c:v>
                </c:pt>
                <c:pt idx="452">
                  <c:v>40890</c:v>
                </c:pt>
                <c:pt idx="453">
                  <c:v>40891</c:v>
                </c:pt>
                <c:pt idx="454">
                  <c:v>40892</c:v>
                </c:pt>
                <c:pt idx="455">
                  <c:v>40893</c:v>
                </c:pt>
                <c:pt idx="456">
                  <c:v>40896</c:v>
                </c:pt>
                <c:pt idx="457">
                  <c:v>40897</c:v>
                </c:pt>
                <c:pt idx="458">
                  <c:v>40898</c:v>
                </c:pt>
                <c:pt idx="459">
                  <c:v>40899</c:v>
                </c:pt>
                <c:pt idx="460">
                  <c:v>40900</c:v>
                </c:pt>
                <c:pt idx="461">
                  <c:v>40903</c:v>
                </c:pt>
                <c:pt idx="462">
                  <c:v>40904</c:v>
                </c:pt>
                <c:pt idx="463">
                  <c:v>40905</c:v>
                </c:pt>
                <c:pt idx="464">
                  <c:v>40906</c:v>
                </c:pt>
                <c:pt idx="465">
                  <c:v>40910</c:v>
                </c:pt>
                <c:pt idx="466">
                  <c:v>40911</c:v>
                </c:pt>
                <c:pt idx="467">
                  <c:v>40912</c:v>
                </c:pt>
                <c:pt idx="468">
                  <c:v>40913</c:v>
                </c:pt>
                <c:pt idx="469">
                  <c:v>40914</c:v>
                </c:pt>
                <c:pt idx="470">
                  <c:v>40917</c:v>
                </c:pt>
                <c:pt idx="471">
                  <c:v>40918</c:v>
                </c:pt>
                <c:pt idx="472">
                  <c:v>40919</c:v>
                </c:pt>
                <c:pt idx="473">
                  <c:v>40920</c:v>
                </c:pt>
                <c:pt idx="474">
                  <c:v>40921</c:v>
                </c:pt>
                <c:pt idx="475">
                  <c:v>40924</c:v>
                </c:pt>
                <c:pt idx="476">
                  <c:v>40925</c:v>
                </c:pt>
                <c:pt idx="477">
                  <c:v>40926</c:v>
                </c:pt>
                <c:pt idx="478">
                  <c:v>40927</c:v>
                </c:pt>
                <c:pt idx="479">
                  <c:v>40928</c:v>
                </c:pt>
                <c:pt idx="480">
                  <c:v>40933</c:v>
                </c:pt>
                <c:pt idx="481">
                  <c:v>40934</c:v>
                </c:pt>
                <c:pt idx="482">
                  <c:v>40935</c:v>
                </c:pt>
                <c:pt idx="483">
                  <c:v>40938</c:v>
                </c:pt>
                <c:pt idx="484">
                  <c:v>40939</c:v>
                </c:pt>
                <c:pt idx="485">
                  <c:v>40940</c:v>
                </c:pt>
                <c:pt idx="486">
                  <c:v>40941</c:v>
                </c:pt>
                <c:pt idx="487">
                  <c:v>40942</c:v>
                </c:pt>
                <c:pt idx="488">
                  <c:v>40945</c:v>
                </c:pt>
                <c:pt idx="489">
                  <c:v>40946</c:v>
                </c:pt>
                <c:pt idx="490">
                  <c:v>40947</c:v>
                </c:pt>
                <c:pt idx="491">
                  <c:v>40948</c:v>
                </c:pt>
                <c:pt idx="492">
                  <c:v>40949</c:v>
                </c:pt>
                <c:pt idx="493">
                  <c:v>40952</c:v>
                </c:pt>
                <c:pt idx="494">
                  <c:v>40953</c:v>
                </c:pt>
                <c:pt idx="495">
                  <c:v>40954</c:v>
                </c:pt>
                <c:pt idx="496">
                  <c:v>40955</c:v>
                </c:pt>
                <c:pt idx="497">
                  <c:v>40956</c:v>
                </c:pt>
                <c:pt idx="498">
                  <c:v>40959</c:v>
                </c:pt>
                <c:pt idx="499">
                  <c:v>40960</c:v>
                </c:pt>
                <c:pt idx="500">
                  <c:v>40961</c:v>
                </c:pt>
                <c:pt idx="501">
                  <c:v>40962</c:v>
                </c:pt>
                <c:pt idx="502">
                  <c:v>40963</c:v>
                </c:pt>
                <c:pt idx="503">
                  <c:v>40966</c:v>
                </c:pt>
                <c:pt idx="504">
                  <c:v>40967</c:v>
                </c:pt>
                <c:pt idx="505">
                  <c:v>40968</c:v>
                </c:pt>
                <c:pt idx="506">
                  <c:v>40970</c:v>
                </c:pt>
                <c:pt idx="507">
                  <c:v>40973</c:v>
                </c:pt>
                <c:pt idx="508">
                  <c:v>40974</c:v>
                </c:pt>
                <c:pt idx="509">
                  <c:v>40975</c:v>
                </c:pt>
                <c:pt idx="510">
                  <c:v>40976</c:v>
                </c:pt>
                <c:pt idx="511">
                  <c:v>40977</c:v>
                </c:pt>
                <c:pt idx="512">
                  <c:v>40980</c:v>
                </c:pt>
                <c:pt idx="513">
                  <c:v>40981</c:v>
                </c:pt>
                <c:pt idx="514">
                  <c:v>40982</c:v>
                </c:pt>
                <c:pt idx="515">
                  <c:v>40983</c:v>
                </c:pt>
                <c:pt idx="516">
                  <c:v>40984</c:v>
                </c:pt>
                <c:pt idx="517">
                  <c:v>40987</c:v>
                </c:pt>
                <c:pt idx="518">
                  <c:v>40988</c:v>
                </c:pt>
                <c:pt idx="519">
                  <c:v>40989</c:v>
                </c:pt>
                <c:pt idx="520">
                  <c:v>40990</c:v>
                </c:pt>
                <c:pt idx="521">
                  <c:v>40991</c:v>
                </c:pt>
                <c:pt idx="522">
                  <c:v>40994</c:v>
                </c:pt>
                <c:pt idx="523">
                  <c:v>40995</c:v>
                </c:pt>
                <c:pt idx="524">
                  <c:v>40996</c:v>
                </c:pt>
                <c:pt idx="525">
                  <c:v>40997</c:v>
                </c:pt>
                <c:pt idx="526">
                  <c:v>40998</c:v>
                </c:pt>
                <c:pt idx="527">
                  <c:v>41001</c:v>
                </c:pt>
                <c:pt idx="528">
                  <c:v>41002</c:v>
                </c:pt>
                <c:pt idx="529">
                  <c:v>41003</c:v>
                </c:pt>
                <c:pt idx="530">
                  <c:v>41004</c:v>
                </c:pt>
                <c:pt idx="531">
                  <c:v>41005</c:v>
                </c:pt>
                <c:pt idx="532">
                  <c:v>41008</c:v>
                </c:pt>
                <c:pt idx="533">
                  <c:v>41009</c:v>
                </c:pt>
                <c:pt idx="534">
                  <c:v>41011</c:v>
                </c:pt>
                <c:pt idx="535">
                  <c:v>41012</c:v>
                </c:pt>
                <c:pt idx="536">
                  <c:v>41015</c:v>
                </c:pt>
                <c:pt idx="537">
                  <c:v>41016</c:v>
                </c:pt>
                <c:pt idx="538">
                  <c:v>41017</c:v>
                </c:pt>
                <c:pt idx="539">
                  <c:v>41018</c:v>
                </c:pt>
                <c:pt idx="540">
                  <c:v>41019</c:v>
                </c:pt>
                <c:pt idx="541">
                  <c:v>41022</c:v>
                </c:pt>
                <c:pt idx="542">
                  <c:v>41023</c:v>
                </c:pt>
                <c:pt idx="543">
                  <c:v>41024</c:v>
                </c:pt>
                <c:pt idx="544">
                  <c:v>41025</c:v>
                </c:pt>
                <c:pt idx="545">
                  <c:v>41026</c:v>
                </c:pt>
                <c:pt idx="546">
                  <c:v>41029</c:v>
                </c:pt>
                <c:pt idx="547">
                  <c:v>41031</c:v>
                </c:pt>
                <c:pt idx="548">
                  <c:v>41032</c:v>
                </c:pt>
                <c:pt idx="549">
                  <c:v>41033</c:v>
                </c:pt>
                <c:pt idx="550">
                  <c:v>41036</c:v>
                </c:pt>
                <c:pt idx="551">
                  <c:v>41037</c:v>
                </c:pt>
                <c:pt idx="552">
                  <c:v>41038</c:v>
                </c:pt>
                <c:pt idx="553">
                  <c:v>41039</c:v>
                </c:pt>
                <c:pt idx="554">
                  <c:v>41040</c:v>
                </c:pt>
                <c:pt idx="555">
                  <c:v>41043</c:v>
                </c:pt>
                <c:pt idx="556">
                  <c:v>41044</c:v>
                </c:pt>
                <c:pt idx="557">
                  <c:v>41045</c:v>
                </c:pt>
                <c:pt idx="558">
                  <c:v>41046</c:v>
                </c:pt>
                <c:pt idx="559">
                  <c:v>41047</c:v>
                </c:pt>
                <c:pt idx="560">
                  <c:v>41050</c:v>
                </c:pt>
                <c:pt idx="561">
                  <c:v>41051</c:v>
                </c:pt>
                <c:pt idx="562">
                  <c:v>41052</c:v>
                </c:pt>
                <c:pt idx="563">
                  <c:v>41053</c:v>
                </c:pt>
                <c:pt idx="564">
                  <c:v>41054</c:v>
                </c:pt>
                <c:pt idx="565">
                  <c:v>41058</c:v>
                </c:pt>
                <c:pt idx="566">
                  <c:v>41059</c:v>
                </c:pt>
                <c:pt idx="567">
                  <c:v>41060</c:v>
                </c:pt>
                <c:pt idx="568">
                  <c:v>41061</c:v>
                </c:pt>
                <c:pt idx="569">
                  <c:v>41064</c:v>
                </c:pt>
                <c:pt idx="570">
                  <c:v>41065</c:v>
                </c:pt>
                <c:pt idx="571">
                  <c:v>41067</c:v>
                </c:pt>
                <c:pt idx="572">
                  <c:v>41068</c:v>
                </c:pt>
                <c:pt idx="573">
                  <c:v>41071</c:v>
                </c:pt>
                <c:pt idx="574">
                  <c:v>41072</c:v>
                </c:pt>
                <c:pt idx="575">
                  <c:v>41073</c:v>
                </c:pt>
                <c:pt idx="576">
                  <c:v>41074</c:v>
                </c:pt>
                <c:pt idx="577">
                  <c:v>41075</c:v>
                </c:pt>
                <c:pt idx="578">
                  <c:v>41078</c:v>
                </c:pt>
                <c:pt idx="579">
                  <c:v>41079</c:v>
                </c:pt>
                <c:pt idx="580">
                  <c:v>41080</c:v>
                </c:pt>
                <c:pt idx="581">
                  <c:v>41081</c:v>
                </c:pt>
                <c:pt idx="582">
                  <c:v>41082</c:v>
                </c:pt>
                <c:pt idx="583">
                  <c:v>41085</c:v>
                </c:pt>
                <c:pt idx="584">
                  <c:v>41086</c:v>
                </c:pt>
                <c:pt idx="585">
                  <c:v>41087</c:v>
                </c:pt>
                <c:pt idx="586">
                  <c:v>41088</c:v>
                </c:pt>
                <c:pt idx="587">
                  <c:v>41089</c:v>
                </c:pt>
                <c:pt idx="588">
                  <c:v>41092</c:v>
                </c:pt>
                <c:pt idx="589">
                  <c:v>41093</c:v>
                </c:pt>
                <c:pt idx="590">
                  <c:v>41094</c:v>
                </c:pt>
                <c:pt idx="591">
                  <c:v>41095</c:v>
                </c:pt>
                <c:pt idx="592">
                  <c:v>41096</c:v>
                </c:pt>
                <c:pt idx="593">
                  <c:v>41099</c:v>
                </c:pt>
                <c:pt idx="594">
                  <c:v>41100</c:v>
                </c:pt>
                <c:pt idx="595">
                  <c:v>41101</c:v>
                </c:pt>
                <c:pt idx="596">
                  <c:v>41102</c:v>
                </c:pt>
                <c:pt idx="597">
                  <c:v>41103</c:v>
                </c:pt>
                <c:pt idx="598">
                  <c:v>41106</c:v>
                </c:pt>
                <c:pt idx="599">
                  <c:v>41107</c:v>
                </c:pt>
                <c:pt idx="600">
                  <c:v>41108</c:v>
                </c:pt>
                <c:pt idx="601">
                  <c:v>41109</c:v>
                </c:pt>
                <c:pt idx="602">
                  <c:v>41110</c:v>
                </c:pt>
                <c:pt idx="603">
                  <c:v>41113</c:v>
                </c:pt>
                <c:pt idx="604">
                  <c:v>41114</c:v>
                </c:pt>
                <c:pt idx="605">
                  <c:v>41115</c:v>
                </c:pt>
                <c:pt idx="606">
                  <c:v>41116</c:v>
                </c:pt>
                <c:pt idx="607">
                  <c:v>41117</c:v>
                </c:pt>
                <c:pt idx="608">
                  <c:v>41120</c:v>
                </c:pt>
                <c:pt idx="609">
                  <c:v>41121</c:v>
                </c:pt>
                <c:pt idx="610">
                  <c:v>41122</c:v>
                </c:pt>
                <c:pt idx="611">
                  <c:v>41123</c:v>
                </c:pt>
                <c:pt idx="612">
                  <c:v>41124</c:v>
                </c:pt>
                <c:pt idx="613">
                  <c:v>41127</c:v>
                </c:pt>
                <c:pt idx="614">
                  <c:v>41128</c:v>
                </c:pt>
                <c:pt idx="615">
                  <c:v>41129</c:v>
                </c:pt>
                <c:pt idx="616">
                  <c:v>41130</c:v>
                </c:pt>
                <c:pt idx="617">
                  <c:v>41131</c:v>
                </c:pt>
                <c:pt idx="618">
                  <c:v>41134</c:v>
                </c:pt>
                <c:pt idx="619">
                  <c:v>41135</c:v>
                </c:pt>
                <c:pt idx="620">
                  <c:v>41137</c:v>
                </c:pt>
                <c:pt idx="621">
                  <c:v>41138</c:v>
                </c:pt>
                <c:pt idx="622">
                  <c:v>41141</c:v>
                </c:pt>
                <c:pt idx="623">
                  <c:v>41142</c:v>
                </c:pt>
                <c:pt idx="624">
                  <c:v>41143</c:v>
                </c:pt>
                <c:pt idx="625">
                  <c:v>41144</c:v>
                </c:pt>
                <c:pt idx="626">
                  <c:v>41145</c:v>
                </c:pt>
                <c:pt idx="627">
                  <c:v>41148</c:v>
                </c:pt>
                <c:pt idx="628">
                  <c:v>41149</c:v>
                </c:pt>
                <c:pt idx="629">
                  <c:v>41150</c:v>
                </c:pt>
                <c:pt idx="630">
                  <c:v>41151</c:v>
                </c:pt>
                <c:pt idx="631">
                  <c:v>41152</c:v>
                </c:pt>
                <c:pt idx="632">
                  <c:v>41155</c:v>
                </c:pt>
                <c:pt idx="633">
                  <c:v>41156</c:v>
                </c:pt>
                <c:pt idx="634">
                  <c:v>41157</c:v>
                </c:pt>
                <c:pt idx="635">
                  <c:v>41158</c:v>
                </c:pt>
                <c:pt idx="636">
                  <c:v>41159</c:v>
                </c:pt>
                <c:pt idx="637">
                  <c:v>41162</c:v>
                </c:pt>
                <c:pt idx="638">
                  <c:v>41163</c:v>
                </c:pt>
                <c:pt idx="639">
                  <c:v>41164</c:v>
                </c:pt>
                <c:pt idx="640">
                  <c:v>41165</c:v>
                </c:pt>
                <c:pt idx="641">
                  <c:v>41166</c:v>
                </c:pt>
                <c:pt idx="642">
                  <c:v>41169</c:v>
                </c:pt>
                <c:pt idx="643">
                  <c:v>41170</c:v>
                </c:pt>
                <c:pt idx="644">
                  <c:v>41171</c:v>
                </c:pt>
                <c:pt idx="645">
                  <c:v>41172</c:v>
                </c:pt>
                <c:pt idx="646">
                  <c:v>41173</c:v>
                </c:pt>
                <c:pt idx="647">
                  <c:v>41176</c:v>
                </c:pt>
                <c:pt idx="648">
                  <c:v>41177</c:v>
                </c:pt>
                <c:pt idx="649">
                  <c:v>41178</c:v>
                </c:pt>
                <c:pt idx="650">
                  <c:v>41179</c:v>
                </c:pt>
                <c:pt idx="651">
                  <c:v>41180</c:v>
                </c:pt>
                <c:pt idx="652">
                  <c:v>41184</c:v>
                </c:pt>
                <c:pt idx="653">
                  <c:v>41186</c:v>
                </c:pt>
                <c:pt idx="654">
                  <c:v>41187</c:v>
                </c:pt>
                <c:pt idx="655">
                  <c:v>41190</c:v>
                </c:pt>
                <c:pt idx="656">
                  <c:v>41191</c:v>
                </c:pt>
                <c:pt idx="657">
                  <c:v>41192</c:v>
                </c:pt>
                <c:pt idx="658">
                  <c:v>41193</c:v>
                </c:pt>
                <c:pt idx="659">
                  <c:v>41194</c:v>
                </c:pt>
                <c:pt idx="660">
                  <c:v>41197</c:v>
                </c:pt>
                <c:pt idx="661">
                  <c:v>41198</c:v>
                </c:pt>
                <c:pt idx="662">
                  <c:v>41199</c:v>
                </c:pt>
                <c:pt idx="663">
                  <c:v>41200</c:v>
                </c:pt>
                <c:pt idx="664">
                  <c:v>41201</c:v>
                </c:pt>
                <c:pt idx="665">
                  <c:v>41204</c:v>
                </c:pt>
                <c:pt idx="666">
                  <c:v>41205</c:v>
                </c:pt>
                <c:pt idx="667">
                  <c:v>41206</c:v>
                </c:pt>
                <c:pt idx="668">
                  <c:v>41207</c:v>
                </c:pt>
                <c:pt idx="669">
                  <c:v>41208</c:v>
                </c:pt>
                <c:pt idx="670">
                  <c:v>41211</c:v>
                </c:pt>
                <c:pt idx="671">
                  <c:v>41212</c:v>
                </c:pt>
                <c:pt idx="672">
                  <c:v>41213</c:v>
                </c:pt>
                <c:pt idx="673">
                  <c:v>41214</c:v>
                </c:pt>
                <c:pt idx="674">
                  <c:v>41215</c:v>
                </c:pt>
                <c:pt idx="675">
                  <c:v>41218</c:v>
                </c:pt>
                <c:pt idx="676">
                  <c:v>41219</c:v>
                </c:pt>
                <c:pt idx="677">
                  <c:v>41220</c:v>
                </c:pt>
                <c:pt idx="678">
                  <c:v>41221</c:v>
                </c:pt>
                <c:pt idx="679">
                  <c:v>41222</c:v>
                </c:pt>
                <c:pt idx="680">
                  <c:v>41225</c:v>
                </c:pt>
                <c:pt idx="681">
                  <c:v>41226</c:v>
                </c:pt>
                <c:pt idx="682">
                  <c:v>41227</c:v>
                </c:pt>
                <c:pt idx="683">
                  <c:v>41228</c:v>
                </c:pt>
                <c:pt idx="684">
                  <c:v>41229</c:v>
                </c:pt>
                <c:pt idx="685">
                  <c:v>41232</c:v>
                </c:pt>
                <c:pt idx="686">
                  <c:v>41233</c:v>
                </c:pt>
                <c:pt idx="687">
                  <c:v>41234</c:v>
                </c:pt>
                <c:pt idx="688">
                  <c:v>41235</c:v>
                </c:pt>
                <c:pt idx="689">
                  <c:v>41236</c:v>
                </c:pt>
                <c:pt idx="690">
                  <c:v>41239</c:v>
                </c:pt>
                <c:pt idx="691">
                  <c:v>41240</c:v>
                </c:pt>
                <c:pt idx="692">
                  <c:v>41241</c:v>
                </c:pt>
                <c:pt idx="693">
                  <c:v>41242</c:v>
                </c:pt>
                <c:pt idx="694">
                  <c:v>41243</c:v>
                </c:pt>
                <c:pt idx="695">
                  <c:v>41246</c:v>
                </c:pt>
                <c:pt idx="696">
                  <c:v>41247</c:v>
                </c:pt>
                <c:pt idx="697">
                  <c:v>41248</c:v>
                </c:pt>
                <c:pt idx="698">
                  <c:v>41249</c:v>
                </c:pt>
                <c:pt idx="699">
                  <c:v>41250</c:v>
                </c:pt>
                <c:pt idx="700">
                  <c:v>41253</c:v>
                </c:pt>
                <c:pt idx="701">
                  <c:v>41254</c:v>
                </c:pt>
                <c:pt idx="702">
                  <c:v>41255</c:v>
                </c:pt>
                <c:pt idx="703">
                  <c:v>41256</c:v>
                </c:pt>
                <c:pt idx="704">
                  <c:v>41257</c:v>
                </c:pt>
                <c:pt idx="705">
                  <c:v>41260</c:v>
                </c:pt>
                <c:pt idx="706">
                  <c:v>41261</c:v>
                </c:pt>
                <c:pt idx="707">
                  <c:v>41263</c:v>
                </c:pt>
                <c:pt idx="708">
                  <c:v>41264</c:v>
                </c:pt>
                <c:pt idx="709">
                  <c:v>41267</c:v>
                </c:pt>
                <c:pt idx="710">
                  <c:v>41269</c:v>
                </c:pt>
                <c:pt idx="711">
                  <c:v>41270</c:v>
                </c:pt>
                <c:pt idx="712">
                  <c:v>41271</c:v>
                </c:pt>
                <c:pt idx="713">
                  <c:v>41276</c:v>
                </c:pt>
                <c:pt idx="714">
                  <c:v>41277</c:v>
                </c:pt>
                <c:pt idx="715">
                  <c:v>41278</c:v>
                </c:pt>
                <c:pt idx="716">
                  <c:v>41281</c:v>
                </c:pt>
                <c:pt idx="717">
                  <c:v>41282</c:v>
                </c:pt>
                <c:pt idx="718">
                  <c:v>41283</c:v>
                </c:pt>
                <c:pt idx="719">
                  <c:v>41284</c:v>
                </c:pt>
                <c:pt idx="720">
                  <c:v>41285</c:v>
                </c:pt>
                <c:pt idx="721">
                  <c:v>41288</c:v>
                </c:pt>
                <c:pt idx="722">
                  <c:v>41289</c:v>
                </c:pt>
                <c:pt idx="723">
                  <c:v>41290</c:v>
                </c:pt>
                <c:pt idx="724">
                  <c:v>41291</c:v>
                </c:pt>
                <c:pt idx="725">
                  <c:v>41292</c:v>
                </c:pt>
                <c:pt idx="726">
                  <c:v>41295</c:v>
                </c:pt>
                <c:pt idx="727">
                  <c:v>41296</c:v>
                </c:pt>
                <c:pt idx="728">
                  <c:v>41297</c:v>
                </c:pt>
                <c:pt idx="729">
                  <c:v>41298</c:v>
                </c:pt>
                <c:pt idx="730">
                  <c:v>41299</c:v>
                </c:pt>
                <c:pt idx="731">
                  <c:v>41302</c:v>
                </c:pt>
                <c:pt idx="732">
                  <c:v>41303</c:v>
                </c:pt>
                <c:pt idx="733">
                  <c:v>41304</c:v>
                </c:pt>
                <c:pt idx="734">
                  <c:v>41305</c:v>
                </c:pt>
                <c:pt idx="735">
                  <c:v>41306</c:v>
                </c:pt>
                <c:pt idx="736">
                  <c:v>41309</c:v>
                </c:pt>
                <c:pt idx="737">
                  <c:v>41310</c:v>
                </c:pt>
                <c:pt idx="738">
                  <c:v>41311</c:v>
                </c:pt>
                <c:pt idx="739">
                  <c:v>41312</c:v>
                </c:pt>
                <c:pt idx="740">
                  <c:v>41313</c:v>
                </c:pt>
                <c:pt idx="741">
                  <c:v>41317</c:v>
                </c:pt>
                <c:pt idx="742">
                  <c:v>41318</c:v>
                </c:pt>
                <c:pt idx="743">
                  <c:v>41319</c:v>
                </c:pt>
                <c:pt idx="744">
                  <c:v>41320</c:v>
                </c:pt>
                <c:pt idx="745">
                  <c:v>41323</c:v>
                </c:pt>
                <c:pt idx="746">
                  <c:v>41324</c:v>
                </c:pt>
                <c:pt idx="747">
                  <c:v>41325</c:v>
                </c:pt>
                <c:pt idx="748">
                  <c:v>41326</c:v>
                </c:pt>
                <c:pt idx="749">
                  <c:v>41327</c:v>
                </c:pt>
                <c:pt idx="750">
                  <c:v>41330</c:v>
                </c:pt>
                <c:pt idx="751">
                  <c:v>41331</c:v>
                </c:pt>
                <c:pt idx="752">
                  <c:v>41332</c:v>
                </c:pt>
                <c:pt idx="753">
                  <c:v>41333</c:v>
                </c:pt>
                <c:pt idx="754">
                  <c:v>41337</c:v>
                </c:pt>
                <c:pt idx="755">
                  <c:v>41338</c:v>
                </c:pt>
                <c:pt idx="756">
                  <c:v>41339</c:v>
                </c:pt>
                <c:pt idx="757">
                  <c:v>41340</c:v>
                </c:pt>
                <c:pt idx="758">
                  <c:v>41341</c:v>
                </c:pt>
                <c:pt idx="759">
                  <c:v>41344</c:v>
                </c:pt>
                <c:pt idx="760">
                  <c:v>41345</c:v>
                </c:pt>
                <c:pt idx="761">
                  <c:v>41346</c:v>
                </c:pt>
                <c:pt idx="762">
                  <c:v>41347</c:v>
                </c:pt>
                <c:pt idx="763">
                  <c:v>41348</c:v>
                </c:pt>
                <c:pt idx="764">
                  <c:v>41351</c:v>
                </c:pt>
                <c:pt idx="765">
                  <c:v>41352</c:v>
                </c:pt>
                <c:pt idx="766">
                  <c:v>41353</c:v>
                </c:pt>
                <c:pt idx="767">
                  <c:v>41354</c:v>
                </c:pt>
                <c:pt idx="768">
                  <c:v>41355</c:v>
                </c:pt>
                <c:pt idx="769">
                  <c:v>41358</c:v>
                </c:pt>
                <c:pt idx="770">
                  <c:v>41359</c:v>
                </c:pt>
                <c:pt idx="771">
                  <c:v>41360</c:v>
                </c:pt>
                <c:pt idx="772">
                  <c:v>41361</c:v>
                </c:pt>
                <c:pt idx="773">
                  <c:v>41362</c:v>
                </c:pt>
                <c:pt idx="774">
                  <c:v>41365</c:v>
                </c:pt>
                <c:pt idx="775">
                  <c:v>41366</c:v>
                </c:pt>
                <c:pt idx="776">
                  <c:v>41367</c:v>
                </c:pt>
                <c:pt idx="777">
                  <c:v>41368</c:v>
                </c:pt>
                <c:pt idx="778">
                  <c:v>41369</c:v>
                </c:pt>
                <c:pt idx="779">
                  <c:v>41372</c:v>
                </c:pt>
                <c:pt idx="780">
                  <c:v>41373</c:v>
                </c:pt>
                <c:pt idx="781">
                  <c:v>41374</c:v>
                </c:pt>
                <c:pt idx="782">
                  <c:v>41375</c:v>
                </c:pt>
                <c:pt idx="783">
                  <c:v>41376</c:v>
                </c:pt>
                <c:pt idx="784">
                  <c:v>41379</c:v>
                </c:pt>
                <c:pt idx="785">
                  <c:v>41380</c:v>
                </c:pt>
                <c:pt idx="786">
                  <c:v>41381</c:v>
                </c:pt>
                <c:pt idx="787">
                  <c:v>41382</c:v>
                </c:pt>
                <c:pt idx="788">
                  <c:v>41383</c:v>
                </c:pt>
                <c:pt idx="789">
                  <c:v>41386</c:v>
                </c:pt>
                <c:pt idx="790">
                  <c:v>41387</c:v>
                </c:pt>
                <c:pt idx="791">
                  <c:v>41388</c:v>
                </c:pt>
                <c:pt idx="792">
                  <c:v>41389</c:v>
                </c:pt>
                <c:pt idx="793">
                  <c:v>41390</c:v>
                </c:pt>
                <c:pt idx="794">
                  <c:v>41393</c:v>
                </c:pt>
                <c:pt idx="795">
                  <c:v>41394</c:v>
                </c:pt>
                <c:pt idx="796">
                  <c:v>41396</c:v>
                </c:pt>
                <c:pt idx="797">
                  <c:v>41397</c:v>
                </c:pt>
                <c:pt idx="798">
                  <c:v>41400</c:v>
                </c:pt>
                <c:pt idx="799">
                  <c:v>41401</c:v>
                </c:pt>
                <c:pt idx="800">
                  <c:v>41402</c:v>
                </c:pt>
                <c:pt idx="801">
                  <c:v>41403</c:v>
                </c:pt>
                <c:pt idx="802">
                  <c:v>41404</c:v>
                </c:pt>
                <c:pt idx="803">
                  <c:v>41407</c:v>
                </c:pt>
                <c:pt idx="804">
                  <c:v>41408</c:v>
                </c:pt>
                <c:pt idx="805">
                  <c:v>41409</c:v>
                </c:pt>
                <c:pt idx="806">
                  <c:v>41410</c:v>
                </c:pt>
                <c:pt idx="807">
                  <c:v>41414</c:v>
                </c:pt>
                <c:pt idx="808">
                  <c:v>41415</c:v>
                </c:pt>
                <c:pt idx="809">
                  <c:v>41416</c:v>
                </c:pt>
                <c:pt idx="810">
                  <c:v>41417</c:v>
                </c:pt>
                <c:pt idx="811">
                  <c:v>41418</c:v>
                </c:pt>
                <c:pt idx="812">
                  <c:v>41421</c:v>
                </c:pt>
                <c:pt idx="813">
                  <c:v>41422</c:v>
                </c:pt>
                <c:pt idx="814">
                  <c:v>41423</c:v>
                </c:pt>
                <c:pt idx="815">
                  <c:v>41424</c:v>
                </c:pt>
                <c:pt idx="816">
                  <c:v>41425</c:v>
                </c:pt>
                <c:pt idx="817">
                  <c:v>41428</c:v>
                </c:pt>
                <c:pt idx="818">
                  <c:v>41429</c:v>
                </c:pt>
                <c:pt idx="819">
                  <c:v>41430</c:v>
                </c:pt>
                <c:pt idx="820">
                  <c:v>41432</c:v>
                </c:pt>
                <c:pt idx="821">
                  <c:v>41435</c:v>
                </c:pt>
                <c:pt idx="822">
                  <c:v>41436</c:v>
                </c:pt>
                <c:pt idx="823">
                  <c:v>41437</c:v>
                </c:pt>
                <c:pt idx="824">
                  <c:v>41438</c:v>
                </c:pt>
                <c:pt idx="825">
                  <c:v>41439</c:v>
                </c:pt>
                <c:pt idx="826">
                  <c:v>41442</c:v>
                </c:pt>
                <c:pt idx="827">
                  <c:v>41443</c:v>
                </c:pt>
                <c:pt idx="828">
                  <c:v>41444</c:v>
                </c:pt>
                <c:pt idx="829">
                  <c:v>41445</c:v>
                </c:pt>
                <c:pt idx="830">
                  <c:v>41446</c:v>
                </c:pt>
                <c:pt idx="831">
                  <c:v>41449</c:v>
                </c:pt>
                <c:pt idx="832">
                  <c:v>41450</c:v>
                </c:pt>
                <c:pt idx="833">
                  <c:v>41451</c:v>
                </c:pt>
                <c:pt idx="834">
                  <c:v>41452</c:v>
                </c:pt>
                <c:pt idx="835">
                  <c:v>41453</c:v>
                </c:pt>
                <c:pt idx="836">
                  <c:v>41456</c:v>
                </c:pt>
                <c:pt idx="837">
                  <c:v>41457</c:v>
                </c:pt>
                <c:pt idx="838">
                  <c:v>41458</c:v>
                </c:pt>
                <c:pt idx="839">
                  <c:v>41459</c:v>
                </c:pt>
                <c:pt idx="840">
                  <c:v>41460</c:v>
                </c:pt>
                <c:pt idx="841">
                  <c:v>41463</c:v>
                </c:pt>
                <c:pt idx="842">
                  <c:v>41464</c:v>
                </c:pt>
                <c:pt idx="843">
                  <c:v>41465</c:v>
                </c:pt>
                <c:pt idx="844">
                  <c:v>41466</c:v>
                </c:pt>
                <c:pt idx="845">
                  <c:v>41467</c:v>
                </c:pt>
                <c:pt idx="846">
                  <c:v>41470</c:v>
                </c:pt>
                <c:pt idx="847">
                  <c:v>41471</c:v>
                </c:pt>
                <c:pt idx="848">
                  <c:v>41472</c:v>
                </c:pt>
                <c:pt idx="849">
                  <c:v>41473</c:v>
                </c:pt>
                <c:pt idx="850">
                  <c:v>41474</c:v>
                </c:pt>
                <c:pt idx="851">
                  <c:v>41477</c:v>
                </c:pt>
                <c:pt idx="852">
                  <c:v>41478</c:v>
                </c:pt>
                <c:pt idx="853">
                  <c:v>41479</c:v>
                </c:pt>
                <c:pt idx="854">
                  <c:v>41480</c:v>
                </c:pt>
                <c:pt idx="855">
                  <c:v>41481</c:v>
                </c:pt>
                <c:pt idx="856">
                  <c:v>41484</c:v>
                </c:pt>
                <c:pt idx="857">
                  <c:v>41485</c:v>
                </c:pt>
                <c:pt idx="858">
                  <c:v>41486</c:v>
                </c:pt>
                <c:pt idx="859">
                  <c:v>41487</c:v>
                </c:pt>
                <c:pt idx="860">
                  <c:v>41488</c:v>
                </c:pt>
                <c:pt idx="861">
                  <c:v>41491</c:v>
                </c:pt>
                <c:pt idx="862">
                  <c:v>41492</c:v>
                </c:pt>
                <c:pt idx="863">
                  <c:v>41493</c:v>
                </c:pt>
                <c:pt idx="864">
                  <c:v>41494</c:v>
                </c:pt>
                <c:pt idx="865">
                  <c:v>41495</c:v>
                </c:pt>
                <c:pt idx="866">
                  <c:v>41498</c:v>
                </c:pt>
                <c:pt idx="867">
                  <c:v>41499</c:v>
                </c:pt>
                <c:pt idx="868">
                  <c:v>41500</c:v>
                </c:pt>
                <c:pt idx="869">
                  <c:v>41502</c:v>
                </c:pt>
                <c:pt idx="870">
                  <c:v>41505</c:v>
                </c:pt>
                <c:pt idx="871">
                  <c:v>41506</c:v>
                </c:pt>
                <c:pt idx="872">
                  <c:v>41507</c:v>
                </c:pt>
                <c:pt idx="873">
                  <c:v>41508</c:v>
                </c:pt>
                <c:pt idx="874">
                  <c:v>41509</c:v>
                </c:pt>
                <c:pt idx="875">
                  <c:v>41512</c:v>
                </c:pt>
                <c:pt idx="876">
                  <c:v>41513</c:v>
                </c:pt>
                <c:pt idx="877">
                  <c:v>41514</c:v>
                </c:pt>
                <c:pt idx="878">
                  <c:v>41515</c:v>
                </c:pt>
                <c:pt idx="879">
                  <c:v>41516</c:v>
                </c:pt>
                <c:pt idx="880">
                  <c:v>41519</c:v>
                </c:pt>
                <c:pt idx="881">
                  <c:v>41520</c:v>
                </c:pt>
                <c:pt idx="882">
                  <c:v>41521</c:v>
                </c:pt>
                <c:pt idx="883">
                  <c:v>41522</c:v>
                </c:pt>
                <c:pt idx="884">
                  <c:v>41523</c:v>
                </c:pt>
                <c:pt idx="885">
                  <c:v>41526</c:v>
                </c:pt>
                <c:pt idx="886">
                  <c:v>41527</c:v>
                </c:pt>
                <c:pt idx="887">
                  <c:v>41528</c:v>
                </c:pt>
                <c:pt idx="888">
                  <c:v>41529</c:v>
                </c:pt>
                <c:pt idx="889">
                  <c:v>41530</c:v>
                </c:pt>
                <c:pt idx="890">
                  <c:v>41533</c:v>
                </c:pt>
                <c:pt idx="891">
                  <c:v>41534</c:v>
                </c:pt>
                <c:pt idx="892">
                  <c:v>41540</c:v>
                </c:pt>
                <c:pt idx="893">
                  <c:v>41541</c:v>
                </c:pt>
                <c:pt idx="894">
                  <c:v>41542</c:v>
                </c:pt>
                <c:pt idx="895">
                  <c:v>41543</c:v>
                </c:pt>
                <c:pt idx="896">
                  <c:v>41544</c:v>
                </c:pt>
                <c:pt idx="897">
                  <c:v>41547</c:v>
                </c:pt>
                <c:pt idx="898">
                  <c:v>41548</c:v>
                </c:pt>
                <c:pt idx="899">
                  <c:v>41549</c:v>
                </c:pt>
                <c:pt idx="900">
                  <c:v>41551</c:v>
                </c:pt>
                <c:pt idx="901">
                  <c:v>41554</c:v>
                </c:pt>
                <c:pt idx="902">
                  <c:v>41555</c:v>
                </c:pt>
                <c:pt idx="903">
                  <c:v>41557</c:v>
                </c:pt>
                <c:pt idx="904">
                  <c:v>41558</c:v>
                </c:pt>
                <c:pt idx="905">
                  <c:v>41561</c:v>
                </c:pt>
                <c:pt idx="906">
                  <c:v>41562</c:v>
                </c:pt>
                <c:pt idx="907">
                  <c:v>41563</c:v>
                </c:pt>
                <c:pt idx="908">
                  <c:v>41564</c:v>
                </c:pt>
                <c:pt idx="909">
                  <c:v>41565</c:v>
                </c:pt>
                <c:pt idx="910">
                  <c:v>41568</c:v>
                </c:pt>
                <c:pt idx="911">
                  <c:v>41569</c:v>
                </c:pt>
                <c:pt idx="912">
                  <c:v>41570</c:v>
                </c:pt>
                <c:pt idx="913">
                  <c:v>41571</c:v>
                </c:pt>
                <c:pt idx="914">
                  <c:v>41572</c:v>
                </c:pt>
                <c:pt idx="915">
                  <c:v>41575</c:v>
                </c:pt>
                <c:pt idx="916">
                  <c:v>41576</c:v>
                </c:pt>
                <c:pt idx="917">
                  <c:v>41577</c:v>
                </c:pt>
                <c:pt idx="918">
                  <c:v>41578</c:v>
                </c:pt>
                <c:pt idx="919">
                  <c:v>41579</c:v>
                </c:pt>
                <c:pt idx="920">
                  <c:v>41582</c:v>
                </c:pt>
                <c:pt idx="921">
                  <c:v>41583</c:v>
                </c:pt>
                <c:pt idx="922">
                  <c:v>41584</c:v>
                </c:pt>
                <c:pt idx="923">
                  <c:v>41585</c:v>
                </c:pt>
                <c:pt idx="924">
                  <c:v>41586</c:v>
                </c:pt>
                <c:pt idx="925">
                  <c:v>41589</c:v>
                </c:pt>
                <c:pt idx="926">
                  <c:v>41590</c:v>
                </c:pt>
                <c:pt idx="927">
                  <c:v>41591</c:v>
                </c:pt>
                <c:pt idx="928">
                  <c:v>41592</c:v>
                </c:pt>
                <c:pt idx="929">
                  <c:v>41593</c:v>
                </c:pt>
                <c:pt idx="930">
                  <c:v>41596</c:v>
                </c:pt>
                <c:pt idx="931">
                  <c:v>41597</c:v>
                </c:pt>
                <c:pt idx="932">
                  <c:v>41598</c:v>
                </c:pt>
                <c:pt idx="933">
                  <c:v>41599</c:v>
                </c:pt>
                <c:pt idx="934">
                  <c:v>41600</c:v>
                </c:pt>
                <c:pt idx="935">
                  <c:v>41603</c:v>
                </c:pt>
                <c:pt idx="936">
                  <c:v>41604</c:v>
                </c:pt>
                <c:pt idx="937">
                  <c:v>41605</c:v>
                </c:pt>
                <c:pt idx="938">
                  <c:v>41606</c:v>
                </c:pt>
                <c:pt idx="939">
                  <c:v>41607</c:v>
                </c:pt>
                <c:pt idx="940">
                  <c:v>41610</c:v>
                </c:pt>
                <c:pt idx="941">
                  <c:v>41611</c:v>
                </c:pt>
                <c:pt idx="942">
                  <c:v>41612</c:v>
                </c:pt>
                <c:pt idx="943">
                  <c:v>41613</c:v>
                </c:pt>
                <c:pt idx="944">
                  <c:v>41614</c:v>
                </c:pt>
                <c:pt idx="945">
                  <c:v>41617</c:v>
                </c:pt>
                <c:pt idx="946">
                  <c:v>41618</c:v>
                </c:pt>
                <c:pt idx="947">
                  <c:v>41619</c:v>
                </c:pt>
                <c:pt idx="948">
                  <c:v>41620</c:v>
                </c:pt>
                <c:pt idx="949">
                  <c:v>41621</c:v>
                </c:pt>
                <c:pt idx="950">
                  <c:v>41624</c:v>
                </c:pt>
                <c:pt idx="951">
                  <c:v>41625</c:v>
                </c:pt>
                <c:pt idx="952">
                  <c:v>41626</c:v>
                </c:pt>
                <c:pt idx="953">
                  <c:v>41627</c:v>
                </c:pt>
                <c:pt idx="954">
                  <c:v>41628</c:v>
                </c:pt>
                <c:pt idx="955">
                  <c:v>41631</c:v>
                </c:pt>
                <c:pt idx="956">
                  <c:v>41632</c:v>
                </c:pt>
                <c:pt idx="957">
                  <c:v>41634</c:v>
                </c:pt>
                <c:pt idx="958">
                  <c:v>41635</c:v>
                </c:pt>
                <c:pt idx="959">
                  <c:v>41638</c:v>
                </c:pt>
                <c:pt idx="960">
                  <c:v>41641</c:v>
                </c:pt>
                <c:pt idx="961">
                  <c:v>41642</c:v>
                </c:pt>
                <c:pt idx="962">
                  <c:v>41645</c:v>
                </c:pt>
                <c:pt idx="963">
                  <c:v>41646</c:v>
                </c:pt>
                <c:pt idx="964">
                  <c:v>41647</c:v>
                </c:pt>
                <c:pt idx="965">
                  <c:v>41648</c:v>
                </c:pt>
                <c:pt idx="966">
                  <c:v>41649</c:v>
                </c:pt>
                <c:pt idx="967">
                  <c:v>41652</c:v>
                </c:pt>
                <c:pt idx="968">
                  <c:v>41653</c:v>
                </c:pt>
                <c:pt idx="969">
                  <c:v>41654</c:v>
                </c:pt>
                <c:pt idx="970">
                  <c:v>41655</c:v>
                </c:pt>
                <c:pt idx="971">
                  <c:v>41656</c:v>
                </c:pt>
                <c:pt idx="972">
                  <c:v>41659</c:v>
                </c:pt>
                <c:pt idx="973">
                  <c:v>41660</c:v>
                </c:pt>
                <c:pt idx="974">
                  <c:v>41661</c:v>
                </c:pt>
                <c:pt idx="975">
                  <c:v>41662</c:v>
                </c:pt>
                <c:pt idx="976">
                  <c:v>41663</c:v>
                </c:pt>
                <c:pt idx="977">
                  <c:v>41666</c:v>
                </c:pt>
                <c:pt idx="978">
                  <c:v>41667</c:v>
                </c:pt>
                <c:pt idx="979">
                  <c:v>41668</c:v>
                </c:pt>
                <c:pt idx="980">
                  <c:v>41673</c:v>
                </c:pt>
                <c:pt idx="981">
                  <c:v>41674</c:v>
                </c:pt>
                <c:pt idx="982">
                  <c:v>41675</c:v>
                </c:pt>
                <c:pt idx="983">
                  <c:v>41676</c:v>
                </c:pt>
                <c:pt idx="984">
                  <c:v>41677</c:v>
                </c:pt>
                <c:pt idx="985">
                  <c:v>41680</c:v>
                </c:pt>
                <c:pt idx="986">
                  <c:v>41681</c:v>
                </c:pt>
                <c:pt idx="987">
                  <c:v>41682</c:v>
                </c:pt>
                <c:pt idx="988">
                  <c:v>41683</c:v>
                </c:pt>
                <c:pt idx="989">
                  <c:v>41684</c:v>
                </c:pt>
                <c:pt idx="990">
                  <c:v>41687</c:v>
                </c:pt>
                <c:pt idx="991">
                  <c:v>41688</c:v>
                </c:pt>
                <c:pt idx="992">
                  <c:v>41689</c:v>
                </c:pt>
                <c:pt idx="993">
                  <c:v>41690</c:v>
                </c:pt>
                <c:pt idx="994">
                  <c:v>41691</c:v>
                </c:pt>
                <c:pt idx="995">
                  <c:v>41694</c:v>
                </c:pt>
                <c:pt idx="996">
                  <c:v>41695</c:v>
                </c:pt>
                <c:pt idx="997">
                  <c:v>41696</c:v>
                </c:pt>
                <c:pt idx="998">
                  <c:v>41697</c:v>
                </c:pt>
                <c:pt idx="999">
                  <c:v>41698</c:v>
                </c:pt>
                <c:pt idx="1000">
                  <c:v>41701</c:v>
                </c:pt>
                <c:pt idx="1001">
                  <c:v>41702</c:v>
                </c:pt>
                <c:pt idx="1002">
                  <c:v>41703</c:v>
                </c:pt>
                <c:pt idx="1003">
                  <c:v>41704</c:v>
                </c:pt>
                <c:pt idx="1004">
                  <c:v>41705</c:v>
                </c:pt>
                <c:pt idx="1005">
                  <c:v>41708</c:v>
                </c:pt>
                <c:pt idx="1006">
                  <c:v>41709</c:v>
                </c:pt>
                <c:pt idx="1007">
                  <c:v>41710</c:v>
                </c:pt>
                <c:pt idx="1008">
                  <c:v>41711</c:v>
                </c:pt>
                <c:pt idx="1009">
                  <c:v>41712</c:v>
                </c:pt>
                <c:pt idx="1010">
                  <c:v>41715</c:v>
                </c:pt>
                <c:pt idx="1011">
                  <c:v>41716</c:v>
                </c:pt>
                <c:pt idx="1012">
                  <c:v>41717</c:v>
                </c:pt>
                <c:pt idx="1013">
                  <c:v>41718</c:v>
                </c:pt>
                <c:pt idx="1014">
                  <c:v>41719</c:v>
                </c:pt>
                <c:pt idx="1015">
                  <c:v>41722</c:v>
                </c:pt>
                <c:pt idx="1016">
                  <c:v>41723</c:v>
                </c:pt>
                <c:pt idx="1017">
                  <c:v>41724</c:v>
                </c:pt>
                <c:pt idx="1018">
                  <c:v>41725</c:v>
                </c:pt>
                <c:pt idx="1019">
                  <c:v>41726</c:v>
                </c:pt>
                <c:pt idx="1020">
                  <c:v>41729</c:v>
                </c:pt>
                <c:pt idx="1021">
                  <c:v>41730</c:v>
                </c:pt>
                <c:pt idx="1022">
                  <c:v>41731</c:v>
                </c:pt>
                <c:pt idx="1023">
                  <c:v>41732</c:v>
                </c:pt>
                <c:pt idx="1024">
                  <c:v>41733</c:v>
                </c:pt>
                <c:pt idx="1025">
                  <c:v>41736</c:v>
                </c:pt>
                <c:pt idx="1026">
                  <c:v>41737</c:v>
                </c:pt>
                <c:pt idx="1027">
                  <c:v>41738</c:v>
                </c:pt>
                <c:pt idx="1028">
                  <c:v>41739</c:v>
                </c:pt>
                <c:pt idx="1029">
                  <c:v>41740</c:v>
                </c:pt>
                <c:pt idx="1030">
                  <c:v>41743</c:v>
                </c:pt>
                <c:pt idx="1031">
                  <c:v>41744</c:v>
                </c:pt>
                <c:pt idx="1032">
                  <c:v>41745</c:v>
                </c:pt>
                <c:pt idx="1033">
                  <c:v>41746</c:v>
                </c:pt>
                <c:pt idx="1034">
                  <c:v>41747</c:v>
                </c:pt>
                <c:pt idx="1035">
                  <c:v>41750</c:v>
                </c:pt>
                <c:pt idx="1036">
                  <c:v>41751</c:v>
                </c:pt>
                <c:pt idx="1037">
                  <c:v>41752</c:v>
                </c:pt>
                <c:pt idx="1038">
                  <c:v>41753</c:v>
                </c:pt>
                <c:pt idx="1039">
                  <c:v>41754</c:v>
                </c:pt>
                <c:pt idx="1040">
                  <c:v>41757</c:v>
                </c:pt>
                <c:pt idx="1041">
                  <c:v>41758</c:v>
                </c:pt>
                <c:pt idx="1042">
                  <c:v>41759</c:v>
                </c:pt>
                <c:pt idx="1043">
                  <c:v>41761</c:v>
                </c:pt>
                <c:pt idx="1044">
                  <c:v>41766</c:v>
                </c:pt>
                <c:pt idx="1045">
                  <c:v>41767</c:v>
                </c:pt>
                <c:pt idx="1046">
                  <c:v>41768</c:v>
                </c:pt>
                <c:pt idx="1047">
                  <c:v>41771</c:v>
                </c:pt>
                <c:pt idx="1048">
                  <c:v>41772</c:v>
                </c:pt>
                <c:pt idx="1049">
                  <c:v>41773</c:v>
                </c:pt>
                <c:pt idx="1050">
                  <c:v>41774</c:v>
                </c:pt>
                <c:pt idx="1051">
                  <c:v>41775</c:v>
                </c:pt>
                <c:pt idx="1052">
                  <c:v>41778</c:v>
                </c:pt>
                <c:pt idx="1053">
                  <c:v>41779</c:v>
                </c:pt>
                <c:pt idx="1054">
                  <c:v>41780</c:v>
                </c:pt>
                <c:pt idx="1055">
                  <c:v>41781</c:v>
                </c:pt>
                <c:pt idx="1056">
                  <c:v>41782</c:v>
                </c:pt>
                <c:pt idx="1057">
                  <c:v>41785</c:v>
                </c:pt>
                <c:pt idx="1058">
                  <c:v>41786</c:v>
                </c:pt>
                <c:pt idx="1059">
                  <c:v>41787</c:v>
                </c:pt>
                <c:pt idx="1060">
                  <c:v>41788</c:v>
                </c:pt>
                <c:pt idx="1061">
                  <c:v>41789</c:v>
                </c:pt>
                <c:pt idx="1062">
                  <c:v>41792</c:v>
                </c:pt>
                <c:pt idx="1063">
                  <c:v>41793</c:v>
                </c:pt>
                <c:pt idx="1064">
                  <c:v>41795</c:v>
                </c:pt>
                <c:pt idx="1065">
                  <c:v>41799</c:v>
                </c:pt>
                <c:pt idx="1066">
                  <c:v>41800</c:v>
                </c:pt>
                <c:pt idx="1067">
                  <c:v>41801</c:v>
                </c:pt>
                <c:pt idx="1068">
                  <c:v>41802</c:v>
                </c:pt>
                <c:pt idx="1069">
                  <c:v>41803</c:v>
                </c:pt>
                <c:pt idx="1070">
                  <c:v>41806</c:v>
                </c:pt>
                <c:pt idx="1071">
                  <c:v>41807</c:v>
                </c:pt>
                <c:pt idx="1072">
                  <c:v>41808</c:v>
                </c:pt>
                <c:pt idx="1073">
                  <c:v>41809</c:v>
                </c:pt>
                <c:pt idx="1074">
                  <c:v>41810</c:v>
                </c:pt>
                <c:pt idx="1075">
                  <c:v>41813</c:v>
                </c:pt>
                <c:pt idx="1076">
                  <c:v>41814</c:v>
                </c:pt>
                <c:pt idx="1077">
                  <c:v>41815</c:v>
                </c:pt>
                <c:pt idx="1078">
                  <c:v>41816</c:v>
                </c:pt>
                <c:pt idx="1079">
                  <c:v>41817</c:v>
                </c:pt>
                <c:pt idx="1080">
                  <c:v>41820</c:v>
                </c:pt>
                <c:pt idx="1081">
                  <c:v>41821</c:v>
                </c:pt>
                <c:pt idx="1082">
                  <c:v>41822</c:v>
                </c:pt>
                <c:pt idx="1083">
                  <c:v>41823</c:v>
                </c:pt>
                <c:pt idx="1084">
                  <c:v>41824</c:v>
                </c:pt>
                <c:pt idx="1085">
                  <c:v>41827</c:v>
                </c:pt>
                <c:pt idx="1086">
                  <c:v>41828</c:v>
                </c:pt>
                <c:pt idx="1087">
                  <c:v>41829</c:v>
                </c:pt>
                <c:pt idx="1088">
                  <c:v>41830</c:v>
                </c:pt>
                <c:pt idx="1089">
                  <c:v>41831</c:v>
                </c:pt>
                <c:pt idx="1090">
                  <c:v>41834</c:v>
                </c:pt>
                <c:pt idx="1091">
                  <c:v>41835</c:v>
                </c:pt>
                <c:pt idx="1092">
                  <c:v>41836</c:v>
                </c:pt>
                <c:pt idx="1093">
                  <c:v>41837</c:v>
                </c:pt>
                <c:pt idx="1094">
                  <c:v>41838</c:v>
                </c:pt>
                <c:pt idx="1095">
                  <c:v>41841</c:v>
                </c:pt>
                <c:pt idx="1096">
                  <c:v>41842</c:v>
                </c:pt>
                <c:pt idx="1097">
                  <c:v>41843</c:v>
                </c:pt>
                <c:pt idx="1098">
                  <c:v>41844</c:v>
                </c:pt>
                <c:pt idx="1099">
                  <c:v>41845</c:v>
                </c:pt>
                <c:pt idx="1100">
                  <c:v>41848</c:v>
                </c:pt>
                <c:pt idx="1101">
                  <c:v>41849</c:v>
                </c:pt>
                <c:pt idx="1102">
                  <c:v>41850</c:v>
                </c:pt>
                <c:pt idx="1103">
                  <c:v>41851</c:v>
                </c:pt>
                <c:pt idx="1104">
                  <c:v>41852</c:v>
                </c:pt>
                <c:pt idx="1105">
                  <c:v>41855</c:v>
                </c:pt>
                <c:pt idx="1106">
                  <c:v>41856</c:v>
                </c:pt>
                <c:pt idx="1107">
                  <c:v>41857</c:v>
                </c:pt>
                <c:pt idx="1108">
                  <c:v>41858</c:v>
                </c:pt>
                <c:pt idx="1109">
                  <c:v>41859</c:v>
                </c:pt>
                <c:pt idx="1110">
                  <c:v>41862</c:v>
                </c:pt>
                <c:pt idx="1111">
                  <c:v>41863</c:v>
                </c:pt>
                <c:pt idx="1112">
                  <c:v>41864</c:v>
                </c:pt>
                <c:pt idx="1113">
                  <c:v>41865</c:v>
                </c:pt>
                <c:pt idx="1114">
                  <c:v>41869</c:v>
                </c:pt>
                <c:pt idx="1115">
                  <c:v>41870</c:v>
                </c:pt>
                <c:pt idx="1116">
                  <c:v>41871</c:v>
                </c:pt>
                <c:pt idx="1117">
                  <c:v>41872</c:v>
                </c:pt>
                <c:pt idx="1118">
                  <c:v>41873</c:v>
                </c:pt>
                <c:pt idx="1119">
                  <c:v>41876</c:v>
                </c:pt>
                <c:pt idx="1120">
                  <c:v>41877</c:v>
                </c:pt>
                <c:pt idx="1121">
                  <c:v>41878</c:v>
                </c:pt>
                <c:pt idx="1122">
                  <c:v>41879</c:v>
                </c:pt>
                <c:pt idx="1123">
                  <c:v>41880</c:v>
                </c:pt>
                <c:pt idx="1124">
                  <c:v>41883</c:v>
                </c:pt>
                <c:pt idx="1125">
                  <c:v>41884</c:v>
                </c:pt>
                <c:pt idx="1126">
                  <c:v>41885</c:v>
                </c:pt>
                <c:pt idx="1127">
                  <c:v>41886</c:v>
                </c:pt>
                <c:pt idx="1128">
                  <c:v>41887</c:v>
                </c:pt>
                <c:pt idx="1129">
                  <c:v>41893</c:v>
                </c:pt>
                <c:pt idx="1130">
                  <c:v>41894</c:v>
                </c:pt>
                <c:pt idx="1131">
                  <c:v>41897</c:v>
                </c:pt>
                <c:pt idx="1132">
                  <c:v>41898</c:v>
                </c:pt>
                <c:pt idx="1133">
                  <c:v>41899</c:v>
                </c:pt>
                <c:pt idx="1134">
                  <c:v>41900</c:v>
                </c:pt>
                <c:pt idx="1135">
                  <c:v>41901</c:v>
                </c:pt>
                <c:pt idx="1136">
                  <c:v>41904</c:v>
                </c:pt>
                <c:pt idx="1137">
                  <c:v>41905</c:v>
                </c:pt>
                <c:pt idx="1138">
                  <c:v>41906</c:v>
                </c:pt>
                <c:pt idx="1139">
                  <c:v>41907</c:v>
                </c:pt>
                <c:pt idx="1140">
                  <c:v>41908</c:v>
                </c:pt>
                <c:pt idx="1141">
                  <c:v>41911</c:v>
                </c:pt>
                <c:pt idx="1142">
                  <c:v>41912</c:v>
                </c:pt>
                <c:pt idx="1143">
                  <c:v>41913</c:v>
                </c:pt>
                <c:pt idx="1144">
                  <c:v>41914</c:v>
                </c:pt>
                <c:pt idx="1145">
                  <c:v>41918</c:v>
                </c:pt>
                <c:pt idx="1146">
                  <c:v>41919</c:v>
                </c:pt>
                <c:pt idx="1147">
                  <c:v>41920</c:v>
                </c:pt>
                <c:pt idx="1148">
                  <c:v>41922</c:v>
                </c:pt>
                <c:pt idx="1149">
                  <c:v>41925</c:v>
                </c:pt>
                <c:pt idx="1150">
                  <c:v>41926</c:v>
                </c:pt>
                <c:pt idx="1151">
                  <c:v>41927</c:v>
                </c:pt>
                <c:pt idx="1152">
                  <c:v>41928</c:v>
                </c:pt>
                <c:pt idx="1153">
                  <c:v>41929</c:v>
                </c:pt>
                <c:pt idx="1154">
                  <c:v>41932</c:v>
                </c:pt>
                <c:pt idx="1155">
                  <c:v>41933</c:v>
                </c:pt>
                <c:pt idx="1156">
                  <c:v>41934</c:v>
                </c:pt>
                <c:pt idx="1157">
                  <c:v>41935</c:v>
                </c:pt>
                <c:pt idx="1158">
                  <c:v>41936</c:v>
                </c:pt>
                <c:pt idx="1159">
                  <c:v>41939</c:v>
                </c:pt>
                <c:pt idx="1160">
                  <c:v>41940</c:v>
                </c:pt>
                <c:pt idx="1161">
                  <c:v>41941</c:v>
                </c:pt>
                <c:pt idx="1162">
                  <c:v>41942</c:v>
                </c:pt>
                <c:pt idx="1163">
                  <c:v>41943</c:v>
                </c:pt>
                <c:pt idx="1164">
                  <c:v>41946</c:v>
                </c:pt>
                <c:pt idx="1165">
                  <c:v>41947</c:v>
                </c:pt>
                <c:pt idx="1166">
                  <c:v>41948</c:v>
                </c:pt>
                <c:pt idx="1167">
                  <c:v>41949</c:v>
                </c:pt>
                <c:pt idx="1168">
                  <c:v>41950</c:v>
                </c:pt>
                <c:pt idx="1169">
                  <c:v>41953</c:v>
                </c:pt>
                <c:pt idx="1170">
                  <c:v>41954</c:v>
                </c:pt>
                <c:pt idx="1171">
                  <c:v>41955</c:v>
                </c:pt>
                <c:pt idx="1172">
                  <c:v>41956</c:v>
                </c:pt>
                <c:pt idx="1173">
                  <c:v>41957</c:v>
                </c:pt>
                <c:pt idx="1174">
                  <c:v>41960</c:v>
                </c:pt>
                <c:pt idx="1175">
                  <c:v>41961</c:v>
                </c:pt>
                <c:pt idx="1176">
                  <c:v>41962</c:v>
                </c:pt>
                <c:pt idx="1177">
                  <c:v>41963</c:v>
                </c:pt>
                <c:pt idx="1178">
                  <c:v>41964</c:v>
                </c:pt>
                <c:pt idx="1179">
                  <c:v>41967</c:v>
                </c:pt>
                <c:pt idx="1180">
                  <c:v>41968</c:v>
                </c:pt>
                <c:pt idx="1181">
                  <c:v>41969</c:v>
                </c:pt>
                <c:pt idx="1182">
                  <c:v>41970</c:v>
                </c:pt>
                <c:pt idx="1183">
                  <c:v>41971</c:v>
                </c:pt>
                <c:pt idx="1184">
                  <c:v>41974</c:v>
                </c:pt>
                <c:pt idx="1185">
                  <c:v>41975</c:v>
                </c:pt>
                <c:pt idx="1186">
                  <c:v>41976</c:v>
                </c:pt>
                <c:pt idx="1187">
                  <c:v>41977</c:v>
                </c:pt>
                <c:pt idx="1188">
                  <c:v>41978</c:v>
                </c:pt>
                <c:pt idx="1189">
                  <c:v>41981</c:v>
                </c:pt>
                <c:pt idx="1190">
                  <c:v>41982</c:v>
                </c:pt>
                <c:pt idx="1191">
                  <c:v>41983</c:v>
                </c:pt>
                <c:pt idx="1192">
                  <c:v>41984</c:v>
                </c:pt>
                <c:pt idx="1193">
                  <c:v>41985</c:v>
                </c:pt>
                <c:pt idx="1194">
                  <c:v>41988</c:v>
                </c:pt>
                <c:pt idx="1195">
                  <c:v>41989</c:v>
                </c:pt>
                <c:pt idx="1196">
                  <c:v>41990</c:v>
                </c:pt>
                <c:pt idx="1197">
                  <c:v>41991</c:v>
                </c:pt>
                <c:pt idx="1198">
                  <c:v>41992</c:v>
                </c:pt>
                <c:pt idx="1199">
                  <c:v>41995</c:v>
                </c:pt>
                <c:pt idx="1200">
                  <c:v>41996</c:v>
                </c:pt>
                <c:pt idx="1201">
                  <c:v>41997</c:v>
                </c:pt>
                <c:pt idx="1202">
                  <c:v>41999</c:v>
                </c:pt>
                <c:pt idx="1203">
                  <c:v>42002</c:v>
                </c:pt>
                <c:pt idx="1204">
                  <c:v>42003</c:v>
                </c:pt>
                <c:pt idx="1205">
                  <c:v>42006</c:v>
                </c:pt>
                <c:pt idx="1206">
                  <c:v>42009</c:v>
                </c:pt>
                <c:pt idx="1207">
                  <c:v>42010</c:v>
                </c:pt>
                <c:pt idx="1208">
                  <c:v>42011</c:v>
                </c:pt>
                <c:pt idx="1209">
                  <c:v>42012</c:v>
                </c:pt>
                <c:pt idx="1210">
                  <c:v>42013</c:v>
                </c:pt>
                <c:pt idx="1211">
                  <c:v>42016</c:v>
                </c:pt>
                <c:pt idx="1212">
                  <c:v>42017</c:v>
                </c:pt>
                <c:pt idx="1213">
                  <c:v>42018</c:v>
                </c:pt>
                <c:pt idx="1214">
                  <c:v>42019</c:v>
                </c:pt>
                <c:pt idx="1215">
                  <c:v>42020</c:v>
                </c:pt>
                <c:pt idx="1216">
                  <c:v>42023</c:v>
                </c:pt>
                <c:pt idx="1217">
                  <c:v>42024</c:v>
                </c:pt>
                <c:pt idx="1218">
                  <c:v>42025</c:v>
                </c:pt>
                <c:pt idx="1219">
                  <c:v>42026</c:v>
                </c:pt>
                <c:pt idx="1220">
                  <c:v>42027</c:v>
                </c:pt>
                <c:pt idx="1221">
                  <c:v>42030</c:v>
                </c:pt>
                <c:pt idx="1222">
                  <c:v>42031</c:v>
                </c:pt>
                <c:pt idx="1223">
                  <c:v>42032</c:v>
                </c:pt>
                <c:pt idx="1224">
                  <c:v>42033</c:v>
                </c:pt>
                <c:pt idx="1225">
                  <c:v>42034</c:v>
                </c:pt>
                <c:pt idx="1226">
                  <c:v>42037</c:v>
                </c:pt>
                <c:pt idx="1227">
                  <c:v>42038</c:v>
                </c:pt>
                <c:pt idx="1228">
                  <c:v>42039</c:v>
                </c:pt>
                <c:pt idx="1229">
                  <c:v>42040</c:v>
                </c:pt>
                <c:pt idx="1230">
                  <c:v>42041</c:v>
                </c:pt>
                <c:pt idx="1231">
                  <c:v>42044</c:v>
                </c:pt>
                <c:pt idx="1232">
                  <c:v>42045</c:v>
                </c:pt>
                <c:pt idx="1233">
                  <c:v>42046</c:v>
                </c:pt>
                <c:pt idx="1234">
                  <c:v>42047</c:v>
                </c:pt>
                <c:pt idx="1235">
                  <c:v>42048</c:v>
                </c:pt>
                <c:pt idx="1236">
                  <c:v>42051</c:v>
                </c:pt>
                <c:pt idx="1237">
                  <c:v>42052</c:v>
                </c:pt>
                <c:pt idx="1238">
                  <c:v>42058</c:v>
                </c:pt>
                <c:pt idx="1239">
                  <c:v>42059</c:v>
                </c:pt>
                <c:pt idx="1240">
                  <c:v>42060</c:v>
                </c:pt>
                <c:pt idx="1241">
                  <c:v>42061</c:v>
                </c:pt>
                <c:pt idx="1242">
                  <c:v>42062</c:v>
                </c:pt>
                <c:pt idx="1243">
                  <c:v>42065</c:v>
                </c:pt>
                <c:pt idx="1244">
                  <c:v>42066</c:v>
                </c:pt>
                <c:pt idx="1245">
                  <c:v>42067</c:v>
                </c:pt>
                <c:pt idx="1246">
                  <c:v>42068</c:v>
                </c:pt>
                <c:pt idx="1247">
                  <c:v>42069</c:v>
                </c:pt>
                <c:pt idx="1248">
                  <c:v>42072</c:v>
                </c:pt>
                <c:pt idx="1249">
                  <c:v>42073</c:v>
                </c:pt>
                <c:pt idx="1250">
                  <c:v>42074</c:v>
                </c:pt>
                <c:pt idx="1251">
                  <c:v>42075</c:v>
                </c:pt>
                <c:pt idx="1252">
                  <c:v>42076</c:v>
                </c:pt>
                <c:pt idx="1253">
                  <c:v>42079</c:v>
                </c:pt>
                <c:pt idx="1254">
                  <c:v>42080</c:v>
                </c:pt>
                <c:pt idx="1255">
                  <c:v>42081</c:v>
                </c:pt>
                <c:pt idx="1256">
                  <c:v>42082</c:v>
                </c:pt>
                <c:pt idx="1257">
                  <c:v>42083</c:v>
                </c:pt>
                <c:pt idx="1258">
                  <c:v>42086</c:v>
                </c:pt>
                <c:pt idx="1259">
                  <c:v>42087</c:v>
                </c:pt>
                <c:pt idx="1260">
                  <c:v>42088</c:v>
                </c:pt>
                <c:pt idx="1261">
                  <c:v>42089</c:v>
                </c:pt>
                <c:pt idx="1262">
                  <c:v>42090</c:v>
                </c:pt>
                <c:pt idx="1263">
                  <c:v>42093</c:v>
                </c:pt>
                <c:pt idx="1264">
                  <c:v>42094</c:v>
                </c:pt>
                <c:pt idx="1265">
                  <c:v>42095</c:v>
                </c:pt>
                <c:pt idx="1266">
                  <c:v>42096</c:v>
                </c:pt>
                <c:pt idx="1267">
                  <c:v>42097</c:v>
                </c:pt>
                <c:pt idx="1268">
                  <c:v>42100</c:v>
                </c:pt>
                <c:pt idx="1269">
                  <c:v>42101</c:v>
                </c:pt>
                <c:pt idx="1270">
                  <c:v>42102</c:v>
                </c:pt>
                <c:pt idx="1271">
                  <c:v>42103</c:v>
                </c:pt>
                <c:pt idx="1272">
                  <c:v>42104</c:v>
                </c:pt>
                <c:pt idx="1273">
                  <c:v>42107</c:v>
                </c:pt>
                <c:pt idx="1274">
                  <c:v>42108</c:v>
                </c:pt>
                <c:pt idx="1275">
                  <c:v>42109</c:v>
                </c:pt>
                <c:pt idx="1276">
                  <c:v>42110</c:v>
                </c:pt>
                <c:pt idx="1277">
                  <c:v>42111</c:v>
                </c:pt>
                <c:pt idx="1278">
                  <c:v>42114</c:v>
                </c:pt>
                <c:pt idx="1279">
                  <c:v>42115</c:v>
                </c:pt>
                <c:pt idx="1280">
                  <c:v>42116</c:v>
                </c:pt>
                <c:pt idx="1281">
                  <c:v>42117</c:v>
                </c:pt>
                <c:pt idx="1282">
                  <c:v>42118</c:v>
                </c:pt>
                <c:pt idx="1283">
                  <c:v>42121</c:v>
                </c:pt>
                <c:pt idx="1284">
                  <c:v>42122</c:v>
                </c:pt>
                <c:pt idx="1285">
                  <c:v>42123</c:v>
                </c:pt>
                <c:pt idx="1286">
                  <c:v>42124</c:v>
                </c:pt>
                <c:pt idx="1287">
                  <c:v>42128</c:v>
                </c:pt>
                <c:pt idx="1288">
                  <c:v>42130</c:v>
                </c:pt>
                <c:pt idx="1289">
                  <c:v>42131</c:v>
                </c:pt>
                <c:pt idx="1290">
                  <c:v>42132</c:v>
                </c:pt>
                <c:pt idx="1291">
                  <c:v>42135</c:v>
                </c:pt>
                <c:pt idx="1292">
                  <c:v>42136</c:v>
                </c:pt>
                <c:pt idx="1293">
                  <c:v>42137</c:v>
                </c:pt>
                <c:pt idx="1294">
                  <c:v>42138</c:v>
                </c:pt>
                <c:pt idx="1295">
                  <c:v>42139</c:v>
                </c:pt>
                <c:pt idx="1296">
                  <c:v>42142</c:v>
                </c:pt>
                <c:pt idx="1297">
                  <c:v>42143</c:v>
                </c:pt>
                <c:pt idx="1298">
                  <c:v>42144</c:v>
                </c:pt>
                <c:pt idx="1299">
                  <c:v>42145</c:v>
                </c:pt>
                <c:pt idx="1300">
                  <c:v>42146</c:v>
                </c:pt>
                <c:pt idx="1301">
                  <c:v>42150</c:v>
                </c:pt>
                <c:pt idx="1302">
                  <c:v>42151</c:v>
                </c:pt>
                <c:pt idx="1303">
                  <c:v>42152</c:v>
                </c:pt>
                <c:pt idx="1304">
                  <c:v>42153</c:v>
                </c:pt>
                <c:pt idx="1305">
                  <c:v>42156</c:v>
                </c:pt>
                <c:pt idx="1306">
                  <c:v>42157</c:v>
                </c:pt>
                <c:pt idx="1307">
                  <c:v>42158</c:v>
                </c:pt>
                <c:pt idx="1308">
                  <c:v>42159</c:v>
                </c:pt>
                <c:pt idx="1309">
                  <c:v>42160</c:v>
                </c:pt>
                <c:pt idx="1310">
                  <c:v>42163</c:v>
                </c:pt>
                <c:pt idx="1311">
                  <c:v>42164</c:v>
                </c:pt>
                <c:pt idx="1312">
                  <c:v>42165</c:v>
                </c:pt>
                <c:pt idx="1313">
                  <c:v>42166</c:v>
                </c:pt>
                <c:pt idx="1314">
                  <c:v>42167</c:v>
                </c:pt>
                <c:pt idx="1315">
                  <c:v>42170</c:v>
                </c:pt>
                <c:pt idx="1316">
                  <c:v>42171</c:v>
                </c:pt>
                <c:pt idx="1317">
                  <c:v>42172</c:v>
                </c:pt>
                <c:pt idx="1318">
                  <c:v>42173</c:v>
                </c:pt>
                <c:pt idx="1319">
                  <c:v>42174</c:v>
                </c:pt>
                <c:pt idx="1320">
                  <c:v>42177</c:v>
                </c:pt>
                <c:pt idx="1321">
                  <c:v>42178</c:v>
                </c:pt>
                <c:pt idx="1322">
                  <c:v>42179</c:v>
                </c:pt>
                <c:pt idx="1323">
                  <c:v>42180</c:v>
                </c:pt>
                <c:pt idx="1324">
                  <c:v>42181</c:v>
                </c:pt>
                <c:pt idx="1325">
                  <c:v>42184</c:v>
                </c:pt>
                <c:pt idx="1326">
                  <c:v>42185</c:v>
                </c:pt>
                <c:pt idx="1327">
                  <c:v>42186</c:v>
                </c:pt>
                <c:pt idx="1328">
                  <c:v>42187</c:v>
                </c:pt>
                <c:pt idx="1329">
                  <c:v>42188</c:v>
                </c:pt>
                <c:pt idx="1330">
                  <c:v>42191</c:v>
                </c:pt>
                <c:pt idx="1331">
                  <c:v>42192</c:v>
                </c:pt>
                <c:pt idx="1332">
                  <c:v>42193</c:v>
                </c:pt>
                <c:pt idx="1333">
                  <c:v>42194</c:v>
                </c:pt>
                <c:pt idx="1334">
                  <c:v>42195</c:v>
                </c:pt>
                <c:pt idx="1335">
                  <c:v>42198</c:v>
                </c:pt>
                <c:pt idx="1336">
                  <c:v>42199</c:v>
                </c:pt>
                <c:pt idx="1337">
                  <c:v>42200</c:v>
                </c:pt>
                <c:pt idx="1338">
                  <c:v>42201</c:v>
                </c:pt>
                <c:pt idx="1339">
                  <c:v>42202</c:v>
                </c:pt>
                <c:pt idx="1340">
                  <c:v>42205</c:v>
                </c:pt>
                <c:pt idx="1341">
                  <c:v>42206</c:v>
                </c:pt>
                <c:pt idx="1342">
                  <c:v>42207</c:v>
                </c:pt>
                <c:pt idx="1343">
                  <c:v>42208</c:v>
                </c:pt>
                <c:pt idx="1344">
                  <c:v>42209</c:v>
                </c:pt>
                <c:pt idx="1345">
                  <c:v>42212</c:v>
                </c:pt>
                <c:pt idx="1346">
                  <c:v>42213</c:v>
                </c:pt>
                <c:pt idx="1347">
                  <c:v>42214</c:v>
                </c:pt>
                <c:pt idx="1348">
                  <c:v>42215</c:v>
                </c:pt>
                <c:pt idx="1349">
                  <c:v>42216</c:v>
                </c:pt>
                <c:pt idx="1350">
                  <c:v>42219</c:v>
                </c:pt>
                <c:pt idx="1351">
                  <c:v>42220</c:v>
                </c:pt>
                <c:pt idx="1352">
                  <c:v>42221</c:v>
                </c:pt>
                <c:pt idx="1353">
                  <c:v>42222</c:v>
                </c:pt>
                <c:pt idx="1354">
                  <c:v>42223</c:v>
                </c:pt>
                <c:pt idx="1355">
                  <c:v>42226</c:v>
                </c:pt>
                <c:pt idx="1356">
                  <c:v>42227</c:v>
                </c:pt>
                <c:pt idx="1357">
                  <c:v>42228</c:v>
                </c:pt>
                <c:pt idx="1358">
                  <c:v>42229</c:v>
                </c:pt>
                <c:pt idx="1359">
                  <c:v>42233</c:v>
                </c:pt>
                <c:pt idx="1360">
                  <c:v>42234</c:v>
                </c:pt>
                <c:pt idx="1361">
                  <c:v>42235</c:v>
                </c:pt>
                <c:pt idx="1362">
                  <c:v>42236</c:v>
                </c:pt>
                <c:pt idx="1363">
                  <c:v>42237</c:v>
                </c:pt>
                <c:pt idx="1364">
                  <c:v>42240</c:v>
                </c:pt>
                <c:pt idx="1365">
                  <c:v>42241</c:v>
                </c:pt>
                <c:pt idx="1366">
                  <c:v>42242</c:v>
                </c:pt>
                <c:pt idx="1367">
                  <c:v>42243</c:v>
                </c:pt>
                <c:pt idx="1368">
                  <c:v>42244</c:v>
                </c:pt>
                <c:pt idx="1369">
                  <c:v>42247</c:v>
                </c:pt>
                <c:pt idx="1370">
                  <c:v>42248</c:v>
                </c:pt>
                <c:pt idx="1371">
                  <c:v>42249</c:v>
                </c:pt>
                <c:pt idx="1372">
                  <c:v>42250</c:v>
                </c:pt>
                <c:pt idx="1373">
                  <c:v>42251</c:v>
                </c:pt>
                <c:pt idx="1374">
                  <c:v>42254</c:v>
                </c:pt>
                <c:pt idx="1375">
                  <c:v>42255</c:v>
                </c:pt>
                <c:pt idx="1376">
                  <c:v>42256</c:v>
                </c:pt>
                <c:pt idx="1377">
                  <c:v>42257</c:v>
                </c:pt>
                <c:pt idx="1378">
                  <c:v>42258</c:v>
                </c:pt>
                <c:pt idx="1379">
                  <c:v>42261</c:v>
                </c:pt>
                <c:pt idx="1380">
                  <c:v>42262</c:v>
                </c:pt>
                <c:pt idx="1381">
                  <c:v>42263</c:v>
                </c:pt>
                <c:pt idx="1382">
                  <c:v>42264</c:v>
                </c:pt>
                <c:pt idx="1383">
                  <c:v>42265</c:v>
                </c:pt>
                <c:pt idx="1384">
                  <c:v>42268</c:v>
                </c:pt>
                <c:pt idx="1385">
                  <c:v>42269</c:v>
                </c:pt>
                <c:pt idx="1386">
                  <c:v>42270</c:v>
                </c:pt>
                <c:pt idx="1387">
                  <c:v>42271</c:v>
                </c:pt>
                <c:pt idx="1388">
                  <c:v>42272</c:v>
                </c:pt>
                <c:pt idx="1389">
                  <c:v>42277</c:v>
                </c:pt>
                <c:pt idx="1390">
                  <c:v>42278</c:v>
                </c:pt>
                <c:pt idx="1391">
                  <c:v>42279</c:v>
                </c:pt>
                <c:pt idx="1392">
                  <c:v>42282</c:v>
                </c:pt>
                <c:pt idx="1393">
                  <c:v>42283</c:v>
                </c:pt>
                <c:pt idx="1394">
                  <c:v>42284</c:v>
                </c:pt>
                <c:pt idx="1395">
                  <c:v>42285</c:v>
                </c:pt>
                <c:pt idx="1396">
                  <c:v>42289</c:v>
                </c:pt>
                <c:pt idx="1397">
                  <c:v>42290</c:v>
                </c:pt>
                <c:pt idx="1398">
                  <c:v>42291</c:v>
                </c:pt>
                <c:pt idx="1399">
                  <c:v>42292</c:v>
                </c:pt>
                <c:pt idx="1400">
                  <c:v>42293</c:v>
                </c:pt>
                <c:pt idx="1401">
                  <c:v>42296</c:v>
                </c:pt>
                <c:pt idx="1402">
                  <c:v>42297</c:v>
                </c:pt>
                <c:pt idx="1403">
                  <c:v>42298</c:v>
                </c:pt>
                <c:pt idx="1404">
                  <c:v>42299</c:v>
                </c:pt>
                <c:pt idx="1405">
                  <c:v>42300</c:v>
                </c:pt>
                <c:pt idx="1406">
                  <c:v>42303</c:v>
                </c:pt>
                <c:pt idx="1407">
                  <c:v>42304</c:v>
                </c:pt>
                <c:pt idx="1408">
                  <c:v>42305</c:v>
                </c:pt>
                <c:pt idx="1409">
                  <c:v>42306</c:v>
                </c:pt>
                <c:pt idx="1410">
                  <c:v>42307</c:v>
                </c:pt>
                <c:pt idx="1411">
                  <c:v>42310</c:v>
                </c:pt>
                <c:pt idx="1412">
                  <c:v>42311</c:v>
                </c:pt>
                <c:pt idx="1413">
                  <c:v>42312</c:v>
                </c:pt>
                <c:pt idx="1414">
                  <c:v>42313</c:v>
                </c:pt>
                <c:pt idx="1415">
                  <c:v>42314</c:v>
                </c:pt>
                <c:pt idx="1416">
                  <c:v>42317</c:v>
                </c:pt>
                <c:pt idx="1417">
                  <c:v>42318</c:v>
                </c:pt>
                <c:pt idx="1418">
                  <c:v>42319</c:v>
                </c:pt>
                <c:pt idx="1419">
                  <c:v>42320</c:v>
                </c:pt>
                <c:pt idx="1420">
                  <c:v>42321</c:v>
                </c:pt>
                <c:pt idx="1421">
                  <c:v>42324</c:v>
                </c:pt>
                <c:pt idx="1422">
                  <c:v>42325</c:v>
                </c:pt>
                <c:pt idx="1423">
                  <c:v>42326</c:v>
                </c:pt>
                <c:pt idx="1424">
                  <c:v>42327</c:v>
                </c:pt>
                <c:pt idx="1425">
                  <c:v>42328</c:v>
                </c:pt>
                <c:pt idx="1426">
                  <c:v>42331</c:v>
                </c:pt>
                <c:pt idx="1427">
                  <c:v>42332</c:v>
                </c:pt>
                <c:pt idx="1428">
                  <c:v>42333</c:v>
                </c:pt>
                <c:pt idx="1429">
                  <c:v>42334</c:v>
                </c:pt>
                <c:pt idx="1430">
                  <c:v>42335</c:v>
                </c:pt>
                <c:pt idx="1431">
                  <c:v>42338</c:v>
                </c:pt>
                <c:pt idx="1432">
                  <c:v>42339</c:v>
                </c:pt>
                <c:pt idx="1433">
                  <c:v>42340</c:v>
                </c:pt>
                <c:pt idx="1434">
                  <c:v>42341</c:v>
                </c:pt>
                <c:pt idx="1435">
                  <c:v>42342</c:v>
                </c:pt>
                <c:pt idx="1436">
                  <c:v>42345</c:v>
                </c:pt>
                <c:pt idx="1437">
                  <c:v>42346</c:v>
                </c:pt>
                <c:pt idx="1438">
                  <c:v>42347</c:v>
                </c:pt>
                <c:pt idx="1439">
                  <c:v>42348</c:v>
                </c:pt>
                <c:pt idx="1440">
                  <c:v>42349</c:v>
                </c:pt>
                <c:pt idx="1441">
                  <c:v>42352</c:v>
                </c:pt>
                <c:pt idx="1442">
                  <c:v>42353</c:v>
                </c:pt>
                <c:pt idx="1443">
                  <c:v>42354</c:v>
                </c:pt>
                <c:pt idx="1444">
                  <c:v>42355</c:v>
                </c:pt>
                <c:pt idx="1445">
                  <c:v>42356</c:v>
                </c:pt>
                <c:pt idx="1446">
                  <c:v>42359</c:v>
                </c:pt>
                <c:pt idx="1447">
                  <c:v>42360</c:v>
                </c:pt>
                <c:pt idx="1448">
                  <c:v>42361</c:v>
                </c:pt>
                <c:pt idx="1449">
                  <c:v>42362</c:v>
                </c:pt>
                <c:pt idx="1450">
                  <c:v>42366</c:v>
                </c:pt>
                <c:pt idx="1451">
                  <c:v>42367</c:v>
                </c:pt>
                <c:pt idx="1452">
                  <c:v>42368</c:v>
                </c:pt>
                <c:pt idx="1453">
                  <c:v>42373</c:v>
                </c:pt>
                <c:pt idx="1454">
                  <c:v>42374</c:v>
                </c:pt>
                <c:pt idx="1455">
                  <c:v>42375</c:v>
                </c:pt>
                <c:pt idx="1456">
                  <c:v>42376</c:v>
                </c:pt>
                <c:pt idx="1457">
                  <c:v>42377</c:v>
                </c:pt>
                <c:pt idx="1458">
                  <c:v>42380</c:v>
                </c:pt>
                <c:pt idx="1459">
                  <c:v>42381</c:v>
                </c:pt>
                <c:pt idx="1460">
                  <c:v>42382</c:v>
                </c:pt>
                <c:pt idx="1461">
                  <c:v>42383</c:v>
                </c:pt>
                <c:pt idx="1462">
                  <c:v>42384</c:v>
                </c:pt>
                <c:pt idx="1463">
                  <c:v>42387</c:v>
                </c:pt>
                <c:pt idx="1464">
                  <c:v>42388</c:v>
                </c:pt>
                <c:pt idx="1465">
                  <c:v>42389</c:v>
                </c:pt>
                <c:pt idx="1466">
                  <c:v>42390</c:v>
                </c:pt>
                <c:pt idx="1467">
                  <c:v>42391</c:v>
                </c:pt>
                <c:pt idx="1468">
                  <c:v>42394</c:v>
                </c:pt>
                <c:pt idx="1469">
                  <c:v>42395</c:v>
                </c:pt>
                <c:pt idx="1470">
                  <c:v>42396</c:v>
                </c:pt>
                <c:pt idx="1471">
                  <c:v>42397</c:v>
                </c:pt>
                <c:pt idx="1472">
                  <c:v>42398</c:v>
                </c:pt>
                <c:pt idx="1473">
                  <c:v>42401</c:v>
                </c:pt>
                <c:pt idx="1474">
                  <c:v>42402</c:v>
                </c:pt>
                <c:pt idx="1475">
                  <c:v>42403</c:v>
                </c:pt>
                <c:pt idx="1476">
                  <c:v>42404</c:v>
                </c:pt>
                <c:pt idx="1477">
                  <c:v>42405</c:v>
                </c:pt>
                <c:pt idx="1478">
                  <c:v>42411</c:v>
                </c:pt>
                <c:pt idx="1479">
                  <c:v>42412</c:v>
                </c:pt>
                <c:pt idx="1480">
                  <c:v>42415</c:v>
                </c:pt>
                <c:pt idx="1481">
                  <c:v>42416</c:v>
                </c:pt>
                <c:pt idx="1482">
                  <c:v>42417</c:v>
                </c:pt>
                <c:pt idx="1483">
                  <c:v>42418</c:v>
                </c:pt>
                <c:pt idx="1484">
                  <c:v>42419</c:v>
                </c:pt>
                <c:pt idx="1485">
                  <c:v>42422</c:v>
                </c:pt>
                <c:pt idx="1486">
                  <c:v>42423</c:v>
                </c:pt>
                <c:pt idx="1487">
                  <c:v>42424</c:v>
                </c:pt>
                <c:pt idx="1488">
                  <c:v>42425</c:v>
                </c:pt>
                <c:pt idx="1489">
                  <c:v>42426</c:v>
                </c:pt>
                <c:pt idx="1490">
                  <c:v>42429</c:v>
                </c:pt>
                <c:pt idx="1491">
                  <c:v>42431</c:v>
                </c:pt>
                <c:pt idx="1492">
                  <c:v>42432</c:v>
                </c:pt>
                <c:pt idx="1493">
                  <c:v>42433</c:v>
                </c:pt>
                <c:pt idx="1494">
                  <c:v>42436</c:v>
                </c:pt>
                <c:pt idx="1495">
                  <c:v>42437</c:v>
                </c:pt>
                <c:pt idx="1496">
                  <c:v>42438</c:v>
                </c:pt>
                <c:pt idx="1497">
                  <c:v>42439</c:v>
                </c:pt>
                <c:pt idx="1498">
                  <c:v>42440</c:v>
                </c:pt>
                <c:pt idx="1499">
                  <c:v>42443</c:v>
                </c:pt>
                <c:pt idx="1500">
                  <c:v>42444</c:v>
                </c:pt>
                <c:pt idx="1501">
                  <c:v>42445</c:v>
                </c:pt>
                <c:pt idx="1502">
                  <c:v>42446</c:v>
                </c:pt>
                <c:pt idx="1503">
                  <c:v>42447</c:v>
                </c:pt>
                <c:pt idx="1504">
                  <c:v>42450</c:v>
                </c:pt>
                <c:pt idx="1505">
                  <c:v>42451</c:v>
                </c:pt>
                <c:pt idx="1506">
                  <c:v>42452</c:v>
                </c:pt>
                <c:pt idx="1507">
                  <c:v>42453</c:v>
                </c:pt>
                <c:pt idx="1508">
                  <c:v>42454</c:v>
                </c:pt>
                <c:pt idx="1509">
                  <c:v>42457</c:v>
                </c:pt>
                <c:pt idx="1510">
                  <c:v>42458</c:v>
                </c:pt>
                <c:pt idx="1511">
                  <c:v>42459</c:v>
                </c:pt>
                <c:pt idx="1512">
                  <c:v>42460</c:v>
                </c:pt>
                <c:pt idx="1513">
                  <c:v>42461</c:v>
                </c:pt>
                <c:pt idx="1514">
                  <c:v>42464</c:v>
                </c:pt>
                <c:pt idx="1515">
                  <c:v>42465</c:v>
                </c:pt>
                <c:pt idx="1516">
                  <c:v>42466</c:v>
                </c:pt>
                <c:pt idx="1517">
                  <c:v>42467</c:v>
                </c:pt>
                <c:pt idx="1518">
                  <c:v>42468</c:v>
                </c:pt>
                <c:pt idx="1519">
                  <c:v>42471</c:v>
                </c:pt>
                <c:pt idx="1520">
                  <c:v>42472</c:v>
                </c:pt>
                <c:pt idx="1521">
                  <c:v>42474</c:v>
                </c:pt>
                <c:pt idx="1522">
                  <c:v>42475</c:v>
                </c:pt>
                <c:pt idx="1523">
                  <c:v>42478</c:v>
                </c:pt>
                <c:pt idx="1524">
                  <c:v>42479</c:v>
                </c:pt>
                <c:pt idx="1525">
                  <c:v>42480</c:v>
                </c:pt>
                <c:pt idx="1526">
                  <c:v>42481</c:v>
                </c:pt>
                <c:pt idx="1527">
                  <c:v>42482</c:v>
                </c:pt>
                <c:pt idx="1528">
                  <c:v>42485</c:v>
                </c:pt>
                <c:pt idx="1529">
                  <c:v>42486</c:v>
                </c:pt>
                <c:pt idx="1530">
                  <c:v>42487</c:v>
                </c:pt>
                <c:pt idx="1531">
                  <c:v>42488</c:v>
                </c:pt>
                <c:pt idx="1532">
                  <c:v>42489</c:v>
                </c:pt>
                <c:pt idx="1533">
                  <c:v>42492</c:v>
                </c:pt>
                <c:pt idx="1534">
                  <c:v>42493</c:v>
                </c:pt>
                <c:pt idx="1535">
                  <c:v>42494</c:v>
                </c:pt>
                <c:pt idx="1536">
                  <c:v>42499</c:v>
                </c:pt>
                <c:pt idx="1537">
                  <c:v>42500</c:v>
                </c:pt>
                <c:pt idx="1538">
                  <c:v>42501</c:v>
                </c:pt>
                <c:pt idx="1539">
                  <c:v>42502</c:v>
                </c:pt>
                <c:pt idx="1540">
                  <c:v>42503</c:v>
                </c:pt>
                <c:pt idx="1541">
                  <c:v>42506</c:v>
                </c:pt>
                <c:pt idx="1542">
                  <c:v>42507</c:v>
                </c:pt>
                <c:pt idx="1543">
                  <c:v>42508</c:v>
                </c:pt>
                <c:pt idx="1544">
                  <c:v>42509</c:v>
                </c:pt>
                <c:pt idx="1545">
                  <c:v>42510</c:v>
                </c:pt>
                <c:pt idx="1546">
                  <c:v>42513</c:v>
                </c:pt>
                <c:pt idx="1547">
                  <c:v>42514</c:v>
                </c:pt>
                <c:pt idx="1548">
                  <c:v>42515</c:v>
                </c:pt>
                <c:pt idx="1549">
                  <c:v>42516</c:v>
                </c:pt>
                <c:pt idx="1550">
                  <c:v>42517</c:v>
                </c:pt>
                <c:pt idx="1551">
                  <c:v>42520</c:v>
                </c:pt>
                <c:pt idx="1552">
                  <c:v>42521</c:v>
                </c:pt>
                <c:pt idx="1553">
                  <c:v>42522</c:v>
                </c:pt>
                <c:pt idx="1554">
                  <c:v>42523</c:v>
                </c:pt>
                <c:pt idx="1555">
                  <c:v>42524</c:v>
                </c:pt>
                <c:pt idx="1556">
                  <c:v>42528</c:v>
                </c:pt>
                <c:pt idx="1557">
                  <c:v>42529</c:v>
                </c:pt>
                <c:pt idx="1558">
                  <c:v>42530</c:v>
                </c:pt>
                <c:pt idx="1559">
                  <c:v>42531</c:v>
                </c:pt>
                <c:pt idx="1560">
                  <c:v>42534</c:v>
                </c:pt>
                <c:pt idx="1561">
                  <c:v>42535</c:v>
                </c:pt>
                <c:pt idx="1562">
                  <c:v>42536</c:v>
                </c:pt>
                <c:pt idx="1563">
                  <c:v>42537</c:v>
                </c:pt>
                <c:pt idx="1564">
                  <c:v>42538</c:v>
                </c:pt>
                <c:pt idx="1565">
                  <c:v>42541</c:v>
                </c:pt>
                <c:pt idx="1566">
                  <c:v>42542</c:v>
                </c:pt>
                <c:pt idx="1567">
                  <c:v>42543</c:v>
                </c:pt>
                <c:pt idx="1568">
                  <c:v>42544</c:v>
                </c:pt>
                <c:pt idx="1569">
                  <c:v>42545</c:v>
                </c:pt>
                <c:pt idx="1570">
                  <c:v>42548</c:v>
                </c:pt>
                <c:pt idx="1571">
                  <c:v>42549</c:v>
                </c:pt>
                <c:pt idx="1572">
                  <c:v>42550</c:v>
                </c:pt>
                <c:pt idx="1573">
                  <c:v>42551</c:v>
                </c:pt>
                <c:pt idx="1574">
                  <c:v>42552</c:v>
                </c:pt>
                <c:pt idx="1575">
                  <c:v>42555</c:v>
                </c:pt>
                <c:pt idx="1576">
                  <c:v>42556</c:v>
                </c:pt>
                <c:pt idx="1577">
                  <c:v>42557</c:v>
                </c:pt>
                <c:pt idx="1578">
                  <c:v>42558</c:v>
                </c:pt>
                <c:pt idx="1579">
                  <c:v>42559</c:v>
                </c:pt>
                <c:pt idx="1580">
                  <c:v>42562</c:v>
                </c:pt>
                <c:pt idx="1581">
                  <c:v>42563</c:v>
                </c:pt>
                <c:pt idx="1582">
                  <c:v>42564</c:v>
                </c:pt>
                <c:pt idx="1583">
                  <c:v>42565</c:v>
                </c:pt>
                <c:pt idx="1584">
                  <c:v>42566</c:v>
                </c:pt>
                <c:pt idx="1585">
                  <c:v>42569</c:v>
                </c:pt>
                <c:pt idx="1586">
                  <c:v>42570</c:v>
                </c:pt>
                <c:pt idx="1587">
                  <c:v>42571</c:v>
                </c:pt>
                <c:pt idx="1588">
                  <c:v>42572</c:v>
                </c:pt>
                <c:pt idx="1589">
                  <c:v>42573</c:v>
                </c:pt>
                <c:pt idx="1590">
                  <c:v>42576</c:v>
                </c:pt>
                <c:pt idx="1591">
                  <c:v>42577</c:v>
                </c:pt>
                <c:pt idx="1592">
                  <c:v>42578</c:v>
                </c:pt>
                <c:pt idx="1593">
                  <c:v>42579</c:v>
                </c:pt>
                <c:pt idx="1594">
                  <c:v>42580</c:v>
                </c:pt>
                <c:pt idx="1595">
                  <c:v>42583</c:v>
                </c:pt>
                <c:pt idx="1596">
                  <c:v>42584</c:v>
                </c:pt>
                <c:pt idx="1597">
                  <c:v>42585</c:v>
                </c:pt>
                <c:pt idx="1598">
                  <c:v>42586</c:v>
                </c:pt>
                <c:pt idx="1599">
                  <c:v>42587</c:v>
                </c:pt>
                <c:pt idx="1600">
                  <c:v>42590</c:v>
                </c:pt>
                <c:pt idx="1601">
                  <c:v>42591</c:v>
                </c:pt>
                <c:pt idx="1602">
                  <c:v>42592</c:v>
                </c:pt>
                <c:pt idx="1603">
                  <c:v>42593</c:v>
                </c:pt>
                <c:pt idx="1604">
                  <c:v>42594</c:v>
                </c:pt>
                <c:pt idx="1605">
                  <c:v>42598</c:v>
                </c:pt>
                <c:pt idx="1606">
                  <c:v>42599</c:v>
                </c:pt>
                <c:pt idx="1607">
                  <c:v>42600</c:v>
                </c:pt>
                <c:pt idx="1608">
                  <c:v>42601</c:v>
                </c:pt>
                <c:pt idx="1609">
                  <c:v>42604</c:v>
                </c:pt>
                <c:pt idx="1610">
                  <c:v>42605</c:v>
                </c:pt>
                <c:pt idx="1611">
                  <c:v>42606</c:v>
                </c:pt>
                <c:pt idx="1612">
                  <c:v>42607</c:v>
                </c:pt>
                <c:pt idx="1613">
                  <c:v>42608</c:v>
                </c:pt>
                <c:pt idx="1614">
                  <c:v>42611</c:v>
                </c:pt>
                <c:pt idx="1615">
                  <c:v>42612</c:v>
                </c:pt>
                <c:pt idx="1616">
                  <c:v>42613</c:v>
                </c:pt>
                <c:pt idx="1617">
                  <c:v>42614</c:v>
                </c:pt>
                <c:pt idx="1618">
                  <c:v>42615</c:v>
                </c:pt>
                <c:pt idx="1619">
                  <c:v>42618</c:v>
                </c:pt>
                <c:pt idx="1620">
                  <c:v>42619</c:v>
                </c:pt>
                <c:pt idx="1621">
                  <c:v>42620</c:v>
                </c:pt>
                <c:pt idx="1622">
                  <c:v>42621</c:v>
                </c:pt>
                <c:pt idx="1623">
                  <c:v>42622</c:v>
                </c:pt>
                <c:pt idx="1624">
                  <c:v>42625</c:v>
                </c:pt>
                <c:pt idx="1625">
                  <c:v>42626</c:v>
                </c:pt>
                <c:pt idx="1626">
                  <c:v>42632</c:v>
                </c:pt>
                <c:pt idx="1627">
                  <c:v>42633</c:v>
                </c:pt>
                <c:pt idx="1628">
                  <c:v>42634</c:v>
                </c:pt>
                <c:pt idx="1629">
                  <c:v>42635</c:v>
                </c:pt>
                <c:pt idx="1630">
                  <c:v>42636</c:v>
                </c:pt>
                <c:pt idx="1631">
                  <c:v>42639</c:v>
                </c:pt>
                <c:pt idx="1632">
                  <c:v>42640</c:v>
                </c:pt>
                <c:pt idx="1633">
                  <c:v>42641</c:v>
                </c:pt>
                <c:pt idx="1634">
                  <c:v>42642</c:v>
                </c:pt>
                <c:pt idx="1635">
                  <c:v>42643</c:v>
                </c:pt>
                <c:pt idx="1636">
                  <c:v>42647</c:v>
                </c:pt>
                <c:pt idx="1637">
                  <c:v>42648</c:v>
                </c:pt>
                <c:pt idx="1638">
                  <c:v>42649</c:v>
                </c:pt>
                <c:pt idx="1639">
                  <c:v>42650</c:v>
                </c:pt>
                <c:pt idx="1640">
                  <c:v>42653</c:v>
                </c:pt>
                <c:pt idx="1641">
                  <c:v>42654</c:v>
                </c:pt>
                <c:pt idx="1642">
                  <c:v>42655</c:v>
                </c:pt>
                <c:pt idx="1643">
                  <c:v>42656</c:v>
                </c:pt>
                <c:pt idx="1644">
                  <c:v>42657</c:v>
                </c:pt>
                <c:pt idx="1645">
                  <c:v>42660</c:v>
                </c:pt>
                <c:pt idx="1646">
                  <c:v>42661</c:v>
                </c:pt>
                <c:pt idx="1647">
                  <c:v>42662</c:v>
                </c:pt>
                <c:pt idx="1648">
                  <c:v>42663</c:v>
                </c:pt>
                <c:pt idx="1649">
                  <c:v>42664</c:v>
                </c:pt>
                <c:pt idx="1650">
                  <c:v>42667</c:v>
                </c:pt>
                <c:pt idx="1651">
                  <c:v>42668</c:v>
                </c:pt>
                <c:pt idx="1652">
                  <c:v>42669</c:v>
                </c:pt>
                <c:pt idx="1653">
                  <c:v>42670</c:v>
                </c:pt>
                <c:pt idx="1654">
                  <c:v>42671</c:v>
                </c:pt>
                <c:pt idx="1655">
                  <c:v>42674</c:v>
                </c:pt>
                <c:pt idx="1656">
                  <c:v>42675</c:v>
                </c:pt>
                <c:pt idx="1657">
                  <c:v>42676</c:v>
                </c:pt>
                <c:pt idx="1658">
                  <c:v>42677</c:v>
                </c:pt>
                <c:pt idx="1659">
                  <c:v>42678</c:v>
                </c:pt>
                <c:pt idx="1660">
                  <c:v>42681</c:v>
                </c:pt>
                <c:pt idx="1661">
                  <c:v>42682</c:v>
                </c:pt>
                <c:pt idx="1662">
                  <c:v>42683</c:v>
                </c:pt>
                <c:pt idx="1663">
                  <c:v>42684</c:v>
                </c:pt>
                <c:pt idx="1664">
                  <c:v>42685</c:v>
                </c:pt>
                <c:pt idx="1665">
                  <c:v>42688</c:v>
                </c:pt>
                <c:pt idx="1666">
                  <c:v>42689</c:v>
                </c:pt>
                <c:pt idx="1667">
                  <c:v>42690</c:v>
                </c:pt>
                <c:pt idx="1668">
                  <c:v>42691</c:v>
                </c:pt>
                <c:pt idx="1669">
                  <c:v>42692</c:v>
                </c:pt>
                <c:pt idx="1670">
                  <c:v>42695</c:v>
                </c:pt>
                <c:pt idx="1671">
                  <c:v>42696</c:v>
                </c:pt>
                <c:pt idx="1672">
                  <c:v>42697</c:v>
                </c:pt>
                <c:pt idx="1673">
                  <c:v>42698</c:v>
                </c:pt>
                <c:pt idx="1674">
                  <c:v>42699</c:v>
                </c:pt>
                <c:pt idx="1675">
                  <c:v>42702</c:v>
                </c:pt>
                <c:pt idx="1676">
                  <c:v>42703</c:v>
                </c:pt>
                <c:pt idx="1677">
                  <c:v>42704</c:v>
                </c:pt>
                <c:pt idx="1678">
                  <c:v>42705</c:v>
                </c:pt>
                <c:pt idx="1679">
                  <c:v>42706</c:v>
                </c:pt>
                <c:pt idx="1680">
                  <c:v>42709</c:v>
                </c:pt>
                <c:pt idx="1681">
                  <c:v>42710</c:v>
                </c:pt>
                <c:pt idx="1682">
                  <c:v>42711</c:v>
                </c:pt>
                <c:pt idx="1683">
                  <c:v>42712</c:v>
                </c:pt>
                <c:pt idx="1684">
                  <c:v>42713</c:v>
                </c:pt>
                <c:pt idx="1685">
                  <c:v>42716</c:v>
                </c:pt>
                <c:pt idx="1686">
                  <c:v>42717</c:v>
                </c:pt>
                <c:pt idx="1687">
                  <c:v>42718</c:v>
                </c:pt>
                <c:pt idx="1688">
                  <c:v>42719</c:v>
                </c:pt>
                <c:pt idx="1689">
                  <c:v>42720</c:v>
                </c:pt>
                <c:pt idx="1690">
                  <c:v>42723</c:v>
                </c:pt>
                <c:pt idx="1691">
                  <c:v>42724</c:v>
                </c:pt>
                <c:pt idx="1692">
                  <c:v>42725</c:v>
                </c:pt>
                <c:pt idx="1693">
                  <c:v>42726</c:v>
                </c:pt>
                <c:pt idx="1694">
                  <c:v>42727</c:v>
                </c:pt>
                <c:pt idx="1695">
                  <c:v>42730</c:v>
                </c:pt>
                <c:pt idx="1696">
                  <c:v>42731</c:v>
                </c:pt>
                <c:pt idx="1697">
                  <c:v>42732</c:v>
                </c:pt>
                <c:pt idx="1698">
                  <c:v>42733</c:v>
                </c:pt>
                <c:pt idx="1699">
                  <c:v>42737</c:v>
                </c:pt>
                <c:pt idx="1700">
                  <c:v>42738</c:v>
                </c:pt>
                <c:pt idx="1701">
                  <c:v>42739</c:v>
                </c:pt>
                <c:pt idx="1702">
                  <c:v>42740</c:v>
                </c:pt>
                <c:pt idx="1703">
                  <c:v>42741</c:v>
                </c:pt>
                <c:pt idx="1704">
                  <c:v>42744</c:v>
                </c:pt>
                <c:pt idx="1705">
                  <c:v>42745</c:v>
                </c:pt>
                <c:pt idx="1706">
                  <c:v>42746</c:v>
                </c:pt>
                <c:pt idx="1707">
                  <c:v>42747</c:v>
                </c:pt>
                <c:pt idx="1708">
                  <c:v>42748</c:v>
                </c:pt>
                <c:pt idx="1709">
                  <c:v>42751</c:v>
                </c:pt>
                <c:pt idx="1710">
                  <c:v>42752</c:v>
                </c:pt>
                <c:pt idx="1711">
                  <c:v>42753</c:v>
                </c:pt>
                <c:pt idx="1712">
                  <c:v>42754</c:v>
                </c:pt>
                <c:pt idx="1713">
                  <c:v>42755</c:v>
                </c:pt>
                <c:pt idx="1714">
                  <c:v>42758</c:v>
                </c:pt>
                <c:pt idx="1715">
                  <c:v>42759</c:v>
                </c:pt>
                <c:pt idx="1716">
                  <c:v>42760</c:v>
                </c:pt>
                <c:pt idx="1717">
                  <c:v>42761</c:v>
                </c:pt>
                <c:pt idx="1718">
                  <c:v>42766</c:v>
                </c:pt>
                <c:pt idx="1719">
                  <c:v>42767</c:v>
                </c:pt>
                <c:pt idx="1720">
                  <c:v>42768</c:v>
                </c:pt>
                <c:pt idx="1721">
                  <c:v>42769</c:v>
                </c:pt>
                <c:pt idx="1722">
                  <c:v>42772</c:v>
                </c:pt>
                <c:pt idx="1723">
                  <c:v>42773</c:v>
                </c:pt>
                <c:pt idx="1724">
                  <c:v>42774</c:v>
                </c:pt>
                <c:pt idx="1725">
                  <c:v>42775</c:v>
                </c:pt>
                <c:pt idx="1726">
                  <c:v>42776</c:v>
                </c:pt>
                <c:pt idx="1727">
                  <c:v>42779</c:v>
                </c:pt>
                <c:pt idx="1728">
                  <c:v>42780</c:v>
                </c:pt>
                <c:pt idx="1729">
                  <c:v>42781</c:v>
                </c:pt>
                <c:pt idx="1730">
                  <c:v>42782</c:v>
                </c:pt>
                <c:pt idx="1731">
                  <c:v>42783</c:v>
                </c:pt>
                <c:pt idx="1732">
                  <c:v>42786</c:v>
                </c:pt>
                <c:pt idx="1733">
                  <c:v>42787</c:v>
                </c:pt>
                <c:pt idx="1734">
                  <c:v>42788</c:v>
                </c:pt>
                <c:pt idx="1735">
                  <c:v>42789</c:v>
                </c:pt>
                <c:pt idx="1736">
                  <c:v>42790</c:v>
                </c:pt>
                <c:pt idx="1737">
                  <c:v>42793</c:v>
                </c:pt>
                <c:pt idx="1738">
                  <c:v>42794</c:v>
                </c:pt>
                <c:pt idx="1739">
                  <c:v>42796</c:v>
                </c:pt>
                <c:pt idx="1740">
                  <c:v>42797</c:v>
                </c:pt>
                <c:pt idx="1741">
                  <c:v>42800</c:v>
                </c:pt>
                <c:pt idx="1742">
                  <c:v>42801</c:v>
                </c:pt>
                <c:pt idx="1743">
                  <c:v>42802</c:v>
                </c:pt>
                <c:pt idx="1744">
                  <c:v>42803</c:v>
                </c:pt>
                <c:pt idx="1745">
                  <c:v>42804</c:v>
                </c:pt>
                <c:pt idx="1746">
                  <c:v>42807</c:v>
                </c:pt>
                <c:pt idx="1747">
                  <c:v>42808</c:v>
                </c:pt>
                <c:pt idx="1748">
                  <c:v>42809</c:v>
                </c:pt>
                <c:pt idx="1749">
                  <c:v>42810</c:v>
                </c:pt>
                <c:pt idx="1750">
                  <c:v>42811</c:v>
                </c:pt>
                <c:pt idx="1751">
                  <c:v>42814</c:v>
                </c:pt>
                <c:pt idx="1752">
                  <c:v>42815</c:v>
                </c:pt>
                <c:pt idx="1753">
                  <c:v>42816</c:v>
                </c:pt>
                <c:pt idx="1754">
                  <c:v>42817</c:v>
                </c:pt>
                <c:pt idx="1755">
                  <c:v>42818</c:v>
                </c:pt>
                <c:pt idx="1756">
                  <c:v>42821</c:v>
                </c:pt>
                <c:pt idx="1757">
                  <c:v>42822</c:v>
                </c:pt>
                <c:pt idx="1758">
                  <c:v>42823</c:v>
                </c:pt>
                <c:pt idx="1759">
                  <c:v>42824</c:v>
                </c:pt>
                <c:pt idx="1760">
                  <c:v>42825</c:v>
                </c:pt>
                <c:pt idx="1761">
                  <c:v>42828</c:v>
                </c:pt>
                <c:pt idx="1762">
                  <c:v>42829</c:v>
                </c:pt>
                <c:pt idx="1763">
                  <c:v>42830</c:v>
                </c:pt>
                <c:pt idx="1764">
                  <c:v>42831</c:v>
                </c:pt>
                <c:pt idx="1765">
                  <c:v>42832</c:v>
                </c:pt>
                <c:pt idx="1766">
                  <c:v>42835</c:v>
                </c:pt>
                <c:pt idx="1767">
                  <c:v>42836</c:v>
                </c:pt>
                <c:pt idx="1768">
                  <c:v>42837</c:v>
                </c:pt>
                <c:pt idx="1769">
                  <c:v>42838</c:v>
                </c:pt>
                <c:pt idx="1770">
                  <c:v>42839</c:v>
                </c:pt>
                <c:pt idx="1771">
                  <c:v>42842</c:v>
                </c:pt>
                <c:pt idx="1772">
                  <c:v>42843</c:v>
                </c:pt>
                <c:pt idx="1773">
                  <c:v>42844</c:v>
                </c:pt>
                <c:pt idx="1774">
                  <c:v>42845</c:v>
                </c:pt>
                <c:pt idx="1775">
                  <c:v>42846</c:v>
                </c:pt>
                <c:pt idx="1776">
                  <c:v>42849</c:v>
                </c:pt>
                <c:pt idx="1777">
                  <c:v>42850</c:v>
                </c:pt>
                <c:pt idx="1778">
                  <c:v>42851</c:v>
                </c:pt>
                <c:pt idx="1779">
                  <c:v>42852</c:v>
                </c:pt>
                <c:pt idx="1780">
                  <c:v>42853</c:v>
                </c:pt>
                <c:pt idx="1781">
                  <c:v>42857</c:v>
                </c:pt>
                <c:pt idx="1782">
                  <c:v>42859</c:v>
                </c:pt>
                <c:pt idx="1783">
                  <c:v>42863</c:v>
                </c:pt>
                <c:pt idx="1784">
                  <c:v>42865</c:v>
                </c:pt>
                <c:pt idx="1785">
                  <c:v>42866</c:v>
                </c:pt>
                <c:pt idx="1786">
                  <c:v>42867</c:v>
                </c:pt>
                <c:pt idx="1787">
                  <c:v>42870</c:v>
                </c:pt>
                <c:pt idx="1788">
                  <c:v>42871</c:v>
                </c:pt>
                <c:pt idx="1789">
                  <c:v>42872</c:v>
                </c:pt>
                <c:pt idx="1790">
                  <c:v>42873</c:v>
                </c:pt>
                <c:pt idx="1791">
                  <c:v>42874</c:v>
                </c:pt>
                <c:pt idx="1792">
                  <c:v>42877</c:v>
                </c:pt>
                <c:pt idx="1793">
                  <c:v>42878</c:v>
                </c:pt>
                <c:pt idx="1794">
                  <c:v>42879</c:v>
                </c:pt>
                <c:pt idx="1795">
                  <c:v>42880</c:v>
                </c:pt>
                <c:pt idx="1796">
                  <c:v>42881</c:v>
                </c:pt>
                <c:pt idx="1797">
                  <c:v>42884</c:v>
                </c:pt>
                <c:pt idx="1798">
                  <c:v>42885</c:v>
                </c:pt>
                <c:pt idx="1799">
                  <c:v>42886</c:v>
                </c:pt>
                <c:pt idx="1800">
                  <c:v>42887</c:v>
                </c:pt>
                <c:pt idx="1801">
                  <c:v>42888</c:v>
                </c:pt>
                <c:pt idx="1802">
                  <c:v>42891</c:v>
                </c:pt>
                <c:pt idx="1803">
                  <c:v>42893</c:v>
                </c:pt>
                <c:pt idx="1804">
                  <c:v>42894</c:v>
                </c:pt>
                <c:pt idx="1805">
                  <c:v>42895</c:v>
                </c:pt>
                <c:pt idx="1806">
                  <c:v>42898</c:v>
                </c:pt>
                <c:pt idx="1807">
                  <c:v>42899</c:v>
                </c:pt>
                <c:pt idx="1808">
                  <c:v>42900</c:v>
                </c:pt>
                <c:pt idx="1809">
                  <c:v>42901</c:v>
                </c:pt>
                <c:pt idx="1810">
                  <c:v>42902</c:v>
                </c:pt>
                <c:pt idx="1811">
                  <c:v>42905</c:v>
                </c:pt>
                <c:pt idx="1812">
                  <c:v>42906</c:v>
                </c:pt>
                <c:pt idx="1813">
                  <c:v>42907</c:v>
                </c:pt>
                <c:pt idx="1814">
                  <c:v>42908</c:v>
                </c:pt>
                <c:pt idx="1815">
                  <c:v>42909</c:v>
                </c:pt>
                <c:pt idx="1816">
                  <c:v>42912</c:v>
                </c:pt>
                <c:pt idx="1817">
                  <c:v>42913</c:v>
                </c:pt>
                <c:pt idx="1818">
                  <c:v>42914</c:v>
                </c:pt>
                <c:pt idx="1819">
                  <c:v>42915</c:v>
                </c:pt>
                <c:pt idx="1820">
                  <c:v>42916</c:v>
                </c:pt>
                <c:pt idx="1821">
                  <c:v>42919</c:v>
                </c:pt>
                <c:pt idx="1822">
                  <c:v>42920</c:v>
                </c:pt>
                <c:pt idx="1823">
                  <c:v>42921</c:v>
                </c:pt>
                <c:pt idx="1824">
                  <c:v>42922</c:v>
                </c:pt>
                <c:pt idx="1825">
                  <c:v>42923</c:v>
                </c:pt>
                <c:pt idx="1826">
                  <c:v>42926</c:v>
                </c:pt>
                <c:pt idx="1827">
                  <c:v>42927</c:v>
                </c:pt>
                <c:pt idx="1828">
                  <c:v>42928</c:v>
                </c:pt>
                <c:pt idx="1829">
                  <c:v>42929</c:v>
                </c:pt>
                <c:pt idx="1830">
                  <c:v>42930</c:v>
                </c:pt>
                <c:pt idx="1831">
                  <c:v>42933</c:v>
                </c:pt>
                <c:pt idx="1832">
                  <c:v>42934</c:v>
                </c:pt>
                <c:pt idx="1833">
                  <c:v>42935</c:v>
                </c:pt>
                <c:pt idx="1834">
                  <c:v>42936</c:v>
                </c:pt>
                <c:pt idx="1835">
                  <c:v>42937</c:v>
                </c:pt>
                <c:pt idx="1836">
                  <c:v>42940</c:v>
                </c:pt>
                <c:pt idx="1837">
                  <c:v>42941</c:v>
                </c:pt>
                <c:pt idx="1838">
                  <c:v>42942</c:v>
                </c:pt>
                <c:pt idx="1839">
                  <c:v>42943</c:v>
                </c:pt>
                <c:pt idx="1840">
                  <c:v>42944</c:v>
                </c:pt>
                <c:pt idx="1841">
                  <c:v>42947</c:v>
                </c:pt>
                <c:pt idx="1842">
                  <c:v>42948</c:v>
                </c:pt>
                <c:pt idx="1843">
                  <c:v>42949</c:v>
                </c:pt>
                <c:pt idx="1844">
                  <c:v>42950</c:v>
                </c:pt>
                <c:pt idx="1845">
                  <c:v>42951</c:v>
                </c:pt>
                <c:pt idx="1846">
                  <c:v>42954</c:v>
                </c:pt>
                <c:pt idx="1847">
                  <c:v>42955</c:v>
                </c:pt>
                <c:pt idx="1848">
                  <c:v>42956</c:v>
                </c:pt>
                <c:pt idx="1849">
                  <c:v>42957</c:v>
                </c:pt>
                <c:pt idx="1850">
                  <c:v>42958</c:v>
                </c:pt>
                <c:pt idx="1851">
                  <c:v>42961</c:v>
                </c:pt>
                <c:pt idx="1852">
                  <c:v>42963</c:v>
                </c:pt>
                <c:pt idx="1853">
                  <c:v>42964</c:v>
                </c:pt>
                <c:pt idx="1854">
                  <c:v>42965</c:v>
                </c:pt>
                <c:pt idx="1855">
                  <c:v>42968</c:v>
                </c:pt>
                <c:pt idx="1856">
                  <c:v>42969</c:v>
                </c:pt>
                <c:pt idx="1857">
                  <c:v>42970</c:v>
                </c:pt>
                <c:pt idx="1858">
                  <c:v>42971</c:v>
                </c:pt>
                <c:pt idx="1859">
                  <c:v>42972</c:v>
                </c:pt>
                <c:pt idx="1860">
                  <c:v>42975</c:v>
                </c:pt>
                <c:pt idx="1861">
                  <c:v>42976</c:v>
                </c:pt>
                <c:pt idx="1862">
                  <c:v>42977</c:v>
                </c:pt>
                <c:pt idx="1863">
                  <c:v>42978</c:v>
                </c:pt>
                <c:pt idx="1864">
                  <c:v>42979</c:v>
                </c:pt>
                <c:pt idx="1865">
                  <c:v>42982</c:v>
                </c:pt>
                <c:pt idx="1866">
                  <c:v>42983</c:v>
                </c:pt>
                <c:pt idx="1867">
                  <c:v>42984</c:v>
                </c:pt>
                <c:pt idx="1868">
                  <c:v>42985</c:v>
                </c:pt>
                <c:pt idx="1869">
                  <c:v>42986</c:v>
                </c:pt>
                <c:pt idx="1870">
                  <c:v>42989</c:v>
                </c:pt>
                <c:pt idx="1871">
                  <c:v>42990</c:v>
                </c:pt>
                <c:pt idx="1872">
                  <c:v>42991</c:v>
                </c:pt>
                <c:pt idx="1873">
                  <c:v>42992</c:v>
                </c:pt>
                <c:pt idx="1874">
                  <c:v>42993</c:v>
                </c:pt>
                <c:pt idx="1875">
                  <c:v>42996</c:v>
                </c:pt>
                <c:pt idx="1876">
                  <c:v>42997</c:v>
                </c:pt>
                <c:pt idx="1877">
                  <c:v>42998</c:v>
                </c:pt>
                <c:pt idx="1878">
                  <c:v>42999</c:v>
                </c:pt>
                <c:pt idx="1879">
                  <c:v>43000</c:v>
                </c:pt>
                <c:pt idx="1880">
                  <c:v>43003</c:v>
                </c:pt>
                <c:pt idx="1881">
                  <c:v>43004</c:v>
                </c:pt>
                <c:pt idx="1882">
                  <c:v>43005</c:v>
                </c:pt>
                <c:pt idx="1883">
                  <c:v>43006</c:v>
                </c:pt>
                <c:pt idx="1884">
                  <c:v>43007</c:v>
                </c:pt>
                <c:pt idx="1885">
                  <c:v>43018</c:v>
                </c:pt>
                <c:pt idx="1886">
                  <c:v>43019</c:v>
                </c:pt>
                <c:pt idx="1887">
                  <c:v>43020</c:v>
                </c:pt>
                <c:pt idx="1888">
                  <c:v>43021</c:v>
                </c:pt>
                <c:pt idx="1889">
                  <c:v>43024</c:v>
                </c:pt>
                <c:pt idx="1890">
                  <c:v>43025</c:v>
                </c:pt>
                <c:pt idx="1891">
                  <c:v>43026</c:v>
                </c:pt>
                <c:pt idx="1892">
                  <c:v>43027</c:v>
                </c:pt>
                <c:pt idx="1893">
                  <c:v>43028</c:v>
                </c:pt>
                <c:pt idx="1894">
                  <c:v>43031</c:v>
                </c:pt>
                <c:pt idx="1895">
                  <c:v>43032</c:v>
                </c:pt>
                <c:pt idx="1896">
                  <c:v>43033</c:v>
                </c:pt>
                <c:pt idx="1897">
                  <c:v>43034</c:v>
                </c:pt>
                <c:pt idx="1898">
                  <c:v>43035</c:v>
                </c:pt>
                <c:pt idx="1899">
                  <c:v>43038</c:v>
                </c:pt>
                <c:pt idx="1900">
                  <c:v>43039</c:v>
                </c:pt>
                <c:pt idx="1901">
                  <c:v>43040</c:v>
                </c:pt>
                <c:pt idx="1902">
                  <c:v>43041</c:v>
                </c:pt>
                <c:pt idx="1903">
                  <c:v>43042</c:v>
                </c:pt>
                <c:pt idx="1904">
                  <c:v>43045</c:v>
                </c:pt>
                <c:pt idx="1905">
                  <c:v>43046</c:v>
                </c:pt>
                <c:pt idx="1906">
                  <c:v>43047</c:v>
                </c:pt>
                <c:pt idx="1907">
                  <c:v>43048</c:v>
                </c:pt>
                <c:pt idx="1908">
                  <c:v>43049</c:v>
                </c:pt>
                <c:pt idx="1909">
                  <c:v>43052</c:v>
                </c:pt>
                <c:pt idx="1910">
                  <c:v>43053</c:v>
                </c:pt>
                <c:pt idx="1911">
                  <c:v>43054</c:v>
                </c:pt>
                <c:pt idx="1912">
                  <c:v>43055</c:v>
                </c:pt>
                <c:pt idx="1913">
                  <c:v>43056</c:v>
                </c:pt>
                <c:pt idx="1914">
                  <c:v>43059</c:v>
                </c:pt>
                <c:pt idx="1915">
                  <c:v>43060</c:v>
                </c:pt>
                <c:pt idx="1916">
                  <c:v>43061</c:v>
                </c:pt>
                <c:pt idx="1917">
                  <c:v>43062</c:v>
                </c:pt>
                <c:pt idx="1918">
                  <c:v>43063</c:v>
                </c:pt>
                <c:pt idx="1919">
                  <c:v>43066</c:v>
                </c:pt>
                <c:pt idx="1920">
                  <c:v>43067</c:v>
                </c:pt>
                <c:pt idx="1921">
                  <c:v>43068</c:v>
                </c:pt>
                <c:pt idx="1922">
                  <c:v>43069</c:v>
                </c:pt>
                <c:pt idx="1923">
                  <c:v>43070</c:v>
                </c:pt>
                <c:pt idx="1924">
                  <c:v>43073</c:v>
                </c:pt>
                <c:pt idx="1925">
                  <c:v>43074</c:v>
                </c:pt>
                <c:pt idx="1926">
                  <c:v>43075</c:v>
                </c:pt>
                <c:pt idx="1927">
                  <c:v>43076</c:v>
                </c:pt>
                <c:pt idx="1928">
                  <c:v>43077</c:v>
                </c:pt>
                <c:pt idx="1929">
                  <c:v>43080</c:v>
                </c:pt>
                <c:pt idx="1930">
                  <c:v>43081</c:v>
                </c:pt>
                <c:pt idx="1931">
                  <c:v>43082</c:v>
                </c:pt>
                <c:pt idx="1932">
                  <c:v>43083</c:v>
                </c:pt>
                <c:pt idx="1933">
                  <c:v>43084</c:v>
                </c:pt>
                <c:pt idx="1934">
                  <c:v>43087</c:v>
                </c:pt>
                <c:pt idx="1935">
                  <c:v>43088</c:v>
                </c:pt>
                <c:pt idx="1936">
                  <c:v>43089</c:v>
                </c:pt>
                <c:pt idx="1937">
                  <c:v>43090</c:v>
                </c:pt>
                <c:pt idx="1938">
                  <c:v>43091</c:v>
                </c:pt>
                <c:pt idx="1939">
                  <c:v>43095</c:v>
                </c:pt>
                <c:pt idx="1940">
                  <c:v>43096</c:v>
                </c:pt>
                <c:pt idx="1941">
                  <c:v>43097</c:v>
                </c:pt>
                <c:pt idx="1942">
                  <c:v>43102</c:v>
                </c:pt>
                <c:pt idx="1943">
                  <c:v>43103</c:v>
                </c:pt>
                <c:pt idx="1944">
                  <c:v>43104</c:v>
                </c:pt>
                <c:pt idx="1945">
                  <c:v>43105</c:v>
                </c:pt>
                <c:pt idx="1946">
                  <c:v>43108</c:v>
                </c:pt>
                <c:pt idx="1947">
                  <c:v>43109</c:v>
                </c:pt>
                <c:pt idx="1948">
                  <c:v>43110</c:v>
                </c:pt>
                <c:pt idx="1949">
                  <c:v>43111</c:v>
                </c:pt>
                <c:pt idx="1950">
                  <c:v>43112</c:v>
                </c:pt>
                <c:pt idx="1951">
                  <c:v>43115</c:v>
                </c:pt>
                <c:pt idx="1952">
                  <c:v>43116</c:v>
                </c:pt>
                <c:pt idx="1953">
                  <c:v>43117</c:v>
                </c:pt>
                <c:pt idx="1954">
                  <c:v>43118</c:v>
                </c:pt>
                <c:pt idx="1955">
                  <c:v>43119</c:v>
                </c:pt>
                <c:pt idx="1956">
                  <c:v>43122</c:v>
                </c:pt>
                <c:pt idx="1957">
                  <c:v>43123</c:v>
                </c:pt>
                <c:pt idx="1958">
                  <c:v>43124</c:v>
                </c:pt>
                <c:pt idx="1959">
                  <c:v>43125</c:v>
                </c:pt>
                <c:pt idx="1960">
                  <c:v>43126</c:v>
                </c:pt>
                <c:pt idx="1961">
                  <c:v>43129</c:v>
                </c:pt>
                <c:pt idx="1962">
                  <c:v>43130</c:v>
                </c:pt>
                <c:pt idx="1963">
                  <c:v>43131</c:v>
                </c:pt>
                <c:pt idx="1964">
                  <c:v>43132</c:v>
                </c:pt>
                <c:pt idx="1965">
                  <c:v>43133</c:v>
                </c:pt>
                <c:pt idx="1966">
                  <c:v>43136</c:v>
                </c:pt>
                <c:pt idx="1967">
                  <c:v>43137</c:v>
                </c:pt>
                <c:pt idx="1968">
                  <c:v>43138</c:v>
                </c:pt>
                <c:pt idx="1969">
                  <c:v>43139</c:v>
                </c:pt>
                <c:pt idx="1970">
                  <c:v>43140</c:v>
                </c:pt>
                <c:pt idx="1971">
                  <c:v>43143</c:v>
                </c:pt>
                <c:pt idx="1972">
                  <c:v>43144</c:v>
                </c:pt>
                <c:pt idx="1973">
                  <c:v>43145</c:v>
                </c:pt>
                <c:pt idx="1974">
                  <c:v>43150</c:v>
                </c:pt>
                <c:pt idx="1975">
                  <c:v>43151</c:v>
                </c:pt>
                <c:pt idx="1976">
                  <c:v>43152</c:v>
                </c:pt>
                <c:pt idx="1977">
                  <c:v>43153</c:v>
                </c:pt>
                <c:pt idx="1978">
                  <c:v>43154</c:v>
                </c:pt>
                <c:pt idx="1979">
                  <c:v>43157</c:v>
                </c:pt>
                <c:pt idx="1980">
                  <c:v>43158</c:v>
                </c:pt>
                <c:pt idx="1981">
                  <c:v>43159</c:v>
                </c:pt>
                <c:pt idx="1982">
                  <c:v>43161</c:v>
                </c:pt>
                <c:pt idx="1983">
                  <c:v>43164</c:v>
                </c:pt>
                <c:pt idx="1984">
                  <c:v>43165</c:v>
                </c:pt>
                <c:pt idx="1985">
                  <c:v>43166</c:v>
                </c:pt>
                <c:pt idx="1986">
                  <c:v>43167</c:v>
                </c:pt>
                <c:pt idx="1987">
                  <c:v>43168</c:v>
                </c:pt>
                <c:pt idx="1988">
                  <c:v>43171</c:v>
                </c:pt>
                <c:pt idx="1989">
                  <c:v>43172</c:v>
                </c:pt>
                <c:pt idx="1990">
                  <c:v>43173</c:v>
                </c:pt>
                <c:pt idx="1991">
                  <c:v>43174</c:v>
                </c:pt>
                <c:pt idx="1992">
                  <c:v>43175</c:v>
                </c:pt>
                <c:pt idx="1993">
                  <c:v>43178</c:v>
                </c:pt>
                <c:pt idx="1994">
                  <c:v>43179</c:v>
                </c:pt>
                <c:pt idx="1995">
                  <c:v>43180</c:v>
                </c:pt>
                <c:pt idx="1996">
                  <c:v>43181</c:v>
                </c:pt>
                <c:pt idx="1997">
                  <c:v>43182</c:v>
                </c:pt>
                <c:pt idx="1998">
                  <c:v>43185</c:v>
                </c:pt>
                <c:pt idx="1999">
                  <c:v>43186</c:v>
                </c:pt>
                <c:pt idx="2000">
                  <c:v>43187</c:v>
                </c:pt>
                <c:pt idx="2001">
                  <c:v>43188</c:v>
                </c:pt>
                <c:pt idx="2002">
                  <c:v>43189</c:v>
                </c:pt>
                <c:pt idx="2003">
                  <c:v>43192</c:v>
                </c:pt>
                <c:pt idx="2004">
                  <c:v>43193</c:v>
                </c:pt>
                <c:pt idx="2005">
                  <c:v>43194</c:v>
                </c:pt>
                <c:pt idx="2006">
                  <c:v>43195</c:v>
                </c:pt>
                <c:pt idx="2007">
                  <c:v>43196</c:v>
                </c:pt>
                <c:pt idx="2008">
                  <c:v>43199</c:v>
                </c:pt>
                <c:pt idx="2009">
                  <c:v>43200</c:v>
                </c:pt>
                <c:pt idx="2010">
                  <c:v>43201</c:v>
                </c:pt>
                <c:pt idx="2011">
                  <c:v>43202</c:v>
                </c:pt>
                <c:pt idx="2012">
                  <c:v>43203</c:v>
                </c:pt>
                <c:pt idx="2013">
                  <c:v>43206</c:v>
                </c:pt>
                <c:pt idx="2014">
                  <c:v>43207</c:v>
                </c:pt>
                <c:pt idx="2015">
                  <c:v>43208</c:v>
                </c:pt>
                <c:pt idx="2016">
                  <c:v>43209</c:v>
                </c:pt>
                <c:pt idx="2017">
                  <c:v>43210</c:v>
                </c:pt>
                <c:pt idx="2018">
                  <c:v>43213</c:v>
                </c:pt>
                <c:pt idx="2019">
                  <c:v>43214</c:v>
                </c:pt>
                <c:pt idx="2020">
                  <c:v>43215</c:v>
                </c:pt>
                <c:pt idx="2021">
                  <c:v>43216</c:v>
                </c:pt>
                <c:pt idx="2022">
                  <c:v>43217</c:v>
                </c:pt>
                <c:pt idx="2023">
                  <c:v>43220</c:v>
                </c:pt>
                <c:pt idx="2024">
                  <c:v>43222</c:v>
                </c:pt>
                <c:pt idx="2025">
                  <c:v>43223</c:v>
                </c:pt>
                <c:pt idx="2026">
                  <c:v>43224</c:v>
                </c:pt>
                <c:pt idx="2027">
                  <c:v>43228</c:v>
                </c:pt>
                <c:pt idx="2028">
                  <c:v>43229</c:v>
                </c:pt>
                <c:pt idx="2029">
                  <c:v>43230</c:v>
                </c:pt>
                <c:pt idx="2030">
                  <c:v>43231</c:v>
                </c:pt>
                <c:pt idx="2031">
                  <c:v>43234</c:v>
                </c:pt>
                <c:pt idx="2032">
                  <c:v>43235</c:v>
                </c:pt>
                <c:pt idx="2033">
                  <c:v>43236</c:v>
                </c:pt>
                <c:pt idx="2034">
                  <c:v>43237</c:v>
                </c:pt>
                <c:pt idx="2035">
                  <c:v>43238</c:v>
                </c:pt>
                <c:pt idx="2036">
                  <c:v>43241</c:v>
                </c:pt>
                <c:pt idx="2037">
                  <c:v>43243</c:v>
                </c:pt>
                <c:pt idx="2038">
                  <c:v>43244</c:v>
                </c:pt>
                <c:pt idx="2039">
                  <c:v>43245</c:v>
                </c:pt>
                <c:pt idx="2040">
                  <c:v>43248</c:v>
                </c:pt>
                <c:pt idx="2041">
                  <c:v>43249</c:v>
                </c:pt>
                <c:pt idx="2042">
                  <c:v>43250</c:v>
                </c:pt>
                <c:pt idx="2043">
                  <c:v>43251</c:v>
                </c:pt>
                <c:pt idx="2044">
                  <c:v>43252</c:v>
                </c:pt>
                <c:pt idx="2045">
                  <c:v>43255</c:v>
                </c:pt>
                <c:pt idx="2046">
                  <c:v>43256</c:v>
                </c:pt>
                <c:pt idx="2047">
                  <c:v>43258</c:v>
                </c:pt>
                <c:pt idx="2048">
                  <c:v>43259</c:v>
                </c:pt>
                <c:pt idx="2049">
                  <c:v>43262</c:v>
                </c:pt>
                <c:pt idx="2050">
                  <c:v>43263</c:v>
                </c:pt>
                <c:pt idx="2051">
                  <c:v>43265</c:v>
                </c:pt>
                <c:pt idx="2052">
                  <c:v>43266</c:v>
                </c:pt>
                <c:pt idx="2053">
                  <c:v>43269</c:v>
                </c:pt>
                <c:pt idx="2054">
                  <c:v>43270</c:v>
                </c:pt>
                <c:pt idx="2055">
                  <c:v>43271</c:v>
                </c:pt>
                <c:pt idx="2056">
                  <c:v>43272</c:v>
                </c:pt>
                <c:pt idx="2057">
                  <c:v>43273</c:v>
                </c:pt>
                <c:pt idx="2058">
                  <c:v>43276</c:v>
                </c:pt>
                <c:pt idx="2059">
                  <c:v>43277</c:v>
                </c:pt>
                <c:pt idx="2060">
                  <c:v>43278</c:v>
                </c:pt>
                <c:pt idx="2061">
                  <c:v>43279</c:v>
                </c:pt>
                <c:pt idx="2062">
                  <c:v>43280</c:v>
                </c:pt>
                <c:pt idx="2063">
                  <c:v>43283</c:v>
                </c:pt>
                <c:pt idx="2064">
                  <c:v>43284</c:v>
                </c:pt>
                <c:pt idx="2065">
                  <c:v>43285</c:v>
                </c:pt>
                <c:pt idx="2066">
                  <c:v>43286</c:v>
                </c:pt>
                <c:pt idx="2067">
                  <c:v>43287</c:v>
                </c:pt>
                <c:pt idx="2068">
                  <c:v>43290</c:v>
                </c:pt>
                <c:pt idx="2069">
                  <c:v>43291</c:v>
                </c:pt>
                <c:pt idx="2070">
                  <c:v>43292</c:v>
                </c:pt>
                <c:pt idx="2071">
                  <c:v>43293</c:v>
                </c:pt>
                <c:pt idx="2072">
                  <c:v>43294</c:v>
                </c:pt>
                <c:pt idx="2073">
                  <c:v>43297</c:v>
                </c:pt>
                <c:pt idx="2074">
                  <c:v>43298</c:v>
                </c:pt>
                <c:pt idx="2075">
                  <c:v>43299</c:v>
                </c:pt>
                <c:pt idx="2076">
                  <c:v>43300</c:v>
                </c:pt>
                <c:pt idx="2077">
                  <c:v>43301</c:v>
                </c:pt>
                <c:pt idx="2078">
                  <c:v>43304</c:v>
                </c:pt>
                <c:pt idx="2079">
                  <c:v>43305</c:v>
                </c:pt>
                <c:pt idx="2080">
                  <c:v>43306</c:v>
                </c:pt>
                <c:pt idx="2081">
                  <c:v>43307</c:v>
                </c:pt>
                <c:pt idx="2082">
                  <c:v>43308</c:v>
                </c:pt>
                <c:pt idx="2083">
                  <c:v>43311</c:v>
                </c:pt>
                <c:pt idx="2084">
                  <c:v>43312</c:v>
                </c:pt>
                <c:pt idx="2085">
                  <c:v>43313</c:v>
                </c:pt>
                <c:pt idx="2086">
                  <c:v>43314</c:v>
                </c:pt>
                <c:pt idx="2087">
                  <c:v>43315</c:v>
                </c:pt>
                <c:pt idx="2088">
                  <c:v>43318</c:v>
                </c:pt>
                <c:pt idx="2089">
                  <c:v>43319</c:v>
                </c:pt>
                <c:pt idx="2090">
                  <c:v>43320</c:v>
                </c:pt>
                <c:pt idx="2091">
                  <c:v>43321</c:v>
                </c:pt>
                <c:pt idx="2092">
                  <c:v>43322</c:v>
                </c:pt>
                <c:pt idx="2093">
                  <c:v>43325</c:v>
                </c:pt>
                <c:pt idx="2094">
                  <c:v>43326</c:v>
                </c:pt>
                <c:pt idx="2095">
                  <c:v>43328</c:v>
                </c:pt>
                <c:pt idx="2096">
                  <c:v>43329</c:v>
                </c:pt>
                <c:pt idx="2097">
                  <c:v>43332</c:v>
                </c:pt>
                <c:pt idx="2098">
                  <c:v>43333</c:v>
                </c:pt>
                <c:pt idx="2099">
                  <c:v>43334</c:v>
                </c:pt>
                <c:pt idx="2100">
                  <c:v>43335</c:v>
                </c:pt>
                <c:pt idx="2101">
                  <c:v>43336</c:v>
                </c:pt>
                <c:pt idx="2102">
                  <c:v>43339</c:v>
                </c:pt>
                <c:pt idx="2103">
                  <c:v>43340</c:v>
                </c:pt>
                <c:pt idx="2104">
                  <c:v>43341</c:v>
                </c:pt>
                <c:pt idx="2105">
                  <c:v>43342</c:v>
                </c:pt>
                <c:pt idx="2106">
                  <c:v>43343</c:v>
                </c:pt>
                <c:pt idx="2107">
                  <c:v>43346</c:v>
                </c:pt>
                <c:pt idx="2108">
                  <c:v>43347</c:v>
                </c:pt>
                <c:pt idx="2109">
                  <c:v>43348</c:v>
                </c:pt>
                <c:pt idx="2110">
                  <c:v>43349</c:v>
                </c:pt>
                <c:pt idx="2111">
                  <c:v>43350</c:v>
                </c:pt>
                <c:pt idx="2112">
                  <c:v>43353</c:v>
                </c:pt>
                <c:pt idx="2113">
                  <c:v>43354</c:v>
                </c:pt>
                <c:pt idx="2114">
                  <c:v>43355</c:v>
                </c:pt>
                <c:pt idx="2115">
                  <c:v>43356</c:v>
                </c:pt>
                <c:pt idx="2116">
                  <c:v>43357</c:v>
                </c:pt>
                <c:pt idx="2117">
                  <c:v>43360</c:v>
                </c:pt>
                <c:pt idx="2118">
                  <c:v>43361</c:v>
                </c:pt>
                <c:pt idx="2119">
                  <c:v>43362</c:v>
                </c:pt>
                <c:pt idx="2120">
                  <c:v>43363</c:v>
                </c:pt>
                <c:pt idx="2121">
                  <c:v>43364</c:v>
                </c:pt>
                <c:pt idx="2122">
                  <c:v>43370</c:v>
                </c:pt>
                <c:pt idx="2123">
                  <c:v>43371</c:v>
                </c:pt>
                <c:pt idx="2124">
                  <c:v>43374</c:v>
                </c:pt>
                <c:pt idx="2125">
                  <c:v>43375</c:v>
                </c:pt>
                <c:pt idx="2126">
                  <c:v>43377</c:v>
                </c:pt>
                <c:pt idx="2127">
                  <c:v>43378</c:v>
                </c:pt>
                <c:pt idx="2128">
                  <c:v>43381</c:v>
                </c:pt>
                <c:pt idx="2129">
                  <c:v>43383</c:v>
                </c:pt>
                <c:pt idx="2130">
                  <c:v>43384</c:v>
                </c:pt>
                <c:pt idx="2131">
                  <c:v>43385</c:v>
                </c:pt>
                <c:pt idx="2132">
                  <c:v>43388</c:v>
                </c:pt>
                <c:pt idx="2133">
                  <c:v>43389</c:v>
                </c:pt>
                <c:pt idx="2134">
                  <c:v>43390</c:v>
                </c:pt>
                <c:pt idx="2135">
                  <c:v>43391</c:v>
                </c:pt>
                <c:pt idx="2136">
                  <c:v>43392</c:v>
                </c:pt>
                <c:pt idx="2137">
                  <c:v>43395</c:v>
                </c:pt>
                <c:pt idx="2138">
                  <c:v>43396</c:v>
                </c:pt>
                <c:pt idx="2139">
                  <c:v>43397</c:v>
                </c:pt>
                <c:pt idx="2140">
                  <c:v>43398</c:v>
                </c:pt>
                <c:pt idx="2141">
                  <c:v>43399</c:v>
                </c:pt>
                <c:pt idx="2142">
                  <c:v>43402</c:v>
                </c:pt>
                <c:pt idx="2143">
                  <c:v>43403</c:v>
                </c:pt>
                <c:pt idx="2144">
                  <c:v>43404</c:v>
                </c:pt>
                <c:pt idx="2145">
                  <c:v>43405</c:v>
                </c:pt>
                <c:pt idx="2146">
                  <c:v>43406</c:v>
                </c:pt>
                <c:pt idx="2147">
                  <c:v>43409</c:v>
                </c:pt>
                <c:pt idx="2148">
                  <c:v>43410</c:v>
                </c:pt>
                <c:pt idx="2149">
                  <c:v>43411</c:v>
                </c:pt>
                <c:pt idx="2150">
                  <c:v>43412</c:v>
                </c:pt>
                <c:pt idx="2151">
                  <c:v>43413</c:v>
                </c:pt>
                <c:pt idx="2152">
                  <c:v>43416</c:v>
                </c:pt>
                <c:pt idx="2153">
                  <c:v>43417</c:v>
                </c:pt>
                <c:pt idx="2154">
                  <c:v>43418</c:v>
                </c:pt>
                <c:pt idx="2155">
                  <c:v>43419</c:v>
                </c:pt>
                <c:pt idx="2156">
                  <c:v>43420</c:v>
                </c:pt>
                <c:pt idx="2157">
                  <c:v>43423</c:v>
                </c:pt>
                <c:pt idx="2158">
                  <c:v>43424</c:v>
                </c:pt>
                <c:pt idx="2159">
                  <c:v>43425</c:v>
                </c:pt>
                <c:pt idx="2160">
                  <c:v>43426</c:v>
                </c:pt>
                <c:pt idx="2161">
                  <c:v>43427</c:v>
                </c:pt>
                <c:pt idx="2162">
                  <c:v>43430</c:v>
                </c:pt>
                <c:pt idx="2163">
                  <c:v>43431</c:v>
                </c:pt>
                <c:pt idx="2164">
                  <c:v>43432</c:v>
                </c:pt>
                <c:pt idx="2165">
                  <c:v>43433</c:v>
                </c:pt>
                <c:pt idx="2166">
                  <c:v>43434</c:v>
                </c:pt>
                <c:pt idx="2167">
                  <c:v>43437</c:v>
                </c:pt>
                <c:pt idx="2168">
                  <c:v>43438</c:v>
                </c:pt>
                <c:pt idx="2169">
                  <c:v>43439</c:v>
                </c:pt>
                <c:pt idx="2170">
                  <c:v>43440</c:v>
                </c:pt>
                <c:pt idx="2171">
                  <c:v>43441</c:v>
                </c:pt>
                <c:pt idx="2172">
                  <c:v>43444</c:v>
                </c:pt>
                <c:pt idx="2173">
                  <c:v>43445</c:v>
                </c:pt>
                <c:pt idx="2174">
                  <c:v>43446</c:v>
                </c:pt>
                <c:pt idx="2175">
                  <c:v>43447</c:v>
                </c:pt>
                <c:pt idx="2176">
                  <c:v>43448</c:v>
                </c:pt>
                <c:pt idx="2177">
                  <c:v>43451</c:v>
                </c:pt>
                <c:pt idx="2178">
                  <c:v>43452</c:v>
                </c:pt>
                <c:pt idx="2179">
                  <c:v>43453</c:v>
                </c:pt>
                <c:pt idx="2180">
                  <c:v>43454</c:v>
                </c:pt>
                <c:pt idx="2181">
                  <c:v>43455</c:v>
                </c:pt>
                <c:pt idx="2182">
                  <c:v>43458</c:v>
                </c:pt>
                <c:pt idx="2183">
                  <c:v>43460</c:v>
                </c:pt>
                <c:pt idx="2184">
                  <c:v>43461</c:v>
                </c:pt>
                <c:pt idx="2185">
                  <c:v>43462</c:v>
                </c:pt>
                <c:pt idx="2186">
                  <c:v>43467</c:v>
                </c:pt>
                <c:pt idx="2187">
                  <c:v>43468</c:v>
                </c:pt>
                <c:pt idx="2188">
                  <c:v>43469</c:v>
                </c:pt>
                <c:pt idx="2189">
                  <c:v>43472</c:v>
                </c:pt>
                <c:pt idx="2190">
                  <c:v>43473</c:v>
                </c:pt>
                <c:pt idx="2191">
                  <c:v>43474</c:v>
                </c:pt>
                <c:pt idx="2192">
                  <c:v>43475</c:v>
                </c:pt>
                <c:pt idx="2193">
                  <c:v>43476</c:v>
                </c:pt>
                <c:pt idx="2194">
                  <c:v>43479</c:v>
                </c:pt>
                <c:pt idx="2195">
                  <c:v>43480</c:v>
                </c:pt>
                <c:pt idx="2196">
                  <c:v>43481</c:v>
                </c:pt>
                <c:pt idx="2197">
                  <c:v>43482</c:v>
                </c:pt>
                <c:pt idx="2198">
                  <c:v>43483</c:v>
                </c:pt>
                <c:pt idx="2199">
                  <c:v>43486</c:v>
                </c:pt>
                <c:pt idx="2200">
                  <c:v>43487</c:v>
                </c:pt>
                <c:pt idx="2201">
                  <c:v>43488</c:v>
                </c:pt>
                <c:pt idx="2202">
                  <c:v>43489</c:v>
                </c:pt>
                <c:pt idx="2203">
                  <c:v>43490</c:v>
                </c:pt>
                <c:pt idx="2204">
                  <c:v>43493</c:v>
                </c:pt>
                <c:pt idx="2205">
                  <c:v>43494</c:v>
                </c:pt>
                <c:pt idx="2206">
                  <c:v>43495</c:v>
                </c:pt>
                <c:pt idx="2207">
                  <c:v>43496</c:v>
                </c:pt>
                <c:pt idx="2208">
                  <c:v>43497</c:v>
                </c:pt>
                <c:pt idx="2209">
                  <c:v>43503</c:v>
                </c:pt>
                <c:pt idx="2210">
                  <c:v>43504</c:v>
                </c:pt>
                <c:pt idx="2211">
                  <c:v>43507</c:v>
                </c:pt>
                <c:pt idx="2212">
                  <c:v>43508</c:v>
                </c:pt>
                <c:pt idx="2213">
                  <c:v>43509</c:v>
                </c:pt>
                <c:pt idx="2214">
                  <c:v>43510</c:v>
                </c:pt>
                <c:pt idx="2215">
                  <c:v>43511</c:v>
                </c:pt>
                <c:pt idx="2216">
                  <c:v>43514</c:v>
                </c:pt>
                <c:pt idx="2217">
                  <c:v>43515</c:v>
                </c:pt>
                <c:pt idx="2218">
                  <c:v>43516</c:v>
                </c:pt>
                <c:pt idx="2219">
                  <c:v>43517</c:v>
                </c:pt>
                <c:pt idx="2220">
                  <c:v>43518</c:v>
                </c:pt>
                <c:pt idx="2221">
                  <c:v>43521</c:v>
                </c:pt>
                <c:pt idx="2222">
                  <c:v>43522</c:v>
                </c:pt>
                <c:pt idx="2223">
                  <c:v>43523</c:v>
                </c:pt>
                <c:pt idx="2224">
                  <c:v>43524</c:v>
                </c:pt>
                <c:pt idx="2225">
                  <c:v>43528</c:v>
                </c:pt>
                <c:pt idx="2226">
                  <c:v>43529</c:v>
                </c:pt>
                <c:pt idx="2227">
                  <c:v>43530</c:v>
                </c:pt>
                <c:pt idx="2228">
                  <c:v>43531</c:v>
                </c:pt>
                <c:pt idx="2229">
                  <c:v>43532</c:v>
                </c:pt>
                <c:pt idx="2230">
                  <c:v>43535</c:v>
                </c:pt>
                <c:pt idx="2231">
                  <c:v>43536</c:v>
                </c:pt>
                <c:pt idx="2232">
                  <c:v>43537</c:v>
                </c:pt>
                <c:pt idx="2233">
                  <c:v>43538</c:v>
                </c:pt>
                <c:pt idx="2234">
                  <c:v>43539</c:v>
                </c:pt>
                <c:pt idx="2235">
                  <c:v>43542</c:v>
                </c:pt>
                <c:pt idx="2236">
                  <c:v>43543</c:v>
                </c:pt>
                <c:pt idx="2237">
                  <c:v>43544</c:v>
                </c:pt>
                <c:pt idx="2238">
                  <c:v>43545</c:v>
                </c:pt>
                <c:pt idx="2239">
                  <c:v>43546</c:v>
                </c:pt>
                <c:pt idx="2240">
                  <c:v>43549</c:v>
                </c:pt>
                <c:pt idx="2241">
                  <c:v>43550</c:v>
                </c:pt>
                <c:pt idx="2242">
                  <c:v>43551</c:v>
                </c:pt>
                <c:pt idx="2243">
                  <c:v>43552</c:v>
                </c:pt>
                <c:pt idx="2244">
                  <c:v>43553</c:v>
                </c:pt>
                <c:pt idx="2245">
                  <c:v>43556</c:v>
                </c:pt>
                <c:pt idx="2246">
                  <c:v>43557</c:v>
                </c:pt>
                <c:pt idx="2247">
                  <c:v>43558</c:v>
                </c:pt>
                <c:pt idx="2248">
                  <c:v>43559</c:v>
                </c:pt>
                <c:pt idx="2249">
                  <c:v>43560</c:v>
                </c:pt>
                <c:pt idx="2250">
                  <c:v>43563</c:v>
                </c:pt>
                <c:pt idx="2251">
                  <c:v>43564</c:v>
                </c:pt>
                <c:pt idx="2252">
                  <c:v>43565</c:v>
                </c:pt>
                <c:pt idx="2253">
                  <c:v>43566</c:v>
                </c:pt>
                <c:pt idx="2254">
                  <c:v>43567</c:v>
                </c:pt>
                <c:pt idx="2255">
                  <c:v>43570</c:v>
                </c:pt>
                <c:pt idx="2256">
                  <c:v>43571</c:v>
                </c:pt>
                <c:pt idx="2257">
                  <c:v>43572</c:v>
                </c:pt>
                <c:pt idx="2258">
                  <c:v>43573</c:v>
                </c:pt>
                <c:pt idx="2259">
                  <c:v>43574</c:v>
                </c:pt>
                <c:pt idx="2260">
                  <c:v>43577</c:v>
                </c:pt>
                <c:pt idx="2261">
                  <c:v>43578</c:v>
                </c:pt>
                <c:pt idx="2262">
                  <c:v>43579</c:v>
                </c:pt>
                <c:pt idx="2263">
                  <c:v>43580</c:v>
                </c:pt>
                <c:pt idx="2264">
                  <c:v>43581</c:v>
                </c:pt>
                <c:pt idx="2265">
                  <c:v>43584</c:v>
                </c:pt>
                <c:pt idx="2266">
                  <c:v>43585</c:v>
                </c:pt>
                <c:pt idx="2267">
                  <c:v>43587</c:v>
                </c:pt>
                <c:pt idx="2268">
                  <c:v>43588</c:v>
                </c:pt>
                <c:pt idx="2269">
                  <c:v>43592</c:v>
                </c:pt>
                <c:pt idx="2270">
                  <c:v>43593</c:v>
                </c:pt>
                <c:pt idx="2271">
                  <c:v>43594</c:v>
                </c:pt>
                <c:pt idx="2272">
                  <c:v>43595</c:v>
                </c:pt>
                <c:pt idx="2273">
                  <c:v>43598</c:v>
                </c:pt>
                <c:pt idx="2274">
                  <c:v>43599</c:v>
                </c:pt>
                <c:pt idx="2275">
                  <c:v>43600</c:v>
                </c:pt>
                <c:pt idx="2276">
                  <c:v>43601</c:v>
                </c:pt>
                <c:pt idx="2277">
                  <c:v>43602</c:v>
                </c:pt>
                <c:pt idx="2278">
                  <c:v>43605</c:v>
                </c:pt>
                <c:pt idx="2279">
                  <c:v>43606</c:v>
                </c:pt>
                <c:pt idx="2280">
                  <c:v>43607</c:v>
                </c:pt>
                <c:pt idx="2281">
                  <c:v>43608</c:v>
                </c:pt>
                <c:pt idx="2282">
                  <c:v>43609</c:v>
                </c:pt>
                <c:pt idx="2283">
                  <c:v>43612</c:v>
                </c:pt>
                <c:pt idx="2284">
                  <c:v>43613</c:v>
                </c:pt>
                <c:pt idx="2285">
                  <c:v>43614</c:v>
                </c:pt>
                <c:pt idx="2286">
                  <c:v>43615</c:v>
                </c:pt>
                <c:pt idx="2287">
                  <c:v>43616</c:v>
                </c:pt>
                <c:pt idx="2288">
                  <c:v>43619</c:v>
                </c:pt>
                <c:pt idx="2289">
                  <c:v>43620</c:v>
                </c:pt>
                <c:pt idx="2290">
                  <c:v>43621</c:v>
                </c:pt>
                <c:pt idx="2291">
                  <c:v>43623</c:v>
                </c:pt>
                <c:pt idx="2292">
                  <c:v>43626</c:v>
                </c:pt>
                <c:pt idx="2293">
                  <c:v>43627</c:v>
                </c:pt>
                <c:pt idx="2294">
                  <c:v>43628</c:v>
                </c:pt>
                <c:pt idx="2295">
                  <c:v>43629</c:v>
                </c:pt>
                <c:pt idx="2296">
                  <c:v>43630</c:v>
                </c:pt>
                <c:pt idx="2297">
                  <c:v>43633</c:v>
                </c:pt>
                <c:pt idx="2298">
                  <c:v>43634</c:v>
                </c:pt>
                <c:pt idx="2299">
                  <c:v>43635</c:v>
                </c:pt>
                <c:pt idx="2300">
                  <c:v>43636</c:v>
                </c:pt>
                <c:pt idx="2301">
                  <c:v>43637</c:v>
                </c:pt>
                <c:pt idx="2302">
                  <c:v>43640</c:v>
                </c:pt>
                <c:pt idx="2303">
                  <c:v>43641</c:v>
                </c:pt>
                <c:pt idx="2304">
                  <c:v>43642</c:v>
                </c:pt>
                <c:pt idx="2305">
                  <c:v>43643</c:v>
                </c:pt>
                <c:pt idx="2306">
                  <c:v>43644</c:v>
                </c:pt>
                <c:pt idx="2307">
                  <c:v>43647</c:v>
                </c:pt>
                <c:pt idx="2308">
                  <c:v>43648</c:v>
                </c:pt>
                <c:pt idx="2309">
                  <c:v>43649</c:v>
                </c:pt>
                <c:pt idx="2310">
                  <c:v>43650</c:v>
                </c:pt>
                <c:pt idx="2311">
                  <c:v>43651</c:v>
                </c:pt>
                <c:pt idx="2312">
                  <c:v>43654</c:v>
                </c:pt>
                <c:pt idx="2313">
                  <c:v>43655</c:v>
                </c:pt>
                <c:pt idx="2314">
                  <c:v>43656</c:v>
                </c:pt>
                <c:pt idx="2315">
                  <c:v>43657</c:v>
                </c:pt>
                <c:pt idx="2316">
                  <c:v>43658</c:v>
                </c:pt>
                <c:pt idx="2317">
                  <c:v>43661</c:v>
                </c:pt>
                <c:pt idx="2318">
                  <c:v>43662</c:v>
                </c:pt>
                <c:pt idx="2319">
                  <c:v>43663</c:v>
                </c:pt>
                <c:pt idx="2320">
                  <c:v>43664</c:v>
                </c:pt>
                <c:pt idx="2321">
                  <c:v>43665</c:v>
                </c:pt>
                <c:pt idx="2322">
                  <c:v>43668</c:v>
                </c:pt>
                <c:pt idx="2323">
                  <c:v>43669</c:v>
                </c:pt>
                <c:pt idx="2324">
                  <c:v>43670</c:v>
                </c:pt>
                <c:pt idx="2325">
                  <c:v>43671</c:v>
                </c:pt>
                <c:pt idx="2326">
                  <c:v>43672</c:v>
                </c:pt>
                <c:pt idx="2327">
                  <c:v>43675</c:v>
                </c:pt>
                <c:pt idx="2328">
                  <c:v>43676</c:v>
                </c:pt>
                <c:pt idx="2329">
                  <c:v>43677</c:v>
                </c:pt>
                <c:pt idx="2330">
                  <c:v>43678</c:v>
                </c:pt>
                <c:pt idx="2331">
                  <c:v>43679</c:v>
                </c:pt>
                <c:pt idx="2332">
                  <c:v>43682</c:v>
                </c:pt>
                <c:pt idx="2333">
                  <c:v>43683</c:v>
                </c:pt>
                <c:pt idx="2334">
                  <c:v>43684</c:v>
                </c:pt>
                <c:pt idx="2335">
                  <c:v>43685</c:v>
                </c:pt>
                <c:pt idx="2336">
                  <c:v>43686</c:v>
                </c:pt>
                <c:pt idx="2337">
                  <c:v>43689</c:v>
                </c:pt>
                <c:pt idx="2338">
                  <c:v>43690</c:v>
                </c:pt>
                <c:pt idx="2339">
                  <c:v>43691</c:v>
                </c:pt>
                <c:pt idx="2340">
                  <c:v>43693</c:v>
                </c:pt>
                <c:pt idx="2341">
                  <c:v>43696</c:v>
                </c:pt>
                <c:pt idx="2342">
                  <c:v>43697</c:v>
                </c:pt>
                <c:pt idx="2343">
                  <c:v>43698</c:v>
                </c:pt>
                <c:pt idx="2344">
                  <c:v>43699</c:v>
                </c:pt>
                <c:pt idx="2345">
                  <c:v>43700</c:v>
                </c:pt>
                <c:pt idx="2346">
                  <c:v>43703</c:v>
                </c:pt>
                <c:pt idx="2347">
                  <c:v>43704</c:v>
                </c:pt>
                <c:pt idx="2348">
                  <c:v>43705</c:v>
                </c:pt>
                <c:pt idx="2349">
                  <c:v>43706</c:v>
                </c:pt>
                <c:pt idx="2350">
                  <c:v>43707</c:v>
                </c:pt>
                <c:pt idx="2351">
                  <c:v>43710</c:v>
                </c:pt>
                <c:pt idx="2352">
                  <c:v>43711</c:v>
                </c:pt>
                <c:pt idx="2353">
                  <c:v>43712</c:v>
                </c:pt>
                <c:pt idx="2354">
                  <c:v>43713</c:v>
                </c:pt>
                <c:pt idx="2355">
                  <c:v>43714</c:v>
                </c:pt>
                <c:pt idx="2356">
                  <c:v>43717</c:v>
                </c:pt>
                <c:pt idx="2357">
                  <c:v>43718</c:v>
                </c:pt>
                <c:pt idx="2358">
                  <c:v>43719</c:v>
                </c:pt>
                <c:pt idx="2359">
                  <c:v>43724</c:v>
                </c:pt>
                <c:pt idx="2360">
                  <c:v>43725</c:v>
                </c:pt>
                <c:pt idx="2361">
                  <c:v>43726</c:v>
                </c:pt>
                <c:pt idx="2362">
                  <c:v>43727</c:v>
                </c:pt>
                <c:pt idx="2363">
                  <c:v>43728</c:v>
                </c:pt>
                <c:pt idx="2364">
                  <c:v>43731</c:v>
                </c:pt>
                <c:pt idx="2365">
                  <c:v>43732</c:v>
                </c:pt>
                <c:pt idx="2366">
                  <c:v>43733</c:v>
                </c:pt>
                <c:pt idx="2367">
                  <c:v>43734</c:v>
                </c:pt>
                <c:pt idx="2368">
                  <c:v>43735</c:v>
                </c:pt>
                <c:pt idx="2369">
                  <c:v>43738</c:v>
                </c:pt>
                <c:pt idx="2370">
                  <c:v>43739</c:v>
                </c:pt>
                <c:pt idx="2371">
                  <c:v>43740</c:v>
                </c:pt>
                <c:pt idx="2372">
                  <c:v>43742</c:v>
                </c:pt>
                <c:pt idx="2373">
                  <c:v>43745</c:v>
                </c:pt>
                <c:pt idx="2374">
                  <c:v>43746</c:v>
                </c:pt>
                <c:pt idx="2375">
                  <c:v>43748</c:v>
                </c:pt>
                <c:pt idx="2376">
                  <c:v>43749</c:v>
                </c:pt>
                <c:pt idx="2377">
                  <c:v>43752</c:v>
                </c:pt>
                <c:pt idx="2378">
                  <c:v>43753</c:v>
                </c:pt>
                <c:pt idx="2379">
                  <c:v>43754</c:v>
                </c:pt>
                <c:pt idx="2380">
                  <c:v>43755</c:v>
                </c:pt>
                <c:pt idx="2381">
                  <c:v>43756</c:v>
                </c:pt>
                <c:pt idx="2382">
                  <c:v>43759</c:v>
                </c:pt>
                <c:pt idx="2383">
                  <c:v>43760</c:v>
                </c:pt>
                <c:pt idx="2384">
                  <c:v>43761</c:v>
                </c:pt>
                <c:pt idx="2385">
                  <c:v>43762</c:v>
                </c:pt>
                <c:pt idx="2386">
                  <c:v>43763</c:v>
                </c:pt>
                <c:pt idx="2387">
                  <c:v>43766</c:v>
                </c:pt>
                <c:pt idx="2388">
                  <c:v>43767</c:v>
                </c:pt>
                <c:pt idx="2389">
                  <c:v>43768</c:v>
                </c:pt>
                <c:pt idx="2390">
                  <c:v>43769</c:v>
                </c:pt>
                <c:pt idx="2391">
                  <c:v>43770</c:v>
                </c:pt>
                <c:pt idx="2392">
                  <c:v>43773</c:v>
                </c:pt>
                <c:pt idx="2393">
                  <c:v>43774</c:v>
                </c:pt>
                <c:pt idx="2394">
                  <c:v>43775</c:v>
                </c:pt>
                <c:pt idx="2395">
                  <c:v>43776</c:v>
                </c:pt>
                <c:pt idx="2396">
                  <c:v>43777</c:v>
                </c:pt>
                <c:pt idx="2397">
                  <c:v>43780</c:v>
                </c:pt>
                <c:pt idx="2398">
                  <c:v>43781</c:v>
                </c:pt>
                <c:pt idx="2399">
                  <c:v>43782</c:v>
                </c:pt>
                <c:pt idx="2400">
                  <c:v>43783</c:v>
                </c:pt>
                <c:pt idx="2401">
                  <c:v>43784</c:v>
                </c:pt>
                <c:pt idx="2402">
                  <c:v>43787</c:v>
                </c:pt>
                <c:pt idx="2403">
                  <c:v>43788</c:v>
                </c:pt>
                <c:pt idx="2404">
                  <c:v>43789</c:v>
                </c:pt>
                <c:pt idx="2405">
                  <c:v>43790</c:v>
                </c:pt>
                <c:pt idx="2406">
                  <c:v>43791</c:v>
                </c:pt>
                <c:pt idx="2407">
                  <c:v>43794</c:v>
                </c:pt>
                <c:pt idx="2408">
                  <c:v>43795</c:v>
                </c:pt>
                <c:pt idx="2409">
                  <c:v>43796</c:v>
                </c:pt>
                <c:pt idx="2410">
                  <c:v>43797</c:v>
                </c:pt>
                <c:pt idx="2411">
                  <c:v>43798</c:v>
                </c:pt>
                <c:pt idx="2412">
                  <c:v>43801</c:v>
                </c:pt>
                <c:pt idx="2413">
                  <c:v>43802</c:v>
                </c:pt>
                <c:pt idx="2414">
                  <c:v>43803</c:v>
                </c:pt>
                <c:pt idx="2415">
                  <c:v>43804</c:v>
                </c:pt>
                <c:pt idx="2416">
                  <c:v>43805</c:v>
                </c:pt>
                <c:pt idx="2417">
                  <c:v>43808</c:v>
                </c:pt>
                <c:pt idx="2418">
                  <c:v>43809</c:v>
                </c:pt>
                <c:pt idx="2419">
                  <c:v>43810</c:v>
                </c:pt>
                <c:pt idx="2420">
                  <c:v>43811</c:v>
                </c:pt>
                <c:pt idx="2421">
                  <c:v>43812</c:v>
                </c:pt>
                <c:pt idx="2422">
                  <c:v>43815</c:v>
                </c:pt>
                <c:pt idx="2423">
                  <c:v>43816</c:v>
                </c:pt>
                <c:pt idx="2424">
                  <c:v>43817</c:v>
                </c:pt>
                <c:pt idx="2425">
                  <c:v>43818</c:v>
                </c:pt>
                <c:pt idx="2426">
                  <c:v>43819</c:v>
                </c:pt>
                <c:pt idx="2427">
                  <c:v>43822</c:v>
                </c:pt>
                <c:pt idx="2428">
                  <c:v>43823</c:v>
                </c:pt>
                <c:pt idx="2429">
                  <c:v>43825</c:v>
                </c:pt>
                <c:pt idx="2430">
                  <c:v>43826</c:v>
                </c:pt>
                <c:pt idx="2431">
                  <c:v>43829</c:v>
                </c:pt>
                <c:pt idx="2432">
                  <c:v>43832</c:v>
                </c:pt>
                <c:pt idx="2433">
                  <c:v>43833</c:v>
                </c:pt>
                <c:pt idx="2434">
                  <c:v>43836</c:v>
                </c:pt>
                <c:pt idx="2435">
                  <c:v>43837</c:v>
                </c:pt>
                <c:pt idx="2436">
                  <c:v>43838</c:v>
                </c:pt>
                <c:pt idx="2437">
                  <c:v>43839</c:v>
                </c:pt>
                <c:pt idx="2438">
                  <c:v>43840</c:v>
                </c:pt>
                <c:pt idx="2439">
                  <c:v>43843</c:v>
                </c:pt>
                <c:pt idx="2440">
                  <c:v>43844</c:v>
                </c:pt>
                <c:pt idx="2441">
                  <c:v>43845</c:v>
                </c:pt>
                <c:pt idx="2442">
                  <c:v>43846</c:v>
                </c:pt>
                <c:pt idx="2443">
                  <c:v>43847</c:v>
                </c:pt>
                <c:pt idx="2444">
                  <c:v>43850</c:v>
                </c:pt>
                <c:pt idx="2445">
                  <c:v>43851</c:v>
                </c:pt>
                <c:pt idx="2446">
                  <c:v>43852</c:v>
                </c:pt>
                <c:pt idx="2447">
                  <c:v>43853</c:v>
                </c:pt>
                <c:pt idx="2448">
                  <c:v>43858</c:v>
                </c:pt>
                <c:pt idx="2449">
                  <c:v>43859</c:v>
                </c:pt>
                <c:pt idx="2450">
                  <c:v>43860</c:v>
                </c:pt>
                <c:pt idx="2451">
                  <c:v>43861</c:v>
                </c:pt>
                <c:pt idx="2452">
                  <c:v>43864</c:v>
                </c:pt>
                <c:pt idx="2453">
                  <c:v>43865</c:v>
                </c:pt>
                <c:pt idx="2454">
                  <c:v>43866</c:v>
                </c:pt>
                <c:pt idx="2455">
                  <c:v>43867</c:v>
                </c:pt>
                <c:pt idx="2456">
                  <c:v>43868</c:v>
                </c:pt>
                <c:pt idx="2457">
                  <c:v>43871</c:v>
                </c:pt>
                <c:pt idx="2458">
                  <c:v>43872</c:v>
                </c:pt>
                <c:pt idx="2459">
                  <c:v>43873</c:v>
                </c:pt>
                <c:pt idx="2460">
                  <c:v>43874</c:v>
                </c:pt>
                <c:pt idx="2461">
                  <c:v>43875</c:v>
                </c:pt>
                <c:pt idx="2462">
                  <c:v>43878</c:v>
                </c:pt>
                <c:pt idx="2463">
                  <c:v>43879</c:v>
                </c:pt>
                <c:pt idx="2464">
                  <c:v>43880</c:v>
                </c:pt>
                <c:pt idx="2465">
                  <c:v>43881</c:v>
                </c:pt>
                <c:pt idx="2466">
                  <c:v>43882</c:v>
                </c:pt>
                <c:pt idx="2467">
                  <c:v>43885</c:v>
                </c:pt>
                <c:pt idx="2468">
                  <c:v>43886</c:v>
                </c:pt>
                <c:pt idx="2469">
                  <c:v>43887</c:v>
                </c:pt>
                <c:pt idx="2470">
                  <c:v>43888</c:v>
                </c:pt>
                <c:pt idx="2471">
                  <c:v>43889</c:v>
                </c:pt>
                <c:pt idx="2472">
                  <c:v>43892</c:v>
                </c:pt>
                <c:pt idx="2473">
                  <c:v>43893</c:v>
                </c:pt>
                <c:pt idx="2474">
                  <c:v>43894</c:v>
                </c:pt>
                <c:pt idx="2475">
                  <c:v>43895</c:v>
                </c:pt>
                <c:pt idx="2476">
                  <c:v>43896</c:v>
                </c:pt>
                <c:pt idx="2477">
                  <c:v>43899</c:v>
                </c:pt>
                <c:pt idx="2478">
                  <c:v>43900</c:v>
                </c:pt>
                <c:pt idx="2479">
                  <c:v>43901</c:v>
                </c:pt>
                <c:pt idx="2480">
                  <c:v>43902</c:v>
                </c:pt>
                <c:pt idx="2481">
                  <c:v>43903</c:v>
                </c:pt>
                <c:pt idx="2482">
                  <c:v>43906</c:v>
                </c:pt>
                <c:pt idx="2483">
                  <c:v>43907</c:v>
                </c:pt>
                <c:pt idx="2484">
                  <c:v>43908</c:v>
                </c:pt>
                <c:pt idx="2485">
                  <c:v>43909</c:v>
                </c:pt>
                <c:pt idx="2486">
                  <c:v>43910</c:v>
                </c:pt>
                <c:pt idx="2487">
                  <c:v>43913</c:v>
                </c:pt>
                <c:pt idx="2488">
                  <c:v>43914</c:v>
                </c:pt>
                <c:pt idx="2489">
                  <c:v>43915</c:v>
                </c:pt>
                <c:pt idx="2490">
                  <c:v>43916</c:v>
                </c:pt>
                <c:pt idx="2491">
                  <c:v>43917</c:v>
                </c:pt>
                <c:pt idx="2492">
                  <c:v>43920</c:v>
                </c:pt>
                <c:pt idx="2493">
                  <c:v>43921</c:v>
                </c:pt>
                <c:pt idx="2494">
                  <c:v>43922</c:v>
                </c:pt>
                <c:pt idx="2495">
                  <c:v>43923</c:v>
                </c:pt>
                <c:pt idx="2496">
                  <c:v>43924</c:v>
                </c:pt>
                <c:pt idx="2497">
                  <c:v>43927</c:v>
                </c:pt>
              </c:numCache>
            </c:numRef>
          </c:cat>
          <c:val>
            <c:numRef>
              <c:f>'ETF 원본금액'!$DW$15:$DW$2512</c:f>
              <c:numCache>
                <c:formatCode>0.0%</c:formatCode>
                <c:ptCount val="2498"/>
                <c:pt idx="0">
                  <c:v>0</c:v>
                </c:pt>
                <c:pt idx="1">
                  <c:v>-7.9999999999991189E-4</c:v>
                </c:pt>
                <c:pt idx="2">
                  <c:v>-1.1490479999999859E-2</c:v>
                </c:pt>
                <c:pt idx="3">
                  <c:v>-2.8216801367999866E-2</c:v>
                </c:pt>
                <c:pt idx="4">
                  <c:v>-2.511401580533501E-2</c:v>
                </c:pt>
                <c:pt idx="5">
                  <c:v>-1.0541682459078716E-2</c:v>
                </c:pt>
                <c:pt idx="6">
                  <c:v>-1.1961297631297385E-2</c:v>
                </c:pt>
                <c:pt idx="7">
                  <c:v>-1.1837796658792588E-2</c:v>
                </c:pt>
                <c:pt idx="8">
                  <c:v>4.2432462873305266E-3</c:v>
                </c:pt>
                <c:pt idx="9">
                  <c:v>2.2358931936307114E-2</c:v>
                </c:pt>
                <c:pt idx="10">
                  <c:v>1.7046780352826252E-2</c:v>
                </c:pt>
                <c:pt idx="11">
                  <c:v>1.55929528209382E-2</c:v>
                </c:pt>
                <c:pt idx="12">
                  <c:v>1.4168454619725379E-2</c:v>
                </c:pt>
                <c:pt idx="13">
                  <c:v>1.6370896040001748E-2</c:v>
                </c:pt>
                <c:pt idx="14">
                  <c:v>4.4252723110511649E-3</c:v>
                </c:pt>
                <c:pt idx="15">
                  <c:v>7.9722098359751303E-3</c:v>
                </c:pt>
                <c:pt idx="16">
                  <c:v>2.7689710808736612E-2</c:v>
                </c:pt>
                <c:pt idx="17">
                  <c:v>2.3289594084962895E-2</c:v>
                </c:pt>
                <c:pt idx="18">
                  <c:v>3.1217734492831939E-2</c:v>
                </c:pt>
                <c:pt idx="19">
                  <c:v>1.6348125260119417E-2</c:v>
                </c:pt>
                <c:pt idx="20">
                  <c:v>2.7188355326261293E-2</c:v>
                </c:pt>
                <c:pt idx="21">
                  <c:v>2.7188355326261293E-2</c:v>
                </c:pt>
                <c:pt idx="22">
                  <c:v>2.9429182095451534E-2</c:v>
                </c:pt>
                <c:pt idx="23">
                  <c:v>3.0331444010247344E-2</c:v>
                </c:pt>
                <c:pt idx="24">
                  <c:v>2.8420196459160607E-2</c:v>
                </c:pt>
                <c:pt idx="25">
                  <c:v>3.7074579579985389E-2</c:v>
                </c:pt>
                <c:pt idx="26">
                  <c:v>3.184840668839839E-2</c:v>
                </c:pt>
                <c:pt idx="27">
                  <c:v>4.9009428965142821E-2</c:v>
                </c:pt>
                <c:pt idx="28">
                  <c:v>5.5580841773616108E-2</c:v>
                </c:pt>
                <c:pt idx="29">
                  <c:v>6.3158999608212918E-2</c:v>
                </c:pt>
                <c:pt idx="30">
                  <c:v>6.2600300394555441E-2</c:v>
                </c:pt>
                <c:pt idx="31">
                  <c:v>6.1075508444510929E-2</c:v>
                </c:pt>
                <c:pt idx="32">
                  <c:v>6.0543060379827374E-2</c:v>
                </c:pt>
                <c:pt idx="33">
                  <c:v>5.8006612652157452E-2</c:v>
                </c:pt>
                <c:pt idx="34">
                  <c:v>4.6333809344260235E-2</c:v>
                </c:pt>
                <c:pt idx="35">
                  <c:v>4.7616829786249149E-2</c:v>
                </c:pt>
                <c:pt idx="36">
                  <c:v>6.2927514408987584E-2</c:v>
                </c:pt>
                <c:pt idx="37">
                  <c:v>6.5777643820848386E-2</c:v>
                </c:pt>
                <c:pt idx="38">
                  <c:v>5.6682571896669032E-2</c:v>
                </c:pt>
                <c:pt idx="39">
                  <c:v>3.5721505094982842E-2</c:v>
                </c:pt>
                <c:pt idx="40">
                  <c:v>4.2735535264867286E-2</c:v>
                </c:pt>
                <c:pt idx="41">
                  <c:v>6.2381176127001225E-2</c:v>
                </c:pt>
                <c:pt idx="42">
                  <c:v>5.4346738775863379E-2</c:v>
                </c:pt>
                <c:pt idx="43">
                  <c:v>5.5034608652979156E-2</c:v>
                </c:pt>
                <c:pt idx="44">
                  <c:v>6.8310408437764369E-2</c:v>
                </c:pt>
                <c:pt idx="45">
                  <c:v>6.7399525925735393E-2</c:v>
                </c:pt>
                <c:pt idx="46">
                  <c:v>5.1244806438219603E-2</c:v>
                </c:pt>
                <c:pt idx="47">
                  <c:v>5.1105855336753159E-2</c:v>
                </c:pt>
                <c:pt idx="48">
                  <c:v>5.8910621586279799E-2</c:v>
                </c:pt>
                <c:pt idx="49">
                  <c:v>4.2892644071091057E-2</c:v>
                </c:pt>
                <c:pt idx="50">
                  <c:v>3.8764173440902994E-2</c:v>
                </c:pt>
                <c:pt idx="51">
                  <c:v>1.4488039608288039E-2</c:v>
                </c:pt>
                <c:pt idx="52">
                  <c:v>-1.4802856726832125E-2</c:v>
                </c:pt>
                <c:pt idx="53">
                  <c:v>6.2384967223754195E-3</c:v>
                </c:pt>
                <c:pt idx="54">
                  <c:v>-5.2161026082475637E-4</c:v>
                </c:pt>
                <c:pt idx="55">
                  <c:v>-2.967438396425548E-3</c:v>
                </c:pt>
                <c:pt idx="56">
                  <c:v>1.9275038748570505E-2</c:v>
                </c:pt>
                <c:pt idx="57">
                  <c:v>1.8298260048431159E-2</c:v>
                </c:pt>
                <c:pt idx="58">
                  <c:v>-1.181929825411232E-2</c:v>
                </c:pt>
                <c:pt idx="59">
                  <c:v>-1.1418004836174722E-2</c:v>
                </c:pt>
                <c:pt idx="60">
                  <c:v>-2.5723735574029849E-2</c:v>
                </c:pt>
                <c:pt idx="61">
                  <c:v>-2.6348584286507326E-2</c:v>
                </c:pt>
                <c:pt idx="62">
                  <c:v>-3.4584402764653133E-2</c:v>
                </c:pt>
                <c:pt idx="63">
                  <c:v>-6.217794932382914E-2</c:v>
                </c:pt>
                <c:pt idx="64">
                  <c:v>-5.61627525763011E-2</c:v>
                </c:pt>
                <c:pt idx="65">
                  <c:v>-3.9559442671144529E-2</c:v>
                </c:pt>
                <c:pt idx="66">
                  <c:v>-2.780793889713673E-2</c:v>
                </c:pt>
                <c:pt idx="67">
                  <c:v>-2.2207274337942451E-2</c:v>
                </c:pt>
                <c:pt idx="68">
                  <c:v>-2.6294785006758636E-2</c:v>
                </c:pt>
                <c:pt idx="69">
                  <c:v>-2.8420210828803416E-3</c:v>
                </c:pt>
                <c:pt idx="70">
                  <c:v>2.2375543159862676E-3</c:v>
                </c:pt>
                <c:pt idx="71">
                  <c:v>-1.6340189471975464E-2</c:v>
                </c:pt>
                <c:pt idx="72">
                  <c:v>-7.3239545048149335E-3</c:v>
                </c:pt>
                <c:pt idx="73">
                  <c:v>-1.3128832182197181E-2</c:v>
                </c:pt>
                <c:pt idx="74">
                  <c:v>-7.9287928233564564E-3</c:v>
                </c:pt>
                <c:pt idx="75">
                  <c:v>9.4521846784683117E-3</c:v>
                </c:pt>
                <c:pt idx="76">
                  <c:v>1.9867492993591584E-2</c:v>
                </c:pt>
                <c:pt idx="77">
                  <c:v>2.2398662555251914E-2</c:v>
                </c:pt>
                <c:pt idx="78">
                  <c:v>3.0550859243172246E-2</c:v>
                </c:pt>
                <c:pt idx="79">
                  <c:v>3.0566134672793899E-2</c:v>
                </c:pt>
                <c:pt idx="80">
                  <c:v>3.1740944114543534E-2</c:v>
                </c:pt>
                <c:pt idx="81">
                  <c:v>4.9480377953231569E-2</c:v>
                </c:pt>
                <c:pt idx="82">
                  <c:v>4.1674447760135624E-2</c:v>
                </c:pt>
                <c:pt idx="83">
                  <c:v>3.7985588617864829E-2</c:v>
                </c:pt>
                <c:pt idx="84">
                  <c:v>4.3500966739440372E-2</c:v>
                </c:pt>
                <c:pt idx="85">
                  <c:v>3.5995106468696081E-2</c:v>
                </c:pt>
                <c:pt idx="86">
                  <c:v>4.0847712453417007E-2</c:v>
                </c:pt>
                <c:pt idx="87">
                  <c:v>2.5479570953324426E-2</c:v>
                </c:pt>
                <c:pt idx="88">
                  <c:v>1.0911801132418297E-2</c:v>
                </c:pt>
                <c:pt idx="89">
                  <c:v>1.8363256724862609E-4</c:v>
                </c:pt>
                <c:pt idx="90">
                  <c:v>-6.9424030969111872E-3</c:v>
                </c:pt>
                <c:pt idx="91">
                  <c:v>-2.1579736898529323E-3</c:v>
                </c:pt>
                <c:pt idx="92">
                  <c:v>5.721689703073185E-4</c:v>
                </c:pt>
                <c:pt idx="93">
                  <c:v>-6.3178753634034468E-3</c:v>
                </c:pt>
                <c:pt idx="94">
                  <c:v>1.3592595528318485E-2</c:v>
                </c:pt>
                <c:pt idx="95">
                  <c:v>3.1905302572352356E-2</c:v>
                </c:pt>
                <c:pt idx="96">
                  <c:v>3.6821785987377176E-2</c:v>
                </c:pt>
                <c:pt idx="97">
                  <c:v>4.4973139727057188E-2</c:v>
                </c:pt>
                <c:pt idx="98">
                  <c:v>6.0234820731126515E-2</c:v>
                </c:pt>
                <c:pt idx="99">
                  <c:v>5.4558529001510259E-2</c:v>
                </c:pt>
                <c:pt idx="100">
                  <c:v>4.3828956165343991E-2</c:v>
                </c:pt>
                <c:pt idx="101">
                  <c:v>3.2363272061483039E-2</c:v>
                </c:pt>
                <c:pt idx="102">
                  <c:v>3.5485537105329756E-2</c:v>
                </c:pt>
                <c:pt idx="103">
                  <c:v>4.6417307814949682E-2</c:v>
                </c:pt>
                <c:pt idx="104">
                  <c:v>3.7222662009220864E-2</c:v>
                </c:pt>
                <c:pt idx="105">
                  <c:v>5.0275440012383044E-2</c:v>
                </c:pt>
                <c:pt idx="106">
                  <c:v>6.048646186084472E-2</c:v>
                </c:pt>
                <c:pt idx="107">
                  <c:v>6.0218925189384098E-2</c:v>
                </c:pt>
                <c:pt idx="108">
                  <c:v>6.7981053671774205E-2</c:v>
                </c:pt>
                <c:pt idx="109">
                  <c:v>6.4405067959213635E-2</c:v>
                </c:pt>
                <c:pt idx="110">
                  <c:v>5.480090047481978E-2</c:v>
                </c:pt>
                <c:pt idx="111">
                  <c:v>7.2398632851526923E-2</c:v>
                </c:pt>
                <c:pt idx="112">
                  <c:v>7.4966566097940168E-2</c:v>
                </c:pt>
                <c:pt idx="113">
                  <c:v>7.1969019178260263E-2</c:v>
                </c:pt>
                <c:pt idx="114">
                  <c:v>6.8476884835864116E-2</c:v>
                </c:pt>
                <c:pt idx="115">
                  <c:v>6.7247341028844554E-2</c:v>
                </c:pt>
                <c:pt idx="116">
                  <c:v>7.2391121638759603E-2</c:v>
                </c:pt>
                <c:pt idx="117">
                  <c:v>6.5991059734713309E-2</c:v>
                </c:pt>
                <c:pt idx="118">
                  <c:v>4.412056792187169E-2</c:v>
                </c:pt>
                <c:pt idx="119">
                  <c:v>2.7061118235790937E-2</c:v>
                </c:pt>
                <c:pt idx="120">
                  <c:v>3.0067837853139601E-2</c:v>
                </c:pt>
                <c:pt idx="121">
                  <c:v>3.0494124410369139E-2</c:v>
                </c:pt>
                <c:pt idx="122">
                  <c:v>4.0903102926480139E-2</c:v>
                </c:pt>
                <c:pt idx="123">
                  <c:v>4.478793831956307E-2</c:v>
                </c:pt>
                <c:pt idx="124">
                  <c:v>6.2976449763799014E-2</c:v>
                </c:pt>
                <c:pt idx="125">
                  <c:v>5.6111241750019802E-2</c:v>
                </c:pt>
                <c:pt idx="126">
                  <c:v>5.8667990838406237E-2</c:v>
                </c:pt>
                <c:pt idx="127">
                  <c:v>4.6180634195182035E-2</c:v>
                </c:pt>
                <c:pt idx="128">
                  <c:v>3.0458338894426396E-2</c:v>
                </c:pt>
                <c:pt idx="129">
                  <c:v>2.6126048569659943E-2</c:v>
                </c:pt>
                <c:pt idx="130">
                  <c:v>2.348944060137681E-2</c:v>
                </c:pt>
                <c:pt idx="131">
                  <c:v>4.6932918783585409E-2</c:v>
                </c:pt>
                <c:pt idx="132">
                  <c:v>2.8046763627167959E-2</c:v>
                </c:pt>
                <c:pt idx="133">
                  <c:v>4.6536439480245662E-2</c:v>
                </c:pt>
                <c:pt idx="134">
                  <c:v>5.7389071474237996E-2</c:v>
                </c:pt>
                <c:pt idx="135">
                  <c:v>5.6456249698232153E-2</c:v>
                </c:pt>
                <c:pt idx="136">
                  <c:v>6.7418109635026813E-2</c:v>
                </c:pt>
                <c:pt idx="137">
                  <c:v>6.0199725909102053E-2</c:v>
                </c:pt>
                <c:pt idx="138">
                  <c:v>4.9634219912675581E-2</c:v>
                </c:pt>
                <c:pt idx="139">
                  <c:v>5.7517340157565044E-2</c:v>
                </c:pt>
                <c:pt idx="140">
                  <c:v>7.3827348910006529E-2</c:v>
                </c:pt>
                <c:pt idx="141">
                  <c:v>8.576388839492477E-2</c:v>
                </c:pt>
                <c:pt idx="142">
                  <c:v>8.4441738506908282E-2</c:v>
                </c:pt>
                <c:pt idx="143">
                  <c:v>8.3903086789363979E-2</c:v>
                </c:pt>
                <c:pt idx="144">
                  <c:v>8.1181861138575506E-2</c:v>
                </c:pt>
                <c:pt idx="145">
                  <c:v>9.1376741529501926E-2</c:v>
                </c:pt>
                <c:pt idx="146">
                  <c:v>8.7526019445262504E-2</c:v>
                </c:pt>
                <c:pt idx="147">
                  <c:v>9.2352647288350909E-2</c:v>
                </c:pt>
                <c:pt idx="148">
                  <c:v>0.1039075051827949</c:v>
                </c:pt>
                <c:pt idx="149">
                  <c:v>0.10776401750030939</c:v>
                </c:pt>
                <c:pt idx="150">
                  <c:v>0.11450929535011523</c:v>
                </c:pt>
                <c:pt idx="151">
                  <c:v>0.11151773705789658</c:v>
                </c:pt>
                <c:pt idx="152">
                  <c:v>0.12220114686288563</c:v>
                </c:pt>
                <c:pt idx="153">
                  <c:v>0.11854167387803982</c:v>
                </c:pt>
                <c:pt idx="154">
                  <c:v>0.12054135136736788</c:v>
                </c:pt>
                <c:pt idx="155">
                  <c:v>0.14097536572357705</c:v>
                </c:pt>
                <c:pt idx="156">
                  <c:v>0.13491491305484393</c:v>
                </c:pt>
                <c:pt idx="157">
                  <c:v>0.13879201808603137</c:v>
                </c:pt>
                <c:pt idx="158">
                  <c:v>0.12900810152379361</c:v>
                </c:pt>
                <c:pt idx="159">
                  <c:v>0.1093457646181959</c:v>
                </c:pt>
                <c:pt idx="160">
                  <c:v>0.11417450810112162</c:v>
                </c:pt>
                <c:pt idx="161">
                  <c:v>0.13155280760655153</c:v>
                </c:pt>
                <c:pt idx="162">
                  <c:v>0.13558023990943169</c:v>
                </c:pt>
                <c:pt idx="163">
                  <c:v>0.1092182876467489</c:v>
                </c:pt>
                <c:pt idx="164">
                  <c:v>9.5245881389757869E-2</c:v>
                </c:pt>
                <c:pt idx="165">
                  <c:v>0.10244210603168691</c:v>
                </c:pt>
                <c:pt idx="166">
                  <c:v>0.10708406907258827</c:v>
                </c:pt>
                <c:pt idx="167">
                  <c:v>0.12023114810516633</c:v>
                </c:pt>
                <c:pt idx="168">
                  <c:v>0.14025498002713133</c:v>
                </c:pt>
                <c:pt idx="169">
                  <c:v>0.13933868666128135</c:v>
                </c:pt>
                <c:pt idx="170">
                  <c:v>0.12694564807799225</c:v>
                </c:pt>
                <c:pt idx="171">
                  <c:v>0.1265875661943745</c:v>
                </c:pt>
                <c:pt idx="172">
                  <c:v>0.10355768532167575</c:v>
                </c:pt>
                <c:pt idx="173">
                  <c:v>0.1330206782541461</c:v>
                </c:pt>
                <c:pt idx="174">
                  <c:v>0.13297690901992998</c:v>
                </c:pt>
                <c:pt idx="175">
                  <c:v>0.15052510654677675</c:v>
                </c:pt>
                <c:pt idx="176">
                  <c:v>0.15305331620629437</c:v>
                </c:pt>
                <c:pt idx="177">
                  <c:v>0.15537525421013254</c:v>
                </c:pt>
                <c:pt idx="178">
                  <c:v>0.1606167208801994</c:v>
                </c:pt>
                <c:pt idx="179">
                  <c:v>0.16311996161764952</c:v>
                </c:pt>
                <c:pt idx="180">
                  <c:v>0.18142788940023014</c:v>
                </c:pt>
                <c:pt idx="181">
                  <c:v>0.21985993778442703</c:v>
                </c:pt>
                <c:pt idx="182">
                  <c:v>0.1445880365445984</c:v>
                </c:pt>
                <c:pt idx="183">
                  <c:v>0.1430661764843153</c:v>
                </c:pt>
                <c:pt idx="184">
                  <c:v>0.13139896230859027</c:v>
                </c:pt>
                <c:pt idx="185">
                  <c:v>0.1296231699435515</c:v>
                </c:pt>
                <c:pt idx="186">
                  <c:v>0.15316264823810388</c:v>
                </c:pt>
                <c:pt idx="187">
                  <c:v>0.16076226523922843</c:v>
                </c:pt>
                <c:pt idx="188">
                  <c:v>0.16999081557943896</c:v>
                </c:pt>
                <c:pt idx="189">
                  <c:v>0.15404226150602529</c:v>
                </c:pt>
                <c:pt idx="190">
                  <c:v>0.15660017922036995</c:v>
                </c:pt>
                <c:pt idx="191">
                  <c:v>0.15637931412923534</c:v>
                </c:pt>
                <c:pt idx="192">
                  <c:v>0.14131448609268693</c:v>
                </c:pt>
                <c:pt idx="193">
                  <c:v>0.13473669747982031</c:v>
                </c:pt>
                <c:pt idx="194">
                  <c:v>0.14709827864258829</c:v>
                </c:pt>
                <c:pt idx="195">
                  <c:v>0.15798734960045824</c:v>
                </c:pt>
                <c:pt idx="196">
                  <c:v>0.17590441522412714</c:v>
                </c:pt>
                <c:pt idx="197">
                  <c:v>0.18679718646290877</c:v>
                </c:pt>
                <c:pt idx="198">
                  <c:v>0.19024898655948252</c:v>
                </c:pt>
                <c:pt idx="199">
                  <c:v>0.19512829327956638</c:v>
                </c:pt>
                <c:pt idx="200">
                  <c:v>0.18690189484336894</c:v>
                </c:pt>
                <c:pt idx="201">
                  <c:v>0.20983873679252762</c:v>
                </c:pt>
                <c:pt idx="202">
                  <c:v>0.21592535715299177</c:v>
                </c:pt>
                <c:pt idx="203">
                  <c:v>0.22840075952509875</c:v>
                </c:pt>
                <c:pt idx="204">
                  <c:v>0.22968424545821309</c:v>
                </c:pt>
                <c:pt idx="205">
                  <c:v>0.23172124175449738</c:v>
                </c:pt>
                <c:pt idx="206">
                  <c:v>0.23163047476693044</c:v>
                </c:pt>
                <c:pt idx="207">
                  <c:v>0.24435135426200216</c:v>
                </c:pt>
                <c:pt idx="208">
                  <c:v>0.24555526411595174</c:v>
                </c:pt>
                <c:pt idx="209">
                  <c:v>0.26356111208629418</c:v>
                </c:pt>
                <c:pt idx="210">
                  <c:v>0.26613964439376669</c:v>
                </c:pt>
                <c:pt idx="211">
                  <c:v>0.26096524326250736</c:v>
                </c:pt>
                <c:pt idx="212">
                  <c:v>0.26040282103817503</c:v>
                </c:pt>
                <c:pt idx="213">
                  <c:v>0.26065000200329758</c:v>
                </c:pt>
                <c:pt idx="214">
                  <c:v>0.27144954904472307</c:v>
                </c:pt>
                <c:pt idx="215">
                  <c:v>0.29530960027395858</c:v>
                </c:pt>
                <c:pt idx="216">
                  <c:v>0.30848209998014164</c:v>
                </c:pt>
                <c:pt idx="217">
                  <c:v>0.31573891735766391</c:v>
                </c:pt>
                <c:pt idx="218">
                  <c:v>0.32872583860656923</c:v>
                </c:pt>
                <c:pt idx="219">
                  <c:v>0.33200986565753565</c:v>
                </c:pt>
                <c:pt idx="220">
                  <c:v>0.32232256111027957</c:v>
                </c:pt>
                <c:pt idx="221">
                  <c:v>0.33212757883325383</c:v>
                </c:pt>
                <c:pt idx="222">
                  <c:v>0.31880172532994755</c:v>
                </c:pt>
                <c:pt idx="223">
                  <c:v>0.32643991501189862</c:v>
                </c:pt>
                <c:pt idx="224">
                  <c:v>0.33191388555605084</c:v>
                </c:pt>
                <c:pt idx="225">
                  <c:v>0.33851657298723681</c:v>
                </c:pt>
                <c:pt idx="226">
                  <c:v>0.34176633208791429</c:v>
                </c:pt>
                <c:pt idx="227">
                  <c:v>0.33636814174525886</c:v>
                </c:pt>
                <c:pt idx="228">
                  <c:v>0.33084398170345297</c:v>
                </c:pt>
                <c:pt idx="229">
                  <c:v>0.35037287140663387</c:v>
                </c:pt>
                <c:pt idx="230">
                  <c:v>0.34026823175414278</c:v>
                </c:pt>
                <c:pt idx="231">
                  <c:v>0.30358325192124469</c:v>
                </c:pt>
                <c:pt idx="232">
                  <c:v>0.31289187856812228</c:v>
                </c:pt>
                <c:pt idx="233">
                  <c:v>0.32326996311512346</c:v>
                </c:pt>
                <c:pt idx="234">
                  <c:v>0.34511777226544904</c:v>
                </c:pt>
                <c:pt idx="235">
                  <c:v>0.34609646941809946</c:v>
                </c:pt>
                <c:pt idx="236">
                  <c:v>0.34036372041271434</c:v>
                </c:pt>
                <c:pt idx="237">
                  <c:v>0.31239139180318487</c:v>
                </c:pt>
                <c:pt idx="238">
                  <c:v>0.3108553578749278</c:v>
                </c:pt>
                <c:pt idx="239">
                  <c:v>0.31497114175295837</c:v>
                </c:pt>
                <c:pt idx="240">
                  <c:v>0.30144286383149521</c:v>
                </c:pt>
                <c:pt idx="241">
                  <c:v>0.27990359379520946</c:v>
                </c:pt>
                <c:pt idx="242">
                  <c:v>0.26033082391748352</c:v>
                </c:pt>
                <c:pt idx="243">
                  <c:v>0.22328348062930803</c:v>
                </c:pt>
                <c:pt idx="244">
                  <c:v>0.249402079773128</c:v>
                </c:pt>
                <c:pt idx="245">
                  <c:v>0.24995064687694413</c:v>
                </c:pt>
                <c:pt idx="246">
                  <c:v>0.23764028354248778</c:v>
                </c:pt>
                <c:pt idx="247">
                  <c:v>0.22013001449733927</c:v>
                </c:pt>
                <c:pt idx="248">
                  <c:v>0.250200489761502</c:v>
                </c:pt>
                <c:pt idx="249">
                  <c:v>0.23810355486799328</c:v>
                </c:pt>
                <c:pt idx="250">
                  <c:v>0.21033023304189902</c:v>
                </c:pt>
                <c:pt idx="251">
                  <c:v>0.21452617389206319</c:v>
                </c:pt>
                <c:pt idx="252">
                  <c:v>0.20139543888461775</c:v>
                </c:pt>
                <c:pt idx="253">
                  <c:v>0.20806959741495734</c:v>
                </c:pt>
                <c:pt idx="254">
                  <c:v>0.19490068318223841</c:v>
                </c:pt>
                <c:pt idx="255">
                  <c:v>0.18237756674576477</c:v>
                </c:pt>
                <c:pt idx="256">
                  <c:v>0.20665109358030298</c:v>
                </c:pt>
                <c:pt idx="257">
                  <c:v>0.24790805095219981</c:v>
                </c:pt>
                <c:pt idx="258">
                  <c:v>0.21606504091042877</c:v>
                </c:pt>
                <c:pt idx="259">
                  <c:v>0.23369349554503493</c:v>
                </c:pt>
                <c:pt idx="260">
                  <c:v>0.23345356312973098</c:v>
                </c:pt>
                <c:pt idx="261">
                  <c:v>0.21855193093029213</c:v>
                </c:pt>
                <c:pt idx="262">
                  <c:v>0.1929415301077253</c:v>
                </c:pt>
                <c:pt idx="263">
                  <c:v>0.21455215066941724</c:v>
                </c:pt>
                <c:pt idx="264">
                  <c:v>0.17702650836799161</c:v>
                </c:pt>
                <c:pt idx="265">
                  <c:v>0.20635429579672548</c:v>
                </c:pt>
                <c:pt idx="266">
                  <c:v>0.20614536606129863</c:v>
                </c:pt>
                <c:pt idx="267">
                  <c:v>0.22458112648094453</c:v>
                </c:pt>
                <c:pt idx="268">
                  <c:v>0.23667773651532342</c:v>
                </c:pt>
                <c:pt idx="269">
                  <c:v>0.24407557682265146</c:v>
                </c:pt>
                <c:pt idx="270">
                  <c:v>0.24231731950791335</c:v>
                </c:pt>
                <c:pt idx="271">
                  <c:v>0.26649616170502854</c:v>
                </c:pt>
                <c:pt idx="272">
                  <c:v>0.28883763958430886</c:v>
                </c:pt>
                <c:pt idx="273">
                  <c:v>0.28706333114634797</c:v>
                </c:pt>
                <c:pt idx="274">
                  <c:v>0.302400304706679</c:v>
                </c:pt>
                <c:pt idx="275">
                  <c:v>0.32472798971638706</c:v>
                </c:pt>
                <c:pt idx="276">
                  <c:v>0.33190378369423024</c:v>
                </c:pt>
                <c:pt idx="277">
                  <c:v>0.34527384757966173</c:v>
                </c:pt>
                <c:pt idx="278">
                  <c:v>0.34587129812447048</c:v>
                </c:pt>
                <c:pt idx="279">
                  <c:v>0.35690267922290531</c:v>
                </c:pt>
                <c:pt idx="280">
                  <c:v>0.34916241943860205</c:v>
                </c:pt>
                <c:pt idx="281">
                  <c:v>0.34445882138009676</c:v>
                </c:pt>
                <c:pt idx="282">
                  <c:v>0.34650947485004036</c:v>
                </c:pt>
                <c:pt idx="283">
                  <c:v>0.34090788052113519</c:v>
                </c:pt>
                <c:pt idx="284">
                  <c:v>0.31103684997424175</c:v>
                </c:pt>
                <c:pt idx="285">
                  <c:v>0.33703964316705615</c:v>
                </c:pt>
                <c:pt idx="286">
                  <c:v>0.35066613733119767</c:v>
                </c:pt>
                <c:pt idx="287">
                  <c:v>0.35477594576088656</c:v>
                </c:pt>
                <c:pt idx="288">
                  <c:v>0.34942255737945849</c:v>
                </c:pt>
                <c:pt idx="289">
                  <c:v>0.33349611212274444</c:v>
                </c:pt>
                <c:pt idx="290">
                  <c:v>0.38108830623094159</c:v>
                </c:pt>
                <c:pt idx="291">
                  <c:v>0.42089526678568645</c:v>
                </c:pt>
                <c:pt idx="292">
                  <c:v>0.41918223380941377</c:v>
                </c:pt>
                <c:pt idx="293">
                  <c:v>0.42676706405467657</c:v>
                </c:pt>
                <c:pt idx="294">
                  <c:v>0.4210689659204554</c:v>
                </c:pt>
                <c:pt idx="295">
                  <c:v>0.42288368441296997</c:v>
                </c:pt>
                <c:pt idx="296">
                  <c:v>0.42010090182440529</c:v>
                </c:pt>
                <c:pt idx="297">
                  <c:v>0.40550055960024323</c:v>
                </c:pt>
                <c:pt idx="298">
                  <c:v>0.45024356903804841</c:v>
                </c:pt>
                <c:pt idx="299">
                  <c:v>0.41957058451448082</c:v>
                </c:pt>
                <c:pt idx="300">
                  <c:v>0.39427021965679798</c:v>
                </c:pt>
                <c:pt idx="301">
                  <c:v>0.36152616983416386</c:v>
                </c:pt>
                <c:pt idx="302">
                  <c:v>0.34459132442793372</c:v>
                </c:pt>
                <c:pt idx="303">
                  <c:v>0.36463116610178004</c:v>
                </c:pt>
                <c:pt idx="304">
                  <c:v>0.33181144231879345</c:v>
                </c:pt>
                <c:pt idx="305">
                  <c:v>0.32062375324656811</c:v>
                </c:pt>
                <c:pt idx="306">
                  <c:v>0.30500996336636166</c:v>
                </c:pt>
                <c:pt idx="307">
                  <c:v>0.30379517154920688</c:v>
                </c:pt>
                <c:pt idx="308">
                  <c:v>0.33753354733087959</c:v>
                </c:pt>
                <c:pt idx="309">
                  <c:v>0.29760530939667551</c:v>
                </c:pt>
                <c:pt idx="310">
                  <c:v>0.31176948696617091</c:v>
                </c:pt>
                <c:pt idx="311">
                  <c:v>0.26828962820328184</c:v>
                </c:pt>
                <c:pt idx="312">
                  <c:v>0.26680145447609083</c:v>
                </c:pt>
                <c:pt idx="313">
                  <c:v>0.24822079133525121</c:v>
                </c:pt>
                <c:pt idx="314">
                  <c:v>0.29732894785782493</c:v>
                </c:pt>
                <c:pt idx="315">
                  <c:v>0.30026074150198379</c:v>
                </c:pt>
                <c:pt idx="316">
                  <c:v>0.29594880255270506</c:v>
                </c:pt>
                <c:pt idx="317">
                  <c:v>0.34867570225176481</c:v>
                </c:pt>
                <c:pt idx="318">
                  <c:v>0.34758742388670871</c:v>
                </c:pt>
                <c:pt idx="319">
                  <c:v>0.31507887007458502</c:v>
                </c:pt>
                <c:pt idx="320">
                  <c:v>0.3170386783645387</c:v>
                </c:pt>
                <c:pt idx="321">
                  <c:v>0.30833594823588295</c:v>
                </c:pt>
                <c:pt idx="322">
                  <c:v>0.283756909444699</c:v>
                </c:pt>
                <c:pt idx="323">
                  <c:v>0.27466846735655981</c:v>
                </c:pt>
                <c:pt idx="324">
                  <c:v>0.24493089953908842</c:v>
                </c:pt>
                <c:pt idx="325">
                  <c:v>0.25081298674324248</c:v>
                </c:pt>
                <c:pt idx="326">
                  <c:v>0.27799199177778755</c:v>
                </c:pt>
                <c:pt idx="327">
                  <c:v>0.28345863890560086</c:v>
                </c:pt>
                <c:pt idx="328">
                  <c:v>0.24817406406732601</c:v>
                </c:pt>
                <c:pt idx="329">
                  <c:v>0.22836799349767345</c:v>
                </c:pt>
                <c:pt idx="330">
                  <c:v>0.21675316269381084</c:v>
                </c:pt>
                <c:pt idx="331">
                  <c:v>0.24383188989389981</c:v>
                </c:pt>
                <c:pt idx="332">
                  <c:v>0.25916253050149463</c:v>
                </c:pt>
                <c:pt idx="333">
                  <c:v>0.24530980003353564</c:v>
                </c:pt>
                <c:pt idx="334">
                  <c:v>0.27864789468964002</c:v>
                </c:pt>
                <c:pt idx="335">
                  <c:v>0.25280156222008077</c:v>
                </c:pt>
                <c:pt idx="336">
                  <c:v>0.25237473385291231</c:v>
                </c:pt>
                <c:pt idx="337">
                  <c:v>0.28250535437557533</c:v>
                </c:pt>
                <c:pt idx="338">
                  <c:v>0.28252096697499152</c:v>
                </c:pt>
                <c:pt idx="339">
                  <c:v>0.30595434288093837</c:v>
                </c:pt>
                <c:pt idx="340">
                  <c:v>0.33106801388360774</c:v>
                </c:pt>
                <c:pt idx="341">
                  <c:v>0.34925542660606523</c:v>
                </c:pt>
                <c:pt idx="342">
                  <c:v>0.35515967447192942</c:v>
                </c:pt>
                <c:pt idx="343">
                  <c:v>0.36445126445624476</c:v>
                </c:pt>
                <c:pt idx="344">
                  <c:v>0.36143058388004246</c:v>
                </c:pt>
                <c:pt idx="345">
                  <c:v>0.33772767886060273</c:v>
                </c:pt>
                <c:pt idx="346">
                  <c:v>0.29267419164701725</c:v>
                </c:pt>
                <c:pt idx="347">
                  <c:v>0.30016558481166333</c:v>
                </c:pt>
                <c:pt idx="348">
                  <c:v>0.29047832237509219</c:v>
                </c:pt>
                <c:pt idx="349">
                  <c:v>0.30756331103368373</c:v>
                </c:pt>
                <c:pt idx="350">
                  <c:v>0.28514093633771043</c:v>
                </c:pt>
                <c:pt idx="351">
                  <c:v>0.28729241492719915</c:v>
                </c:pt>
                <c:pt idx="352">
                  <c:v>0.31992031516157371</c:v>
                </c:pt>
                <c:pt idx="353">
                  <c:v>0.30890333316285168</c:v>
                </c:pt>
                <c:pt idx="354">
                  <c:v>0.33245488440412241</c:v>
                </c:pt>
                <c:pt idx="355">
                  <c:v>0.31193190375110857</c:v>
                </c:pt>
                <c:pt idx="356">
                  <c:v>0.32715803479560113</c:v>
                </c:pt>
                <c:pt idx="357">
                  <c:v>0.33277478140449968</c:v>
                </c:pt>
                <c:pt idx="358">
                  <c:v>0.30934151115849517</c:v>
                </c:pt>
                <c:pt idx="359">
                  <c:v>0.29052529729466947</c:v>
                </c:pt>
                <c:pt idx="360">
                  <c:v>0.32604991739189848</c:v>
                </c:pt>
                <c:pt idx="361">
                  <c:v>0.27374936854476961</c:v>
                </c:pt>
                <c:pt idx="362">
                  <c:v>0.2180915759494142</c:v>
                </c:pt>
                <c:pt idx="363">
                  <c:v>0.18065531898671638</c:v>
                </c:pt>
                <c:pt idx="364">
                  <c:v>0.12484160950252643</c:v>
                </c:pt>
                <c:pt idx="365">
                  <c:v>7.5261623569261804E-2</c:v>
                </c:pt>
                <c:pt idx="366">
                  <c:v>3.8392666167872402E-2</c:v>
                </c:pt>
                <c:pt idx="367">
                  <c:v>1.7278987352485231E-2</c:v>
                </c:pt>
                <c:pt idx="368">
                  <c:v>1.8567639697982807E-2</c:v>
                </c:pt>
                <c:pt idx="369">
                  <c:v>2.9823575685992143E-3</c:v>
                </c:pt>
                <c:pt idx="370">
                  <c:v>5.4123326363963775E-2</c:v>
                </c:pt>
                <c:pt idx="371">
                  <c:v>6.3312726700329502E-2</c:v>
                </c:pt>
                <c:pt idx="372">
                  <c:v>3.1159842956712147E-2</c:v>
                </c:pt>
                <c:pt idx="373">
                  <c:v>-3.4553724061880065E-2</c:v>
                </c:pt>
                <c:pt idx="374">
                  <c:v>-4.4922304994691298E-2</c:v>
                </c:pt>
                <c:pt idx="375">
                  <c:v>-1.5824608070201807E-2</c:v>
                </c:pt>
                <c:pt idx="376">
                  <c:v>-3.1678080227613536E-2</c:v>
                </c:pt>
                <c:pt idx="377">
                  <c:v>-2.851609329863436E-2</c:v>
                </c:pt>
                <c:pt idx="378">
                  <c:v>-1.7530829245346213E-2</c:v>
                </c:pt>
                <c:pt idx="379">
                  <c:v>1.1611857144335769E-2</c:v>
                </c:pt>
                <c:pt idx="380">
                  <c:v>2.3761569125180237E-2</c:v>
                </c:pt>
                <c:pt idx="381">
                  <c:v>4.5822834084116026E-2</c:v>
                </c:pt>
                <c:pt idx="382">
                  <c:v>4.5273786020026296E-2</c:v>
                </c:pt>
                <c:pt idx="383">
                  <c:v>3.0334886204044009E-2</c:v>
                </c:pt>
                <c:pt idx="384">
                  <c:v>-1.3793706281707063E-2</c:v>
                </c:pt>
                <c:pt idx="385">
                  <c:v>-2.8006125242285629E-2</c:v>
                </c:pt>
                <c:pt idx="386">
                  <c:v>2.5735989573172358E-2</c:v>
                </c:pt>
                <c:pt idx="387">
                  <c:v>2.0841481912226234E-2</c:v>
                </c:pt>
                <c:pt idx="388">
                  <c:v>1.4992966115168205E-3</c:v>
                </c:pt>
                <c:pt idx="389">
                  <c:v>-3.1850817446341884E-2</c:v>
                </c:pt>
                <c:pt idx="390">
                  <c:v>-1.678016808274374E-2</c:v>
                </c:pt>
                <c:pt idx="391">
                  <c:v>2.9330283739096519E-2</c:v>
                </c:pt>
                <c:pt idx="392">
                  <c:v>1.2667881663002145E-2</c:v>
                </c:pt>
                <c:pt idx="393">
                  <c:v>2.7008779409170236E-2</c:v>
                </c:pt>
                <c:pt idx="394">
                  <c:v>3.6525123937590109E-2</c:v>
                </c:pt>
                <c:pt idx="395">
                  <c:v>-9.402258666263652E-3</c:v>
                </c:pt>
                <c:pt idx="396">
                  <c:v>-6.3677519548827721E-2</c:v>
                </c:pt>
                <c:pt idx="397">
                  <c:v>-8.3234795411290419E-2</c:v>
                </c:pt>
                <c:pt idx="398">
                  <c:v>-3.955209035737739E-2</c:v>
                </c:pt>
                <c:pt idx="399">
                  <c:v>-5.4894387177960358E-2</c:v>
                </c:pt>
                <c:pt idx="400">
                  <c:v>-3.1701454352454528E-2</c:v>
                </c:pt>
                <c:pt idx="401">
                  <c:v>-3.4642106095584602E-2</c:v>
                </c:pt>
                <c:pt idx="402">
                  <c:v>-6.6187927453404072E-2</c:v>
                </c:pt>
                <c:pt idx="403">
                  <c:v>-7.3778251328198929E-2</c:v>
                </c:pt>
                <c:pt idx="404">
                  <c:v>-5.4100898841335288E-2</c:v>
                </c:pt>
                <c:pt idx="405">
                  <c:v>-3.0645407734365859E-2</c:v>
                </c:pt>
                <c:pt idx="406">
                  <c:v>-2.7730336785857901E-2</c:v>
                </c:pt>
                <c:pt idx="407">
                  <c:v>-1.0181437488449019E-2</c:v>
                </c:pt>
                <c:pt idx="408">
                  <c:v>-2.0300978418210658E-3</c:v>
                </c:pt>
                <c:pt idx="409">
                  <c:v>7.1470351253188902E-3</c:v>
                </c:pt>
                <c:pt idx="410">
                  <c:v>9.2717156011616897E-3</c:v>
                </c:pt>
                <c:pt idx="411">
                  <c:v>2.7085629966055791E-2</c:v>
                </c:pt>
                <c:pt idx="412">
                  <c:v>6.0086793659490656E-3</c:v>
                </c:pt>
                <c:pt idx="413">
                  <c:v>2.1660985274314815E-2</c:v>
                </c:pt>
                <c:pt idx="414">
                  <c:v>-7.0215333190650764E-3</c:v>
                </c:pt>
                <c:pt idx="415">
                  <c:v>6.9417662534350111E-3</c:v>
                </c:pt>
                <c:pt idx="416">
                  <c:v>4.8715325595648062E-2</c:v>
                </c:pt>
                <c:pt idx="417">
                  <c:v>4.3243718270261189E-2</c:v>
                </c:pt>
                <c:pt idx="418">
                  <c:v>4.7033805495505732E-2</c:v>
                </c:pt>
                <c:pt idx="419">
                  <c:v>6.9756824188032862E-2</c:v>
                </c:pt>
                <c:pt idx="420">
                  <c:v>7.5412290603773302E-2</c:v>
                </c:pt>
                <c:pt idx="421">
                  <c:v>6.1734390267171646E-2</c:v>
                </c:pt>
                <c:pt idx="422">
                  <c:v>6.1808376340512838E-2</c:v>
                </c:pt>
                <c:pt idx="423">
                  <c:v>4.9192675478301418E-2</c:v>
                </c:pt>
                <c:pt idx="424">
                  <c:v>2.7147376926289102E-2</c:v>
                </c:pt>
                <c:pt idx="425">
                  <c:v>6.9110172184281282E-2</c:v>
                </c:pt>
                <c:pt idx="426">
                  <c:v>5.8605712682677336E-2</c:v>
                </c:pt>
                <c:pt idx="427">
                  <c:v>4.8777593682974851E-2</c:v>
                </c:pt>
                <c:pt idx="428">
                  <c:v>5.6536147920639657E-2</c:v>
                </c:pt>
                <c:pt idx="429">
                  <c:v>1.4960748224244202E-3</c:v>
                </c:pt>
                <c:pt idx="430">
                  <c:v>1.438850222231669E-2</c:v>
                </c:pt>
                <c:pt idx="431">
                  <c:v>4.0357971207900079E-2</c:v>
                </c:pt>
                <c:pt idx="432">
                  <c:v>3.2679731187316818E-2</c:v>
                </c:pt>
                <c:pt idx="433">
                  <c:v>8.4473710452879214E-3</c:v>
                </c:pt>
                <c:pt idx="434">
                  <c:v>2.5160550571776907E-2</c:v>
                </c:pt>
                <c:pt idx="435">
                  <c:v>-4.6543822324895956E-3</c:v>
                </c:pt>
                <c:pt idx="436">
                  <c:v>-1.5773546241998337E-2</c:v>
                </c:pt>
                <c:pt idx="437">
                  <c:v>-1.2024933166052909E-2</c:v>
                </c:pt>
                <c:pt idx="438">
                  <c:v>-3.5194827865010936E-2</c:v>
                </c:pt>
                <c:pt idx="439">
                  <c:v>-3.4135118799717423E-2</c:v>
                </c:pt>
                <c:pt idx="440">
                  <c:v>-4.3808190737230746E-2</c:v>
                </c:pt>
                <c:pt idx="441">
                  <c:v>-1.5360135033042566E-2</c:v>
                </c:pt>
                <c:pt idx="442">
                  <c:v>1.1536388677467979E-2</c:v>
                </c:pt>
                <c:pt idx="443">
                  <c:v>6.1357823278485046E-3</c:v>
                </c:pt>
                <c:pt idx="444">
                  <c:v>5.4017156641649189E-2</c:v>
                </c:pt>
                <c:pt idx="445">
                  <c:v>5.3145649210873502E-2</c:v>
                </c:pt>
                <c:pt idx="446">
                  <c:v>5.7854296475982059E-2</c:v>
                </c:pt>
                <c:pt idx="447">
                  <c:v>4.4886902042854615E-2</c:v>
                </c:pt>
                <c:pt idx="448">
                  <c:v>5.4065641965859168E-2</c:v>
                </c:pt>
                <c:pt idx="449">
                  <c:v>5.3178800901306111E-2</c:v>
                </c:pt>
                <c:pt idx="450">
                  <c:v>1.5554695657562068E-2</c:v>
                </c:pt>
                <c:pt idx="451">
                  <c:v>3.3119551140716741E-2</c:v>
                </c:pt>
                <c:pt idx="452">
                  <c:v>9.9224144788498947E-3</c:v>
                </c:pt>
                <c:pt idx="453">
                  <c:v>7.287038713511107E-3</c:v>
                </c:pt>
                <c:pt idx="454">
                  <c:v>-2.2259896070692786E-2</c:v>
                </c:pt>
                <c:pt idx="455">
                  <c:v>-1.1461958560472496E-2</c:v>
                </c:pt>
                <c:pt idx="456">
                  <c:v>-4.5341984401005675E-2</c:v>
                </c:pt>
                <c:pt idx="457">
                  <c:v>-3.9089050750779286E-2</c:v>
                </c:pt>
                <c:pt idx="458">
                  <c:v>-8.5611572839503491E-3</c:v>
                </c:pt>
                <c:pt idx="459">
                  <c:v>-7.7705775371013086E-3</c:v>
                </c:pt>
                <c:pt idx="460">
                  <c:v>6.9126524610503282E-3</c:v>
                </c:pt>
                <c:pt idx="461">
                  <c:v>7.0757835436130456E-4</c:v>
                </c:pt>
                <c:pt idx="462">
                  <c:v>-1.4373436707624698E-2</c:v>
                </c:pt>
                <c:pt idx="463">
                  <c:v>4.3457540505831282E-4</c:v>
                </c:pt>
                <c:pt idx="464">
                  <c:v>-5.7036572367330507E-4</c:v>
                </c:pt>
                <c:pt idx="465">
                  <c:v>9.8931463264939623E-4</c:v>
                </c:pt>
                <c:pt idx="466">
                  <c:v>3.7237115865850212E-2</c:v>
                </c:pt>
                <c:pt idx="467">
                  <c:v>3.1469209754266814E-2</c:v>
                </c:pt>
                <c:pt idx="468">
                  <c:v>3.1733901555106137E-2</c:v>
                </c:pt>
                <c:pt idx="469">
                  <c:v>1.0932007263493082E-2</c:v>
                </c:pt>
                <c:pt idx="470">
                  <c:v>-2.9565535892799311E-3</c:v>
                </c:pt>
                <c:pt idx="471">
                  <c:v>1.8856578252701039E-2</c:v>
                </c:pt>
                <c:pt idx="472">
                  <c:v>1.1937925464700072E-2</c:v>
                </c:pt>
                <c:pt idx="473">
                  <c:v>1.913849161196679E-2</c:v>
                </c:pt>
                <c:pt idx="474">
                  <c:v>3.4650635482011971E-2</c:v>
                </c:pt>
                <c:pt idx="475">
                  <c:v>2.137785494256228E-2</c:v>
                </c:pt>
                <c:pt idx="476">
                  <c:v>4.488575703757447E-2</c:v>
                </c:pt>
                <c:pt idx="477">
                  <c:v>4.2533926381960185E-2</c:v>
                </c:pt>
                <c:pt idx="478">
                  <c:v>6.4310534989804102E-2</c:v>
                </c:pt>
                <c:pt idx="479">
                  <c:v>8.8526381867821025E-2</c:v>
                </c:pt>
                <c:pt idx="480">
                  <c:v>9.7684216009280345E-2</c:v>
                </c:pt>
                <c:pt idx="481">
                  <c:v>0.10017543649880989</c:v>
                </c:pt>
                <c:pt idx="482">
                  <c:v>9.8851884677208401E-2</c:v>
                </c:pt>
                <c:pt idx="483">
                  <c:v>8.4777800550603244E-2</c:v>
                </c:pt>
                <c:pt idx="484">
                  <c:v>8.674610218140133E-2</c:v>
                </c:pt>
                <c:pt idx="485">
                  <c:v>8.9809455792188464E-2</c:v>
                </c:pt>
                <c:pt idx="486">
                  <c:v>0.10575769848295336</c:v>
                </c:pt>
                <c:pt idx="487">
                  <c:v>9.8477217187650234E-2</c:v>
                </c:pt>
                <c:pt idx="488">
                  <c:v>0.10063343327889385</c:v>
                </c:pt>
                <c:pt idx="489">
                  <c:v>0.10320915713746914</c:v>
                </c:pt>
                <c:pt idx="490">
                  <c:v>0.11951243492968411</c:v>
                </c:pt>
                <c:pt idx="491">
                  <c:v>0.12075819782191433</c:v>
                </c:pt>
                <c:pt idx="492">
                  <c:v>0.10994253296204426</c:v>
                </c:pt>
                <c:pt idx="493">
                  <c:v>0.11620365399346455</c:v>
                </c:pt>
                <c:pt idx="494">
                  <c:v>0.11231347788448032</c:v>
                </c:pt>
                <c:pt idx="495">
                  <c:v>0.13545289212788214</c:v>
                </c:pt>
                <c:pt idx="496">
                  <c:v>0.11505164287778835</c:v>
                </c:pt>
                <c:pt idx="497">
                  <c:v>0.13239022577463966</c:v>
                </c:pt>
                <c:pt idx="498">
                  <c:v>0.13801362477005141</c:v>
                </c:pt>
                <c:pt idx="499">
                  <c:v>0.13701717636457977</c:v>
                </c:pt>
                <c:pt idx="500">
                  <c:v>0.13500393715320702</c:v>
                </c:pt>
                <c:pt idx="501">
                  <c:v>0.12326725533347016</c:v>
                </c:pt>
                <c:pt idx="502">
                  <c:v>0.1292260636342053</c:v>
                </c:pt>
                <c:pt idx="503">
                  <c:v>0.10921856675462305</c:v>
                </c:pt>
                <c:pt idx="504">
                  <c:v>0.12144920783283863</c:v>
                </c:pt>
                <c:pt idx="505">
                  <c:v>0.13499019543399338</c:v>
                </c:pt>
                <c:pt idx="506">
                  <c:v>0.13986671602980549</c:v>
                </c:pt>
                <c:pt idx="507">
                  <c:v>0.12429183808911248</c:v>
                </c:pt>
                <c:pt idx="508">
                  <c:v>0.11388901084173719</c:v>
                </c:pt>
                <c:pt idx="509">
                  <c:v>0.10020477939717787</c:v>
                </c:pt>
                <c:pt idx="510">
                  <c:v>0.11124317126449967</c:v>
                </c:pt>
                <c:pt idx="511">
                  <c:v>0.12333270333951152</c:v>
                </c:pt>
                <c:pt idx="512">
                  <c:v>0.11725930349922198</c:v>
                </c:pt>
                <c:pt idx="513">
                  <c:v>0.13697588370551017</c:v>
                </c:pt>
                <c:pt idx="514">
                  <c:v>0.15477585679189154</c:v>
                </c:pt>
                <c:pt idx="515">
                  <c:v>0.15496594757119375</c:v>
                </c:pt>
                <c:pt idx="516">
                  <c:v>0.15061355326149961</c:v>
                </c:pt>
                <c:pt idx="517">
                  <c:v>0.1548869013999048</c:v>
                </c:pt>
                <c:pt idx="518">
                  <c:v>0.14535476140251613</c:v>
                </c:pt>
                <c:pt idx="519">
                  <c:v>0.1385132856304554</c:v>
                </c:pt>
                <c:pt idx="520">
                  <c:v>0.13861024493039675</c:v>
                </c:pt>
                <c:pt idx="521">
                  <c:v>0.13631899691741212</c:v>
                </c:pt>
                <c:pt idx="522">
                  <c:v>0.13307696853309703</c:v>
                </c:pt>
                <c:pt idx="523">
                  <c:v>0.1476974066798995</c:v>
                </c:pt>
                <c:pt idx="524">
                  <c:v>0.14460469592569347</c:v>
                </c:pt>
                <c:pt idx="525">
                  <c:v>0.12969599324434178</c:v>
                </c:pt>
                <c:pt idx="526">
                  <c:v>0.12647673736002796</c:v>
                </c:pt>
                <c:pt idx="527">
                  <c:v>0.13582223145192529</c:v>
                </c:pt>
                <c:pt idx="528">
                  <c:v>0.15865538395900547</c:v>
                </c:pt>
                <c:pt idx="529">
                  <c:v>0.1463888753450826</c:v>
                </c:pt>
                <c:pt idx="530">
                  <c:v>0.1456444114005786</c:v>
                </c:pt>
                <c:pt idx="531">
                  <c:v>0.1444220294961438</c:v>
                </c:pt>
                <c:pt idx="532">
                  <c:v>0.12082113903945779</c:v>
                </c:pt>
                <c:pt idx="533">
                  <c:v>0.11968056623310686</c:v>
                </c:pt>
                <c:pt idx="534">
                  <c:v>0.1100838485679636</c:v>
                </c:pt>
                <c:pt idx="535">
                  <c:v>0.12274172820826146</c:v>
                </c:pt>
                <c:pt idx="536">
                  <c:v>0.11116905384314668</c:v>
                </c:pt>
                <c:pt idx="537">
                  <c:v>0.10757430764606224</c:v>
                </c:pt>
                <c:pt idx="538">
                  <c:v>0.12029207524299923</c:v>
                </c:pt>
                <c:pt idx="539">
                  <c:v>0.11676695059564435</c:v>
                </c:pt>
                <c:pt idx="540">
                  <c:v>9.8017497702626688E-2</c:v>
                </c:pt>
                <c:pt idx="541">
                  <c:v>9.5431971402255789E-2</c:v>
                </c:pt>
                <c:pt idx="542">
                  <c:v>8.7003851929634335E-2</c:v>
                </c:pt>
                <c:pt idx="543">
                  <c:v>8.8329904216191135E-2</c:v>
                </c:pt>
                <c:pt idx="544">
                  <c:v>8.9782435738610999E-2</c:v>
                </c:pt>
                <c:pt idx="545">
                  <c:v>9.7231246154434459E-2</c:v>
                </c:pt>
                <c:pt idx="546">
                  <c:v>0.10542589017281867</c:v>
                </c:pt>
                <c:pt idx="547">
                  <c:v>0.11657935417826804</c:v>
                </c:pt>
                <c:pt idx="548">
                  <c:v>0.11506013048444941</c:v>
                </c:pt>
                <c:pt idx="549">
                  <c:v>0.10327489735141571</c:v>
                </c:pt>
                <c:pt idx="550">
                  <c:v>7.7518478562675464E-2</c:v>
                </c:pt>
                <c:pt idx="551">
                  <c:v>8.8074229599694798E-2</c:v>
                </c:pt>
                <c:pt idx="552">
                  <c:v>7.6800531113507375E-2</c:v>
                </c:pt>
                <c:pt idx="553">
                  <c:v>7.1332480464743053E-2</c:v>
                </c:pt>
                <c:pt idx="554">
                  <c:v>4.8932710771501631E-2</c:v>
                </c:pt>
                <c:pt idx="555">
                  <c:v>4.8993574455304945E-2</c:v>
                </c:pt>
                <c:pt idx="556">
                  <c:v>4.1876026731692217E-2</c:v>
                </c:pt>
                <c:pt idx="557">
                  <c:v>2.0132723894661364E-3</c:v>
                </c:pt>
                <c:pt idx="558">
                  <c:v>-3.094186660013154E-4</c:v>
                </c:pt>
                <c:pt idx="559">
                  <c:v>-4.1323707107267627E-2</c:v>
                </c:pt>
                <c:pt idx="560">
                  <c:v>-2.8088692150403105E-2</c:v>
                </c:pt>
                <c:pt idx="561">
                  <c:v>-1.269139579718459E-2</c:v>
                </c:pt>
                <c:pt idx="562">
                  <c:v>-2.6550349228126935E-2</c:v>
                </c:pt>
                <c:pt idx="563">
                  <c:v>-2.2758711971610168E-2</c:v>
                </c:pt>
                <c:pt idx="564">
                  <c:v>-1.7195610737015476E-2</c:v>
                </c:pt>
                <c:pt idx="565">
                  <c:v>-1.4835755501052539E-3</c:v>
                </c:pt>
                <c:pt idx="566">
                  <c:v>-7.3302328984292675E-3</c:v>
                </c:pt>
                <c:pt idx="567">
                  <c:v>-1.038511968445488E-2</c:v>
                </c:pt>
                <c:pt idx="568">
                  <c:v>-1.347257625564402E-2</c:v>
                </c:pt>
                <c:pt idx="569">
                  <c:v>-3.7575394166662779E-2</c:v>
                </c:pt>
                <c:pt idx="570">
                  <c:v>-2.6674640755017798E-2</c:v>
                </c:pt>
                <c:pt idx="571">
                  <c:v>2.2649408662367421E-4</c:v>
                </c:pt>
                <c:pt idx="572">
                  <c:v>-9.0502016254392359E-3</c:v>
                </c:pt>
                <c:pt idx="573">
                  <c:v>1.0777633819185617E-2</c:v>
                </c:pt>
                <c:pt idx="574">
                  <c:v>9.1841628742073134E-4</c:v>
                </c:pt>
                <c:pt idx="575">
                  <c:v>6.9259061367674679E-3</c:v>
                </c:pt>
                <c:pt idx="576">
                  <c:v>1.2660554787622402E-3</c:v>
                </c:pt>
                <c:pt idx="577">
                  <c:v>4.5963379177493824E-3</c:v>
                </c:pt>
                <c:pt idx="578">
                  <c:v>2.4468498786189175E-2</c:v>
                </c:pt>
                <c:pt idx="579">
                  <c:v>2.3462339776729069E-2</c:v>
                </c:pt>
                <c:pt idx="580">
                  <c:v>3.0654122660235039E-2</c:v>
                </c:pt>
                <c:pt idx="581">
                  <c:v>2.2864276448781418E-2</c:v>
                </c:pt>
                <c:pt idx="582">
                  <c:v>-1.1630556248151347E-2</c:v>
                </c:pt>
                <c:pt idx="583">
                  <c:v>-2.7576346960996645E-2</c:v>
                </c:pt>
                <c:pt idx="584">
                  <c:v>-3.4273979699150914E-2</c:v>
                </c:pt>
                <c:pt idx="585">
                  <c:v>-3.3790156289471796E-2</c:v>
                </c:pt>
                <c:pt idx="586">
                  <c:v>-3.377073653572138E-2</c:v>
                </c:pt>
                <c:pt idx="587">
                  <c:v>-1.3207529748590963E-2</c:v>
                </c:pt>
                <c:pt idx="588">
                  <c:v>-1.3523844305221244E-2</c:v>
                </c:pt>
                <c:pt idx="589">
                  <c:v>-4.1512033064512455E-3</c:v>
                </c:pt>
                <c:pt idx="590">
                  <c:v>-8.2772732662217408E-4</c:v>
                </c:pt>
                <c:pt idx="591">
                  <c:v>-4.2284196280857334E-3</c:v>
                </c:pt>
                <c:pt idx="592">
                  <c:v>-1.6587192819450314E-2</c:v>
                </c:pt>
                <c:pt idx="593">
                  <c:v>-2.6917964319314702E-2</c:v>
                </c:pt>
                <c:pt idx="594">
                  <c:v>-3.1870373894020476E-2</c:v>
                </c:pt>
                <c:pt idx="595">
                  <c:v>-3.3846471696335145E-2</c:v>
                </c:pt>
                <c:pt idx="596">
                  <c:v>-4.5857297799888785E-2</c:v>
                </c:pt>
                <c:pt idx="597">
                  <c:v>-4.2025926685613335E-2</c:v>
                </c:pt>
                <c:pt idx="598">
                  <c:v>-4.1704707216581482E-2</c:v>
                </c:pt>
                <c:pt idx="599">
                  <c:v>-3.7164734077358874E-2</c:v>
                </c:pt>
                <c:pt idx="600">
                  <c:v>-5.3114069139776676E-2</c:v>
                </c:pt>
                <c:pt idx="601">
                  <c:v>-3.6870703234447744E-2</c:v>
                </c:pt>
                <c:pt idx="602">
                  <c:v>-3.7255306921310405E-2</c:v>
                </c:pt>
                <c:pt idx="603">
                  <c:v>-5.6604851147084689E-2</c:v>
                </c:pt>
                <c:pt idx="604">
                  <c:v>-5.5842321234005565E-2</c:v>
                </c:pt>
                <c:pt idx="605">
                  <c:v>-6.6425056258587745E-2</c:v>
                </c:pt>
                <c:pt idx="606">
                  <c:v>-6.0787913159750184E-2</c:v>
                </c:pt>
                <c:pt idx="607">
                  <c:v>-3.4177348456188694E-2</c:v>
                </c:pt>
                <c:pt idx="608">
                  <c:v>-2.3360589806994625E-2</c:v>
                </c:pt>
                <c:pt idx="609">
                  <c:v>4.9813893806338605E-4</c:v>
                </c:pt>
                <c:pt idx="610">
                  <c:v>2.9966224367028449E-3</c:v>
                </c:pt>
                <c:pt idx="611">
                  <c:v>-3.312850208903928E-3</c:v>
                </c:pt>
                <c:pt idx="612">
                  <c:v>-2.4571707980419522E-2</c:v>
                </c:pt>
                <c:pt idx="613">
                  <c:v>1.6080041496924213E-3</c:v>
                </c:pt>
                <c:pt idx="614">
                  <c:v>6.7740125374315951E-3</c:v>
                </c:pt>
                <c:pt idx="615">
                  <c:v>1.4663350029934685E-2</c:v>
                </c:pt>
                <c:pt idx="616">
                  <c:v>4.0379745429749203E-2</c:v>
                </c:pt>
                <c:pt idx="617">
                  <c:v>3.9676329701348489E-2</c:v>
                </c:pt>
                <c:pt idx="618">
                  <c:v>3.8746827461150213E-2</c:v>
                </c:pt>
                <c:pt idx="619">
                  <c:v>4.6755060193435227E-2</c:v>
                </c:pt>
                <c:pt idx="620">
                  <c:v>4.8858495323473639E-2</c:v>
                </c:pt>
                <c:pt idx="621">
                  <c:v>4.3903833070013221E-2</c:v>
                </c:pt>
                <c:pt idx="622">
                  <c:v>4.1325081955090992E-2</c:v>
                </c:pt>
                <c:pt idx="623">
                  <c:v>4.1904805210345009E-2</c:v>
                </c:pt>
                <c:pt idx="624">
                  <c:v>2.9924926751073277E-2</c:v>
                </c:pt>
                <c:pt idx="625">
                  <c:v>3.6814135762857525E-2</c:v>
                </c:pt>
                <c:pt idx="626">
                  <c:v>2.0950904219774191E-2</c:v>
                </c:pt>
                <c:pt idx="627">
                  <c:v>1.6961641161885144E-2</c:v>
                </c:pt>
                <c:pt idx="628">
                  <c:v>1.3746297207432479E-2</c:v>
                </c:pt>
                <c:pt idx="629">
                  <c:v>2.0296765330381605E-2</c:v>
                </c:pt>
                <c:pt idx="630">
                  <c:v>5.8438548665051826E-4</c:v>
                </c:pt>
                <c:pt idx="631">
                  <c:v>-1.7289394763120303E-3</c:v>
                </c:pt>
                <c:pt idx="632">
                  <c:v>7.2674785470661085E-4</c:v>
                </c:pt>
                <c:pt idx="633">
                  <c:v>-3.8271375417473497E-3</c:v>
                </c:pt>
                <c:pt idx="634">
                  <c:v>-2.4609580941042042E-2</c:v>
                </c:pt>
                <c:pt idx="635">
                  <c:v>-2.0583611079655117E-2</c:v>
                </c:pt>
                <c:pt idx="636">
                  <c:v>1.1426778298076146E-2</c:v>
                </c:pt>
                <c:pt idx="637">
                  <c:v>9.5568154139580308E-3</c:v>
                </c:pt>
                <c:pt idx="638">
                  <c:v>2.435305139395938E-3</c:v>
                </c:pt>
                <c:pt idx="639">
                  <c:v>2.5718836353225916E-2</c:v>
                </c:pt>
                <c:pt idx="640">
                  <c:v>2.4523177254450523E-2</c:v>
                </c:pt>
                <c:pt idx="641">
                  <c:v>6.5680390116477527E-2</c:v>
                </c:pt>
                <c:pt idx="642">
                  <c:v>5.8840927805042353E-2</c:v>
                </c:pt>
                <c:pt idx="643">
                  <c:v>6.0804742612507123E-2</c:v>
                </c:pt>
                <c:pt idx="644">
                  <c:v>6.3270532990759243E-2</c:v>
                </c:pt>
                <c:pt idx="645">
                  <c:v>5.3806681649210653E-2</c:v>
                </c:pt>
                <c:pt idx="646">
                  <c:v>5.7324177862561498E-2</c:v>
                </c:pt>
                <c:pt idx="647">
                  <c:v>5.3873501900555398E-2</c:v>
                </c:pt>
                <c:pt idx="648">
                  <c:v>5.1800692075330668E-2</c:v>
                </c:pt>
                <c:pt idx="649">
                  <c:v>3.9890026400684508E-2</c:v>
                </c:pt>
                <c:pt idx="650">
                  <c:v>5.0484805590150339E-2</c:v>
                </c:pt>
                <c:pt idx="651">
                  <c:v>4.9588376859629468E-2</c:v>
                </c:pt>
                <c:pt idx="652">
                  <c:v>4.8863734365844458E-2</c:v>
                </c:pt>
                <c:pt idx="653">
                  <c:v>4.8420305529305097E-2</c:v>
                </c:pt>
                <c:pt idx="654">
                  <c:v>4.9639387108717958E-2</c:v>
                </c:pt>
                <c:pt idx="655">
                  <c:v>3.8285007426057005E-2</c:v>
                </c:pt>
                <c:pt idx="656">
                  <c:v>4.2994345744281848E-2</c:v>
                </c:pt>
                <c:pt idx="657">
                  <c:v>1.4756646121225847E-2</c:v>
                </c:pt>
                <c:pt idx="658">
                  <c:v>4.9853371645376399E-3</c:v>
                </c:pt>
                <c:pt idx="659">
                  <c:v>1.0535840168954813E-3</c:v>
                </c:pt>
                <c:pt idx="660">
                  <c:v>-3.3284592223103981E-3</c:v>
                </c:pt>
                <c:pt idx="661">
                  <c:v>6.3045679006636934E-3</c:v>
                </c:pt>
                <c:pt idx="662">
                  <c:v>1.2453882992450094E-2</c:v>
                </c:pt>
                <c:pt idx="663">
                  <c:v>2.3739102739076312E-2</c:v>
                </c:pt>
                <c:pt idx="664">
                  <c:v>1.2086773677199014E-2</c:v>
                </c:pt>
                <c:pt idx="665">
                  <c:v>5.5118407095338107E-3</c:v>
                </c:pt>
                <c:pt idx="666">
                  <c:v>-4.4663564677409617E-3</c:v>
                </c:pt>
                <c:pt idx="667">
                  <c:v>-1.2184512052961782E-2</c:v>
                </c:pt>
                <c:pt idx="668">
                  <c:v>-6.8763062523335972E-3</c:v>
                </c:pt>
                <c:pt idx="669">
                  <c:v>-2.530749711397795E-2</c:v>
                </c:pt>
                <c:pt idx="670">
                  <c:v>-2.3279801686128199E-2</c:v>
                </c:pt>
                <c:pt idx="671">
                  <c:v>-2.1505045842199255E-2</c:v>
                </c:pt>
                <c:pt idx="672">
                  <c:v>-1.323415403678041E-2</c:v>
                </c:pt>
                <c:pt idx="673">
                  <c:v>-2.6778551990676691E-2</c:v>
                </c:pt>
                <c:pt idx="674">
                  <c:v>-1.072414525428611E-2</c:v>
                </c:pt>
                <c:pt idx="675">
                  <c:v>-1.7065993779347588E-2</c:v>
                </c:pt>
                <c:pt idx="676">
                  <c:v>-5.8578381598100027E-3</c:v>
                </c:pt>
                <c:pt idx="677">
                  <c:v>1.8459719734353897E-4</c:v>
                </c:pt>
                <c:pt idx="678">
                  <c:v>-1.8117526875104595E-2</c:v>
                </c:pt>
                <c:pt idx="679">
                  <c:v>-2.3778576834499354E-2</c:v>
                </c:pt>
                <c:pt idx="680">
                  <c:v>-2.5629927621088733E-2</c:v>
                </c:pt>
                <c:pt idx="681">
                  <c:v>-3.2921619206822461E-2</c:v>
                </c:pt>
                <c:pt idx="682">
                  <c:v>-2.764906533417455E-2</c:v>
                </c:pt>
                <c:pt idx="683">
                  <c:v>-3.9073930156753978E-2</c:v>
                </c:pt>
                <c:pt idx="684">
                  <c:v>-4.7917239711454451E-2</c:v>
                </c:pt>
                <c:pt idx="685">
                  <c:v>-3.4588420946297216E-2</c:v>
                </c:pt>
                <c:pt idx="686">
                  <c:v>-2.8901538736758159E-2</c:v>
                </c:pt>
                <c:pt idx="687">
                  <c:v>-3.1986786140278722E-2</c:v>
                </c:pt>
                <c:pt idx="688">
                  <c:v>-2.0203346828175706E-2</c:v>
                </c:pt>
                <c:pt idx="689">
                  <c:v>-1.3777581133835426E-2</c:v>
                </c:pt>
                <c:pt idx="690">
                  <c:v>-1.5910547385257878E-2</c:v>
                </c:pt>
                <c:pt idx="691">
                  <c:v>-1.722854982292743E-3</c:v>
                </c:pt>
                <c:pt idx="692">
                  <c:v>-1.0043318176782723E-2</c:v>
                </c:pt>
                <c:pt idx="693">
                  <c:v>2.4546262386313522E-3</c:v>
                </c:pt>
                <c:pt idx="694">
                  <c:v>7.6283620733081925E-3</c:v>
                </c:pt>
                <c:pt idx="695">
                  <c:v>3.6350215553819787E-3</c:v>
                </c:pt>
                <c:pt idx="696">
                  <c:v>8.6420546256560371E-4</c:v>
                </c:pt>
                <c:pt idx="697">
                  <c:v>8.7499410074971529E-3</c:v>
                </c:pt>
                <c:pt idx="698">
                  <c:v>1.1958767708228013E-2</c:v>
                </c:pt>
                <c:pt idx="699">
                  <c:v>1.9936232655445529E-2</c:v>
                </c:pt>
                <c:pt idx="700">
                  <c:v>1.9094096931832061E-2</c:v>
                </c:pt>
                <c:pt idx="701">
                  <c:v>2.204872739846464E-2</c:v>
                </c:pt>
                <c:pt idx="702">
                  <c:v>3.114998596282037E-2</c:v>
                </c:pt>
                <c:pt idx="703">
                  <c:v>4.0056638711967629E-2</c:v>
                </c:pt>
                <c:pt idx="704">
                  <c:v>4.9077963822004245E-2</c:v>
                </c:pt>
                <c:pt idx="705">
                  <c:v>4.2047688190810506E-2</c:v>
                </c:pt>
                <c:pt idx="706">
                  <c:v>4.7287706897976456E-2</c:v>
                </c:pt>
                <c:pt idx="707">
                  <c:v>4.3105433360096201E-2</c:v>
                </c:pt>
                <c:pt idx="708">
                  <c:v>3.5237590136444563E-2</c:v>
                </c:pt>
                <c:pt idx="709">
                  <c:v>4.2624574818406646E-2</c:v>
                </c:pt>
                <c:pt idx="710">
                  <c:v>4.1545032824221506E-2</c:v>
                </c:pt>
                <c:pt idx="711">
                  <c:v>5.522675695527024E-2</c:v>
                </c:pt>
                <c:pt idx="712">
                  <c:v>6.0841223237294795E-2</c:v>
                </c:pt>
                <c:pt idx="713">
                  <c:v>8.6686819308683383E-2</c:v>
                </c:pt>
                <c:pt idx="714">
                  <c:v>8.5753927316950751E-2</c:v>
                </c:pt>
                <c:pt idx="715">
                  <c:v>7.2994845310293321E-2</c:v>
                </c:pt>
                <c:pt idx="716">
                  <c:v>7.6116922852965674E-2</c:v>
                </c:pt>
                <c:pt idx="717">
                  <c:v>5.9768668370605127E-2</c:v>
                </c:pt>
                <c:pt idx="718">
                  <c:v>5.4130945032536015E-2</c:v>
                </c:pt>
                <c:pt idx="719">
                  <c:v>6.7789637983407758E-2</c:v>
                </c:pt>
                <c:pt idx="720">
                  <c:v>5.9911721375804694E-2</c:v>
                </c:pt>
                <c:pt idx="721">
                  <c:v>6.511671762093707E-2</c:v>
                </c:pt>
                <c:pt idx="722">
                  <c:v>5.2980652208045376E-2</c:v>
                </c:pt>
                <c:pt idx="723">
                  <c:v>3.8955614747319567E-2</c:v>
                </c:pt>
                <c:pt idx="724">
                  <c:v>4.2547067415568129E-2</c:v>
                </c:pt>
                <c:pt idx="725">
                  <c:v>4.470137437021493E-2</c:v>
                </c:pt>
                <c:pt idx="726">
                  <c:v>5.0599078094653915E-2</c:v>
                </c:pt>
                <c:pt idx="727">
                  <c:v>5.73676508158385E-2</c:v>
                </c:pt>
                <c:pt idx="728">
                  <c:v>4.1168191600586157E-2</c:v>
                </c:pt>
                <c:pt idx="729">
                  <c:v>3.2120644587415148E-2</c:v>
                </c:pt>
                <c:pt idx="730">
                  <c:v>1.8563021415940906E-2</c:v>
                </c:pt>
                <c:pt idx="731">
                  <c:v>1.6878254337247878E-2</c:v>
                </c:pt>
                <c:pt idx="732">
                  <c:v>2.5996510423827335E-2</c:v>
                </c:pt>
                <c:pt idx="733">
                  <c:v>2.7887352760115114E-2</c:v>
                </c:pt>
                <c:pt idx="734">
                  <c:v>2.4213724869956321E-2</c:v>
                </c:pt>
                <c:pt idx="735">
                  <c:v>2.3967124270919626E-2</c:v>
                </c:pt>
                <c:pt idx="736">
                  <c:v>1.9632500906251904E-2</c:v>
                </c:pt>
                <c:pt idx="737">
                  <c:v>9.7343101149462985E-3</c:v>
                </c:pt>
                <c:pt idx="738">
                  <c:v>9.1134173372529048E-3</c:v>
                </c:pt>
                <c:pt idx="739">
                  <c:v>9.1424759429195035E-3</c:v>
                </c:pt>
                <c:pt idx="740">
                  <c:v>1.9161129552572875E-2</c:v>
                </c:pt>
                <c:pt idx="741">
                  <c:v>1.6315725829149308E-2</c:v>
                </c:pt>
                <c:pt idx="742">
                  <c:v>4.0623298218653403E-2</c:v>
                </c:pt>
                <c:pt idx="743">
                  <c:v>4.7226605991580684E-2</c:v>
                </c:pt>
                <c:pt idx="744">
                  <c:v>4.2809830586311826E-2</c:v>
                </c:pt>
                <c:pt idx="745">
                  <c:v>4.1292726028508753E-2</c:v>
                </c:pt>
                <c:pt idx="746">
                  <c:v>4.6905374652689735E-2</c:v>
                </c:pt>
                <c:pt idx="747">
                  <c:v>7.3960333364693875E-2</c:v>
                </c:pt>
                <c:pt idx="748">
                  <c:v>6.6752762293278423E-2</c:v>
                </c:pt>
                <c:pt idx="749">
                  <c:v>6.9897285602469106E-2</c:v>
                </c:pt>
                <c:pt idx="750">
                  <c:v>6.6955322104866433E-2</c:v>
                </c:pt>
                <c:pt idx="751">
                  <c:v>5.9883650414185752E-2</c:v>
                </c:pt>
                <c:pt idx="752">
                  <c:v>6.2608957008384536E-2</c:v>
                </c:pt>
                <c:pt idx="753">
                  <c:v>7.4781360468113789E-2</c:v>
                </c:pt>
                <c:pt idx="754">
                  <c:v>6.1537913093453467E-2</c:v>
                </c:pt>
                <c:pt idx="755">
                  <c:v>6.7122085912596718E-2</c:v>
                </c:pt>
                <c:pt idx="756">
                  <c:v>6.1780145959145827E-2</c:v>
                </c:pt>
                <c:pt idx="757">
                  <c:v>5.4033664550527494E-2</c:v>
                </c:pt>
                <c:pt idx="758">
                  <c:v>5.1316564675093934E-2</c:v>
                </c:pt>
                <c:pt idx="759">
                  <c:v>5.0847428001094652E-2</c:v>
                </c:pt>
                <c:pt idx="760">
                  <c:v>4.0172803054638662E-2</c:v>
                </c:pt>
                <c:pt idx="761">
                  <c:v>4.2804963813101615E-2</c:v>
                </c:pt>
                <c:pt idx="762">
                  <c:v>4.6215512789232971E-2</c:v>
                </c:pt>
                <c:pt idx="763">
                  <c:v>3.4598394223739559E-2</c:v>
                </c:pt>
                <c:pt idx="764">
                  <c:v>2.4298944266592848E-2</c:v>
                </c:pt>
                <c:pt idx="765">
                  <c:v>2.5097905015514232E-2</c:v>
                </c:pt>
                <c:pt idx="766">
                  <c:v>1.6099178892817534E-2</c:v>
                </c:pt>
                <c:pt idx="767">
                  <c:v>4.8833974556323767E-3</c:v>
                </c:pt>
                <c:pt idx="768">
                  <c:v>1.3858602339460457E-3</c:v>
                </c:pt>
                <c:pt idx="769">
                  <c:v>2.3075908187066396E-2</c:v>
                </c:pt>
                <c:pt idx="770">
                  <c:v>2.2376834365911202E-2</c:v>
                </c:pt>
                <c:pt idx="771">
                  <c:v>3.6033236852117678E-2</c:v>
                </c:pt>
                <c:pt idx="772">
                  <c:v>3.6664381674183399E-2</c:v>
                </c:pt>
                <c:pt idx="773">
                  <c:v>4.4286170383089241E-2</c:v>
                </c:pt>
                <c:pt idx="774">
                  <c:v>4.0646071715414678E-2</c:v>
                </c:pt>
                <c:pt idx="775">
                  <c:v>2.5278499096606399E-2</c:v>
                </c:pt>
                <c:pt idx="776">
                  <c:v>2.0667676173786065E-2</c:v>
                </c:pt>
                <c:pt idx="777">
                  <c:v>6.9729269785028247E-3</c:v>
                </c:pt>
                <c:pt idx="778">
                  <c:v>-1.5259390649191351E-2</c:v>
                </c:pt>
                <c:pt idx="779">
                  <c:v>-1.1848176781019681E-2</c:v>
                </c:pt>
                <c:pt idx="780">
                  <c:v>-1.2986308499385757E-2</c:v>
                </c:pt>
                <c:pt idx="781">
                  <c:v>-8.2454856141083166E-3</c:v>
                </c:pt>
                <c:pt idx="782">
                  <c:v>2.5379385160981816E-3</c:v>
                </c:pt>
                <c:pt idx="783">
                  <c:v>-1.8101282678876007E-2</c:v>
                </c:pt>
                <c:pt idx="784">
                  <c:v>-1.3573763863259591E-2</c:v>
                </c:pt>
                <c:pt idx="785">
                  <c:v>-2.8724604620385952E-2</c:v>
                </c:pt>
                <c:pt idx="786">
                  <c:v>-2.3631047087094403E-2</c:v>
                </c:pt>
                <c:pt idx="787">
                  <c:v>-3.582879720650034E-2</c:v>
                </c:pt>
                <c:pt idx="788">
                  <c:v>-3.0487106729511382E-2</c:v>
                </c:pt>
                <c:pt idx="789">
                  <c:v>-2.4122914676388163E-2</c:v>
                </c:pt>
                <c:pt idx="790">
                  <c:v>-2.7366394681739736E-2</c:v>
                </c:pt>
                <c:pt idx="791">
                  <c:v>-1.740945639023872E-2</c:v>
                </c:pt>
                <c:pt idx="792">
                  <c:v>-1.6031571560165991E-2</c:v>
                </c:pt>
                <c:pt idx="793">
                  <c:v>-1.2765694695289209E-2</c:v>
                </c:pt>
                <c:pt idx="794">
                  <c:v>-1.7454044293188309E-2</c:v>
                </c:pt>
                <c:pt idx="795">
                  <c:v>1.8959403528051588E-4</c:v>
                </c:pt>
                <c:pt idx="796">
                  <c:v>-1.1828882618696301E-2</c:v>
                </c:pt>
                <c:pt idx="797">
                  <c:v>-6.954475231142343E-3</c:v>
                </c:pt>
                <c:pt idx="798">
                  <c:v>-9.9521400174564789E-3</c:v>
                </c:pt>
                <c:pt idx="799">
                  <c:v>-8.7536628566662333E-3</c:v>
                </c:pt>
                <c:pt idx="800">
                  <c:v>-1.1670710520703675E-2</c:v>
                </c:pt>
                <c:pt idx="801">
                  <c:v>6.0741056793094383E-3</c:v>
                </c:pt>
                <c:pt idx="802">
                  <c:v>-2.1030697316098745E-2</c:v>
                </c:pt>
                <c:pt idx="803">
                  <c:v>-1.933528578531396E-2</c:v>
                </c:pt>
                <c:pt idx="804">
                  <c:v>-4.5099289997609926E-3</c:v>
                </c:pt>
                <c:pt idx="805">
                  <c:v>-6.1495495250145638E-3</c:v>
                </c:pt>
                <c:pt idx="806">
                  <c:v>6.266968051137578E-3</c:v>
                </c:pt>
                <c:pt idx="807">
                  <c:v>3.7786179819163657E-3</c:v>
                </c:pt>
                <c:pt idx="808">
                  <c:v>4.5419758419122935E-3</c:v>
                </c:pt>
                <c:pt idx="809">
                  <c:v>1.3113573632018705E-2</c:v>
                </c:pt>
                <c:pt idx="810">
                  <c:v>-3.5692338894723896E-3</c:v>
                </c:pt>
                <c:pt idx="811">
                  <c:v>-5.1764086658687702E-3</c:v>
                </c:pt>
                <c:pt idx="812">
                  <c:v>5.2054635387712711E-3</c:v>
                </c:pt>
                <c:pt idx="813">
                  <c:v>7.7230696390113707E-3</c:v>
                </c:pt>
                <c:pt idx="814">
                  <c:v>1.7826950343383885E-2</c:v>
                </c:pt>
                <c:pt idx="815">
                  <c:v>1.4416577000041952E-2</c:v>
                </c:pt>
                <c:pt idx="816">
                  <c:v>1.9588021213194029E-2</c:v>
                </c:pt>
                <c:pt idx="817">
                  <c:v>1.5435876051046682E-2</c:v>
                </c:pt>
                <c:pt idx="818">
                  <c:v>5.6582546713470627E-3</c:v>
                </c:pt>
                <c:pt idx="819">
                  <c:v>5.4180177995855061E-5</c:v>
                </c:pt>
                <c:pt idx="820">
                  <c:v>-1.7526595918329946E-2</c:v>
                </c:pt>
                <c:pt idx="821">
                  <c:v>-2.5670342200268204E-2</c:v>
                </c:pt>
                <c:pt idx="822">
                  <c:v>-3.178148112957313E-2</c:v>
                </c:pt>
                <c:pt idx="823">
                  <c:v>-4.0874529642602742E-2</c:v>
                </c:pt>
                <c:pt idx="824">
                  <c:v>-5.0209698962348837E-2</c:v>
                </c:pt>
                <c:pt idx="825">
                  <c:v>-6.1155653559010537E-2</c:v>
                </c:pt>
                <c:pt idx="826">
                  <c:v>-6.0501173711033696E-2</c:v>
                </c:pt>
                <c:pt idx="827">
                  <c:v>-5.7390133491223461E-2</c:v>
                </c:pt>
                <c:pt idx="828">
                  <c:v>-5.2930048654053596E-2</c:v>
                </c:pt>
                <c:pt idx="829">
                  <c:v>-8.496542655138617E-2</c:v>
                </c:pt>
                <c:pt idx="830">
                  <c:v>-0.10123727559568296</c:v>
                </c:pt>
                <c:pt idx="831">
                  <c:v>-0.10702476382572557</c:v>
                </c:pt>
                <c:pt idx="832">
                  <c:v>-0.11142757984211793</c:v>
                </c:pt>
                <c:pt idx="833">
                  <c:v>-0.11631530267750811</c:v>
                </c:pt>
                <c:pt idx="834">
                  <c:v>-9.3087331368665094E-2</c:v>
                </c:pt>
                <c:pt idx="835">
                  <c:v>-8.2447204364517912E-2</c:v>
                </c:pt>
                <c:pt idx="836">
                  <c:v>-8.0597048506706459E-2</c:v>
                </c:pt>
                <c:pt idx="837">
                  <c:v>-7.7336566559503384E-2</c:v>
                </c:pt>
                <c:pt idx="838">
                  <c:v>-9.9038410302466184E-2</c:v>
                </c:pt>
                <c:pt idx="839">
                  <c:v>-9.2853177822572519E-2</c:v>
                </c:pt>
                <c:pt idx="840">
                  <c:v>-9.3956829844435763E-2</c:v>
                </c:pt>
                <c:pt idx="841">
                  <c:v>-0.1034450688054025</c:v>
                </c:pt>
                <c:pt idx="842">
                  <c:v>-9.639249409081696E-2</c:v>
                </c:pt>
                <c:pt idx="843">
                  <c:v>-0.10816157565884232</c:v>
                </c:pt>
                <c:pt idx="844">
                  <c:v>-7.4433116261136467E-2</c:v>
                </c:pt>
                <c:pt idx="845">
                  <c:v>-8.393496467772632E-2</c:v>
                </c:pt>
                <c:pt idx="846">
                  <c:v>-7.9230258008545995E-2</c:v>
                </c:pt>
                <c:pt idx="847">
                  <c:v>-8.1528782466678829E-2</c:v>
                </c:pt>
                <c:pt idx="848">
                  <c:v>-7.3989337821070977E-2</c:v>
                </c:pt>
                <c:pt idx="849">
                  <c:v>-8.1063210621449056E-2</c:v>
                </c:pt>
                <c:pt idx="850">
                  <c:v>-8.0058908998521083E-2</c:v>
                </c:pt>
                <c:pt idx="851">
                  <c:v>-7.8196052045000242E-2</c:v>
                </c:pt>
                <c:pt idx="852">
                  <c:v>-6.5871536664380059E-2</c:v>
                </c:pt>
                <c:pt idx="853">
                  <c:v>-6.2200771586267356E-2</c:v>
                </c:pt>
                <c:pt idx="854">
                  <c:v>-6.2938604698828726E-2</c:v>
                </c:pt>
                <c:pt idx="855">
                  <c:v>-6.0623175864422452E-2</c:v>
                </c:pt>
                <c:pt idx="856">
                  <c:v>-6.0863966528557523E-2</c:v>
                </c:pt>
                <c:pt idx="857">
                  <c:v>-5.6058316076835313E-2</c:v>
                </c:pt>
                <c:pt idx="858">
                  <c:v>-5.6803171935251973E-2</c:v>
                </c:pt>
                <c:pt idx="859">
                  <c:v>-5.8296383922880057E-2</c:v>
                </c:pt>
                <c:pt idx="860">
                  <c:v>-5.1462202739338103E-2</c:v>
                </c:pt>
                <c:pt idx="861">
                  <c:v>-5.6747688403449459E-2</c:v>
                </c:pt>
                <c:pt idx="862">
                  <c:v>-7.145921615993811E-2</c:v>
                </c:pt>
                <c:pt idx="863">
                  <c:v>-8.1276643201433574E-2</c:v>
                </c:pt>
                <c:pt idx="864">
                  <c:v>-8.0502641195093316E-2</c:v>
                </c:pt>
                <c:pt idx="865">
                  <c:v>-7.9248713623457423E-2</c:v>
                </c:pt>
                <c:pt idx="866">
                  <c:v>-7.8685768706026282E-2</c:v>
                </c:pt>
                <c:pt idx="867">
                  <c:v>-6.6183778577133312E-2</c:v>
                </c:pt>
                <c:pt idx="868">
                  <c:v>-5.9780764711533374E-2</c:v>
                </c:pt>
                <c:pt idx="869">
                  <c:v>-6.1080544886558341E-2</c:v>
                </c:pt>
                <c:pt idx="870">
                  <c:v>-5.9409639797274538E-2</c:v>
                </c:pt>
                <c:pt idx="871">
                  <c:v>-7.3555847969458021E-2</c:v>
                </c:pt>
                <c:pt idx="872">
                  <c:v>-8.7516246516359475E-2</c:v>
                </c:pt>
                <c:pt idx="873">
                  <c:v>-9.8318016592234381E-2</c:v>
                </c:pt>
                <c:pt idx="874">
                  <c:v>-8.7253159681901282E-2</c:v>
                </c:pt>
                <c:pt idx="875">
                  <c:v>-7.5987323949319174E-2</c:v>
                </c:pt>
                <c:pt idx="876">
                  <c:v>-7.867403029703901E-2</c:v>
                </c:pt>
                <c:pt idx="877">
                  <c:v>-7.4298845771169519E-2</c:v>
                </c:pt>
                <c:pt idx="878">
                  <c:v>-5.6719236210770463E-2</c:v>
                </c:pt>
                <c:pt idx="879">
                  <c:v>-5.2388136408822783E-2</c:v>
                </c:pt>
                <c:pt idx="880">
                  <c:v>-4.7981606475494321E-2</c:v>
                </c:pt>
                <c:pt idx="881">
                  <c:v>-4.4361191543178968E-2</c:v>
                </c:pt>
                <c:pt idx="882">
                  <c:v>-4.3848767704824709E-2</c:v>
                </c:pt>
                <c:pt idx="883">
                  <c:v>-3.2869988053506161E-2</c:v>
                </c:pt>
                <c:pt idx="884">
                  <c:v>-2.9705251551064737E-2</c:v>
                </c:pt>
                <c:pt idx="885">
                  <c:v>-2.3004548717106887E-2</c:v>
                </c:pt>
                <c:pt idx="886">
                  <c:v>-1.1380303993013152E-2</c:v>
                </c:pt>
                <c:pt idx="887">
                  <c:v>-7.7555502174246893E-3</c:v>
                </c:pt>
                <c:pt idx="888">
                  <c:v>-6.4923136145962346E-3</c:v>
                </c:pt>
                <c:pt idx="889">
                  <c:v>-1.0691586050402657E-2</c:v>
                </c:pt>
                <c:pt idx="890">
                  <c:v>1.3731291759053743E-3</c:v>
                </c:pt>
                <c:pt idx="891">
                  <c:v>-4.5301364165786229E-3</c:v>
                </c:pt>
                <c:pt idx="892">
                  <c:v>-3.7215721447372285E-3</c:v>
                </c:pt>
                <c:pt idx="893">
                  <c:v>-3.5142837718025177E-3</c:v>
                </c:pt>
                <c:pt idx="894">
                  <c:v>-1.0696666670170663E-2</c:v>
                </c:pt>
                <c:pt idx="895">
                  <c:v>2.0782257957037142E-3</c:v>
                </c:pt>
                <c:pt idx="896">
                  <c:v>4.996671430156141E-3</c:v>
                </c:pt>
                <c:pt idx="897">
                  <c:v>-5.592557538072418E-3</c:v>
                </c:pt>
                <c:pt idx="898">
                  <c:v>-4.0236121545220715E-3</c:v>
                </c:pt>
                <c:pt idx="899">
                  <c:v>-6.5929130354509535E-3</c:v>
                </c:pt>
                <c:pt idx="900">
                  <c:v>-9.5592860782007794E-3</c:v>
                </c:pt>
                <c:pt idx="901">
                  <c:v>-1.1427508953217647E-2</c:v>
                </c:pt>
                <c:pt idx="902">
                  <c:v>-5.6108320022056901E-3</c:v>
                </c:pt>
                <c:pt idx="903">
                  <c:v>-1.0513229770534371E-2</c:v>
                </c:pt>
                <c:pt idx="904">
                  <c:v>1.4702037237278365E-2</c:v>
                </c:pt>
                <c:pt idx="905">
                  <c:v>1.5892756334725533E-2</c:v>
                </c:pt>
                <c:pt idx="906">
                  <c:v>2.1338775832829837E-2</c:v>
                </c:pt>
                <c:pt idx="907">
                  <c:v>2.6829638099432396E-2</c:v>
                </c:pt>
                <c:pt idx="908">
                  <c:v>3.2438940653608972E-2</c:v>
                </c:pt>
                <c:pt idx="909">
                  <c:v>3.6651723221695853E-2</c:v>
                </c:pt>
                <c:pt idx="910">
                  <c:v>3.7345149173051428E-2</c:v>
                </c:pt>
                <c:pt idx="911">
                  <c:v>3.9248042403751793E-2</c:v>
                </c:pt>
                <c:pt idx="912">
                  <c:v>2.2132591873889051E-2</c:v>
                </c:pt>
                <c:pt idx="913">
                  <c:v>2.2839382452450874E-2</c:v>
                </c:pt>
                <c:pt idx="914">
                  <c:v>1.4033500503832119E-2</c:v>
                </c:pt>
                <c:pt idx="915">
                  <c:v>2.7114474856315463E-2</c:v>
                </c:pt>
                <c:pt idx="916">
                  <c:v>3.1340895493586984E-2</c:v>
                </c:pt>
                <c:pt idx="917">
                  <c:v>3.5021126755611531E-2</c:v>
                </c:pt>
                <c:pt idx="918">
                  <c:v>2.1330286654765995E-2</c:v>
                </c:pt>
                <c:pt idx="919">
                  <c:v>1.7822337472984895E-2</c:v>
                </c:pt>
                <c:pt idx="920">
                  <c:v>5.3539966091373792E-3</c:v>
                </c:pt>
                <c:pt idx="921">
                  <c:v>-1.6162854177024233E-3</c:v>
                </c:pt>
                <c:pt idx="922">
                  <c:v>4.5115158789621468E-4</c:v>
                </c:pt>
                <c:pt idx="923">
                  <c:v>-1.3600447185384112E-2</c:v>
                </c:pt>
                <c:pt idx="924">
                  <c:v>-1.6869959461385031E-2</c:v>
                </c:pt>
                <c:pt idx="925">
                  <c:v>-1.6202952796371628E-2</c:v>
                </c:pt>
                <c:pt idx="926">
                  <c:v>-1.1560112308745873E-2</c:v>
                </c:pt>
                <c:pt idx="927">
                  <c:v>-3.3172700626941332E-2</c:v>
                </c:pt>
                <c:pt idx="928">
                  <c:v>-2.4490056921271153E-2</c:v>
                </c:pt>
                <c:pt idx="929">
                  <c:v>-5.8653472608987123E-3</c:v>
                </c:pt>
                <c:pt idx="930">
                  <c:v>-4.3647541301976567E-3</c:v>
                </c:pt>
                <c:pt idx="931">
                  <c:v>1.2203440239248131E-2</c:v>
                </c:pt>
                <c:pt idx="932">
                  <c:v>2.774400881714767E-3</c:v>
                </c:pt>
                <c:pt idx="933">
                  <c:v>-2.0615540888828443E-2</c:v>
                </c:pt>
                <c:pt idx="934">
                  <c:v>-1.0564472661128699E-2</c:v>
                </c:pt>
                <c:pt idx="935">
                  <c:v>3.3059662526100375E-3</c:v>
                </c:pt>
                <c:pt idx="936">
                  <c:v>4.5643752926500802E-3</c:v>
                </c:pt>
                <c:pt idx="937">
                  <c:v>8.1251025170128166E-3</c:v>
                </c:pt>
                <c:pt idx="938">
                  <c:v>1.9198312412551877E-2</c:v>
                </c:pt>
                <c:pt idx="939">
                  <c:v>1.8291282621015315E-2</c:v>
                </c:pt>
                <c:pt idx="940">
                  <c:v>1.0088743662509225E-2</c:v>
                </c:pt>
                <c:pt idx="941">
                  <c:v>-6.5168700784858924E-3</c:v>
                </c:pt>
                <c:pt idx="942">
                  <c:v>-2.0044577187180002E-2</c:v>
                </c:pt>
                <c:pt idx="943">
                  <c:v>-2.5915583062339875E-2</c:v>
                </c:pt>
                <c:pt idx="944">
                  <c:v>-2.3084659270889984E-2</c:v>
                </c:pt>
                <c:pt idx="945">
                  <c:v>-1.3609732586346901E-2</c:v>
                </c:pt>
                <c:pt idx="946">
                  <c:v>-1.7789811294440128E-2</c:v>
                </c:pt>
                <c:pt idx="947">
                  <c:v>-3.299907455574691E-2</c:v>
                </c:pt>
                <c:pt idx="948">
                  <c:v>-3.4192438584608853E-2</c:v>
                </c:pt>
                <c:pt idx="949">
                  <c:v>-4.1523979124497234E-2</c:v>
                </c:pt>
                <c:pt idx="950">
                  <c:v>-3.9714422317725262E-2</c:v>
                </c:pt>
                <c:pt idx="951">
                  <c:v>-3.2717862541983278E-2</c:v>
                </c:pt>
                <c:pt idx="952">
                  <c:v>-2.4588190882464334E-2</c:v>
                </c:pt>
                <c:pt idx="953">
                  <c:v>-2.9577598633191871E-2</c:v>
                </c:pt>
                <c:pt idx="954">
                  <c:v>-2.7083679751875867E-2</c:v>
                </c:pt>
                <c:pt idx="955">
                  <c:v>-1.6162051331585214E-2</c:v>
                </c:pt>
                <c:pt idx="956">
                  <c:v>-9.6555496003025709E-3</c:v>
                </c:pt>
                <c:pt idx="957">
                  <c:v>-1.3843926821410335E-2</c:v>
                </c:pt>
                <c:pt idx="958">
                  <c:v>6.8986673708597568E-3</c:v>
                </c:pt>
                <c:pt idx="959">
                  <c:v>9.8981750996485207E-3</c:v>
                </c:pt>
                <c:pt idx="960">
                  <c:v>-2.5682327561774354E-2</c:v>
                </c:pt>
                <c:pt idx="961">
                  <c:v>-3.7486640420968609E-2</c:v>
                </c:pt>
                <c:pt idx="962">
                  <c:v>-3.5663713278181852E-2</c:v>
                </c:pt>
                <c:pt idx="963">
                  <c:v>-3.156570650200119E-2</c:v>
                </c:pt>
                <c:pt idx="964">
                  <c:v>-3.0914972854493517E-2</c:v>
                </c:pt>
                <c:pt idx="965">
                  <c:v>-3.3030120822681752E-2</c:v>
                </c:pt>
                <c:pt idx="966">
                  <c:v>-4.6849452967709704E-2</c:v>
                </c:pt>
                <c:pt idx="967">
                  <c:v>-3.9425143687467301E-2</c:v>
                </c:pt>
                <c:pt idx="968">
                  <c:v>-4.2744623444037178E-2</c:v>
                </c:pt>
                <c:pt idx="969">
                  <c:v>-3.909009748130976E-2</c:v>
                </c:pt>
                <c:pt idx="970">
                  <c:v>-3.2881954441363881E-2</c:v>
                </c:pt>
                <c:pt idx="971">
                  <c:v>-4.3800568526552786E-2</c:v>
                </c:pt>
                <c:pt idx="972">
                  <c:v>-3.6641724086982519E-2</c:v>
                </c:pt>
                <c:pt idx="973">
                  <c:v>-2.6454111651180501E-2</c:v>
                </c:pt>
                <c:pt idx="974">
                  <c:v>-3.1695242883516217E-2</c:v>
                </c:pt>
                <c:pt idx="975">
                  <c:v>-4.1596540100199864E-2</c:v>
                </c:pt>
                <c:pt idx="976">
                  <c:v>-4.8911007916685234E-2</c:v>
                </c:pt>
                <c:pt idx="977">
                  <c:v>-5.7267324198764236E-2</c:v>
                </c:pt>
                <c:pt idx="978">
                  <c:v>-5.5680348976976379E-2</c:v>
                </c:pt>
                <c:pt idx="979">
                  <c:v>-4.6349678146972551E-2</c:v>
                </c:pt>
                <c:pt idx="980">
                  <c:v>-6.3190887594807732E-2</c:v>
                </c:pt>
                <c:pt idx="981">
                  <c:v>-8.1862389580895423E-2</c:v>
                </c:pt>
                <c:pt idx="982">
                  <c:v>-7.6240973797862432E-2</c:v>
                </c:pt>
                <c:pt idx="983">
                  <c:v>-7.1639656751631753E-2</c:v>
                </c:pt>
                <c:pt idx="984">
                  <c:v>-6.4735441029474039E-2</c:v>
                </c:pt>
                <c:pt idx="985">
                  <c:v>-6.3577427481538606E-2</c:v>
                </c:pt>
                <c:pt idx="986">
                  <c:v>-5.9127567893779043E-2</c:v>
                </c:pt>
                <c:pt idx="987">
                  <c:v>-5.4971823096523709E-2</c:v>
                </c:pt>
                <c:pt idx="988">
                  <c:v>-6.6468338451404207E-2</c:v>
                </c:pt>
                <c:pt idx="989">
                  <c:v>-4.8391826224889467E-2</c:v>
                </c:pt>
                <c:pt idx="990">
                  <c:v>-4.9360460462553046E-2</c:v>
                </c:pt>
                <c:pt idx="991">
                  <c:v>-4.932745710422437E-2</c:v>
                </c:pt>
                <c:pt idx="992">
                  <c:v>-5.83290230525495E-2</c:v>
                </c:pt>
                <c:pt idx="993">
                  <c:v>-6.132678019479787E-2</c:v>
                </c:pt>
                <c:pt idx="994">
                  <c:v>-4.6258482152890634E-2</c:v>
                </c:pt>
                <c:pt idx="995">
                  <c:v>-4.9602026177319791E-2</c:v>
                </c:pt>
                <c:pt idx="996">
                  <c:v>-4.0844648894661439E-2</c:v>
                </c:pt>
                <c:pt idx="997">
                  <c:v>-3.8080164062026078E-2</c:v>
                </c:pt>
                <c:pt idx="998">
                  <c:v>-3.8886034842344985E-2</c:v>
                </c:pt>
                <c:pt idx="999">
                  <c:v>-3.8125120298051707E-2</c:v>
                </c:pt>
                <c:pt idx="1000">
                  <c:v>-4.542985710558689E-2</c:v>
                </c:pt>
                <c:pt idx="1001">
                  <c:v>-4.5123331781684817E-2</c:v>
                </c:pt>
                <c:pt idx="1002">
                  <c:v>-3.4167570334234787E-2</c:v>
                </c:pt>
                <c:pt idx="1003">
                  <c:v>-3.4953411000074874E-2</c:v>
                </c:pt>
                <c:pt idx="1004">
                  <c:v>-3.7960727210632816E-2</c:v>
                </c:pt>
                <c:pt idx="1005">
                  <c:v>-5.2902564178141986E-2</c:v>
                </c:pt>
                <c:pt idx="1006">
                  <c:v>-5.0950691870018883E-2</c:v>
                </c:pt>
                <c:pt idx="1007">
                  <c:v>-6.4167771605992963E-2</c:v>
                </c:pt>
                <c:pt idx="1008">
                  <c:v>-5.964036562674635E-2</c:v>
                </c:pt>
                <c:pt idx="1009">
                  <c:v>-7.2582060594105435E-2</c:v>
                </c:pt>
                <c:pt idx="1010">
                  <c:v>-6.9919655570801043E-2</c:v>
                </c:pt>
                <c:pt idx="1011">
                  <c:v>-6.4344096202366696E-2</c:v>
                </c:pt>
                <c:pt idx="1012">
                  <c:v>-6.0634175988526939E-2</c:v>
                </c:pt>
                <c:pt idx="1013">
                  <c:v>-7.5438679636894435E-2</c:v>
                </c:pt>
                <c:pt idx="1014">
                  <c:v>-6.8890648770838281E-2</c:v>
                </c:pt>
                <c:pt idx="1015">
                  <c:v>-6.3555965084887145E-2</c:v>
                </c:pt>
                <c:pt idx="1016">
                  <c:v>-6.3737929074028754E-2</c:v>
                </c:pt>
                <c:pt idx="1017">
                  <c:v>-4.9848946912086411E-2</c:v>
                </c:pt>
                <c:pt idx="1018">
                  <c:v>-4.7067925709893155E-2</c:v>
                </c:pt>
                <c:pt idx="1019">
                  <c:v>-4.7293786994906828E-2</c:v>
                </c:pt>
                <c:pt idx="1020">
                  <c:v>-4.6413064394508874E-2</c:v>
                </c:pt>
                <c:pt idx="1021">
                  <c:v>-4.0910603646696853E-2</c:v>
                </c:pt>
                <c:pt idx="1022">
                  <c:v>-3.7748750135391695E-2</c:v>
                </c:pt>
                <c:pt idx="1023">
                  <c:v>-3.6439066426469546E-2</c:v>
                </c:pt>
                <c:pt idx="1024">
                  <c:v>-2.7112688139933505E-2</c:v>
                </c:pt>
                <c:pt idx="1025">
                  <c:v>-3.6064748625018517E-2</c:v>
                </c:pt>
                <c:pt idx="1026">
                  <c:v>-2.3745524512628569E-2</c:v>
                </c:pt>
                <c:pt idx="1027">
                  <c:v>-2.389173279621426E-2</c:v>
                </c:pt>
                <c:pt idx="1028">
                  <c:v>-2.5840225292832919E-2</c:v>
                </c:pt>
                <c:pt idx="1029">
                  <c:v>-3.5155963544602153E-2</c:v>
                </c:pt>
                <c:pt idx="1030">
                  <c:v>-2.9979710712447538E-2</c:v>
                </c:pt>
                <c:pt idx="1031">
                  <c:v>-3.8415600816859907E-2</c:v>
                </c:pt>
                <c:pt idx="1032">
                  <c:v>-2.7907626926552354E-2</c:v>
                </c:pt>
                <c:pt idx="1033">
                  <c:v>-3.1255305884812179E-2</c:v>
                </c:pt>
                <c:pt idx="1034">
                  <c:v>-2.2993366282273442E-2</c:v>
                </c:pt>
                <c:pt idx="1035">
                  <c:v>-2.3979259375461304E-2</c:v>
                </c:pt>
                <c:pt idx="1036">
                  <c:v>-2.6393934558130105E-2</c:v>
                </c:pt>
                <c:pt idx="1037">
                  <c:v>-2.8995128725421315E-2</c:v>
                </c:pt>
                <c:pt idx="1038">
                  <c:v>-2.8821462554378119E-2</c:v>
                </c:pt>
                <c:pt idx="1039">
                  <c:v>-4.607919925786641E-2</c:v>
                </c:pt>
                <c:pt idx="1040">
                  <c:v>-4.4075642774521917E-2</c:v>
                </c:pt>
                <c:pt idx="1041">
                  <c:v>-5.1855831787327222E-2</c:v>
                </c:pt>
                <c:pt idx="1042">
                  <c:v>-5.6421272469552308E-2</c:v>
                </c:pt>
                <c:pt idx="1043">
                  <c:v>-5.8414837113576645E-2</c:v>
                </c:pt>
                <c:pt idx="1044">
                  <c:v>-6.8276022982238116E-2</c:v>
                </c:pt>
                <c:pt idx="1045">
                  <c:v>-6.4671856878087741E-2</c:v>
                </c:pt>
                <c:pt idx="1046">
                  <c:v>-6.5094367560883715E-2</c:v>
                </c:pt>
                <c:pt idx="1047">
                  <c:v>-5.9400922296590553E-2</c:v>
                </c:pt>
                <c:pt idx="1048">
                  <c:v>-3.9861006673650889E-2</c:v>
                </c:pt>
                <c:pt idx="1049">
                  <c:v>-2.9641428412754411E-2</c:v>
                </c:pt>
                <c:pt idx="1050">
                  <c:v>-2.8159662152525744E-2</c:v>
                </c:pt>
                <c:pt idx="1051">
                  <c:v>-2.9341975209460358E-2</c:v>
                </c:pt>
                <c:pt idx="1052">
                  <c:v>-2.9792492612011445E-2</c:v>
                </c:pt>
                <c:pt idx="1053">
                  <c:v>-3.0833978790036243E-2</c:v>
                </c:pt>
                <c:pt idx="1054">
                  <c:v>-2.6837420828744074E-2</c:v>
                </c:pt>
                <c:pt idx="1055">
                  <c:v>-1.8678832128340206E-2</c:v>
                </c:pt>
                <c:pt idx="1056">
                  <c:v>-2.0667763296920105E-2</c:v>
                </c:pt>
                <c:pt idx="1057">
                  <c:v>-2.1916954890142337E-2</c:v>
                </c:pt>
                <c:pt idx="1058">
                  <c:v>-3.7073314973662175E-2</c:v>
                </c:pt>
                <c:pt idx="1059">
                  <c:v>-2.3779791793121952E-2</c:v>
                </c:pt>
                <c:pt idx="1060">
                  <c:v>-2.4302967322231472E-2</c:v>
                </c:pt>
                <c:pt idx="1061">
                  <c:v>-3.0888838125961993E-2</c:v>
                </c:pt>
                <c:pt idx="1062">
                  <c:v>-3.5371748950487447E-2</c:v>
                </c:pt>
                <c:pt idx="1063">
                  <c:v>-3.762079692081044E-2</c:v>
                </c:pt>
                <c:pt idx="1064">
                  <c:v>-4.1549129605633617E-2</c:v>
                </c:pt>
                <c:pt idx="1065">
                  <c:v>-3.7519026275698586E-2</c:v>
                </c:pt>
                <c:pt idx="1066">
                  <c:v>-2.9227194447426941E-2</c:v>
                </c:pt>
                <c:pt idx="1067">
                  <c:v>-2.9584412656788794E-2</c:v>
                </c:pt>
                <c:pt idx="1068">
                  <c:v>-3.4516325069277265E-2</c:v>
                </c:pt>
                <c:pt idx="1069">
                  <c:v>-4.9269380082433978E-2</c:v>
                </c:pt>
                <c:pt idx="1070">
                  <c:v>-4.2423890847490986E-2</c:v>
                </c:pt>
                <c:pt idx="1071">
                  <c:v>-4.4386809992464027E-2</c:v>
                </c:pt>
                <c:pt idx="1072">
                  <c:v>-4.8010639597524163E-2</c:v>
                </c:pt>
                <c:pt idx="1073">
                  <c:v>-4.2450503701477293E-2</c:v>
                </c:pt>
                <c:pt idx="1074">
                  <c:v>-5.7116032623617086E-2</c:v>
                </c:pt>
                <c:pt idx="1075">
                  <c:v>-5.4216183637019633E-2</c:v>
                </c:pt>
                <c:pt idx="1076">
                  <c:v>-4.4550512399996967E-2</c:v>
                </c:pt>
                <c:pt idx="1077">
                  <c:v>-5.1230881178268683E-2</c:v>
                </c:pt>
                <c:pt idx="1078">
                  <c:v>-4.4152470257607712E-2</c:v>
                </c:pt>
                <c:pt idx="1079">
                  <c:v>-4.3901425424081042E-2</c:v>
                </c:pt>
                <c:pt idx="1080">
                  <c:v>-4.6228525223536598E-2</c:v>
                </c:pt>
                <c:pt idx="1081">
                  <c:v>-4.588957850426878E-2</c:v>
                </c:pt>
                <c:pt idx="1082">
                  <c:v>-3.7754174211521052E-2</c:v>
                </c:pt>
                <c:pt idx="1083">
                  <c:v>-3.6789491859961165E-2</c:v>
                </c:pt>
                <c:pt idx="1084">
                  <c:v>-3.6877727372502056E-2</c:v>
                </c:pt>
                <c:pt idx="1085">
                  <c:v>-4.4751452523519086E-2</c:v>
                </c:pt>
                <c:pt idx="1086">
                  <c:v>-4.8381907350727227E-2</c:v>
                </c:pt>
                <c:pt idx="1087">
                  <c:v>-5.441717283647951E-2</c:v>
                </c:pt>
                <c:pt idx="1088">
                  <c:v>-5.0816169684689827E-2</c:v>
                </c:pt>
                <c:pt idx="1089">
                  <c:v>-5.8124415761183545E-2</c:v>
                </c:pt>
                <c:pt idx="1090">
                  <c:v>-5.2564621121156785E-2</c:v>
                </c:pt>
                <c:pt idx="1091">
                  <c:v>-4.4910918478024087E-2</c:v>
                </c:pt>
                <c:pt idx="1092">
                  <c:v>-4.3964934466051986E-2</c:v>
                </c:pt>
                <c:pt idx="1093">
                  <c:v>-4.1289148781372464E-2</c:v>
                </c:pt>
                <c:pt idx="1094">
                  <c:v>-4.5396258304907677E-2</c:v>
                </c:pt>
                <c:pt idx="1095">
                  <c:v>-4.1199958901364298E-2</c:v>
                </c:pt>
                <c:pt idx="1096">
                  <c:v>-3.2893832333409811E-2</c:v>
                </c:pt>
                <c:pt idx="1097">
                  <c:v>-3.3975836752643707E-2</c:v>
                </c:pt>
                <c:pt idx="1098">
                  <c:v>-3.3916514112794616E-2</c:v>
                </c:pt>
                <c:pt idx="1099">
                  <c:v>-3.0664898215918557E-2</c:v>
                </c:pt>
                <c:pt idx="1100">
                  <c:v>-2.0275475027070611E-2</c:v>
                </c:pt>
                <c:pt idx="1101">
                  <c:v>-9.2508874564689592E-3</c:v>
                </c:pt>
                <c:pt idx="1102">
                  <c:v>6.2129779564152887E-3</c:v>
                </c:pt>
                <c:pt idx="1103">
                  <c:v>2.7758304893621411E-3</c:v>
                </c:pt>
                <c:pt idx="1104">
                  <c:v>-2.1298464182057941E-3</c:v>
                </c:pt>
                <c:pt idx="1105">
                  <c:v>-7.7045600003031733E-3</c:v>
                </c:pt>
                <c:pt idx="1106">
                  <c:v>-1.5135336201530292E-2</c:v>
                </c:pt>
                <c:pt idx="1107">
                  <c:v>-1.7554150791392331E-2</c:v>
                </c:pt>
                <c:pt idx="1108">
                  <c:v>-2.3358641863202134E-2</c:v>
                </c:pt>
                <c:pt idx="1109">
                  <c:v>-3.8625028214697377E-2</c:v>
                </c:pt>
                <c:pt idx="1110">
                  <c:v>-2.9864798060005748E-2</c:v>
                </c:pt>
                <c:pt idx="1111">
                  <c:v>-2.8704503346085986E-2</c:v>
                </c:pt>
                <c:pt idx="1112">
                  <c:v>-3.0551888825531615E-2</c:v>
                </c:pt>
                <c:pt idx="1113">
                  <c:v>-2.3745294395600913E-2</c:v>
                </c:pt>
                <c:pt idx="1114">
                  <c:v>-2.775151278523591E-2</c:v>
                </c:pt>
                <c:pt idx="1115">
                  <c:v>-1.9088549637049201E-2</c:v>
                </c:pt>
                <c:pt idx="1116">
                  <c:v>-2.3116937800068404E-2</c:v>
                </c:pt>
                <c:pt idx="1117">
                  <c:v>-4.2001466083561256E-2</c:v>
                </c:pt>
                <c:pt idx="1118">
                  <c:v>-3.4322304207691667E-2</c:v>
                </c:pt>
                <c:pt idx="1119">
                  <c:v>-3.0098059179772818E-2</c:v>
                </c:pt>
                <c:pt idx="1120">
                  <c:v>-2.3609986893254664E-2</c:v>
                </c:pt>
                <c:pt idx="1121">
                  <c:v>-2.4041565351174965E-2</c:v>
                </c:pt>
                <c:pt idx="1122">
                  <c:v>-2.6920069891808618E-2</c:v>
                </c:pt>
                <c:pt idx="1123">
                  <c:v>-3.0461027828693199E-2</c:v>
                </c:pt>
                <c:pt idx="1124">
                  <c:v>-3.2911701423685491E-2</c:v>
                </c:pt>
                <c:pt idx="1125">
                  <c:v>-4.2098635029645504E-2</c:v>
                </c:pt>
                <c:pt idx="1126">
                  <c:v>-4.5964487401829457E-2</c:v>
                </c:pt>
                <c:pt idx="1127">
                  <c:v>-4.2656433394871129E-2</c:v>
                </c:pt>
                <c:pt idx="1128">
                  <c:v>-4.4857671711442837E-2</c:v>
                </c:pt>
                <c:pt idx="1129">
                  <c:v>-4.8922692769033604E-2</c:v>
                </c:pt>
                <c:pt idx="1130">
                  <c:v>-4.7819434027384977E-2</c:v>
                </c:pt>
                <c:pt idx="1131">
                  <c:v>-5.296110990298275E-2</c:v>
                </c:pt>
                <c:pt idx="1132">
                  <c:v>-5.0572590219618352E-2</c:v>
                </c:pt>
                <c:pt idx="1133">
                  <c:v>-4.0892859146703486E-2</c:v>
                </c:pt>
                <c:pt idx="1134">
                  <c:v>-4.1493698698075399E-2</c:v>
                </c:pt>
                <c:pt idx="1135">
                  <c:v>-3.8667615267591771E-2</c:v>
                </c:pt>
                <c:pt idx="1136">
                  <c:v>-5.3305442259533375E-2</c:v>
                </c:pt>
                <c:pt idx="1137">
                  <c:v>-5.4440374546818715E-2</c:v>
                </c:pt>
                <c:pt idx="1138">
                  <c:v>-5.8839253276599557E-2</c:v>
                </c:pt>
                <c:pt idx="1139">
                  <c:v>-5.8398965940763325E-2</c:v>
                </c:pt>
                <c:pt idx="1140">
                  <c:v>-6.5130015292887311E-2</c:v>
                </c:pt>
                <c:pt idx="1141">
                  <c:v>-6.7398609657556063E-2</c:v>
                </c:pt>
                <c:pt idx="1142">
                  <c:v>-7.0815499649394154E-2</c:v>
                </c:pt>
                <c:pt idx="1143">
                  <c:v>-8.3119326887210354E-2</c:v>
                </c:pt>
                <c:pt idx="1144">
                  <c:v>-9.6087110434810441E-2</c:v>
                </c:pt>
                <c:pt idx="1145">
                  <c:v>-9.7686198445677164E-2</c:v>
                </c:pt>
                <c:pt idx="1146">
                  <c:v>-9.9940043010028345E-2</c:v>
                </c:pt>
                <c:pt idx="1147">
                  <c:v>-9.8418114578772142E-2</c:v>
                </c:pt>
                <c:pt idx="1148">
                  <c:v>-0.1146092381522934</c:v>
                </c:pt>
                <c:pt idx="1149">
                  <c:v>-0.11791634642513382</c:v>
                </c:pt>
                <c:pt idx="1150">
                  <c:v>-0.11867333265403945</c:v>
                </c:pt>
                <c:pt idx="1151">
                  <c:v>-0.12114800089563871</c:v>
                </c:pt>
                <c:pt idx="1152">
                  <c:v>-0.12490352387289239</c:v>
                </c:pt>
                <c:pt idx="1153">
                  <c:v>-0.13245672681204379</c:v>
                </c:pt>
                <c:pt idx="1154">
                  <c:v>-0.12759393492689752</c:v>
                </c:pt>
                <c:pt idx="1155">
                  <c:v>-0.13181028474648515</c:v>
                </c:pt>
                <c:pt idx="1156">
                  <c:v>-0.12905036676259884</c:v>
                </c:pt>
                <c:pt idx="1157">
                  <c:v>-0.1223746154422003</c:v>
                </c:pt>
                <c:pt idx="1158">
                  <c:v>-0.12824732019622975</c:v>
                </c:pt>
                <c:pt idx="1159">
                  <c:v>-0.12330902269546318</c:v>
                </c:pt>
                <c:pt idx="1160">
                  <c:v>-0.12243565517115429</c:v>
                </c:pt>
                <c:pt idx="1161">
                  <c:v>-0.10894480890231639</c:v>
                </c:pt>
                <c:pt idx="1162">
                  <c:v>-0.11216347654256187</c:v>
                </c:pt>
                <c:pt idx="1163">
                  <c:v>-0.10734527124747029</c:v>
                </c:pt>
                <c:pt idx="1164">
                  <c:v>-0.10915146785270702</c:v>
                </c:pt>
                <c:pt idx="1165">
                  <c:v>-0.11459524177643376</c:v>
                </c:pt>
                <c:pt idx="1166">
                  <c:v>-0.11637721595412165</c:v>
                </c:pt>
                <c:pt idx="1167">
                  <c:v>-0.11324450951871157</c:v>
                </c:pt>
                <c:pt idx="1168">
                  <c:v>-0.11020152057838062</c:v>
                </c:pt>
                <c:pt idx="1169">
                  <c:v>-0.10577357511539875</c:v>
                </c:pt>
                <c:pt idx="1170">
                  <c:v>-0.10593818058985693</c:v>
                </c:pt>
                <c:pt idx="1171">
                  <c:v>-0.10197361374898484</c:v>
                </c:pt>
                <c:pt idx="1172">
                  <c:v>-0.1013612393185328</c:v>
                </c:pt>
                <c:pt idx="1173">
                  <c:v>-0.11145825891160133</c:v>
                </c:pt>
                <c:pt idx="1174">
                  <c:v>-0.10682040455204933</c:v>
                </c:pt>
                <c:pt idx="1175">
                  <c:v>-0.10181587722307306</c:v>
                </c:pt>
                <c:pt idx="1176">
                  <c:v>-0.10439943429558918</c:v>
                </c:pt>
                <c:pt idx="1177">
                  <c:v>-0.10439481776380699</c:v>
                </c:pt>
                <c:pt idx="1178">
                  <c:v>-0.10263309449567681</c:v>
                </c:pt>
                <c:pt idx="1179">
                  <c:v>-9.5275154899462589E-2</c:v>
                </c:pt>
                <c:pt idx="1180">
                  <c:v>-9.3081196251509901E-2</c:v>
                </c:pt>
                <c:pt idx="1181">
                  <c:v>-9.8286745617112592E-2</c:v>
                </c:pt>
                <c:pt idx="1182">
                  <c:v>-9.0178939581004425E-2</c:v>
                </c:pt>
                <c:pt idx="1183">
                  <c:v>-9.3903866751894549E-2</c:v>
                </c:pt>
                <c:pt idx="1184">
                  <c:v>-0.10395791282556832</c:v>
                </c:pt>
                <c:pt idx="1185">
                  <c:v>-0.10553251216170434</c:v>
                </c:pt>
                <c:pt idx="1186">
                  <c:v>-9.9777929829392598E-2</c:v>
                </c:pt>
                <c:pt idx="1187">
                  <c:v>-8.8580142676579765E-2</c:v>
                </c:pt>
                <c:pt idx="1188">
                  <c:v>-8.9046001841974087E-2</c:v>
                </c:pt>
                <c:pt idx="1189">
                  <c:v>-9.0805491348113998E-2</c:v>
                </c:pt>
                <c:pt idx="1190">
                  <c:v>-9.387986929065173E-2</c:v>
                </c:pt>
                <c:pt idx="1191">
                  <c:v>-0.10552137266363992</c:v>
                </c:pt>
                <c:pt idx="1192">
                  <c:v>-0.11566418128449074</c:v>
                </c:pt>
                <c:pt idx="1193">
                  <c:v>-0.11895396005316572</c:v>
                </c:pt>
                <c:pt idx="1194">
                  <c:v>-0.1185600846789574</c:v>
                </c:pt>
                <c:pt idx="1195">
                  <c:v>-0.12322508635719509</c:v>
                </c:pt>
                <c:pt idx="1196">
                  <c:v>-0.12480882727063025</c:v>
                </c:pt>
                <c:pt idx="1197">
                  <c:v>-0.12882397607296392</c:v>
                </c:pt>
                <c:pt idx="1198">
                  <c:v>-0.11953143687807</c:v>
                </c:pt>
                <c:pt idx="1199">
                  <c:v>-0.11140805549986377</c:v>
                </c:pt>
                <c:pt idx="1200">
                  <c:v>-0.11013081078608633</c:v>
                </c:pt>
                <c:pt idx="1201">
                  <c:v>-0.10755410959239997</c:v>
                </c:pt>
                <c:pt idx="1202">
                  <c:v>-0.10850070330307648</c:v>
                </c:pt>
                <c:pt idx="1203">
                  <c:v>-9.5821554493367156E-2</c:v>
                </c:pt>
                <c:pt idx="1204">
                  <c:v>-0.10803065869576511</c:v>
                </c:pt>
                <c:pt idx="1205">
                  <c:v>-0.10593960479320863</c:v>
                </c:pt>
                <c:pt idx="1206">
                  <c:v>-0.10570653766266358</c:v>
                </c:pt>
                <c:pt idx="1207">
                  <c:v>-0.12477445228605022</c:v>
                </c:pt>
                <c:pt idx="1208">
                  <c:v>-0.12405411233425734</c:v>
                </c:pt>
                <c:pt idx="1209">
                  <c:v>-0.1152893617206987</c:v>
                </c:pt>
                <c:pt idx="1210">
                  <c:v>-0.10179636459874386</c:v>
                </c:pt>
                <c:pt idx="1211">
                  <c:v>-0.10442039671684644</c:v>
                </c:pt>
                <c:pt idx="1212">
                  <c:v>-9.9160228424582497E-2</c:v>
                </c:pt>
                <c:pt idx="1213">
                  <c:v>-0.10469969989978467</c:v>
                </c:pt>
                <c:pt idx="1214">
                  <c:v>-9.9053993560310527E-2</c:v>
                </c:pt>
                <c:pt idx="1215">
                  <c:v>-0.11046271377022832</c:v>
                </c:pt>
                <c:pt idx="1216">
                  <c:v>-0.105011283238722</c:v>
                </c:pt>
                <c:pt idx="1217">
                  <c:v>-9.7972024620770926E-2</c:v>
                </c:pt>
                <c:pt idx="1218">
                  <c:v>-9.9535590438059707E-2</c:v>
                </c:pt>
                <c:pt idx="1219">
                  <c:v>-9.3345127523756233E-2</c:v>
                </c:pt>
                <c:pt idx="1220">
                  <c:v>-9.1002886845252151E-2</c:v>
                </c:pt>
                <c:pt idx="1221">
                  <c:v>-8.902867058729802E-2</c:v>
                </c:pt>
                <c:pt idx="1222">
                  <c:v>-8.2830214990813555E-2</c:v>
                </c:pt>
                <c:pt idx="1223">
                  <c:v>-8.2720376761759695E-2</c:v>
                </c:pt>
                <c:pt idx="1224">
                  <c:v>-8.390719356813281E-2</c:v>
                </c:pt>
                <c:pt idx="1225">
                  <c:v>-8.2733967571819722E-2</c:v>
                </c:pt>
                <c:pt idx="1226">
                  <c:v>-8.8810844435402325E-2</c:v>
                </c:pt>
                <c:pt idx="1227">
                  <c:v>-8.9996686534470349E-2</c:v>
                </c:pt>
                <c:pt idx="1228">
                  <c:v>-8.0729414717966907E-2</c:v>
                </c:pt>
                <c:pt idx="1229">
                  <c:v>-9.2771926760909951E-2</c:v>
                </c:pt>
                <c:pt idx="1230">
                  <c:v>-9.190570614534499E-2</c:v>
                </c:pt>
                <c:pt idx="1231">
                  <c:v>-9.0567020676484589E-2</c:v>
                </c:pt>
                <c:pt idx="1232">
                  <c:v>-9.2823315104666682E-2</c:v>
                </c:pt>
                <c:pt idx="1233">
                  <c:v>-9.3315225975511229E-2</c:v>
                </c:pt>
                <c:pt idx="1234">
                  <c:v>-0.10050961985370455</c:v>
                </c:pt>
                <c:pt idx="1235">
                  <c:v>-9.3466444688834915E-2</c:v>
                </c:pt>
                <c:pt idx="1236">
                  <c:v>-8.9502406784137456E-2</c:v>
                </c:pt>
                <c:pt idx="1237">
                  <c:v>-8.7682169958916312E-2</c:v>
                </c:pt>
                <c:pt idx="1238">
                  <c:v>-8.4612377510982606E-2</c:v>
                </c:pt>
                <c:pt idx="1239">
                  <c:v>-8.401009223742717E-2</c:v>
                </c:pt>
                <c:pt idx="1240">
                  <c:v>-8.3261475196533263E-2</c:v>
                </c:pt>
                <c:pt idx="1241">
                  <c:v>-8.3950789670294457E-2</c:v>
                </c:pt>
                <c:pt idx="1242">
                  <c:v>-8.5041588131302026E-2</c:v>
                </c:pt>
                <c:pt idx="1243">
                  <c:v>-8.2138889676498295E-2</c:v>
                </c:pt>
                <c:pt idx="1244">
                  <c:v>-7.7736443536278843E-2</c:v>
                </c:pt>
                <c:pt idx="1245">
                  <c:v>-7.801633589460466E-2</c:v>
                </c:pt>
                <c:pt idx="1246">
                  <c:v>-7.5297737605607873E-2</c:v>
                </c:pt>
                <c:pt idx="1247">
                  <c:v>-7.267247924993181E-2</c:v>
                </c:pt>
                <c:pt idx="1248">
                  <c:v>-8.0211527146674788E-2</c:v>
                </c:pt>
                <c:pt idx="1249">
                  <c:v>-8.386436334670555E-2</c:v>
                </c:pt>
                <c:pt idx="1250">
                  <c:v>-8.6554507093014266E-2</c:v>
                </c:pt>
                <c:pt idx="1251">
                  <c:v>-8.1490427523518205E-2</c:v>
                </c:pt>
                <c:pt idx="1252">
                  <c:v>-8.1382545564822273E-2</c:v>
                </c:pt>
                <c:pt idx="1253">
                  <c:v>-8.0914012507391941E-2</c:v>
                </c:pt>
                <c:pt idx="1254">
                  <c:v>-6.2556943123333486E-2</c:v>
                </c:pt>
                <c:pt idx="1255">
                  <c:v>-5.8517857541395157E-2</c:v>
                </c:pt>
                <c:pt idx="1256">
                  <c:v>-5.5240533152389082E-2</c:v>
                </c:pt>
                <c:pt idx="1257">
                  <c:v>-5.9463869348848064E-2</c:v>
                </c:pt>
                <c:pt idx="1258">
                  <c:v>-5.9715384438880248E-2</c:v>
                </c:pt>
                <c:pt idx="1259">
                  <c:v>-5.7456621586025491E-2</c:v>
                </c:pt>
                <c:pt idx="1260">
                  <c:v>-5.5791560867558099E-2</c:v>
                </c:pt>
                <c:pt idx="1261">
                  <c:v>-6.4258770009727684E-2</c:v>
                </c:pt>
                <c:pt idx="1262">
                  <c:v>-6.679119354025409E-2</c:v>
                </c:pt>
                <c:pt idx="1263">
                  <c:v>-6.4602378157420537E-2</c:v>
                </c:pt>
                <c:pt idx="1264">
                  <c:v>-6.8872142638834566E-2</c:v>
                </c:pt>
                <c:pt idx="1265">
                  <c:v>-7.6433475195788025E-2</c:v>
                </c:pt>
                <c:pt idx="1266">
                  <c:v>-7.5360513200013024E-2</c:v>
                </c:pt>
                <c:pt idx="1267">
                  <c:v>-6.6853416832935775E-2</c:v>
                </c:pt>
                <c:pt idx="1268">
                  <c:v>-6.8036022811162944E-2</c:v>
                </c:pt>
                <c:pt idx="1269">
                  <c:v>-7.1807308419494786E-2</c:v>
                </c:pt>
                <c:pt idx="1270">
                  <c:v>-6.3132617212146025E-2</c:v>
                </c:pt>
                <c:pt idx="1271">
                  <c:v>-6.4427420671176572E-2</c:v>
                </c:pt>
                <c:pt idx="1272">
                  <c:v>-5.1315280643425387E-2</c:v>
                </c:pt>
                <c:pt idx="1273">
                  <c:v>-4.3775437281380114E-2</c:v>
                </c:pt>
                <c:pt idx="1274">
                  <c:v>-3.9360155751553272E-2</c:v>
                </c:pt>
                <c:pt idx="1275">
                  <c:v>-3.2205144919896123E-2</c:v>
                </c:pt>
                <c:pt idx="1276">
                  <c:v>-2.5497387820681672E-2</c:v>
                </c:pt>
                <c:pt idx="1277">
                  <c:v>-2.3387907977211686E-2</c:v>
                </c:pt>
                <c:pt idx="1278">
                  <c:v>-2.5836641289295192E-2</c:v>
                </c:pt>
                <c:pt idx="1279">
                  <c:v>-2.6745029665755204E-2</c:v>
                </c:pt>
                <c:pt idx="1280">
                  <c:v>-1.9662854009375064E-2</c:v>
                </c:pt>
                <c:pt idx="1281">
                  <c:v>-2.9815966702462227E-3</c:v>
                </c:pt>
                <c:pt idx="1282">
                  <c:v>-8.4426156963450794E-3</c:v>
                </c:pt>
                <c:pt idx="1283">
                  <c:v>-1.0975972447275328E-2</c:v>
                </c:pt>
                <c:pt idx="1284">
                  <c:v>-1.3255390316975202E-2</c:v>
                </c:pt>
                <c:pt idx="1285">
                  <c:v>-2.1030206635316073E-2</c:v>
                </c:pt>
                <c:pt idx="1286">
                  <c:v>-2.7323509658077505E-2</c:v>
                </c:pt>
                <c:pt idx="1287">
                  <c:v>-2.0173651161990769E-2</c:v>
                </c:pt>
                <c:pt idx="1288">
                  <c:v>-4.337615647087989E-2</c:v>
                </c:pt>
                <c:pt idx="1289">
                  <c:v>-4.7337190865322176E-2</c:v>
                </c:pt>
                <c:pt idx="1290">
                  <c:v>-4.9245775356293819E-2</c:v>
                </c:pt>
                <c:pt idx="1291">
                  <c:v>-4.9451985319420633E-2</c:v>
                </c:pt>
                <c:pt idx="1292">
                  <c:v>-5.1553112191023098E-2</c:v>
                </c:pt>
                <c:pt idx="1293">
                  <c:v>-4.4992894097748426E-2</c:v>
                </c:pt>
                <c:pt idx="1294">
                  <c:v>-4.5307021744428022E-2</c:v>
                </c:pt>
                <c:pt idx="1295">
                  <c:v>-5.5970611914014867E-2</c:v>
                </c:pt>
                <c:pt idx="1296">
                  <c:v>-5.4741897557617269E-2</c:v>
                </c:pt>
                <c:pt idx="1297">
                  <c:v>-4.8529354758351184E-2</c:v>
                </c:pt>
                <c:pt idx="1298">
                  <c:v>-3.9397398654215099E-2</c:v>
                </c:pt>
                <c:pt idx="1299">
                  <c:v>-5.2677683469784187E-2</c:v>
                </c:pt>
                <c:pt idx="1300">
                  <c:v>-3.9454540519529901E-2</c:v>
                </c:pt>
                <c:pt idx="1301">
                  <c:v>-4.1857682684756758E-2</c:v>
                </c:pt>
                <c:pt idx="1302">
                  <c:v>-6.5178054961414489E-2</c:v>
                </c:pt>
                <c:pt idx="1303">
                  <c:v>-6.4382975343625581E-2</c:v>
                </c:pt>
                <c:pt idx="1304">
                  <c:v>-5.7197605970063181E-2</c:v>
                </c:pt>
                <c:pt idx="1305">
                  <c:v>-6.7300564127515283E-2</c:v>
                </c:pt>
                <c:pt idx="1306">
                  <c:v>-7.6201222229429044E-2</c:v>
                </c:pt>
                <c:pt idx="1307">
                  <c:v>-8.6460055909802547E-2</c:v>
                </c:pt>
                <c:pt idx="1308">
                  <c:v>-8.6485371347086115E-2</c:v>
                </c:pt>
                <c:pt idx="1309">
                  <c:v>-8.7895217771748912E-2</c:v>
                </c:pt>
                <c:pt idx="1310">
                  <c:v>-8.7935362110102888E-2</c:v>
                </c:pt>
                <c:pt idx="1311">
                  <c:v>-8.8167065630684327E-2</c:v>
                </c:pt>
                <c:pt idx="1312">
                  <c:v>-9.5377471603710129E-2</c:v>
                </c:pt>
                <c:pt idx="1313">
                  <c:v>-8.8578367285858439E-2</c:v>
                </c:pt>
                <c:pt idx="1314">
                  <c:v>-0.10194185390351951</c:v>
                </c:pt>
                <c:pt idx="1315">
                  <c:v>-0.10425691376069879</c:v>
                </c:pt>
                <c:pt idx="1316">
                  <c:v>-0.11494833770482216</c:v>
                </c:pt>
                <c:pt idx="1317">
                  <c:v>-0.11431511557427498</c:v>
                </c:pt>
                <c:pt idx="1318">
                  <c:v>-0.11188834779989509</c:v>
                </c:pt>
                <c:pt idx="1319">
                  <c:v>-0.10392881202417192</c:v>
                </c:pt>
                <c:pt idx="1320">
                  <c:v>-0.1020252779230475</c:v>
                </c:pt>
                <c:pt idx="1321">
                  <c:v>-9.0758644241760278E-2</c:v>
                </c:pt>
                <c:pt idx="1322">
                  <c:v>-9.3776891363265502E-2</c:v>
                </c:pt>
                <c:pt idx="1323">
                  <c:v>-8.8732666340067601E-2</c:v>
                </c:pt>
                <c:pt idx="1324">
                  <c:v>-9.1135972303139967E-2</c:v>
                </c:pt>
                <c:pt idx="1325">
                  <c:v>-0.10858557003637093</c:v>
                </c:pt>
                <c:pt idx="1326">
                  <c:v>-0.10449694467343695</c:v>
                </c:pt>
                <c:pt idx="1327">
                  <c:v>-9.0683583499680864E-2</c:v>
                </c:pt>
                <c:pt idx="1328">
                  <c:v>-8.9807210681914773E-2</c:v>
                </c:pt>
                <c:pt idx="1329">
                  <c:v>-9.0544095538309E-2</c:v>
                </c:pt>
                <c:pt idx="1330">
                  <c:v>-0.11459028561524831</c:v>
                </c:pt>
                <c:pt idx="1331">
                  <c:v>-0.11122535564186276</c:v>
                </c:pt>
                <c:pt idx="1332">
                  <c:v>-0.12331900299127718</c:v>
                </c:pt>
                <c:pt idx="1333">
                  <c:v>-0.12233227798166824</c:v>
                </c:pt>
                <c:pt idx="1334">
                  <c:v>-0.11718837921513847</c:v>
                </c:pt>
                <c:pt idx="1335">
                  <c:v>-0.11203743919460729</c:v>
                </c:pt>
                <c:pt idx="1336">
                  <c:v>-0.11530955809798016</c:v>
                </c:pt>
                <c:pt idx="1337">
                  <c:v>-0.11266906158042089</c:v>
                </c:pt>
                <c:pt idx="1338">
                  <c:v>-0.10866534957271656</c:v>
                </c:pt>
                <c:pt idx="1339">
                  <c:v>-0.11280248191016251</c:v>
                </c:pt>
                <c:pt idx="1340">
                  <c:v>-0.11241652132059055</c:v>
                </c:pt>
                <c:pt idx="1341">
                  <c:v>-0.11535141466159238</c:v>
                </c:pt>
                <c:pt idx="1342">
                  <c:v>-0.1246430803304015</c:v>
                </c:pt>
                <c:pt idx="1343">
                  <c:v>-0.12093574846368416</c:v>
                </c:pt>
                <c:pt idx="1344">
                  <c:v>-0.13172963542499927</c:v>
                </c:pt>
                <c:pt idx="1345">
                  <c:v>-0.1292640906619047</c:v>
                </c:pt>
                <c:pt idx="1346">
                  <c:v>-0.12805653943994089</c:v>
                </c:pt>
                <c:pt idx="1347">
                  <c:v>-0.12430300758358981</c:v>
                </c:pt>
                <c:pt idx="1348">
                  <c:v>-0.12968845663294326</c:v>
                </c:pt>
                <c:pt idx="1349">
                  <c:v>-0.13868291470538385</c:v>
                </c:pt>
                <c:pt idx="1350">
                  <c:v>-0.13708806118627193</c:v>
                </c:pt>
                <c:pt idx="1351">
                  <c:v>-0.13796878266859824</c:v>
                </c:pt>
                <c:pt idx="1352">
                  <c:v>-0.13394259595466784</c:v>
                </c:pt>
                <c:pt idx="1353">
                  <c:v>-0.14185544758989455</c:v>
                </c:pt>
                <c:pt idx="1354">
                  <c:v>-0.14561109199830025</c:v>
                </c:pt>
                <c:pt idx="1355">
                  <c:v>-0.14798457646127683</c:v>
                </c:pt>
                <c:pt idx="1356">
                  <c:v>-0.14976117804995615</c:v>
                </c:pt>
                <c:pt idx="1357">
                  <c:v>-0.15895754752022029</c:v>
                </c:pt>
                <c:pt idx="1358">
                  <c:v>-0.15208396056953899</c:v>
                </c:pt>
                <c:pt idx="1359">
                  <c:v>-0.15793847407517314</c:v>
                </c:pt>
                <c:pt idx="1360">
                  <c:v>-0.15962285664110742</c:v>
                </c:pt>
                <c:pt idx="1361">
                  <c:v>-0.16846966945731434</c:v>
                </c:pt>
                <c:pt idx="1362">
                  <c:v>-0.17648935601739435</c:v>
                </c:pt>
                <c:pt idx="1363">
                  <c:v>-0.18503191682838582</c:v>
                </c:pt>
                <c:pt idx="1364">
                  <c:v>-0.20150118318995047</c:v>
                </c:pt>
                <c:pt idx="1365">
                  <c:v>-0.20190808713094477</c:v>
                </c:pt>
                <c:pt idx="1366">
                  <c:v>-0.1922793787518341</c:v>
                </c:pt>
                <c:pt idx="1367">
                  <c:v>-0.19031502533754641</c:v>
                </c:pt>
                <c:pt idx="1368">
                  <c:v>-0.1820044926840052</c:v>
                </c:pt>
                <c:pt idx="1369">
                  <c:v>-0.18615793454991092</c:v>
                </c:pt>
                <c:pt idx="1370">
                  <c:v>-0.18710940077757243</c:v>
                </c:pt>
                <c:pt idx="1371">
                  <c:v>-0.18471434579220536</c:v>
                </c:pt>
                <c:pt idx="1372">
                  <c:v>-0.18415036399518014</c:v>
                </c:pt>
                <c:pt idx="1373">
                  <c:v>-0.1883797909380267</c:v>
                </c:pt>
                <c:pt idx="1374">
                  <c:v>-0.18909160509239131</c:v>
                </c:pt>
                <c:pt idx="1375">
                  <c:v>-0.18722207330631913</c:v>
                </c:pt>
                <c:pt idx="1376">
                  <c:v>-0.16717672124395677</c:v>
                </c:pt>
                <c:pt idx="1377">
                  <c:v>-0.17943741519679202</c:v>
                </c:pt>
                <c:pt idx="1378">
                  <c:v>-0.17577960121514447</c:v>
                </c:pt>
                <c:pt idx="1379">
                  <c:v>-0.17808898187556332</c:v>
                </c:pt>
                <c:pt idx="1380">
                  <c:v>-0.17764570634326327</c:v>
                </c:pt>
                <c:pt idx="1381">
                  <c:v>-0.16142083487651626</c:v>
                </c:pt>
                <c:pt idx="1382">
                  <c:v>-0.15438879814100548</c:v>
                </c:pt>
                <c:pt idx="1383">
                  <c:v>-0.15230774216080079</c:v>
                </c:pt>
                <c:pt idx="1384">
                  <c:v>-0.16171888710494087</c:v>
                </c:pt>
                <c:pt idx="1385">
                  <c:v>-0.1610402718351952</c:v>
                </c:pt>
                <c:pt idx="1386">
                  <c:v>-0.16530362697921674</c:v>
                </c:pt>
                <c:pt idx="1387">
                  <c:v>-0.16884606886928233</c:v>
                </c:pt>
                <c:pt idx="1388">
                  <c:v>-0.16850837673154373</c:v>
                </c:pt>
                <c:pt idx="1389">
                  <c:v>-0.16798873648260704</c:v>
                </c:pt>
                <c:pt idx="1390">
                  <c:v>-0.15683370612543546</c:v>
                </c:pt>
                <c:pt idx="1391">
                  <c:v>-0.16210894944891552</c:v>
                </c:pt>
                <c:pt idx="1392">
                  <c:v>-0.16267633077198662</c:v>
                </c:pt>
                <c:pt idx="1393">
                  <c:v>-0.1559515537866959</c:v>
                </c:pt>
                <c:pt idx="1394">
                  <c:v>-0.14474338126827713</c:v>
                </c:pt>
                <c:pt idx="1395">
                  <c:v>-0.14032394521891711</c:v>
                </c:pt>
                <c:pt idx="1396">
                  <c:v>-0.1319523776952789</c:v>
                </c:pt>
                <c:pt idx="1397">
                  <c:v>-0.13229447762269553</c:v>
                </c:pt>
                <c:pt idx="1398">
                  <c:v>-0.13408015081192892</c:v>
                </c:pt>
                <c:pt idx="1399">
                  <c:v>-0.12558834509619476</c:v>
                </c:pt>
                <c:pt idx="1400">
                  <c:v>-0.12711985265302084</c:v>
                </c:pt>
                <c:pt idx="1401">
                  <c:v>-0.12785853186961349</c:v>
                </c:pt>
                <c:pt idx="1402">
                  <c:v>-0.12631099760238551</c:v>
                </c:pt>
                <c:pt idx="1403">
                  <c:v>-0.12044927288303886</c:v>
                </c:pt>
                <c:pt idx="1404">
                  <c:v>-0.12390696109631927</c:v>
                </c:pt>
                <c:pt idx="1405">
                  <c:v>-0.11935541385577797</c:v>
                </c:pt>
                <c:pt idx="1406">
                  <c:v>-0.11816523889837316</c:v>
                </c:pt>
                <c:pt idx="1407">
                  <c:v>-0.11864451437349088</c:v>
                </c:pt>
                <c:pt idx="1408">
                  <c:v>-0.11835040102741101</c:v>
                </c:pt>
                <c:pt idx="1409">
                  <c:v>-0.11766749349162997</c:v>
                </c:pt>
                <c:pt idx="1410">
                  <c:v>-0.11491991624960773</c:v>
                </c:pt>
                <c:pt idx="1411">
                  <c:v>-0.1205288269279523</c:v>
                </c:pt>
                <c:pt idx="1412">
                  <c:v>-0.10918273674694023</c:v>
                </c:pt>
                <c:pt idx="1413">
                  <c:v>-0.11212904676814772</c:v>
                </c:pt>
                <c:pt idx="1414">
                  <c:v>-0.11043109188153122</c:v>
                </c:pt>
                <c:pt idx="1415">
                  <c:v>-0.11542488691946295</c:v>
                </c:pt>
                <c:pt idx="1416">
                  <c:v>-0.11962673469352514</c:v>
                </c:pt>
                <c:pt idx="1417">
                  <c:v>-0.13423293466432717</c:v>
                </c:pt>
                <c:pt idx="1418">
                  <c:v>-0.13633629705014583</c:v>
                </c:pt>
                <c:pt idx="1419">
                  <c:v>-0.13150590530108208</c:v>
                </c:pt>
                <c:pt idx="1420">
                  <c:v>-0.14708855826513878</c:v>
                </c:pt>
                <c:pt idx="1421">
                  <c:v>-0.1531151443835651</c:v>
                </c:pt>
                <c:pt idx="1422">
                  <c:v>-0.14785074240754315</c:v>
                </c:pt>
                <c:pt idx="1423">
                  <c:v>-0.15348983240376302</c:v>
                </c:pt>
                <c:pt idx="1424">
                  <c:v>-0.14252079202919865</c:v>
                </c:pt>
                <c:pt idx="1425">
                  <c:v>-0.14067921572356501</c:v>
                </c:pt>
                <c:pt idx="1426">
                  <c:v>-0.13277246930026654</c:v>
                </c:pt>
                <c:pt idx="1427">
                  <c:v>-0.1326159695832696</c:v>
                </c:pt>
                <c:pt idx="1428">
                  <c:v>-0.12916748300233416</c:v>
                </c:pt>
                <c:pt idx="1429">
                  <c:v>-0.11883022129151</c:v>
                </c:pt>
                <c:pt idx="1430">
                  <c:v>-0.12216368600426475</c:v>
                </c:pt>
                <c:pt idx="1431">
                  <c:v>-0.13672235980461012</c:v>
                </c:pt>
                <c:pt idx="1432">
                  <c:v>-0.12938175575389832</c:v>
                </c:pt>
                <c:pt idx="1433">
                  <c:v>-0.13344072394150319</c:v>
                </c:pt>
                <c:pt idx="1434">
                  <c:v>-0.14296275779854772</c:v>
                </c:pt>
                <c:pt idx="1435">
                  <c:v>-0.15166083737996883</c:v>
                </c:pt>
                <c:pt idx="1436">
                  <c:v>-0.152177687125849</c:v>
                </c:pt>
                <c:pt idx="1437">
                  <c:v>-0.15523258744816881</c:v>
                </c:pt>
                <c:pt idx="1438">
                  <c:v>-0.155566628585175</c:v>
                </c:pt>
                <c:pt idx="1439">
                  <c:v>-0.15280114954839952</c:v>
                </c:pt>
                <c:pt idx="1440">
                  <c:v>-0.15586496719558396</c:v>
                </c:pt>
                <c:pt idx="1441">
                  <c:v>-0.16217857754240461</c:v>
                </c:pt>
                <c:pt idx="1442">
                  <c:v>-0.15910232358619181</c:v>
                </c:pt>
                <c:pt idx="1443">
                  <c:v>-0.14410955988490159</c:v>
                </c:pt>
                <c:pt idx="1444">
                  <c:v>-0.14959716624574848</c:v>
                </c:pt>
                <c:pt idx="1445">
                  <c:v>-0.14632632027498405</c:v>
                </c:pt>
                <c:pt idx="1446">
                  <c:v>-0.14254582757265144</c:v>
                </c:pt>
                <c:pt idx="1447">
                  <c:v>-0.14619039003343781</c:v>
                </c:pt>
                <c:pt idx="1448">
                  <c:v>-0.1355725973538211</c:v>
                </c:pt>
                <c:pt idx="1449">
                  <c:v>-0.13633588296838606</c:v>
                </c:pt>
                <c:pt idx="1450">
                  <c:v>-0.14849106915243471</c:v>
                </c:pt>
                <c:pt idx="1451">
                  <c:v>-0.1314953861253515</c:v>
                </c:pt>
                <c:pt idx="1452">
                  <c:v>-0.13266660818005549</c:v>
                </c:pt>
                <c:pt idx="1453">
                  <c:v>-0.14854223608160899</c:v>
                </c:pt>
                <c:pt idx="1454">
                  <c:v>-0.14692540408792942</c:v>
                </c:pt>
                <c:pt idx="1455">
                  <c:v>-0.15323121257438521</c:v>
                </c:pt>
                <c:pt idx="1456">
                  <c:v>-0.15939993047311629</c:v>
                </c:pt>
                <c:pt idx="1457">
                  <c:v>-0.15401102323068194</c:v>
                </c:pt>
                <c:pt idx="1458">
                  <c:v>-0.16063174172857564</c:v>
                </c:pt>
                <c:pt idx="1459">
                  <c:v>-0.16525858065534693</c:v>
                </c:pt>
                <c:pt idx="1460">
                  <c:v>-0.1523841313533788</c:v>
                </c:pt>
                <c:pt idx="1461">
                  <c:v>-0.16121672161427758</c:v>
                </c:pt>
                <c:pt idx="1462">
                  <c:v>-0.16971712422969942</c:v>
                </c:pt>
                <c:pt idx="1463">
                  <c:v>-0.17021295018883709</c:v>
                </c:pt>
                <c:pt idx="1464">
                  <c:v>-0.16900694274860784</c:v>
                </c:pt>
                <c:pt idx="1465">
                  <c:v>-0.18299466700064915</c:v>
                </c:pt>
                <c:pt idx="1466">
                  <c:v>-0.18236181359490033</c:v>
                </c:pt>
                <c:pt idx="1467">
                  <c:v>-0.17123951350543842</c:v>
                </c:pt>
                <c:pt idx="1468">
                  <c:v>-0.16590553099684335</c:v>
                </c:pt>
                <c:pt idx="1469">
                  <c:v>-0.17645022058609106</c:v>
                </c:pt>
                <c:pt idx="1470">
                  <c:v>-0.17035024301569202</c:v>
                </c:pt>
                <c:pt idx="1471">
                  <c:v>-0.17033354194740558</c:v>
                </c:pt>
                <c:pt idx="1472">
                  <c:v>-0.16923522745373198</c:v>
                </c:pt>
                <c:pt idx="1473">
                  <c:v>-0.16380488144377492</c:v>
                </c:pt>
                <c:pt idx="1474">
                  <c:v>-0.16274792771696323</c:v>
                </c:pt>
                <c:pt idx="1475">
                  <c:v>-0.17333512173518772</c:v>
                </c:pt>
                <c:pt idx="1476">
                  <c:v>-0.1621329825609471</c:v>
                </c:pt>
                <c:pt idx="1477">
                  <c:v>-0.15890845487136118</c:v>
                </c:pt>
                <c:pt idx="1478">
                  <c:v>-0.17717771267485327</c:v>
                </c:pt>
                <c:pt idx="1479">
                  <c:v>-0.18341365996749148</c:v>
                </c:pt>
                <c:pt idx="1480">
                  <c:v>-0.17615823899705518</c:v>
                </c:pt>
                <c:pt idx="1481">
                  <c:v>-0.16736572047194676</c:v>
                </c:pt>
                <c:pt idx="1482">
                  <c:v>-0.16589306509632418</c:v>
                </c:pt>
                <c:pt idx="1483">
                  <c:v>-0.16240526782624176</c:v>
                </c:pt>
                <c:pt idx="1484">
                  <c:v>-0.15971595417283257</c:v>
                </c:pt>
                <c:pt idx="1485">
                  <c:v>-0.15644388373236462</c:v>
                </c:pt>
                <c:pt idx="1486">
                  <c:v>-0.15721497473402857</c:v>
                </c:pt>
                <c:pt idx="1487">
                  <c:v>-0.15833224359693931</c:v>
                </c:pt>
                <c:pt idx="1488">
                  <c:v>-0.15751797411376156</c:v>
                </c:pt>
                <c:pt idx="1489">
                  <c:v>-0.15348404333249899</c:v>
                </c:pt>
                <c:pt idx="1490">
                  <c:v>-0.15294219440037649</c:v>
                </c:pt>
                <c:pt idx="1491">
                  <c:v>-0.14459298528093179</c:v>
                </c:pt>
                <c:pt idx="1492">
                  <c:v>-0.14446888638423228</c:v>
                </c:pt>
                <c:pt idx="1493">
                  <c:v>-0.14121230384922834</c:v>
                </c:pt>
                <c:pt idx="1494">
                  <c:v>-0.13900655137172391</c:v>
                </c:pt>
                <c:pt idx="1495">
                  <c:v>-0.14596958720185427</c:v>
                </c:pt>
                <c:pt idx="1496">
                  <c:v>-0.14428833991739087</c:v>
                </c:pt>
                <c:pt idx="1497">
                  <c:v>-0.13529264832575061</c:v>
                </c:pt>
                <c:pt idx="1498">
                  <c:v>-0.13193825799740178</c:v>
                </c:pt>
                <c:pt idx="1499">
                  <c:v>-0.13416790025971981</c:v>
                </c:pt>
                <c:pt idx="1500">
                  <c:v>-0.13522732910579249</c:v>
                </c:pt>
                <c:pt idx="1501">
                  <c:v>-0.13233160621477991</c:v>
                </c:pt>
                <c:pt idx="1502">
                  <c:v>-0.1309099863235661</c:v>
                </c:pt>
                <c:pt idx="1503">
                  <c:v>-0.13038769332312672</c:v>
                </c:pt>
                <c:pt idx="1504">
                  <c:v>-0.13084855852122357</c:v>
                </c:pt>
                <c:pt idx="1505">
                  <c:v>-0.12800340031148916</c:v>
                </c:pt>
                <c:pt idx="1506">
                  <c:v>-0.12896981538439323</c:v>
                </c:pt>
                <c:pt idx="1507">
                  <c:v>-0.12652733147031259</c:v>
                </c:pt>
                <c:pt idx="1508">
                  <c:v>-0.12749444338405214</c:v>
                </c:pt>
                <c:pt idx="1509">
                  <c:v>-0.12683944206864228</c:v>
                </c:pt>
                <c:pt idx="1510">
                  <c:v>-0.12539407798353053</c:v>
                </c:pt>
                <c:pt idx="1511">
                  <c:v>-0.12102134252887775</c:v>
                </c:pt>
                <c:pt idx="1512">
                  <c:v>-0.12485417460077985</c:v>
                </c:pt>
                <c:pt idx="1513">
                  <c:v>-0.13640107234693388</c:v>
                </c:pt>
                <c:pt idx="1514">
                  <c:v>-0.13664975142431635</c:v>
                </c:pt>
                <c:pt idx="1515">
                  <c:v>-0.14237197567721471</c:v>
                </c:pt>
                <c:pt idx="1516">
                  <c:v>-0.13910812994479316</c:v>
                </c:pt>
                <c:pt idx="1517">
                  <c:v>-0.14086679821547865</c:v>
                </c:pt>
                <c:pt idx="1518">
                  <c:v>-0.14216207975857198</c:v>
                </c:pt>
                <c:pt idx="1519">
                  <c:v>-0.1399218268332233</c:v>
                </c:pt>
                <c:pt idx="1520">
                  <c:v>-0.13573577389719449</c:v>
                </c:pt>
                <c:pt idx="1521">
                  <c:v>-0.11970929294350352</c:v>
                </c:pt>
                <c:pt idx="1522">
                  <c:v>-0.11863463872534541</c:v>
                </c:pt>
                <c:pt idx="1523">
                  <c:v>-0.12319734009957006</c:v>
                </c:pt>
                <c:pt idx="1524">
                  <c:v>-0.11873712879889942</c:v>
                </c:pt>
                <c:pt idx="1525">
                  <c:v>-0.12111711768610456</c:v>
                </c:pt>
                <c:pt idx="1526">
                  <c:v>-0.11648630760451328</c:v>
                </c:pt>
                <c:pt idx="1527">
                  <c:v>-0.1202644990075985</c:v>
                </c:pt>
                <c:pt idx="1528">
                  <c:v>-0.12117693613946545</c:v>
                </c:pt>
                <c:pt idx="1529">
                  <c:v>-0.11843994334723829</c:v>
                </c:pt>
                <c:pt idx="1530">
                  <c:v>-0.11826347778725688</c:v>
                </c:pt>
                <c:pt idx="1531">
                  <c:v>-0.1273785958377982</c:v>
                </c:pt>
                <c:pt idx="1532">
                  <c:v>-0.12902126993202634</c:v>
                </c:pt>
                <c:pt idx="1533">
                  <c:v>-0.13647041228368062</c:v>
                </c:pt>
                <c:pt idx="1534">
                  <c:v>-0.13475791418899585</c:v>
                </c:pt>
                <c:pt idx="1535">
                  <c:v>-0.14098674837585656</c:v>
                </c:pt>
                <c:pt idx="1536">
                  <c:v>-0.14019985320839867</c:v>
                </c:pt>
                <c:pt idx="1537">
                  <c:v>-0.13921671994713658</c:v>
                </c:pt>
                <c:pt idx="1538">
                  <c:v>-0.13950383881452411</c:v>
                </c:pt>
                <c:pt idx="1539">
                  <c:v>-0.13868543014197665</c:v>
                </c:pt>
                <c:pt idx="1540">
                  <c:v>-0.14755861627652989</c:v>
                </c:pt>
                <c:pt idx="1541">
                  <c:v>-0.14605793169136139</c:v>
                </c:pt>
                <c:pt idx="1542">
                  <c:v>-0.14749952779574171</c:v>
                </c:pt>
                <c:pt idx="1543">
                  <c:v>-0.15242594738095117</c:v>
                </c:pt>
                <c:pt idx="1544">
                  <c:v>-0.15367183498368087</c:v>
                </c:pt>
                <c:pt idx="1545">
                  <c:v>-0.15208652684698742</c:v>
                </c:pt>
                <c:pt idx="1546">
                  <c:v>-0.15178711779688758</c:v>
                </c:pt>
                <c:pt idx="1547">
                  <c:v>-0.15544625795500289</c:v>
                </c:pt>
                <c:pt idx="1548">
                  <c:v>-0.14614102750115909</c:v>
                </c:pt>
                <c:pt idx="1549">
                  <c:v>-0.1457071124606365</c:v>
                </c:pt>
                <c:pt idx="1550">
                  <c:v>-0.14405797375716523</c:v>
                </c:pt>
                <c:pt idx="1551">
                  <c:v>-0.14596447923019118</c:v>
                </c:pt>
                <c:pt idx="1552">
                  <c:v>-0.14294017042082896</c:v>
                </c:pt>
                <c:pt idx="1553">
                  <c:v>-0.14014832656866494</c:v>
                </c:pt>
                <c:pt idx="1554">
                  <c:v>-0.13866292449825046</c:v>
                </c:pt>
                <c:pt idx="1555">
                  <c:v>-0.13687694857661348</c:v>
                </c:pt>
                <c:pt idx="1556">
                  <c:v>-0.12655069262104957</c:v>
                </c:pt>
                <c:pt idx="1557">
                  <c:v>-0.11807263403097012</c:v>
                </c:pt>
                <c:pt idx="1558">
                  <c:v>-0.12088329630089789</c:v>
                </c:pt>
                <c:pt idx="1559">
                  <c:v>-0.12039613503564373</c:v>
                </c:pt>
                <c:pt idx="1560">
                  <c:v>-0.13623187425603045</c:v>
                </c:pt>
                <c:pt idx="1561">
                  <c:v>-0.14147929849315211</c:v>
                </c:pt>
                <c:pt idx="1562">
                  <c:v>-0.144281571165082</c:v>
                </c:pt>
                <c:pt idx="1563">
                  <c:v>-0.14989278729199695</c:v>
                </c:pt>
                <c:pt idx="1564">
                  <c:v>-0.14813925011436557</c:v>
                </c:pt>
                <c:pt idx="1565">
                  <c:v>-0.13860275752778639</c:v>
                </c:pt>
                <c:pt idx="1566">
                  <c:v>-0.13997982975406265</c:v>
                </c:pt>
                <c:pt idx="1567">
                  <c:v>-0.13512175191679332</c:v>
                </c:pt>
                <c:pt idx="1568">
                  <c:v>-0.13259739203973231</c:v>
                </c:pt>
                <c:pt idx="1569">
                  <c:v>-0.16328301845880067</c:v>
                </c:pt>
                <c:pt idx="1570">
                  <c:v>-0.15959613399145478</c:v>
                </c:pt>
                <c:pt idx="1571">
                  <c:v>-0.15832718276048141</c:v>
                </c:pt>
                <c:pt idx="1572">
                  <c:v>-0.14677859132009075</c:v>
                </c:pt>
                <c:pt idx="1573">
                  <c:v>-0.14567083881024012</c:v>
                </c:pt>
                <c:pt idx="1574">
                  <c:v>-0.13533427305206547</c:v>
                </c:pt>
                <c:pt idx="1575">
                  <c:v>-0.13373331464945815</c:v>
                </c:pt>
                <c:pt idx="1576">
                  <c:v>-0.13327703586111173</c:v>
                </c:pt>
                <c:pt idx="1577">
                  <c:v>-0.1498619351588667</c:v>
                </c:pt>
                <c:pt idx="1578">
                  <c:v>-0.14244098807830063</c:v>
                </c:pt>
                <c:pt idx="1579">
                  <c:v>-0.14570553414746179</c:v>
                </c:pt>
                <c:pt idx="1580">
                  <c:v>-0.13310640355092573</c:v>
                </c:pt>
                <c:pt idx="1581">
                  <c:v>-0.13424469316517618</c:v>
                </c:pt>
                <c:pt idx="1582">
                  <c:v>-0.12975465773588413</c:v>
                </c:pt>
                <c:pt idx="1583">
                  <c:v>-0.12955563729745023</c:v>
                </c:pt>
                <c:pt idx="1584">
                  <c:v>-0.12446528244868627</c:v>
                </c:pt>
                <c:pt idx="1585">
                  <c:v>-0.12254056090650511</c:v>
                </c:pt>
                <c:pt idx="1586">
                  <c:v>-0.12396064260849582</c:v>
                </c:pt>
                <c:pt idx="1587">
                  <c:v>-0.12630169740479102</c:v>
                </c:pt>
                <c:pt idx="1588">
                  <c:v>-0.12258893422729433</c:v>
                </c:pt>
                <c:pt idx="1589">
                  <c:v>-0.12221763613890535</c:v>
                </c:pt>
                <c:pt idx="1590">
                  <c:v>-0.12373529162455221</c:v>
                </c:pt>
                <c:pt idx="1591">
                  <c:v>-0.11418501919410784</c:v>
                </c:pt>
                <c:pt idx="1592">
                  <c:v>-0.11614672434405726</c:v>
                </c:pt>
                <c:pt idx="1593">
                  <c:v>-0.11781674010036847</c:v>
                </c:pt>
                <c:pt idx="1594">
                  <c:v>-0.1130364421222072</c:v>
                </c:pt>
                <c:pt idx="1595">
                  <c:v>-0.11153078583885256</c:v>
                </c:pt>
                <c:pt idx="1596">
                  <c:v>-0.11842996270153194</c:v>
                </c:pt>
                <c:pt idx="1597">
                  <c:v>-0.12690986892241818</c:v>
                </c:pt>
                <c:pt idx="1598">
                  <c:v>-0.12690295958509346</c:v>
                </c:pt>
                <c:pt idx="1599">
                  <c:v>-0.11960507793564745</c:v>
                </c:pt>
                <c:pt idx="1600">
                  <c:v>-0.11259950084930814</c:v>
                </c:pt>
                <c:pt idx="1601">
                  <c:v>-0.10297873677984337</c:v>
                </c:pt>
                <c:pt idx="1602">
                  <c:v>-0.10865874562009759</c:v>
                </c:pt>
                <c:pt idx="1603">
                  <c:v>-0.10969938736327367</c:v>
                </c:pt>
                <c:pt idx="1604">
                  <c:v>-0.10391853107562699</c:v>
                </c:pt>
                <c:pt idx="1605">
                  <c:v>-0.10281163076478927</c:v>
                </c:pt>
                <c:pt idx="1606">
                  <c:v>-0.10577032664108588</c:v>
                </c:pt>
                <c:pt idx="1607">
                  <c:v>-9.9114545009624022E-2</c:v>
                </c:pt>
                <c:pt idx="1608">
                  <c:v>-9.570518948172424E-2</c:v>
                </c:pt>
                <c:pt idx="1609">
                  <c:v>-0.10109626746409339</c:v>
                </c:pt>
                <c:pt idx="1610">
                  <c:v>-9.7317502432988867E-2</c:v>
                </c:pt>
                <c:pt idx="1611">
                  <c:v>-0.10209605515047637</c:v>
                </c:pt>
                <c:pt idx="1612">
                  <c:v>-0.10023620092156049</c:v>
                </c:pt>
                <c:pt idx="1613">
                  <c:v>-0.10042473863176604</c:v>
                </c:pt>
                <c:pt idx="1614">
                  <c:v>-0.10382597070693511</c:v>
                </c:pt>
                <c:pt idx="1615">
                  <c:v>-9.8484333122328627E-2</c:v>
                </c:pt>
                <c:pt idx="1616">
                  <c:v>-0.103234409924021</c:v>
                </c:pt>
                <c:pt idx="1617">
                  <c:v>-0.10637850017287387</c:v>
                </c:pt>
                <c:pt idx="1618">
                  <c:v>-0.10423753246556555</c:v>
                </c:pt>
                <c:pt idx="1619">
                  <c:v>-9.1861957025247687E-2</c:v>
                </c:pt>
                <c:pt idx="1620">
                  <c:v>-8.9284646047005589E-2</c:v>
                </c:pt>
                <c:pt idx="1621">
                  <c:v>-8.9674807882812901E-2</c:v>
                </c:pt>
                <c:pt idx="1622">
                  <c:v>-9.3215487688412813E-2</c:v>
                </c:pt>
                <c:pt idx="1623">
                  <c:v>-0.10338860006395811</c:v>
                </c:pt>
                <c:pt idx="1624">
                  <c:v>-0.12657200006485603</c:v>
                </c:pt>
                <c:pt idx="1625">
                  <c:v>-0.12371502210222651</c:v>
                </c:pt>
                <c:pt idx="1626">
                  <c:v>-0.11512756299537719</c:v>
                </c:pt>
                <c:pt idx="1627">
                  <c:v>-0.11675332886236811</c:v>
                </c:pt>
                <c:pt idx="1628">
                  <c:v>-0.11123794021152245</c:v>
                </c:pt>
                <c:pt idx="1629">
                  <c:v>-0.10116394191543399</c:v>
                </c:pt>
                <c:pt idx="1630">
                  <c:v>-0.10195060316128091</c:v>
                </c:pt>
                <c:pt idx="1631">
                  <c:v>-0.10322265001071362</c:v>
                </c:pt>
                <c:pt idx="1632">
                  <c:v>-9.7968559704287417E-2</c:v>
                </c:pt>
                <c:pt idx="1633">
                  <c:v>-9.8912942917354973E-2</c:v>
                </c:pt>
                <c:pt idx="1634">
                  <c:v>-9.1445459251923378E-2</c:v>
                </c:pt>
                <c:pt idx="1635">
                  <c:v>-0.10434346734729738</c:v>
                </c:pt>
                <c:pt idx="1636">
                  <c:v>-9.9102051498895838E-2</c:v>
                </c:pt>
                <c:pt idx="1637">
                  <c:v>-9.9501169384797139E-2</c:v>
                </c:pt>
                <c:pt idx="1638">
                  <c:v>-9.4154352992925849E-2</c:v>
                </c:pt>
                <c:pt idx="1639">
                  <c:v>-9.6276081007677705E-2</c:v>
                </c:pt>
                <c:pt idx="1640">
                  <c:v>-9.3925344587263204E-2</c:v>
                </c:pt>
                <c:pt idx="1641">
                  <c:v>-0.10742155563151567</c:v>
                </c:pt>
                <c:pt idx="1642">
                  <c:v>-0.10818630472242274</c:v>
                </c:pt>
                <c:pt idx="1643">
                  <c:v>-0.11753675784533635</c:v>
                </c:pt>
                <c:pt idx="1644">
                  <c:v>-0.11262925333576557</c:v>
                </c:pt>
                <c:pt idx="1645">
                  <c:v>-0.11443464427030614</c:v>
                </c:pt>
                <c:pt idx="1646">
                  <c:v>-0.10752372446802405</c:v>
                </c:pt>
                <c:pt idx="1647">
                  <c:v>-0.10656304892686985</c:v>
                </c:pt>
                <c:pt idx="1648">
                  <c:v>-0.10543438778389014</c:v>
                </c:pt>
                <c:pt idx="1649">
                  <c:v>-0.10779040405355866</c:v>
                </c:pt>
                <c:pt idx="1650">
                  <c:v>-0.10399666015180675</c:v>
                </c:pt>
                <c:pt idx="1651">
                  <c:v>-0.10332130930562333</c:v>
                </c:pt>
                <c:pt idx="1652">
                  <c:v>-0.11595747269006962</c:v>
                </c:pt>
                <c:pt idx="1653">
                  <c:v>-0.11048780690091364</c:v>
                </c:pt>
                <c:pt idx="1654">
                  <c:v>-0.11012670450117601</c:v>
                </c:pt>
                <c:pt idx="1655">
                  <c:v>-0.11135868465971166</c:v>
                </c:pt>
                <c:pt idx="1656">
                  <c:v>-0.11307841474698122</c:v>
                </c:pt>
                <c:pt idx="1657">
                  <c:v>-0.12561820442860472</c:v>
                </c:pt>
                <c:pt idx="1658">
                  <c:v>-0.12099480166374699</c:v>
                </c:pt>
                <c:pt idx="1659">
                  <c:v>-0.124967058858515</c:v>
                </c:pt>
                <c:pt idx="1660">
                  <c:v>-0.11607756634089483</c:v>
                </c:pt>
                <c:pt idx="1661">
                  <c:v>-0.11633628146854536</c:v>
                </c:pt>
                <c:pt idx="1662">
                  <c:v>-0.13417905534864949</c:v>
                </c:pt>
                <c:pt idx="1663">
                  <c:v>-0.12204497976041462</c:v>
                </c:pt>
                <c:pt idx="1664">
                  <c:v>-0.12561620601608636</c:v>
                </c:pt>
                <c:pt idx="1665">
                  <c:v>-0.13184289077712674</c:v>
                </c:pt>
                <c:pt idx="1666">
                  <c:v>-0.1367034834781542</c:v>
                </c:pt>
                <c:pt idx="1667">
                  <c:v>-0.13486427371588783</c:v>
                </c:pt>
                <c:pt idx="1668">
                  <c:v>-0.13689728122841549</c:v>
                </c:pt>
                <c:pt idx="1669">
                  <c:v>-0.13599299203065041</c:v>
                </c:pt>
                <c:pt idx="1670">
                  <c:v>-0.13778937925937074</c:v>
                </c:pt>
                <c:pt idx="1671">
                  <c:v>-0.12944932614609317</c:v>
                </c:pt>
                <c:pt idx="1672">
                  <c:v>-0.12684380653886285</c:v>
                </c:pt>
                <c:pt idx="1673">
                  <c:v>-0.12872972379169867</c:v>
                </c:pt>
                <c:pt idx="1674">
                  <c:v>-0.12979291913259483</c:v>
                </c:pt>
                <c:pt idx="1675">
                  <c:v>-0.12811429834661237</c:v>
                </c:pt>
                <c:pt idx="1676">
                  <c:v>-0.12810982724192987</c:v>
                </c:pt>
                <c:pt idx="1677">
                  <c:v>-0.12348088682458136</c:v>
                </c:pt>
                <c:pt idx="1678">
                  <c:v>-0.12260921399702762</c:v>
                </c:pt>
                <c:pt idx="1679">
                  <c:v>-0.12911421231531883</c:v>
                </c:pt>
                <c:pt idx="1680">
                  <c:v>-0.12873978109960427</c:v>
                </c:pt>
                <c:pt idx="1681">
                  <c:v>-0.12135417205915777</c:v>
                </c:pt>
                <c:pt idx="1682">
                  <c:v>-0.11891575808038768</c:v>
                </c:pt>
                <c:pt idx="1683">
                  <c:v>-0.11132388985257635</c:v>
                </c:pt>
                <c:pt idx="1684">
                  <c:v>-0.10152019117897315</c:v>
                </c:pt>
                <c:pt idx="1685">
                  <c:v>-0.10239111034708892</c:v>
                </c:pt>
                <c:pt idx="1686">
                  <c:v>-0.10178655295117967</c:v>
                </c:pt>
                <c:pt idx="1687">
                  <c:v>-0.10147922871102555</c:v>
                </c:pt>
                <c:pt idx="1688">
                  <c:v>-9.86299069955483E-2</c:v>
                </c:pt>
                <c:pt idx="1689">
                  <c:v>-0.10100488575311095</c:v>
                </c:pt>
                <c:pt idx="1690">
                  <c:v>-9.707987956832298E-2</c:v>
                </c:pt>
                <c:pt idx="1691">
                  <c:v>-9.5604064707388803E-2</c:v>
                </c:pt>
                <c:pt idx="1692">
                  <c:v>-9.5785663929367937E-2</c:v>
                </c:pt>
                <c:pt idx="1693">
                  <c:v>-9.5375330560697913E-2</c:v>
                </c:pt>
                <c:pt idx="1694">
                  <c:v>-9.7755783723687317E-2</c:v>
                </c:pt>
                <c:pt idx="1695">
                  <c:v>-9.7254020431503774E-2</c:v>
                </c:pt>
                <c:pt idx="1696">
                  <c:v>-9.7839360321466451E-2</c:v>
                </c:pt>
                <c:pt idx="1697">
                  <c:v>-7.5920592671165243E-2</c:v>
                </c:pt>
                <c:pt idx="1698">
                  <c:v>-7.5714962051077972E-2</c:v>
                </c:pt>
                <c:pt idx="1699">
                  <c:v>-6.98014428430902E-2</c:v>
                </c:pt>
                <c:pt idx="1700">
                  <c:v>-6.3228589190813089E-2</c:v>
                </c:pt>
                <c:pt idx="1701">
                  <c:v>-6.3149603422685496E-2</c:v>
                </c:pt>
                <c:pt idx="1702">
                  <c:v>-6.3767296362391646E-2</c:v>
                </c:pt>
                <c:pt idx="1703">
                  <c:v>-6.2274246712427317E-2</c:v>
                </c:pt>
                <c:pt idx="1704">
                  <c:v>-5.8305152766998436E-2</c:v>
                </c:pt>
                <c:pt idx="1705">
                  <c:v>-6.0543260011582722E-2</c:v>
                </c:pt>
                <c:pt idx="1706">
                  <c:v>-3.9880237693085352E-2</c:v>
                </c:pt>
                <c:pt idx="1707">
                  <c:v>-4.1851438569615373E-2</c:v>
                </c:pt>
                <c:pt idx="1708">
                  <c:v>-3.8865928198605237E-2</c:v>
                </c:pt>
                <c:pt idx="1709">
                  <c:v>-4.2479359170332298E-2</c:v>
                </c:pt>
                <c:pt idx="1710">
                  <c:v>-4.1059980778018534E-2</c:v>
                </c:pt>
                <c:pt idx="1711">
                  <c:v>-3.9438928354681435E-2</c:v>
                </c:pt>
                <c:pt idx="1712">
                  <c:v>-4.0911845465910979E-2</c:v>
                </c:pt>
                <c:pt idx="1713">
                  <c:v>-4.0464782112443087E-2</c:v>
                </c:pt>
                <c:pt idx="1714">
                  <c:v>-4.4015005581710787E-2</c:v>
                </c:pt>
                <c:pt idx="1715">
                  <c:v>-4.3320945079204032E-2</c:v>
                </c:pt>
                <c:pt idx="1716">
                  <c:v>-4.0024055633506306E-2</c:v>
                </c:pt>
                <c:pt idx="1717">
                  <c:v>-3.1488198360180464E-2</c:v>
                </c:pt>
                <c:pt idx="1718">
                  <c:v>-3.3387284742716128E-2</c:v>
                </c:pt>
                <c:pt idx="1719">
                  <c:v>-3.2592186608524587E-2</c:v>
                </c:pt>
                <c:pt idx="1720">
                  <c:v>-3.6967708771908248E-2</c:v>
                </c:pt>
                <c:pt idx="1721">
                  <c:v>-3.7113501783157643E-2</c:v>
                </c:pt>
                <c:pt idx="1722">
                  <c:v>-3.3166087342930917E-2</c:v>
                </c:pt>
                <c:pt idx="1723">
                  <c:v>-3.6350667632595313E-2</c:v>
                </c:pt>
                <c:pt idx="1724">
                  <c:v>-4.1130697422296914E-2</c:v>
                </c:pt>
                <c:pt idx="1725">
                  <c:v>-3.8382978653931588E-2</c:v>
                </c:pt>
                <c:pt idx="1726">
                  <c:v>-3.8180507408793307E-2</c:v>
                </c:pt>
                <c:pt idx="1727">
                  <c:v>-3.8643093600599254E-2</c:v>
                </c:pt>
                <c:pt idx="1728">
                  <c:v>-4.0246408310902426E-2</c:v>
                </c:pt>
                <c:pt idx="1729">
                  <c:v>-3.7076454046585106E-2</c:v>
                </c:pt>
                <c:pt idx="1730">
                  <c:v>-3.789857858010004E-2</c:v>
                </c:pt>
                <c:pt idx="1731">
                  <c:v>-3.8792121432354776E-2</c:v>
                </c:pt>
                <c:pt idx="1732">
                  <c:v>-3.5328681822672126E-2</c:v>
                </c:pt>
                <c:pt idx="1733">
                  <c:v>-2.4011289835746075E-2</c:v>
                </c:pt>
                <c:pt idx="1734">
                  <c:v>-2.2524073288044288E-2</c:v>
                </c:pt>
                <c:pt idx="1735">
                  <c:v>-2.2174482641537541E-2</c:v>
                </c:pt>
                <c:pt idx="1736">
                  <c:v>-2.941227163280713E-2</c:v>
                </c:pt>
                <c:pt idx="1737">
                  <c:v>-3.2800159662542905E-2</c:v>
                </c:pt>
                <c:pt idx="1738">
                  <c:v>-3.4555698503733634E-2</c:v>
                </c:pt>
                <c:pt idx="1739">
                  <c:v>-2.5134044839370651E-2</c:v>
                </c:pt>
                <c:pt idx="1740">
                  <c:v>-3.4766830416157468E-2</c:v>
                </c:pt>
                <c:pt idx="1741">
                  <c:v>-3.3817169574791084E-2</c:v>
                </c:pt>
                <c:pt idx="1742">
                  <c:v>-2.8225283603035223E-2</c:v>
                </c:pt>
                <c:pt idx="1743">
                  <c:v>-2.6971464720833449E-2</c:v>
                </c:pt>
                <c:pt idx="1744">
                  <c:v>-2.7003993677946703E-2</c:v>
                </c:pt>
                <c:pt idx="1745">
                  <c:v>-2.8043576012661164E-2</c:v>
                </c:pt>
                <c:pt idx="1746">
                  <c:v>-1.6830952174943903E-2</c:v>
                </c:pt>
                <c:pt idx="1747">
                  <c:v>-5.8706938056496405E-3</c:v>
                </c:pt>
                <c:pt idx="1748">
                  <c:v>-2.3691663197495938E-3</c:v>
                </c:pt>
                <c:pt idx="1749">
                  <c:v>6.6364034512396142E-3</c:v>
                </c:pt>
                <c:pt idx="1750">
                  <c:v>1.2484629512494738E-2</c:v>
                </c:pt>
                <c:pt idx="1751">
                  <c:v>1.2169183302320086E-2</c:v>
                </c:pt>
                <c:pt idx="1752">
                  <c:v>2.2637313811929127E-2</c:v>
                </c:pt>
                <c:pt idx="1753">
                  <c:v>1.8588460064703272E-2</c:v>
                </c:pt>
                <c:pt idx="1754">
                  <c:v>2.2227029272223531E-2</c:v>
                </c:pt>
                <c:pt idx="1755">
                  <c:v>2.00303470759986E-2</c:v>
                </c:pt>
                <c:pt idx="1756">
                  <c:v>1.3121713992690909E-2</c:v>
                </c:pt>
                <c:pt idx="1757">
                  <c:v>1.5128105371886358E-2</c:v>
                </c:pt>
                <c:pt idx="1758">
                  <c:v>1.8575173660413613E-2</c:v>
                </c:pt>
                <c:pt idx="1759">
                  <c:v>1.8240605156328638E-2</c:v>
                </c:pt>
                <c:pt idx="1760">
                  <c:v>1.8710378328754551E-2</c:v>
                </c:pt>
                <c:pt idx="1761">
                  <c:v>1.9014170290351684E-2</c:v>
                </c:pt>
                <c:pt idx="1762">
                  <c:v>1.6183225525120637E-2</c:v>
                </c:pt>
                <c:pt idx="1763">
                  <c:v>1.1481029711683632E-2</c:v>
                </c:pt>
                <c:pt idx="1764">
                  <c:v>6.2251721466424215E-3</c:v>
                </c:pt>
                <c:pt idx="1765">
                  <c:v>4.793476280135156E-3</c:v>
                </c:pt>
                <c:pt idx="1766">
                  <c:v>-2.0647292475202139E-3</c:v>
                </c:pt>
                <c:pt idx="1767">
                  <c:v>-6.8008986154117768E-3</c:v>
                </c:pt>
                <c:pt idx="1768">
                  <c:v>-8.3345733258861632E-3</c:v>
                </c:pt>
                <c:pt idx="1769">
                  <c:v>2.1791979643130954E-3</c:v>
                </c:pt>
                <c:pt idx="1770">
                  <c:v>-4.038875337488701E-4</c:v>
                </c:pt>
                <c:pt idx="1771">
                  <c:v>2.7399785678021704E-3</c:v>
                </c:pt>
                <c:pt idx="1772">
                  <c:v>1.4872339636649023E-3</c:v>
                </c:pt>
                <c:pt idx="1773">
                  <c:v>-2.8311714564903667E-3</c:v>
                </c:pt>
                <c:pt idx="1774">
                  <c:v>1.5610585686465228E-4</c:v>
                </c:pt>
                <c:pt idx="1775">
                  <c:v>1.1278022203372595E-2</c:v>
                </c:pt>
                <c:pt idx="1776">
                  <c:v>1.5061858895268232E-2</c:v>
                </c:pt>
                <c:pt idx="1777">
                  <c:v>2.7409501491352906E-2</c:v>
                </c:pt>
                <c:pt idx="1778">
                  <c:v>3.8917421247052442E-2</c:v>
                </c:pt>
                <c:pt idx="1779">
                  <c:v>4.1323460336684104E-2</c:v>
                </c:pt>
                <c:pt idx="1780">
                  <c:v>4.4657581486911235E-2</c:v>
                </c:pt>
                <c:pt idx="1781">
                  <c:v>5.5120809572299034E-2</c:v>
                </c:pt>
                <c:pt idx="1782">
                  <c:v>6.9076630602810773E-2</c:v>
                </c:pt>
                <c:pt idx="1783">
                  <c:v>0.10876503868583143</c:v>
                </c:pt>
                <c:pt idx="1784">
                  <c:v>9.317894538685656E-2</c:v>
                </c:pt>
                <c:pt idx="1785">
                  <c:v>0.10743318430556403</c:v>
                </c:pt>
                <c:pt idx="1786">
                  <c:v>0.10291329040117425</c:v>
                </c:pt>
                <c:pt idx="1787">
                  <c:v>0.10680657283260642</c:v>
                </c:pt>
                <c:pt idx="1788">
                  <c:v>0.10789906391153514</c:v>
                </c:pt>
                <c:pt idx="1789">
                  <c:v>0.10591485043793925</c:v>
                </c:pt>
                <c:pt idx="1790">
                  <c:v>0.10316805350085589</c:v>
                </c:pt>
                <c:pt idx="1791">
                  <c:v>0.10235792606283134</c:v>
                </c:pt>
                <c:pt idx="1792">
                  <c:v>0.11091122524560171</c:v>
                </c:pt>
                <c:pt idx="1793">
                  <c:v>0.11738482578917453</c:v>
                </c:pt>
                <c:pt idx="1794">
                  <c:v>0.12033075866908494</c:v>
                </c:pt>
                <c:pt idx="1795">
                  <c:v>0.13914521225994192</c:v>
                </c:pt>
                <c:pt idx="1796">
                  <c:v>0.15006420011029342</c:v>
                </c:pt>
                <c:pt idx="1797">
                  <c:v>0.14924500311167122</c:v>
                </c:pt>
                <c:pt idx="1798">
                  <c:v>0.13825919726914715</c:v>
                </c:pt>
                <c:pt idx="1799">
                  <c:v>0.13681287702049172</c:v>
                </c:pt>
                <c:pt idx="1800">
                  <c:v>0.13211724666799185</c:v>
                </c:pt>
                <c:pt idx="1801">
                  <c:v>0.1510297869331676</c:v>
                </c:pt>
                <c:pt idx="1802">
                  <c:v>0.14930029520167554</c:v>
                </c:pt>
                <c:pt idx="1803">
                  <c:v>0.1374165147758053</c:v>
                </c:pt>
                <c:pt idx="1804">
                  <c:v>0.14793765881143295</c:v>
                </c:pt>
                <c:pt idx="1805">
                  <c:v>0.15673145923756082</c:v>
                </c:pt>
                <c:pt idx="1806">
                  <c:v>0.14084529720276229</c:v>
                </c:pt>
                <c:pt idx="1807">
                  <c:v>0.15159454915178028</c:v>
                </c:pt>
                <c:pt idx="1808">
                  <c:v>0.15084619233831642</c:v>
                </c:pt>
                <c:pt idx="1809">
                  <c:v>0.14387588918009797</c:v>
                </c:pt>
                <c:pt idx="1810">
                  <c:v>0.14386632818300282</c:v>
                </c:pt>
                <c:pt idx="1811">
                  <c:v>0.15112278507692345</c:v>
                </c:pt>
                <c:pt idx="1812">
                  <c:v>0.155997685496015</c:v>
                </c:pt>
                <c:pt idx="1813">
                  <c:v>0.1458311744902816</c:v>
                </c:pt>
                <c:pt idx="1814">
                  <c:v>0.15521659033522894</c:v>
                </c:pt>
                <c:pt idx="1815">
                  <c:v>0.16065219387065288</c:v>
                </c:pt>
                <c:pt idx="1816">
                  <c:v>0.16952570075414353</c:v>
                </c:pt>
                <c:pt idx="1817">
                  <c:v>0.16901886059247517</c:v>
                </c:pt>
                <c:pt idx="1818">
                  <c:v>0.16677521999894385</c:v>
                </c:pt>
                <c:pt idx="1819">
                  <c:v>0.17884418467793295</c:v>
                </c:pt>
                <c:pt idx="1820">
                  <c:v>0.17547458131284244</c:v>
                </c:pt>
                <c:pt idx="1821">
                  <c:v>0.17710779911990415</c:v>
                </c:pt>
                <c:pt idx="1822">
                  <c:v>0.16936167665907043</c:v>
                </c:pt>
                <c:pt idx="1823">
                  <c:v>0.17429713645027856</c:v>
                </c:pt>
                <c:pt idx="1824">
                  <c:v>0.17319459126016379</c:v>
                </c:pt>
                <c:pt idx="1825">
                  <c:v>0.166332628356606</c:v>
                </c:pt>
                <c:pt idx="1826">
                  <c:v>0.17276884458948749</c:v>
                </c:pt>
                <c:pt idx="1827">
                  <c:v>0.18210796331778933</c:v>
                </c:pt>
                <c:pt idx="1828">
                  <c:v>0.18125436496567615</c:v>
                </c:pt>
                <c:pt idx="1829">
                  <c:v>0.20516909988148746</c:v>
                </c:pt>
                <c:pt idx="1830">
                  <c:v>0.20329345629605422</c:v>
                </c:pt>
                <c:pt idx="1831">
                  <c:v>0.2127542557564297</c:v>
                </c:pt>
                <c:pt idx="1832">
                  <c:v>0.21323741437990718</c:v>
                </c:pt>
                <c:pt idx="1833">
                  <c:v>0.21349335624510224</c:v>
                </c:pt>
                <c:pt idx="1834">
                  <c:v>0.2229110458681709</c:v>
                </c:pt>
                <c:pt idx="1835">
                  <c:v>0.23219238778876283</c:v>
                </c:pt>
                <c:pt idx="1836">
                  <c:v>0.23174568692007824</c:v>
                </c:pt>
                <c:pt idx="1837">
                  <c:v>0.2246843520217765</c:v>
                </c:pt>
                <c:pt idx="1838">
                  <c:v>0.2188411032093347</c:v>
                </c:pt>
                <c:pt idx="1839">
                  <c:v>0.22373965895997672</c:v>
                </c:pt>
                <c:pt idx="1840">
                  <c:v>0.18815880608999125</c:v>
                </c:pt>
                <c:pt idx="1841">
                  <c:v>0.18722321098129613</c:v>
                </c:pt>
                <c:pt idx="1842">
                  <c:v>0.20208998891739438</c:v>
                </c:pt>
                <c:pt idx="1843">
                  <c:v>0.20605985970574769</c:v>
                </c:pt>
                <c:pt idx="1844">
                  <c:v>0.17562799040837307</c:v>
                </c:pt>
                <c:pt idx="1845">
                  <c:v>0.18376561618661391</c:v>
                </c:pt>
                <c:pt idx="1846">
                  <c:v>0.18345346076984348</c:v>
                </c:pt>
                <c:pt idx="1847">
                  <c:v>0.18064035716477989</c:v>
                </c:pt>
                <c:pt idx="1848">
                  <c:v>0.15978521968429282</c:v>
                </c:pt>
                <c:pt idx="1849">
                  <c:v>0.14885854029923129</c:v>
                </c:pt>
                <c:pt idx="1850">
                  <c:v>0.11987951326140567</c:v>
                </c:pt>
                <c:pt idx="1851">
                  <c:v>0.13391304208984045</c:v>
                </c:pt>
                <c:pt idx="1852">
                  <c:v>0.14103993423755679</c:v>
                </c:pt>
                <c:pt idx="1853">
                  <c:v>0.15054280595742608</c:v>
                </c:pt>
                <c:pt idx="1854">
                  <c:v>0.14984191119781531</c:v>
                </c:pt>
                <c:pt idx="1855">
                  <c:v>0.14677010679821545</c:v>
                </c:pt>
                <c:pt idx="1856">
                  <c:v>0.15288592125122724</c:v>
                </c:pt>
                <c:pt idx="1857">
                  <c:v>0.15368392893770277</c:v>
                </c:pt>
                <c:pt idx="1858">
                  <c:v>0.16141672741065194</c:v>
                </c:pt>
                <c:pt idx="1859">
                  <c:v>0.16298040092417332</c:v>
                </c:pt>
                <c:pt idx="1860">
                  <c:v>0.15390935098563352</c:v>
                </c:pt>
                <c:pt idx="1861">
                  <c:v>0.14784543743213074</c:v>
                </c:pt>
                <c:pt idx="1862">
                  <c:v>0.15455285120170825</c:v>
                </c:pt>
                <c:pt idx="1863">
                  <c:v>0.14308429441611126</c:v>
                </c:pt>
                <c:pt idx="1864">
                  <c:v>0.14248473848952425</c:v>
                </c:pt>
                <c:pt idx="1865">
                  <c:v>0.12599357930692423</c:v>
                </c:pt>
                <c:pt idx="1866">
                  <c:v>0.12410654214371086</c:v>
                </c:pt>
                <c:pt idx="1867">
                  <c:v>0.11902025423486662</c:v>
                </c:pt>
                <c:pt idx="1868">
                  <c:v>0.1396347913010878</c:v>
                </c:pt>
                <c:pt idx="1869">
                  <c:v>0.13981793025369438</c:v>
                </c:pt>
                <c:pt idx="1870">
                  <c:v>0.15743138066743079</c:v>
                </c:pt>
                <c:pt idx="1871">
                  <c:v>0.15622784139924017</c:v>
                </c:pt>
                <c:pt idx="1872">
                  <c:v>0.15646572768644629</c:v>
                </c:pt>
                <c:pt idx="1873">
                  <c:v>0.15955748163784933</c:v>
                </c:pt>
                <c:pt idx="1874">
                  <c:v>0.16957059262439467</c:v>
                </c:pt>
                <c:pt idx="1875">
                  <c:v>0.19929916917284207</c:v>
                </c:pt>
                <c:pt idx="1876">
                  <c:v>0.19807995929767119</c:v>
                </c:pt>
                <c:pt idx="1877">
                  <c:v>0.19862387408377846</c:v>
                </c:pt>
                <c:pt idx="1878">
                  <c:v>0.19907688440514049</c:v>
                </c:pt>
                <c:pt idx="1879">
                  <c:v>0.18648179896373751</c:v>
                </c:pt>
                <c:pt idx="1880">
                  <c:v>0.18676882800445438</c:v>
                </c:pt>
                <c:pt idx="1881">
                  <c:v>0.17847557173728612</c:v>
                </c:pt>
                <c:pt idx="1882">
                  <c:v>0.17457392916821046</c:v>
                </c:pt>
                <c:pt idx="1883">
                  <c:v>0.17689533071691943</c:v>
                </c:pt>
                <c:pt idx="1884">
                  <c:v>0.18935492034794321</c:v>
                </c:pt>
                <c:pt idx="1885">
                  <c:v>0.22122938587239749</c:v>
                </c:pt>
                <c:pt idx="1886">
                  <c:v>0.23834434850588071</c:v>
                </c:pt>
                <c:pt idx="1887">
                  <c:v>0.25405374650626955</c:v>
                </c:pt>
                <c:pt idx="1888">
                  <c:v>0.25349929365450219</c:v>
                </c:pt>
                <c:pt idx="1889">
                  <c:v>0.2575795127010212</c:v>
                </c:pt>
                <c:pt idx="1890">
                  <c:v>0.26051293948048371</c:v>
                </c:pt>
                <c:pt idx="1891">
                  <c:v>0.25791402530787066</c:v>
                </c:pt>
                <c:pt idx="1892">
                  <c:v>0.25189862720449296</c:v>
                </c:pt>
                <c:pt idx="1893">
                  <c:v>0.25691155419436118</c:v>
                </c:pt>
                <c:pt idx="1894">
                  <c:v>0.26514276499210521</c:v>
                </c:pt>
                <c:pt idx="1895">
                  <c:v>0.26649430580153721</c:v>
                </c:pt>
                <c:pt idx="1896">
                  <c:v>0.26431568392210236</c:v>
                </c:pt>
                <c:pt idx="1897">
                  <c:v>0.25113454686820957</c:v>
                </c:pt>
                <c:pt idx="1898">
                  <c:v>0.2617880696283319</c:v>
                </c:pt>
                <c:pt idx="1899">
                  <c:v>0.26520175655184608</c:v>
                </c:pt>
                <c:pt idx="1900">
                  <c:v>0.28969563203603332</c:v>
                </c:pt>
                <c:pt idx="1901">
                  <c:v>0.3217733038814663</c:v>
                </c:pt>
                <c:pt idx="1902">
                  <c:v>0.31653986589870597</c:v>
                </c:pt>
                <c:pt idx="1903">
                  <c:v>0.31986352426159148</c:v>
                </c:pt>
                <c:pt idx="1904">
                  <c:v>0.31094881747827108</c:v>
                </c:pt>
                <c:pt idx="1905">
                  <c:v>0.30985317789403233</c:v>
                </c:pt>
                <c:pt idx="1906">
                  <c:v>0.31569373323137362</c:v>
                </c:pt>
                <c:pt idx="1907">
                  <c:v>0.30923637725502595</c:v>
                </c:pt>
                <c:pt idx="1908">
                  <c:v>0.30374370733832401</c:v>
                </c:pt>
                <c:pt idx="1909">
                  <c:v>0.29433173641342947</c:v>
                </c:pt>
                <c:pt idx="1910">
                  <c:v>0.29275161178061904</c:v>
                </c:pt>
                <c:pt idx="1911">
                  <c:v>0.28047388301122478</c:v>
                </c:pt>
                <c:pt idx="1912">
                  <c:v>0.29344559394352299</c:v>
                </c:pt>
                <c:pt idx="1913">
                  <c:v>0.29336091664893815</c:v>
                </c:pt>
                <c:pt idx="1914">
                  <c:v>0.28195139822769621</c:v>
                </c:pt>
                <c:pt idx="1915">
                  <c:v>0.28777327410458842</c:v>
                </c:pt>
                <c:pt idx="1916">
                  <c:v>0.29548936877761278</c:v>
                </c:pt>
                <c:pt idx="1917">
                  <c:v>0.2946324496081576</c:v>
                </c:pt>
                <c:pt idx="1918">
                  <c:v>0.29592324251430946</c:v>
                </c:pt>
                <c:pt idx="1919">
                  <c:v>0.26177708908779174</c:v>
                </c:pt>
                <c:pt idx="1920">
                  <c:v>0.26428426284491091</c:v>
                </c:pt>
                <c:pt idx="1921">
                  <c:v>0.2659234014028149</c:v>
                </c:pt>
                <c:pt idx="1922">
                  <c:v>0.2287104760630958</c:v>
                </c:pt>
                <c:pt idx="1923">
                  <c:v>0.23189836721662926</c:v>
                </c:pt>
                <c:pt idx="1924">
                  <c:v>0.2468316233611878</c:v>
                </c:pt>
                <c:pt idx="1925">
                  <c:v>0.2554631977338726</c:v>
                </c:pt>
                <c:pt idx="1926">
                  <c:v>0.2275403610580593</c:v>
                </c:pt>
                <c:pt idx="1927">
                  <c:v>0.2214856652892796</c:v>
                </c:pt>
                <c:pt idx="1928">
                  <c:v>0.22568814038866813</c:v>
                </c:pt>
                <c:pt idx="1929">
                  <c:v>0.22711810418288292</c:v>
                </c:pt>
                <c:pt idx="1930">
                  <c:v>0.21955212530111923</c:v>
                </c:pt>
                <c:pt idx="1931">
                  <c:v>0.2338528807619471</c:v>
                </c:pt>
                <c:pt idx="1932">
                  <c:v>0.24602352755760104</c:v>
                </c:pt>
                <c:pt idx="1933">
                  <c:v>0.23471112474737321</c:v>
                </c:pt>
                <c:pt idx="1934">
                  <c:v>0.23835222284284696</c:v>
                </c:pt>
                <c:pt idx="1935">
                  <c:v>0.23844189355437506</c:v>
                </c:pt>
                <c:pt idx="1936">
                  <c:v>0.23601442754517588</c:v>
                </c:pt>
                <c:pt idx="1937">
                  <c:v>0.19854667223788924</c:v>
                </c:pt>
                <c:pt idx="1938">
                  <c:v>0.20621628411720172</c:v>
                </c:pt>
                <c:pt idx="1939">
                  <c:v>0.2026759495540893</c:v>
                </c:pt>
                <c:pt idx="1940">
                  <c:v>0.23267830990903282</c:v>
                </c:pt>
                <c:pt idx="1941">
                  <c:v>0.25672721140889365</c:v>
                </c:pt>
                <c:pt idx="1942">
                  <c:v>0.26627296899306629</c:v>
                </c:pt>
                <c:pt idx="1943">
                  <c:v>0.27450701308702841</c:v>
                </c:pt>
                <c:pt idx="1944">
                  <c:v>0.25876683842870185</c:v>
                </c:pt>
                <c:pt idx="1945">
                  <c:v>0.28105471627802125</c:v>
                </c:pt>
                <c:pt idx="1946">
                  <c:v>0.29643082194041592</c:v>
                </c:pt>
                <c:pt idx="1947">
                  <c:v>0.2910706985333138</c:v>
                </c:pt>
                <c:pt idx="1948">
                  <c:v>0.27782291744499976</c:v>
                </c:pt>
                <c:pt idx="1949">
                  <c:v>0.26825967936450223</c:v>
                </c:pt>
                <c:pt idx="1950">
                  <c:v>0.27226118873451366</c:v>
                </c:pt>
                <c:pt idx="1951">
                  <c:v>0.2767135479527576</c:v>
                </c:pt>
                <c:pt idx="1952">
                  <c:v>0.29125297845674725</c:v>
                </c:pt>
                <c:pt idx="1953">
                  <c:v>0.28494523328754084</c:v>
                </c:pt>
                <c:pt idx="1954">
                  <c:v>0.28626018516928919</c:v>
                </c:pt>
                <c:pt idx="1955">
                  <c:v>0.28791538419870122</c:v>
                </c:pt>
                <c:pt idx="1956">
                  <c:v>0.26715521464109981</c:v>
                </c:pt>
                <c:pt idx="1957">
                  <c:v>0.29152928949488333</c:v>
                </c:pt>
                <c:pt idx="1958">
                  <c:v>0.29835354157795924</c:v>
                </c:pt>
                <c:pt idx="1959">
                  <c:v>0.31775007028790725</c:v>
                </c:pt>
                <c:pt idx="1960">
                  <c:v>0.323827290026655</c:v>
                </c:pt>
                <c:pt idx="1961">
                  <c:v>0.338685964859331</c:v>
                </c:pt>
                <c:pt idx="1962">
                  <c:v>0.31515134023178359</c:v>
                </c:pt>
                <c:pt idx="1963">
                  <c:v>0.31787590793557619</c:v>
                </c:pt>
                <c:pt idx="1964">
                  <c:v>0.31263804063564749</c:v>
                </c:pt>
                <c:pt idx="1965">
                  <c:v>0.27186088561079136</c:v>
                </c:pt>
                <c:pt idx="1966">
                  <c:v>0.24661010570619313</c:v>
                </c:pt>
                <c:pt idx="1967">
                  <c:v>0.2154680660728685</c:v>
                </c:pt>
                <c:pt idx="1968">
                  <c:v>0.17044062004619698</c:v>
                </c:pt>
                <c:pt idx="1969">
                  <c:v>0.18907509023316749</c:v>
                </c:pt>
                <c:pt idx="1970">
                  <c:v>0.1337485765135269</c:v>
                </c:pt>
                <c:pt idx="1971">
                  <c:v>0.15304510210708933</c:v>
                </c:pt>
                <c:pt idx="1972">
                  <c:v>0.16445062320436166</c:v>
                </c:pt>
                <c:pt idx="1973">
                  <c:v>0.18612219794045148</c:v>
                </c:pt>
                <c:pt idx="1974">
                  <c:v>0.1969757293299752</c:v>
                </c:pt>
                <c:pt idx="1975">
                  <c:v>0.17298786545834322</c:v>
                </c:pt>
                <c:pt idx="1976">
                  <c:v>0.18441396394411536</c:v>
                </c:pt>
                <c:pt idx="1977">
                  <c:v>0.17460398456941006</c:v>
                </c:pt>
                <c:pt idx="1978">
                  <c:v>0.19864892829851777</c:v>
                </c:pt>
                <c:pt idx="1979">
                  <c:v>0.20173854645748679</c:v>
                </c:pt>
                <c:pt idx="1980">
                  <c:v>0.19997887203243359</c:v>
                </c:pt>
                <c:pt idx="1981">
                  <c:v>0.17718708031959629</c:v>
                </c:pt>
                <c:pt idx="1982">
                  <c:v>0.15067415725810784</c:v>
                </c:pt>
                <c:pt idx="1983">
                  <c:v>0.12527574770888839</c:v>
                </c:pt>
                <c:pt idx="1984">
                  <c:v>0.15901177592218496</c:v>
                </c:pt>
                <c:pt idx="1985">
                  <c:v>0.15691132261800389</c:v>
                </c:pt>
                <c:pt idx="1986">
                  <c:v>0.17310862742342148</c:v>
                </c:pt>
                <c:pt idx="1987">
                  <c:v>0.19956046133910843</c:v>
                </c:pt>
                <c:pt idx="1988">
                  <c:v>0.21621551392765026</c:v>
                </c:pt>
                <c:pt idx="1989">
                  <c:v>0.22145036854068478</c:v>
                </c:pt>
                <c:pt idx="1990">
                  <c:v>0.22319527969198449</c:v>
                </c:pt>
                <c:pt idx="1991">
                  <c:v>0.23237746419733551</c:v>
                </c:pt>
                <c:pt idx="1992">
                  <c:v>0.2249025797041726</c:v>
                </c:pt>
                <c:pt idx="1993">
                  <c:v>0.21279799146183676</c:v>
                </c:pt>
                <c:pt idx="1994">
                  <c:v>0.21907405226969279</c:v>
                </c:pt>
                <c:pt idx="1995">
                  <c:v>0.22239995636549836</c:v>
                </c:pt>
                <c:pt idx="1996">
                  <c:v>0.22917588138532219</c:v>
                </c:pt>
                <c:pt idx="1997">
                  <c:v>0.16200590281441052</c:v>
                </c:pt>
                <c:pt idx="1998">
                  <c:v>0.17606228356146891</c:v>
                </c:pt>
                <c:pt idx="1999">
                  <c:v>0.18398100923358052</c:v>
                </c:pt>
                <c:pt idx="2000">
                  <c:v>0.16055652784972385</c:v>
                </c:pt>
                <c:pt idx="2001">
                  <c:v>0.18046832925108425</c:v>
                </c:pt>
                <c:pt idx="2002">
                  <c:v>0.18590472379826584</c:v>
                </c:pt>
                <c:pt idx="2003">
                  <c:v>0.18159117469902397</c:v>
                </c:pt>
                <c:pt idx="2004">
                  <c:v>0.17593340208166208</c:v>
                </c:pt>
                <c:pt idx="2005">
                  <c:v>0.1469710334842298</c:v>
                </c:pt>
                <c:pt idx="2006">
                  <c:v>0.17002943413918881</c:v>
                </c:pt>
                <c:pt idx="2007">
                  <c:v>0.16089071799821664</c:v>
                </c:pt>
                <c:pt idx="2008">
                  <c:v>0.17376646069396706</c:v>
                </c:pt>
                <c:pt idx="2009">
                  <c:v>0.17675733698214668</c:v>
                </c:pt>
                <c:pt idx="2010">
                  <c:v>0.17069339691105556</c:v>
                </c:pt>
                <c:pt idx="2011">
                  <c:v>0.16806119989686108</c:v>
                </c:pt>
                <c:pt idx="2012">
                  <c:v>0.17886872243925533</c:v>
                </c:pt>
                <c:pt idx="2013">
                  <c:v>0.18045506827290847</c:v>
                </c:pt>
                <c:pt idx="2014">
                  <c:v>0.17940178121597228</c:v>
                </c:pt>
                <c:pt idx="2015">
                  <c:v>0.19690942299333591</c:v>
                </c:pt>
                <c:pt idx="2016">
                  <c:v>0.20771109145177902</c:v>
                </c:pt>
                <c:pt idx="2017">
                  <c:v>0.19808105036098134</c:v>
                </c:pt>
                <c:pt idx="2018">
                  <c:v>0.19571625362840339</c:v>
                </c:pt>
                <c:pt idx="2019">
                  <c:v>0.18757600205515335</c:v>
                </c:pt>
                <c:pt idx="2020">
                  <c:v>0.17172565150971209</c:v>
                </c:pt>
                <c:pt idx="2021">
                  <c:v>0.19539141983151609</c:v>
                </c:pt>
                <c:pt idx="2022">
                  <c:v>0.21245445848905886</c:v>
                </c:pt>
                <c:pt idx="2023">
                  <c:v>0.21963352807115477</c:v>
                </c:pt>
                <c:pt idx="2024">
                  <c:v>0.20173116591151352</c:v>
                </c:pt>
                <c:pt idx="2025">
                  <c:v>0.19744295993574434</c:v>
                </c:pt>
                <c:pt idx="2026">
                  <c:v>0.19106756738591768</c:v>
                </c:pt>
                <c:pt idx="2027">
                  <c:v>0.17932607892581598</c:v>
                </c:pt>
                <c:pt idx="2028">
                  <c:v>0.17672957209140283</c:v>
                </c:pt>
                <c:pt idx="2029">
                  <c:v>0.18262178108731963</c:v>
                </c:pt>
                <c:pt idx="2030">
                  <c:v>0.19821486611590378</c:v>
                </c:pt>
                <c:pt idx="2031">
                  <c:v>0.19368630411181642</c:v>
                </c:pt>
                <c:pt idx="2032">
                  <c:v>0.17827732777997274</c:v>
                </c:pt>
                <c:pt idx="2033">
                  <c:v>0.18441170470685053</c:v>
                </c:pt>
                <c:pt idx="2034">
                  <c:v>0.17724031122192629</c:v>
                </c:pt>
                <c:pt idx="2035">
                  <c:v>0.18004495953152588</c:v>
                </c:pt>
                <c:pt idx="2036">
                  <c:v>0.18431025755714137</c:v>
                </c:pt>
                <c:pt idx="2037">
                  <c:v>0.19462529649724325</c:v>
                </c:pt>
                <c:pt idx="2038">
                  <c:v>0.19004064944067256</c:v>
                </c:pt>
                <c:pt idx="2039">
                  <c:v>0.19284560604274215</c:v>
                </c:pt>
                <c:pt idx="2040">
                  <c:v>0.2017916064743106</c:v>
                </c:pt>
                <c:pt idx="2041">
                  <c:v>0.18463949709076832</c:v>
                </c:pt>
                <c:pt idx="2042">
                  <c:v>0.14259385115274803</c:v>
                </c:pt>
                <c:pt idx="2043">
                  <c:v>0.14710845313220888</c:v>
                </c:pt>
                <c:pt idx="2044">
                  <c:v>0.15520902262529845</c:v>
                </c:pt>
                <c:pt idx="2045">
                  <c:v>0.16554761715739597</c:v>
                </c:pt>
                <c:pt idx="2046">
                  <c:v>0.16942255386753224</c:v>
                </c:pt>
                <c:pt idx="2047">
                  <c:v>0.18909343739930073</c:v>
                </c:pt>
                <c:pt idx="2048">
                  <c:v>0.16957268625390576</c:v>
                </c:pt>
                <c:pt idx="2049">
                  <c:v>0.18480529155635339</c:v>
                </c:pt>
                <c:pt idx="2050">
                  <c:v>0.18380282823044802</c:v>
                </c:pt>
                <c:pt idx="2051">
                  <c:v>0.15027387894992095</c:v>
                </c:pt>
                <c:pt idx="2052">
                  <c:v>0.14229725686942851</c:v>
                </c:pt>
                <c:pt idx="2053">
                  <c:v>0.11964374445997983</c:v>
                </c:pt>
                <c:pt idx="2054">
                  <c:v>9.86480641494345E-2</c:v>
                </c:pt>
                <c:pt idx="2055">
                  <c:v>0.10867626996004009</c:v>
                </c:pt>
                <c:pt idx="2056">
                  <c:v>9.4961821596542872E-2</c:v>
                </c:pt>
                <c:pt idx="2057">
                  <c:v>0.10477488987811423</c:v>
                </c:pt>
                <c:pt idx="2058">
                  <c:v>0.1078717839124923</c:v>
                </c:pt>
                <c:pt idx="2059">
                  <c:v>0.1044151630662824</c:v>
                </c:pt>
                <c:pt idx="2060">
                  <c:v>9.7909654288568682E-2</c:v>
                </c:pt>
                <c:pt idx="2061">
                  <c:v>8.6334393187461833E-2</c:v>
                </c:pt>
                <c:pt idx="2062">
                  <c:v>8.6987766014118506E-2</c:v>
                </c:pt>
                <c:pt idx="2063">
                  <c:v>5.3332635083385371E-2</c:v>
                </c:pt>
                <c:pt idx="2064">
                  <c:v>5.5667588727204675E-2</c:v>
                </c:pt>
                <c:pt idx="2065">
                  <c:v>5.2001413213865311E-2</c:v>
                </c:pt>
                <c:pt idx="2066">
                  <c:v>4.7380681158292637E-2</c:v>
                </c:pt>
                <c:pt idx="2067">
                  <c:v>5.7836895141887057E-2</c:v>
                </c:pt>
                <c:pt idx="2068">
                  <c:v>7.0904355704897171E-2</c:v>
                </c:pt>
                <c:pt idx="2069">
                  <c:v>7.1582133741674436E-2</c:v>
                </c:pt>
                <c:pt idx="2070">
                  <c:v>6.3927535168788241E-2</c:v>
                </c:pt>
                <c:pt idx="2071">
                  <c:v>7.1917976022350949E-2</c:v>
                </c:pt>
                <c:pt idx="2072">
                  <c:v>8.2398505711935188E-2</c:v>
                </c:pt>
                <c:pt idx="2073">
                  <c:v>7.887953672114878E-2</c:v>
                </c:pt>
                <c:pt idx="2074">
                  <c:v>7.7770736920817596E-2</c:v>
                </c:pt>
                <c:pt idx="2075">
                  <c:v>7.2294357697433309E-2</c:v>
                </c:pt>
                <c:pt idx="2076">
                  <c:v>6.8206569745900447E-2</c:v>
                </c:pt>
                <c:pt idx="2077">
                  <c:v>7.6916635877701589E-2</c:v>
                </c:pt>
                <c:pt idx="2078">
                  <c:v>6.5595093517234471E-2</c:v>
                </c:pt>
                <c:pt idx="2079">
                  <c:v>6.8675861300008023E-2</c:v>
                </c:pt>
                <c:pt idx="2080">
                  <c:v>6.7191027120064417E-2</c:v>
                </c:pt>
                <c:pt idx="2081">
                  <c:v>7.4146815008133249E-2</c:v>
                </c:pt>
                <c:pt idx="2082">
                  <c:v>7.978321154237844E-2</c:v>
                </c:pt>
                <c:pt idx="2083">
                  <c:v>7.6185133941611971E-2</c:v>
                </c:pt>
                <c:pt idx="2084">
                  <c:v>7.7988358228926247E-2</c:v>
                </c:pt>
                <c:pt idx="2085">
                  <c:v>8.3669421456410653E-2</c:v>
                </c:pt>
                <c:pt idx="2086">
                  <c:v>5.5946060884907833E-2</c:v>
                </c:pt>
                <c:pt idx="2087">
                  <c:v>6.5963739155249224E-2</c:v>
                </c:pt>
                <c:pt idx="2088">
                  <c:v>6.5781131770838996E-2</c:v>
                </c:pt>
                <c:pt idx="2089">
                  <c:v>7.4871920172065121E-2</c:v>
                </c:pt>
                <c:pt idx="2090">
                  <c:v>7.5459545956559682E-2</c:v>
                </c:pt>
                <c:pt idx="2091">
                  <c:v>7.3283395306747323E-2</c:v>
                </c:pt>
                <c:pt idx="2092">
                  <c:v>5.9185577741706519E-2</c:v>
                </c:pt>
                <c:pt idx="2093">
                  <c:v>3.9554272019070025E-2</c:v>
                </c:pt>
                <c:pt idx="2094">
                  <c:v>4.5830392818167143E-2</c:v>
                </c:pt>
                <c:pt idx="2095">
                  <c:v>3.1107754626699347E-2</c:v>
                </c:pt>
                <c:pt idx="2096">
                  <c:v>2.9995960841649794E-2</c:v>
                </c:pt>
                <c:pt idx="2097">
                  <c:v>3.1224340597884037E-2</c:v>
                </c:pt>
                <c:pt idx="2098">
                  <c:v>4.4462594880992024E-2</c:v>
                </c:pt>
                <c:pt idx="2099">
                  <c:v>5.0039414315749653E-2</c:v>
                </c:pt>
                <c:pt idx="2100">
                  <c:v>5.5081878719398514E-2</c:v>
                </c:pt>
                <c:pt idx="2101">
                  <c:v>6.2449184273447367E-2</c:v>
                </c:pt>
                <c:pt idx="2102">
                  <c:v>7.0525486695871775E-2</c:v>
                </c:pt>
                <c:pt idx="2103">
                  <c:v>7.0533585006123722E-2</c:v>
                </c:pt>
                <c:pt idx="2104">
                  <c:v>7.3597417239926077E-2</c:v>
                </c:pt>
                <c:pt idx="2105">
                  <c:v>7.6561477841563974E-2</c:v>
                </c:pt>
                <c:pt idx="2106">
                  <c:v>7.8177426496995439E-2</c:v>
                </c:pt>
                <c:pt idx="2107">
                  <c:v>7.2369150785438041E-2</c:v>
                </c:pt>
                <c:pt idx="2108">
                  <c:v>8.0592151127166556E-2</c:v>
                </c:pt>
                <c:pt idx="2109">
                  <c:v>5.9862345159505059E-2</c:v>
                </c:pt>
                <c:pt idx="2110">
                  <c:v>5.704434607073039E-2</c:v>
                </c:pt>
                <c:pt idx="2111">
                  <c:v>4.9604829666191064E-2</c:v>
                </c:pt>
                <c:pt idx="2112">
                  <c:v>5.147683401992742E-2</c:v>
                </c:pt>
                <c:pt idx="2113">
                  <c:v>4.813716250345812E-2</c:v>
                </c:pt>
                <c:pt idx="2114">
                  <c:v>4.7002262031405229E-2</c:v>
                </c:pt>
                <c:pt idx="2115">
                  <c:v>4.9604995476085101E-2</c:v>
                </c:pt>
                <c:pt idx="2116">
                  <c:v>7.0349183839364171E-2</c:v>
                </c:pt>
                <c:pt idx="2117">
                  <c:v>5.7434288717241211E-2</c:v>
                </c:pt>
                <c:pt idx="2118">
                  <c:v>6.6831042865336698E-2</c:v>
                </c:pt>
                <c:pt idx="2119">
                  <c:v>6.6181934023074263E-2</c:v>
                </c:pt>
                <c:pt idx="2120">
                  <c:v>8.0022729663739911E-2</c:v>
                </c:pt>
                <c:pt idx="2121">
                  <c:v>8.4773199531273269E-2</c:v>
                </c:pt>
                <c:pt idx="2122">
                  <c:v>9.9417627184607671E-2</c:v>
                </c:pt>
                <c:pt idx="2123">
                  <c:v>9.1746151638352647E-2</c:v>
                </c:pt>
                <c:pt idx="2124">
                  <c:v>8.9350658824867368E-2</c:v>
                </c:pt>
                <c:pt idx="2125">
                  <c:v>7.1522531835090275E-2</c:v>
                </c:pt>
                <c:pt idx="2126">
                  <c:v>4.6041100328344964E-2</c:v>
                </c:pt>
                <c:pt idx="2127">
                  <c:v>4.4810958827284031E-2</c:v>
                </c:pt>
                <c:pt idx="2128">
                  <c:v>3.7746809273778714E-2</c:v>
                </c:pt>
                <c:pt idx="2129">
                  <c:v>2.8255061440201956E-2</c:v>
                </c:pt>
                <c:pt idx="2130">
                  <c:v>-2.5625829207783557E-2</c:v>
                </c:pt>
                <c:pt idx="2131">
                  <c:v>-2.0632750426848423E-2</c:v>
                </c:pt>
                <c:pt idx="2132">
                  <c:v>-2.8044244743432367E-2</c:v>
                </c:pt>
                <c:pt idx="2133">
                  <c:v>-3.1087355604497047E-2</c:v>
                </c:pt>
                <c:pt idx="2134">
                  <c:v>-1.4925003494002276E-2</c:v>
                </c:pt>
                <c:pt idx="2135">
                  <c:v>-2.5696788166703177E-2</c:v>
                </c:pt>
                <c:pt idx="2136">
                  <c:v>-2.2193327415989339E-2</c:v>
                </c:pt>
                <c:pt idx="2137">
                  <c:v>-2.0548673770477643E-2</c:v>
                </c:pt>
                <c:pt idx="2138">
                  <c:v>-4.7796353065736374E-2</c:v>
                </c:pt>
                <c:pt idx="2139">
                  <c:v>-5.3339028157755708E-2</c:v>
                </c:pt>
                <c:pt idx="2140">
                  <c:v>-7.1206646305498777E-2</c:v>
                </c:pt>
                <c:pt idx="2141">
                  <c:v>-8.895813431656574E-2</c:v>
                </c:pt>
                <c:pt idx="2142">
                  <c:v>-9.7601487431747014E-2</c:v>
                </c:pt>
                <c:pt idx="2143">
                  <c:v>-9.0873199284121187E-2</c:v>
                </c:pt>
                <c:pt idx="2144">
                  <c:v>-9.056226609188589E-2</c:v>
                </c:pt>
                <c:pt idx="2145">
                  <c:v>-9.3758450352211309E-2</c:v>
                </c:pt>
                <c:pt idx="2146">
                  <c:v>-5.5368760173986731E-2</c:v>
                </c:pt>
                <c:pt idx="2147">
                  <c:v>-6.7498232977435624E-2</c:v>
                </c:pt>
                <c:pt idx="2148">
                  <c:v>-6.0560005675373008E-2</c:v>
                </c:pt>
                <c:pt idx="2149">
                  <c:v>-6.6881472415569299E-2</c:v>
                </c:pt>
                <c:pt idx="2150">
                  <c:v>-5.3502307710609376E-2</c:v>
                </c:pt>
                <c:pt idx="2151">
                  <c:v>-6.2868973928354999E-2</c:v>
                </c:pt>
                <c:pt idx="2152">
                  <c:v>-5.825872964457357E-2</c:v>
                </c:pt>
                <c:pt idx="2153">
                  <c:v>-6.8728340621587058E-2</c:v>
                </c:pt>
                <c:pt idx="2154">
                  <c:v>-7.045350955250651E-2</c:v>
                </c:pt>
                <c:pt idx="2155">
                  <c:v>-6.1181520620751106E-2</c:v>
                </c:pt>
                <c:pt idx="2156">
                  <c:v>-6.2106820934256124E-2</c:v>
                </c:pt>
                <c:pt idx="2157">
                  <c:v>-5.6644952161919893E-2</c:v>
                </c:pt>
                <c:pt idx="2158">
                  <c:v>-6.7344347724397347E-2</c:v>
                </c:pt>
                <c:pt idx="2159">
                  <c:v>-7.2624490179866052E-2</c:v>
                </c:pt>
                <c:pt idx="2160">
                  <c:v>-7.3299628427793584E-2</c:v>
                </c:pt>
                <c:pt idx="2161">
                  <c:v>-8.2406859485713913E-2</c:v>
                </c:pt>
                <c:pt idx="2162">
                  <c:v>-6.6757041572542475E-2</c:v>
                </c:pt>
                <c:pt idx="2163">
                  <c:v>-5.9840112466375439E-2</c:v>
                </c:pt>
                <c:pt idx="2164">
                  <c:v>-5.2909571094682306E-2</c:v>
                </c:pt>
                <c:pt idx="2165">
                  <c:v>-4.891833513267918E-2</c:v>
                </c:pt>
                <c:pt idx="2166">
                  <c:v>-5.8369846173775608E-2</c:v>
                </c:pt>
                <c:pt idx="2167">
                  <c:v>-4.1484622764748069E-2</c:v>
                </c:pt>
                <c:pt idx="2168">
                  <c:v>-5.5973497375972903E-2</c:v>
                </c:pt>
                <c:pt idx="2169">
                  <c:v>-6.2119723824331397E-2</c:v>
                </c:pt>
                <c:pt idx="2170">
                  <c:v>-7.7452060354907815E-2</c:v>
                </c:pt>
                <c:pt idx="2171">
                  <c:v>-7.348607425011755E-2</c:v>
                </c:pt>
                <c:pt idx="2172">
                  <c:v>-8.4027010469547969E-2</c:v>
                </c:pt>
                <c:pt idx="2173">
                  <c:v>-8.8227679045330909E-2</c:v>
                </c:pt>
                <c:pt idx="2174">
                  <c:v>-7.3786515732813918E-2</c:v>
                </c:pt>
                <c:pt idx="2175">
                  <c:v>-6.6067347089587836E-2</c:v>
                </c:pt>
                <c:pt idx="2176">
                  <c:v>-8.7999247510544887E-2</c:v>
                </c:pt>
                <c:pt idx="2177">
                  <c:v>-8.4086628651558026E-2</c:v>
                </c:pt>
                <c:pt idx="2178">
                  <c:v>-8.7204165927720734E-2</c:v>
                </c:pt>
                <c:pt idx="2179">
                  <c:v>-8.1506555781060142E-2</c:v>
                </c:pt>
                <c:pt idx="2180">
                  <c:v>-9.2849732433587517E-2</c:v>
                </c:pt>
                <c:pt idx="2181">
                  <c:v>-9.4952749357095412E-2</c:v>
                </c:pt>
                <c:pt idx="2182">
                  <c:v>-9.2519785978954827E-2</c:v>
                </c:pt>
                <c:pt idx="2183">
                  <c:v>-0.10960810597671711</c:v>
                </c:pt>
                <c:pt idx="2184">
                  <c:v>-7.787553618008114E-2</c:v>
                </c:pt>
                <c:pt idx="2185">
                  <c:v>-7.334285110157146E-2</c:v>
                </c:pt>
                <c:pt idx="2186">
                  <c:v>-8.3815426749134003E-2</c:v>
                </c:pt>
                <c:pt idx="2187">
                  <c:v>-9.5935905066367511E-2</c:v>
                </c:pt>
                <c:pt idx="2188">
                  <c:v>-8.7413217855502934E-2</c:v>
                </c:pt>
                <c:pt idx="2189">
                  <c:v>-7.3047944893169792E-2</c:v>
                </c:pt>
                <c:pt idx="2190">
                  <c:v>-7.9916213731381136E-2</c:v>
                </c:pt>
                <c:pt idx="2191">
                  <c:v>-6.065917711360469E-2</c:v>
                </c:pt>
                <c:pt idx="2192">
                  <c:v>-5.8869191505088736E-2</c:v>
                </c:pt>
                <c:pt idx="2193">
                  <c:v>-5.0824313386548692E-2</c:v>
                </c:pt>
                <c:pt idx="2194">
                  <c:v>-6.219899315013655E-2</c:v>
                </c:pt>
                <c:pt idx="2195">
                  <c:v>-3.9656109492597347E-2</c:v>
                </c:pt>
                <c:pt idx="2196">
                  <c:v>-3.4415106693060693E-2</c:v>
                </c:pt>
                <c:pt idx="2197">
                  <c:v>-3.1562461097964345E-2</c:v>
                </c:pt>
                <c:pt idx="2198">
                  <c:v>-2.2415285393584172E-2</c:v>
                </c:pt>
                <c:pt idx="2199">
                  <c:v>-2.0873496748072151E-2</c:v>
                </c:pt>
                <c:pt idx="2200">
                  <c:v>-2.7729029751809575E-2</c:v>
                </c:pt>
                <c:pt idx="2201">
                  <c:v>-2.0643764152387556E-2</c:v>
                </c:pt>
                <c:pt idx="2202">
                  <c:v>-1.2038402604642728E-2</c:v>
                </c:pt>
                <c:pt idx="2203">
                  <c:v>1.3486806737800006E-2</c:v>
                </c:pt>
                <c:pt idx="2204">
                  <c:v>1.236048962075742E-2</c:v>
                </c:pt>
                <c:pt idx="2205">
                  <c:v>1.8267950137307309E-2</c:v>
                </c:pt>
                <c:pt idx="2206">
                  <c:v>3.5246114896163805E-2</c:v>
                </c:pt>
                <c:pt idx="2207">
                  <c:v>3.596609077308921E-2</c:v>
                </c:pt>
                <c:pt idx="2208">
                  <c:v>2.999474224393528E-2</c:v>
                </c:pt>
                <c:pt idx="2209">
                  <c:v>3.1428721002965121E-2</c:v>
                </c:pt>
                <c:pt idx="2210">
                  <c:v>1.402306903338002E-2</c:v>
                </c:pt>
                <c:pt idx="2211">
                  <c:v>1.2662281919488372E-2</c:v>
                </c:pt>
                <c:pt idx="2212">
                  <c:v>2.1531648443400719E-2</c:v>
                </c:pt>
                <c:pt idx="2213">
                  <c:v>2.7327399006804365E-2</c:v>
                </c:pt>
                <c:pt idx="2214">
                  <c:v>3.5905961231624151E-2</c:v>
                </c:pt>
                <c:pt idx="2215">
                  <c:v>2.2393586820809164E-2</c:v>
                </c:pt>
                <c:pt idx="2216">
                  <c:v>3.4077843680017095E-2</c:v>
                </c:pt>
                <c:pt idx="2217">
                  <c:v>2.5962943883816259E-2</c:v>
                </c:pt>
                <c:pt idx="2218">
                  <c:v>4.1071035477805218E-2</c:v>
                </c:pt>
                <c:pt idx="2219">
                  <c:v>4.2902851085519167E-2</c:v>
                </c:pt>
                <c:pt idx="2220">
                  <c:v>4.1474690829071292E-2</c:v>
                </c:pt>
                <c:pt idx="2221">
                  <c:v>4.5699011167511738E-2</c:v>
                </c:pt>
                <c:pt idx="2222">
                  <c:v>4.0841652833528919E-2</c:v>
                </c:pt>
                <c:pt idx="2223">
                  <c:v>4.5872771928447742E-2</c:v>
                </c:pt>
                <c:pt idx="2224">
                  <c:v>2.392101783024625E-2</c:v>
                </c:pt>
                <c:pt idx="2225">
                  <c:v>1.4870798406565022E-2</c:v>
                </c:pt>
                <c:pt idx="2226">
                  <c:v>4.2919129901288766E-3</c:v>
                </c:pt>
                <c:pt idx="2227">
                  <c:v>-3.4221863550509823E-5</c:v>
                </c:pt>
                <c:pt idx="2228">
                  <c:v>-4.5905459827997319E-3</c:v>
                </c:pt>
                <c:pt idx="2229">
                  <c:v>-2.1170332866524255E-2</c:v>
                </c:pt>
                <c:pt idx="2230">
                  <c:v>-2.0553339264660631E-2</c:v>
                </c:pt>
                <c:pt idx="2231">
                  <c:v>-8.1664420833051921E-3</c:v>
                </c:pt>
                <c:pt idx="2232">
                  <c:v>-2.0079842490467348E-2</c:v>
                </c:pt>
                <c:pt idx="2233">
                  <c:v>-1.6229944937755869E-2</c:v>
                </c:pt>
                <c:pt idx="2234">
                  <c:v>-3.680586108686601E-3</c:v>
                </c:pt>
                <c:pt idx="2235">
                  <c:v>-7.828750205438606E-4</c:v>
                </c:pt>
                <c:pt idx="2236">
                  <c:v>-2.1696774930737295E-3</c:v>
                </c:pt>
                <c:pt idx="2237">
                  <c:v>-2.800786871983707E-4</c:v>
                </c:pt>
                <c:pt idx="2238">
                  <c:v>7.3307627389482821E-3</c:v>
                </c:pt>
                <c:pt idx="2239">
                  <c:v>9.6907248321238537E-3</c:v>
                </c:pt>
                <c:pt idx="2240">
                  <c:v>-1.6914859639739488E-2</c:v>
                </c:pt>
                <c:pt idx="2241">
                  <c:v>-1.5638876881806762E-2</c:v>
                </c:pt>
                <c:pt idx="2242">
                  <c:v>-1.4278613373741811E-2</c:v>
                </c:pt>
                <c:pt idx="2243">
                  <c:v>-2.0357776692011331E-2</c:v>
                </c:pt>
                <c:pt idx="2244">
                  <c:v>-1.5418633540550397E-2</c:v>
                </c:pt>
                <c:pt idx="2245">
                  <c:v>2.7449956324796521E-3</c:v>
                </c:pt>
                <c:pt idx="2246">
                  <c:v>6.9747830045781001E-3</c:v>
                </c:pt>
                <c:pt idx="2247">
                  <c:v>2.8743073486984461E-2</c:v>
                </c:pt>
                <c:pt idx="2248">
                  <c:v>3.0378465539024679E-2</c:v>
                </c:pt>
                <c:pt idx="2249">
                  <c:v>3.3887387336944075E-2</c:v>
                </c:pt>
                <c:pt idx="2250">
                  <c:v>2.7944799992396518E-2</c:v>
                </c:pt>
                <c:pt idx="2251">
                  <c:v>3.1739913437146994E-2</c:v>
                </c:pt>
                <c:pt idx="2252">
                  <c:v>3.9563724838845626E-2</c:v>
                </c:pt>
                <c:pt idx="2253">
                  <c:v>3.5544071604505234E-2</c:v>
                </c:pt>
                <c:pt idx="2254">
                  <c:v>3.7697785597987643E-2</c:v>
                </c:pt>
                <c:pt idx="2255">
                  <c:v>4.5398441485203778E-2</c:v>
                </c:pt>
                <c:pt idx="2256">
                  <c:v>5.0083296521087561E-2</c:v>
                </c:pt>
                <c:pt idx="2257">
                  <c:v>5.0275533620130597E-2</c:v>
                </c:pt>
                <c:pt idx="2258">
                  <c:v>2.5929953577068066E-2</c:v>
                </c:pt>
                <c:pt idx="2259">
                  <c:v>2.5857030626773359E-2</c:v>
                </c:pt>
                <c:pt idx="2260">
                  <c:v>2.552243450113223E-2</c:v>
                </c:pt>
                <c:pt idx="2261">
                  <c:v>2.7352654538847609E-2</c:v>
                </c:pt>
                <c:pt idx="2262">
                  <c:v>1.1885720252127863E-2</c:v>
                </c:pt>
                <c:pt idx="2263">
                  <c:v>1.0813018326473856E-2</c:v>
                </c:pt>
                <c:pt idx="2264">
                  <c:v>7.0476544979647393E-4</c:v>
                </c:pt>
                <c:pt idx="2265">
                  <c:v>2.8315591579340715E-2</c:v>
                </c:pt>
                <c:pt idx="2266">
                  <c:v>2.0007372048928218E-2</c:v>
                </c:pt>
                <c:pt idx="2267">
                  <c:v>2.400615932288952E-2</c:v>
                </c:pt>
                <c:pt idx="2268">
                  <c:v>1.2323532334035381E-2</c:v>
                </c:pt>
                <c:pt idx="2269">
                  <c:v>1.458176687666457E-3</c:v>
                </c:pt>
                <c:pt idx="2270">
                  <c:v>-5.2286706376796221E-3</c:v>
                </c:pt>
                <c:pt idx="2271">
                  <c:v>-3.9259430617512692E-2</c:v>
                </c:pt>
                <c:pt idx="2272">
                  <c:v>-4.1084505942248217E-2</c:v>
                </c:pt>
                <c:pt idx="2273">
                  <c:v>-5.4924038984883516E-2</c:v>
                </c:pt>
                <c:pt idx="2274">
                  <c:v>-5.7595004043246467E-2</c:v>
                </c:pt>
                <c:pt idx="2275">
                  <c:v>-5.2089449685339684E-2</c:v>
                </c:pt>
                <c:pt idx="2276">
                  <c:v>-6.8623713609104131E-2</c:v>
                </c:pt>
                <c:pt idx="2277">
                  <c:v>-7.6232818901027954E-2</c:v>
                </c:pt>
                <c:pt idx="2278">
                  <c:v>-7.4645930363037127E-2</c:v>
                </c:pt>
                <c:pt idx="2279">
                  <c:v>-6.7431321205569938E-2</c:v>
                </c:pt>
                <c:pt idx="2280">
                  <c:v>-6.58286405618842E-2</c:v>
                </c:pt>
                <c:pt idx="2281">
                  <c:v>-6.8454350095275673E-2</c:v>
                </c:pt>
                <c:pt idx="2282">
                  <c:v>-7.5489810864220352E-2</c:v>
                </c:pt>
                <c:pt idx="2283">
                  <c:v>-7.41843469808805E-2</c:v>
                </c:pt>
                <c:pt idx="2284">
                  <c:v>-7.3033345652931514E-2</c:v>
                </c:pt>
                <c:pt idx="2285">
                  <c:v>-8.887263988730032E-2</c:v>
                </c:pt>
                <c:pt idx="2286">
                  <c:v>-8.1021104401872934E-2</c:v>
                </c:pt>
                <c:pt idx="2287">
                  <c:v>-8.3913613726839031E-2</c:v>
                </c:pt>
                <c:pt idx="2288">
                  <c:v>-6.5939718468767339E-2</c:v>
                </c:pt>
                <c:pt idx="2289">
                  <c:v>-6.7942573028404007E-2</c:v>
                </c:pt>
                <c:pt idx="2290">
                  <c:v>-6.6565340255696492E-2</c:v>
                </c:pt>
                <c:pt idx="2291">
                  <c:v>-6.6240823605612675E-2</c:v>
                </c:pt>
                <c:pt idx="2292">
                  <c:v>-4.9668153633243284E-2</c:v>
                </c:pt>
                <c:pt idx="2293">
                  <c:v>-4.3284305493165975E-2</c:v>
                </c:pt>
                <c:pt idx="2294">
                  <c:v>-4.7331525774077843E-2</c:v>
                </c:pt>
                <c:pt idx="2295">
                  <c:v>-5.868383243101194E-2</c:v>
                </c:pt>
                <c:pt idx="2296">
                  <c:v>-5.7936548655390663E-2</c:v>
                </c:pt>
                <c:pt idx="2297">
                  <c:v>-5.4690633725824389E-2</c:v>
                </c:pt>
                <c:pt idx="2298">
                  <c:v>-4.9822436894042088E-2</c:v>
                </c:pt>
                <c:pt idx="2299">
                  <c:v>-3.7395229804347396E-2</c:v>
                </c:pt>
                <c:pt idx="2300">
                  <c:v>-3.2114941738729197E-2</c:v>
                </c:pt>
                <c:pt idx="2301">
                  <c:v>-3.5516477621202469E-2</c:v>
                </c:pt>
                <c:pt idx="2302">
                  <c:v>-3.2263710154418979E-2</c:v>
                </c:pt>
                <c:pt idx="2303">
                  <c:v>-3.3902616079515502E-2</c:v>
                </c:pt>
                <c:pt idx="2304">
                  <c:v>-3.3573917763886962E-2</c:v>
                </c:pt>
                <c:pt idx="2305">
                  <c:v>-1.453338154371675E-2</c:v>
                </c:pt>
                <c:pt idx="2306">
                  <c:v>-1.7262404379476903E-2</c:v>
                </c:pt>
                <c:pt idx="2307">
                  <c:v>-1.6661470005027601E-2</c:v>
                </c:pt>
                <c:pt idx="2308">
                  <c:v>-2.5295301620646971E-2</c:v>
                </c:pt>
                <c:pt idx="2309">
                  <c:v>-4.1211556445921671E-2</c:v>
                </c:pt>
                <c:pt idx="2310">
                  <c:v>-3.1314422089753657E-2</c:v>
                </c:pt>
                <c:pt idx="2311">
                  <c:v>-3.2351570528814655E-2</c:v>
                </c:pt>
                <c:pt idx="2312">
                  <c:v>-5.8015202870552507E-2</c:v>
                </c:pt>
                <c:pt idx="2313">
                  <c:v>-6.1234635007142879E-2</c:v>
                </c:pt>
                <c:pt idx="2314">
                  <c:v>-5.5425858215990553E-2</c:v>
                </c:pt>
                <c:pt idx="2315">
                  <c:v>-4.0918028752811475E-2</c:v>
                </c:pt>
                <c:pt idx="2316">
                  <c:v>-3.9360749820048335E-2</c:v>
                </c:pt>
                <c:pt idx="2317">
                  <c:v>-4.1393528343427022E-2</c:v>
                </c:pt>
                <c:pt idx="2318">
                  <c:v>-3.6481663214510851E-2</c:v>
                </c:pt>
                <c:pt idx="2319">
                  <c:v>-4.7648679057589627E-2</c:v>
                </c:pt>
                <c:pt idx="2320">
                  <c:v>-4.9782384544619918E-2</c:v>
                </c:pt>
                <c:pt idx="2321">
                  <c:v>-3.2404379908149927E-2</c:v>
                </c:pt>
                <c:pt idx="2322">
                  <c:v>-3.2960373732342951E-2</c:v>
                </c:pt>
                <c:pt idx="2323">
                  <c:v>-2.7997955822618437E-2</c:v>
                </c:pt>
                <c:pt idx="2324">
                  <c:v>-3.9192778244802051E-2</c:v>
                </c:pt>
                <c:pt idx="2325">
                  <c:v>-4.2661914943977974E-2</c:v>
                </c:pt>
                <c:pt idx="2326">
                  <c:v>-4.533269703207643E-2</c:v>
                </c:pt>
                <c:pt idx="2327">
                  <c:v>-6.1124483464092938E-2</c:v>
                </c:pt>
                <c:pt idx="2328">
                  <c:v>-5.9265931396646598E-2</c:v>
                </c:pt>
                <c:pt idx="2329">
                  <c:v>-6.7210441189422987E-2</c:v>
                </c:pt>
                <c:pt idx="2330">
                  <c:v>-7.1970228384417911E-2</c:v>
                </c:pt>
                <c:pt idx="2331">
                  <c:v>-8.428286178511657E-2</c:v>
                </c:pt>
                <c:pt idx="2332">
                  <c:v>-0.10590012354390854</c:v>
                </c:pt>
                <c:pt idx="2333">
                  <c:v>-0.1194357637648964</c:v>
                </c:pt>
                <c:pt idx="2334">
                  <c:v>-0.12611396453438095</c:v>
                </c:pt>
                <c:pt idx="2335">
                  <c:v>-0.12014638326824256</c:v>
                </c:pt>
                <c:pt idx="2336">
                  <c:v>-0.11641859883618677</c:v>
                </c:pt>
                <c:pt idx="2337">
                  <c:v>-0.11568037963064981</c:v>
                </c:pt>
                <c:pt idx="2338">
                  <c:v>-0.1247839922131686</c:v>
                </c:pt>
                <c:pt idx="2339">
                  <c:v>-0.11949134393138006</c:v>
                </c:pt>
                <c:pt idx="2340">
                  <c:v>-0.12463195134349747</c:v>
                </c:pt>
                <c:pt idx="2341">
                  <c:v>-0.11531437725418003</c:v>
                </c:pt>
                <c:pt idx="2342">
                  <c:v>-0.10820674650024165</c:v>
                </c:pt>
                <c:pt idx="2343">
                  <c:v>-0.10491510612885357</c:v>
                </c:pt>
                <c:pt idx="2344">
                  <c:v>-0.11182998654219012</c:v>
                </c:pt>
                <c:pt idx="2345">
                  <c:v>-0.11301328219931328</c:v>
                </c:pt>
                <c:pt idx="2346">
                  <c:v>-0.1267214516187638</c:v>
                </c:pt>
                <c:pt idx="2347">
                  <c:v>-0.12701829818526567</c:v>
                </c:pt>
                <c:pt idx="2348">
                  <c:v>-0.11771793569120792</c:v>
                </c:pt>
                <c:pt idx="2349">
                  <c:v>-0.12207827702704366</c:v>
                </c:pt>
                <c:pt idx="2350">
                  <c:v>-0.10555680276438406</c:v>
                </c:pt>
                <c:pt idx="2351">
                  <c:v>-0.10411486989390428</c:v>
                </c:pt>
                <c:pt idx="2352">
                  <c:v>-0.1088921531407272</c:v>
                </c:pt>
                <c:pt idx="2353">
                  <c:v>-9.4294050731003054E-2</c:v>
                </c:pt>
                <c:pt idx="2354">
                  <c:v>-8.6300995400581781E-2</c:v>
                </c:pt>
                <c:pt idx="2355">
                  <c:v>-8.1116163495041693E-2</c:v>
                </c:pt>
                <c:pt idx="2356">
                  <c:v>-7.1705476435999671E-2</c:v>
                </c:pt>
                <c:pt idx="2357">
                  <c:v>-6.7375810101730105E-2</c:v>
                </c:pt>
                <c:pt idx="2358">
                  <c:v>-5.7549494268080092E-2</c:v>
                </c:pt>
                <c:pt idx="2359">
                  <c:v>-5.7127152771096812E-2</c:v>
                </c:pt>
                <c:pt idx="2360">
                  <c:v>-5.5213362745422323E-2</c:v>
                </c:pt>
                <c:pt idx="2361">
                  <c:v>-4.8547015685304951E-2</c:v>
                </c:pt>
                <c:pt idx="2362">
                  <c:v>-4.1730952430516943E-2</c:v>
                </c:pt>
                <c:pt idx="2363">
                  <c:v>-3.5241121006891252E-2</c:v>
                </c:pt>
                <c:pt idx="2364">
                  <c:v>-3.4782848629643315E-2</c:v>
                </c:pt>
                <c:pt idx="2365">
                  <c:v>-2.7499866294597552E-2</c:v>
                </c:pt>
                <c:pt idx="2366">
                  <c:v>-4.3392231300466655E-2</c:v>
                </c:pt>
                <c:pt idx="2367">
                  <c:v>-4.2648753734906064E-2</c:v>
                </c:pt>
                <c:pt idx="2368">
                  <c:v>-5.1799712168056899E-2</c:v>
                </c:pt>
                <c:pt idx="2369">
                  <c:v>-4.2703373180178028E-2</c:v>
                </c:pt>
                <c:pt idx="2370">
                  <c:v>-3.9349792230364056E-2</c:v>
                </c:pt>
                <c:pt idx="2371">
                  <c:v>-6.4939908206829378E-2</c:v>
                </c:pt>
                <c:pt idx="2372">
                  <c:v>-6.9216872590674106E-2</c:v>
                </c:pt>
                <c:pt idx="2373">
                  <c:v>-6.7745825633643619E-2</c:v>
                </c:pt>
                <c:pt idx="2374">
                  <c:v>-5.1681882320771422E-2</c:v>
                </c:pt>
                <c:pt idx="2375">
                  <c:v>-5.747514298521339E-2</c:v>
                </c:pt>
                <c:pt idx="2376">
                  <c:v>-5.3265716518106743E-2</c:v>
                </c:pt>
                <c:pt idx="2377">
                  <c:v>-4.0744283168022255E-2</c:v>
                </c:pt>
                <c:pt idx="2378">
                  <c:v>-3.800297351255999E-2</c:v>
                </c:pt>
                <c:pt idx="2379">
                  <c:v>-3.3210737515352085E-2</c:v>
                </c:pt>
                <c:pt idx="2380">
                  <c:v>-3.8586681198589323E-2</c:v>
                </c:pt>
                <c:pt idx="2381">
                  <c:v>-4.9180589631480531E-2</c:v>
                </c:pt>
                <c:pt idx="2382">
                  <c:v>-4.2309835123061079E-2</c:v>
                </c:pt>
                <c:pt idx="2383">
                  <c:v>-2.5590025034145869E-2</c:v>
                </c:pt>
                <c:pt idx="2384">
                  <c:v>-3.4025412862483728E-2</c:v>
                </c:pt>
                <c:pt idx="2385">
                  <c:v>-2.9848533385252285E-2</c:v>
                </c:pt>
                <c:pt idx="2386">
                  <c:v>-3.003222629232627E-2</c:v>
                </c:pt>
                <c:pt idx="2387">
                  <c:v>-2.4344111019785286E-2</c:v>
                </c:pt>
                <c:pt idx="2388">
                  <c:v>-2.7849244334839485E-2</c:v>
                </c:pt>
                <c:pt idx="2389">
                  <c:v>-3.8015597794657463E-2</c:v>
                </c:pt>
                <c:pt idx="2390">
                  <c:v>-3.2450200861898093E-2</c:v>
                </c:pt>
                <c:pt idx="2391">
                  <c:v>-2.5282571931441122E-2</c:v>
                </c:pt>
                <c:pt idx="2392">
                  <c:v>-5.8463395336241231E-3</c:v>
                </c:pt>
                <c:pt idx="2393">
                  <c:v>2.4643906314163466E-3</c:v>
                </c:pt>
                <c:pt idx="2394">
                  <c:v>3.9353726969215685E-3</c:v>
                </c:pt>
                <c:pt idx="2395">
                  <c:v>1.2568568833333238E-3</c:v>
                </c:pt>
                <c:pt idx="2396">
                  <c:v>-1.704586124973595E-3</c:v>
                </c:pt>
                <c:pt idx="2397">
                  <c:v>-1.3606723735882564E-2</c:v>
                </c:pt>
                <c:pt idx="2398">
                  <c:v>-2.6635387683049405E-3</c:v>
                </c:pt>
                <c:pt idx="2399">
                  <c:v>-1.3090920206132006E-2</c:v>
                </c:pt>
                <c:pt idx="2400">
                  <c:v>-6.2924192686724112E-3</c:v>
                </c:pt>
                <c:pt idx="2401">
                  <c:v>1.6785618329220986E-2</c:v>
                </c:pt>
                <c:pt idx="2402">
                  <c:v>1.4713508495984851E-2</c:v>
                </c:pt>
                <c:pt idx="2403">
                  <c:v>7.6249355974982169E-3</c:v>
                </c:pt>
                <c:pt idx="2404">
                  <c:v>-6.8475112482133671E-3</c:v>
                </c:pt>
                <c:pt idx="2405">
                  <c:v>-2.8512761174576351E-2</c:v>
                </c:pt>
                <c:pt idx="2406">
                  <c:v>-2.1353761751154332E-2</c:v>
                </c:pt>
                <c:pt idx="2407">
                  <c:v>-7.2942759585765682E-3</c:v>
                </c:pt>
                <c:pt idx="2408">
                  <c:v>-5.2731700748012145E-3</c:v>
                </c:pt>
                <c:pt idx="2409">
                  <c:v>-6.7024921258413972E-3</c:v>
                </c:pt>
                <c:pt idx="2410">
                  <c:v>-1.0434700669410324E-2</c:v>
                </c:pt>
                <c:pt idx="2411">
                  <c:v>-3.4717325473435645E-2</c:v>
                </c:pt>
                <c:pt idx="2412">
                  <c:v>-2.9422885329493775E-2</c:v>
                </c:pt>
                <c:pt idx="2413">
                  <c:v>-3.7011166766926396E-2</c:v>
                </c:pt>
                <c:pt idx="2414">
                  <c:v>-4.4915578061502925E-2</c:v>
                </c:pt>
                <c:pt idx="2415">
                  <c:v>-4.6229743028258552E-2</c:v>
                </c:pt>
                <c:pt idx="2416">
                  <c:v>-3.6084751833369566E-2</c:v>
                </c:pt>
                <c:pt idx="2417">
                  <c:v>-3.1016634656941156E-2</c:v>
                </c:pt>
                <c:pt idx="2418">
                  <c:v>-2.3650094153938594E-2</c:v>
                </c:pt>
                <c:pt idx="2419">
                  <c:v>-1.801885533780978E-2</c:v>
                </c:pt>
                <c:pt idx="2420">
                  <c:v>3.5606431706349806E-3</c:v>
                </c:pt>
                <c:pt idx="2421">
                  <c:v>2.5837189402066363E-2</c:v>
                </c:pt>
                <c:pt idx="2422">
                  <c:v>2.6855726672972091E-2</c:v>
                </c:pt>
                <c:pt idx="2423">
                  <c:v>4.3239307798908611E-2</c:v>
                </c:pt>
                <c:pt idx="2424">
                  <c:v>4.2521854439185436E-2</c:v>
                </c:pt>
                <c:pt idx="2425">
                  <c:v>4.5033533234908774E-2</c:v>
                </c:pt>
                <c:pt idx="2426">
                  <c:v>4.567524488291741E-2</c:v>
                </c:pt>
                <c:pt idx="2427">
                  <c:v>4.7997560648114668E-2</c:v>
                </c:pt>
                <c:pt idx="2428">
                  <c:v>3.7927081614116842E-2</c:v>
                </c:pt>
                <c:pt idx="2429">
                  <c:v>4.0578844671171233E-2</c:v>
                </c:pt>
                <c:pt idx="2430">
                  <c:v>8.1779963799503808E-2</c:v>
                </c:pt>
                <c:pt idx="2431">
                  <c:v>8.2329877691647679E-2</c:v>
                </c:pt>
                <c:pt idx="2432">
                  <c:v>6.0893827313911686E-2</c:v>
                </c:pt>
                <c:pt idx="2433">
                  <c:v>5.8107598716563125E-2</c:v>
                </c:pt>
                <c:pt idx="2434">
                  <c:v>4.8632061621488143E-2</c:v>
                </c:pt>
                <c:pt idx="2435">
                  <c:v>6.4077382175420139E-2</c:v>
                </c:pt>
                <c:pt idx="2436">
                  <c:v>5.4508715030594512E-2</c:v>
                </c:pt>
                <c:pt idx="2437">
                  <c:v>7.5715697799860093E-2</c:v>
                </c:pt>
                <c:pt idx="2438">
                  <c:v>8.9150636565688668E-2</c:v>
                </c:pt>
                <c:pt idx="2439">
                  <c:v>0.10647911887413941</c:v>
                </c:pt>
                <c:pt idx="2440">
                  <c:v>0.11229981775638276</c:v>
                </c:pt>
                <c:pt idx="2441">
                  <c:v>0.10328605985939432</c:v>
                </c:pt>
                <c:pt idx="2442">
                  <c:v>0.12090636727272064</c:v>
                </c:pt>
                <c:pt idx="2443">
                  <c:v>0.12582231763884355</c:v>
                </c:pt>
                <c:pt idx="2444">
                  <c:v>0.13866437701403878</c:v>
                </c:pt>
                <c:pt idx="2445">
                  <c:v>0.11633812415970168</c:v>
                </c:pt>
                <c:pt idx="2446">
                  <c:v>0.13965215842729739</c:v>
                </c:pt>
                <c:pt idx="2447">
                  <c:v>0.11824897421364833</c:v>
                </c:pt>
                <c:pt idx="2448">
                  <c:v>6.9623620355829141E-2</c:v>
                </c:pt>
                <c:pt idx="2449">
                  <c:v>7.2278671400431982E-2</c:v>
                </c:pt>
                <c:pt idx="2450">
                  <c:v>4.2817806958570737E-2</c:v>
                </c:pt>
                <c:pt idx="2451">
                  <c:v>2.939571639512728E-2</c:v>
                </c:pt>
                <c:pt idx="2452">
                  <c:v>2.6643810903091092E-2</c:v>
                </c:pt>
                <c:pt idx="2453">
                  <c:v>5.0636194011338675E-2</c:v>
                </c:pt>
                <c:pt idx="2454">
                  <c:v>5.6341604496581654E-2</c:v>
                </c:pt>
                <c:pt idx="2455">
                  <c:v>0.1024451723092219</c:v>
                </c:pt>
                <c:pt idx="2456">
                  <c:v>8.7271418463402917E-2</c:v>
                </c:pt>
                <c:pt idx="2457">
                  <c:v>7.924635107400424E-2</c:v>
                </c:pt>
                <c:pt idx="2458">
                  <c:v>9.5228204213057888E-2</c:v>
                </c:pt>
                <c:pt idx="2459">
                  <c:v>0.10916108138414771</c:v>
                </c:pt>
                <c:pt idx="2460">
                  <c:v>0.10332866188338485</c:v>
                </c:pt>
                <c:pt idx="2461">
                  <c:v>0.1123716227358651</c:v>
                </c:pt>
                <c:pt idx="2462">
                  <c:v>0.11495409107395904</c:v>
                </c:pt>
                <c:pt idx="2463">
                  <c:v>8.6779356573747135E-2</c:v>
                </c:pt>
                <c:pt idx="2464">
                  <c:v>8.788510341575817E-2</c:v>
                </c:pt>
                <c:pt idx="2465">
                  <c:v>8.2422369614922442E-2</c:v>
                </c:pt>
                <c:pt idx="2466">
                  <c:v>5.57710266002307E-2</c:v>
                </c:pt>
                <c:pt idx="2467">
                  <c:v>2.2617827214204134E-3</c:v>
                </c:pt>
                <c:pt idx="2468">
                  <c:v>1.4281767522227984E-2</c:v>
                </c:pt>
                <c:pt idx="2469">
                  <c:v>-1.6584123279583807E-3</c:v>
                </c:pt>
                <c:pt idx="2470">
                  <c:v>-1.7787966865638882E-2</c:v>
                </c:pt>
                <c:pt idx="2471">
                  <c:v>-5.6370705712396774E-2</c:v>
                </c:pt>
                <c:pt idx="2472">
                  <c:v>-4.6627345175570989E-2</c:v>
                </c:pt>
                <c:pt idx="2473">
                  <c:v>-4.2226056028168424E-2</c:v>
                </c:pt>
                <c:pt idx="2474">
                  <c:v>-1.9024771479722924E-2</c:v>
                </c:pt>
                <c:pt idx="2475">
                  <c:v>-7.531763356986465E-3</c:v>
                </c:pt>
                <c:pt idx="2476">
                  <c:v>-3.1713844576358508E-2</c:v>
                </c:pt>
                <c:pt idx="2477">
                  <c:v>-7.903716101695224E-2</c:v>
                </c:pt>
                <c:pt idx="2478">
                  <c:v>-7.603855523076275E-2</c:v>
                </c:pt>
                <c:pt idx="2479">
                  <c:v>-0.11047996514980629</c:v>
                </c:pt>
                <c:pt idx="2480">
                  <c:v>-0.15159023848922026</c:v>
                </c:pt>
                <c:pt idx="2481">
                  <c:v>-0.1669789872239289</c:v>
                </c:pt>
                <c:pt idx="2482">
                  <c:v>-0.20130627518259381</c:v>
                </c:pt>
                <c:pt idx="2483">
                  <c:v>-0.21236610403010103</c:v>
                </c:pt>
                <c:pt idx="2484">
                  <c:v>-0.25759143344239877</c:v>
                </c:pt>
                <c:pt idx="2485">
                  <c:v>-0.28392225520032666</c:v>
                </c:pt>
                <c:pt idx="2486">
                  <c:v>-0.26227417031875033</c:v>
                </c:pt>
                <c:pt idx="2487">
                  <c:v>-0.29424686891552887</c:v>
                </c:pt>
                <c:pt idx="2488">
                  <c:v>-0.21977003566556352</c:v>
                </c:pt>
                <c:pt idx="2489">
                  <c:v>-0.22661185461015765</c:v>
                </c:pt>
                <c:pt idx="2490">
                  <c:v>-0.23752870254958125</c:v>
                </c:pt>
                <c:pt idx="2491">
                  <c:v>-0.2241239143477527</c:v>
                </c:pt>
                <c:pt idx="2492">
                  <c:v>-0.22305833511185758</c:v>
                </c:pt>
                <c:pt idx="2493">
                  <c:v>-0.21578903464819155</c:v>
                </c:pt>
                <c:pt idx="2494">
                  <c:v>-0.24722692628855114</c:v>
                </c:pt>
                <c:pt idx="2495">
                  <c:v>-0.22814236210945504</c:v>
                </c:pt>
                <c:pt idx="2496">
                  <c:v>-0.2277107669609546</c:v>
                </c:pt>
                <c:pt idx="2497">
                  <c:v>-0.20048120648107903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4FB-4D9E-98CD-0006AD224997}"/>
            </c:ext>
          </c:extLst>
        </c:ser>
        <c:ser>
          <c:idx val="2"/>
          <c:order val="2"/>
          <c:tx>
            <c:strRef>
              <c:f>'ETF 원본금액'!$DT$14</c:f>
              <c:strCache>
                <c:ptCount val="1"/>
                <c:pt idx="0">
                  <c:v>코스피200 누적성과 (우)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'ETF 원본금액'!$DN$15:$DN$2512</c:f>
              <c:numCache>
                <c:formatCode>m/d/yyyy</c:formatCode>
                <c:ptCount val="2498"/>
                <c:pt idx="0" formatCode="yyyy\-mm\-dd">
                  <c:v>40231</c:v>
                </c:pt>
                <c:pt idx="1">
                  <c:v>40232</c:v>
                </c:pt>
                <c:pt idx="2">
                  <c:v>40233</c:v>
                </c:pt>
                <c:pt idx="3">
                  <c:v>40234</c:v>
                </c:pt>
                <c:pt idx="4">
                  <c:v>40235</c:v>
                </c:pt>
                <c:pt idx="5">
                  <c:v>40239</c:v>
                </c:pt>
                <c:pt idx="6">
                  <c:v>40240</c:v>
                </c:pt>
                <c:pt idx="7">
                  <c:v>40241</c:v>
                </c:pt>
                <c:pt idx="8">
                  <c:v>40242</c:v>
                </c:pt>
                <c:pt idx="9">
                  <c:v>40245</c:v>
                </c:pt>
                <c:pt idx="10">
                  <c:v>40246</c:v>
                </c:pt>
                <c:pt idx="11">
                  <c:v>40247</c:v>
                </c:pt>
                <c:pt idx="12">
                  <c:v>40248</c:v>
                </c:pt>
                <c:pt idx="13">
                  <c:v>40249</c:v>
                </c:pt>
                <c:pt idx="14">
                  <c:v>40252</c:v>
                </c:pt>
                <c:pt idx="15">
                  <c:v>40253</c:v>
                </c:pt>
                <c:pt idx="16">
                  <c:v>40254</c:v>
                </c:pt>
                <c:pt idx="17">
                  <c:v>40255</c:v>
                </c:pt>
                <c:pt idx="18">
                  <c:v>40256</c:v>
                </c:pt>
                <c:pt idx="19">
                  <c:v>40259</c:v>
                </c:pt>
                <c:pt idx="20">
                  <c:v>40260</c:v>
                </c:pt>
                <c:pt idx="21">
                  <c:v>40261</c:v>
                </c:pt>
                <c:pt idx="22">
                  <c:v>40262</c:v>
                </c:pt>
                <c:pt idx="23">
                  <c:v>40263</c:v>
                </c:pt>
                <c:pt idx="24">
                  <c:v>40266</c:v>
                </c:pt>
                <c:pt idx="25">
                  <c:v>40267</c:v>
                </c:pt>
                <c:pt idx="26">
                  <c:v>40268</c:v>
                </c:pt>
                <c:pt idx="27">
                  <c:v>40269</c:v>
                </c:pt>
                <c:pt idx="28">
                  <c:v>40270</c:v>
                </c:pt>
                <c:pt idx="29">
                  <c:v>40273</c:v>
                </c:pt>
                <c:pt idx="30">
                  <c:v>40274</c:v>
                </c:pt>
                <c:pt idx="31">
                  <c:v>40275</c:v>
                </c:pt>
                <c:pt idx="32">
                  <c:v>40276</c:v>
                </c:pt>
                <c:pt idx="33">
                  <c:v>40277</c:v>
                </c:pt>
                <c:pt idx="34">
                  <c:v>40280</c:v>
                </c:pt>
                <c:pt idx="35">
                  <c:v>40281</c:v>
                </c:pt>
                <c:pt idx="36">
                  <c:v>40282</c:v>
                </c:pt>
                <c:pt idx="37">
                  <c:v>40283</c:v>
                </c:pt>
                <c:pt idx="38">
                  <c:v>40284</c:v>
                </c:pt>
                <c:pt idx="39">
                  <c:v>40287</c:v>
                </c:pt>
                <c:pt idx="40">
                  <c:v>40288</c:v>
                </c:pt>
                <c:pt idx="41">
                  <c:v>40289</c:v>
                </c:pt>
                <c:pt idx="42">
                  <c:v>40290</c:v>
                </c:pt>
                <c:pt idx="43">
                  <c:v>40291</c:v>
                </c:pt>
                <c:pt idx="44">
                  <c:v>40294</c:v>
                </c:pt>
                <c:pt idx="45">
                  <c:v>40295</c:v>
                </c:pt>
                <c:pt idx="46">
                  <c:v>40296</c:v>
                </c:pt>
                <c:pt idx="47">
                  <c:v>40297</c:v>
                </c:pt>
                <c:pt idx="48">
                  <c:v>40298</c:v>
                </c:pt>
                <c:pt idx="49">
                  <c:v>40301</c:v>
                </c:pt>
                <c:pt idx="50">
                  <c:v>40302</c:v>
                </c:pt>
                <c:pt idx="51">
                  <c:v>40304</c:v>
                </c:pt>
                <c:pt idx="52">
                  <c:v>40305</c:v>
                </c:pt>
                <c:pt idx="53">
                  <c:v>40308</c:v>
                </c:pt>
                <c:pt idx="54">
                  <c:v>40309</c:v>
                </c:pt>
                <c:pt idx="55">
                  <c:v>40310</c:v>
                </c:pt>
                <c:pt idx="56">
                  <c:v>40311</c:v>
                </c:pt>
                <c:pt idx="57">
                  <c:v>40312</c:v>
                </c:pt>
                <c:pt idx="58">
                  <c:v>40315</c:v>
                </c:pt>
                <c:pt idx="59">
                  <c:v>40316</c:v>
                </c:pt>
                <c:pt idx="60">
                  <c:v>40317</c:v>
                </c:pt>
                <c:pt idx="61">
                  <c:v>40318</c:v>
                </c:pt>
                <c:pt idx="62">
                  <c:v>40322</c:v>
                </c:pt>
                <c:pt idx="63">
                  <c:v>40323</c:v>
                </c:pt>
                <c:pt idx="64">
                  <c:v>40324</c:v>
                </c:pt>
                <c:pt idx="65">
                  <c:v>40325</c:v>
                </c:pt>
                <c:pt idx="66">
                  <c:v>40326</c:v>
                </c:pt>
                <c:pt idx="67">
                  <c:v>40329</c:v>
                </c:pt>
                <c:pt idx="68">
                  <c:v>40330</c:v>
                </c:pt>
                <c:pt idx="69">
                  <c:v>40332</c:v>
                </c:pt>
                <c:pt idx="70">
                  <c:v>40333</c:v>
                </c:pt>
                <c:pt idx="71">
                  <c:v>40336</c:v>
                </c:pt>
                <c:pt idx="72">
                  <c:v>40337</c:v>
                </c:pt>
                <c:pt idx="73">
                  <c:v>40338</c:v>
                </c:pt>
                <c:pt idx="74">
                  <c:v>40339</c:v>
                </c:pt>
                <c:pt idx="75">
                  <c:v>40340</c:v>
                </c:pt>
                <c:pt idx="76">
                  <c:v>40343</c:v>
                </c:pt>
                <c:pt idx="77">
                  <c:v>40344</c:v>
                </c:pt>
                <c:pt idx="78">
                  <c:v>40345</c:v>
                </c:pt>
                <c:pt idx="79">
                  <c:v>40346</c:v>
                </c:pt>
                <c:pt idx="80">
                  <c:v>40347</c:v>
                </c:pt>
                <c:pt idx="81">
                  <c:v>40350</c:v>
                </c:pt>
                <c:pt idx="82">
                  <c:v>40351</c:v>
                </c:pt>
                <c:pt idx="83">
                  <c:v>40352</c:v>
                </c:pt>
                <c:pt idx="84">
                  <c:v>40353</c:v>
                </c:pt>
                <c:pt idx="85">
                  <c:v>40354</c:v>
                </c:pt>
                <c:pt idx="86">
                  <c:v>40357</c:v>
                </c:pt>
                <c:pt idx="87">
                  <c:v>40358</c:v>
                </c:pt>
                <c:pt idx="88">
                  <c:v>40359</c:v>
                </c:pt>
                <c:pt idx="89">
                  <c:v>40360</c:v>
                </c:pt>
                <c:pt idx="90">
                  <c:v>40361</c:v>
                </c:pt>
                <c:pt idx="91">
                  <c:v>40364</c:v>
                </c:pt>
                <c:pt idx="92">
                  <c:v>40365</c:v>
                </c:pt>
                <c:pt idx="93">
                  <c:v>40366</c:v>
                </c:pt>
                <c:pt idx="94">
                  <c:v>40367</c:v>
                </c:pt>
                <c:pt idx="95">
                  <c:v>40368</c:v>
                </c:pt>
                <c:pt idx="96">
                  <c:v>40371</c:v>
                </c:pt>
                <c:pt idx="97">
                  <c:v>40372</c:v>
                </c:pt>
                <c:pt idx="98">
                  <c:v>40373</c:v>
                </c:pt>
                <c:pt idx="99">
                  <c:v>40374</c:v>
                </c:pt>
                <c:pt idx="100">
                  <c:v>40375</c:v>
                </c:pt>
                <c:pt idx="101">
                  <c:v>40378</c:v>
                </c:pt>
                <c:pt idx="102">
                  <c:v>40379</c:v>
                </c:pt>
                <c:pt idx="103">
                  <c:v>40380</c:v>
                </c:pt>
                <c:pt idx="104">
                  <c:v>40381</c:v>
                </c:pt>
                <c:pt idx="105">
                  <c:v>40382</c:v>
                </c:pt>
                <c:pt idx="106">
                  <c:v>40385</c:v>
                </c:pt>
                <c:pt idx="107">
                  <c:v>40386</c:v>
                </c:pt>
                <c:pt idx="108">
                  <c:v>40387</c:v>
                </c:pt>
                <c:pt idx="109">
                  <c:v>40388</c:v>
                </c:pt>
                <c:pt idx="110">
                  <c:v>40389</c:v>
                </c:pt>
                <c:pt idx="111">
                  <c:v>40392</c:v>
                </c:pt>
                <c:pt idx="112">
                  <c:v>40393</c:v>
                </c:pt>
                <c:pt idx="113">
                  <c:v>40394</c:v>
                </c:pt>
                <c:pt idx="114">
                  <c:v>40395</c:v>
                </c:pt>
                <c:pt idx="115">
                  <c:v>40396</c:v>
                </c:pt>
                <c:pt idx="116">
                  <c:v>40399</c:v>
                </c:pt>
                <c:pt idx="117">
                  <c:v>40400</c:v>
                </c:pt>
                <c:pt idx="118">
                  <c:v>40401</c:v>
                </c:pt>
                <c:pt idx="119">
                  <c:v>40402</c:v>
                </c:pt>
                <c:pt idx="120">
                  <c:v>40403</c:v>
                </c:pt>
                <c:pt idx="121">
                  <c:v>40406</c:v>
                </c:pt>
                <c:pt idx="122">
                  <c:v>40407</c:v>
                </c:pt>
                <c:pt idx="123">
                  <c:v>40408</c:v>
                </c:pt>
                <c:pt idx="124">
                  <c:v>40409</c:v>
                </c:pt>
                <c:pt idx="125">
                  <c:v>40410</c:v>
                </c:pt>
                <c:pt idx="126">
                  <c:v>40413</c:v>
                </c:pt>
                <c:pt idx="127">
                  <c:v>40414</c:v>
                </c:pt>
                <c:pt idx="128">
                  <c:v>40415</c:v>
                </c:pt>
                <c:pt idx="129">
                  <c:v>40416</c:v>
                </c:pt>
                <c:pt idx="130">
                  <c:v>40417</c:v>
                </c:pt>
                <c:pt idx="131">
                  <c:v>40420</c:v>
                </c:pt>
                <c:pt idx="132">
                  <c:v>40421</c:v>
                </c:pt>
                <c:pt idx="133">
                  <c:v>40422</c:v>
                </c:pt>
                <c:pt idx="134">
                  <c:v>40423</c:v>
                </c:pt>
                <c:pt idx="135">
                  <c:v>40424</c:v>
                </c:pt>
                <c:pt idx="136">
                  <c:v>40427</c:v>
                </c:pt>
                <c:pt idx="137">
                  <c:v>40428</c:v>
                </c:pt>
                <c:pt idx="138">
                  <c:v>40429</c:v>
                </c:pt>
                <c:pt idx="139">
                  <c:v>40430</c:v>
                </c:pt>
                <c:pt idx="140">
                  <c:v>40431</c:v>
                </c:pt>
                <c:pt idx="141">
                  <c:v>40434</c:v>
                </c:pt>
                <c:pt idx="142">
                  <c:v>40435</c:v>
                </c:pt>
                <c:pt idx="143">
                  <c:v>40436</c:v>
                </c:pt>
                <c:pt idx="144">
                  <c:v>40437</c:v>
                </c:pt>
                <c:pt idx="145">
                  <c:v>40438</c:v>
                </c:pt>
                <c:pt idx="146">
                  <c:v>40441</c:v>
                </c:pt>
                <c:pt idx="147">
                  <c:v>40445</c:v>
                </c:pt>
                <c:pt idx="148">
                  <c:v>40448</c:v>
                </c:pt>
                <c:pt idx="149">
                  <c:v>40449</c:v>
                </c:pt>
                <c:pt idx="150">
                  <c:v>40450</c:v>
                </c:pt>
                <c:pt idx="151">
                  <c:v>40451</c:v>
                </c:pt>
                <c:pt idx="152">
                  <c:v>40452</c:v>
                </c:pt>
                <c:pt idx="153">
                  <c:v>40455</c:v>
                </c:pt>
                <c:pt idx="154">
                  <c:v>40456</c:v>
                </c:pt>
                <c:pt idx="155">
                  <c:v>40457</c:v>
                </c:pt>
                <c:pt idx="156">
                  <c:v>40458</c:v>
                </c:pt>
                <c:pt idx="157">
                  <c:v>40459</c:v>
                </c:pt>
                <c:pt idx="158">
                  <c:v>40462</c:v>
                </c:pt>
                <c:pt idx="159">
                  <c:v>40463</c:v>
                </c:pt>
                <c:pt idx="160">
                  <c:v>40464</c:v>
                </c:pt>
                <c:pt idx="161">
                  <c:v>40465</c:v>
                </c:pt>
                <c:pt idx="162">
                  <c:v>40466</c:v>
                </c:pt>
                <c:pt idx="163">
                  <c:v>40469</c:v>
                </c:pt>
                <c:pt idx="164">
                  <c:v>40470</c:v>
                </c:pt>
                <c:pt idx="165">
                  <c:v>40471</c:v>
                </c:pt>
                <c:pt idx="166">
                  <c:v>40472</c:v>
                </c:pt>
                <c:pt idx="167">
                  <c:v>40473</c:v>
                </c:pt>
                <c:pt idx="168">
                  <c:v>40476</c:v>
                </c:pt>
                <c:pt idx="169">
                  <c:v>40477</c:v>
                </c:pt>
                <c:pt idx="170">
                  <c:v>40478</c:v>
                </c:pt>
                <c:pt idx="171">
                  <c:v>40479</c:v>
                </c:pt>
                <c:pt idx="172">
                  <c:v>40480</c:v>
                </c:pt>
                <c:pt idx="173">
                  <c:v>40483</c:v>
                </c:pt>
                <c:pt idx="174">
                  <c:v>40484</c:v>
                </c:pt>
                <c:pt idx="175">
                  <c:v>40485</c:v>
                </c:pt>
                <c:pt idx="176">
                  <c:v>40486</c:v>
                </c:pt>
                <c:pt idx="177">
                  <c:v>40487</c:v>
                </c:pt>
                <c:pt idx="178">
                  <c:v>40490</c:v>
                </c:pt>
                <c:pt idx="179">
                  <c:v>40491</c:v>
                </c:pt>
                <c:pt idx="180">
                  <c:v>40492</c:v>
                </c:pt>
                <c:pt idx="181">
                  <c:v>40493</c:v>
                </c:pt>
                <c:pt idx="182">
                  <c:v>40494</c:v>
                </c:pt>
                <c:pt idx="183">
                  <c:v>40497</c:v>
                </c:pt>
                <c:pt idx="184">
                  <c:v>40498</c:v>
                </c:pt>
                <c:pt idx="185">
                  <c:v>40499</c:v>
                </c:pt>
                <c:pt idx="186">
                  <c:v>40500</c:v>
                </c:pt>
                <c:pt idx="187">
                  <c:v>40501</c:v>
                </c:pt>
                <c:pt idx="188">
                  <c:v>40504</c:v>
                </c:pt>
                <c:pt idx="189">
                  <c:v>40505</c:v>
                </c:pt>
                <c:pt idx="190">
                  <c:v>40506</c:v>
                </c:pt>
                <c:pt idx="191">
                  <c:v>40507</c:v>
                </c:pt>
                <c:pt idx="192">
                  <c:v>40508</c:v>
                </c:pt>
                <c:pt idx="193">
                  <c:v>40511</c:v>
                </c:pt>
                <c:pt idx="194">
                  <c:v>40512</c:v>
                </c:pt>
                <c:pt idx="195">
                  <c:v>40513</c:v>
                </c:pt>
                <c:pt idx="196">
                  <c:v>40514</c:v>
                </c:pt>
                <c:pt idx="197">
                  <c:v>40515</c:v>
                </c:pt>
                <c:pt idx="198">
                  <c:v>40518</c:v>
                </c:pt>
                <c:pt idx="199">
                  <c:v>40519</c:v>
                </c:pt>
                <c:pt idx="200">
                  <c:v>40520</c:v>
                </c:pt>
                <c:pt idx="201">
                  <c:v>40521</c:v>
                </c:pt>
                <c:pt idx="202">
                  <c:v>40522</c:v>
                </c:pt>
                <c:pt idx="203">
                  <c:v>40525</c:v>
                </c:pt>
                <c:pt idx="204">
                  <c:v>40526</c:v>
                </c:pt>
                <c:pt idx="205">
                  <c:v>40527</c:v>
                </c:pt>
                <c:pt idx="206">
                  <c:v>40528</c:v>
                </c:pt>
                <c:pt idx="207">
                  <c:v>40529</c:v>
                </c:pt>
                <c:pt idx="208">
                  <c:v>40532</c:v>
                </c:pt>
                <c:pt idx="209">
                  <c:v>40533</c:v>
                </c:pt>
                <c:pt idx="210">
                  <c:v>40534</c:v>
                </c:pt>
                <c:pt idx="211">
                  <c:v>40535</c:v>
                </c:pt>
                <c:pt idx="212">
                  <c:v>40536</c:v>
                </c:pt>
                <c:pt idx="213">
                  <c:v>40539</c:v>
                </c:pt>
                <c:pt idx="214">
                  <c:v>40540</c:v>
                </c:pt>
                <c:pt idx="215">
                  <c:v>40541</c:v>
                </c:pt>
                <c:pt idx="216">
                  <c:v>40542</c:v>
                </c:pt>
                <c:pt idx="217">
                  <c:v>40546</c:v>
                </c:pt>
                <c:pt idx="218">
                  <c:v>40547</c:v>
                </c:pt>
                <c:pt idx="219">
                  <c:v>40548</c:v>
                </c:pt>
                <c:pt idx="220">
                  <c:v>40549</c:v>
                </c:pt>
                <c:pt idx="221">
                  <c:v>40550</c:v>
                </c:pt>
                <c:pt idx="222">
                  <c:v>40553</c:v>
                </c:pt>
                <c:pt idx="223">
                  <c:v>40554</c:v>
                </c:pt>
                <c:pt idx="224">
                  <c:v>40555</c:v>
                </c:pt>
                <c:pt idx="225">
                  <c:v>40556</c:v>
                </c:pt>
                <c:pt idx="226">
                  <c:v>40557</c:v>
                </c:pt>
                <c:pt idx="227">
                  <c:v>40560</c:v>
                </c:pt>
                <c:pt idx="228">
                  <c:v>40561</c:v>
                </c:pt>
                <c:pt idx="229">
                  <c:v>40562</c:v>
                </c:pt>
                <c:pt idx="230">
                  <c:v>40563</c:v>
                </c:pt>
                <c:pt idx="231">
                  <c:v>40564</c:v>
                </c:pt>
                <c:pt idx="232">
                  <c:v>40567</c:v>
                </c:pt>
                <c:pt idx="233">
                  <c:v>40568</c:v>
                </c:pt>
                <c:pt idx="234">
                  <c:v>40569</c:v>
                </c:pt>
                <c:pt idx="235">
                  <c:v>40570</c:v>
                </c:pt>
                <c:pt idx="236">
                  <c:v>40571</c:v>
                </c:pt>
                <c:pt idx="237">
                  <c:v>40574</c:v>
                </c:pt>
                <c:pt idx="238">
                  <c:v>40575</c:v>
                </c:pt>
                <c:pt idx="239">
                  <c:v>40581</c:v>
                </c:pt>
                <c:pt idx="240">
                  <c:v>40582</c:v>
                </c:pt>
                <c:pt idx="241">
                  <c:v>40583</c:v>
                </c:pt>
                <c:pt idx="242">
                  <c:v>40584</c:v>
                </c:pt>
                <c:pt idx="243">
                  <c:v>40585</c:v>
                </c:pt>
                <c:pt idx="244">
                  <c:v>40588</c:v>
                </c:pt>
                <c:pt idx="245">
                  <c:v>40589</c:v>
                </c:pt>
                <c:pt idx="246">
                  <c:v>40590</c:v>
                </c:pt>
                <c:pt idx="247">
                  <c:v>40591</c:v>
                </c:pt>
                <c:pt idx="248">
                  <c:v>40592</c:v>
                </c:pt>
                <c:pt idx="249">
                  <c:v>40595</c:v>
                </c:pt>
                <c:pt idx="250">
                  <c:v>40596</c:v>
                </c:pt>
                <c:pt idx="251">
                  <c:v>40597</c:v>
                </c:pt>
                <c:pt idx="252">
                  <c:v>40598</c:v>
                </c:pt>
                <c:pt idx="253">
                  <c:v>40599</c:v>
                </c:pt>
                <c:pt idx="254">
                  <c:v>40602</c:v>
                </c:pt>
                <c:pt idx="255">
                  <c:v>40604</c:v>
                </c:pt>
                <c:pt idx="256">
                  <c:v>40605</c:v>
                </c:pt>
                <c:pt idx="257">
                  <c:v>40606</c:v>
                </c:pt>
                <c:pt idx="258">
                  <c:v>40609</c:v>
                </c:pt>
                <c:pt idx="259">
                  <c:v>40610</c:v>
                </c:pt>
                <c:pt idx="260">
                  <c:v>40611</c:v>
                </c:pt>
                <c:pt idx="261">
                  <c:v>40612</c:v>
                </c:pt>
                <c:pt idx="262">
                  <c:v>40613</c:v>
                </c:pt>
                <c:pt idx="263">
                  <c:v>40616</c:v>
                </c:pt>
                <c:pt idx="264">
                  <c:v>40617</c:v>
                </c:pt>
                <c:pt idx="265">
                  <c:v>40618</c:v>
                </c:pt>
                <c:pt idx="266">
                  <c:v>40619</c:v>
                </c:pt>
                <c:pt idx="267">
                  <c:v>40620</c:v>
                </c:pt>
                <c:pt idx="268">
                  <c:v>40623</c:v>
                </c:pt>
                <c:pt idx="269">
                  <c:v>40624</c:v>
                </c:pt>
                <c:pt idx="270">
                  <c:v>40625</c:v>
                </c:pt>
                <c:pt idx="271">
                  <c:v>40626</c:v>
                </c:pt>
                <c:pt idx="272">
                  <c:v>40627</c:v>
                </c:pt>
                <c:pt idx="273">
                  <c:v>40630</c:v>
                </c:pt>
                <c:pt idx="274">
                  <c:v>40631</c:v>
                </c:pt>
                <c:pt idx="275">
                  <c:v>40632</c:v>
                </c:pt>
                <c:pt idx="276">
                  <c:v>40633</c:v>
                </c:pt>
                <c:pt idx="277">
                  <c:v>40634</c:v>
                </c:pt>
                <c:pt idx="278">
                  <c:v>40637</c:v>
                </c:pt>
                <c:pt idx="279">
                  <c:v>40638</c:v>
                </c:pt>
                <c:pt idx="280">
                  <c:v>40639</c:v>
                </c:pt>
                <c:pt idx="281">
                  <c:v>40640</c:v>
                </c:pt>
                <c:pt idx="282">
                  <c:v>40641</c:v>
                </c:pt>
                <c:pt idx="283">
                  <c:v>40644</c:v>
                </c:pt>
                <c:pt idx="284">
                  <c:v>40645</c:v>
                </c:pt>
                <c:pt idx="285">
                  <c:v>40646</c:v>
                </c:pt>
                <c:pt idx="286">
                  <c:v>40647</c:v>
                </c:pt>
                <c:pt idx="287">
                  <c:v>40648</c:v>
                </c:pt>
                <c:pt idx="288">
                  <c:v>40651</c:v>
                </c:pt>
                <c:pt idx="289">
                  <c:v>40652</c:v>
                </c:pt>
                <c:pt idx="290">
                  <c:v>40653</c:v>
                </c:pt>
                <c:pt idx="291">
                  <c:v>40654</c:v>
                </c:pt>
                <c:pt idx="292">
                  <c:v>40655</c:v>
                </c:pt>
                <c:pt idx="293">
                  <c:v>40658</c:v>
                </c:pt>
                <c:pt idx="294">
                  <c:v>40659</c:v>
                </c:pt>
                <c:pt idx="295">
                  <c:v>40660</c:v>
                </c:pt>
                <c:pt idx="296">
                  <c:v>40661</c:v>
                </c:pt>
                <c:pt idx="297">
                  <c:v>40662</c:v>
                </c:pt>
                <c:pt idx="298">
                  <c:v>40665</c:v>
                </c:pt>
                <c:pt idx="299">
                  <c:v>40666</c:v>
                </c:pt>
                <c:pt idx="300">
                  <c:v>40667</c:v>
                </c:pt>
                <c:pt idx="301">
                  <c:v>40669</c:v>
                </c:pt>
                <c:pt idx="302">
                  <c:v>40672</c:v>
                </c:pt>
                <c:pt idx="303">
                  <c:v>40674</c:v>
                </c:pt>
                <c:pt idx="304">
                  <c:v>40675</c:v>
                </c:pt>
                <c:pt idx="305">
                  <c:v>40676</c:v>
                </c:pt>
                <c:pt idx="306">
                  <c:v>40679</c:v>
                </c:pt>
                <c:pt idx="307">
                  <c:v>40680</c:v>
                </c:pt>
                <c:pt idx="308">
                  <c:v>40681</c:v>
                </c:pt>
                <c:pt idx="309">
                  <c:v>40682</c:v>
                </c:pt>
                <c:pt idx="310">
                  <c:v>40683</c:v>
                </c:pt>
                <c:pt idx="311">
                  <c:v>40686</c:v>
                </c:pt>
                <c:pt idx="312">
                  <c:v>40687</c:v>
                </c:pt>
                <c:pt idx="313">
                  <c:v>40688</c:v>
                </c:pt>
                <c:pt idx="314">
                  <c:v>40689</c:v>
                </c:pt>
                <c:pt idx="315">
                  <c:v>40690</c:v>
                </c:pt>
                <c:pt idx="316">
                  <c:v>40693</c:v>
                </c:pt>
                <c:pt idx="317">
                  <c:v>40694</c:v>
                </c:pt>
                <c:pt idx="318">
                  <c:v>40695</c:v>
                </c:pt>
                <c:pt idx="319">
                  <c:v>40696</c:v>
                </c:pt>
                <c:pt idx="320">
                  <c:v>40697</c:v>
                </c:pt>
                <c:pt idx="321">
                  <c:v>40701</c:v>
                </c:pt>
                <c:pt idx="322">
                  <c:v>40702</c:v>
                </c:pt>
                <c:pt idx="323">
                  <c:v>40703</c:v>
                </c:pt>
                <c:pt idx="324">
                  <c:v>40704</c:v>
                </c:pt>
                <c:pt idx="325">
                  <c:v>40707</c:v>
                </c:pt>
                <c:pt idx="326">
                  <c:v>40708</c:v>
                </c:pt>
                <c:pt idx="327">
                  <c:v>40709</c:v>
                </c:pt>
                <c:pt idx="328">
                  <c:v>40710</c:v>
                </c:pt>
                <c:pt idx="329">
                  <c:v>40711</c:v>
                </c:pt>
                <c:pt idx="330">
                  <c:v>40714</c:v>
                </c:pt>
                <c:pt idx="331">
                  <c:v>40715</c:v>
                </c:pt>
                <c:pt idx="332">
                  <c:v>40716</c:v>
                </c:pt>
                <c:pt idx="333">
                  <c:v>40717</c:v>
                </c:pt>
                <c:pt idx="334">
                  <c:v>40718</c:v>
                </c:pt>
                <c:pt idx="335">
                  <c:v>40721</c:v>
                </c:pt>
                <c:pt idx="336">
                  <c:v>40722</c:v>
                </c:pt>
                <c:pt idx="337">
                  <c:v>40723</c:v>
                </c:pt>
                <c:pt idx="338">
                  <c:v>40724</c:v>
                </c:pt>
                <c:pt idx="339">
                  <c:v>40725</c:v>
                </c:pt>
                <c:pt idx="340">
                  <c:v>40728</c:v>
                </c:pt>
                <c:pt idx="341">
                  <c:v>40729</c:v>
                </c:pt>
                <c:pt idx="342">
                  <c:v>40730</c:v>
                </c:pt>
                <c:pt idx="343">
                  <c:v>40731</c:v>
                </c:pt>
                <c:pt idx="344">
                  <c:v>40732</c:v>
                </c:pt>
                <c:pt idx="345">
                  <c:v>40735</c:v>
                </c:pt>
                <c:pt idx="346">
                  <c:v>40736</c:v>
                </c:pt>
                <c:pt idx="347">
                  <c:v>40737</c:v>
                </c:pt>
                <c:pt idx="348">
                  <c:v>40738</c:v>
                </c:pt>
                <c:pt idx="349">
                  <c:v>40739</c:v>
                </c:pt>
                <c:pt idx="350">
                  <c:v>40742</c:v>
                </c:pt>
                <c:pt idx="351">
                  <c:v>40743</c:v>
                </c:pt>
                <c:pt idx="352">
                  <c:v>40744</c:v>
                </c:pt>
                <c:pt idx="353">
                  <c:v>40745</c:v>
                </c:pt>
                <c:pt idx="354">
                  <c:v>40746</c:v>
                </c:pt>
                <c:pt idx="355">
                  <c:v>40749</c:v>
                </c:pt>
                <c:pt idx="356">
                  <c:v>40750</c:v>
                </c:pt>
                <c:pt idx="357">
                  <c:v>40751</c:v>
                </c:pt>
                <c:pt idx="358">
                  <c:v>40752</c:v>
                </c:pt>
                <c:pt idx="359">
                  <c:v>40753</c:v>
                </c:pt>
                <c:pt idx="360">
                  <c:v>40756</c:v>
                </c:pt>
                <c:pt idx="361">
                  <c:v>40757</c:v>
                </c:pt>
                <c:pt idx="362">
                  <c:v>40758</c:v>
                </c:pt>
                <c:pt idx="363">
                  <c:v>40759</c:v>
                </c:pt>
                <c:pt idx="364">
                  <c:v>40760</c:v>
                </c:pt>
                <c:pt idx="365">
                  <c:v>40763</c:v>
                </c:pt>
                <c:pt idx="366">
                  <c:v>40764</c:v>
                </c:pt>
                <c:pt idx="367">
                  <c:v>40765</c:v>
                </c:pt>
                <c:pt idx="368">
                  <c:v>40766</c:v>
                </c:pt>
                <c:pt idx="369">
                  <c:v>40767</c:v>
                </c:pt>
                <c:pt idx="370">
                  <c:v>40771</c:v>
                </c:pt>
                <c:pt idx="371">
                  <c:v>40772</c:v>
                </c:pt>
                <c:pt idx="372">
                  <c:v>40773</c:v>
                </c:pt>
                <c:pt idx="373">
                  <c:v>40774</c:v>
                </c:pt>
                <c:pt idx="374">
                  <c:v>40777</c:v>
                </c:pt>
                <c:pt idx="375">
                  <c:v>40778</c:v>
                </c:pt>
                <c:pt idx="376">
                  <c:v>40779</c:v>
                </c:pt>
                <c:pt idx="377">
                  <c:v>40780</c:v>
                </c:pt>
                <c:pt idx="378">
                  <c:v>40781</c:v>
                </c:pt>
                <c:pt idx="379">
                  <c:v>40784</c:v>
                </c:pt>
                <c:pt idx="380">
                  <c:v>40785</c:v>
                </c:pt>
                <c:pt idx="381">
                  <c:v>40786</c:v>
                </c:pt>
                <c:pt idx="382">
                  <c:v>40787</c:v>
                </c:pt>
                <c:pt idx="383">
                  <c:v>40788</c:v>
                </c:pt>
                <c:pt idx="384">
                  <c:v>40791</c:v>
                </c:pt>
                <c:pt idx="385">
                  <c:v>40792</c:v>
                </c:pt>
                <c:pt idx="386">
                  <c:v>40793</c:v>
                </c:pt>
                <c:pt idx="387">
                  <c:v>40794</c:v>
                </c:pt>
                <c:pt idx="388">
                  <c:v>40795</c:v>
                </c:pt>
                <c:pt idx="389">
                  <c:v>40800</c:v>
                </c:pt>
                <c:pt idx="390">
                  <c:v>40801</c:v>
                </c:pt>
                <c:pt idx="391">
                  <c:v>40802</c:v>
                </c:pt>
                <c:pt idx="392">
                  <c:v>40805</c:v>
                </c:pt>
                <c:pt idx="393">
                  <c:v>40806</c:v>
                </c:pt>
                <c:pt idx="394">
                  <c:v>40807</c:v>
                </c:pt>
                <c:pt idx="395">
                  <c:v>40808</c:v>
                </c:pt>
                <c:pt idx="396">
                  <c:v>40809</c:v>
                </c:pt>
                <c:pt idx="397">
                  <c:v>40812</c:v>
                </c:pt>
                <c:pt idx="398">
                  <c:v>40813</c:v>
                </c:pt>
                <c:pt idx="399">
                  <c:v>40814</c:v>
                </c:pt>
                <c:pt idx="400">
                  <c:v>40815</c:v>
                </c:pt>
                <c:pt idx="401">
                  <c:v>40816</c:v>
                </c:pt>
                <c:pt idx="402">
                  <c:v>40820</c:v>
                </c:pt>
                <c:pt idx="403">
                  <c:v>40821</c:v>
                </c:pt>
                <c:pt idx="404">
                  <c:v>40822</c:v>
                </c:pt>
                <c:pt idx="405">
                  <c:v>40823</c:v>
                </c:pt>
                <c:pt idx="406">
                  <c:v>40826</c:v>
                </c:pt>
                <c:pt idx="407">
                  <c:v>40827</c:v>
                </c:pt>
                <c:pt idx="408">
                  <c:v>40828</c:v>
                </c:pt>
                <c:pt idx="409">
                  <c:v>40829</c:v>
                </c:pt>
                <c:pt idx="410">
                  <c:v>40830</c:v>
                </c:pt>
                <c:pt idx="411">
                  <c:v>40833</c:v>
                </c:pt>
                <c:pt idx="412">
                  <c:v>40834</c:v>
                </c:pt>
                <c:pt idx="413">
                  <c:v>40835</c:v>
                </c:pt>
                <c:pt idx="414">
                  <c:v>40836</c:v>
                </c:pt>
                <c:pt idx="415">
                  <c:v>40837</c:v>
                </c:pt>
                <c:pt idx="416">
                  <c:v>40840</c:v>
                </c:pt>
                <c:pt idx="417">
                  <c:v>40841</c:v>
                </c:pt>
                <c:pt idx="418">
                  <c:v>40842</c:v>
                </c:pt>
                <c:pt idx="419">
                  <c:v>40843</c:v>
                </c:pt>
                <c:pt idx="420">
                  <c:v>40844</c:v>
                </c:pt>
                <c:pt idx="421">
                  <c:v>40847</c:v>
                </c:pt>
                <c:pt idx="422">
                  <c:v>40848</c:v>
                </c:pt>
                <c:pt idx="423">
                  <c:v>40849</c:v>
                </c:pt>
                <c:pt idx="424">
                  <c:v>40850</c:v>
                </c:pt>
                <c:pt idx="425">
                  <c:v>40851</c:v>
                </c:pt>
                <c:pt idx="426">
                  <c:v>40854</c:v>
                </c:pt>
                <c:pt idx="427">
                  <c:v>40855</c:v>
                </c:pt>
                <c:pt idx="428">
                  <c:v>40856</c:v>
                </c:pt>
                <c:pt idx="429">
                  <c:v>40857</c:v>
                </c:pt>
                <c:pt idx="430">
                  <c:v>40858</c:v>
                </c:pt>
                <c:pt idx="431">
                  <c:v>40861</c:v>
                </c:pt>
                <c:pt idx="432">
                  <c:v>40862</c:v>
                </c:pt>
                <c:pt idx="433">
                  <c:v>40863</c:v>
                </c:pt>
                <c:pt idx="434">
                  <c:v>40864</c:v>
                </c:pt>
                <c:pt idx="435">
                  <c:v>40865</c:v>
                </c:pt>
                <c:pt idx="436">
                  <c:v>40868</c:v>
                </c:pt>
                <c:pt idx="437">
                  <c:v>40869</c:v>
                </c:pt>
                <c:pt idx="438">
                  <c:v>40870</c:v>
                </c:pt>
                <c:pt idx="439">
                  <c:v>40871</c:v>
                </c:pt>
                <c:pt idx="440">
                  <c:v>40872</c:v>
                </c:pt>
                <c:pt idx="441">
                  <c:v>40875</c:v>
                </c:pt>
                <c:pt idx="442">
                  <c:v>40876</c:v>
                </c:pt>
                <c:pt idx="443">
                  <c:v>40877</c:v>
                </c:pt>
                <c:pt idx="444">
                  <c:v>40878</c:v>
                </c:pt>
                <c:pt idx="445">
                  <c:v>40879</c:v>
                </c:pt>
                <c:pt idx="446">
                  <c:v>40882</c:v>
                </c:pt>
                <c:pt idx="447">
                  <c:v>40883</c:v>
                </c:pt>
                <c:pt idx="448">
                  <c:v>40884</c:v>
                </c:pt>
                <c:pt idx="449">
                  <c:v>40885</c:v>
                </c:pt>
                <c:pt idx="450">
                  <c:v>40886</c:v>
                </c:pt>
                <c:pt idx="451">
                  <c:v>40889</c:v>
                </c:pt>
                <c:pt idx="452">
                  <c:v>40890</c:v>
                </c:pt>
                <c:pt idx="453">
                  <c:v>40891</c:v>
                </c:pt>
                <c:pt idx="454">
                  <c:v>40892</c:v>
                </c:pt>
                <c:pt idx="455">
                  <c:v>40893</c:v>
                </c:pt>
                <c:pt idx="456">
                  <c:v>40896</c:v>
                </c:pt>
                <c:pt idx="457">
                  <c:v>40897</c:v>
                </c:pt>
                <c:pt idx="458">
                  <c:v>40898</c:v>
                </c:pt>
                <c:pt idx="459">
                  <c:v>40899</c:v>
                </c:pt>
                <c:pt idx="460">
                  <c:v>40900</c:v>
                </c:pt>
                <c:pt idx="461">
                  <c:v>40903</c:v>
                </c:pt>
                <c:pt idx="462">
                  <c:v>40904</c:v>
                </c:pt>
                <c:pt idx="463">
                  <c:v>40905</c:v>
                </c:pt>
                <c:pt idx="464">
                  <c:v>40906</c:v>
                </c:pt>
                <c:pt idx="465">
                  <c:v>40910</c:v>
                </c:pt>
                <c:pt idx="466">
                  <c:v>40911</c:v>
                </c:pt>
                <c:pt idx="467">
                  <c:v>40912</c:v>
                </c:pt>
                <c:pt idx="468">
                  <c:v>40913</c:v>
                </c:pt>
                <c:pt idx="469">
                  <c:v>40914</c:v>
                </c:pt>
                <c:pt idx="470">
                  <c:v>40917</c:v>
                </c:pt>
                <c:pt idx="471">
                  <c:v>40918</c:v>
                </c:pt>
                <c:pt idx="472">
                  <c:v>40919</c:v>
                </c:pt>
                <c:pt idx="473">
                  <c:v>40920</c:v>
                </c:pt>
                <c:pt idx="474">
                  <c:v>40921</c:v>
                </c:pt>
                <c:pt idx="475">
                  <c:v>40924</c:v>
                </c:pt>
                <c:pt idx="476">
                  <c:v>40925</c:v>
                </c:pt>
                <c:pt idx="477">
                  <c:v>40926</c:v>
                </c:pt>
                <c:pt idx="478">
                  <c:v>40927</c:v>
                </c:pt>
                <c:pt idx="479">
                  <c:v>40928</c:v>
                </c:pt>
                <c:pt idx="480">
                  <c:v>40933</c:v>
                </c:pt>
                <c:pt idx="481">
                  <c:v>40934</c:v>
                </c:pt>
                <c:pt idx="482">
                  <c:v>40935</c:v>
                </c:pt>
                <c:pt idx="483">
                  <c:v>40938</c:v>
                </c:pt>
                <c:pt idx="484">
                  <c:v>40939</c:v>
                </c:pt>
                <c:pt idx="485">
                  <c:v>40940</c:v>
                </c:pt>
                <c:pt idx="486">
                  <c:v>40941</c:v>
                </c:pt>
                <c:pt idx="487">
                  <c:v>40942</c:v>
                </c:pt>
                <c:pt idx="488">
                  <c:v>40945</c:v>
                </c:pt>
                <c:pt idx="489">
                  <c:v>40946</c:v>
                </c:pt>
                <c:pt idx="490">
                  <c:v>40947</c:v>
                </c:pt>
                <c:pt idx="491">
                  <c:v>40948</c:v>
                </c:pt>
                <c:pt idx="492">
                  <c:v>40949</c:v>
                </c:pt>
                <c:pt idx="493">
                  <c:v>40952</c:v>
                </c:pt>
                <c:pt idx="494">
                  <c:v>40953</c:v>
                </c:pt>
                <c:pt idx="495">
                  <c:v>40954</c:v>
                </c:pt>
                <c:pt idx="496">
                  <c:v>40955</c:v>
                </c:pt>
                <c:pt idx="497">
                  <c:v>40956</c:v>
                </c:pt>
                <c:pt idx="498">
                  <c:v>40959</c:v>
                </c:pt>
                <c:pt idx="499">
                  <c:v>40960</c:v>
                </c:pt>
                <c:pt idx="500">
                  <c:v>40961</c:v>
                </c:pt>
                <c:pt idx="501">
                  <c:v>40962</c:v>
                </c:pt>
                <c:pt idx="502">
                  <c:v>40963</c:v>
                </c:pt>
                <c:pt idx="503">
                  <c:v>40966</c:v>
                </c:pt>
                <c:pt idx="504">
                  <c:v>40967</c:v>
                </c:pt>
                <c:pt idx="505">
                  <c:v>40968</c:v>
                </c:pt>
                <c:pt idx="506">
                  <c:v>40970</c:v>
                </c:pt>
                <c:pt idx="507">
                  <c:v>40973</c:v>
                </c:pt>
                <c:pt idx="508">
                  <c:v>40974</c:v>
                </c:pt>
                <c:pt idx="509">
                  <c:v>40975</c:v>
                </c:pt>
                <c:pt idx="510">
                  <c:v>40976</c:v>
                </c:pt>
                <c:pt idx="511">
                  <c:v>40977</c:v>
                </c:pt>
                <c:pt idx="512">
                  <c:v>40980</c:v>
                </c:pt>
                <c:pt idx="513">
                  <c:v>40981</c:v>
                </c:pt>
                <c:pt idx="514">
                  <c:v>40982</c:v>
                </c:pt>
                <c:pt idx="515">
                  <c:v>40983</c:v>
                </c:pt>
                <c:pt idx="516">
                  <c:v>40984</c:v>
                </c:pt>
                <c:pt idx="517">
                  <c:v>40987</c:v>
                </c:pt>
                <c:pt idx="518">
                  <c:v>40988</c:v>
                </c:pt>
                <c:pt idx="519">
                  <c:v>40989</c:v>
                </c:pt>
                <c:pt idx="520">
                  <c:v>40990</c:v>
                </c:pt>
                <c:pt idx="521">
                  <c:v>40991</c:v>
                </c:pt>
                <c:pt idx="522">
                  <c:v>40994</c:v>
                </c:pt>
                <c:pt idx="523">
                  <c:v>40995</c:v>
                </c:pt>
                <c:pt idx="524">
                  <c:v>40996</c:v>
                </c:pt>
                <c:pt idx="525">
                  <c:v>40997</c:v>
                </c:pt>
                <c:pt idx="526">
                  <c:v>40998</c:v>
                </c:pt>
                <c:pt idx="527">
                  <c:v>41001</c:v>
                </c:pt>
                <c:pt idx="528">
                  <c:v>41002</c:v>
                </c:pt>
                <c:pt idx="529">
                  <c:v>41003</c:v>
                </c:pt>
                <c:pt idx="530">
                  <c:v>41004</c:v>
                </c:pt>
                <c:pt idx="531">
                  <c:v>41005</c:v>
                </c:pt>
                <c:pt idx="532">
                  <c:v>41008</c:v>
                </c:pt>
                <c:pt idx="533">
                  <c:v>41009</c:v>
                </c:pt>
                <c:pt idx="534">
                  <c:v>41011</c:v>
                </c:pt>
                <c:pt idx="535">
                  <c:v>41012</c:v>
                </c:pt>
                <c:pt idx="536">
                  <c:v>41015</c:v>
                </c:pt>
                <c:pt idx="537">
                  <c:v>41016</c:v>
                </c:pt>
                <c:pt idx="538">
                  <c:v>41017</c:v>
                </c:pt>
                <c:pt idx="539">
                  <c:v>41018</c:v>
                </c:pt>
                <c:pt idx="540">
                  <c:v>41019</c:v>
                </c:pt>
                <c:pt idx="541">
                  <c:v>41022</c:v>
                </c:pt>
                <c:pt idx="542">
                  <c:v>41023</c:v>
                </c:pt>
                <c:pt idx="543">
                  <c:v>41024</c:v>
                </c:pt>
                <c:pt idx="544">
                  <c:v>41025</c:v>
                </c:pt>
                <c:pt idx="545">
                  <c:v>41026</c:v>
                </c:pt>
                <c:pt idx="546">
                  <c:v>41029</c:v>
                </c:pt>
                <c:pt idx="547">
                  <c:v>41031</c:v>
                </c:pt>
                <c:pt idx="548">
                  <c:v>41032</c:v>
                </c:pt>
                <c:pt idx="549">
                  <c:v>41033</c:v>
                </c:pt>
                <c:pt idx="550">
                  <c:v>41036</c:v>
                </c:pt>
                <c:pt idx="551">
                  <c:v>41037</c:v>
                </c:pt>
                <c:pt idx="552">
                  <c:v>41038</c:v>
                </c:pt>
                <c:pt idx="553">
                  <c:v>41039</c:v>
                </c:pt>
                <c:pt idx="554">
                  <c:v>41040</c:v>
                </c:pt>
                <c:pt idx="555">
                  <c:v>41043</c:v>
                </c:pt>
                <c:pt idx="556">
                  <c:v>41044</c:v>
                </c:pt>
                <c:pt idx="557">
                  <c:v>41045</c:v>
                </c:pt>
                <c:pt idx="558">
                  <c:v>41046</c:v>
                </c:pt>
                <c:pt idx="559">
                  <c:v>41047</c:v>
                </c:pt>
                <c:pt idx="560">
                  <c:v>41050</c:v>
                </c:pt>
                <c:pt idx="561">
                  <c:v>41051</c:v>
                </c:pt>
                <c:pt idx="562">
                  <c:v>41052</c:v>
                </c:pt>
                <c:pt idx="563">
                  <c:v>41053</c:v>
                </c:pt>
                <c:pt idx="564">
                  <c:v>41054</c:v>
                </c:pt>
                <c:pt idx="565">
                  <c:v>41058</c:v>
                </c:pt>
                <c:pt idx="566">
                  <c:v>41059</c:v>
                </c:pt>
                <c:pt idx="567">
                  <c:v>41060</c:v>
                </c:pt>
                <c:pt idx="568">
                  <c:v>41061</c:v>
                </c:pt>
                <c:pt idx="569">
                  <c:v>41064</c:v>
                </c:pt>
                <c:pt idx="570">
                  <c:v>41065</c:v>
                </c:pt>
                <c:pt idx="571">
                  <c:v>41067</c:v>
                </c:pt>
                <c:pt idx="572">
                  <c:v>41068</c:v>
                </c:pt>
                <c:pt idx="573">
                  <c:v>41071</c:v>
                </c:pt>
                <c:pt idx="574">
                  <c:v>41072</c:v>
                </c:pt>
                <c:pt idx="575">
                  <c:v>41073</c:v>
                </c:pt>
                <c:pt idx="576">
                  <c:v>41074</c:v>
                </c:pt>
                <c:pt idx="577">
                  <c:v>41075</c:v>
                </c:pt>
                <c:pt idx="578">
                  <c:v>41078</c:v>
                </c:pt>
                <c:pt idx="579">
                  <c:v>41079</c:v>
                </c:pt>
                <c:pt idx="580">
                  <c:v>41080</c:v>
                </c:pt>
                <c:pt idx="581">
                  <c:v>41081</c:v>
                </c:pt>
                <c:pt idx="582">
                  <c:v>41082</c:v>
                </c:pt>
                <c:pt idx="583">
                  <c:v>41085</c:v>
                </c:pt>
                <c:pt idx="584">
                  <c:v>41086</c:v>
                </c:pt>
                <c:pt idx="585">
                  <c:v>41087</c:v>
                </c:pt>
                <c:pt idx="586">
                  <c:v>41088</c:v>
                </c:pt>
                <c:pt idx="587">
                  <c:v>41089</c:v>
                </c:pt>
                <c:pt idx="588">
                  <c:v>41092</c:v>
                </c:pt>
                <c:pt idx="589">
                  <c:v>41093</c:v>
                </c:pt>
                <c:pt idx="590">
                  <c:v>41094</c:v>
                </c:pt>
                <c:pt idx="591">
                  <c:v>41095</c:v>
                </c:pt>
                <c:pt idx="592">
                  <c:v>41096</c:v>
                </c:pt>
                <c:pt idx="593">
                  <c:v>41099</c:v>
                </c:pt>
                <c:pt idx="594">
                  <c:v>41100</c:v>
                </c:pt>
                <c:pt idx="595">
                  <c:v>41101</c:v>
                </c:pt>
                <c:pt idx="596">
                  <c:v>41102</c:v>
                </c:pt>
                <c:pt idx="597">
                  <c:v>41103</c:v>
                </c:pt>
                <c:pt idx="598">
                  <c:v>41106</c:v>
                </c:pt>
                <c:pt idx="599">
                  <c:v>41107</c:v>
                </c:pt>
                <c:pt idx="600">
                  <c:v>41108</c:v>
                </c:pt>
                <c:pt idx="601">
                  <c:v>41109</c:v>
                </c:pt>
                <c:pt idx="602">
                  <c:v>41110</c:v>
                </c:pt>
                <c:pt idx="603">
                  <c:v>41113</c:v>
                </c:pt>
                <c:pt idx="604">
                  <c:v>41114</c:v>
                </c:pt>
                <c:pt idx="605">
                  <c:v>41115</c:v>
                </c:pt>
                <c:pt idx="606">
                  <c:v>41116</c:v>
                </c:pt>
                <c:pt idx="607">
                  <c:v>41117</c:v>
                </c:pt>
                <c:pt idx="608">
                  <c:v>41120</c:v>
                </c:pt>
                <c:pt idx="609">
                  <c:v>41121</c:v>
                </c:pt>
                <c:pt idx="610">
                  <c:v>41122</c:v>
                </c:pt>
                <c:pt idx="611">
                  <c:v>41123</c:v>
                </c:pt>
                <c:pt idx="612">
                  <c:v>41124</c:v>
                </c:pt>
                <c:pt idx="613">
                  <c:v>41127</c:v>
                </c:pt>
                <c:pt idx="614">
                  <c:v>41128</c:v>
                </c:pt>
                <c:pt idx="615">
                  <c:v>41129</c:v>
                </c:pt>
                <c:pt idx="616">
                  <c:v>41130</c:v>
                </c:pt>
                <c:pt idx="617">
                  <c:v>41131</c:v>
                </c:pt>
                <c:pt idx="618">
                  <c:v>41134</c:v>
                </c:pt>
                <c:pt idx="619">
                  <c:v>41135</c:v>
                </c:pt>
                <c:pt idx="620">
                  <c:v>41137</c:v>
                </c:pt>
                <c:pt idx="621">
                  <c:v>41138</c:v>
                </c:pt>
                <c:pt idx="622">
                  <c:v>41141</c:v>
                </c:pt>
                <c:pt idx="623">
                  <c:v>41142</c:v>
                </c:pt>
                <c:pt idx="624">
                  <c:v>41143</c:v>
                </c:pt>
                <c:pt idx="625">
                  <c:v>41144</c:v>
                </c:pt>
                <c:pt idx="626">
                  <c:v>41145</c:v>
                </c:pt>
                <c:pt idx="627">
                  <c:v>41148</c:v>
                </c:pt>
                <c:pt idx="628">
                  <c:v>41149</c:v>
                </c:pt>
                <c:pt idx="629">
                  <c:v>41150</c:v>
                </c:pt>
                <c:pt idx="630">
                  <c:v>41151</c:v>
                </c:pt>
                <c:pt idx="631">
                  <c:v>41152</c:v>
                </c:pt>
                <c:pt idx="632">
                  <c:v>41155</c:v>
                </c:pt>
                <c:pt idx="633">
                  <c:v>41156</c:v>
                </c:pt>
                <c:pt idx="634">
                  <c:v>41157</c:v>
                </c:pt>
                <c:pt idx="635">
                  <c:v>41158</c:v>
                </c:pt>
                <c:pt idx="636">
                  <c:v>41159</c:v>
                </c:pt>
                <c:pt idx="637">
                  <c:v>41162</c:v>
                </c:pt>
                <c:pt idx="638">
                  <c:v>41163</c:v>
                </c:pt>
                <c:pt idx="639">
                  <c:v>41164</c:v>
                </c:pt>
                <c:pt idx="640">
                  <c:v>41165</c:v>
                </c:pt>
                <c:pt idx="641">
                  <c:v>41166</c:v>
                </c:pt>
                <c:pt idx="642">
                  <c:v>41169</c:v>
                </c:pt>
                <c:pt idx="643">
                  <c:v>41170</c:v>
                </c:pt>
                <c:pt idx="644">
                  <c:v>41171</c:v>
                </c:pt>
                <c:pt idx="645">
                  <c:v>41172</c:v>
                </c:pt>
                <c:pt idx="646">
                  <c:v>41173</c:v>
                </c:pt>
                <c:pt idx="647">
                  <c:v>41176</c:v>
                </c:pt>
                <c:pt idx="648">
                  <c:v>41177</c:v>
                </c:pt>
                <c:pt idx="649">
                  <c:v>41178</c:v>
                </c:pt>
                <c:pt idx="650">
                  <c:v>41179</c:v>
                </c:pt>
                <c:pt idx="651">
                  <c:v>41180</c:v>
                </c:pt>
                <c:pt idx="652">
                  <c:v>41184</c:v>
                </c:pt>
                <c:pt idx="653">
                  <c:v>41186</c:v>
                </c:pt>
                <c:pt idx="654">
                  <c:v>41187</c:v>
                </c:pt>
                <c:pt idx="655">
                  <c:v>41190</c:v>
                </c:pt>
                <c:pt idx="656">
                  <c:v>41191</c:v>
                </c:pt>
                <c:pt idx="657">
                  <c:v>41192</c:v>
                </c:pt>
                <c:pt idx="658">
                  <c:v>41193</c:v>
                </c:pt>
                <c:pt idx="659">
                  <c:v>41194</c:v>
                </c:pt>
                <c:pt idx="660">
                  <c:v>41197</c:v>
                </c:pt>
                <c:pt idx="661">
                  <c:v>41198</c:v>
                </c:pt>
                <c:pt idx="662">
                  <c:v>41199</c:v>
                </c:pt>
                <c:pt idx="663">
                  <c:v>41200</c:v>
                </c:pt>
                <c:pt idx="664">
                  <c:v>41201</c:v>
                </c:pt>
                <c:pt idx="665">
                  <c:v>41204</c:v>
                </c:pt>
                <c:pt idx="666">
                  <c:v>41205</c:v>
                </c:pt>
                <c:pt idx="667">
                  <c:v>41206</c:v>
                </c:pt>
                <c:pt idx="668">
                  <c:v>41207</c:v>
                </c:pt>
                <c:pt idx="669">
                  <c:v>41208</c:v>
                </c:pt>
                <c:pt idx="670">
                  <c:v>41211</c:v>
                </c:pt>
                <c:pt idx="671">
                  <c:v>41212</c:v>
                </c:pt>
                <c:pt idx="672">
                  <c:v>41213</c:v>
                </c:pt>
                <c:pt idx="673">
                  <c:v>41214</c:v>
                </c:pt>
                <c:pt idx="674">
                  <c:v>41215</c:v>
                </c:pt>
                <c:pt idx="675">
                  <c:v>41218</c:v>
                </c:pt>
                <c:pt idx="676">
                  <c:v>41219</c:v>
                </c:pt>
                <c:pt idx="677">
                  <c:v>41220</c:v>
                </c:pt>
                <c:pt idx="678">
                  <c:v>41221</c:v>
                </c:pt>
                <c:pt idx="679">
                  <c:v>41222</c:v>
                </c:pt>
                <c:pt idx="680">
                  <c:v>41225</c:v>
                </c:pt>
                <c:pt idx="681">
                  <c:v>41226</c:v>
                </c:pt>
                <c:pt idx="682">
                  <c:v>41227</c:v>
                </c:pt>
                <c:pt idx="683">
                  <c:v>41228</c:v>
                </c:pt>
                <c:pt idx="684">
                  <c:v>41229</c:v>
                </c:pt>
                <c:pt idx="685">
                  <c:v>41232</c:v>
                </c:pt>
                <c:pt idx="686">
                  <c:v>41233</c:v>
                </c:pt>
                <c:pt idx="687">
                  <c:v>41234</c:v>
                </c:pt>
                <c:pt idx="688">
                  <c:v>41235</c:v>
                </c:pt>
                <c:pt idx="689">
                  <c:v>41236</c:v>
                </c:pt>
                <c:pt idx="690">
                  <c:v>41239</c:v>
                </c:pt>
                <c:pt idx="691">
                  <c:v>41240</c:v>
                </c:pt>
                <c:pt idx="692">
                  <c:v>41241</c:v>
                </c:pt>
                <c:pt idx="693">
                  <c:v>41242</c:v>
                </c:pt>
                <c:pt idx="694">
                  <c:v>41243</c:v>
                </c:pt>
                <c:pt idx="695">
                  <c:v>41246</c:v>
                </c:pt>
                <c:pt idx="696">
                  <c:v>41247</c:v>
                </c:pt>
                <c:pt idx="697">
                  <c:v>41248</c:v>
                </c:pt>
                <c:pt idx="698">
                  <c:v>41249</c:v>
                </c:pt>
                <c:pt idx="699">
                  <c:v>41250</c:v>
                </c:pt>
                <c:pt idx="700">
                  <c:v>41253</c:v>
                </c:pt>
                <c:pt idx="701">
                  <c:v>41254</c:v>
                </c:pt>
                <c:pt idx="702">
                  <c:v>41255</c:v>
                </c:pt>
                <c:pt idx="703">
                  <c:v>41256</c:v>
                </c:pt>
                <c:pt idx="704">
                  <c:v>41257</c:v>
                </c:pt>
                <c:pt idx="705">
                  <c:v>41260</c:v>
                </c:pt>
                <c:pt idx="706">
                  <c:v>41261</c:v>
                </c:pt>
                <c:pt idx="707">
                  <c:v>41263</c:v>
                </c:pt>
                <c:pt idx="708">
                  <c:v>41264</c:v>
                </c:pt>
                <c:pt idx="709">
                  <c:v>41267</c:v>
                </c:pt>
                <c:pt idx="710">
                  <c:v>41269</c:v>
                </c:pt>
                <c:pt idx="711">
                  <c:v>41270</c:v>
                </c:pt>
                <c:pt idx="712">
                  <c:v>41271</c:v>
                </c:pt>
                <c:pt idx="713">
                  <c:v>41276</c:v>
                </c:pt>
                <c:pt idx="714">
                  <c:v>41277</c:v>
                </c:pt>
                <c:pt idx="715">
                  <c:v>41278</c:v>
                </c:pt>
                <c:pt idx="716">
                  <c:v>41281</c:v>
                </c:pt>
                <c:pt idx="717">
                  <c:v>41282</c:v>
                </c:pt>
                <c:pt idx="718">
                  <c:v>41283</c:v>
                </c:pt>
                <c:pt idx="719">
                  <c:v>41284</c:v>
                </c:pt>
                <c:pt idx="720">
                  <c:v>41285</c:v>
                </c:pt>
                <c:pt idx="721">
                  <c:v>41288</c:v>
                </c:pt>
                <c:pt idx="722">
                  <c:v>41289</c:v>
                </c:pt>
                <c:pt idx="723">
                  <c:v>41290</c:v>
                </c:pt>
                <c:pt idx="724">
                  <c:v>41291</c:v>
                </c:pt>
                <c:pt idx="725">
                  <c:v>41292</c:v>
                </c:pt>
                <c:pt idx="726">
                  <c:v>41295</c:v>
                </c:pt>
                <c:pt idx="727">
                  <c:v>41296</c:v>
                </c:pt>
                <c:pt idx="728">
                  <c:v>41297</c:v>
                </c:pt>
                <c:pt idx="729">
                  <c:v>41298</c:v>
                </c:pt>
                <c:pt idx="730">
                  <c:v>41299</c:v>
                </c:pt>
                <c:pt idx="731">
                  <c:v>41302</c:v>
                </c:pt>
                <c:pt idx="732">
                  <c:v>41303</c:v>
                </c:pt>
                <c:pt idx="733">
                  <c:v>41304</c:v>
                </c:pt>
                <c:pt idx="734">
                  <c:v>41305</c:v>
                </c:pt>
                <c:pt idx="735">
                  <c:v>41306</c:v>
                </c:pt>
                <c:pt idx="736">
                  <c:v>41309</c:v>
                </c:pt>
                <c:pt idx="737">
                  <c:v>41310</c:v>
                </c:pt>
                <c:pt idx="738">
                  <c:v>41311</c:v>
                </c:pt>
                <c:pt idx="739">
                  <c:v>41312</c:v>
                </c:pt>
                <c:pt idx="740">
                  <c:v>41313</c:v>
                </c:pt>
                <c:pt idx="741">
                  <c:v>41317</c:v>
                </c:pt>
                <c:pt idx="742">
                  <c:v>41318</c:v>
                </c:pt>
                <c:pt idx="743">
                  <c:v>41319</c:v>
                </c:pt>
                <c:pt idx="744">
                  <c:v>41320</c:v>
                </c:pt>
                <c:pt idx="745">
                  <c:v>41323</c:v>
                </c:pt>
                <c:pt idx="746">
                  <c:v>41324</c:v>
                </c:pt>
                <c:pt idx="747">
                  <c:v>41325</c:v>
                </c:pt>
                <c:pt idx="748">
                  <c:v>41326</c:v>
                </c:pt>
                <c:pt idx="749">
                  <c:v>41327</c:v>
                </c:pt>
                <c:pt idx="750">
                  <c:v>41330</c:v>
                </c:pt>
                <c:pt idx="751">
                  <c:v>41331</c:v>
                </c:pt>
                <c:pt idx="752">
                  <c:v>41332</c:v>
                </c:pt>
                <c:pt idx="753">
                  <c:v>41333</c:v>
                </c:pt>
                <c:pt idx="754">
                  <c:v>41337</c:v>
                </c:pt>
                <c:pt idx="755">
                  <c:v>41338</c:v>
                </c:pt>
                <c:pt idx="756">
                  <c:v>41339</c:v>
                </c:pt>
                <c:pt idx="757">
                  <c:v>41340</c:v>
                </c:pt>
                <c:pt idx="758">
                  <c:v>41341</c:v>
                </c:pt>
                <c:pt idx="759">
                  <c:v>41344</c:v>
                </c:pt>
                <c:pt idx="760">
                  <c:v>41345</c:v>
                </c:pt>
                <c:pt idx="761">
                  <c:v>41346</c:v>
                </c:pt>
                <c:pt idx="762">
                  <c:v>41347</c:v>
                </c:pt>
                <c:pt idx="763">
                  <c:v>41348</c:v>
                </c:pt>
                <c:pt idx="764">
                  <c:v>41351</c:v>
                </c:pt>
                <c:pt idx="765">
                  <c:v>41352</c:v>
                </c:pt>
                <c:pt idx="766">
                  <c:v>41353</c:v>
                </c:pt>
                <c:pt idx="767">
                  <c:v>41354</c:v>
                </c:pt>
                <c:pt idx="768">
                  <c:v>41355</c:v>
                </c:pt>
                <c:pt idx="769">
                  <c:v>41358</c:v>
                </c:pt>
                <c:pt idx="770">
                  <c:v>41359</c:v>
                </c:pt>
                <c:pt idx="771">
                  <c:v>41360</c:v>
                </c:pt>
                <c:pt idx="772">
                  <c:v>41361</c:v>
                </c:pt>
                <c:pt idx="773">
                  <c:v>41362</c:v>
                </c:pt>
                <c:pt idx="774">
                  <c:v>41365</c:v>
                </c:pt>
                <c:pt idx="775">
                  <c:v>41366</c:v>
                </c:pt>
                <c:pt idx="776">
                  <c:v>41367</c:v>
                </c:pt>
                <c:pt idx="777">
                  <c:v>41368</c:v>
                </c:pt>
                <c:pt idx="778">
                  <c:v>41369</c:v>
                </c:pt>
                <c:pt idx="779">
                  <c:v>41372</c:v>
                </c:pt>
                <c:pt idx="780">
                  <c:v>41373</c:v>
                </c:pt>
                <c:pt idx="781">
                  <c:v>41374</c:v>
                </c:pt>
                <c:pt idx="782">
                  <c:v>41375</c:v>
                </c:pt>
                <c:pt idx="783">
                  <c:v>41376</c:v>
                </c:pt>
                <c:pt idx="784">
                  <c:v>41379</c:v>
                </c:pt>
                <c:pt idx="785">
                  <c:v>41380</c:v>
                </c:pt>
                <c:pt idx="786">
                  <c:v>41381</c:v>
                </c:pt>
                <c:pt idx="787">
                  <c:v>41382</c:v>
                </c:pt>
                <c:pt idx="788">
                  <c:v>41383</c:v>
                </c:pt>
                <c:pt idx="789">
                  <c:v>41386</c:v>
                </c:pt>
                <c:pt idx="790">
                  <c:v>41387</c:v>
                </c:pt>
                <c:pt idx="791">
                  <c:v>41388</c:v>
                </c:pt>
                <c:pt idx="792">
                  <c:v>41389</c:v>
                </c:pt>
                <c:pt idx="793">
                  <c:v>41390</c:v>
                </c:pt>
                <c:pt idx="794">
                  <c:v>41393</c:v>
                </c:pt>
                <c:pt idx="795">
                  <c:v>41394</c:v>
                </c:pt>
                <c:pt idx="796">
                  <c:v>41396</c:v>
                </c:pt>
                <c:pt idx="797">
                  <c:v>41397</c:v>
                </c:pt>
                <c:pt idx="798">
                  <c:v>41400</c:v>
                </c:pt>
                <c:pt idx="799">
                  <c:v>41401</c:v>
                </c:pt>
                <c:pt idx="800">
                  <c:v>41402</c:v>
                </c:pt>
                <c:pt idx="801">
                  <c:v>41403</c:v>
                </c:pt>
                <c:pt idx="802">
                  <c:v>41404</c:v>
                </c:pt>
                <c:pt idx="803">
                  <c:v>41407</c:v>
                </c:pt>
                <c:pt idx="804">
                  <c:v>41408</c:v>
                </c:pt>
                <c:pt idx="805">
                  <c:v>41409</c:v>
                </c:pt>
                <c:pt idx="806">
                  <c:v>41410</c:v>
                </c:pt>
                <c:pt idx="807">
                  <c:v>41414</c:v>
                </c:pt>
                <c:pt idx="808">
                  <c:v>41415</c:v>
                </c:pt>
                <c:pt idx="809">
                  <c:v>41416</c:v>
                </c:pt>
                <c:pt idx="810">
                  <c:v>41417</c:v>
                </c:pt>
                <c:pt idx="811">
                  <c:v>41418</c:v>
                </c:pt>
                <c:pt idx="812">
                  <c:v>41421</c:v>
                </c:pt>
                <c:pt idx="813">
                  <c:v>41422</c:v>
                </c:pt>
                <c:pt idx="814">
                  <c:v>41423</c:v>
                </c:pt>
                <c:pt idx="815">
                  <c:v>41424</c:v>
                </c:pt>
                <c:pt idx="816">
                  <c:v>41425</c:v>
                </c:pt>
                <c:pt idx="817">
                  <c:v>41428</c:v>
                </c:pt>
                <c:pt idx="818">
                  <c:v>41429</c:v>
                </c:pt>
                <c:pt idx="819">
                  <c:v>41430</c:v>
                </c:pt>
                <c:pt idx="820">
                  <c:v>41432</c:v>
                </c:pt>
                <c:pt idx="821">
                  <c:v>41435</c:v>
                </c:pt>
                <c:pt idx="822">
                  <c:v>41436</c:v>
                </c:pt>
                <c:pt idx="823">
                  <c:v>41437</c:v>
                </c:pt>
                <c:pt idx="824">
                  <c:v>41438</c:v>
                </c:pt>
                <c:pt idx="825">
                  <c:v>41439</c:v>
                </c:pt>
                <c:pt idx="826">
                  <c:v>41442</c:v>
                </c:pt>
                <c:pt idx="827">
                  <c:v>41443</c:v>
                </c:pt>
                <c:pt idx="828">
                  <c:v>41444</c:v>
                </c:pt>
                <c:pt idx="829">
                  <c:v>41445</c:v>
                </c:pt>
                <c:pt idx="830">
                  <c:v>41446</c:v>
                </c:pt>
                <c:pt idx="831">
                  <c:v>41449</c:v>
                </c:pt>
                <c:pt idx="832">
                  <c:v>41450</c:v>
                </c:pt>
                <c:pt idx="833">
                  <c:v>41451</c:v>
                </c:pt>
                <c:pt idx="834">
                  <c:v>41452</c:v>
                </c:pt>
                <c:pt idx="835">
                  <c:v>41453</c:v>
                </c:pt>
                <c:pt idx="836">
                  <c:v>41456</c:v>
                </c:pt>
                <c:pt idx="837">
                  <c:v>41457</c:v>
                </c:pt>
                <c:pt idx="838">
                  <c:v>41458</c:v>
                </c:pt>
                <c:pt idx="839">
                  <c:v>41459</c:v>
                </c:pt>
                <c:pt idx="840">
                  <c:v>41460</c:v>
                </c:pt>
                <c:pt idx="841">
                  <c:v>41463</c:v>
                </c:pt>
                <c:pt idx="842">
                  <c:v>41464</c:v>
                </c:pt>
                <c:pt idx="843">
                  <c:v>41465</c:v>
                </c:pt>
                <c:pt idx="844">
                  <c:v>41466</c:v>
                </c:pt>
                <c:pt idx="845">
                  <c:v>41467</c:v>
                </c:pt>
                <c:pt idx="846">
                  <c:v>41470</c:v>
                </c:pt>
                <c:pt idx="847">
                  <c:v>41471</c:v>
                </c:pt>
                <c:pt idx="848">
                  <c:v>41472</c:v>
                </c:pt>
                <c:pt idx="849">
                  <c:v>41473</c:v>
                </c:pt>
                <c:pt idx="850">
                  <c:v>41474</c:v>
                </c:pt>
                <c:pt idx="851">
                  <c:v>41477</c:v>
                </c:pt>
                <c:pt idx="852">
                  <c:v>41478</c:v>
                </c:pt>
                <c:pt idx="853">
                  <c:v>41479</c:v>
                </c:pt>
                <c:pt idx="854">
                  <c:v>41480</c:v>
                </c:pt>
                <c:pt idx="855">
                  <c:v>41481</c:v>
                </c:pt>
                <c:pt idx="856">
                  <c:v>41484</c:v>
                </c:pt>
                <c:pt idx="857">
                  <c:v>41485</c:v>
                </c:pt>
                <c:pt idx="858">
                  <c:v>41486</c:v>
                </c:pt>
                <c:pt idx="859">
                  <c:v>41487</c:v>
                </c:pt>
                <c:pt idx="860">
                  <c:v>41488</c:v>
                </c:pt>
                <c:pt idx="861">
                  <c:v>41491</c:v>
                </c:pt>
                <c:pt idx="862">
                  <c:v>41492</c:v>
                </c:pt>
                <c:pt idx="863">
                  <c:v>41493</c:v>
                </c:pt>
                <c:pt idx="864">
                  <c:v>41494</c:v>
                </c:pt>
                <c:pt idx="865">
                  <c:v>41495</c:v>
                </c:pt>
                <c:pt idx="866">
                  <c:v>41498</c:v>
                </c:pt>
                <c:pt idx="867">
                  <c:v>41499</c:v>
                </c:pt>
                <c:pt idx="868">
                  <c:v>41500</c:v>
                </c:pt>
                <c:pt idx="869">
                  <c:v>41502</c:v>
                </c:pt>
                <c:pt idx="870">
                  <c:v>41505</c:v>
                </c:pt>
                <c:pt idx="871">
                  <c:v>41506</c:v>
                </c:pt>
                <c:pt idx="872">
                  <c:v>41507</c:v>
                </c:pt>
                <c:pt idx="873">
                  <c:v>41508</c:v>
                </c:pt>
                <c:pt idx="874">
                  <c:v>41509</c:v>
                </c:pt>
                <c:pt idx="875">
                  <c:v>41512</c:v>
                </c:pt>
                <c:pt idx="876">
                  <c:v>41513</c:v>
                </c:pt>
                <c:pt idx="877">
                  <c:v>41514</c:v>
                </c:pt>
                <c:pt idx="878">
                  <c:v>41515</c:v>
                </c:pt>
                <c:pt idx="879">
                  <c:v>41516</c:v>
                </c:pt>
                <c:pt idx="880">
                  <c:v>41519</c:v>
                </c:pt>
                <c:pt idx="881">
                  <c:v>41520</c:v>
                </c:pt>
                <c:pt idx="882">
                  <c:v>41521</c:v>
                </c:pt>
                <c:pt idx="883">
                  <c:v>41522</c:v>
                </c:pt>
                <c:pt idx="884">
                  <c:v>41523</c:v>
                </c:pt>
                <c:pt idx="885">
                  <c:v>41526</c:v>
                </c:pt>
                <c:pt idx="886">
                  <c:v>41527</c:v>
                </c:pt>
                <c:pt idx="887">
                  <c:v>41528</c:v>
                </c:pt>
                <c:pt idx="888">
                  <c:v>41529</c:v>
                </c:pt>
                <c:pt idx="889">
                  <c:v>41530</c:v>
                </c:pt>
                <c:pt idx="890">
                  <c:v>41533</c:v>
                </c:pt>
                <c:pt idx="891">
                  <c:v>41534</c:v>
                </c:pt>
                <c:pt idx="892">
                  <c:v>41540</c:v>
                </c:pt>
                <c:pt idx="893">
                  <c:v>41541</c:v>
                </c:pt>
                <c:pt idx="894">
                  <c:v>41542</c:v>
                </c:pt>
                <c:pt idx="895">
                  <c:v>41543</c:v>
                </c:pt>
                <c:pt idx="896">
                  <c:v>41544</c:v>
                </c:pt>
                <c:pt idx="897">
                  <c:v>41547</c:v>
                </c:pt>
                <c:pt idx="898">
                  <c:v>41548</c:v>
                </c:pt>
                <c:pt idx="899">
                  <c:v>41549</c:v>
                </c:pt>
                <c:pt idx="900">
                  <c:v>41551</c:v>
                </c:pt>
                <c:pt idx="901">
                  <c:v>41554</c:v>
                </c:pt>
                <c:pt idx="902">
                  <c:v>41555</c:v>
                </c:pt>
                <c:pt idx="903">
                  <c:v>41557</c:v>
                </c:pt>
                <c:pt idx="904">
                  <c:v>41558</c:v>
                </c:pt>
                <c:pt idx="905">
                  <c:v>41561</c:v>
                </c:pt>
                <c:pt idx="906">
                  <c:v>41562</c:v>
                </c:pt>
                <c:pt idx="907">
                  <c:v>41563</c:v>
                </c:pt>
                <c:pt idx="908">
                  <c:v>41564</c:v>
                </c:pt>
                <c:pt idx="909">
                  <c:v>41565</c:v>
                </c:pt>
                <c:pt idx="910">
                  <c:v>41568</c:v>
                </c:pt>
                <c:pt idx="911">
                  <c:v>41569</c:v>
                </c:pt>
                <c:pt idx="912">
                  <c:v>41570</c:v>
                </c:pt>
                <c:pt idx="913">
                  <c:v>41571</c:v>
                </c:pt>
                <c:pt idx="914">
                  <c:v>41572</c:v>
                </c:pt>
                <c:pt idx="915">
                  <c:v>41575</c:v>
                </c:pt>
                <c:pt idx="916">
                  <c:v>41576</c:v>
                </c:pt>
                <c:pt idx="917">
                  <c:v>41577</c:v>
                </c:pt>
                <c:pt idx="918">
                  <c:v>41578</c:v>
                </c:pt>
                <c:pt idx="919">
                  <c:v>41579</c:v>
                </c:pt>
                <c:pt idx="920">
                  <c:v>41582</c:v>
                </c:pt>
                <c:pt idx="921">
                  <c:v>41583</c:v>
                </c:pt>
                <c:pt idx="922">
                  <c:v>41584</c:v>
                </c:pt>
                <c:pt idx="923">
                  <c:v>41585</c:v>
                </c:pt>
                <c:pt idx="924">
                  <c:v>41586</c:v>
                </c:pt>
                <c:pt idx="925">
                  <c:v>41589</c:v>
                </c:pt>
                <c:pt idx="926">
                  <c:v>41590</c:v>
                </c:pt>
                <c:pt idx="927">
                  <c:v>41591</c:v>
                </c:pt>
                <c:pt idx="928">
                  <c:v>41592</c:v>
                </c:pt>
                <c:pt idx="929">
                  <c:v>41593</c:v>
                </c:pt>
                <c:pt idx="930">
                  <c:v>41596</c:v>
                </c:pt>
                <c:pt idx="931">
                  <c:v>41597</c:v>
                </c:pt>
                <c:pt idx="932">
                  <c:v>41598</c:v>
                </c:pt>
                <c:pt idx="933">
                  <c:v>41599</c:v>
                </c:pt>
                <c:pt idx="934">
                  <c:v>41600</c:v>
                </c:pt>
                <c:pt idx="935">
                  <c:v>41603</c:v>
                </c:pt>
                <c:pt idx="936">
                  <c:v>41604</c:v>
                </c:pt>
                <c:pt idx="937">
                  <c:v>41605</c:v>
                </c:pt>
                <c:pt idx="938">
                  <c:v>41606</c:v>
                </c:pt>
                <c:pt idx="939">
                  <c:v>41607</c:v>
                </c:pt>
                <c:pt idx="940">
                  <c:v>41610</c:v>
                </c:pt>
                <c:pt idx="941">
                  <c:v>41611</c:v>
                </c:pt>
                <c:pt idx="942">
                  <c:v>41612</c:v>
                </c:pt>
                <c:pt idx="943">
                  <c:v>41613</c:v>
                </c:pt>
                <c:pt idx="944">
                  <c:v>41614</c:v>
                </c:pt>
                <c:pt idx="945">
                  <c:v>41617</c:v>
                </c:pt>
                <c:pt idx="946">
                  <c:v>41618</c:v>
                </c:pt>
                <c:pt idx="947">
                  <c:v>41619</c:v>
                </c:pt>
                <c:pt idx="948">
                  <c:v>41620</c:v>
                </c:pt>
                <c:pt idx="949">
                  <c:v>41621</c:v>
                </c:pt>
                <c:pt idx="950">
                  <c:v>41624</c:v>
                </c:pt>
                <c:pt idx="951">
                  <c:v>41625</c:v>
                </c:pt>
                <c:pt idx="952">
                  <c:v>41626</c:v>
                </c:pt>
                <c:pt idx="953">
                  <c:v>41627</c:v>
                </c:pt>
                <c:pt idx="954">
                  <c:v>41628</c:v>
                </c:pt>
                <c:pt idx="955">
                  <c:v>41631</c:v>
                </c:pt>
                <c:pt idx="956">
                  <c:v>41632</c:v>
                </c:pt>
                <c:pt idx="957">
                  <c:v>41634</c:v>
                </c:pt>
                <c:pt idx="958">
                  <c:v>41635</c:v>
                </c:pt>
                <c:pt idx="959">
                  <c:v>41638</c:v>
                </c:pt>
                <c:pt idx="960">
                  <c:v>41641</c:v>
                </c:pt>
                <c:pt idx="961">
                  <c:v>41642</c:v>
                </c:pt>
                <c:pt idx="962">
                  <c:v>41645</c:v>
                </c:pt>
                <c:pt idx="963">
                  <c:v>41646</c:v>
                </c:pt>
                <c:pt idx="964">
                  <c:v>41647</c:v>
                </c:pt>
                <c:pt idx="965">
                  <c:v>41648</c:v>
                </c:pt>
                <c:pt idx="966">
                  <c:v>41649</c:v>
                </c:pt>
                <c:pt idx="967">
                  <c:v>41652</c:v>
                </c:pt>
                <c:pt idx="968">
                  <c:v>41653</c:v>
                </c:pt>
                <c:pt idx="969">
                  <c:v>41654</c:v>
                </c:pt>
                <c:pt idx="970">
                  <c:v>41655</c:v>
                </c:pt>
                <c:pt idx="971">
                  <c:v>41656</c:v>
                </c:pt>
                <c:pt idx="972">
                  <c:v>41659</c:v>
                </c:pt>
                <c:pt idx="973">
                  <c:v>41660</c:v>
                </c:pt>
                <c:pt idx="974">
                  <c:v>41661</c:v>
                </c:pt>
                <c:pt idx="975">
                  <c:v>41662</c:v>
                </c:pt>
                <c:pt idx="976">
                  <c:v>41663</c:v>
                </c:pt>
                <c:pt idx="977">
                  <c:v>41666</c:v>
                </c:pt>
                <c:pt idx="978">
                  <c:v>41667</c:v>
                </c:pt>
                <c:pt idx="979">
                  <c:v>41668</c:v>
                </c:pt>
                <c:pt idx="980">
                  <c:v>41673</c:v>
                </c:pt>
                <c:pt idx="981">
                  <c:v>41674</c:v>
                </c:pt>
                <c:pt idx="982">
                  <c:v>41675</c:v>
                </c:pt>
                <c:pt idx="983">
                  <c:v>41676</c:v>
                </c:pt>
                <c:pt idx="984">
                  <c:v>41677</c:v>
                </c:pt>
                <c:pt idx="985">
                  <c:v>41680</c:v>
                </c:pt>
                <c:pt idx="986">
                  <c:v>41681</c:v>
                </c:pt>
                <c:pt idx="987">
                  <c:v>41682</c:v>
                </c:pt>
                <c:pt idx="988">
                  <c:v>41683</c:v>
                </c:pt>
                <c:pt idx="989">
                  <c:v>41684</c:v>
                </c:pt>
                <c:pt idx="990">
                  <c:v>41687</c:v>
                </c:pt>
                <c:pt idx="991">
                  <c:v>41688</c:v>
                </c:pt>
                <c:pt idx="992">
                  <c:v>41689</c:v>
                </c:pt>
                <c:pt idx="993">
                  <c:v>41690</c:v>
                </c:pt>
                <c:pt idx="994">
                  <c:v>41691</c:v>
                </c:pt>
                <c:pt idx="995">
                  <c:v>41694</c:v>
                </c:pt>
                <c:pt idx="996">
                  <c:v>41695</c:v>
                </c:pt>
                <c:pt idx="997">
                  <c:v>41696</c:v>
                </c:pt>
                <c:pt idx="998">
                  <c:v>41697</c:v>
                </c:pt>
                <c:pt idx="999">
                  <c:v>41698</c:v>
                </c:pt>
                <c:pt idx="1000">
                  <c:v>41701</c:v>
                </c:pt>
                <c:pt idx="1001">
                  <c:v>41702</c:v>
                </c:pt>
                <c:pt idx="1002">
                  <c:v>41703</c:v>
                </c:pt>
                <c:pt idx="1003">
                  <c:v>41704</c:v>
                </c:pt>
                <c:pt idx="1004">
                  <c:v>41705</c:v>
                </c:pt>
                <c:pt idx="1005">
                  <c:v>41708</c:v>
                </c:pt>
                <c:pt idx="1006">
                  <c:v>41709</c:v>
                </c:pt>
                <c:pt idx="1007">
                  <c:v>41710</c:v>
                </c:pt>
                <c:pt idx="1008">
                  <c:v>41711</c:v>
                </c:pt>
                <c:pt idx="1009">
                  <c:v>41712</c:v>
                </c:pt>
                <c:pt idx="1010">
                  <c:v>41715</c:v>
                </c:pt>
                <c:pt idx="1011">
                  <c:v>41716</c:v>
                </c:pt>
                <c:pt idx="1012">
                  <c:v>41717</c:v>
                </c:pt>
                <c:pt idx="1013">
                  <c:v>41718</c:v>
                </c:pt>
                <c:pt idx="1014">
                  <c:v>41719</c:v>
                </c:pt>
                <c:pt idx="1015">
                  <c:v>41722</c:v>
                </c:pt>
                <c:pt idx="1016">
                  <c:v>41723</c:v>
                </c:pt>
                <c:pt idx="1017">
                  <c:v>41724</c:v>
                </c:pt>
                <c:pt idx="1018">
                  <c:v>41725</c:v>
                </c:pt>
                <c:pt idx="1019">
                  <c:v>41726</c:v>
                </c:pt>
                <c:pt idx="1020">
                  <c:v>41729</c:v>
                </c:pt>
                <c:pt idx="1021">
                  <c:v>41730</c:v>
                </c:pt>
                <c:pt idx="1022">
                  <c:v>41731</c:v>
                </c:pt>
                <c:pt idx="1023">
                  <c:v>41732</c:v>
                </c:pt>
                <c:pt idx="1024">
                  <c:v>41733</c:v>
                </c:pt>
                <c:pt idx="1025">
                  <c:v>41736</c:v>
                </c:pt>
                <c:pt idx="1026">
                  <c:v>41737</c:v>
                </c:pt>
                <c:pt idx="1027">
                  <c:v>41738</c:v>
                </c:pt>
                <c:pt idx="1028">
                  <c:v>41739</c:v>
                </c:pt>
                <c:pt idx="1029">
                  <c:v>41740</c:v>
                </c:pt>
                <c:pt idx="1030">
                  <c:v>41743</c:v>
                </c:pt>
                <c:pt idx="1031">
                  <c:v>41744</c:v>
                </c:pt>
                <c:pt idx="1032">
                  <c:v>41745</c:v>
                </c:pt>
                <c:pt idx="1033">
                  <c:v>41746</c:v>
                </c:pt>
                <c:pt idx="1034">
                  <c:v>41747</c:v>
                </c:pt>
                <c:pt idx="1035">
                  <c:v>41750</c:v>
                </c:pt>
                <c:pt idx="1036">
                  <c:v>41751</c:v>
                </c:pt>
                <c:pt idx="1037">
                  <c:v>41752</c:v>
                </c:pt>
                <c:pt idx="1038">
                  <c:v>41753</c:v>
                </c:pt>
                <c:pt idx="1039">
                  <c:v>41754</c:v>
                </c:pt>
                <c:pt idx="1040">
                  <c:v>41757</c:v>
                </c:pt>
                <c:pt idx="1041">
                  <c:v>41758</c:v>
                </c:pt>
                <c:pt idx="1042">
                  <c:v>41759</c:v>
                </c:pt>
                <c:pt idx="1043">
                  <c:v>41761</c:v>
                </c:pt>
                <c:pt idx="1044">
                  <c:v>41766</c:v>
                </c:pt>
                <c:pt idx="1045">
                  <c:v>41767</c:v>
                </c:pt>
                <c:pt idx="1046">
                  <c:v>41768</c:v>
                </c:pt>
                <c:pt idx="1047">
                  <c:v>41771</c:v>
                </c:pt>
                <c:pt idx="1048">
                  <c:v>41772</c:v>
                </c:pt>
                <c:pt idx="1049">
                  <c:v>41773</c:v>
                </c:pt>
                <c:pt idx="1050">
                  <c:v>41774</c:v>
                </c:pt>
                <c:pt idx="1051">
                  <c:v>41775</c:v>
                </c:pt>
                <c:pt idx="1052">
                  <c:v>41778</c:v>
                </c:pt>
                <c:pt idx="1053">
                  <c:v>41779</c:v>
                </c:pt>
                <c:pt idx="1054">
                  <c:v>41780</c:v>
                </c:pt>
                <c:pt idx="1055">
                  <c:v>41781</c:v>
                </c:pt>
                <c:pt idx="1056">
                  <c:v>41782</c:v>
                </c:pt>
                <c:pt idx="1057">
                  <c:v>41785</c:v>
                </c:pt>
                <c:pt idx="1058">
                  <c:v>41786</c:v>
                </c:pt>
                <c:pt idx="1059">
                  <c:v>41787</c:v>
                </c:pt>
                <c:pt idx="1060">
                  <c:v>41788</c:v>
                </c:pt>
                <c:pt idx="1061">
                  <c:v>41789</c:v>
                </c:pt>
                <c:pt idx="1062">
                  <c:v>41792</c:v>
                </c:pt>
                <c:pt idx="1063">
                  <c:v>41793</c:v>
                </c:pt>
                <c:pt idx="1064">
                  <c:v>41795</c:v>
                </c:pt>
                <c:pt idx="1065">
                  <c:v>41799</c:v>
                </c:pt>
                <c:pt idx="1066">
                  <c:v>41800</c:v>
                </c:pt>
                <c:pt idx="1067">
                  <c:v>41801</c:v>
                </c:pt>
                <c:pt idx="1068">
                  <c:v>41802</c:v>
                </c:pt>
                <c:pt idx="1069">
                  <c:v>41803</c:v>
                </c:pt>
                <c:pt idx="1070">
                  <c:v>41806</c:v>
                </c:pt>
                <c:pt idx="1071">
                  <c:v>41807</c:v>
                </c:pt>
                <c:pt idx="1072">
                  <c:v>41808</c:v>
                </c:pt>
                <c:pt idx="1073">
                  <c:v>41809</c:v>
                </c:pt>
                <c:pt idx="1074">
                  <c:v>41810</c:v>
                </c:pt>
                <c:pt idx="1075">
                  <c:v>41813</c:v>
                </c:pt>
                <c:pt idx="1076">
                  <c:v>41814</c:v>
                </c:pt>
                <c:pt idx="1077">
                  <c:v>41815</c:v>
                </c:pt>
                <c:pt idx="1078">
                  <c:v>41816</c:v>
                </c:pt>
                <c:pt idx="1079">
                  <c:v>41817</c:v>
                </c:pt>
                <c:pt idx="1080">
                  <c:v>41820</c:v>
                </c:pt>
                <c:pt idx="1081">
                  <c:v>41821</c:v>
                </c:pt>
                <c:pt idx="1082">
                  <c:v>41822</c:v>
                </c:pt>
                <c:pt idx="1083">
                  <c:v>41823</c:v>
                </c:pt>
                <c:pt idx="1084">
                  <c:v>41824</c:v>
                </c:pt>
                <c:pt idx="1085">
                  <c:v>41827</c:v>
                </c:pt>
                <c:pt idx="1086">
                  <c:v>41828</c:v>
                </c:pt>
                <c:pt idx="1087">
                  <c:v>41829</c:v>
                </c:pt>
                <c:pt idx="1088">
                  <c:v>41830</c:v>
                </c:pt>
                <c:pt idx="1089">
                  <c:v>41831</c:v>
                </c:pt>
                <c:pt idx="1090">
                  <c:v>41834</c:v>
                </c:pt>
                <c:pt idx="1091">
                  <c:v>41835</c:v>
                </c:pt>
                <c:pt idx="1092">
                  <c:v>41836</c:v>
                </c:pt>
                <c:pt idx="1093">
                  <c:v>41837</c:v>
                </c:pt>
                <c:pt idx="1094">
                  <c:v>41838</c:v>
                </c:pt>
                <c:pt idx="1095">
                  <c:v>41841</c:v>
                </c:pt>
                <c:pt idx="1096">
                  <c:v>41842</c:v>
                </c:pt>
                <c:pt idx="1097">
                  <c:v>41843</c:v>
                </c:pt>
                <c:pt idx="1098">
                  <c:v>41844</c:v>
                </c:pt>
                <c:pt idx="1099">
                  <c:v>41845</c:v>
                </c:pt>
                <c:pt idx="1100">
                  <c:v>41848</c:v>
                </c:pt>
                <c:pt idx="1101">
                  <c:v>41849</c:v>
                </c:pt>
                <c:pt idx="1102">
                  <c:v>41850</c:v>
                </c:pt>
                <c:pt idx="1103">
                  <c:v>41851</c:v>
                </c:pt>
                <c:pt idx="1104">
                  <c:v>41852</c:v>
                </c:pt>
                <c:pt idx="1105">
                  <c:v>41855</c:v>
                </c:pt>
                <c:pt idx="1106">
                  <c:v>41856</c:v>
                </c:pt>
                <c:pt idx="1107">
                  <c:v>41857</c:v>
                </c:pt>
                <c:pt idx="1108">
                  <c:v>41858</c:v>
                </c:pt>
                <c:pt idx="1109">
                  <c:v>41859</c:v>
                </c:pt>
                <c:pt idx="1110">
                  <c:v>41862</c:v>
                </c:pt>
                <c:pt idx="1111">
                  <c:v>41863</c:v>
                </c:pt>
                <c:pt idx="1112">
                  <c:v>41864</c:v>
                </c:pt>
                <c:pt idx="1113">
                  <c:v>41865</c:v>
                </c:pt>
                <c:pt idx="1114">
                  <c:v>41869</c:v>
                </c:pt>
                <c:pt idx="1115">
                  <c:v>41870</c:v>
                </c:pt>
                <c:pt idx="1116">
                  <c:v>41871</c:v>
                </c:pt>
                <c:pt idx="1117">
                  <c:v>41872</c:v>
                </c:pt>
                <c:pt idx="1118">
                  <c:v>41873</c:v>
                </c:pt>
                <c:pt idx="1119">
                  <c:v>41876</c:v>
                </c:pt>
                <c:pt idx="1120">
                  <c:v>41877</c:v>
                </c:pt>
                <c:pt idx="1121">
                  <c:v>41878</c:v>
                </c:pt>
                <c:pt idx="1122">
                  <c:v>41879</c:v>
                </c:pt>
                <c:pt idx="1123">
                  <c:v>41880</c:v>
                </c:pt>
                <c:pt idx="1124">
                  <c:v>41883</c:v>
                </c:pt>
                <c:pt idx="1125">
                  <c:v>41884</c:v>
                </c:pt>
                <c:pt idx="1126">
                  <c:v>41885</c:v>
                </c:pt>
                <c:pt idx="1127">
                  <c:v>41886</c:v>
                </c:pt>
                <c:pt idx="1128">
                  <c:v>41887</c:v>
                </c:pt>
                <c:pt idx="1129">
                  <c:v>41893</c:v>
                </c:pt>
                <c:pt idx="1130">
                  <c:v>41894</c:v>
                </c:pt>
                <c:pt idx="1131">
                  <c:v>41897</c:v>
                </c:pt>
                <c:pt idx="1132">
                  <c:v>41898</c:v>
                </c:pt>
                <c:pt idx="1133">
                  <c:v>41899</c:v>
                </c:pt>
                <c:pt idx="1134">
                  <c:v>41900</c:v>
                </c:pt>
                <c:pt idx="1135">
                  <c:v>41901</c:v>
                </c:pt>
                <c:pt idx="1136">
                  <c:v>41904</c:v>
                </c:pt>
                <c:pt idx="1137">
                  <c:v>41905</c:v>
                </c:pt>
                <c:pt idx="1138">
                  <c:v>41906</c:v>
                </c:pt>
                <c:pt idx="1139">
                  <c:v>41907</c:v>
                </c:pt>
                <c:pt idx="1140">
                  <c:v>41908</c:v>
                </c:pt>
                <c:pt idx="1141">
                  <c:v>41911</c:v>
                </c:pt>
                <c:pt idx="1142">
                  <c:v>41912</c:v>
                </c:pt>
                <c:pt idx="1143">
                  <c:v>41913</c:v>
                </c:pt>
                <c:pt idx="1144">
                  <c:v>41914</c:v>
                </c:pt>
                <c:pt idx="1145">
                  <c:v>41918</c:v>
                </c:pt>
                <c:pt idx="1146">
                  <c:v>41919</c:v>
                </c:pt>
                <c:pt idx="1147">
                  <c:v>41920</c:v>
                </c:pt>
                <c:pt idx="1148">
                  <c:v>41922</c:v>
                </c:pt>
                <c:pt idx="1149">
                  <c:v>41925</c:v>
                </c:pt>
                <c:pt idx="1150">
                  <c:v>41926</c:v>
                </c:pt>
                <c:pt idx="1151">
                  <c:v>41927</c:v>
                </c:pt>
                <c:pt idx="1152">
                  <c:v>41928</c:v>
                </c:pt>
                <c:pt idx="1153">
                  <c:v>41929</c:v>
                </c:pt>
                <c:pt idx="1154">
                  <c:v>41932</c:v>
                </c:pt>
                <c:pt idx="1155">
                  <c:v>41933</c:v>
                </c:pt>
                <c:pt idx="1156">
                  <c:v>41934</c:v>
                </c:pt>
                <c:pt idx="1157">
                  <c:v>41935</c:v>
                </c:pt>
                <c:pt idx="1158">
                  <c:v>41936</c:v>
                </c:pt>
                <c:pt idx="1159">
                  <c:v>41939</c:v>
                </c:pt>
                <c:pt idx="1160">
                  <c:v>41940</c:v>
                </c:pt>
                <c:pt idx="1161">
                  <c:v>41941</c:v>
                </c:pt>
                <c:pt idx="1162">
                  <c:v>41942</c:v>
                </c:pt>
                <c:pt idx="1163">
                  <c:v>41943</c:v>
                </c:pt>
                <c:pt idx="1164">
                  <c:v>41946</c:v>
                </c:pt>
                <c:pt idx="1165">
                  <c:v>41947</c:v>
                </c:pt>
                <c:pt idx="1166">
                  <c:v>41948</c:v>
                </c:pt>
                <c:pt idx="1167">
                  <c:v>41949</c:v>
                </c:pt>
                <c:pt idx="1168">
                  <c:v>41950</c:v>
                </c:pt>
                <c:pt idx="1169">
                  <c:v>41953</c:v>
                </c:pt>
                <c:pt idx="1170">
                  <c:v>41954</c:v>
                </c:pt>
                <c:pt idx="1171">
                  <c:v>41955</c:v>
                </c:pt>
                <c:pt idx="1172">
                  <c:v>41956</c:v>
                </c:pt>
                <c:pt idx="1173">
                  <c:v>41957</c:v>
                </c:pt>
                <c:pt idx="1174">
                  <c:v>41960</c:v>
                </c:pt>
                <c:pt idx="1175">
                  <c:v>41961</c:v>
                </c:pt>
                <c:pt idx="1176">
                  <c:v>41962</c:v>
                </c:pt>
                <c:pt idx="1177">
                  <c:v>41963</c:v>
                </c:pt>
                <c:pt idx="1178">
                  <c:v>41964</c:v>
                </c:pt>
                <c:pt idx="1179">
                  <c:v>41967</c:v>
                </c:pt>
                <c:pt idx="1180">
                  <c:v>41968</c:v>
                </c:pt>
                <c:pt idx="1181">
                  <c:v>41969</c:v>
                </c:pt>
                <c:pt idx="1182">
                  <c:v>41970</c:v>
                </c:pt>
                <c:pt idx="1183">
                  <c:v>41971</c:v>
                </c:pt>
                <c:pt idx="1184">
                  <c:v>41974</c:v>
                </c:pt>
                <c:pt idx="1185">
                  <c:v>41975</c:v>
                </c:pt>
                <c:pt idx="1186">
                  <c:v>41976</c:v>
                </c:pt>
                <c:pt idx="1187">
                  <c:v>41977</c:v>
                </c:pt>
                <c:pt idx="1188">
                  <c:v>41978</c:v>
                </c:pt>
                <c:pt idx="1189">
                  <c:v>41981</c:v>
                </c:pt>
                <c:pt idx="1190">
                  <c:v>41982</c:v>
                </c:pt>
                <c:pt idx="1191">
                  <c:v>41983</c:v>
                </c:pt>
                <c:pt idx="1192">
                  <c:v>41984</c:v>
                </c:pt>
                <c:pt idx="1193">
                  <c:v>41985</c:v>
                </c:pt>
                <c:pt idx="1194">
                  <c:v>41988</c:v>
                </c:pt>
                <c:pt idx="1195">
                  <c:v>41989</c:v>
                </c:pt>
                <c:pt idx="1196">
                  <c:v>41990</c:v>
                </c:pt>
                <c:pt idx="1197">
                  <c:v>41991</c:v>
                </c:pt>
                <c:pt idx="1198">
                  <c:v>41992</c:v>
                </c:pt>
                <c:pt idx="1199">
                  <c:v>41995</c:v>
                </c:pt>
                <c:pt idx="1200">
                  <c:v>41996</c:v>
                </c:pt>
                <c:pt idx="1201">
                  <c:v>41997</c:v>
                </c:pt>
                <c:pt idx="1202">
                  <c:v>41999</c:v>
                </c:pt>
                <c:pt idx="1203">
                  <c:v>42002</c:v>
                </c:pt>
                <c:pt idx="1204">
                  <c:v>42003</c:v>
                </c:pt>
                <c:pt idx="1205">
                  <c:v>42006</c:v>
                </c:pt>
                <c:pt idx="1206">
                  <c:v>42009</c:v>
                </c:pt>
                <c:pt idx="1207">
                  <c:v>42010</c:v>
                </c:pt>
                <c:pt idx="1208">
                  <c:v>42011</c:v>
                </c:pt>
                <c:pt idx="1209">
                  <c:v>42012</c:v>
                </c:pt>
                <c:pt idx="1210">
                  <c:v>42013</c:v>
                </c:pt>
                <c:pt idx="1211">
                  <c:v>42016</c:v>
                </c:pt>
                <c:pt idx="1212">
                  <c:v>42017</c:v>
                </c:pt>
                <c:pt idx="1213">
                  <c:v>42018</c:v>
                </c:pt>
                <c:pt idx="1214">
                  <c:v>42019</c:v>
                </c:pt>
                <c:pt idx="1215">
                  <c:v>42020</c:v>
                </c:pt>
                <c:pt idx="1216">
                  <c:v>42023</c:v>
                </c:pt>
                <c:pt idx="1217">
                  <c:v>42024</c:v>
                </c:pt>
                <c:pt idx="1218">
                  <c:v>42025</c:v>
                </c:pt>
                <c:pt idx="1219">
                  <c:v>42026</c:v>
                </c:pt>
                <c:pt idx="1220">
                  <c:v>42027</c:v>
                </c:pt>
                <c:pt idx="1221">
                  <c:v>42030</c:v>
                </c:pt>
                <c:pt idx="1222">
                  <c:v>42031</c:v>
                </c:pt>
                <c:pt idx="1223">
                  <c:v>42032</c:v>
                </c:pt>
                <c:pt idx="1224">
                  <c:v>42033</c:v>
                </c:pt>
                <c:pt idx="1225">
                  <c:v>42034</c:v>
                </c:pt>
                <c:pt idx="1226">
                  <c:v>42037</c:v>
                </c:pt>
                <c:pt idx="1227">
                  <c:v>42038</c:v>
                </c:pt>
                <c:pt idx="1228">
                  <c:v>42039</c:v>
                </c:pt>
                <c:pt idx="1229">
                  <c:v>42040</c:v>
                </c:pt>
                <c:pt idx="1230">
                  <c:v>42041</c:v>
                </c:pt>
                <c:pt idx="1231">
                  <c:v>42044</c:v>
                </c:pt>
                <c:pt idx="1232">
                  <c:v>42045</c:v>
                </c:pt>
                <c:pt idx="1233">
                  <c:v>42046</c:v>
                </c:pt>
                <c:pt idx="1234">
                  <c:v>42047</c:v>
                </c:pt>
                <c:pt idx="1235">
                  <c:v>42048</c:v>
                </c:pt>
                <c:pt idx="1236">
                  <c:v>42051</c:v>
                </c:pt>
                <c:pt idx="1237">
                  <c:v>42052</c:v>
                </c:pt>
                <c:pt idx="1238">
                  <c:v>42058</c:v>
                </c:pt>
                <c:pt idx="1239">
                  <c:v>42059</c:v>
                </c:pt>
                <c:pt idx="1240">
                  <c:v>42060</c:v>
                </c:pt>
                <c:pt idx="1241">
                  <c:v>42061</c:v>
                </c:pt>
                <c:pt idx="1242">
                  <c:v>42062</c:v>
                </c:pt>
                <c:pt idx="1243">
                  <c:v>42065</c:v>
                </c:pt>
                <c:pt idx="1244">
                  <c:v>42066</c:v>
                </c:pt>
                <c:pt idx="1245">
                  <c:v>42067</c:v>
                </c:pt>
                <c:pt idx="1246">
                  <c:v>42068</c:v>
                </c:pt>
                <c:pt idx="1247">
                  <c:v>42069</c:v>
                </c:pt>
                <c:pt idx="1248">
                  <c:v>42072</c:v>
                </c:pt>
                <c:pt idx="1249">
                  <c:v>42073</c:v>
                </c:pt>
                <c:pt idx="1250">
                  <c:v>42074</c:v>
                </c:pt>
                <c:pt idx="1251">
                  <c:v>42075</c:v>
                </c:pt>
                <c:pt idx="1252">
                  <c:v>42076</c:v>
                </c:pt>
                <c:pt idx="1253">
                  <c:v>42079</c:v>
                </c:pt>
                <c:pt idx="1254">
                  <c:v>42080</c:v>
                </c:pt>
                <c:pt idx="1255">
                  <c:v>42081</c:v>
                </c:pt>
                <c:pt idx="1256">
                  <c:v>42082</c:v>
                </c:pt>
                <c:pt idx="1257">
                  <c:v>42083</c:v>
                </c:pt>
                <c:pt idx="1258">
                  <c:v>42086</c:v>
                </c:pt>
                <c:pt idx="1259">
                  <c:v>42087</c:v>
                </c:pt>
                <c:pt idx="1260">
                  <c:v>42088</c:v>
                </c:pt>
                <c:pt idx="1261">
                  <c:v>42089</c:v>
                </c:pt>
                <c:pt idx="1262">
                  <c:v>42090</c:v>
                </c:pt>
                <c:pt idx="1263">
                  <c:v>42093</c:v>
                </c:pt>
                <c:pt idx="1264">
                  <c:v>42094</c:v>
                </c:pt>
                <c:pt idx="1265">
                  <c:v>42095</c:v>
                </c:pt>
                <c:pt idx="1266">
                  <c:v>42096</c:v>
                </c:pt>
                <c:pt idx="1267">
                  <c:v>42097</c:v>
                </c:pt>
                <c:pt idx="1268">
                  <c:v>42100</c:v>
                </c:pt>
                <c:pt idx="1269">
                  <c:v>42101</c:v>
                </c:pt>
                <c:pt idx="1270">
                  <c:v>42102</c:v>
                </c:pt>
                <c:pt idx="1271">
                  <c:v>42103</c:v>
                </c:pt>
                <c:pt idx="1272">
                  <c:v>42104</c:v>
                </c:pt>
                <c:pt idx="1273">
                  <c:v>42107</c:v>
                </c:pt>
                <c:pt idx="1274">
                  <c:v>42108</c:v>
                </c:pt>
                <c:pt idx="1275">
                  <c:v>42109</c:v>
                </c:pt>
                <c:pt idx="1276">
                  <c:v>42110</c:v>
                </c:pt>
                <c:pt idx="1277">
                  <c:v>42111</c:v>
                </c:pt>
                <c:pt idx="1278">
                  <c:v>42114</c:v>
                </c:pt>
                <c:pt idx="1279">
                  <c:v>42115</c:v>
                </c:pt>
                <c:pt idx="1280">
                  <c:v>42116</c:v>
                </c:pt>
                <c:pt idx="1281">
                  <c:v>42117</c:v>
                </c:pt>
                <c:pt idx="1282">
                  <c:v>42118</c:v>
                </c:pt>
                <c:pt idx="1283">
                  <c:v>42121</c:v>
                </c:pt>
                <c:pt idx="1284">
                  <c:v>42122</c:v>
                </c:pt>
                <c:pt idx="1285">
                  <c:v>42123</c:v>
                </c:pt>
                <c:pt idx="1286">
                  <c:v>42124</c:v>
                </c:pt>
                <c:pt idx="1287">
                  <c:v>42128</c:v>
                </c:pt>
                <c:pt idx="1288">
                  <c:v>42130</c:v>
                </c:pt>
                <c:pt idx="1289">
                  <c:v>42131</c:v>
                </c:pt>
                <c:pt idx="1290">
                  <c:v>42132</c:v>
                </c:pt>
                <c:pt idx="1291">
                  <c:v>42135</c:v>
                </c:pt>
                <c:pt idx="1292">
                  <c:v>42136</c:v>
                </c:pt>
                <c:pt idx="1293">
                  <c:v>42137</c:v>
                </c:pt>
                <c:pt idx="1294">
                  <c:v>42138</c:v>
                </c:pt>
                <c:pt idx="1295">
                  <c:v>42139</c:v>
                </c:pt>
                <c:pt idx="1296">
                  <c:v>42142</c:v>
                </c:pt>
                <c:pt idx="1297">
                  <c:v>42143</c:v>
                </c:pt>
                <c:pt idx="1298">
                  <c:v>42144</c:v>
                </c:pt>
                <c:pt idx="1299">
                  <c:v>42145</c:v>
                </c:pt>
                <c:pt idx="1300">
                  <c:v>42146</c:v>
                </c:pt>
                <c:pt idx="1301">
                  <c:v>42150</c:v>
                </c:pt>
                <c:pt idx="1302">
                  <c:v>42151</c:v>
                </c:pt>
                <c:pt idx="1303">
                  <c:v>42152</c:v>
                </c:pt>
                <c:pt idx="1304">
                  <c:v>42153</c:v>
                </c:pt>
                <c:pt idx="1305">
                  <c:v>42156</c:v>
                </c:pt>
                <c:pt idx="1306">
                  <c:v>42157</c:v>
                </c:pt>
                <c:pt idx="1307">
                  <c:v>42158</c:v>
                </c:pt>
                <c:pt idx="1308">
                  <c:v>42159</c:v>
                </c:pt>
                <c:pt idx="1309">
                  <c:v>42160</c:v>
                </c:pt>
                <c:pt idx="1310">
                  <c:v>42163</c:v>
                </c:pt>
                <c:pt idx="1311">
                  <c:v>42164</c:v>
                </c:pt>
                <c:pt idx="1312">
                  <c:v>42165</c:v>
                </c:pt>
                <c:pt idx="1313">
                  <c:v>42166</c:v>
                </c:pt>
                <c:pt idx="1314">
                  <c:v>42167</c:v>
                </c:pt>
                <c:pt idx="1315">
                  <c:v>42170</c:v>
                </c:pt>
                <c:pt idx="1316">
                  <c:v>42171</c:v>
                </c:pt>
                <c:pt idx="1317">
                  <c:v>42172</c:v>
                </c:pt>
                <c:pt idx="1318">
                  <c:v>42173</c:v>
                </c:pt>
                <c:pt idx="1319">
                  <c:v>42174</c:v>
                </c:pt>
                <c:pt idx="1320">
                  <c:v>42177</c:v>
                </c:pt>
                <c:pt idx="1321">
                  <c:v>42178</c:v>
                </c:pt>
                <c:pt idx="1322">
                  <c:v>42179</c:v>
                </c:pt>
                <c:pt idx="1323">
                  <c:v>42180</c:v>
                </c:pt>
                <c:pt idx="1324">
                  <c:v>42181</c:v>
                </c:pt>
                <c:pt idx="1325">
                  <c:v>42184</c:v>
                </c:pt>
                <c:pt idx="1326">
                  <c:v>42185</c:v>
                </c:pt>
                <c:pt idx="1327">
                  <c:v>42186</c:v>
                </c:pt>
                <c:pt idx="1328">
                  <c:v>42187</c:v>
                </c:pt>
                <c:pt idx="1329">
                  <c:v>42188</c:v>
                </c:pt>
                <c:pt idx="1330">
                  <c:v>42191</c:v>
                </c:pt>
                <c:pt idx="1331">
                  <c:v>42192</c:v>
                </c:pt>
                <c:pt idx="1332">
                  <c:v>42193</c:v>
                </c:pt>
                <c:pt idx="1333">
                  <c:v>42194</c:v>
                </c:pt>
                <c:pt idx="1334">
                  <c:v>42195</c:v>
                </c:pt>
                <c:pt idx="1335">
                  <c:v>42198</c:v>
                </c:pt>
                <c:pt idx="1336">
                  <c:v>42199</c:v>
                </c:pt>
                <c:pt idx="1337">
                  <c:v>42200</c:v>
                </c:pt>
                <c:pt idx="1338">
                  <c:v>42201</c:v>
                </c:pt>
                <c:pt idx="1339">
                  <c:v>42202</c:v>
                </c:pt>
                <c:pt idx="1340">
                  <c:v>42205</c:v>
                </c:pt>
                <c:pt idx="1341">
                  <c:v>42206</c:v>
                </c:pt>
                <c:pt idx="1342">
                  <c:v>42207</c:v>
                </c:pt>
                <c:pt idx="1343">
                  <c:v>42208</c:v>
                </c:pt>
                <c:pt idx="1344">
                  <c:v>42209</c:v>
                </c:pt>
                <c:pt idx="1345">
                  <c:v>42212</c:v>
                </c:pt>
                <c:pt idx="1346">
                  <c:v>42213</c:v>
                </c:pt>
                <c:pt idx="1347">
                  <c:v>42214</c:v>
                </c:pt>
                <c:pt idx="1348">
                  <c:v>42215</c:v>
                </c:pt>
                <c:pt idx="1349">
                  <c:v>42216</c:v>
                </c:pt>
                <c:pt idx="1350">
                  <c:v>42219</c:v>
                </c:pt>
                <c:pt idx="1351">
                  <c:v>42220</c:v>
                </c:pt>
                <c:pt idx="1352">
                  <c:v>42221</c:v>
                </c:pt>
                <c:pt idx="1353">
                  <c:v>42222</c:v>
                </c:pt>
                <c:pt idx="1354">
                  <c:v>42223</c:v>
                </c:pt>
                <c:pt idx="1355">
                  <c:v>42226</c:v>
                </c:pt>
                <c:pt idx="1356">
                  <c:v>42227</c:v>
                </c:pt>
                <c:pt idx="1357">
                  <c:v>42228</c:v>
                </c:pt>
                <c:pt idx="1358">
                  <c:v>42229</c:v>
                </c:pt>
                <c:pt idx="1359">
                  <c:v>42233</c:v>
                </c:pt>
                <c:pt idx="1360">
                  <c:v>42234</c:v>
                </c:pt>
                <c:pt idx="1361">
                  <c:v>42235</c:v>
                </c:pt>
                <c:pt idx="1362">
                  <c:v>42236</c:v>
                </c:pt>
                <c:pt idx="1363">
                  <c:v>42237</c:v>
                </c:pt>
                <c:pt idx="1364">
                  <c:v>42240</c:v>
                </c:pt>
                <c:pt idx="1365">
                  <c:v>42241</c:v>
                </c:pt>
                <c:pt idx="1366">
                  <c:v>42242</c:v>
                </c:pt>
                <c:pt idx="1367">
                  <c:v>42243</c:v>
                </c:pt>
                <c:pt idx="1368">
                  <c:v>42244</c:v>
                </c:pt>
                <c:pt idx="1369">
                  <c:v>42247</c:v>
                </c:pt>
                <c:pt idx="1370">
                  <c:v>42248</c:v>
                </c:pt>
                <c:pt idx="1371">
                  <c:v>42249</c:v>
                </c:pt>
                <c:pt idx="1372">
                  <c:v>42250</c:v>
                </c:pt>
                <c:pt idx="1373">
                  <c:v>42251</c:v>
                </c:pt>
                <c:pt idx="1374">
                  <c:v>42254</c:v>
                </c:pt>
                <c:pt idx="1375">
                  <c:v>42255</c:v>
                </c:pt>
                <c:pt idx="1376">
                  <c:v>42256</c:v>
                </c:pt>
                <c:pt idx="1377">
                  <c:v>42257</c:v>
                </c:pt>
                <c:pt idx="1378">
                  <c:v>42258</c:v>
                </c:pt>
                <c:pt idx="1379">
                  <c:v>42261</c:v>
                </c:pt>
                <c:pt idx="1380">
                  <c:v>42262</c:v>
                </c:pt>
                <c:pt idx="1381">
                  <c:v>42263</c:v>
                </c:pt>
                <c:pt idx="1382">
                  <c:v>42264</c:v>
                </c:pt>
                <c:pt idx="1383">
                  <c:v>42265</c:v>
                </c:pt>
                <c:pt idx="1384">
                  <c:v>42268</c:v>
                </c:pt>
                <c:pt idx="1385">
                  <c:v>42269</c:v>
                </c:pt>
                <c:pt idx="1386">
                  <c:v>42270</c:v>
                </c:pt>
                <c:pt idx="1387">
                  <c:v>42271</c:v>
                </c:pt>
                <c:pt idx="1388">
                  <c:v>42272</c:v>
                </c:pt>
                <c:pt idx="1389">
                  <c:v>42277</c:v>
                </c:pt>
                <c:pt idx="1390">
                  <c:v>42278</c:v>
                </c:pt>
                <c:pt idx="1391">
                  <c:v>42279</c:v>
                </c:pt>
                <c:pt idx="1392">
                  <c:v>42282</c:v>
                </c:pt>
                <c:pt idx="1393">
                  <c:v>42283</c:v>
                </c:pt>
                <c:pt idx="1394">
                  <c:v>42284</c:v>
                </c:pt>
                <c:pt idx="1395">
                  <c:v>42285</c:v>
                </c:pt>
                <c:pt idx="1396">
                  <c:v>42289</c:v>
                </c:pt>
                <c:pt idx="1397">
                  <c:v>42290</c:v>
                </c:pt>
                <c:pt idx="1398">
                  <c:v>42291</c:v>
                </c:pt>
                <c:pt idx="1399">
                  <c:v>42292</c:v>
                </c:pt>
                <c:pt idx="1400">
                  <c:v>42293</c:v>
                </c:pt>
                <c:pt idx="1401">
                  <c:v>42296</c:v>
                </c:pt>
                <c:pt idx="1402">
                  <c:v>42297</c:v>
                </c:pt>
                <c:pt idx="1403">
                  <c:v>42298</c:v>
                </c:pt>
                <c:pt idx="1404">
                  <c:v>42299</c:v>
                </c:pt>
                <c:pt idx="1405">
                  <c:v>42300</c:v>
                </c:pt>
                <c:pt idx="1406">
                  <c:v>42303</c:v>
                </c:pt>
                <c:pt idx="1407">
                  <c:v>42304</c:v>
                </c:pt>
                <c:pt idx="1408">
                  <c:v>42305</c:v>
                </c:pt>
                <c:pt idx="1409">
                  <c:v>42306</c:v>
                </c:pt>
                <c:pt idx="1410">
                  <c:v>42307</c:v>
                </c:pt>
                <c:pt idx="1411">
                  <c:v>42310</c:v>
                </c:pt>
                <c:pt idx="1412">
                  <c:v>42311</c:v>
                </c:pt>
                <c:pt idx="1413">
                  <c:v>42312</c:v>
                </c:pt>
                <c:pt idx="1414">
                  <c:v>42313</c:v>
                </c:pt>
                <c:pt idx="1415">
                  <c:v>42314</c:v>
                </c:pt>
                <c:pt idx="1416">
                  <c:v>42317</c:v>
                </c:pt>
                <c:pt idx="1417">
                  <c:v>42318</c:v>
                </c:pt>
                <c:pt idx="1418">
                  <c:v>42319</c:v>
                </c:pt>
                <c:pt idx="1419">
                  <c:v>42320</c:v>
                </c:pt>
                <c:pt idx="1420">
                  <c:v>42321</c:v>
                </c:pt>
                <c:pt idx="1421">
                  <c:v>42324</c:v>
                </c:pt>
                <c:pt idx="1422">
                  <c:v>42325</c:v>
                </c:pt>
                <c:pt idx="1423">
                  <c:v>42326</c:v>
                </c:pt>
                <c:pt idx="1424">
                  <c:v>42327</c:v>
                </c:pt>
                <c:pt idx="1425">
                  <c:v>42328</c:v>
                </c:pt>
                <c:pt idx="1426">
                  <c:v>42331</c:v>
                </c:pt>
                <c:pt idx="1427">
                  <c:v>42332</c:v>
                </c:pt>
                <c:pt idx="1428">
                  <c:v>42333</c:v>
                </c:pt>
                <c:pt idx="1429">
                  <c:v>42334</c:v>
                </c:pt>
                <c:pt idx="1430">
                  <c:v>42335</c:v>
                </c:pt>
                <c:pt idx="1431">
                  <c:v>42338</c:v>
                </c:pt>
                <c:pt idx="1432">
                  <c:v>42339</c:v>
                </c:pt>
                <c:pt idx="1433">
                  <c:v>42340</c:v>
                </c:pt>
                <c:pt idx="1434">
                  <c:v>42341</c:v>
                </c:pt>
                <c:pt idx="1435">
                  <c:v>42342</c:v>
                </c:pt>
                <c:pt idx="1436">
                  <c:v>42345</c:v>
                </c:pt>
                <c:pt idx="1437">
                  <c:v>42346</c:v>
                </c:pt>
                <c:pt idx="1438">
                  <c:v>42347</c:v>
                </c:pt>
                <c:pt idx="1439">
                  <c:v>42348</c:v>
                </c:pt>
                <c:pt idx="1440">
                  <c:v>42349</c:v>
                </c:pt>
                <c:pt idx="1441">
                  <c:v>42352</c:v>
                </c:pt>
                <c:pt idx="1442">
                  <c:v>42353</c:v>
                </c:pt>
                <c:pt idx="1443">
                  <c:v>42354</c:v>
                </c:pt>
                <c:pt idx="1444">
                  <c:v>42355</c:v>
                </c:pt>
                <c:pt idx="1445">
                  <c:v>42356</c:v>
                </c:pt>
                <c:pt idx="1446">
                  <c:v>42359</c:v>
                </c:pt>
                <c:pt idx="1447">
                  <c:v>42360</c:v>
                </c:pt>
                <c:pt idx="1448">
                  <c:v>42361</c:v>
                </c:pt>
                <c:pt idx="1449">
                  <c:v>42362</c:v>
                </c:pt>
                <c:pt idx="1450">
                  <c:v>42366</c:v>
                </c:pt>
                <c:pt idx="1451">
                  <c:v>42367</c:v>
                </c:pt>
                <c:pt idx="1452">
                  <c:v>42368</c:v>
                </c:pt>
                <c:pt idx="1453">
                  <c:v>42373</c:v>
                </c:pt>
                <c:pt idx="1454">
                  <c:v>42374</c:v>
                </c:pt>
                <c:pt idx="1455">
                  <c:v>42375</c:v>
                </c:pt>
                <c:pt idx="1456">
                  <c:v>42376</c:v>
                </c:pt>
                <c:pt idx="1457">
                  <c:v>42377</c:v>
                </c:pt>
                <c:pt idx="1458">
                  <c:v>42380</c:v>
                </c:pt>
                <c:pt idx="1459">
                  <c:v>42381</c:v>
                </c:pt>
                <c:pt idx="1460">
                  <c:v>42382</c:v>
                </c:pt>
                <c:pt idx="1461">
                  <c:v>42383</c:v>
                </c:pt>
                <c:pt idx="1462">
                  <c:v>42384</c:v>
                </c:pt>
                <c:pt idx="1463">
                  <c:v>42387</c:v>
                </c:pt>
                <c:pt idx="1464">
                  <c:v>42388</c:v>
                </c:pt>
                <c:pt idx="1465">
                  <c:v>42389</c:v>
                </c:pt>
                <c:pt idx="1466">
                  <c:v>42390</c:v>
                </c:pt>
                <c:pt idx="1467">
                  <c:v>42391</c:v>
                </c:pt>
                <c:pt idx="1468">
                  <c:v>42394</c:v>
                </c:pt>
                <c:pt idx="1469">
                  <c:v>42395</c:v>
                </c:pt>
                <c:pt idx="1470">
                  <c:v>42396</c:v>
                </c:pt>
                <c:pt idx="1471">
                  <c:v>42397</c:v>
                </c:pt>
                <c:pt idx="1472">
                  <c:v>42398</c:v>
                </c:pt>
                <c:pt idx="1473">
                  <c:v>42401</c:v>
                </c:pt>
                <c:pt idx="1474">
                  <c:v>42402</c:v>
                </c:pt>
                <c:pt idx="1475">
                  <c:v>42403</c:v>
                </c:pt>
                <c:pt idx="1476">
                  <c:v>42404</c:v>
                </c:pt>
                <c:pt idx="1477">
                  <c:v>42405</c:v>
                </c:pt>
                <c:pt idx="1478">
                  <c:v>42411</c:v>
                </c:pt>
                <c:pt idx="1479">
                  <c:v>42412</c:v>
                </c:pt>
                <c:pt idx="1480">
                  <c:v>42415</c:v>
                </c:pt>
                <c:pt idx="1481">
                  <c:v>42416</c:v>
                </c:pt>
                <c:pt idx="1482">
                  <c:v>42417</c:v>
                </c:pt>
                <c:pt idx="1483">
                  <c:v>42418</c:v>
                </c:pt>
                <c:pt idx="1484">
                  <c:v>42419</c:v>
                </c:pt>
                <c:pt idx="1485">
                  <c:v>42422</c:v>
                </c:pt>
                <c:pt idx="1486">
                  <c:v>42423</c:v>
                </c:pt>
                <c:pt idx="1487">
                  <c:v>42424</c:v>
                </c:pt>
                <c:pt idx="1488">
                  <c:v>42425</c:v>
                </c:pt>
                <c:pt idx="1489">
                  <c:v>42426</c:v>
                </c:pt>
                <c:pt idx="1490">
                  <c:v>42429</c:v>
                </c:pt>
                <c:pt idx="1491">
                  <c:v>42431</c:v>
                </c:pt>
                <c:pt idx="1492">
                  <c:v>42432</c:v>
                </c:pt>
                <c:pt idx="1493">
                  <c:v>42433</c:v>
                </c:pt>
                <c:pt idx="1494">
                  <c:v>42436</c:v>
                </c:pt>
                <c:pt idx="1495">
                  <c:v>42437</c:v>
                </c:pt>
                <c:pt idx="1496">
                  <c:v>42438</c:v>
                </c:pt>
                <c:pt idx="1497">
                  <c:v>42439</c:v>
                </c:pt>
                <c:pt idx="1498">
                  <c:v>42440</c:v>
                </c:pt>
                <c:pt idx="1499">
                  <c:v>42443</c:v>
                </c:pt>
                <c:pt idx="1500">
                  <c:v>42444</c:v>
                </c:pt>
                <c:pt idx="1501">
                  <c:v>42445</c:v>
                </c:pt>
                <c:pt idx="1502">
                  <c:v>42446</c:v>
                </c:pt>
                <c:pt idx="1503">
                  <c:v>42447</c:v>
                </c:pt>
                <c:pt idx="1504">
                  <c:v>42450</c:v>
                </c:pt>
                <c:pt idx="1505">
                  <c:v>42451</c:v>
                </c:pt>
                <c:pt idx="1506">
                  <c:v>42452</c:v>
                </c:pt>
                <c:pt idx="1507">
                  <c:v>42453</c:v>
                </c:pt>
                <c:pt idx="1508">
                  <c:v>42454</c:v>
                </c:pt>
                <c:pt idx="1509">
                  <c:v>42457</c:v>
                </c:pt>
                <c:pt idx="1510">
                  <c:v>42458</c:v>
                </c:pt>
                <c:pt idx="1511">
                  <c:v>42459</c:v>
                </c:pt>
                <c:pt idx="1512">
                  <c:v>42460</c:v>
                </c:pt>
                <c:pt idx="1513">
                  <c:v>42461</c:v>
                </c:pt>
                <c:pt idx="1514">
                  <c:v>42464</c:v>
                </c:pt>
                <c:pt idx="1515">
                  <c:v>42465</c:v>
                </c:pt>
                <c:pt idx="1516">
                  <c:v>42466</c:v>
                </c:pt>
                <c:pt idx="1517">
                  <c:v>42467</c:v>
                </c:pt>
                <c:pt idx="1518">
                  <c:v>42468</c:v>
                </c:pt>
                <c:pt idx="1519">
                  <c:v>42471</c:v>
                </c:pt>
                <c:pt idx="1520">
                  <c:v>42472</c:v>
                </c:pt>
                <c:pt idx="1521">
                  <c:v>42474</c:v>
                </c:pt>
                <c:pt idx="1522">
                  <c:v>42475</c:v>
                </c:pt>
                <c:pt idx="1523">
                  <c:v>42478</c:v>
                </c:pt>
                <c:pt idx="1524">
                  <c:v>42479</c:v>
                </c:pt>
                <c:pt idx="1525">
                  <c:v>42480</c:v>
                </c:pt>
                <c:pt idx="1526">
                  <c:v>42481</c:v>
                </c:pt>
                <c:pt idx="1527">
                  <c:v>42482</c:v>
                </c:pt>
                <c:pt idx="1528">
                  <c:v>42485</c:v>
                </c:pt>
                <c:pt idx="1529">
                  <c:v>42486</c:v>
                </c:pt>
                <c:pt idx="1530">
                  <c:v>42487</c:v>
                </c:pt>
                <c:pt idx="1531">
                  <c:v>42488</c:v>
                </c:pt>
                <c:pt idx="1532">
                  <c:v>42489</c:v>
                </c:pt>
                <c:pt idx="1533">
                  <c:v>42492</c:v>
                </c:pt>
                <c:pt idx="1534">
                  <c:v>42493</c:v>
                </c:pt>
                <c:pt idx="1535">
                  <c:v>42494</c:v>
                </c:pt>
                <c:pt idx="1536">
                  <c:v>42499</c:v>
                </c:pt>
                <c:pt idx="1537">
                  <c:v>42500</c:v>
                </c:pt>
                <c:pt idx="1538">
                  <c:v>42501</c:v>
                </c:pt>
                <c:pt idx="1539">
                  <c:v>42502</c:v>
                </c:pt>
                <c:pt idx="1540">
                  <c:v>42503</c:v>
                </c:pt>
                <c:pt idx="1541">
                  <c:v>42506</c:v>
                </c:pt>
                <c:pt idx="1542">
                  <c:v>42507</c:v>
                </c:pt>
                <c:pt idx="1543">
                  <c:v>42508</c:v>
                </c:pt>
                <c:pt idx="1544">
                  <c:v>42509</c:v>
                </c:pt>
                <c:pt idx="1545">
                  <c:v>42510</c:v>
                </c:pt>
                <c:pt idx="1546">
                  <c:v>42513</c:v>
                </c:pt>
                <c:pt idx="1547">
                  <c:v>42514</c:v>
                </c:pt>
                <c:pt idx="1548">
                  <c:v>42515</c:v>
                </c:pt>
                <c:pt idx="1549">
                  <c:v>42516</c:v>
                </c:pt>
                <c:pt idx="1550">
                  <c:v>42517</c:v>
                </c:pt>
                <c:pt idx="1551">
                  <c:v>42520</c:v>
                </c:pt>
                <c:pt idx="1552">
                  <c:v>42521</c:v>
                </c:pt>
                <c:pt idx="1553">
                  <c:v>42522</c:v>
                </c:pt>
                <c:pt idx="1554">
                  <c:v>42523</c:v>
                </c:pt>
                <c:pt idx="1555">
                  <c:v>42524</c:v>
                </c:pt>
                <c:pt idx="1556">
                  <c:v>42528</c:v>
                </c:pt>
                <c:pt idx="1557">
                  <c:v>42529</c:v>
                </c:pt>
                <c:pt idx="1558">
                  <c:v>42530</c:v>
                </c:pt>
                <c:pt idx="1559">
                  <c:v>42531</c:v>
                </c:pt>
                <c:pt idx="1560">
                  <c:v>42534</c:v>
                </c:pt>
                <c:pt idx="1561">
                  <c:v>42535</c:v>
                </c:pt>
                <c:pt idx="1562">
                  <c:v>42536</c:v>
                </c:pt>
                <c:pt idx="1563">
                  <c:v>42537</c:v>
                </c:pt>
                <c:pt idx="1564">
                  <c:v>42538</c:v>
                </c:pt>
                <c:pt idx="1565">
                  <c:v>42541</c:v>
                </c:pt>
                <c:pt idx="1566">
                  <c:v>42542</c:v>
                </c:pt>
                <c:pt idx="1567">
                  <c:v>42543</c:v>
                </c:pt>
                <c:pt idx="1568">
                  <c:v>42544</c:v>
                </c:pt>
                <c:pt idx="1569">
                  <c:v>42545</c:v>
                </c:pt>
                <c:pt idx="1570">
                  <c:v>42548</c:v>
                </c:pt>
                <c:pt idx="1571">
                  <c:v>42549</c:v>
                </c:pt>
                <c:pt idx="1572">
                  <c:v>42550</c:v>
                </c:pt>
                <c:pt idx="1573">
                  <c:v>42551</c:v>
                </c:pt>
                <c:pt idx="1574">
                  <c:v>42552</c:v>
                </c:pt>
                <c:pt idx="1575">
                  <c:v>42555</c:v>
                </c:pt>
                <c:pt idx="1576">
                  <c:v>42556</c:v>
                </c:pt>
                <c:pt idx="1577">
                  <c:v>42557</c:v>
                </c:pt>
                <c:pt idx="1578">
                  <c:v>42558</c:v>
                </c:pt>
                <c:pt idx="1579">
                  <c:v>42559</c:v>
                </c:pt>
                <c:pt idx="1580">
                  <c:v>42562</c:v>
                </c:pt>
                <c:pt idx="1581">
                  <c:v>42563</c:v>
                </c:pt>
                <c:pt idx="1582">
                  <c:v>42564</c:v>
                </c:pt>
                <c:pt idx="1583">
                  <c:v>42565</c:v>
                </c:pt>
                <c:pt idx="1584">
                  <c:v>42566</c:v>
                </c:pt>
                <c:pt idx="1585">
                  <c:v>42569</c:v>
                </c:pt>
                <c:pt idx="1586">
                  <c:v>42570</c:v>
                </c:pt>
                <c:pt idx="1587">
                  <c:v>42571</c:v>
                </c:pt>
                <c:pt idx="1588">
                  <c:v>42572</c:v>
                </c:pt>
                <c:pt idx="1589">
                  <c:v>42573</c:v>
                </c:pt>
                <c:pt idx="1590">
                  <c:v>42576</c:v>
                </c:pt>
                <c:pt idx="1591">
                  <c:v>42577</c:v>
                </c:pt>
                <c:pt idx="1592">
                  <c:v>42578</c:v>
                </c:pt>
                <c:pt idx="1593">
                  <c:v>42579</c:v>
                </c:pt>
                <c:pt idx="1594">
                  <c:v>42580</c:v>
                </c:pt>
                <c:pt idx="1595">
                  <c:v>42583</c:v>
                </c:pt>
                <c:pt idx="1596">
                  <c:v>42584</c:v>
                </c:pt>
                <c:pt idx="1597">
                  <c:v>42585</c:v>
                </c:pt>
                <c:pt idx="1598">
                  <c:v>42586</c:v>
                </c:pt>
                <c:pt idx="1599">
                  <c:v>42587</c:v>
                </c:pt>
                <c:pt idx="1600">
                  <c:v>42590</c:v>
                </c:pt>
                <c:pt idx="1601">
                  <c:v>42591</c:v>
                </c:pt>
                <c:pt idx="1602">
                  <c:v>42592</c:v>
                </c:pt>
                <c:pt idx="1603">
                  <c:v>42593</c:v>
                </c:pt>
                <c:pt idx="1604">
                  <c:v>42594</c:v>
                </c:pt>
                <c:pt idx="1605">
                  <c:v>42598</c:v>
                </c:pt>
                <c:pt idx="1606">
                  <c:v>42599</c:v>
                </c:pt>
                <c:pt idx="1607">
                  <c:v>42600</c:v>
                </c:pt>
                <c:pt idx="1608">
                  <c:v>42601</c:v>
                </c:pt>
                <c:pt idx="1609">
                  <c:v>42604</c:v>
                </c:pt>
                <c:pt idx="1610">
                  <c:v>42605</c:v>
                </c:pt>
                <c:pt idx="1611">
                  <c:v>42606</c:v>
                </c:pt>
                <c:pt idx="1612">
                  <c:v>42607</c:v>
                </c:pt>
                <c:pt idx="1613">
                  <c:v>42608</c:v>
                </c:pt>
                <c:pt idx="1614">
                  <c:v>42611</c:v>
                </c:pt>
                <c:pt idx="1615">
                  <c:v>42612</c:v>
                </c:pt>
                <c:pt idx="1616">
                  <c:v>42613</c:v>
                </c:pt>
                <c:pt idx="1617">
                  <c:v>42614</c:v>
                </c:pt>
                <c:pt idx="1618">
                  <c:v>42615</c:v>
                </c:pt>
                <c:pt idx="1619">
                  <c:v>42618</c:v>
                </c:pt>
                <c:pt idx="1620">
                  <c:v>42619</c:v>
                </c:pt>
                <c:pt idx="1621">
                  <c:v>42620</c:v>
                </c:pt>
                <c:pt idx="1622">
                  <c:v>42621</c:v>
                </c:pt>
                <c:pt idx="1623">
                  <c:v>42622</c:v>
                </c:pt>
                <c:pt idx="1624">
                  <c:v>42625</c:v>
                </c:pt>
                <c:pt idx="1625">
                  <c:v>42626</c:v>
                </c:pt>
                <c:pt idx="1626">
                  <c:v>42632</c:v>
                </c:pt>
                <c:pt idx="1627">
                  <c:v>42633</c:v>
                </c:pt>
                <c:pt idx="1628">
                  <c:v>42634</c:v>
                </c:pt>
                <c:pt idx="1629">
                  <c:v>42635</c:v>
                </c:pt>
                <c:pt idx="1630">
                  <c:v>42636</c:v>
                </c:pt>
                <c:pt idx="1631">
                  <c:v>42639</c:v>
                </c:pt>
                <c:pt idx="1632">
                  <c:v>42640</c:v>
                </c:pt>
                <c:pt idx="1633">
                  <c:v>42641</c:v>
                </c:pt>
                <c:pt idx="1634">
                  <c:v>42642</c:v>
                </c:pt>
                <c:pt idx="1635">
                  <c:v>42643</c:v>
                </c:pt>
                <c:pt idx="1636">
                  <c:v>42647</c:v>
                </c:pt>
                <c:pt idx="1637">
                  <c:v>42648</c:v>
                </c:pt>
                <c:pt idx="1638">
                  <c:v>42649</c:v>
                </c:pt>
                <c:pt idx="1639">
                  <c:v>42650</c:v>
                </c:pt>
                <c:pt idx="1640">
                  <c:v>42653</c:v>
                </c:pt>
                <c:pt idx="1641">
                  <c:v>42654</c:v>
                </c:pt>
                <c:pt idx="1642">
                  <c:v>42655</c:v>
                </c:pt>
                <c:pt idx="1643">
                  <c:v>42656</c:v>
                </c:pt>
                <c:pt idx="1644">
                  <c:v>42657</c:v>
                </c:pt>
                <c:pt idx="1645">
                  <c:v>42660</c:v>
                </c:pt>
                <c:pt idx="1646">
                  <c:v>42661</c:v>
                </c:pt>
                <c:pt idx="1647">
                  <c:v>42662</c:v>
                </c:pt>
                <c:pt idx="1648">
                  <c:v>42663</c:v>
                </c:pt>
                <c:pt idx="1649">
                  <c:v>42664</c:v>
                </c:pt>
                <c:pt idx="1650">
                  <c:v>42667</c:v>
                </c:pt>
                <c:pt idx="1651">
                  <c:v>42668</c:v>
                </c:pt>
                <c:pt idx="1652">
                  <c:v>42669</c:v>
                </c:pt>
                <c:pt idx="1653">
                  <c:v>42670</c:v>
                </c:pt>
                <c:pt idx="1654">
                  <c:v>42671</c:v>
                </c:pt>
                <c:pt idx="1655">
                  <c:v>42674</c:v>
                </c:pt>
                <c:pt idx="1656">
                  <c:v>42675</c:v>
                </c:pt>
                <c:pt idx="1657">
                  <c:v>42676</c:v>
                </c:pt>
                <c:pt idx="1658">
                  <c:v>42677</c:v>
                </c:pt>
                <c:pt idx="1659">
                  <c:v>42678</c:v>
                </c:pt>
                <c:pt idx="1660">
                  <c:v>42681</c:v>
                </c:pt>
                <c:pt idx="1661">
                  <c:v>42682</c:v>
                </c:pt>
                <c:pt idx="1662">
                  <c:v>42683</c:v>
                </c:pt>
                <c:pt idx="1663">
                  <c:v>42684</c:v>
                </c:pt>
                <c:pt idx="1664">
                  <c:v>42685</c:v>
                </c:pt>
                <c:pt idx="1665">
                  <c:v>42688</c:v>
                </c:pt>
                <c:pt idx="1666">
                  <c:v>42689</c:v>
                </c:pt>
                <c:pt idx="1667">
                  <c:v>42690</c:v>
                </c:pt>
                <c:pt idx="1668">
                  <c:v>42691</c:v>
                </c:pt>
                <c:pt idx="1669">
                  <c:v>42692</c:v>
                </c:pt>
                <c:pt idx="1670">
                  <c:v>42695</c:v>
                </c:pt>
                <c:pt idx="1671">
                  <c:v>42696</c:v>
                </c:pt>
                <c:pt idx="1672">
                  <c:v>42697</c:v>
                </c:pt>
                <c:pt idx="1673">
                  <c:v>42698</c:v>
                </c:pt>
                <c:pt idx="1674">
                  <c:v>42699</c:v>
                </c:pt>
                <c:pt idx="1675">
                  <c:v>42702</c:v>
                </c:pt>
                <c:pt idx="1676">
                  <c:v>42703</c:v>
                </c:pt>
                <c:pt idx="1677">
                  <c:v>42704</c:v>
                </c:pt>
                <c:pt idx="1678">
                  <c:v>42705</c:v>
                </c:pt>
                <c:pt idx="1679">
                  <c:v>42706</c:v>
                </c:pt>
                <c:pt idx="1680">
                  <c:v>42709</c:v>
                </c:pt>
                <c:pt idx="1681">
                  <c:v>42710</c:v>
                </c:pt>
                <c:pt idx="1682">
                  <c:v>42711</c:v>
                </c:pt>
                <c:pt idx="1683">
                  <c:v>42712</c:v>
                </c:pt>
                <c:pt idx="1684">
                  <c:v>42713</c:v>
                </c:pt>
                <c:pt idx="1685">
                  <c:v>42716</c:v>
                </c:pt>
                <c:pt idx="1686">
                  <c:v>42717</c:v>
                </c:pt>
                <c:pt idx="1687">
                  <c:v>42718</c:v>
                </c:pt>
                <c:pt idx="1688">
                  <c:v>42719</c:v>
                </c:pt>
                <c:pt idx="1689">
                  <c:v>42720</c:v>
                </c:pt>
                <c:pt idx="1690">
                  <c:v>42723</c:v>
                </c:pt>
                <c:pt idx="1691">
                  <c:v>42724</c:v>
                </c:pt>
                <c:pt idx="1692">
                  <c:v>42725</c:v>
                </c:pt>
                <c:pt idx="1693">
                  <c:v>42726</c:v>
                </c:pt>
                <c:pt idx="1694">
                  <c:v>42727</c:v>
                </c:pt>
                <c:pt idx="1695">
                  <c:v>42730</c:v>
                </c:pt>
                <c:pt idx="1696">
                  <c:v>42731</c:v>
                </c:pt>
                <c:pt idx="1697">
                  <c:v>42732</c:v>
                </c:pt>
                <c:pt idx="1698">
                  <c:v>42733</c:v>
                </c:pt>
                <c:pt idx="1699">
                  <c:v>42737</c:v>
                </c:pt>
                <c:pt idx="1700">
                  <c:v>42738</c:v>
                </c:pt>
                <c:pt idx="1701">
                  <c:v>42739</c:v>
                </c:pt>
                <c:pt idx="1702">
                  <c:v>42740</c:v>
                </c:pt>
                <c:pt idx="1703">
                  <c:v>42741</c:v>
                </c:pt>
                <c:pt idx="1704">
                  <c:v>42744</c:v>
                </c:pt>
                <c:pt idx="1705">
                  <c:v>42745</c:v>
                </c:pt>
                <c:pt idx="1706">
                  <c:v>42746</c:v>
                </c:pt>
                <c:pt idx="1707">
                  <c:v>42747</c:v>
                </c:pt>
                <c:pt idx="1708">
                  <c:v>42748</c:v>
                </c:pt>
                <c:pt idx="1709">
                  <c:v>42751</c:v>
                </c:pt>
                <c:pt idx="1710">
                  <c:v>42752</c:v>
                </c:pt>
                <c:pt idx="1711">
                  <c:v>42753</c:v>
                </c:pt>
                <c:pt idx="1712">
                  <c:v>42754</c:v>
                </c:pt>
                <c:pt idx="1713">
                  <c:v>42755</c:v>
                </c:pt>
                <c:pt idx="1714">
                  <c:v>42758</c:v>
                </c:pt>
                <c:pt idx="1715">
                  <c:v>42759</c:v>
                </c:pt>
                <c:pt idx="1716">
                  <c:v>42760</c:v>
                </c:pt>
                <c:pt idx="1717">
                  <c:v>42761</c:v>
                </c:pt>
                <c:pt idx="1718">
                  <c:v>42766</c:v>
                </c:pt>
                <c:pt idx="1719">
                  <c:v>42767</c:v>
                </c:pt>
                <c:pt idx="1720">
                  <c:v>42768</c:v>
                </c:pt>
                <c:pt idx="1721">
                  <c:v>42769</c:v>
                </c:pt>
                <c:pt idx="1722">
                  <c:v>42772</c:v>
                </c:pt>
                <c:pt idx="1723">
                  <c:v>42773</c:v>
                </c:pt>
                <c:pt idx="1724">
                  <c:v>42774</c:v>
                </c:pt>
                <c:pt idx="1725">
                  <c:v>42775</c:v>
                </c:pt>
                <c:pt idx="1726">
                  <c:v>42776</c:v>
                </c:pt>
                <c:pt idx="1727">
                  <c:v>42779</c:v>
                </c:pt>
                <c:pt idx="1728">
                  <c:v>42780</c:v>
                </c:pt>
                <c:pt idx="1729">
                  <c:v>42781</c:v>
                </c:pt>
                <c:pt idx="1730">
                  <c:v>42782</c:v>
                </c:pt>
                <c:pt idx="1731">
                  <c:v>42783</c:v>
                </c:pt>
                <c:pt idx="1732">
                  <c:v>42786</c:v>
                </c:pt>
                <c:pt idx="1733">
                  <c:v>42787</c:v>
                </c:pt>
                <c:pt idx="1734">
                  <c:v>42788</c:v>
                </c:pt>
                <c:pt idx="1735">
                  <c:v>42789</c:v>
                </c:pt>
                <c:pt idx="1736">
                  <c:v>42790</c:v>
                </c:pt>
                <c:pt idx="1737">
                  <c:v>42793</c:v>
                </c:pt>
                <c:pt idx="1738">
                  <c:v>42794</c:v>
                </c:pt>
                <c:pt idx="1739">
                  <c:v>42796</c:v>
                </c:pt>
                <c:pt idx="1740">
                  <c:v>42797</c:v>
                </c:pt>
                <c:pt idx="1741">
                  <c:v>42800</c:v>
                </c:pt>
                <c:pt idx="1742">
                  <c:v>42801</c:v>
                </c:pt>
                <c:pt idx="1743">
                  <c:v>42802</c:v>
                </c:pt>
                <c:pt idx="1744">
                  <c:v>42803</c:v>
                </c:pt>
                <c:pt idx="1745">
                  <c:v>42804</c:v>
                </c:pt>
                <c:pt idx="1746">
                  <c:v>42807</c:v>
                </c:pt>
                <c:pt idx="1747">
                  <c:v>42808</c:v>
                </c:pt>
                <c:pt idx="1748">
                  <c:v>42809</c:v>
                </c:pt>
                <c:pt idx="1749">
                  <c:v>42810</c:v>
                </c:pt>
                <c:pt idx="1750">
                  <c:v>42811</c:v>
                </c:pt>
                <c:pt idx="1751">
                  <c:v>42814</c:v>
                </c:pt>
                <c:pt idx="1752">
                  <c:v>42815</c:v>
                </c:pt>
                <c:pt idx="1753">
                  <c:v>42816</c:v>
                </c:pt>
                <c:pt idx="1754">
                  <c:v>42817</c:v>
                </c:pt>
                <c:pt idx="1755">
                  <c:v>42818</c:v>
                </c:pt>
                <c:pt idx="1756">
                  <c:v>42821</c:v>
                </c:pt>
                <c:pt idx="1757">
                  <c:v>42822</c:v>
                </c:pt>
                <c:pt idx="1758">
                  <c:v>42823</c:v>
                </c:pt>
                <c:pt idx="1759">
                  <c:v>42824</c:v>
                </c:pt>
                <c:pt idx="1760">
                  <c:v>42825</c:v>
                </c:pt>
                <c:pt idx="1761">
                  <c:v>42828</c:v>
                </c:pt>
                <c:pt idx="1762">
                  <c:v>42829</c:v>
                </c:pt>
                <c:pt idx="1763">
                  <c:v>42830</c:v>
                </c:pt>
                <c:pt idx="1764">
                  <c:v>42831</c:v>
                </c:pt>
                <c:pt idx="1765">
                  <c:v>42832</c:v>
                </c:pt>
                <c:pt idx="1766">
                  <c:v>42835</c:v>
                </c:pt>
                <c:pt idx="1767">
                  <c:v>42836</c:v>
                </c:pt>
                <c:pt idx="1768">
                  <c:v>42837</c:v>
                </c:pt>
                <c:pt idx="1769">
                  <c:v>42838</c:v>
                </c:pt>
                <c:pt idx="1770">
                  <c:v>42839</c:v>
                </c:pt>
                <c:pt idx="1771">
                  <c:v>42842</c:v>
                </c:pt>
                <c:pt idx="1772">
                  <c:v>42843</c:v>
                </c:pt>
                <c:pt idx="1773">
                  <c:v>42844</c:v>
                </c:pt>
                <c:pt idx="1774">
                  <c:v>42845</c:v>
                </c:pt>
                <c:pt idx="1775">
                  <c:v>42846</c:v>
                </c:pt>
                <c:pt idx="1776">
                  <c:v>42849</c:v>
                </c:pt>
                <c:pt idx="1777">
                  <c:v>42850</c:v>
                </c:pt>
                <c:pt idx="1778">
                  <c:v>42851</c:v>
                </c:pt>
                <c:pt idx="1779">
                  <c:v>42852</c:v>
                </c:pt>
                <c:pt idx="1780">
                  <c:v>42853</c:v>
                </c:pt>
                <c:pt idx="1781">
                  <c:v>42857</c:v>
                </c:pt>
                <c:pt idx="1782">
                  <c:v>42859</c:v>
                </c:pt>
                <c:pt idx="1783">
                  <c:v>42863</c:v>
                </c:pt>
                <c:pt idx="1784">
                  <c:v>42865</c:v>
                </c:pt>
                <c:pt idx="1785">
                  <c:v>42866</c:v>
                </c:pt>
                <c:pt idx="1786">
                  <c:v>42867</c:v>
                </c:pt>
                <c:pt idx="1787">
                  <c:v>42870</c:v>
                </c:pt>
                <c:pt idx="1788">
                  <c:v>42871</c:v>
                </c:pt>
                <c:pt idx="1789">
                  <c:v>42872</c:v>
                </c:pt>
                <c:pt idx="1790">
                  <c:v>42873</c:v>
                </c:pt>
                <c:pt idx="1791">
                  <c:v>42874</c:v>
                </c:pt>
                <c:pt idx="1792">
                  <c:v>42877</c:v>
                </c:pt>
                <c:pt idx="1793">
                  <c:v>42878</c:v>
                </c:pt>
                <c:pt idx="1794">
                  <c:v>42879</c:v>
                </c:pt>
                <c:pt idx="1795">
                  <c:v>42880</c:v>
                </c:pt>
                <c:pt idx="1796">
                  <c:v>42881</c:v>
                </c:pt>
                <c:pt idx="1797">
                  <c:v>42884</c:v>
                </c:pt>
                <c:pt idx="1798">
                  <c:v>42885</c:v>
                </c:pt>
                <c:pt idx="1799">
                  <c:v>42886</c:v>
                </c:pt>
                <c:pt idx="1800">
                  <c:v>42887</c:v>
                </c:pt>
                <c:pt idx="1801">
                  <c:v>42888</c:v>
                </c:pt>
                <c:pt idx="1802">
                  <c:v>42891</c:v>
                </c:pt>
                <c:pt idx="1803">
                  <c:v>42893</c:v>
                </c:pt>
                <c:pt idx="1804">
                  <c:v>42894</c:v>
                </c:pt>
                <c:pt idx="1805">
                  <c:v>42895</c:v>
                </c:pt>
                <c:pt idx="1806">
                  <c:v>42898</c:v>
                </c:pt>
                <c:pt idx="1807">
                  <c:v>42899</c:v>
                </c:pt>
                <c:pt idx="1808">
                  <c:v>42900</c:v>
                </c:pt>
                <c:pt idx="1809">
                  <c:v>42901</c:v>
                </c:pt>
                <c:pt idx="1810">
                  <c:v>42902</c:v>
                </c:pt>
                <c:pt idx="1811">
                  <c:v>42905</c:v>
                </c:pt>
                <c:pt idx="1812">
                  <c:v>42906</c:v>
                </c:pt>
                <c:pt idx="1813">
                  <c:v>42907</c:v>
                </c:pt>
                <c:pt idx="1814">
                  <c:v>42908</c:v>
                </c:pt>
                <c:pt idx="1815">
                  <c:v>42909</c:v>
                </c:pt>
                <c:pt idx="1816">
                  <c:v>42912</c:v>
                </c:pt>
                <c:pt idx="1817">
                  <c:v>42913</c:v>
                </c:pt>
                <c:pt idx="1818">
                  <c:v>42914</c:v>
                </c:pt>
                <c:pt idx="1819">
                  <c:v>42915</c:v>
                </c:pt>
                <c:pt idx="1820">
                  <c:v>42916</c:v>
                </c:pt>
                <c:pt idx="1821">
                  <c:v>42919</c:v>
                </c:pt>
                <c:pt idx="1822">
                  <c:v>42920</c:v>
                </c:pt>
                <c:pt idx="1823">
                  <c:v>42921</c:v>
                </c:pt>
                <c:pt idx="1824">
                  <c:v>42922</c:v>
                </c:pt>
                <c:pt idx="1825">
                  <c:v>42923</c:v>
                </c:pt>
                <c:pt idx="1826">
                  <c:v>42926</c:v>
                </c:pt>
                <c:pt idx="1827">
                  <c:v>42927</c:v>
                </c:pt>
                <c:pt idx="1828">
                  <c:v>42928</c:v>
                </c:pt>
                <c:pt idx="1829">
                  <c:v>42929</c:v>
                </c:pt>
                <c:pt idx="1830">
                  <c:v>42930</c:v>
                </c:pt>
                <c:pt idx="1831">
                  <c:v>42933</c:v>
                </c:pt>
                <c:pt idx="1832">
                  <c:v>42934</c:v>
                </c:pt>
                <c:pt idx="1833">
                  <c:v>42935</c:v>
                </c:pt>
                <c:pt idx="1834">
                  <c:v>42936</c:v>
                </c:pt>
                <c:pt idx="1835">
                  <c:v>42937</c:v>
                </c:pt>
                <c:pt idx="1836">
                  <c:v>42940</c:v>
                </c:pt>
                <c:pt idx="1837">
                  <c:v>42941</c:v>
                </c:pt>
                <c:pt idx="1838">
                  <c:v>42942</c:v>
                </c:pt>
                <c:pt idx="1839">
                  <c:v>42943</c:v>
                </c:pt>
                <c:pt idx="1840">
                  <c:v>42944</c:v>
                </c:pt>
                <c:pt idx="1841">
                  <c:v>42947</c:v>
                </c:pt>
                <c:pt idx="1842">
                  <c:v>42948</c:v>
                </c:pt>
                <c:pt idx="1843">
                  <c:v>42949</c:v>
                </c:pt>
                <c:pt idx="1844">
                  <c:v>42950</c:v>
                </c:pt>
                <c:pt idx="1845">
                  <c:v>42951</c:v>
                </c:pt>
                <c:pt idx="1846">
                  <c:v>42954</c:v>
                </c:pt>
                <c:pt idx="1847">
                  <c:v>42955</c:v>
                </c:pt>
                <c:pt idx="1848">
                  <c:v>42956</c:v>
                </c:pt>
                <c:pt idx="1849">
                  <c:v>42957</c:v>
                </c:pt>
                <c:pt idx="1850">
                  <c:v>42958</c:v>
                </c:pt>
                <c:pt idx="1851">
                  <c:v>42961</c:v>
                </c:pt>
                <c:pt idx="1852">
                  <c:v>42963</c:v>
                </c:pt>
                <c:pt idx="1853">
                  <c:v>42964</c:v>
                </c:pt>
                <c:pt idx="1854">
                  <c:v>42965</c:v>
                </c:pt>
                <c:pt idx="1855">
                  <c:v>42968</c:v>
                </c:pt>
                <c:pt idx="1856">
                  <c:v>42969</c:v>
                </c:pt>
                <c:pt idx="1857">
                  <c:v>42970</c:v>
                </c:pt>
                <c:pt idx="1858">
                  <c:v>42971</c:v>
                </c:pt>
                <c:pt idx="1859">
                  <c:v>42972</c:v>
                </c:pt>
                <c:pt idx="1860">
                  <c:v>42975</c:v>
                </c:pt>
                <c:pt idx="1861">
                  <c:v>42976</c:v>
                </c:pt>
                <c:pt idx="1862">
                  <c:v>42977</c:v>
                </c:pt>
                <c:pt idx="1863">
                  <c:v>42978</c:v>
                </c:pt>
                <c:pt idx="1864">
                  <c:v>42979</c:v>
                </c:pt>
                <c:pt idx="1865">
                  <c:v>42982</c:v>
                </c:pt>
                <c:pt idx="1866">
                  <c:v>42983</c:v>
                </c:pt>
                <c:pt idx="1867">
                  <c:v>42984</c:v>
                </c:pt>
                <c:pt idx="1868">
                  <c:v>42985</c:v>
                </c:pt>
                <c:pt idx="1869">
                  <c:v>42986</c:v>
                </c:pt>
                <c:pt idx="1870">
                  <c:v>42989</c:v>
                </c:pt>
                <c:pt idx="1871">
                  <c:v>42990</c:v>
                </c:pt>
                <c:pt idx="1872">
                  <c:v>42991</c:v>
                </c:pt>
                <c:pt idx="1873">
                  <c:v>42992</c:v>
                </c:pt>
                <c:pt idx="1874">
                  <c:v>42993</c:v>
                </c:pt>
                <c:pt idx="1875">
                  <c:v>42996</c:v>
                </c:pt>
                <c:pt idx="1876">
                  <c:v>42997</c:v>
                </c:pt>
                <c:pt idx="1877">
                  <c:v>42998</c:v>
                </c:pt>
                <c:pt idx="1878">
                  <c:v>42999</c:v>
                </c:pt>
                <c:pt idx="1879">
                  <c:v>43000</c:v>
                </c:pt>
                <c:pt idx="1880">
                  <c:v>43003</c:v>
                </c:pt>
                <c:pt idx="1881">
                  <c:v>43004</c:v>
                </c:pt>
                <c:pt idx="1882">
                  <c:v>43005</c:v>
                </c:pt>
                <c:pt idx="1883">
                  <c:v>43006</c:v>
                </c:pt>
                <c:pt idx="1884">
                  <c:v>43007</c:v>
                </c:pt>
                <c:pt idx="1885">
                  <c:v>43018</c:v>
                </c:pt>
                <c:pt idx="1886">
                  <c:v>43019</c:v>
                </c:pt>
                <c:pt idx="1887">
                  <c:v>43020</c:v>
                </c:pt>
                <c:pt idx="1888">
                  <c:v>43021</c:v>
                </c:pt>
                <c:pt idx="1889">
                  <c:v>43024</c:v>
                </c:pt>
                <c:pt idx="1890">
                  <c:v>43025</c:v>
                </c:pt>
                <c:pt idx="1891">
                  <c:v>43026</c:v>
                </c:pt>
                <c:pt idx="1892">
                  <c:v>43027</c:v>
                </c:pt>
                <c:pt idx="1893">
                  <c:v>43028</c:v>
                </c:pt>
                <c:pt idx="1894">
                  <c:v>43031</c:v>
                </c:pt>
                <c:pt idx="1895">
                  <c:v>43032</c:v>
                </c:pt>
                <c:pt idx="1896">
                  <c:v>43033</c:v>
                </c:pt>
                <c:pt idx="1897">
                  <c:v>43034</c:v>
                </c:pt>
                <c:pt idx="1898">
                  <c:v>43035</c:v>
                </c:pt>
                <c:pt idx="1899">
                  <c:v>43038</c:v>
                </c:pt>
                <c:pt idx="1900">
                  <c:v>43039</c:v>
                </c:pt>
                <c:pt idx="1901">
                  <c:v>43040</c:v>
                </c:pt>
                <c:pt idx="1902">
                  <c:v>43041</c:v>
                </c:pt>
                <c:pt idx="1903">
                  <c:v>43042</c:v>
                </c:pt>
                <c:pt idx="1904">
                  <c:v>43045</c:v>
                </c:pt>
                <c:pt idx="1905">
                  <c:v>43046</c:v>
                </c:pt>
                <c:pt idx="1906">
                  <c:v>43047</c:v>
                </c:pt>
                <c:pt idx="1907">
                  <c:v>43048</c:v>
                </c:pt>
                <c:pt idx="1908">
                  <c:v>43049</c:v>
                </c:pt>
                <c:pt idx="1909">
                  <c:v>43052</c:v>
                </c:pt>
                <c:pt idx="1910">
                  <c:v>43053</c:v>
                </c:pt>
                <c:pt idx="1911">
                  <c:v>43054</c:v>
                </c:pt>
                <c:pt idx="1912">
                  <c:v>43055</c:v>
                </c:pt>
                <c:pt idx="1913">
                  <c:v>43056</c:v>
                </c:pt>
                <c:pt idx="1914">
                  <c:v>43059</c:v>
                </c:pt>
                <c:pt idx="1915">
                  <c:v>43060</c:v>
                </c:pt>
                <c:pt idx="1916">
                  <c:v>43061</c:v>
                </c:pt>
                <c:pt idx="1917">
                  <c:v>43062</c:v>
                </c:pt>
                <c:pt idx="1918">
                  <c:v>43063</c:v>
                </c:pt>
                <c:pt idx="1919">
                  <c:v>43066</c:v>
                </c:pt>
                <c:pt idx="1920">
                  <c:v>43067</c:v>
                </c:pt>
                <c:pt idx="1921">
                  <c:v>43068</c:v>
                </c:pt>
                <c:pt idx="1922">
                  <c:v>43069</c:v>
                </c:pt>
                <c:pt idx="1923">
                  <c:v>43070</c:v>
                </c:pt>
                <c:pt idx="1924">
                  <c:v>43073</c:v>
                </c:pt>
                <c:pt idx="1925">
                  <c:v>43074</c:v>
                </c:pt>
                <c:pt idx="1926">
                  <c:v>43075</c:v>
                </c:pt>
                <c:pt idx="1927">
                  <c:v>43076</c:v>
                </c:pt>
                <c:pt idx="1928">
                  <c:v>43077</c:v>
                </c:pt>
                <c:pt idx="1929">
                  <c:v>43080</c:v>
                </c:pt>
                <c:pt idx="1930">
                  <c:v>43081</c:v>
                </c:pt>
                <c:pt idx="1931">
                  <c:v>43082</c:v>
                </c:pt>
                <c:pt idx="1932">
                  <c:v>43083</c:v>
                </c:pt>
                <c:pt idx="1933">
                  <c:v>43084</c:v>
                </c:pt>
                <c:pt idx="1934">
                  <c:v>43087</c:v>
                </c:pt>
                <c:pt idx="1935">
                  <c:v>43088</c:v>
                </c:pt>
                <c:pt idx="1936">
                  <c:v>43089</c:v>
                </c:pt>
                <c:pt idx="1937">
                  <c:v>43090</c:v>
                </c:pt>
                <c:pt idx="1938">
                  <c:v>43091</c:v>
                </c:pt>
                <c:pt idx="1939">
                  <c:v>43095</c:v>
                </c:pt>
                <c:pt idx="1940">
                  <c:v>43096</c:v>
                </c:pt>
                <c:pt idx="1941">
                  <c:v>43097</c:v>
                </c:pt>
                <c:pt idx="1942">
                  <c:v>43102</c:v>
                </c:pt>
                <c:pt idx="1943">
                  <c:v>43103</c:v>
                </c:pt>
                <c:pt idx="1944">
                  <c:v>43104</c:v>
                </c:pt>
                <c:pt idx="1945">
                  <c:v>43105</c:v>
                </c:pt>
                <c:pt idx="1946">
                  <c:v>43108</c:v>
                </c:pt>
                <c:pt idx="1947">
                  <c:v>43109</c:v>
                </c:pt>
                <c:pt idx="1948">
                  <c:v>43110</c:v>
                </c:pt>
                <c:pt idx="1949">
                  <c:v>43111</c:v>
                </c:pt>
                <c:pt idx="1950">
                  <c:v>43112</c:v>
                </c:pt>
                <c:pt idx="1951">
                  <c:v>43115</c:v>
                </c:pt>
                <c:pt idx="1952">
                  <c:v>43116</c:v>
                </c:pt>
                <c:pt idx="1953">
                  <c:v>43117</c:v>
                </c:pt>
                <c:pt idx="1954">
                  <c:v>43118</c:v>
                </c:pt>
                <c:pt idx="1955">
                  <c:v>43119</c:v>
                </c:pt>
                <c:pt idx="1956">
                  <c:v>43122</c:v>
                </c:pt>
                <c:pt idx="1957">
                  <c:v>43123</c:v>
                </c:pt>
                <c:pt idx="1958">
                  <c:v>43124</c:v>
                </c:pt>
                <c:pt idx="1959">
                  <c:v>43125</c:v>
                </c:pt>
                <c:pt idx="1960">
                  <c:v>43126</c:v>
                </c:pt>
                <c:pt idx="1961">
                  <c:v>43129</c:v>
                </c:pt>
                <c:pt idx="1962">
                  <c:v>43130</c:v>
                </c:pt>
                <c:pt idx="1963">
                  <c:v>43131</c:v>
                </c:pt>
                <c:pt idx="1964">
                  <c:v>43132</c:v>
                </c:pt>
                <c:pt idx="1965">
                  <c:v>43133</c:v>
                </c:pt>
                <c:pt idx="1966">
                  <c:v>43136</c:v>
                </c:pt>
                <c:pt idx="1967">
                  <c:v>43137</c:v>
                </c:pt>
                <c:pt idx="1968">
                  <c:v>43138</c:v>
                </c:pt>
                <c:pt idx="1969">
                  <c:v>43139</c:v>
                </c:pt>
                <c:pt idx="1970">
                  <c:v>43140</c:v>
                </c:pt>
                <c:pt idx="1971">
                  <c:v>43143</c:v>
                </c:pt>
                <c:pt idx="1972">
                  <c:v>43144</c:v>
                </c:pt>
                <c:pt idx="1973">
                  <c:v>43145</c:v>
                </c:pt>
                <c:pt idx="1974">
                  <c:v>43150</c:v>
                </c:pt>
                <c:pt idx="1975">
                  <c:v>43151</c:v>
                </c:pt>
                <c:pt idx="1976">
                  <c:v>43152</c:v>
                </c:pt>
                <c:pt idx="1977">
                  <c:v>43153</c:v>
                </c:pt>
                <c:pt idx="1978">
                  <c:v>43154</c:v>
                </c:pt>
                <c:pt idx="1979">
                  <c:v>43157</c:v>
                </c:pt>
                <c:pt idx="1980">
                  <c:v>43158</c:v>
                </c:pt>
                <c:pt idx="1981">
                  <c:v>43159</c:v>
                </c:pt>
                <c:pt idx="1982">
                  <c:v>43161</c:v>
                </c:pt>
                <c:pt idx="1983">
                  <c:v>43164</c:v>
                </c:pt>
                <c:pt idx="1984">
                  <c:v>43165</c:v>
                </c:pt>
                <c:pt idx="1985">
                  <c:v>43166</c:v>
                </c:pt>
                <c:pt idx="1986">
                  <c:v>43167</c:v>
                </c:pt>
                <c:pt idx="1987">
                  <c:v>43168</c:v>
                </c:pt>
                <c:pt idx="1988">
                  <c:v>43171</c:v>
                </c:pt>
                <c:pt idx="1989">
                  <c:v>43172</c:v>
                </c:pt>
                <c:pt idx="1990">
                  <c:v>43173</c:v>
                </c:pt>
                <c:pt idx="1991">
                  <c:v>43174</c:v>
                </c:pt>
                <c:pt idx="1992">
                  <c:v>43175</c:v>
                </c:pt>
                <c:pt idx="1993">
                  <c:v>43178</c:v>
                </c:pt>
                <c:pt idx="1994">
                  <c:v>43179</c:v>
                </c:pt>
                <c:pt idx="1995">
                  <c:v>43180</c:v>
                </c:pt>
                <c:pt idx="1996">
                  <c:v>43181</c:v>
                </c:pt>
                <c:pt idx="1997">
                  <c:v>43182</c:v>
                </c:pt>
                <c:pt idx="1998">
                  <c:v>43185</c:v>
                </c:pt>
                <c:pt idx="1999">
                  <c:v>43186</c:v>
                </c:pt>
                <c:pt idx="2000">
                  <c:v>43187</c:v>
                </c:pt>
                <c:pt idx="2001">
                  <c:v>43188</c:v>
                </c:pt>
                <c:pt idx="2002">
                  <c:v>43189</c:v>
                </c:pt>
                <c:pt idx="2003">
                  <c:v>43192</c:v>
                </c:pt>
                <c:pt idx="2004">
                  <c:v>43193</c:v>
                </c:pt>
                <c:pt idx="2005">
                  <c:v>43194</c:v>
                </c:pt>
                <c:pt idx="2006">
                  <c:v>43195</c:v>
                </c:pt>
                <c:pt idx="2007">
                  <c:v>43196</c:v>
                </c:pt>
                <c:pt idx="2008">
                  <c:v>43199</c:v>
                </c:pt>
                <c:pt idx="2009">
                  <c:v>43200</c:v>
                </c:pt>
                <c:pt idx="2010">
                  <c:v>43201</c:v>
                </c:pt>
                <c:pt idx="2011">
                  <c:v>43202</c:v>
                </c:pt>
                <c:pt idx="2012">
                  <c:v>43203</c:v>
                </c:pt>
                <c:pt idx="2013">
                  <c:v>43206</c:v>
                </c:pt>
                <c:pt idx="2014">
                  <c:v>43207</c:v>
                </c:pt>
                <c:pt idx="2015">
                  <c:v>43208</c:v>
                </c:pt>
                <c:pt idx="2016">
                  <c:v>43209</c:v>
                </c:pt>
                <c:pt idx="2017">
                  <c:v>43210</c:v>
                </c:pt>
                <c:pt idx="2018">
                  <c:v>43213</c:v>
                </c:pt>
                <c:pt idx="2019">
                  <c:v>43214</c:v>
                </c:pt>
                <c:pt idx="2020">
                  <c:v>43215</c:v>
                </c:pt>
                <c:pt idx="2021">
                  <c:v>43216</c:v>
                </c:pt>
                <c:pt idx="2022">
                  <c:v>43217</c:v>
                </c:pt>
                <c:pt idx="2023">
                  <c:v>43220</c:v>
                </c:pt>
                <c:pt idx="2024">
                  <c:v>43222</c:v>
                </c:pt>
                <c:pt idx="2025">
                  <c:v>43223</c:v>
                </c:pt>
                <c:pt idx="2026">
                  <c:v>43224</c:v>
                </c:pt>
                <c:pt idx="2027">
                  <c:v>43228</c:v>
                </c:pt>
                <c:pt idx="2028">
                  <c:v>43229</c:v>
                </c:pt>
                <c:pt idx="2029">
                  <c:v>43230</c:v>
                </c:pt>
                <c:pt idx="2030">
                  <c:v>43231</c:v>
                </c:pt>
                <c:pt idx="2031">
                  <c:v>43234</c:v>
                </c:pt>
                <c:pt idx="2032">
                  <c:v>43235</c:v>
                </c:pt>
                <c:pt idx="2033">
                  <c:v>43236</c:v>
                </c:pt>
                <c:pt idx="2034">
                  <c:v>43237</c:v>
                </c:pt>
                <c:pt idx="2035">
                  <c:v>43238</c:v>
                </c:pt>
                <c:pt idx="2036">
                  <c:v>43241</c:v>
                </c:pt>
                <c:pt idx="2037">
                  <c:v>43243</c:v>
                </c:pt>
                <c:pt idx="2038">
                  <c:v>43244</c:v>
                </c:pt>
                <c:pt idx="2039">
                  <c:v>43245</c:v>
                </c:pt>
                <c:pt idx="2040">
                  <c:v>43248</c:v>
                </c:pt>
                <c:pt idx="2041">
                  <c:v>43249</c:v>
                </c:pt>
                <c:pt idx="2042">
                  <c:v>43250</c:v>
                </c:pt>
                <c:pt idx="2043">
                  <c:v>43251</c:v>
                </c:pt>
                <c:pt idx="2044">
                  <c:v>43252</c:v>
                </c:pt>
                <c:pt idx="2045">
                  <c:v>43255</c:v>
                </c:pt>
                <c:pt idx="2046">
                  <c:v>43256</c:v>
                </c:pt>
                <c:pt idx="2047">
                  <c:v>43258</c:v>
                </c:pt>
                <c:pt idx="2048">
                  <c:v>43259</c:v>
                </c:pt>
                <c:pt idx="2049">
                  <c:v>43262</c:v>
                </c:pt>
                <c:pt idx="2050">
                  <c:v>43263</c:v>
                </c:pt>
                <c:pt idx="2051">
                  <c:v>43265</c:v>
                </c:pt>
                <c:pt idx="2052">
                  <c:v>43266</c:v>
                </c:pt>
                <c:pt idx="2053">
                  <c:v>43269</c:v>
                </c:pt>
                <c:pt idx="2054">
                  <c:v>43270</c:v>
                </c:pt>
                <c:pt idx="2055">
                  <c:v>43271</c:v>
                </c:pt>
                <c:pt idx="2056">
                  <c:v>43272</c:v>
                </c:pt>
                <c:pt idx="2057">
                  <c:v>43273</c:v>
                </c:pt>
                <c:pt idx="2058">
                  <c:v>43276</c:v>
                </c:pt>
                <c:pt idx="2059">
                  <c:v>43277</c:v>
                </c:pt>
                <c:pt idx="2060">
                  <c:v>43278</c:v>
                </c:pt>
                <c:pt idx="2061">
                  <c:v>43279</c:v>
                </c:pt>
                <c:pt idx="2062">
                  <c:v>43280</c:v>
                </c:pt>
                <c:pt idx="2063">
                  <c:v>43283</c:v>
                </c:pt>
                <c:pt idx="2064">
                  <c:v>43284</c:v>
                </c:pt>
                <c:pt idx="2065">
                  <c:v>43285</c:v>
                </c:pt>
                <c:pt idx="2066">
                  <c:v>43286</c:v>
                </c:pt>
                <c:pt idx="2067">
                  <c:v>43287</c:v>
                </c:pt>
                <c:pt idx="2068">
                  <c:v>43290</c:v>
                </c:pt>
                <c:pt idx="2069">
                  <c:v>43291</c:v>
                </c:pt>
                <c:pt idx="2070">
                  <c:v>43292</c:v>
                </c:pt>
                <c:pt idx="2071">
                  <c:v>43293</c:v>
                </c:pt>
                <c:pt idx="2072">
                  <c:v>43294</c:v>
                </c:pt>
                <c:pt idx="2073">
                  <c:v>43297</c:v>
                </c:pt>
                <c:pt idx="2074">
                  <c:v>43298</c:v>
                </c:pt>
                <c:pt idx="2075">
                  <c:v>43299</c:v>
                </c:pt>
                <c:pt idx="2076">
                  <c:v>43300</c:v>
                </c:pt>
                <c:pt idx="2077">
                  <c:v>43301</c:v>
                </c:pt>
                <c:pt idx="2078">
                  <c:v>43304</c:v>
                </c:pt>
                <c:pt idx="2079">
                  <c:v>43305</c:v>
                </c:pt>
                <c:pt idx="2080">
                  <c:v>43306</c:v>
                </c:pt>
                <c:pt idx="2081">
                  <c:v>43307</c:v>
                </c:pt>
                <c:pt idx="2082">
                  <c:v>43308</c:v>
                </c:pt>
                <c:pt idx="2083">
                  <c:v>43311</c:v>
                </c:pt>
                <c:pt idx="2084">
                  <c:v>43312</c:v>
                </c:pt>
                <c:pt idx="2085">
                  <c:v>43313</c:v>
                </c:pt>
                <c:pt idx="2086">
                  <c:v>43314</c:v>
                </c:pt>
                <c:pt idx="2087">
                  <c:v>43315</c:v>
                </c:pt>
                <c:pt idx="2088">
                  <c:v>43318</c:v>
                </c:pt>
                <c:pt idx="2089">
                  <c:v>43319</c:v>
                </c:pt>
                <c:pt idx="2090">
                  <c:v>43320</c:v>
                </c:pt>
                <c:pt idx="2091">
                  <c:v>43321</c:v>
                </c:pt>
                <c:pt idx="2092">
                  <c:v>43322</c:v>
                </c:pt>
                <c:pt idx="2093">
                  <c:v>43325</c:v>
                </c:pt>
                <c:pt idx="2094">
                  <c:v>43326</c:v>
                </c:pt>
                <c:pt idx="2095">
                  <c:v>43328</c:v>
                </c:pt>
                <c:pt idx="2096">
                  <c:v>43329</c:v>
                </c:pt>
                <c:pt idx="2097">
                  <c:v>43332</c:v>
                </c:pt>
                <c:pt idx="2098">
                  <c:v>43333</c:v>
                </c:pt>
                <c:pt idx="2099">
                  <c:v>43334</c:v>
                </c:pt>
                <c:pt idx="2100">
                  <c:v>43335</c:v>
                </c:pt>
                <c:pt idx="2101">
                  <c:v>43336</c:v>
                </c:pt>
                <c:pt idx="2102">
                  <c:v>43339</c:v>
                </c:pt>
                <c:pt idx="2103">
                  <c:v>43340</c:v>
                </c:pt>
                <c:pt idx="2104">
                  <c:v>43341</c:v>
                </c:pt>
                <c:pt idx="2105">
                  <c:v>43342</c:v>
                </c:pt>
                <c:pt idx="2106">
                  <c:v>43343</c:v>
                </c:pt>
                <c:pt idx="2107">
                  <c:v>43346</c:v>
                </c:pt>
                <c:pt idx="2108">
                  <c:v>43347</c:v>
                </c:pt>
                <c:pt idx="2109">
                  <c:v>43348</c:v>
                </c:pt>
                <c:pt idx="2110">
                  <c:v>43349</c:v>
                </c:pt>
                <c:pt idx="2111">
                  <c:v>43350</c:v>
                </c:pt>
                <c:pt idx="2112">
                  <c:v>43353</c:v>
                </c:pt>
                <c:pt idx="2113">
                  <c:v>43354</c:v>
                </c:pt>
                <c:pt idx="2114">
                  <c:v>43355</c:v>
                </c:pt>
                <c:pt idx="2115">
                  <c:v>43356</c:v>
                </c:pt>
                <c:pt idx="2116">
                  <c:v>43357</c:v>
                </c:pt>
                <c:pt idx="2117">
                  <c:v>43360</c:v>
                </c:pt>
                <c:pt idx="2118">
                  <c:v>43361</c:v>
                </c:pt>
                <c:pt idx="2119">
                  <c:v>43362</c:v>
                </c:pt>
                <c:pt idx="2120">
                  <c:v>43363</c:v>
                </c:pt>
                <c:pt idx="2121">
                  <c:v>43364</c:v>
                </c:pt>
                <c:pt idx="2122">
                  <c:v>43370</c:v>
                </c:pt>
                <c:pt idx="2123">
                  <c:v>43371</c:v>
                </c:pt>
                <c:pt idx="2124">
                  <c:v>43374</c:v>
                </c:pt>
                <c:pt idx="2125">
                  <c:v>43375</c:v>
                </c:pt>
                <c:pt idx="2126">
                  <c:v>43377</c:v>
                </c:pt>
                <c:pt idx="2127">
                  <c:v>43378</c:v>
                </c:pt>
                <c:pt idx="2128">
                  <c:v>43381</c:v>
                </c:pt>
                <c:pt idx="2129">
                  <c:v>43383</c:v>
                </c:pt>
                <c:pt idx="2130">
                  <c:v>43384</c:v>
                </c:pt>
                <c:pt idx="2131">
                  <c:v>43385</c:v>
                </c:pt>
                <c:pt idx="2132">
                  <c:v>43388</c:v>
                </c:pt>
                <c:pt idx="2133">
                  <c:v>43389</c:v>
                </c:pt>
                <c:pt idx="2134">
                  <c:v>43390</c:v>
                </c:pt>
                <c:pt idx="2135">
                  <c:v>43391</c:v>
                </c:pt>
                <c:pt idx="2136">
                  <c:v>43392</c:v>
                </c:pt>
                <c:pt idx="2137">
                  <c:v>43395</c:v>
                </c:pt>
                <c:pt idx="2138">
                  <c:v>43396</c:v>
                </c:pt>
                <c:pt idx="2139">
                  <c:v>43397</c:v>
                </c:pt>
                <c:pt idx="2140">
                  <c:v>43398</c:v>
                </c:pt>
                <c:pt idx="2141">
                  <c:v>43399</c:v>
                </c:pt>
                <c:pt idx="2142">
                  <c:v>43402</c:v>
                </c:pt>
                <c:pt idx="2143">
                  <c:v>43403</c:v>
                </c:pt>
                <c:pt idx="2144">
                  <c:v>43404</c:v>
                </c:pt>
                <c:pt idx="2145">
                  <c:v>43405</c:v>
                </c:pt>
                <c:pt idx="2146">
                  <c:v>43406</c:v>
                </c:pt>
                <c:pt idx="2147">
                  <c:v>43409</c:v>
                </c:pt>
                <c:pt idx="2148">
                  <c:v>43410</c:v>
                </c:pt>
                <c:pt idx="2149">
                  <c:v>43411</c:v>
                </c:pt>
                <c:pt idx="2150">
                  <c:v>43412</c:v>
                </c:pt>
                <c:pt idx="2151">
                  <c:v>43413</c:v>
                </c:pt>
                <c:pt idx="2152">
                  <c:v>43416</c:v>
                </c:pt>
                <c:pt idx="2153">
                  <c:v>43417</c:v>
                </c:pt>
                <c:pt idx="2154">
                  <c:v>43418</c:v>
                </c:pt>
                <c:pt idx="2155">
                  <c:v>43419</c:v>
                </c:pt>
                <c:pt idx="2156">
                  <c:v>43420</c:v>
                </c:pt>
                <c:pt idx="2157">
                  <c:v>43423</c:v>
                </c:pt>
                <c:pt idx="2158">
                  <c:v>43424</c:v>
                </c:pt>
                <c:pt idx="2159">
                  <c:v>43425</c:v>
                </c:pt>
                <c:pt idx="2160">
                  <c:v>43426</c:v>
                </c:pt>
                <c:pt idx="2161">
                  <c:v>43427</c:v>
                </c:pt>
                <c:pt idx="2162">
                  <c:v>43430</c:v>
                </c:pt>
                <c:pt idx="2163">
                  <c:v>43431</c:v>
                </c:pt>
                <c:pt idx="2164">
                  <c:v>43432</c:v>
                </c:pt>
                <c:pt idx="2165">
                  <c:v>43433</c:v>
                </c:pt>
                <c:pt idx="2166">
                  <c:v>43434</c:v>
                </c:pt>
                <c:pt idx="2167">
                  <c:v>43437</c:v>
                </c:pt>
                <c:pt idx="2168">
                  <c:v>43438</c:v>
                </c:pt>
                <c:pt idx="2169">
                  <c:v>43439</c:v>
                </c:pt>
                <c:pt idx="2170">
                  <c:v>43440</c:v>
                </c:pt>
                <c:pt idx="2171">
                  <c:v>43441</c:v>
                </c:pt>
                <c:pt idx="2172">
                  <c:v>43444</c:v>
                </c:pt>
                <c:pt idx="2173">
                  <c:v>43445</c:v>
                </c:pt>
                <c:pt idx="2174">
                  <c:v>43446</c:v>
                </c:pt>
                <c:pt idx="2175">
                  <c:v>43447</c:v>
                </c:pt>
                <c:pt idx="2176">
                  <c:v>43448</c:v>
                </c:pt>
                <c:pt idx="2177">
                  <c:v>43451</c:v>
                </c:pt>
                <c:pt idx="2178">
                  <c:v>43452</c:v>
                </c:pt>
                <c:pt idx="2179">
                  <c:v>43453</c:v>
                </c:pt>
                <c:pt idx="2180">
                  <c:v>43454</c:v>
                </c:pt>
                <c:pt idx="2181">
                  <c:v>43455</c:v>
                </c:pt>
                <c:pt idx="2182">
                  <c:v>43458</c:v>
                </c:pt>
                <c:pt idx="2183">
                  <c:v>43460</c:v>
                </c:pt>
                <c:pt idx="2184">
                  <c:v>43461</c:v>
                </c:pt>
                <c:pt idx="2185">
                  <c:v>43462</c:v>
                </c:pt>
                <c:pt idx="2186">
                  <c:v>43467</c:v>
                </c:pt>
                <c:pt idx="2187">
                  <c:v>43468</c:v>
                </c:pt>
                <c:pt idx="2188">
                  <c:v>43469</c:v>
                </c:pt>
                <c:pt idx="2189">
                  <c:v>43472</c:v>
                </c:pt>
                <c:pt idx="2190">
                  <c:v>43473</c:v>
                </c:pt>
                <c:pt idx="2191">
                  <c:v>43474</c:v>
                </c:pt>
                <c:pt idx="2192">
                  <c:v>43475</c:v>
                </c:pt>
                <c:pt idx="2193">
                  <c:v>43476</c:v>
                </c:pt>
                <c:pt idx="2194">
                  <c:v>43479</c:v>
                </c:pt>
                <c:pt idx="2195">
                  <c:v>43480</c:v>
                </c:pt>
                <c:pt idx="2196">
                  <c:v>43481</c:v>
                </c:pt>
                <c:pt idx="2197">
                  <c:v>43482</c:v>
                </c:pt>
                <c:pt idx="2198">
                  <c:v>43483</c:v>
                </c:pt>
                <c:pt idx="2199">
                  <c:v>43486</c:v>
                </c:pt>
                <c:pt idx="2200">
                  <c:v>43487</c:v>
                </c:pt>
                <c:pt idx="2201">
                  <c:v>43488</c:v>
                </c:pt>
                <c:pt idx="2202">
                  <c:v>43489</c:v>
                </c:pt>
                <c:pt idx="2203">
                  <c:v>43490</c:v>
                </c:pt>
                <c:pt idx="2204">
                  <c:v>43493</c:v>
                </c:pt>
                <c:pt idx="2205">
                  <c:v>43494</c:v>
                </c:pt>
                <c:pt idx="2206">
                  <c:v>43495</c:v>
                </c:pt>
                <c:pt idx="2207">
                  <c:v>43496</c:v>
                </c:pt>
                <c:pt idx="2208">
                  <c:v>43497</c:v>
                </c:pt>
                <c:pt idx="2209">
                  <c:v>43503</c:v>
                </c:pt>
                <c:pt idx="2210">
                  <c:v>43504</c:v>
                </c:pt>
                <c:pt idx="2211">
                  <c:v>43507</c:v>
                </c:pt>
                <c:pt idx="2212">
                  <c:v>43508</c:v>
                </c:pt>
                <c:pt idx="2213">
                  <c:v>43509</c:v>
                </c:pt>
                <c:pt idx="2214">
                  <c:v>43510</c:v>
                </c:pt>
                <c:pt idx="2215">
                  <c:v>43511</c:v>
                </c:pt>
                <c:pt idx="2216">
                  <c:v>43514</c:v>
                </c:pt>
                <c:pt idx="2217">
                  <c:v>43515</c:v>
                </c:pt>
                <c:pt idx="2218">
                  <c:v>43516</c:v>
                </c:pt>
                <c:pt idx="2219">
                  <c:v>43517</c:v>
                </c:pt>
                <c:pt idx="2220">
                  <c:v>43518</c:v>
                </c:pt>
                <c:pt idx="2221">
                  <c:v>43521</c:v>
                </c:pt>
                <c:pt idx="2222">
                  <c:v>43522</c:v>
                </c:pt>
                <c:pt idx="2223">
                  <c:v>43523</c:v>
                </c:pt>
                <c:pt idx="2224">
                  <c:v>43524</c:v>
                </c:pt>
                <c:pt idx="2225">
                  <c:v>43528</c:v>
                </c:pt>
                <c:pt idx="2226">
                  <c:v>43529</c:v>
                </c:pt>
                <c:pt idx="2227">
                  <c:v>43530</c:v>
                </c:pt>
                <c:pt idx="2228">
                  <c:v>43531</c:v>
                </c:pt>
                <c:pt idx="2229">
                  <c:v>43532</c:v>
                </c:pt>
                <c:pt idx="2230">
                  <c:v>43535</c:v>
                </c:pt>
                <c:pt idx="2231">
                  <c:v>43536</c:v>
                </c:pt>
                <c:pt idx="2232">
                  <c:v>43537</c:v>
                </c:pt>
                <c:pt idx="2233">
                  <c:v>43538</c:v>
                </c:pt>
                <c:pt idx="2234">
                  <c:v>43539</c:v>
                </c:pt>
                <c:pt idx="2235">
                  <c:v>43542</c:v>
                </c:pt>
                <c:pt idx="2236">
                  <c:v>43543</c:v>
                </c:pt>
                <c:pt idx="2237">
                  <c:v>43544</c:v>
                </c:pt>
                <c:pt idx="2238">
                  <c:v>43545</c:v>
                </c:pt>
                <c:pt idx="2239">
                  <c:v>43546</c:v>
                </c:pt>
                <c:pt idx="2240">
                  <c:v>43549</c:v>
                </c:pt>
                <c:pt idx="2241">
                  <c:v>43550</c:v>
                </c:pt>
                <c:pt idx="2242">
                  <c:v>43551</c:v>
                </c:pt>
                <c:pt idx="2243">
                  <c:v>43552</c:v>
                </c:pt>
                <c:pt idx="2244">
                  <c:v>43553</c:v>
                </c:pt>
                <c:pt idx="2245">
                  <c:v>43556</c:v>
                </c:pt>
                <c:pt idx="2246">
                  <c:v>43557</c:v>
                </c:pt>
                <c:pt idx="2247">
                  <c:v>43558</c:v>
                </c:pt>
                <c:pt idx="2248">
                  <c:v>43559</c:v>
                </c:pt>
                <c:pt idx="2249">
                  <c:v>43560</c:v>
                </c:pt>
                <c:pt idx="2250">
                  <c:v>43563</c:v>
                </c:pt>
                <c:pt idx="2251">
                  <c:v>43564</c:v>
                </c:pt>
                <c:pt idx="2252">
                  <c:v>43565</c:v>
                </c:pt>
                <c:pt idx="2253">
                  <c:v>43566</c:v>
                </c:pt>
                <c:pt idx="2254">
                  <c:v>43567</c:v>
                </c:pt>
                <c:pt idx="2255">
                  <c:v>43570</c:v>
                </c:pt>
                <c:pt idx="2256">
                  <c:v>43571</c:v>
                </c:pt>
                <c:pt idx="2257">
                  <c:v>43572</c:v>
                </c:pt>
                <c:pt idx="2258">
                  <c:v>43573</c:v>
                </c:pt>
                <c:pt idx="2259">
                  <c:v>43574</c:v>
                </c:pt>
                <c:pt idx="2260">
                  <c:v>43577</c:v>
                </c:pt>
                <c:pt idx="2261">
                  <c:v>43578</c:v>
                </c:pt>
                <c:pt idx="2262">
                  <c:v>43579</c:v>
                </c:pt>
                <c:pt idx="2263">
                  <c:v>43580</c:v>
                </c:pt>
                <c:pt idx="2264">
                  <c:v>43581</c:v>
                </c:pt>
                <c:pt idx="2265">
                  <c:v>43584</c:v>
                </c:pt>
                <c:pt idx="2266">
                  <c:v>43585</c:v>
                </c:pt>
                <c:pt idx="2267">
                  <c:v>43587</c:v>
                </c:pt>
                <c:pt idx="2268">
                  <c:v>43588</c:v>
                </c:pt>
                <c:pt idx="2269">
                  <c:v>43592</c:v>
                </c:pt>
                <c:pt idx="2270">
                  <c:v>43593</c:v>
                </c:pt>
                <c:pt idx="2271">
                  <c:v>43594</c:v>
                </c:pt>
                <c:pt idx="2272">
                  <c:v>43595</c:v>
                </c:pt>
                <c:pt idx="2273">
                  <c:v>43598</c:v>
                </c:pt>
                <c:pt idx="2274">
                  <c:v>43599</c:v>
                </c:pt>
                <c:pt idx="2275">
                  <c:v>43600</c:v>
                </c:pt>
                <c:pt idx="2276">
                  <c:v>43601</c:v>
                </c:pt>
                <c:pt idx="2277">
                  <c:v>43602</c:v>
                </c:pt>
                <c:pt idx="2278">
                  <c:v>43605</c:v>
                </c:pt>
                <c:pt idx="2279">
                  <c:v>43606</c:v>
                </c:pt>
                <c:pt idx="2280">
                  <c:v>43607</c:v>
                </c:pt>
                <c:pt idx="2281">
                  <c:v>43608</c:v>
                </c:pt>
                <c:pt idx="2282">
                  <c:v>43609</c:v>
                </c:pt>
                <c:pt idx="2283">
                  <c:v>43612</c:v>
                </c:pt>
                <c:pt idx="2284">
                  <c:v>43613</c:v>
                </c:pt>
                <c:pt idx="2285">
                  <c:v>43614</c:v>
                </c:pt>
                <c:pt idx="2286">
                  <c:v>43615</c:v>
                </c:pt>
                <c:pt idx="2287">
                  <c:v>43616</c:v>
                </c:pt>
                <c:pt idx="2288">
                  <c:v>43619</c:v>
                </c:pt>
                <c:pt idx="2289">
                  <c:v>43620</c:v>
                </c:pt>
                <c:pt idx="2290">
                  <c:v>43621</c:v>
                </c:pt>
                <c:pt idx="2291">
                  <c:v>43623</c:v>
                </c:pt>
                <c:pt idx="2292">
                  <c:v>43626</c:v>
                </c:pt>
                <c:pt idx="2293">
                  <c:v>43627</c:v>
                </c:pt>
                <c:pt idx="2294">
                  <c:v>43628</c:v>
                </c:pt>
                <c:pt idx="2295">
                  <c:v>43629</c:v>
                </c:pt>
                <c:pt idx="2296">
                  <c:v>43630</c:v>
                </c:pt>
                <c:pt idx="2297">
                  <c:v>43633</c:v>
                </c:pt>
                <c:pt idx="2298">
                  <c:v>43634</c:v>
                </c:pt>
                <c:pt idx="2299">
                  <c:v>43635</c:v>
                </c:pt>
                <c:pt idx="2300">
                  <c:v>43636</c:v>
                </c:pt>
                <c:pt idx="2301">
                  <c:v>43637</c:v>
                </c:pt>
                <c:pt idx="2302">
                  <c:v>43640</c:v>
                </c:pt>
                <c:pt idx="2303">
                  <c:v>43641</c:v>
                </c:pt>
                <c:pt idx="2304">
                  <c:v>43642</c:v>
                </c:pt>
                <c:pt idx="2305">
                  <c:v>43643</c:v>
                </c:pt>
                <c:pt idx="2306">
                  <c:v>43644</c:v>
                </c:pt>
                <c:pt idx="2307">
                  <c:v>43647</c:v>
                </c:pt>
                <c:pt idx="2308">
                  <c:v>43648</c:v>
                </c:pt>
                <c:pt idx="2309">
                  <c:v>43649</c:v>
                </c:pt>
                <c:pt idx="2310">
                  <c:v>43650</c:v>
                </c:pt>
                <c:pt idx="2311">
                  <c:v>43651</c:v>
                </c:pt>
                <c:pt idx="2312">
                  <c:v>43654</c:v>
                </c:pt>
                <c:pt idx="2313">
                  <c:v>43655</c:v>
                </c:pt>
                <c:pt idx="2314">
                  <c:v>43656</c:v>
                </c:pt>
                <c:pt idx="2315">
                  <c:v>43657</c:v>
                </c:pt>
                <c:pt idx="2316">
                  <c:v>43658</c:v>
                </c:pt>
                <c:pt idx="2317">
                  <c:v>43661</c:v>
                </c:pt>
                <c:pt idx="2318">
                  <c:v>43662</c:v>
                </c:pt>
                <c:pt idx="2319">
                  <c:v>43663</c:v>
                </c:pt>
                <c:pt idx="2320">
                  <c:v>43664</c:v>
                </c:pt>
                <c:pt idx="2321">
                  <c:v>43665</c:v>
                </c:pt>
                <c:pt idx="2322">
                  <c:v>43668</c:v>
                </c:pt>
                <c:pt idx="2323">
                  <c:v>43669</c:v>
                </c:pt>
                <c:pt idx="2324">
                  <c:v>43670</c:v>
                </c:pt>
                <c:pt idx="2325">
                  <c:v>43671</c:v>
                </c:pt>
                <c:pt idx="2326">
                  <c:v>43672</c:v>
                </c:pt>
                <c:pt idx="2327">
                  <c:v>43675</c:v>
                </c:pt>
                <c:pt idx="2328">
                  <c:v>43676</c:v>
                </c:pt>
                <c:pt idx="2329">
                  <c:v>43677</c:v>
                </c:pt>
                <c:pt idx="2330">
                  <c:v>43678</c:v>
                </c:pt>
                <c:pt idx="2331">
                  <c:v>43679</c:v>
                </c:pt>
                <c:pt idx="2332">
                  <c:v>43682</c:v>
                </c:pt>
                <c:pt idx="2333">
                  <c:v>43683</c:v>
                </c:pt>
                <c:pt idx="2334">
                  <c:v>43684</c:v>
                </c:pt>
                <c:pt idx="2335">
                  <c:v>43685</c:v>
                </c:pt>
                <c:pt idx="2336">
                  <c:v>43686</c:v>
                </c:pt>
                <c:pt idx="2337">
                  <c:v>43689</c:v>
                </c:pt>
                <c:pt idx="2338">
                  <c:v>43690</c:v>
                </c:pt>
                <c:pt idx="2339">
                  <c:v>43691</c:v>
                </c:pt>
                <c:pt idx="2340">
                  <c:v>43693</c:v>
                </c:pt>
                <c:pt idx="2341">
                  <c:v>43696</c:v>
                </c:pt>
                <c:pt idx="2342">
                  <c:v>43697</c:v>
                </c:pt>
                <c:pt idx="2343">
                  <c:v>43698</c:v>
                </c:pt>
                <c:pt idx="2344">
                  <c:v>43699</c:v>
                </c:pt>
                <c:pt idx="2345">
                  <c:v>43700</c:v>
                </c:pt>
                <c:pt idx="2346">
                  <c:v>43703</c:v>
                </c:pt>
                <c:pt idx="2347">
                  <c:v>43704</c:v>
                </c:pt>
                <c:pt idx="2348">
                  <c:v>43705</c:v>
                </c:pt>
                <c:pt idx="2349">
                  <c:v>43706</c:v>
                </c:pt>
                <c:pt idx="2350">
                  <c:v>43707</c:v>
                </c:pt>
                <c:pt idx="2351">
                  <c:v>43710</c:v>
                </c:pt>
                <c:pt idx="2352">
                  <c:v>43711</c:v>
                </c:pt>
                <c:pt idx="2353">
                  <c:v>43712</c:v>
                </c:pt>
                <c:pt idx="2354">
                  <c:v>43713</c:v>
                </c:pt>
                <c:pt idx="2355">
                  <c:v>43714</c:v>
                </c:pt>
                <c:pt idx="2356">
                  <c:v>43717</c:v>
                </c:pt>
                <c:pt idx="2357">
                  <c:v>43718</c:v>
                </c:pt>
                <c:pt idx="2358">
                  <c:v>43719</c:v>
                </c:pt>
                <c:pt idx="2359">
                  <c:v>43724</c:v>
                </c:pt>
                <c:pt idx="2360">
                  <c:v>43725</c:v>
                </c:pt>
                <c:pt idx="2361">
                  <c:v>43726</c:v>
                </c:pt>
                <c:pt idx="2362">
                  <c:v>43727</c:v>
                </c:pt>
                <c:pt idx="2363">
                  <c:v>43728</c:v>
                </c:pt>
                <c:pt idx="2364">
                  <c:v>43731</c:v>
                </c:pt>
                <c:pt idx="2365">
                  <c:v>43732</c:v>
                </c:pt>
                <c:pt idx="2366">
                  <c:v>43733</c:v>
                </c:pt>
                <c:pt idx="2367">
                  <c:v>43734</c:v>
                </c:pt>
                <c:pt idx="2368">
                  <c:v>43735</c:v>
                </c:pt>
                <c:pt idx="2369">
                  <c:v>43738</c:v>
                </c:pt>
                <c:pt idx="2370">
                  <c:v>43739</c:v>
                </c:pt>
                <c:pt idx="2371">
                  <c:v>43740</c:v>
                </c:pt>
                <c:pt idx="2372">
                  <c:v>43742</c:v>
                </c:pt>
                <c:pt idx="2373">
                  <c:v>43745</c:v>
                </c:pt>
                <c:pt idx="2374">
                  <c:v>43746</c:v>
                </c:pt>
                <c:pt idx="2375">
                  <c:v>43748</c:v>
                </c:pt>
                <c:pt idx="2376">
                  <c:v>43749</c:v>
                </c:pt>
                <c:pt idx="2377">
                  <c:v>43752</c:v>
                </c:pt>
                <c:pt idx="2378">
                  <c:v>43753</c:v>
                </c:pt>
                <c:pt idx="2379">
                  <c:v>43754</c:v>
                </c:pt>
                <c:pt idx="2380">
                  <c:v>43755</c:v>
                </c:pt>
                <c:pt idx="2381">
                  <c:v>43756</c:v>
                </c:pt>
                <c:pt idx="2382">
                  <c:v>43759</c:v>
                </c:pt>
                <c:pt idx="2383">
                  <c:v>43760</c:v>
                </c:pt>
                <c:pt idx="2384">
                  <c:v>43761</c:v>
                </c:pt>
                <c:pt idx="2385">
                  <c:v>43762</c:v>
                </c:pt>
                <c:pt idx="2386">
                  <c:v>43763</c:v>
                </c:pt>
                <c:pt idx="2387">
                  <c:v>43766</c:v>
                </c:pt>
                <c:pt idx="2388">
                  <c:v>43767</c:v>
                </c:pt>
                <c:pt idx="2389">
                  <c:v>43768</c:v>
                </c:pt>
                <c:pt idx="2390">
                  <c:v>43769</c:v>
                </c:pt>
                <c:pt idx="2391">
                  <c:v>43770</c:v>
                </c:pt>
                <c:pt idx="2392">
                  <c:v>43773</c:v>
                </c:pt>
                <c:pt idx="2393">
                  <c:v>43774</c:v>
                </c:pt>
                <c:pt idx="2394">
                  <c:v>43775</c:v>
                </c:pt>
                <c:pt idx="2395">
                  <c:v>43776</c:v>
                </c:pt>
                <c:pt idx="2396">
                  <c:v>43777</c:v>
                </c:pt>
                <c:pt idx="2397">
                  <c:v>43780</c:v>
                </c:pt>
                <c:pt idx="2398">
                  <c:v>43781</c:v>
                </c:pt>
                <c:pt idx="2399">
                  <c:v>43782</c:v>
                </c:pt>
                <c:pt idx="2400">
                  <c:v>43783</c:v>
                </c:pt>
                <c:pt idx="2401">
                  <c:v>43784</c:v>
                </c:pt>
                <c:pt idx="2402">
                  <c:v>43787</c:v>
                </c:pt>
                <c:pt idx="2403">
                  <c:v>43788</c:v>
                </c:pt>
                <c:pt idx="2404">
                  <c:v>43789</c:v>
                </c:pt>
                <c:pt idx="2405">
                  <c:v>43790</c:v>
                </c:pt>
                <c:pt idx="2406">
                  <c:v>43791</c:v>
                </c:pt>
                <c:pt idx="2407">
                  <c:v>43794</c:v>
                </c:pt>
                <c:pt idx="2408">
                  <c:v>43795</c:v>
                </c:pt>
                <c:pt idx="2409">
                  <c:v>43796</c:v>
                </c:pt>
                <c:pt idx="2410">
                  <c:v>43797</c:v>
                </c:pt>
                <c:pt idx="2411">
                  <c:v>43798</c:v>
                </c:pt>
                <c:pt idx="2412">
                  <c:v>43801</c:v>
                </c:pt>
                <c:pt idx="2413">
                  <c:v>43802</c:v>
                </c:pt>
                <c:pt idx="2414">
                  <c:v>43803</c:v>
                </c:pt>
                <c:pt idx="2415">
                  <c:v>43804</c:v>
                </c:pt>
                <c:pt idx="2416">
                  <c:v>43805</c:v>
                </c:pt>
                <c:pt idx="2417">
                  <c:v>43808</c:v>
                </c:pt>
                <c:pt idx="2418">
                  <c:v>43809</c:v>
                </c:pt>
                <c:pt idx="2419">
                  <c:v>43810</c:v>
                </c:pt>
                <c:pt idx="2420">
                  <c:v>43811</c:v>
                </c:pt>
                <c:pt idx="2421">
                  <c:v>43812</c:v>
                </c:pt>
                <c:pt idx="2422">
                  <c:v>43815</c:v>
                </c:pt>
                <c:pt idx="2423">
                  <c:v>43816</c:v>
                </c:pt>
                <c:pt idx="2424">
                  <c:v>43817</c:v>
                </c:pt>
                <c:pt idx="2425">
                  <c:v>43818</c:v>
                </c:pt>
                <c:pt idx="2426">
                  <c:v>43819</c:v>
                </c:pt>
                <c:pt idx="2427">
                  <c:v>43822</c:v>
                </c:pt>
                <c:pt idx="2428">
                  <c:v>43823</c:v>
                </c:pt>
                <c:pt idx="2429">
                  <c:v>43825</c:v>
                </c:pt>
                <c:pt idx="2430">
                  <c:v>43826</c:v>
                </c:pt>
                <c:pt idx="2431">
                  <c:v>43829</c:v>
                </c:pt>
                <c:pt idx="2432">
                  <c:v>43832</c:v>
                </c:pt>
                <c:pt idx="2433">
                  <c:v>43833</c:v>
                </c:pt>
                <c:pt idx="2434">
                  <c:v>43836</c:v>
                </c:pt>
                <c:pt idx="2435">
                  <c:v>43837</c:v>
                </c:pt>
                <c:pt idx="2436">
                  <c:v>43838</c:v>
                </c:pt>
                <c:pt idx="2437">
                  <c:v>43839</c:v>
                </c:pt>
                <c:pt idx="2438">
                  <c:v>43840</c:v>
                </c:pt>
                <c:pt idx="2439">
                  <c:v>43843</c:v>
                </c:pt>
                <c:pt idx="2440">
                  <c:v>43844</c:v>
                </c:pt>
                <c:pt idx="2441">
                  <c:v>43845</c:v>
                </c:pt>
                <c:pt idx="2442">
                  <c:v>43846</c:v>
                </c:pt>
                <c:pt idx="2443">
                  <c:v>43847</c:v>
                </c:pt>
                <c:pt idx="2444">
                  <c:v>43850</c:v>
                </c:pt>
                <c:pt idx="2445">
                  <c:v>43851</c:v>
                </c:pt>
                <c:pt idx="2446">
                  <c:v>43852</c:v>
                </c:pt>
                <c:pt idx="2447">
                  <c:v>43853</c:v>
                </c:pt>
                <c:pt idx="2448">
                  <c:v>43858</c:v>
                </c:pt>
                <c:pt idx="2449">
                  <c:v>43859</c:v>
                </c:pt>
                <c:pt idx="2450">
                  <c:v>43860</c:v>
                </c:pt>
                <c:pt idx="2451">
                  <c:v>43861</c:v>
                </c:pt>
                <c:pt idx="2452">
                  <c:v>43864</c:v>
                </c:pt>
                <c:pt idx="2453">
                  <c:v>43865</c:v>
                </c:pt>
                <c:pt idx="2454">
                  <c:v>43866</c:v>
                </c:pt>
                <c:pt idx="2455">
                  <c:v>43867</c:v>
                </c:pt>
                <c:pt idx="2456">
                  <c:v>43868</c:v>
                </c:pt>
                <c:pt idx="2457">
                  <c:v>43871</c:v>
                </c:pt>
                <c:pt idx="2458">
                  <c:v>43872</c:v>
                </c:pt>
                <c:pt idx="2459">
                  <c:v>43873</c:v>
                </c:pt>
                <c:pt idx="2460">
                  <c:v>43874</c:v>
                </c:pt>
                <c:pt idx="2461">
                  <c:v>43875</c:v>
                </c:pt>
                <c:pt idx="2462">
                  <c:v>43878</c:v>
                </c:pt>
                <c:pt idx="2463">
                  <c:v>43879</c:v>
                </c:pt>
                <c:pt idx="2464">
                  <c:v>43880</c:v>
                </c:pt>
                <c:pt idx="2465">
                  <c:v>43881</c:v>
                </c:pt>
                <c:pt idx="2466">
                  <c:v>43882</c:v>
                </c:pt>
                <c:pt idx="2467">
                  <c:v>43885</c:v>
                </c:pt>
                <c:pt idx="2468">
                  <c:v>43886</c:v>
                </c:pt>
                <c:pt idx="2469">
                  <c:v>43887</c:v>
                </c:pt>
                <c:pt idx="2470">
                  <c:v>43888</c:v>
                </c:pt>
                <c:pt idx="2471">
                  <c:v>43889</c:v>
                </c:pt>
                <c:pt idx="2472">
                  <c:v>43892</c:v>
                </c:pt>
                <c:pt idx="2473">
                  <c:v>43893</c:v>
                </c:pt>
                <c:pt idx="2474">
                  <c:v>43894</c:v>
                </c:pt>
                <c:pt idx="2475">
                  <c:v>43895</c:v>
                </c:pt>
                <c:pt idx="2476">
                  <c:v>43896</c:v>
                </c:pt>
                <c:pt idx="2477">
                  <c:v>43899</c:v>
                </c:pt>
                <c:pt idx="2478">
                  <c:v>43900</c:v>
                </c:pt>
                <c:pt idx="2479">
                  <c:v>43901</c:v>
                </c:pt>
                <c:pt idx="2480">
                  <c:v>43902</c:v>
                </c:pt>
                <c:pt idx="2481">
                  <c:v>43903</c:v>
                </c:pt>
                <c:pt idx="2482">
                  <c:v>43906</c:v>
                </c:pt>
                <c:pt idx="2483">
                  <c:v>43907</c:v>
                </c:pt>
                <c:pt idx="2484">
                  <c:v>43908</c:v>
                </c:pt>
                <c:pt idx="2485">
                  <c:v>43909</c:v>
                </c:pt>
                <c:pt idx="2486">
                  <c:v>43910</c:v>
                </c:pt>
                <c:pt idx="2487">
                  <c:v>43913</c:v>
                </c:pt>
                <c:pt idx="2488">
                  <c:v>43914</c:v>
                </c:pt>
                <c:pt idx="2489">
                  <c:v>43915</c:v>
                </c:pt>
                <c:pt idx="2490">
                  <c:v>43916</c:v>
                </c:pt>
                <c:pt idx="2491">
                  <c:v>43917</c:v>
                </c:pt>
                <c:pt idx="2492">
                  <c:v>43920</c:v>
                </c:pt>
                <c:pt idx="2493">
                  <c:v>43921</c:v>
                </c:pt>
                <c:pt idx="2494">
                  <c:v>43922</c:v>
                </c:pt>
                <c:pt idx="2495">
                  <c:v>43923</c:v>
                </c:pt>
                <c:pt idx="2496">
                  <c:v>43924</c:v>
                </c:pt>
                <c:pt idx="2497">
                  <c:v>43927</c:v>
                </c:pt>
              </c:numCache>
            </c:numRef>
          </c:cat>
          <c:val>
            <c:numRef>
              <c:f>'ETF 원본금액'!$DT$15:$DT$2512</c:f>
              <c:numCache>
                <c:formatCode>0.0%</c:formatCode>
                <c:ptCount val="2498"/>
                <c:pt idx="0">
                  <c:v>0</c:v>
                </c:pt>
                <c:pt idx="1">
                  <c:v>7.9999999999991189E-4</c:v>
                </c:pt>
                <c:pt idx="2">
                  <c:v>-1.1109520000000095E-2</c:v>
                </c:pt>
                <c:pt idx="3">
                  <c:v>-2.6832878632000123E-2</c:v>
                </c:pt>
                <c:pt idx="4">
                  <c:v>-2.3037526858664892E-2</c:v>
                </c:pt>
                <c:pt idx="5">
                  <c:v>-8.5784822561731922E-3</c:v>
                </c:pt>
                <c:pt idx="6">
                  <c:v>-4.2162275781003622E-3</c:v>
                </c:pt>
                <c:pt idx="7">
                  <c:v>-6.3073735001863973E-3</c:v>
                </c:pt>
                <c:pt idx="8">
                  <c:v>3.7289220274616675E-3</c:v>
                </c:pt>
                <c:pt idx="9">
                  <c:v>2.099305948633412E-2</c:v>
                </c:pt>
                <c:pt idx="10">
                  <c:v>2.1401456710128608E-2</c:v>
                </c:pt>
                <c:pt idx="11">
                  <c:v>2.1401456710128608E-2</c:v>
                </c:pt>
                <c:pt idx="12">
                  <c:v>1.6396589572248876E-2</c:v>
                </c:pt>
                <c:pt idx="13">
                  <c:v>1.9140860364093903E-2</c:v>
                </c:pt>
                <c:pt idx="14">
                  <c:v>1.0376248964962587E-2</c:v>
                </c:pt>
                <c:pt idx="15">
                  <c:v>9.2648350911010979E-3</c:v>
                </c:pt>
                <c:pt idx="16">
                  <c:v>3.2881632232232949E-2</c:v>
                </c:pt>
                <c:pt idx="17">
                  <c:v>2.6994206928509179E-2</c:v>
                </c:pt>
                <c:pt idx="18">
                  <c:v>3.3875068114930018E-2</c:v>
                </c:pt>
                <c:pt idx="19">
                  <c:v>2.467358000870723E-2</c:v>
                </c:pt>
                <c:pt idx="20">
                  <c:v>3.205122978476993E-2</c:v>
                </c:pt>
                <c:pt idx="21">
                  <c:v>3.205122978476993E-2</c:v>
                </c:pt>
                <c:pt idx="22">
                  <c:v>3.6695460318801443E-2</c:v>
                </c:pt>
                <c:pt idx="23">
                  <c:v>4.2189946258491151E-2</c:v>
                </c:pt>
                <c:pt idx="24">
                  <c:v>3.9167595414341561E-2</c:v>
                </c:pt>
                <c:pt idx="25">
                  <c:v>4.3324265795998906E-2</c:v>
                </c:pt>
                <c:pt idx="26">
                  <c:v>3.9150968732814873E-2</c:v>
                </c:pt>
                <c:pt idx="27">
                  <c:v>5.7440025782512505E-2</c:v>
                </c:pt>
                <c:pt idx="28">
                  <c:v>6.3150201921738258E-2</c:v>
                </c:pt>
                <c:pt idx="29">
                  <c:v>6.6871227628464425E-2</c:v>
                </c:pt>
                <c:pt idx="30">
                  <c:v>6.6977914751227274E-2</c:v>
                </c:pt>
                <c:pt idx="31">
                  <c:v>6.6017634627951072E-2</c:v>
                </c:pt>
                <c:pt idx="32">
                  <c:v>7.049490869338837E-2</c:v>
                </c:pt>
                <c:pt idx="33">
                  <c:v>6.3643741277750632E-2</c:v>
                </c:pt>
                <c:pt idx="34">
                  <c:v>5.3220032613228607E-2</c:v>
                </c:pt>
                <c:pt idx="35">
                  <c:v>5.3641320626273803E-2</c:v>
                </c:pt>
                <c:pt idx="36">
                  <c:v>6.955130456773051E-2</c:v>
                </c:pt>
                <c:pt idx="37">
                  <c:v>7.4685150829655544E-2</c:v>
                </c:pt>
                <c:pt idx="38">
                  <c:v>6.7699697349262733E-2</c:v>
                </c:pt>
                <c:pt idx="39">
                  <c:v>4.8801412706180658E-2</c:v>
                </c:pt>
                <c:pt idx="40">
                  <c:v>5.5723502030041283E-2</c:v>
                </c:pt>
                <c:pt idx="41">
                  <c:v>7.4304235665770157E-2</c:v>
                </c:pt>
                <c:pt idx="42">
                  <c:v>6.8073271098908705E-2</c:v>
                </c:pt>
                <c:pt idx="43">
                  <c:v>6.615073921093062E-2</c:v>
                </c:pt>
                <c:pt idx="44">
                  <c:v>7.6812246603039869E-2</c:v>
                </c:pt>
                <c:pt idx="45">
                  <c:v>7.5089347008475027E-2</c:v>
                </c:pt>
                <c:pt idx="46">
                  <c:v>6.4338453538390183E-2</c:v>
                </c:pt>
                <c:pt idx="47">
                  <c:v>6.0293967414944305E-2</c:v>
                </c:pt>
                <c:pt idx="48">
                  <c:v>6.8882348551005279E-2</c:v>
                </c:pt>
                <c:pt idx="49">
                  <c:v>5.5521319194117735E-2</c:v>
                </c:pt>
                <c:pt idx="50">
                  <c:v>5.393803721532664E-2</c:v>
                </c:pt>
                <c:pt idx="51">
                  <c:v>3.2648488863576963E-2</c:v>
                </c:pt>
                <c:pt idx="52">
                  <c:v>8.5877790730555237E-3</c:v>
                </c:pt>
                <c:pt idx="53">
                  <c:v>2.7347511763814225E-2</c:v>
                </c:pt>
                <c:pt idx="54">
                  <c:v>2.0464283434996622E-2</c:v>
                </c:pt>
                <c:pt idx="55">
                  <c:v>1.6484472729600075E-2</c:v>
                </c:pt>
                <c:pt idx="56">
                  <c:v>3.5289435475097664E-2</c:v>
                </c:pt>
                <c:pt idx="57">
                  <c:v>3.6635311741215482E-2</c:v>
                </c:pt>
                <c:pt idx="58">
                  <c:v>9.7864571671180123E-3</c:v>
                </c:pt>
                <c:pt idx="59">
                  <c:v>5.3433967555827078E-3</c:v>
                </c:pt>
                <c:pt idx="60">
                  <c:v>-4.0062968342441385E-3</c:v>
                </c:pt>
                <c:pt idx="61">
                  <c:v>-2.1137388528695178E-2</c:v>
                </c:pt>
                <c:pt idx="62">
                  <c:v>-1.4187463987248794E-2</c:v>
                </c:pt>
                <c:pt idx="63">
                  <c:v>-3.9720008669979046E-2</c:v>
                </c:pt>
                <c:pt idx="64">
                  <c:v>-3.1365572745407966E-2</c:v>
                </c:pt>
                <c:pt idx="65">
                  <c:v>-1.6351739122961728E-2</c:v>
                </c:pt>
                <c:pt idx="66">
                  <c:v>-5.7283379054897665E-3</c:v>
                </c:pt>
                <c:pt idx="67">
                  <c:v>4.8109417127120135E-3</c:v>
                </c:pt>
                <c:pt idx="68">
                  <c:v>-1.4188861259067931E-3</c:v>
                </c:pt>
                <c:pt idx="69">
                  <c:v>1.9950749710998972E-2</c:v>
                </c:pt>
                <c:pt idx="70">
                  <c:v>2.2092646285392092E-2</c:v>
                </c:pt>
                <c:pt idx="71">
                  <c:v>5.0236990924259484E-3</c:v>
                </c:pt>
                <c:pt idx="72">
                  <c:v>1.2963386315256065E-2</c:v>
                </c:pt>
                <c:pt idx="73">
                  <c:v>9.1141254472579813E-3</c:v>
                </c:pt>
                <c:pt idx="74">
                  <c:v>1.1334176523241979E-2</c:v>
                </c:pt>
                <c:pt idx="75">
                  <c:v>2.7717790182918423E-2</c:v>
                </c:pt>
                <c:pt idx="76">
                  <c:v>3.8097739863765856E-2</c:v>
                </c:pt>
                <c:pt idx="77">
                  <c:v>3.7682500767820315E-2</c:v>
                </c:pt>
                <c:pt idx="78">
                  <c:v>4.7021643274730573E-2</c:v>
                </c:pt>
                <c:pt idx="79">
                  <c:v>4.7545154096367837E-2</c:v>
                </c:pt>
                <c:pt idx="80">
                  <c:v>4.9011717312102743E-2</c:v>
                </c:pt>
                <c:pt idx="81">
                  <c:v>6.7369422365064713E-2</c:v>
                </c:pt>
                <c:pt idx="82">
                  <c:v>6.1605627484293324E-2</c:v>
                </c:pt>
                <c:pt idx="83">
                  <c:v>5.7571526099853054E-2</c:v>
                </c:pt>
                <c:pt idx="84">
                  <c:v>6.6243612613871905E-2</c:v>
                </c:pt>
                <c:pt idx="85">
                  <c:v>5.7713663712960939E-2</c:v>
                </c:pt>
                <c:pt idx="86">
                  <c:v>5.7290578247475743E-2</c:v>
                </c:pt>
                <c:pt idx="87">
                  <c:v>4.3228613556784312E-2</c:v>
                </c:pt>
                <c:pt idx="88">
                  <c:v>3.5300076093752741E-2</c:v>
                </c:pt>
                <c:pt idx="89">
                  <c:v>2.494707533281515E-2</c:v>
                </c:pt>
                <c:pt idx="90">
                  <c:v>1.7259972267819057E-2</c:v>
                </c:pt>
                <c:pt idx="91">
                  <c:v>1.9396218209581484E-2</c:v>
                </c:pt>
                <c:pt idx="92">
                  <c:v>2.7143629467974328E-2</c:v>
                </c:pt>
                <c:pt idx="93">
                  <c:v>1.9337337884017591E-2</c:v>
                </c:pt>
                <c:pt idx="94">
                  <c:v>3.4933199153643235E-2</c:v>
                </c:pt>
                <c:pt idx="95">
                  <c:v>5.2113090259593653E-2</c:v>
                </c:pt>
                <c:pt idx="96">
                  <c:v>5.8741402728229142E-2</c:v>
                </c:pt>
                <c:pt idx="97">
                  <c:v>6.0011892411503176E-2</c:v>
                </c:pt>
                <c:pt idx="98">
                  <c:v>7.4640056526781962E-2</c:v>
                </c:pt>
                <c:pt idx="99">
                  <c:v>7.0556424311980059E-2</c:v>
                </c:pt>
                <c:pt idx="100">
                  <c:v>6.0921416493172176E-2</c:v>
                </c:pt>
                <c:pt idx="101">
                  <c:v>5.614727011895293E-2</c:v>
                </c:pt>
                <c:pt idx="102">
                  <c:v>5.8576408840226524E-2</c:v>
                </c:pt>
                <c:pt idx="103">
                  <c:v>6.8103596519788479E-2</c:v>
                </c:pt>
                <c:pt idx="104">
                  <c:v>6.0413250624846038E-2</c:v>
                </c:pt>
                <c:pt idx="105">
                  <c:v>7.5789242758906195E-2</c:v>
                </c:pt>
                <c:pt idx="106">
                  <c:v>8.224397821545959E-2</c:v>
                </c:pt>
                <c:pt idx="107">
                  <c:v>8.256865140892411E-2</c:v>
                </c:pt>
                <c:pt idx="108">
                  <c:v>8.5491586767728167E-2</c:v>
                </c:pt>
                <c:pt idx="109">
                  <c:v>8.3646251070222943E-2</c:v>
                </c:pt>
                <c:pt idx="110">
                  <c:v>7.465198718634003E-2</c:v>
                </c:pt>
                <c:pt idx="111">
                  <c:v>8.8622463019762288E-2</c:v>
                </c:pt>
                <c:pt idx="112">
                  <c:v>9.4065575334860929E-2</c:v>
                </c:pt>
                <c:pt idx="113">
                  <c:v>9.2971509759526061E-2</c:v>
                </c:pt>
                <c:pt idx="114">
                  <c:v>8.9474000928295494E-2</c:v>
                </c:pt>
                <c:pt idx="115">
                  <c:v>8.9256106128109858E-2</c:v>
                </c:pt>
                <c:pt idx="116">
                  <c:v>9.2959576888945517E-2</c:v>
                </c:pt>
                <c:pt idx="117">
                  <c:v>8.7822666877567457E-2</c:v>
                </c:pt>
                <c:pt idx="118">
                  <c:v>7.3463407674783543E-2</c:v>
                </c:pt>
                <c:pt idx="119">
                  <c:v>4.9954559046705649E-2</c:v>
                </c:pt>
                <c:pt idx="120">
                  <c:v>6.4233941049741006E-2</c:v>
                </c:pt>
                <c:pt idx="121">
                  <c:v>6.1892626379431492E-2</c:v>
                </c:pt>
                <c:pt idx="122">
                  <c:v>6.8688739188259795E-2</c:v>
                </c:pt>
                <c:pt idx="123">
                  <c:v>7.307036301893155E-2</c:v>
                </c:pt>
                <c:pt idx="124">
                  <c:v>8.7020277738177443E-2</c:v>
                </c:pt>
                <c:pt idx="125">
                  <c:v>8.3650514877189108E-2</c:v>
                </c:pt>
                <c:pt idx="126">
                  <c:v>7.9099182714704952E-2</c:v>
                </c:pt>
                <c:pt idx="127">
                  <c:v>7.543024549347499E-2</c:v>
                </c:pt>
                <c:pt idx="128">
                  <c:v>5.9298791811072782E-2</c:v>
                </c:pt>
                <c:pt idx="129">
                  <c:v>5.6438685073182837E-2</c:v>
                </c:pt>
                <c:pt idx="130">
                  <c:v>5.7072548284226698E-2</c:v>
                </c:pt>
                <c:pt idx="131">
                  <c:v>7.6311268662999643E-2</c:v>
                </c:pt>
                <c:pt idx="132">
                  <c:v>6.3072640058444707E-2</c:v>
                </c:pt>
                <c:pt idx="133">
                  <c:v>7.529797541911698E-2</c:v>
                </c:pt>
                <c:pt idx="134">
                  <c:v>8.1104584486380249E-2</c:v>
                </c:pt>
                <c:pt idx="135">
                  <c:v>8.2834351821558405E-2</c:v>
                </c:pt>
                <c:pt idx="136">
                  <c:v>9.0955609460220188E-2</c:v>
                </c:pt>
                <c:pt idx="137">
                  <c:v>8.9428271606975862E-2</c:v>
                </c:pt>
                <c:pt idx="138">
                  <c:v>8.2346987841530606E-2</c:v>
                </c:pt>
                <c:pt idx="139">
                  <c:v>8.516109000991845E-2</c:v>
                </c:pt>
                <c:pt idx="140">
                  <c:v>9.6446765346021479E-2</c:v>
                </c:pt>
                <c:pt idx="141">
                  <c:v>0.1077401670290854</c:v>
                </c:pt>
                <c:pt idx="142">
                  <c:v>0.10607855677854183</c:v>
                </c:pt>
                <c:pt idx="143">
                  <c:v>0.11149834170675654</c:v>
                </c:pt>
                <c:pt idx="144">
                  <c:v>0.10316210414395588</c:v>
                </c:pt>
                <c:pt idx="145">
                  <c:v>0.11375246034373787</c:v>
                </c:pt>
                <c:pt idx="146">
                  <c:v>0.11675959198666597</c:v>
                </c:pt>
                <c:pt idx="147">
                  <c:v>0.12379517741618185</c:v>
                </c:pt>
                <c:pt idx="148">
                  <c:v>0.13121222558712864</c:v>
                </c:pt>
                <c:pt idx="149">
                  <c:v>0.12747922524269106</c:v>
                </c:pt>
                <c:pt idx="150">
                  <c:v>0.13537157981938974</c:v>
                </c:pt>
                <c:pt idx="151">
                  <c:v>0.13855062024288389</c:v>
                </c:pt>
                <c:pt idx="152">
                  <c:v>0.14105543160741818</c:v>
                </c:pt>
                <c:pt idx="153">
                  <c:v>0.14345164801379373</c:v>
                </c:pt>
                <c:pt idx="154">
                  <c:v>0.14448075449700593</c:v>
                </c:pt>
                <c:pt idx="155">
                  <c:v>0.16073238121086342</c:v>
                </c:pt>
                <c:pt idx="156">
                  <c:v>0.15852698968656287</c:v>
                </c:pt>
                <c:pt idx="157">
                  <c:v>0.15516726141647186</c:v>
                </c:pt>
                <c:pt idx="158">
                  <c:v>0.15020004219238103</c:v>
                </c:pt>
                <c:pt idx="159">
                  <c:v>0.13570752166075706</c:v>
                </c:pt>
                <c:pt idx="160">
                  <c:v>0.13866036121707492</c:v>
                </c:pt>
                <c:pt idx="161">
                  <c:v>0.15391841005738383</c:v>
                </c:pt>
                <c:pt idx="162">
                  <c:v>0.15541850399045853</c:v>
                </c:pt>
                <c:pt idx="163">
                  <c:v>0.13704734977701016</c:v>
                </c:pt>
                <c:pt idx="164">
                  <c:v>0.12522205733932923</c:v>
                </c:pt>
                <c:pt idx="165">
                  <c:v>0.13309861174070448</c:v>
                </c:pt>
                <c:pt idx="166">
                  <c:v>0.13661121743710081</c:v>
                </c:pt>
                <c:pt idx="167">
                  <c:v>0.15206912999424538</c:v>
                </c:pt>
                <c:pt idx="168">
                  <c:v>0.16289857981619127</c:v>
                </c:pt>
                <c:pt idx="169">
                  <c:v>0.16394518853802564</c:v>
                </c:pt>
                <c:pt idx="170">
                  <c:v>0.15568117769940559</c:v>
                </c:pt>
                <c:pt idx="171">
                  <c:v>0.15475663275724605</c:v>
                </c:pt>
                <c:pt idx="172">
                  <c:v>0.13870551556192035</c:v>
                </c:pt>
                <c:pt idx="173">
                  <c:v>0.15942995594514731</c:v>
                </c:pt>
                <c:pt idx="174">
                  <c:v>0.16186475885263207</c:v>
                </c:pt>
                <c:pt idx="175">
                  <c:v>0.1715082363511089</c:v>
                </c:pt>
                <c:pt idx="176">
                  <c:v>0.17678002341468879</c:v>
                </c:pt>
                <c:pt idx="177">
                  <c:v>0.17725073542405467</c:v>
                </c:pt>
                <c:pt idx="178">
                  <c:v>0.17960523689490282</c:v>
                </c:pt>
                <c:pt idx="179">
                  <c:v>0.18125668422655572</c:v>
                </c:pt>
                <c:pt idx="180">
                  <c:v>0.19554989010569712</c:v>
                </c:pt>
                <c:pt idx="181">
                  <c:v>0.15980294839153664</c:v>
                </c:pt>
                <c:pt idx="182">
                  <c:v>0.16374627841606793</c:v>
                </c:pt>
                <c:pt idx="183">
                  <c:v>0.16781939039052429</c:v>
                </c:pt>
                <c:pt idx="184">
                  <c:v>0.1613963837433765</c:v>
                </c:pt>
                <c:pt idx="185">
                  <c:v>0.15884131169914117</c:v>
                </c:pt>
                <c:pt idx="186">
                  <c:v>0.17691923616164784</c:v>
                </c:pt>
                <c:pt idx="187">
                  <c:v>0.18574613043286026</c:v>
                </c:pt>
                <c:pt idx="188">
                  <c:v>0.19025196572850511</c:v>
                </c:pt>
                <c:pt idx="189">
                  <c:v>0.18144410118211418</c:v>
                </c:pt>
                <c:pt idx="190">
                  <c:v>0.18262554528329611</c:v>
                </c:pt>
                <c:pt idx="191">
                  <c:v>0.1829803329468811</c:v>
                </c:pt>
                <c:pt idx="192">
                  <c:v>0.16831137681833974</c:v>
                </c:pt>
                <c:pt idx="193">
                  <c:v>0.16644207861543037</c:v>
                </c:pt>
                <c:pt idx="194">
                  <c:v>0.1698247606434149</c:v>
                </c:pt>
                <c:pt idx="195">
                  <c:v>0.1846815351035862</c:v>
                </c:pt>
                <c:pt idx="196">
                  <c:v>0.19972699059940169</c:v>
                </c:pt>
                <c:pt idx="197">
                  <c:v>0.20740524333923771</c:v>
                </c:pt>
                <c:pt idx="198">
                  <c:v>0.20583561652289672</c:v>
                </c:pt>
                <c:pt idx="199">
                  <c:v>0.21198537816716367</c:v>
                </c:pt>
                <c:pt idx="200">
                  <c:v>0.2067738410410449</c:v>
                </c:pt>
                <c:pt idx="201">
                  <c:v>0.22934051186851234</c:v>
                </c:pt>
                <c:pt idx="202">
                  <c:v>0.22663596274240172</c:v>
                </c:pt>
                <c:pt idx="203">
                  <c:v>0.23399577851885622</c:v>
                </c:pt>
                <c:pt idx="204">
                  <c:v>0.2425103493906362</c:v>
                </c:pt>
                <c:pt idx="205">
                  <c:v>0.24636213147374741</c:v>
                </c:pt>
                <c:pt idx="206">
                  <c:v>0.24150131916099982</c:v>
                </c:pt>
                <c:pt idx="207">
                  <c:v>0.25441293288027422</c:v>
                </c:pt>
                <c:pt idx="208">
                  <c:v>0.25328396124068187</c:v>
                </c:pt>
                <c:pt idx="209">
                  <c:v>0.26218227736549093</c:v>
                </c:pt>
                <c:pt idx="210">
                  <c:v>0.26357067787059307</c:v>
                </c:pt>
                <c:pt idx="211">
                  <c:v>0.26369703493838004</c:v>
                </c:pt>
                <c:pt idx="212">
                  <c:v>0.25838950739163891</c:v>
                </c:pt>
                <c:pt idx="213">
                  <c:v>0.25297843250985497</c:v>
                </c:pt>
                <c:pt idx="214">
                  <c:v>0.26087219663466699</c:v>
                </c:pt>
                <c:pt idx="215">
                  <c:v>0.26742873205716733</c:v>
                </c:pt>
                <c:pt idx="216">
                  <c:v>0.27097753250692724</c:v>
                </c:pt>
                <c:pt idx="217">
                  <c:v>0.28330601457224458</c:v>
                </c:pt>
                <c:pt idx="218">
                  <c:v>0.29254581787716494</c:v>
                </c:pt>
                <c:pt idx="219">
                  <c:v>0.29047774456856135</c:v>
                </c:pt>
                <c:pt idx="220">
                  <c:v>0.28750964575605376</c:v>
                </c:pt>
                <c:pt idx="221">
                  <c:v>0.2916296766224733</c:v>
                </c:pt>
                <c:pt idx="222">
                  <c:v>0.28400906153040073</c:v>
                </c:pt>
                <c:pt idx="223">
                  <c:v>0.28927349868267527</c:v>
                </c:pt>
                <c:pt idx="224">
                  <c:v>0.29430166532753765</c:v>
                </c:pt>
                <c:pt idx="225">
                  <c:v>0.29119534133075153</c:v>
                </c:pt>
                <c:pt idx="226">
                  <c:v>0.30359081660752674</c:v>
                </c:pt>
                <c:pt idx="227">
                  <c:v>0.29837645334109664</c:v>
                </c:pt>
                <c:pt idx="228">
                  <c:v>0.29629905101575083</c:v>
                </c:pt>
                <c:pt idx="229">
                  <c:v>0.30874352190550214</c:v>
                </c:pt>
                <c:pt idx="230">
                  <c:v>0.30167630688721259</c:v>
                </c:pt>
                <c:pt idx="231">
                  <c:v>0.27785563047117656</c:v>
                </c:pt>
                <c:pt idx="232">
                  <c:v>0.28641726319533345</c:v>
                </c:pt>
                <c:pt idx="233">
                  <c:v>0.28963330635332163</c:v>
                </c:pt>
                <c:pt idx="234">
                  <c:v>0.30665646599718555</c:v>
                </c:pt>
                <c:pt idx="235">
                  <c:v>0.30848578504958168</c:v>
                </c:pt>
                <c:pt idx="236">
                  <c:v>0.30495287342994781</c:v>
                </c:pt>
                <c:pt idx="237">
                  <c:v>0.28002827354743576</c:v>
                </c:pt>
                <c:pt idx="238">
                  <c:v>0.28156430747569283</c:v>
                </c:pt>
                <c:pt idx="239">
                  <c:v>0.28835659830531402</c:v>
                </c:pt>
                <c:pt idx="240">
                  <c:v>0.28023995173599059</c:v>
                </c:pt>
                <c:pt idx="241">
                  <c:v>0.26500509631033231</c:v>
                </c:pt>
                <c:pt idx="242">
                  <c:v>0.24008449591301861</c:v>
                </c:pt>
                <c:pt idx="243">
                  <c:v>0.2204911608775928</c:v>
                </c:pt>
                <c:pt idx="244">
                  <c:v>0.24685376995254882</c:v>
                </c:pt>
                <c:pt idx="245">
                  <c:v>0.2439860062816579</c:v>
                </c:pt>
                <c:pt idx="246">
                  <c:v>0.23067535601444411</c:v>
                </c:pt>
                <c:pt idx="247">
                  <c:v>0.22439891169877035</c:v>
                </c:pt>
                <c:pt idx="248">
                  <c:v>0.24582589265349886</c:v>
                </c:pt>
                <c:pt idx="249">
                  <c:v>0.23997051095802746</c:v>
                </c:pt>
                <c:pt idx="250">
                  <c:v>0.21926300342502825</c:v>
                </c:pt>
                <c:pt idx="251">
                  <c:v>0.21499558291304077</c:v>
                </c:pt>
                <c:pt idx="252">
                  <c:v>0.2078271089738537</c:v>
                </c:pt>
                <c:pt idx="253">
                  <c:v>0.21531563704949153</c:v>
                </c:pt>
                <c:pt idx="254">
                  <c:v>0.20158257035083227</c:v>
                </c:pt>
                <c:pt idx="255">
                  <c:v>0.19497386621390267</c:v>
                </c:pt>
                <c:pt idx="256">
                  <c:v>0.22090479911074445</c:v>
                </c:pt>
                <c:pt idx="257">
                  <c:v>0.24410199029384838</c:v>
                </c:pt>
                <c:pt idx="258">
                  <c:v>0.22544046043944066</c:v>
                </c:pt>
                <c:pt idx="259">
                  <c:v>0.23426363175460474</c:v>
                </c:pt>
                <c:pt idx="260">
                  <c:v>0.23648530629176312</c:v>
                </c:pt>
                <c:pt idx="261">
                  <c:v>0.22140018555500363</c:v>
                </c:pt>
                <c:pt idx="262">
                  <c:v>0.20381202288301159</c:v>
                </c:pt>
                <c:pt idx="263">
                  <c:v>0.22186920322625658</c:v>
                </c:pt>
                <c:pt idx="264">
                  <c:v>0.19181122082689073</c:v>
                </c:pt>
                <c:pt idx="265">
                  <c:v>0.21600498860967665</c:v>
                </c:pt>
                <c:pt idx="266">
                  <c:v>0.21770739559373031</c:v>
                </c:pt>
                <c:pt idx="267">
                  <c:v>0.22988446954966757</c:v>
                </c:pt>
                <c:pt idx="268">
                  <c:v>0.24156837201038939</c:v>
                </c:pt>
                <c:pt idx="269">
                  <c:v>0.24703127284723503</c:v>
                </c:pt>
                <c:pt idx="270">
                  <c:v>0.24528542906524886</c:v>
                </c:pt>
                <c:pt idx="271">
                  <c:v>0.26060243984275133</c:v>
                </c:pt>
                <c:pt idx="272">
                  <c:v>0.27346058472914736</c:v>
                </c:pt>
                <c:pt idx="273">
                  <c:v>0.27562546772318686</c:v>
                </c:pt>
                <c:pt idx="274">
                  <c:v>0.28544778382465541</c:v>
                </c:pt>
                <c:pt idx="275">
                  <c:v>0.29868789599804924</c:v>
                </c:pt>
                <c:pt idx="276">
                  <c:v>0.30725923611163619</c:v>
                </c:pt>
                <c:pt idx="277">
                  <c:v>0.31601787299358408</c:v>
                </c:pt>
                <c:pt idx="278">
                  <c:v>0.3125962265238007</c:v>
                </c:pt>
                <c:pt idx="279">
                  <c:v>0.32204691935477214</c:v>
                </c:pt>
                <c:pt idx="280">
                  <c:v>0.31887400674832067</c:v>
                </c:pt>
                <c:pt idx="281">
                  <c:v>0.31465360992672609</c:v>
                </c:pt>
                <c:pt idx="282">
                  <c:v>0.31741438250757215</c:v>
                </c:pt>
                <c:pt idx="283">
                  <c:v>0.31477955374255706</c:v>
                </c:pt>
                <c:pt idx="284">
                  <c:v>0.29440047065954755</c:v>
                </c:pt>
                <c:pt idx="285">
                  <c:v>0.31575807842543013</c:v>
                </c:pt>
                <c:pt idx="286">
                  <c:v>0.3273367495155739</c:v>
                </c:pt>
                <c:pt idx="287">
                  <c:v>0.32574394541615526</c:v>
                </c:pt>
                <c:pt idx="288">
                  <c:v>0.32269473434169815</c:v>
                </c:pt>
                <c:pt idx="289">
                  <c:v>0.31462629646221374</c:v>
                </c:pt>
                <c:pt idx="290">
                  <c:v>0.34630879020695304</c:v>
                </c:pt>
                <c:pt idx="291">
                  <c:v>0.36488785151180902</c:v>
                </c:pt>
                <c:pt idx="292">
                  <c:v>0.36338647487514608</c:v>
                </c:pt>
                <c:pt idx="293">
                  <c:v>0.37211214831434702</c:v>
                </c:pt>
                <c:pt idx="294">
                  <c:v>0.3659376436469326</c:v>
                </c:pt>
                <c:pt idx="295">
                  <c:v>0.3692158939916852</c:v>
                </c:pt>
                <c:pt idx="296">
                  <c:v>0.3694897371704835</c:v>
                </c:pt>
                <c:pt idx="297">
                  <c:v>0.36127279874746066</c:v>
                </c:pt>
                <c:pt idx="298">
                  <c:v>0.38455056360604201</c:v>
                </c:pt>
                <c:pt idx="299">
                  <c:v>0.36724368156096654</c:v>
                </c:pt>
                <c:pt idx="300">
                  <c:v>0.35234072543195194</c:v>
                </c:pt>
                <c:pt idx="301">
                  <c:v>0.32989186938978166</c:v>
                </c:pt>
                <c:pt idx="302">
                  <c:v>0.32483828028610051</c:v>
                </c:pt>
                <c:pt idx="303">
                  <c:v>0.34219366175784849</c:v>
                </c:pt>
                <c:pt idx="304">
                  <c:v>0.3127996205653516</c:v>
                </c:pt>
                <c:pt idx="305">
                  <c:v>0.31083042113450365</c:v>
                </c:pt>
                <c:pt idx="306">
                  <c:v>0.29968836255486053</c:v>
                </c:pt>
                <c:pt idx="307">
                  <c:v>0.29929845604609406</c:v>
                </c:pt>
                <c:pt idx="308">
                  <c:v>0.32086681041645915</c:v>
                </c:pt>
                <c:pt idx="309">
                  <c:v>0.29603451438062955</c:v>
                </c:pt>
                <c:pt idx="310">
                  <c:v>0.30601398014136039</c:v>
                </c:pt>
                <c:pt idx="311">
                  <c:v>0.27127400826960035</c:v>
                </c:pt>
                <c:pt idx="312">
                  <c:v>0.27407081108779341</c:v>
                </c:pt>
                <c:pt idx="313">
                  <c:v>0.25929158967917498</c:v>
                </c:pt>
                <c:pt idx="314">
                  <c:v>0.29543325830296729</c:v>
                </c:pt>
                <c:pt idx="315">
                  <c:v>0.30022636135868841</c:v>
                </c:pt>
                <c:pt idx="316">
                  <c:v>0.29541552382166114</c:v>
                </c:pt>
                <c:pt idx="317">
                  <c:v>0.325598705526706</c:v>
                </c:pt>
                <c:pt idx="318">
                  <c:v>0.325598705526706</c:v>
                </c:pt>
                <c:pt idx="319">
                  <c:v>0.30690776377877937</c:v>
                </c:pt>
                <c:pt idx="320">
                  <c:v>0.30729983610791289</c:v>
                </c:pt>
                <c:pt idx="321">
                  <c:v>0.29854092720598979</c:v>
                </c:pt>
                <c:pt idx="322">
                  <c:v>0.28672420476841531</c:v>
                </c:pt>
                <c:pt idx="323">
                  <c:v>0.27720244565312901</c:v>
                </c:pt>
                <c:pt idx="324">
                  <c:v>0.26123741508246501</c:v>
                </c:pt>
                <c:pt idx="325">
                  <c:v>0.26476887984469588</c:v>
                </c:pt>
                <c:pt idx="326">
                  <c:v>0.28298155171445938</c:v>
                </c:pt>
                <c:pt idx="327">
                  <c:v>0.28695879452477424</c:v>
                </c:pt>
                <c:pt idx="328">
                  <c:v>0.26044744335756387</c:v>
                </c:pt>
                <c:pt idx="329">
                  <c:v>0.24796901366832391</c:v>
                </c:pt>
                <c:pt idx="330">
                  <c:v>0.23935802747401236</c:v>
                </c:pt>
                <c:pt idx="331">
                  <c:v>0.25931169171634405</c:v>
                </c:pt>
                <c:pt idx="332">
                  <c:v>0.26900839174255986</c:v>
                </c:pt>
                <c:pt idx="333">
                  <c:v>0.26253644894467287</c:v>
                </c:pt>
                <c:pt idx="334">
                  <c:v>0.28589337325014919</c:v>
                </c:pt>
                <c:pt idx="335">
                  <c:v>0.27239149283102271</c:v>
                </c:pt>
                <c:pt idx="336">
                  <c:v>0.26755640515826484</c:v>
                </c:pt>
                <c:pt idx="337">
                  <c:v>0.28720352943821803</c:v>
                </c:pt>
                <c:pt idx="338">
                  <c:v>0.28977793649709449</c:v>
                </c:pt>
                <c:pt idx="339">
                  <c:v>0.30667402746520667</c:v>
                </c:pt>
                <c:pt idx="340">
                  <c:v>0.32026343735084484</c:v>
                </c:pt>
                <c:pt idx="341">
                  <c:v>0.33056149216218156</c:v>
                </c:pt>
                <c:pt idx="342">
                  <c:v>0.33641596272769503</c:v>
                </c:pt>
                <c:pt idx="343">
                  <c:v>0.34082613540469664</c:v>
                </c:pt>
                <c:pt idx="344">
                  <c:v>0.34069205279115611</c:v>
                </c:pt>
                <c:pt idx="345">
                  <c:v>0.32379933292598762</c:v>
                </c:pt>
                <c:pt idx="346">
                  <c:v>0.29308718840210468</c:v>
                </c:pt>
                <c:pt idx="347">
                  <c:v>0.3044663556600431</c:v>
                </c:pt>
                <c:pt idx="348">
                  <c:v>0.30316188930438304</c:v>
                </c:pt>
                <c:pt idx="349">
                  <c:v>0.31045959588448757</c:v>
                </c:pt>
                <c:pt idx="350">
                  <c:v>0.29696186204687747</c:v>
                </c:pt>
                <c:pt idx="351">
                  <c:v>0.29631338111585404</c:v>
                </c:pt>
                <c:pt idx="352">
                  <c:v>0.31420250577525288</c:v>
                </c:pt>
                <c:pt idx="353">
                  <c:v>0.30855143500041926</c:v>
                </c:pt>
                <c:pt idx="354">
                  <c:v>0.32438490736392422</c:v>
                </c:pt>
                <c:pt idx="355">
                  <c:v>0.31061130432733952</c:v>
                </c:pt>
                <c:pt idx="356">
                  <c:v>0.32175150041412182</c:v>
                </c:pt>
                <c:pt idx="357">
                  <c:v>0.32479152886507423</c:v>
                </c:pt>
                <c:pt idx="358">
                  <c:v>0.31233848849374257</c:v>
                </c:pt>
                <c:pt idx="359">
                  <c:v>0.29855893436455827</c:v>
                </c:pt>
                <c:pt idx="360">
                  <c:v>0.32310169822404822</c:v>
                </c:pt>
                <c:pt idx="361">
                  <c:v>0.2905533964477367</c:v>
                </c:pt>
                <c:pt idx="362">
                  <c:v>0.25493412270577931</c:v>
                </c:pt>
                <c:pt idx="363">
                  <c:v>0.22556866423446409</c:v>
                </c:pt>
                <c:pt idx="364">
                  <c:v>0.18034518052421222</c:v>
                </c:pt>
                <c:pt idx="365">
                  <c:v>0.1360822362545544</c:v>
                </c:pt>
                <c:pt idx="366">
                  <c:v>9.427440996038694E-2</c:v>
                </c:pt>
                <c:pt idx="367">
                  <c:v>9.2961280668434565E-2</c:v>
                </c:pt>
                <c:pt idx="368">
                  <c:v>9.7223829663041439E-2</c:v>
                </c:pt>
                <c:pt idx="369">
                  <c:v>7.9558526005466534E-2</c:v>
                </c:pt>
                <c:pt idx="370">
                  <c:v>0.1350478342421475</c:v>
                </c:pt>
                <c:pt idx="371">
                  <c:v>0.14072307341335821</c:v>
                </c:pt>
                <c:pt idx="372">
                  <c:v>0.11676788887167766</c:v>
                </c:pt>
                <c:pt idx="373">
                  <c:v>4.4959713617228836E-2</c:v>
                </c:pt>
                <c:pt idx="374">
                  <c:v>2.6986406543012542E-2</c:v>
                </c:pt>
                <c:pt idx="375">
                  <c:v>6.8990150570621633E-2</c:v>
                </c:pt>
                <c:pt idx="376">
                  <c:v>5.4986379598146451E-2</c:v>
                </c:pt>
                <c:pt idx="377">
                  <c:v>6.3848265186770892E-2</c:v>
                </c:pt>
                <c:pt idx="378">
                  <c:v>7.3103745093895833E-2</c:v>
                </c:pt>
                <c:pt idx="379">
                  <c:v>0.10486761594867522</c:v>
                </c:pt>
                <c:pt idx="380">
                  <c:v>0.11359607011466988</c:v>
                </c:pt>
                <c:pt idx="381">
                  <c:v>0.13475439544684842</c:v>
                </c:pt>
                <c:pt idx="382">
                  <c:v>0.13577567440275051</c:v>
                </c:pt>
                <c:pt idx="383">
                  <c:v>0.12544011576568548</c:v>
                </c:pt>
                <c:pt idx="384">
                  <c:v>7.2656974336274827E-2</c:v>
                </c:pt>
                <c:pt idx="385">
                  <c:v>6.214493598777926E-2</c:v>
                </c:pt>
                <c:pt idx="386">
                  <c:v>0.10654259431206858</c:v>
                </c:pt>
                <c:pt idx="387">
                  <c:v>0.11760802025518924</c:v>
                </c:pt>
                <c:pt idx="388">
                  <c:v>9.3802969423753657E-2</c:v>
                </c:pt>
                <c:pt idx="389">
                  <c:v>5.5191724603095071E-2</c:v>
                </c:pt>
                <c:pt idx="390">
                  <c:v>7.1230638817062264E-2</c:v>
                </c:pt>
                <c:pt idx="391">
                  <c:v>0.11300863373092751</c:v>
                </c:pt>
                <c:pt idx="392">
                  <c:v>0.10276895430060295</c:v>
                </c:pt>
                <c:pt idx="393">
                  <c:v>0.1131349824710286</c:v>
                </c:pt>
                <c:pt idx="394">
                  <c:v>0.12237400282553801</c:v>
                </c:pt>
                <c:pt idx="395">
                  <c:v>8.7468171337663714E-2</c:v>
                </c:pt>
                <c:pt idx="396">
                  <c:v>2.4503764217213009E-2</c:v>
                </c:pt>
                <c:pt idx="397">
                  <c:v>3.7063378036035211E-3</c:v>
                </c:pt>
                <c:pt idx="398">
                  <c:v>5.5798696735610553E-2</c:v>
                </c:pt>
                <c:pt idx="399">
                  <c:v>4.8936005206829059E-2</c:v>
                </c:pt>
                <c:pt idx="400">
                  <c:v>7.9669830159389221E-2</c:v>
                </c:pt>
                <c:pt idx="401">
                  <c:v>7.9885764125421144E-2</c:v>
                </c:pt>
                <c:pt idx="402">
                  <c:v>4.014596800560577E-2</c:v>
                </c:pt>
                <c:pt idx="403">
                  <c:v>1.8614946467889748E-2</c:v>
                </c:pt>
                <c:pt idx="404">
                  <c:v>4.9580840840513618E-2</c:v>
                </c:pt>
                <c:pt idx="405">
                  <c:v>7.9283978636300212E-2</c:v>
                </c:pt>
                <c:pt idx="406">
                  <c:v>8.1874260185027303E-2</c:v>
                </c:pt>
                <c:pt idx="407">
                  <c:v>0.10048249746020987</c:v>
                </c:pt>
                <c:pt idx="408">
                  <c:v>0.10917630919014565</c:v>
                </c:pt>
                <c:pt idx="409">
                  <c:v>0.11583136704528663</c:v>
                </c:pt>
                <c:pt idx="410">
                  <c:v>0.12319585406778555</c:v>
                </c:pt>
                <c:pt idx="411">
                  <c:v>0.14105466814746337</c:v>
                </c:pt>
                <c:pt idx="412">
                  <c:v>0.12416705905888081</c:v>
                </c:pt>
                <c:pt idx="413">
                  <c:v>0.13462181270812845</c:v>
                </c:pt>
                <c:pt idx="414">
                  <c:v>0.1039870237650089</c:v>
                </c:pt>
                <c:pt idx="415">
                  <c:v>0.12485237851416753</c:v>
                </c:pt>
                <c:pt idx="416">
                  <c:v>0.16320984462150068</c:v>
                </c:pt>
                <c:pt idx="417">
                  <c:v>0.15844068425855262</c:v>
                </c:pt>
                <c:pt idx="418">
                  <c:v>0.16017834528494057</c:v>
                </c:pt>
                <c:pt idx="419">
                  <c:v>0.17723296696062918</c:v>
                </c:pt>
                <c:pt idx="420">
                  <c:v>0.18323685509212861</c:v>
                </c:pt>
                <c:pt idx="421">
                  <c:v>0.17104951548467962</c:v>
                </c:pt>
                <c:pt idx="422">
                  <c:v>0.17128372538777659</c:v>
                </c:pt>
                <c:pt idx="423">
                  <c:v>0.16238196907482938</c:v>
                </c:pt>
                <c:pt idx="424">
                  <c:v>0.1439000957665395</c:v>
                </c:pt>
                <c:pt idx="425">
                  <c:v>0.1825639190034487</c:v>
                </c:pt>
                <c:pt idx="426">
                  <c:v>0.17523202270562743</c:v>
                </c:pt>
                <c:pt idx="427">
                  <c:v>0.16371474888311233</c:v>
                </c:pt>
                <c:pt idx="428">
                  <c:v>0.16802049345397996</c:v>
                </c:pt>
                <c:pt idx="429">
                  <c:v>0.10611540730091895</c:v>
                </c:pt>
                <c:pt idx="430">
                  <c:v>0.13874581181629608</c:v>
                </c:pt>
                <c:pt idx="431">
                  <c:v>0.16345659593270967</c:v>
                </c:pt>
                <c:pt idx="432">
                  <c:v>0.1537999061864681</c:v>
                </c:pt>
                <c:pt idx="433">
                  <c:v>0.13395454780006077</c:v>
                </c:pt>
                <c:pt idx="434">
                  <c:v>0.14620125691630137</c:v>
                </c:pt>
                <c:pt idx="435">
                  <c:v>0.12201641039536737</c:v>
                </c:pt>
                <c:pt idx="436">
                  <c:v>0.10888881839374154</c:v>
                </c:pt>
                <c:pt idx="437">
                  <c:v>0.11432237360387076</c:v>
                </c:pt>
                <c:pt idx="438">
                  <c:v>8.5684288602251302E-2</c:v>
                </c:pt>
                <c:pt idx="439">
                  <c:v>9.3501215480187527E-2</c:v>
                </c:pt>
                <c:pt idx="440">
                  <c:v>8.2675553446933669E-2</c:v>
                </c:pt>
                <c:pt idx="441">
                  <c:v>0.10876803428500481</c:v>
                </c:pt>
                <c:pt idx="442">
                  <c:v>0.13648723514212979</c:v>
                </c:pt>
                <c:pt idx="443">
                  <c:v>0.13035020407236231</c:v>
                </c:pt>
                <c:pt idx="444">
                  <c:v>0.17872919280665944</c:v>
                </c:pt>
                <c:pt idx="445">
                  <c:v>0.17719684485601084</c:v>
                </c:pt>
                <c:pt idx="446">
                  <c:v>0.18202335191992058</c:v>
                </c:pt>
                <c:pt idx="447">
                  <c:v>0.16913929738399336</c:v>
                </c:pt>
                <c:pt idx="448">
                  <c:v>0.17896006748201887</c:v>
                </c:pt>
                <c:pt idx="449">
                  <c:v>0.17306526714460868</c:v>
                </c:pt>
                <c:pt idx="450">
                  <c:v>0.14784436390099964</c:v>
                </c:pt>
                <c:pt idx="451">
                  <c:v>0.16483246048673439</c:v>
                </c:pt>
                <c:pt idx="452">
                  <c:v>0.14106987829280504</c:v>
                </c:pt>
                <c:pt idx="453">
                  <c:v>0.13582095685265805</c:v>
                </c:pt>
                <c:pt idx="454">
                  <c:v>0.10946991065367628</c:v>
                </c:pt>
                <c:pt idx="455">
                  <c:v>0.12400396648323952</c:v>
                </c:pt>
                <c:pt idx="456">
                  <c:v>8.6125032812754299E-2</c:v>
                </c:pt>
                <c:pt idx="457">
                  <c:v>9.5900158108068956E-2</c:v>
                </c:pt>
                <c:pt idx="458">
                  <c:v>0.13184568329401358</c:v>
                </c:pt>
                <c:pt idx="459">
                  <c:v>0.13127976045236656</c:v>
                </c:pt>
                <c:pt idx="460">
                  <c:v>0.14451573364965919</c:v>
                </c:pt>
                <c:pt idx="461">
                  <c:v>0.13707638138093636</c:v>
                </c:pt>
                <c:pt idx="462">
                  <c:v>0.1284346008824413</c:v>
                </c:pt>
                <c:pt idx="463">
                  <c:v>0.11602182027273433</c:v>
                </c:pt>
                <c:pt idx="464">
                  <c:v>0.11568701372665258</c:v>
                </c:pt>
                <c:pt idx="465">
                  <c:v>0.1185877999623417</c:v>
                </c:pt>
                <c:pt idx="466">
                  <c:v>0.15192171640121943</c:v>
                </c:pt>
                <c:pt idx="467">
                  <c:v>0.1445494174162516</c:v>
                </c:pt>
                <c:pt idx="468">
                  <c:v>0.14134467904748615</c:v>
                </c:pt>
                <c:pt idx="469">
                  <c:v>0.1273061394952022</c:v>
                </c:pt>
                <c:pt idx="470">
                  <c:v>0.11535669441655294</c:v>
                </c:pt>
                <c:pt idx="471">
                  <c:v>0.13253318751056797</c:v>
                </c:pt>
                <c:pt idx="472">
                  <c:v>0.12845606803552978</c:v>
                </c:pt>
                <c:pt idx="473">
                  <c:v>0.14075623917711688</c:v>
                </c:pt>
                <c:pt idx="474">
                  <c:v>0.14931191097094532</c:v>
                </c:pt>
                <c:pt idx="475">
                  <c:v>0.13908303496330388</c:v>
                </c:pt>
                <c:pt idx="476">
                  <c:v>0.16118124584159199</c:v>
                </c:pt>
                <c:pt idx="477">
                  <c:v>0.16118124584159199</c:v>
                </c:pt>
                <c:pt idx="478">
                  <c:v>0.17732166515879011</c:v>
                </c:pt>
                <c:pt idx="479">
                  <c:v>0.20239861662667247</c:v>
                </c:pt>
                <c:pt idx="480">
                  <c:v>0.20492365372158838</c:v>
                </c:pt>
                <c:pt idx="481">
                  <c:v>0.20673103920217084</c:v>
                </c:pt>
                <c:pt idx="482">
                  <c:v>0.21204065577466036</c:v>
                </c:pt>
                <c:pt idx="483">
                  <c:v>0.19592051505285735</c:v>
                </c:pt>
                <c:pt idx="484">
                  <c:v>0.20381359045220604</c:v>
                </c:pt>
                <c:pt idx="485">
                  <c:v>0.20453587860647726</c:v>
                </c:pt>
                <c:pt idx="486">
                  <c:v>0.21995393785264006</c:v>
                </c:pt>
                <c:pt idx="487">
                  <c:v>0.21141426028767163</c:v>
                </c:pt>
                <c:pt idx="488">
                  <c:v>0.21323138167810329</c:v>
                </c:pt>
                <c:pt idx="489">
                  <c:v>0.21735636837580885</c:v>
                </c:pt>
                <c:pt idx="490">
                  <c:v>0.2320863804331561</c:v>
                </c:pt>
                <c:pt idx="491">
                  <c:v>0.23935569007771185</c:v>
                </c:pt>
                <c:pt idx="492">
                  <c:v>0.22373980838273266</c:v>
                </c:pt>
                <c:pt idx="493">
                  <c:v>0.23108224723302917</c:v>
                </c:pt>
                <c:pt idx="494">
                  <c:v>0.22935873208690305</c:v>
                </c:pt>
                <c:pt idx="495">
                  <c:v>0.24570920322365897</c:v>
                </c:pt>
                <c:pt idx="496">
                  <c:v>0.22702356517530409</c:v>
                </c:pt>
                <c:pt idx="497">
                  <c:v>0.24542891865293348</c:v>
                </c:pt>
                <c:pt idx="498">
                  <c:v>0.24605163311225997</c:v>
                </c:pt>
                <c:pt idx="499">
                  <c:v>0.24580242278563746</c:v>
                </c:pt>
                <c:pt idx="500">
                  <c:v>0.24929066956943724</c:v>
                </c:pt>
                <c:pt idx="501">
                  <c:v>0.23504875593634567</c:v>
                </c:pt>
                <c:pt idx="502">
                  <c:v>0.24258255334755741</c:v>
                </c:pt>
                <c:pt idx="503">
                  <c:v>0.22431658981334834</c:v>
                </c:pt>
                <c:pt idx="504">
                  <c:v>0.23435598584981787</c:v>
                </c:pt>
                <c:pt idx="505">
                  <c:v>0.25163696965171534</c:v>
                </c:pt>
                <c:pt idx="506">
                  <c:v>0.25313893401529741</c:v>
                </c:pt>
                <c:pt idx="507">
                  <c:v>0.24048223078174291</c:v>
                </c:pt>
                <c:pt idx="508">
                  <c:v>0.23155075872011444</c:v>
                </c:pt>
                <c:pt idx="509">
                  <c:v>0.21985102651227351</c:v>
                </c:pt>
                <c:pt idx="510">
                  <c:v>0.23156159636679141</c:v>
                </c:pt>
                <c:pt idx="511">
                  <c:v>0.24449299312864259</c:v>
                </c:pt>
                <c:pt idx="512">
                  <c:v>0.23565709287742931</c:v>
                </c:pt>
                <c:pt idx="513">
                  <c:v>0.25048497799195846</c:v>
                </c:pt>
                <c:pt idx="514">
                  <c:v>0.26436536124766929</c:v>
                </c:pt>
                <c:pt idx="515">
                  <c:v>0.26398605163929512</c:v>
                </c:pt>
                <c:pt idx="516">
                  <c:v>0.25703412835527906</c:v>
                </c:pt>
                <c:pt idx="517">
                  <c:v>0.26646188431794382</c:v>
                </c:pt>
                <c:pt idx="518">
                  <c:v>0.26367566817244437</c:v>
                </c:pt>
                <c:pt idx="519">
                  <c:v>0.25482993849523727</c:v>
                </c:pt>
                <c:pt idx="520">
                  <c:v>0.25570831945218386</c:v>
                </c:pt>
                <c:pt idx="521">
                  <c:v>0.25558274862023866</c:v>
                </c:pt>
                <c:pt idx="522">
                  <c:v>0.25307158312299816</c:v>
                </c:pt>
                <c:pt idx="523">
                  <c:v>0.26848436359541106</c:v>
                </c:pt>
                <c:pt idx="524">
                  <c:v>0.2634104261410295</c:v>
                </c:pt>
                <c:pt idx="525">
                  <c:v>0.25166070917791794</c:v>
                </c:pt>
                <c:pt idx="526">
                  <c:v>0.24903222168864425</c:v>
                </c:pt>
                <c:pt idx="527">
                  <c:v>0.26027351168384194</c:v>
                </c:pt>
                <c:pt idx="528">
                  <c:v>0.2765310399845633</c:v>
                </c:pt>
                <c:pt idx="529">
                  <c:v>0.25712776817679805</c:v>
                </c:pt>
                <c:pt idx="530">
                  <c:v>0.26479624756267661</c:v>
                </c:pt>
                <c:pt idx="531">
                  <c:v>0.26479624756267661</c:v>
                </c:pt>
                <c:pt idx="532">
                  <c:v>0.24569782422448028</c:v>
                </c:pt>
                <c:pt idx="533">
                  <c:v>0.24333099835845373</c:v>
                </c:pt>
                <c:pt idx="534">
                  <c:v>0.23661701096731802</c:v>
                </c:pt>
                <c:pt idx="535">
                  <c:v>0.25021979808795836</c:v>
                </c:pt>
                <c:pt idx="536">
                  <c:v>0.23909284188497559</c:v>
                </c:pt>
                <c:pt idx="537">
                  <c:v>0.23364083338068165</c:v>
                </c:pt>
                <c:pt idx="538">
                  <c:v>0.24721088254786894</c:v>
                </c:pt>
                <c:pt idx="539">
                  <c:v>0.24421757642975406</c:v>
                </c:pt>
                <c:pt idx="540">
                  <c:v>0.22667410860209447</c:v>
                </c:pt>
                <c:pt idx="541">
                  <c:v>0.22581543672607296</c:v>
                </c:pt>
                <c:pt idx="542">
                  <c:v>0.22164766424120441</c:v>
                </c:pt>
                <c:pt idx="543">
                  <c:v>0.22189199377405266</c:v>
                </c:pt>
                <c:pt idx="544">
                  <c:v>0.22506891295786513</c:v>
                </c:pt>
                <c:pt idx="545">
                  <c:v>0.23401191602245763</c:v>
                </c:pt>
                <c:pt idx="546">
                  <c:v>0.23833095772853641</c:v>
                </c:pt>
                <c:pt idx="547">
                  <c:v>0.24885677086922886</c:v>
                </c:pt>
                <c:pt idx="548">
                  <c:v>0.24623417165040351</c:v>
                </c:pt>
                <c:pt idx="549">
                  <c:v>0.23850751978617102</c:v>
                </c:pt>
                <c:pt idx="550">
                  <c:v>0.21658593668595572</c:v>
                </c:pt>
                <c:pt idx="551">
                  <c:v>0.22315550074405999</c:v>
                </c:pt>
                <c:pt idx="552">
                  <c:v>0.21226941678743794</c:v>
                </c:pt>
                <c:pt idx="553">
                  <c:v>0.20802647382868189</c:v>
                </c:pt>
                <c:pt idx="554">
                  <c:v>0.1897852740738688</c:v>
                </c:pt>
                <c:pt idx="555">
                  <c:v>0.19026118818349835</c:v>
                </c:pt>
                <c:pt idx="556">
                  <c:v>0.18192935986621395</c:v>
                </c:pt>
                <c:pt idx="557">
                  <c:v>0.14257111218266894</c:v>
                </c:pt>
                <c:pt idx="558">
                  <c:v>0.14519902574068899</c:v>
                </c:pt>
                <c:pt idx="559">
                  <c:v>0.10477350013204267</c:v>
                </c:pt>
                <c:pt idx="560">
                  <c:v>0.11769935008358767</c:v>
                </c:pt>
                <c:pt idx="561">
                  <c:v>0.13658846910000011</c:v>
                </c:pt>
                <c:pt idx="562">
                  <c:v>0.12294940747080019</c:v>
                </c:pt>
                <c:pt idx="563">
                  <c:v>0.1264305506339598</c:v>
                </c:pt>
                <c:pt idx="564">
                  <c:v>0.13149948811181256</c:v>
                </c:pt>
                <c:pt idx="565">
                  <c:v>0.1485851303823007</c:v>
                </c:pt>
                <c:pt idx="566">
                  <c:v>0.14582852606938324</c:v>
                </c:pt>
                <c:pt idx="567">
                  <c:v>0.14284937190160285</c:v>
                </c:pt>
                <c:pt idx="568">
                  <c:v>0.13782083466523587</c:v>
                </c:pt>
                <c:pt idx="569">
                  <c:v>0.10653076171194198</c:v>
                </c:pt>
                <c:pt idx="570">
                  <c:v>0.1181493347099174</c:v>
                </c:pt>
                <c:pt idx="571">
                  <c:v>0.14956933101526615</c:v>
                </c:pt>
                <c:pt idx="572">
                  <c:v>0.1410625179657532</c:v>
                </c:pt>
                <c:pt idx="573">
                  <c:v>0.16262859955530584</c:v>
                </c:pt>
                <c:pt idx="574">
                  <c:v>0.1539088850586412</c:v>
                </c:pt>
                <c:pt idx="575">
                  <c:v>0.15690904815979367</c:v>
                </c:pt>
                <c:pt idx="576">
                  <c:v>0.16408188425838444</c:v>
                </c:pt>
                <c:pt idx="577">
                  <c:v>0.15453641280746577</c:v>
                </c:pt>
                <c:pt idx="578">
                  <c:v>0.17704987285721141</c:v>
                </c:pt>
                <c:pt idx="579">
                  <c:v>0.17681446288264002</c:v>
                </c:pt>
                <c:pt idx="580">
                  <c:v>0.18434607544508896</c:v>
                </c:pt>
                <c:pt idx="581">
                  <c:v>0.17285791851327148</c:v>
                </c:pt>
                <c:pt idx="582">
                  <c:v>0.14330189896673695</c:v>
                </c:pt>
                <c:pt idx="583">
                  <c:v>0.12741000257109936</c:v>
                </c:pt>
                <c:pt idx="584">
                  <c:v>0.12244939855978654</c:v>
                </c:pt>
                <c:pt idx="585">
                  <c:v>0.12323511313877833</c:v>
                </c:pt>
                <c:pt idx="586">
                  <c:v>0.12379673069534758</c:v>
                </c:pt>
                <c:pt idx="587">
                  <c:v>0.14683456367460224</c:v>
                </c:pt>
                <c:pt idx="588">
                  <c:v>0.14477026145998795</c:v>
                </c:pt>
                <c:pt idx="589">
                  <c:v>0.15576005597000386</c:v>
                </c:pt>
                <c:pt idx="590">
                  <c:v>0.16026752018828683</c:v>
                </c:pt>
                <c:pt idx="591">
                  <c:v>0.15980341318021152</c:v>
                </c:pt>
                <c:pt idx="592">
                  <c:v>0.1476254773418193</c:v>
                </c:pt>
                <c:pt idx="593">
                  <c:v>0.13201777084997057</c:v>
                </c:pt>
                <c:pt idx="594">
                  <c:v>0.12805570865199578</c:v>
                </c:pt>
                <c:pt idx="595">
                  <c:v>0.12557398609296144</c:v>
                </c:pt>
                <c:pt idx="596">
                  <c:v>9.9010440021167545E-2</c:v>
                </c:pt>
                <c:pt idx="597">
                  <c:v>0.11824312272153814</c:v>
                </c:pt>
                <c:pt idx="598">
                  <c:v>0.12115055484061399</c:v>
                </c:pt>
                <c:pt idx="599">
                  <c:v>0.1248503516715882</c:v>
                </c:pt>
                <c:pt idx="600">
                  <c:v>0.10719020115034428</c:v>
                </c:pt>
                <c:pt idx="601">
                  <c:v>0.12601243456990008</c:v>
                </c:pt>
                <c:pt idx="602">
                  <c:v>0.12556202959607221</c:v>
                </c:pt>
                <c:pt idx="603">
                  <c:v>0.1040637948307872</c:v>
                </c:pt>
                <c:pt idx="604">
                  <c:v>0.10825923725114417</c:v>
                </c:pt>
                <c:pt idx="605">
                  <c:v>9.3408563471978789E-2</c:v>
                </c:pt>
                <c:pt idx="606">
                  <c:v>0.10204649112340736</c:v>
                </c:pt>
                <c:pt idx="607">
                  <c:v>0.13433645331332333</c:v>
                </c:pt>
                <c:pt idx="608">
                  <c:v>0.14533951691046254</c:v>
                </c:pt>
                <c:pt idx="609">
                  <c:v>0.17110965604094797</c:v>
                </c:pt>
                <c:pt idx="610">
                  <c:v>0.16888454769447026</c:v>
                </c:pt>
                <c:pt idx="611">
                  <c:v>0.16093613277014773</c:v>
                </c:pt>
                <c:pt idx="612">
                  <c:v>0.14642443111052095</c:v>
                </c:pt>
                <c:pt idx="613">
                  <c:v>0.17244826569672966</c:v>
                </c:pt>
                <c:pt idx="614">
                  <c:v>0.17256551052329927</c:v>
                </c:pt>
                <c:pt idx="615">
                  <c:v>0.18405665252642756</c:v>
                </c:pt>
                <c:pt idx="616">
                  <c:v>0.2085666252337246</c:v>
                </c:pt>
                <c:pt idx="617">
                  <c:v>0.21243403843447273</c:v>
                </c:pt>
                <c:pt idx="618">
                  <c:v>0.20188586230009276</c:v>
                </c:pt>
                <c:pt idx="619">
                  <c:v>0.21811132144114409</c:v>
                </c:pt>
                <c:pt idx="620">
                  <c:v>0.21798951030899993</c:v>
                </c:pt>
                <c:pt idx="621">
                  <c:v>0.20921998583477519</c:v>
                </c:pt>
                <c:pt idx="622">
                  <c:v>0.20837353184469087</c:v>
                </c:pt>
                <c:pt idx="623">
                  <c:v>0.20583594742781708</c:v>
                </c:pt>
                <c:pt idx="624">
                  <c:v>0.19980676769067807</c:v>
                </c:pt>
                <c:pt idx="625">
                  <c:v>0.20484595611497891</c:v>
                </c:pt>
                <c:pt idx="626">
                  <c:v>0.18821908192059222</c:v>
                </c:pt>
                <c:pt idx="627">
                  <c:v>0.18370384940929396</c:v>
                </c:pt>
                <c:pt idx="628">
                  <c:v>0.18275688632976661</c:v>
                </c:pt>
                <c:pt idx="629">
                  <c:v>0.19044480609091008</c:v>
                </c:pt>
                <c:pt idx="630">
                  <c:v>0.17520711257294641</c:v>
                </c:pt>
                <c:pt idx="631">
                  <c:v>0.17332678119282963</c:v>
                </c:pt>
                <c:pt idx="632">
                  <c:v>0.17649476350205018</c:v>
                </c:pt>
                <c:pt idx="633">
                  <c:v>0.17331822764059468</c:v>
                </c:pt>
                <c:pt idx="634">
                  <c:v>0.15079051766989537</c:v>
                </c:pt>
                <c:pt idx="635">
                  <c:v>0.15562383784410883</c:v>
                </c:pt>
                <c:pt idx="636">
                  <c:v>0.18948361629294141</c:v>
                </c:pt>
                <c:pt idx="637">
                  <c:v>0.18650990725220917</c:v>
                </c:pt>
                <c:pt idx="638">
                  <c:v>0.18342498149335329</c:v>
                </c:pt>
                <c:pt idx="639">
                  <c:v>0.20318817868429218</c:v>
                </c:pt>
                <c:pt idx="640">
                  <c:v>0.20282722223068683</c:v>
                </c:pt>
                <c:pt idx="641">
                  <c:v>0.24095684517539961</c:v>
                </c:pt>
                <c:pt idx="642">
                  <c:v>0.23599301779469806</c:v>
                </c:pt>
                <c:pt idx="643">
                  <c:v>0.23735261011427244</c:v>
                </c:pt>
                <c:pt idx="644">
                  <c:v>0.23821875694135231</c:v>
                </c:pt>
                <c:pt idx="645">
                  <c:v>0.2262080349990212</c:v>
                </c:pt>
                <c:pt idx="646">
                  <c:v>0.23344266240551548</c:v>
                </c:pt>
                <c:pt idx="647">
                  <c:v>0.2341827280029587</c:v>
                </c:pt>
                <c:pt idx="648">
                  <c:v>0.22702446818054156</c:v>
                </c:pt>
                <c:pt idx="649">
                  <c:v>0.21953961892464036</c:v>
                </c:pt>
                <c:pt idx="650">
                  <c:v>0.22514950117169352</c:v>
                </c:pt>
                <c:pt idx="651">
                  <c:v>0.22919249452556012</c:v>
                </c:pt>
                <c:pt idx="652">
                  <c:v>0.22919249452556012</c:v>
                </c:pt>
                <c:pt idx="653">
                  <c:v>0.22661119028705645</c:v>
                </c:pt>
                <c:pt idx="654">
                  <c:v>0.22734715700122865</c:v>
                </c:pt>
                <c:pt idx="655">
                  <c:v>0.2181420533237195</c:v>
                </c:pt>
                <c:pt idx="656">
                  <c:v>0.21607121183306921</c:v>
                </c:pt>
                <c:pt idx="657">
                  <c:v>0.19491157274717374</c:v>
                </c:pt>
                <c:pt idx="658">
                  <c:v>0.18403787743517452</c:v>
                </c:pt>
                <c:pt idx="659">
                  <c:v>0.1821434168312781</c:v>
                </c:pt>
                <c:pt idx="660">
                  <c:v>0.17741484316395306</c:v>
                </c:pt>
                <c:pt idx="661">
                  <c:v>0.18930673307990897</c:v>
                </c:pt>
                <c:pt idx="662">
                  <c:v>0.19905904829116428</c:v>
                </c:pt>
                <c:pt idx="663">
                  <c:v>0.20469462581813258</c:v>
                </c:pt>
                <c:pt idx="664">
                  <c:v>0.19312955741027849</c:v>
                </c:pt>
                <c:pt idx="665">
                  <c:v>0.19050467238397584</c:v>
                </c:pt>
                <c:pt idx="666">
                  <c:v>0.1794329789308049</c:v>
                </c:pt>
                <c:pt idx="667">
                  <c:v>0.16976162850357235</c:v>
                </c:pt>
                <c:pt idx="668">
                  <c:v>0.17876879304304993</c:v>
                </c:pt>
                <c:pt idx="669">
                  <c:v>0.15755095476827496</c:v>
                </c:pt>
                <c:pt idx="670">
                  <c:v>0.15975030158233472</c:v>
                </c:pt>
                <c:pt idx="671">
                  <c:v>0.16380942763787298</c:v>
                </c:pt>
                <c:pt idx="672">
                  <c:v>0.17160695080304667</c:v>
                </c:pt>
                <c:pt idx="673">
                  <c:v>0.16059384546549804</c:v>
                </c:pt>
                <c:pt idx="674">
                  <c:v>0.17568156545654934</c:v>
                </c:pt>
                <c:pt idx="675">
                  <c:v>0.1685099079072645</c:v>
                </c:pt>
                <c:pt idx="676">
                  <c:v>0.18159721887582592</c:v>
                </c:pt>
                <c:pt idx="677">
                  <c:v>0.18809600357964307</c:v>
                </c:pt>
                <c:pt idx="678">
                  <c:v>0.17134384992917018</c:v>
                </c:pt>
                <c:pt idx="679">
                  <c:v>0.16455005559958091</c:v>
                </c:pt>
                <c:pt idx="680">
                  <c:v>0.16210450048282188</c:v>
                </c:pt>
                <c:pt idx="681">
                  <c:v>0.15606155708031122</c:v>
                </c:pt>
                <c:pt idx="682">
                  <c:v>0.1602233786858005</c:v>
                </c:pt>
                <c:pt idx="683">
                  <c:v>0.14537251943862217</c:v>
                </c:pt>
                <c:pt idx="684">
                  <c:v>0.13976019409337281</c:v>
                </c:pt>
                <c:pt idx="685">
                  <c:v>0.15081586797607849</c:v>
                </c:pt>
                <c:pt idx="686">
                  <c:v>0.15967715015949424</c:v>
                </c:pt>
                <c:pt idx="687">
                  <c:v>0.15643005413904754</c:v>
                </c:pt>
                <c:pt idx="688">
                  <c:v>0.168109997685852</c:v>
                </c:pt>
                <c:pt idx="689">
                  <c:v>0.17710444466803321</c:v>
                </c:pt>
                <c:pt idx="690">
                  <c:v>0.17380855222296265</c:v>
                </c:pt>
                <c:pt idx="691">
                  <c:v>0.18636830373174829</c:v>
                </c:pt>
                <c:pt idx="692">
                  <c:v>0.1784196360967456</c:v>
                </c:pt>
                <c:pt idx="693">
                  <c:v>0.19256067172990665</c:v>
                </c:pt>
                <c:pt idx="694">
                  <c:v>0.19029480645361985</c:v>
                </c:pt>
                <c:pt idx="695">
                  <c:v>0.19648433944717869</c:v>
                </c:pt>
                <c:pt idx="696">
                  <c:v>0.19301453486278186</c:v>
                </c:pt>
                <c:pt idx="697">
                  <c:v>0.20148493806030765</c:v>
                </c:pt>
                <c:pt idx="698">
                  <c:v>0.20448865040545838</c:v>
                </c:pt>
                <c:pt idx="699">
                  <c:v>0.21159513344285052</c:v>
                </c:pt>
                <c:pt idx="700">
                  <c:v>0.21280672857629335</c:v>
                </c:pt>
                <c:pt idx="701">
                  <c:v>0.21790051683631373</c:v>
                </c:pt>
                <c:pt idx="702">
                  <c:v>0.22520791993733158</c:v>
                </c:pt>
                <c:pt idx="703">
                  <c:v>0.24444368428034768</c:v>
                </c:pt>
                <c:pt idx="704">
                  <c:v>0.23871924333265793</c:v>
                </c:pt>
                <c:pt idx="705">
                  <c:v>0.23029595247799572</c:v>
                </c:pt>
                <c:pt idx="706">
                  <c:v>0.23718560981187253</c:v>
                </c:pt>
                <c:pt idx="707">
                  <c:v>0.23978369959247736</c:v>
                </c:pt>
                <c:pt idx="708">
                  <c:v>0.2262700572669194</c:v>
                </c:pt>
                <c:pt idx="709">
                  <c:v>0.22725107331273287</c:v>
                </c:pt>
                <c:pt idx="710">
                  <c:v>0.22663744777607664</c:v>
                </c:pt>
                <c:pt idx="711">
                  <c:v>0.229949368885072</c:v>
                </c:pt>
                <c:pt idx="712">
                  <c:v>0.23573013091883177</c:v>
                </c:pt>
                <c:pt idx="713">
                  <c:v>0.26032116052411647</c:v>
                </c:pt>
                <c:pt idx="714">
                  <c:v>0.2526332014449193</c:v>
                </c:pt>
                <c:pt idx="715">
                  <c:v>0.24611950879740574</c:v>
                </c:pt>
                <c:pt idx="716">
                  <c:v>0.24537183709212718</c:v>
                </c:pt>
                <c:pt idx="717">
                  <c:v>0.23590701113022705</c:v>
                </c:pt>
                <c:pt idx="718">
                  <c:v>0.23096338308570608</c:v>
                </c:pt>
                <c:pt idx="719">
                  <c:v>0.24056489747377463</c:v>
                </c:pt>
                <c:pt idx="720">
                  <c:v>0.23287339510943728</c:v>
                </c:pt>
                <c:pt idx="721">
                  <c:v>0.23977748612205008</c:v>
                </c:pt>
                <c:pt idx="722">
                  <c:v>0.22403231204829988</c:v>
                </c:pt>
                <c:pt idx="723">
                  <c:v>0.21962579572492591</c:v>
                </c:pt>
                <c:pt idx="724">
                  <c:v>0.21779635703133859</c:v>
                </c:pt>
                <c:pt idx="725">
                  <c:v>0.22534669444493294</c:v>
                </c:pt>
                <c:pt idx="726">
                  <c:v>0.22338613973382104</c:v>
                </c:pt>
                <c:pt idx="727">
                  <c:v>0.23097113380017076</c:v>
                </c:pt>
                <c:pt idx="728">
                  <c:v>0.22247743297694966</c:v>
                </c:pt>
                <c:pt idx="729">
                  <c:v>0.211475136080157</c:v>
                </c:pt>
                <c:pt idx="730">
                  <c:v>0.19887579466492333</c:v>
                </c:pt>
                <c:pt idx="731">
                  <c:v>0.19228197779426637</c:v>
                </c:pt>
                <c:pt idx="732">
                  <c:v>0.20432402576998854</c:v>
                </c:pt>
                <c:pt idx="733">
                  <c:v>0.21022521349626144</c:v>
                </c:pt>
                <c:pt idx="734">
                  <c:v>0.2084098756760171</c:v>
                </c:pt>
                <c:pt idx="735">
                  <c:v>0.20635557888736789</c:v>
                </c:pt>
                <c:pt idx="736">
                  <c:v>0.20285714770859453</c:v>
                </c:pt>
                <c:pt idx="737">
                  <c:v>0.1931140048121549</c:v>
                </c:pt>
                <c:pt idx="738">
                  <c:v>0.19072777680253061</c:v>
                </c:pt>
                <c:pt idx="739">
                  <c:v>0.1892989034703676</c:v>
                </c:pt>
                <c:pt idx="740">
                  <c:v>0.20380835009270615</c:v>
                </c:pt>
                <c:pt idx="741">
                  <c:v>0.20176187589754857</c:v>
                </c:pt>
                <c:pt idx="742">
                  <c:v>0.22171112303744778</c:v>
                </c:pt>
                <c:pt idx="743">
                  <c:v>0.22415454528352274</c:v>
                </c:pt>
                <c:pt idx="744">
                  <c:v>0.22501145346522122</c:v>
                </c:pt>
                <c:pt idx="745">
                  <c:v>0.22513395461056773</c:v>
                </c:pt>
                <c:pt idx="746">
                  <c:v>0.22758422251978883</c:v>
                </c:pt>
                <c:pt idx="747">
                  <c:v>0.25520486752648397</c:v>
                </c:pt>
                <c:pt idx="748">
                  <c:v>0.24943092513586218</c:v>
                </c:pt>
                <c:pt idx="749">
                  <c:v>0.25080529915351168</c:v>
                </c:pt>
                <c:pt idx="750">
                  <c:v>0.24542683636715168</c:v>
                </c:pt>
                <c:pt idx="751">
                  <c:v>0.23919970218531583</c:v>
                </c:pt>
                <c:pt idx="752">
                  <c:v>0.24093458176837546</c:v>
                </c:pt>
                <c:pt idx="753">
                  <c:v>0.25483304908418147</c:v>
                </c:pt>
                <c:pt idx="754">
                  <c:v>0.24604921774059219</c:v>
                </c:pt>
                <c:pt idx="755">
                  <c:v>0.24791829156720313</c:v>
                </c:pt>
                <c:pt idx="756">
                  <c:v>0.25128767095443449</c:v>
                </c:pt>
                <c:pt idx="757">
                  <c:v>0.23977582438165368</c:v>
                </c:pt>
                <c:pt idx="758">
                  <c:v>0.23878400372214825</c:v>
                </c:pt>
                <c:pt idx="759">
                  <c:v>0.23680194931619281</c:v>
                </c:pt>
                <c:pt idx="760">
                  <c:v>0.22876273664563751</c:v>
                </c:pt>
                <c:pt idx="761">
                  <c:v>0.23294052995023273</c:v>
                </c:pt>
                <c:pt idx="762">
                  <c:v>0.23318711805622283</c:v>
                </c:pt>
                <c:pt idx="763">
                  <c:v>0.221348521722883</c:v>
                </c:pt>
                <c:pt idx="764">
                  <c:v>0.20950144106217095</c:v>
                </c:pt>
                <c:pt idx="765">
                  <c:v>0.21651654942033161</c:v>
                </c:pt>
                <c:pt idx="766">
                  <c:v>0.20362147399647612</c:v>
                </c:pt>
                <c:pt idx="767">
                  <c:v>0.19796445306869259</c:v>
                </c:pt>
                <c:pt idx="768">
                  <c:v>0.19568832060786212</c:v>
                </c:pt>
                <c:pt idx="769">
                  <c:v>0.21553674672995249</c:v>
                </c:pt>
                <c:pt idx="770">
                  <c:v>0.22003423269285327</c:v>
                </c:pt>
                <c:pt idx="771">
                  <c:v>0.22625640727958696</c:v>
                </c:pt>
                <c:pt idx="772">
                  <c:v>0.22625640727958696</c:v>
                </c:pt>
                <c:pt idx="773">
                  <c:v>0.23336869444180852</c:v>
                </c:pt>
                <c:pt idx="774">
                  <c:v>0.22806520905570871</c:v>
                </c:pt>
                <c:pt idx="775">
                  <c:v>0.22118804388499669</c:v>
                </c:pt>
                <c:pt idx="776">
                  <c:v>0.21923414301478061</c:v>
                </c:pt>
                <c:pt idx="777">
                  <c:v>0.20374986939849293</c:v>
                </c:pt>
                <c:pt idx="778">
                  <c:v>0.18364724657953801</c:v>
                </c:pt>
                <c:pt idx="779">
                  <c:v>0.18187177570966884</c:v>
                </c:pt>
                <c:pt idx="780">
                  <c:v>0.18258089877509454</c:v>
                </c:pt>
                <c:pt idx="781">
                  <c:v>0.19109548124627529</c:v>
                </c:pt>
                <c:pt idx="782">
                  <c:v>0.19967136871124858</c:v>
                </c:pt>
                <c:pt idx="783">
                  <c:v>0.18011672540125523</c:v>
                </c:pt>
                <c:pt idx="784">
                  <c:v>0.17787450362299273</c:v>
                </c:pt>
                <c:pt idx="785">
                  <c:v>0.17917016557697818</c:v>
                </c:pt>
                <c:pt idx="786">
                  <c:v>0.17787307839484345</c:v>
                </c:pt>
                <c:pt idx="787">
                  <c:v>0.1606761314502787</c:v>
                </c:pt>
                <c:pt idx="788">
                  <c:v>0.16497063313664473</c:v>
                </c:pt>
                <c:pt idx="789">
                  <c:v>0.17755231597452048</c:v>
                </c:pt>
                <c:pt idx="790">
                  <c:v>0.17072251254186832</c:v>
                </c:pt>
                <c:pt idx="791">
                  <c:v>0.18008829264220338</c:v>
                </c:pt>
                <c:pt idx="792">
                  <c:v>0.19177116673936112</c:v>
                </c:pt>
                <c:pt idx="793">
                  <c:v>0.18497807108894682</c:v>
                </c:pt>
                <c:pt idx="794">
                  <c:v>0.18130463906857108</c:v>
                </c:pt>
                <c:pt idx="795">
                  <c:v>0.19760664308771747</c:v>
                </c:pt>
                <c:pt idx="796">
                  <c:v>0.19389406249414565</c:v>
                </c:pt>
                <c:pt idx="797">
                  <c:v>0.19902780696287037</c:v>
                </c:pt>
                <c:pt idx="798">
                  <c:v>0.1951909179805893</c:v>
                </c:pt>
                <c:pt idx="799">
                  <c:v>0.1888564061152922</c:v>
                </c:pt>
                <c:pt idx="800">
                  <c:v>0.18968860559957279</c:v>
                </c:pt>
                <c:pt idx="801">
                  <c:v>0.20610630835684685</c:v>
                </c:pt>
                <c:pt idx="802">
                  <c:v>0.18355212039057367</c:v>
                </c:pt>
                <c:pt idx="803">
                  <c:v>0.18627429026747189</c:v>
                </c:pt>
                <c:pt idx="804">
                  <c:v>0.20027232689262808</c:v>
                </c:pt>
                <c:pt idx="805">
                  <c:v>0.20171265368489943</c:v>
                </c:pt>
                <c:pt idx="806">
                  <c:v>0.21288858136416899</c:v>
                </c:pt>
                <c:pt idx="807">
                  <c:v>0.21106924849212283</c:v>
                </c:pt>
                <c:pt idx="808">
                  <c:v>0.2091315376945353</c:v>
                </c:pt>
                <c:pt idx="809">
                  <c:v>0.21856276368855276</c:v>
                </c:pt>
                <c:pt idx="810">
                  <c:v>0.20199031010238833</c:v>
                </c:pt>
                <c:pt idx="811">
                  <c:v>0.2051154849086545</c:v>
                </c:pt>
                <c:pt idx="812">
                  <c:v>0.20921287755734408</c:v>
                </c:pt>
                <c:pt idx="813">
                  <c:v>0.21102669687368025</c:v>
                </c:pt>
                <c:pt idx="814">
                  <c:v>0.22192593714554332</c:v>
                </c:pt>
                <c:pt idx="815">
                  <c:v>0.22327005567640357</c:v>
                </c:pt>
                <c:pt idx="816">
                  <c:v>0.22449332573207981</c:v>
                </c:pt>
                <c:pt idx="817">
                  <c:v>0.21898310576628544</c:v>
                </c:pt>
                <c:pt idx="818">
                  <c:v>0.2202020888720515</c:v>
                </c:pt>
                <c:pt idx="819">
                  <c:v>0.20128895649453482</c:v>
                </c:pt>
                <c:pt idx="820">
                  <c:v>0.17642227509509789</c:v>
                </c:pt>
                <c:pt idx="821">
                  <c:v>0.18112796419547839</c:v>
                </c:pt>
                <c:pt idx="822">
                  <c:v>0.17167894048191457</c:v>
                </c:pt>
                <c:pt idx="823">
                  <c:v>0.16371152368663755</c:v>
                </c:pt>
                <c:pt idx="824">
                  <c:v>0.14497576815528279</c:v>
                </c:pt>
                <c:pt idx="825">
                  <c:v>0.14909768092064191</c:v>
                </c:pt>
                <c:pt idx="826">
                  <c:v>0.1463398464864325</c:v>
                </c:pt>
                <c:pt idx="827">
                  <c:v>0.15734470901270226</c:v>
                </c:pt>
                <c:pt idx="828">
                  <c:v>0.14947476499141588</c:v>
                </c:pt>
                <c:pt idx="829">
                  <c:v>0.12522084745009709</c:v>
                </c:pt>
                <c:pt idx="830">
                  <c:v>0.10789244639936557</c:v>
                </c:pt>
                <c:pt idx="831">
                  <c:v>9.3379055351533902E-2</c:v>
                </c:pt>
                <c:pt idx="832">
                  <c:v>8.5288050341932653E-2</c:v>
                </c:pt>
                <c:pt idx="833">
                  <c:v>8.4202762291590627E-2</c:v>
                </c:pt>
                <c:pt idx="834">
                  <c:v>0.11759620737017151</c:v>
                </c:pt>
                <c:pt idx="835">
                  <c:v>0.13458366972219826</c:v>
                </c:pt>
                <c:pt idx="836">
                  <c:v>0.12891075137358721</c:v>
                </c:pt>
                <c:pt idx="837">
                  <c:v>0.12778184062221354</c:v>
                </c:pt>
                <c:pt idx="838">
                  <c:v>0.10827121477944934</c:v>
                </c:pt>
                <c:pt idx="839">
                  <c:v>0.11735903874064091</c:v>
                </c:pt>
                <c:pt idx="840">
                  <c:v>0.11132529993144158</c:v>
                </c:pt>
                <c:pt idx="841">
                  <c:v>0.10121223970206539</c:v>
                </c:pt>
                <c:pt idx="842">
                  <c:v>0.10969157394777129</c:v>
                </c:pt>
                <c:pt idx="843">
                  <c:v>0.106362499225928</c:v>
                </c:pt>
                <c:pt idx="844">
                  <c:v>0.14220864420084811</c:v>
                </c:pt>
                <c:pt idx="845">
                  <c:v>0.13672604270868405</c:v>
                </c:pt>
                <c:pt idx="846">
                  <c:v>0.14002254823253901</c:v>
                </c:pt>
                <c:pt idx="847">
                  <c:v>0.13341041745279036</c:v>
                </c:pt>
                <c:pt idx="848">
                  <c:v>0.14655797829524286</c:v>
                </c:pt>
                <c:pt idx="849">
                  <c:v>0.13761482606454001</c:v>
                </c:pt>
                <c:pt idx="850">
                  <c:v>0.13340565120810122</c:v>
                </c:pt>
                <c:pt idx="851">
                  <c:v>0.1388459983339001</c:v>
                </c:pt>
                <c:pt idx="852">
                  <c:v>0.15501761151024152</c:v>
                </c:pt>
                <c:pt idx="853">
                  <c:v>0.16067719780664169</c:v>
                </c:pt>
                <c:pt idx="854">
                  <c:v>0.16009685920773853</c:v>
                </c:pt>
                <c:pt idx="855">
                  <c:v>0.16056089795142148</c:v>
                </c:pt>
                <c:pt idx="856">
                  <c:v>0.15464203737186932</c:v>
                </c:pt>
                <c:pt idx="857">
                  <c:v>0.16514927991195338</c:v>
                </c:pt>
                <c:pt idx="858">
                  <c:v>0.16142080221623512</c:v>
                </c:pt>
                <c:pt idx="859">
                  <c:v>0.16560191710421357</c:v>
                </c:pt>
                <c:pt idx="860">
                  <c:v>0.16770000055500112</c:v>
                </c:pt>
                <c:pt idx="861">
                  <c:v>0.16267889055261464</c:v>
                </c:pt>
                <c:pt idx="862">
                  <c:v>0.15593535298740946</c:v>
                </c:pt>
                <c:pt idx="863">
                  <c:v>0.13697801319841596</c:v>
                </c:pt>
                <c:pt idx="864">
                  <c:v>0.13993415603273185</c:v>
                </c:pt>
                <c:pt idx="865">
                  <c:v>0.13868022846109596</c:v>
                </c:pt>
                <c:pt idx="866">
                  <c:v>0.14175466507794088</c:v>
                </c:pt>
                <c:pt idx="867">
                  <c:v>0.16242042451585159</c:v>
                </c:pt>
                <c:pt idx="868">
                  <c:v>0.16997615727520454</c:v>
                </c:pt>
                <c:pt idx="869">
                  <c:v>0.16716821449774399</c:v>
                </c:pt>
                <c:pt idx="870">
                  <c:v>0.16553417899744716</c:v>
                </c:pt>
                <c:pt idx="871">
                  <c:v>0.14793461289458576</c:v>
                </c:pt>
                <c:pt idx="872">
                  <c:v>0.13553691907532417</c:v>
                </c:pt>
                <c:pt idx="873">
                  <c:v>0.12565774787936879</c:v>
                </c:pt>
                <c:pt idx="874">
                  <c:v>0.1397284697278609</c:v>
                </c:pt>
                <c:pt idx="875">
                  <c:v>0.1506698630372485</c:v>
                </c:pt>
                <c:pt idx="876">
                  <c:v>0.1506698630372485</c:v>
                </c:pt>
                <c:pt idx="877">
                  <c:v>0.15043972906464109</c:v>
                </c:pt>
                <c:pt idx="878">
                  <c:v>0.16539544554248131</c:v>
                </c:pt>
                <c:pt idx="879">
                  <c:v>0.17891403271077411</c:v>
                </c:pt>
                <c:pt idx="880">
                  <c:v>0.17608463903226834</c:v>
                </c:pt>
                <c:pt idx="881">
                  <c:v>0.18043615219668774</c:v>
                </c:pt>
                <c:pt idx="882">
                  <c:v>0.1809083266575664</c:v>
                </c:pt>
                <c:pt idx="883">
                  <c:v>0.19248122825881064</c:v>
                </c:pt>
                <c:pt idx="884">
                  <c:v>0.19546243132945751</c:v>
                </c:pt>
                <c:pt idx="885">
                  <c:v>0.20885161056034751</c:v>
                </c:pt>
                <c:pt idx="886">
                  <c:v>0.22323694472601563</c:v>
                </c:pt>
                <c:pt idx="887">
                  <c:v>0.22874151097728257</c:v>
                </c:pt>
                <c:pt idx="888">
                  <c:v>0.2284957626750872</c:v>
                </c:pt>
                <c:pt idx="889">
                  <c:v>0.22149333682783912</c:v>
                </c:pt>
                <c:pt idx="890">
                  <c:v>0.23566265953504217</c:v>
                </c:pt>
                <c:pt idx="891">
                  <c:v>0.22960791250332035</c:v>
                </c:pt>
                <c:pt idx="892">
                  <c:v>0.23182120674582629</c:v>
                </c:pt>
                <c:pt idx="893">
                  <c:v>0.23095893190110428</c:v>
                </c:pt>
                <c:pt idx="894">
                  <c:v>0.22443484956202853</c:v>
                </c:pt>
                <c:pt idx="895">
                  <c:v>0.23018969335496986</c:v>
                </c:pt>
                <c:pt idx="896">
                  <c:v>0.23141988304832473</c:v>
                </c:pt>
                <c:pt idx="897">
                  <c:v>0.22193794994885252</c:v>
                </c:pt>
                <c:pt idx="898">
                  <c:v>0.22462621343874001</c:v>
                </c:pt>
                <c:pt idx="899">
                  <c:v>0.22646315275889828</c:v>
                </c:pt>
                <c:pt idx="900">
                  <c:v>0.22609521381307074</c:v>
                </c:pt>
                <c:pt idx="901">
                  <c:v>0.22646304237721471</c:v>
                </c:pt>
                <c:pt idx="902">
                  <c:v>0.23247271128486302</c:v>
                </c:pt>
                <c:pt idx="903">
                  <c:v>0.23136348584470667</c:v>
                </c:pt>
                <c:pt idx="904">
                  <c:v>0.24749434750927257</c:v>
                </c:pt>
                <c:pt idx="905">
                  <c:v>0.24499935881425405</c:v>
                </c:pt>
                <c:pt idx="906">
                  <c:v>0.26006385105590657</c:v>
                </c:pt>
                <c:pt idx="907">
                  <c:v>0.25640966588784453</c:v>
                </c:pt>
                <c:pt idx="908">
                  <c:v>0.26269171421728355</c:v>
                </c:pt>
                <c:pt idx="909">
                  <c:v>0.270394133674009</c:v>
                </c:pt>
                <c:pt idx="910">
                  <c:v>0.27026709426064155</c:v>
                </c:pt>
                <c:pt idx="911">
                  <c:v>0.26975898742293736</c:v>
                </c:pt>
                <c:pt idx="912">
                  <c:v>0.25528373496631596</c:v>
                </c:pt>
                <c:pt idx="913">
                  <c:v>0.26156015364114737</c:v>
                </c:pt>
                <c:pt idx="914">
                  <c:v>0.25285538858102341</c:v>
                </c:pt>
                <c:pt idx="915">
                  <c:v>0.26325408830624597</c:v>
                </c:pt>
                <c:pt idx="916">
                  <c:v>0.26578059648285857</c:v>
                </c:pt>
                <c:pt idx="917">
                  <c:v>0.27122345304773487</c:v>
                </c:pt>
                <c:pt idx="918">
                  <c:v>0.24999402138183768</c:v>
                </c:pt>
                <c:pt idx="919">
                  <c:v>0.25799398311868149</c:v>
                </c:pt>
                <c:pt idx="920">
                  <c:v>0.24843322884697949</c:v>
                </c:pt>
                <c:pt idx="921">
                  <c:v>0.24081778615101301</c:v>
                </c:pt>
                <c:pt idx="922">
                  <c:v>0.23920472302901663</c:v>
                </c:pt>
                <c:pt idx="923">
                  <c:v>0.23325654035847743</c:v>
                </c:pt>
                <c:pt idx="924">
                  <c:v>0.22006069537664175</c:v>
                </c:pt>
                <c:pt idx="925">
                  <c:v>0.21823060433357688</c:v>
                </c:pt>
                <c:pt idx="926">
                  <c:v>0.23065655649777939</c:v>
                </c:pt>
                <c:pt idx="927">
                  <c:v>0.20838167282516951</c:v>
                </c:pt>
                <c:pt idx="928">
                  <c:v>0.21031508350168981</c:v>
                </c:pt>
                <c:pt idx="929">
                  <c:v>0.23730510986377751</c:v>
                </c:pt>
                <c:pt idx="930">
                  <c:v>0.24114075570435545</c:v>
                </c:pt>
                <c:pt idx="931">
                  <c:v>0.25417273363925119</c:v>
                </c:pt>
                <c:pt idx="932">
                  <c:v>0.24388851722340932</c:v>
                </c:pt>
                <c:pt idx="933">
                  <c:v>0.22784235535122721</c:v>
                </c:pt>
                <c:pt idx="934">
                  <c:v>0.23557776218993998</c:v>
                </c:pt>
                <c:pt idx="935">
                  <c:v>0.24187920877710889</c:v>
                </c:pt>
                <c:pt idx="936">
                  <c:v>0.24684672561221732</c:v>
                </c:pt>
                <c:pt idx="937">
                  <c:v>0.25096131980673775</c:v>
                </c:pt>
                <c:pt idx="938">
                  <c:v>0.26284545234490175</c:v>
                </c:pt>
                <c:pt idx="939">
                  <c:v>0.26221402961872942</c:v>
                </c:pt>
                <c:pt idx="940">
                  <c:v>0.25287364579955085</c:v>
                </c:pt>
                <c:pt idx="941">
                  <c:v>0.24009433461239538</c:v>
                </c:pt>
                <c:pt idx="942">
                  <c:v>0.22434513656281796</c:v>
                </c:pt>
                <c:pt idx="943">
                  <c:v>0.22250861885797391</c:v>
                </c:pt>
                <c:pt idx="944">
                  <c:v>0.22067485592968694</c:v>
                </c:pt>
                <c:pt idx="945">
                  <c:v>0.23471261677287836</c:v>
                </c:pt>
                <c:pt idx="946">
                  <c:v>0.22989723756746416</c:v>
                </c:pt>
                <c:pt idx="947">
                  <c:v>0.21993506994316769</c:v>
                </c:pt>
                <c:pt idx="948">
                  <c:v>0.21285944653749733</c:v>
                </c:pt>
                <c:pt idx="949">
                  <c:v>0.20812929469600117</c:v>
                </c:pt>
                <c:pt idx="950">
                  <c:v>0.2075252300486532</c:v>
                </c:pt>
                <c:pt idx="951">
                  <c:v>0.21138931078480905</c:v>
                </c:pt>
                <c:pt idx="952">
                  <c:v>0.21732511840765456</c:v>
                </c:pt>
                <c:pt idx="953">
                  <c:v>0.21829897850238056</c:v>
                </c:pt>
                <c:pt idx="954">
                  <c:v>0.2232940043142404</c:v>
                </c:pt>
                <c:pt idx="955">
                  <c:v>0.23246870934659736</c:v>
                </c:pt>
                <c:pt idx="956">
                  <c:v>0.23407091866874796</c:v>
                </c:pt>
                <c:pt idx="957">
                  <c:v>0.23209640519887786</c:v>
                </c:pt>
                <c:pt idx="958">
                  <c:v>0.23283566304199721</c:v>
                </c:pt>
                <c:pt idx="959">
                  <c:v>0.23715058786264431</c:v>
                </c:pt>
                <c:pt idx="960">
                  <c:v>0.20622182316607818</c:v>
                </c:pt>
                <c:pt idx="961">
                  <c:v>0.19138529474113541</c:v>
                </c:pt>
                <c:pt idx="962">
                  <c:v>0.19579342033167757</c:v>
                </c:pt>
                <c:pt idx="963">
                  <c:v>0.19842416585640721</c:v>
                </c:pt>
                <c:pt idx="964">
                  <c:v>0.19734558410713632</c:v>
                </c:pt>
                <c:pt idx="965">
                  <c:v>0.18740761575904719</c:v>
                </c:pt>
                <c:pt idx="966">
                  <c:v>0.18206428148813147</c:v>
                </c:pt>
                <c:pt idx="967">
                  <c:v>0.18951128646150672</c:v>
                </c:pt>
                <c:pt idx="968">
                  <c:v>0.18903548194692221</c:v>
                </c:pt>
                <c:pt idx="969">
                  <c:v>0.1926025883927629</c:v>
                </c:pt>
                <c:pt idx="970">
                  <c:v>0.19558409486374484</c:v>
                </c:pt>
                <c:pt idx="971">
                  <c:v>0.18673677256175325</c:v>
                </c:pt>
                <c:pt idx="972">
                  <c:v>0.19302647745633061</c:v>
                </c:pt>
                <c:pt idx="973">
                  <c:v>0.20018463632106864</c:v>
                </c:pt>
                <c:pt idx="974">
                  <c:v>0.20366517176639953</c:v>
                </c:pt>
                <c:pt idx="975">
                  <c:v>0.18801752453343634</c:v>
                </c:pt>
                <c:pt idx="976">
                  <c:v>0.18409706670247594</c:v>
                </c:pt>
                <c:pt idx="977">
                  <c:v>0.16562515246191745</c:v>
                </c:pt>
                <c:pt idx="978">
                  <c:v>0.17017109055651902</c:v>
                </c:pt>
                <c:pt idx="979">
                  <c:v>0.18409612653414165</c:v>
                </c:pt>
                <c:pt idx="980">
                  <c:v>0.17059743069165245</c:v>
                </c:pt>
                <c:pt idx="981">
                  <c:v>0.14859019899464943</c:v>
                </c:pt>
                <c:pt idx="982">
                  <c:v>0.15203596959163335</c:v>
                </c:pt>
                <c:pt idx="983">
                  <c:v>0.16378673648146802</c:v>
                </c:pt>
                <c:pt idx="984">
                  <c:v>0.17286427302602347</c:v>
                </c:pt>
                <c:pt idx="985">
                  <c:v>0.17262970017141832</c:v>
                </c:pt>
                <c:pt idx="986">
                  <c:v>0.17919642649237821</c:v>
                </c:pt>
                <c:pt idx="987">
                  <c:v>0.18120106041741524</c:v>
                </c:pt>
                <c:pt idx="988">
                  <c:v>0.17494069479720298</c:v>
                </c:pt>
                <c:pt idx="989">
                  <c:v>0.18328277373026314</c:v>
                </c:pt>
                <c:pt idx="990">
                  <c:v>0.1875425917156921</c:v>
                </c:pt>
                <c:pt idx="991">
                  <c:v>0.18766134597486372</c:v>
                </c:pt>
                <c:pt idx="992">
                  <c:v>0.18421712807153656</c:v>
                </c:pt>
                <c:pt idx="993">
                  <c:v>0.1749802344725786</c:v>
                </c:pt>
                <c:pt idx="994">
                  <c:v>0.19495489845861225</c:v>
                </c:pt>
                <c:pt idx="995">
                  <c:v>0.18933861043585676</c:v>
                </c:pt>
                <c:pt idx="996">
                  <c:v>0.19980479020769226</c:v>
                </c:pt>
                <c:pt idx="997">
                  <c:v>0.20484397032656454</c:v>
                </c:pt>
                <c:pt idx="998">
                  <c:v>0.20942237741380554</c:v>
                </c:pt>
                <c:pt idx="999">
                  <c:v>0.2100270886025124</c:v>
                </c:pt>
                <c:pt idx="1000">
                  <c:v>0.20010486647597192</c:v>
                </c:pt>
                <c:pt idx="1001">
                  <c:v>0.19302424776376359</c:v>
                </c:pt>
                <c:pt idx="1002">
                  <c:v>0.2048351878166248</c:v>
                </c:pt>
                <c:pt idx="1003">
                  <c:v>0.20640147356078642</c:v>
                </c:pt>
                <c:pt idx="1004">
                  <c:v>0.20507443193986963</c:v>
                </c:pt>
                <c:pt idx="1005">
                  <c:v>0.19157759830214305</c:v>
                </c:pt>
                <c:pt idx="1006">
                  <c:v>0.19634390869535157</c:v>
                </c:pt>
                <c:pt idx="1007">
                  <c:v>0.17588642785666098</c:v>
                </c:pt>
                <c:pt idx="1008">
                  <c:v>0.17576883921387543</c:v>
                </c:pt>
                <c:pt idx="1009">
                  <c:v>0.16612753473232167</c:v>
                </c:pt>
                <c:pt idx="1010">
                  <c:v>0.17137510863861705</c:v>
                </c:pt>
                <c:pt idx="1011">
                  <c:v>0.17945759688822349</c:v>
                </c:pt>
                <c:pt idx="1012">
                  <c:v>0.17686279017506945</c:v>
                </c:pt>
                <c:pt idx="1013">
                  <c:v>0.16450573087823117</c:v>
                </c:pt>
                <c:pt idx="1014">
                  <c:v>0.173821776725257</c:v>
                </c:pt>
                <c:pt idx="1015">
                  <c:v>0.18145161827397116</c:v>
                </c:pt>
                <c:pt idx="1016">
                  <c:v>0.1779072634191492</c:v>
                </c:pt>
                <c:pt idx="1017">
                  <c:v>0.19439796510701735</c:v>
                </c:pt>
                <c:pt idx="1018">
                  <c:v>0.20455034781042691</c:v>
                </c:pt>
                <c:pt idx="1019">
                  <c:v>0.20539353305389407</c:v>
                </c:pt>
                <c:pt idx="1020">
                  <c:v>0.2085275562398341</c:v>
                </c:pt>
                <c:pt idx="1021">
                  <c:v>0.21251569717542562</c:v>
                </c:pt>
                <c:pt idx="1022">
                  <c:v>0.21603199269723428</c:v>
                </c:pt>
                <c:pt idx="1023">
                  <c:v>0.21432954790745828</c:v>
                </c:pt>
                <c:pt idx="1024">
                  <c:v>0.2149367126814119</c:v>
                </c:pt>
                <c:pt idx="1025">
                  <c:v>0.21688061142170212</c:v>
                </c:pt>
                <c:pt idx="1026">
                  <c:v>0.21955774876682987</c:v>
                </c:pt>
                <c:pt idx="1027">
                  <c:v>0.22297251046337685</c:v>
                </c:pt>
                <c:pt idx="1028">
                  <c:v>0.22859818401150833</c:v>
                </c:pt>
                <c:pt idx="1029">
                  <c:v>0.21975227708662559</c:v>
                </c:pt>
                <c:pt idx="1030">
                  <c:v>0.21963030185891697</c:v>
                </c:pt>
                <c:pt idx="1031">
                  <c:v>0.21597141095334016</c:v>
                </c:pt>
                <c:pt idx="1032">
                  <c:v>0.21633620237662621</c:v>
                </c:pt>
                <c:pt idx="1033">
                  <c:v>0.21548476703496244</c:v>
                </c:pt>
                <c:pt idx="1034">
                  <c:v>0.22423625735761421</c:v>
                </c:pt>
                <c:pt idx="1035">
                  <c:v>0.22129809033995596</c:v>
                </c:pt>
                <c:pt idx="1036">
                  <c:v>0.22435133556580578</c:v>
                </c:pt>
                <c:pt idx="1037">
                  <c:v>0.22275967882957026</c:v>
                </c:pt>
                <c:pt idx="1038">
                  <c:v>0.22214829899015553</c:v>
                </c:pt>
                <c:pt idx="1039">
                  <c:v>0.20503822280429329</c:v>
                </c:pt>
                <c:pt idx="1040">
                  <c:v>0.20214613106956314</c:v>
                </c:pt>
                <c:pt idx="1041">
                  <c:v>0.19745776115839186</c:v>
                </c:pt>
                <c:pt idx="1042">
                  <c:v>0.1953023371883067</c:v>
                </c:pt>
                <c:pt idx="1043">
                  <c:v>0.19410703485111847</c:v>
                </c:pt>
                <c:pt idx="1044">
                  <c:v>0.18133008957821151</c:v>
                </c:pt>
                <c:pt idx="1045">
                  <c:v>0.18829993710672288</c:v>
                </c:pt>
                <c:pt idx="1046">
                  <c:v>0.19055770698722574</c:v>
                </c:pt>
                <c:pt idx="1047">
                  <c:v>0.19758199745845029</c:v>
                </c:pt>
                <c:pt idx="1048">
                  <c:v>0.20979733383252652</c:v>
                </c:pt>
                <c:pt idx="1049">
                  <c:v>0.22867017224031394</c:v>
                </c:pt>
                <c:pt idx="1050">
                  <c:v>0.22854730522308997</c:v>
                </c:pt>
                <c:pt idx="1051">
                  <c:v>0.23125010929458067</c:v>
                </c:pt>
                <c:pt idx="1052">
                  <c:v>0.23334323448038141</c:v>
                </c:pt>
                <c:pt idx="1053">
                  <c:v>0.23161655395210889</c:v>
                </c:pt>
                <c:pt idx="1054">
                  <c:v>0.22866067422262382</c:v>
                </c:pt>
                <c:pt idx="1055">
                  <c:v>0.23296098658240316</c:v>
                </c:pt>
                <c:pt idx="1056">
                  <c:v>0.23333087487837778</c:v>
                </c:pt>
                <c:pt idx="1057">
                  <c:v>0.2282742182913764</c:v>
                </c:pt>
                <c:pt idx="1058">
                  <c:v>0.21906216165419123</c:v>
                </c:pt>
                <c:pt idx="1059">
                  <c:v>0.23149659570306391</c:v>
                </c:pt>
                <c:pt idx="1060">
                  <c:v>0.22940305149036866</c:v>
                </c:pt>
                <c:pt idx="1061">
                  <c:v>0.21710902097546492</c:v>
                </c:pt>
                <c:pt idx="1062">
                  <c:v>0.22392483149292763</c:v>
                </c:pt>
                <c:pt idx="1063">
                  <c:v>0.22771899847055588</c:v>
                </c:pt>
                <c:pt idx="1064">
                  <c:v>0.21998436878019145</c:v>
                </c:pt>
                <c:pt idx="1065">
                  <c:v>0.2158364219263389</c:v>
                </c:pt>
                <c:pt idx="1066">
                  <c:v>0.22969695713629923</c:v>
                </c:pt>
                <c:pt idx="1067">
                  <c:v>0.22957398744058555</c:v>
                </c:pt>
                <c:pt idx="1068">
                  <c:v>0.22674596726947227</c:v>
                </c:pt>
                <c:pt idx="1069">
                  <c:v>0.21153431727533079</c:v>
                </c:pt>
                <c:pt idx="1070">
                  <c:v>0.21468430650024661</c:v>
                </c:pt>
                <c:pt idx="1071">
                  <c:v>0.21942157529559769</c:v>
                </c:pt>
                <c:pt idx="1072">
                  <c:v>0.21137339289864676</c:v>
                </c:pt>
                <c:pt idx="1073">
                  <c:v>0.21197907959509599</c:v>
                </c:pt>
                <c:pt idx="1074">
                  <c:v>0.19549616411260251</c:v>
                </c:pt>
                <c:pt idx="1075">
                  <c:v>0.20231049224804432</c:v>
                </c:pt>
                <c:pt idx="1076">
                  <c:v>0.21625729395812177</c:v>
                </c:pt>
                <c:pt idx="1077">
                  <c:v>0.20883812446497729</c:v>
                </c:pt>
                <c:pt idx="1078">
                  <c:v>0.21754175896112526</c:v>
                </c:pt>
                <c:pt idx="1079">
                  <c:v>0.21169755851811178</c:v>
                </c:pt>
                <c:pt idx="1080">
                  <c:v>0.22005827167188663</c:v>
                </c:pt>
                <c:pt idx="1081">
                  <c:v>0.21627609102970369</c:v>
                </c:pt>
                <c:pt idx="1082">
                  <c:v>0.22710094823986804</c:v>
                </c:pt>
                <c:pt idx="1083">
                  <c:v>0.22280609492102865</c:v>
                </c:pt>
                <c:pt idx="1084">
                  <c:v>0.22048276334067873</c:v>
                </c:pt>
                <c:pt idx="1085">
                  <c:v>0.21730950815599281</c:v>
                </c:pt>
                <c:pt idx="1086">
                  <c:v>0.21718777720517712</c:v>
                </c:pt>
                <c:pt idx="1087">
                  <c:v>0.21219730731863584</c:v>
                </c:pt>
                <c:pt idx="1088">
                  <c:v>0.21365194408741828</c:v>
                </c:pt>
                <c:pt idx="1089">
                  <c:v>0.2021222506185878</c:v>
                </c:pt>
                <c:pt idx="1090">
                  <c:v>0.20464670734488677</c:v>
                </c:pt>
                <c:pt idx="1091">
                  <c:v>0.21934339717449447</c:v>
                </c:pt>
                <c:pt idx="1092">
                  <c:v>0.22129434660997371</c:v>
                </c:pt>
                <c:pt idx="1093">
                  <c:v>0.22654591230039656</c:v>
                </c:pt>
                <c:pt idx="1094">
                  <c:v>0.22531936638809613</c:v>
                </c:pt>
                <c:pt idx="1095">
                  <c:v>0.22458417476826331</c:v>
                </c:pt>
                <c:pt idx="1096">
                  <c:v>0.23095201247705832</c:v>
                </c:pt>
                <c:pt idx="1097">
                  <c:v>0.22959796526333354</c:v>
                </c:pt>
                <c:pt idx="1098">
                  <c:v>0.23033572404249147</c:v>
                </c:pt>
                <c:pt idx="1099">
                  <c:v>0.23390369764221464</c:v>
                </c:pt>
                <c:pt idx="1100">
                  <c:v>0.24352814648382393</c:v>
                </c:pt>
                <c:pt idx="1101">
                  <c:v>0.25509295824612366</c:v>
                </c:pt>
                <c:pt idx="1102">
                  <c:v>0.26990305515342805</c:v>
                </c:pt>
                <c:pt idx="1103">
                  <c:v>0.26291858835008419</c:v>
                </c:pt>
                <c:pt idx="1104">
                  <c:v>0.25761433027901393</c:v>
                </c:pt>
                <c:pt idx="1105">
                  <c:v>0.26277054903315777</c:v>
                </c:pt>
                <c:pt idx="1106">
                  <c:v>0.25329976991540915</c:v>
                </c:pt>
                <c:pt idx="1107">
                  <c:v>0.24853723078973067</c:v>
                </c:pt>
                <c:pt idx="1108">
                  <c:v>0.24404249675888767</c:v>
                </c:pt>
                <c:pt idx="1109">
                  <c:v>0.22712351880296677</c:v>
                </c:pt>
                <c:pt idx="1110">
                  <c:v>0.23325913639698137</c:v>
                </c:pt>
                <c:pt idx="1111">
                  <c:v>0.2333824623106211</c:v>
                </c:pt>
                <c:pt idx="1112">
                  <c:v>0.24546961044126525</c:v>
                </c:pt>
                <c:pt idx="1113">
                  <c:v>0.24534506348022123</c:v>
                </c:pt>
                <c:pt idx="1114">
                  <c:v>0.23762392408664379</c:v>
                </c:pt>
                <c:pt idx="1115">
                  <c:v>0.24876253940342341</c:v>
                </c:pt>
                <c:pt idx="1116">
                  <c:v>0.24951179692706549</c:v>
                </c:pt>
                <c:pt idx="1117">
                  <c:v>0.22951960817623251</c:v>
                </c:pt>
                <c:pt idx="1118">
                  <c:v>0.23763443759019554</c:v>
                </c:pt>
                <c:pt idx="1119">
                  <c:v>0.23862454514026754</c:v>
                </c:pt>
                <c:pt idx="1120">
                  <c:v>0.24184496895763208</c:v>
                </c:pt>
                <c:pt idx="1121">
                  <c:v>0.2453221348707133</c:v>
                </c:pt>
                <c:pt idx="1122">
                  <c:v>0.24681652143255817</c:v>
                </c:pt>
                <c:pt idx="1123">
                  <c:v>0.24320075352040371</c:v>
                </c:pt>
                <c:pt idx="1124">
                  <c:v>0.24257915314364364</c:v>
                </c:pt>
                <c:pt idx="1125">
                  <c:v>0.23015336161220712</c:v>
                </c:pt>
                <c:pt idx="1126">
                  <c:v>0.22855416224211123</c:v>
                </c:pt>
                <c:pt idx="1127">
                  <c:v>0.23285410180995858</c:v>
                </c:pt>
                <c:pt idx="1128">
                  <c:v>0.2276761145823567</c:v>
                </c:pt>
                <c:pt idx="1129">
                  <c:v>0.21699533238549007</c:v>
                </c:pt>
                <c:pt idx="1130">
                  <c:v>0.22441900391304159</c:v>
                </c:pt>
                <c:pt idx="1131">
                  <c:v>0.22050086310051986</c:v>
                </c:pt>
                <c:pt idx="1132">
                  <c:v>0.22465056603506173</c:v>
                </c:pt>
                <c:pt idx="1133">
                  <c:v>0.23665214158220538</c:v>
                </c:pt>
                <c:pt idx="1134">
                  <c:v>0.22589326795044018</c:v>
                </c:pt>
                <c:pt idx="1135">
                  <c:v>0.22871282246672608</c:v>
                </c:pt>
                <c:pt idx="1136">
                  <c:v>0.21863737732249899</c:v>
                </c:pt>
                <c:pt idx="1137">
                  <c:v>0.21083809810763499</c:v>
                </c:pt>
                <c:pt idx="1138">
                  <c:v>0.21265435525479659</c:v>
                </c:pt>
                <c:pt idx="1139">
                  <c:v>0.21071410828638881</c:v>
                </c:pt>
                <c:pt idx="1140">
                  <c:v>0.21010875123224571</c:v>
                </c:pt>
                <c:pt idx="1141">
                  <c:v>0.20829358810539733</c:v>
                </c:pt>
                <c:pt idx="1142">
                  <c:v>0.20273543760011248</c:v>
                </c:pt>
                <c:pt idx="1143">
                  <c:v>0.18421331186107071</c:v>
                </c:pt>
                <c:pt idx="1144">
                  <c:v>0.17130538676178508</c:v>
                </c:pt>
                <c:pt idx="1145">
                  <c:v>0.16720581790811884</c:v>
                </c:pt>
                <c:pt idx="1146">
                  <c:v>0.17070743536184296</c:v>
                </c:pt>
                <c:pt idx="1147">
                  <c:v>0.16333197851906345</c:v>
                </c:pt>
                <c:pt idx="1148">
                  <c:v>0.14785966320475996</c:v>
                </c:pt>
                <c:pt idx="1149">
                  <c:v>0.14372736841722267</c:v>
                </c:pt>
                <c:pt idx="1150">
                  <c:v>0.1450998412593234</c:v>
                </c:pt>
                <c:pt idx="1151">
                  <c:v>0.14223709165617526</c:v>
                </c:pt>
                <c:pt idx="1152">
                  <c:v>0.13721124845288823</c:v>
                </c:pt>
                <c:pt idx="1153">
                  <c:v>0.12333727122176308</c:v>
                </c:pt>
                <c:pt idx="1154">
                  <c:v>0.14232167110541072</c:v>
                </c:pt>
                <c:pt idx="1155">
                  <c:v>0.13101268656146714</c:v>
                </c:pt>
                <c:pt idx="1156">
                  <c:v>0.14334072484498694</c:v>
                </c:pt>
                <c:pt idx="1157">
                  <c:v>0.13991070267045203</c:v>
                </c:pt>
                <c:pt idx="1158">
                  <c:v>0.13774487233537824</c:v>
                </c:pt>
                <c:pt idx="1159">
                  <c:v>0.14229585182471971</c:v>
                </c:pt>
                <c:pt idx="1160">
                  <c:v>0.13955434178034043</c:v>
                </c:pt>
                <c:pt idx="1161">
                  <c:v>0.16451058186532985</c:v>
                </c:pt>
                <c:pt idx="1162">
                  <c:v>0.16544219033082208</c:v>
                </c:pt>
                <c:pt idx="1163">
                  <c:v>0.17301756456797235</c:v>
                </c:pt>
                <c:pt idx="1164">
                  <c:v>0.16480644161599645</c:v>
                </c:pt>
                <c:pt idx="1165">
                  <c:v>0.15455614492977565</c:v>
                </c:pt>
                <c:pt idx="1166">
                  <c:v>0.15155429895295813</c:v>
                </c:pt>
                <c:pt idx="1167">
                  <c:v>0.15777269216730416</c:v>
                </c:pt>
                <c:pt idx="1168">
                  <c:v>0.15869891032103789</c:v>
                </c:pt>
                <c:pt idx="1169">
                  <c:v>0.17387786604624367</c:v>
                </c:pt>
                <c:pt idx="1170">
                  <c:v>0.17293876375340655</c:v>
                </c:pt>
                <c:pt idx="1171">
                  <c:v>0.17669216779741759</c:v>
                </c:pt>
                <c:pt idx="1172">
                  <c:v>0.1712793838255493</c:v>
                </c:pt>
                <c:pt idx="1173">
                  <c:v>0.16226053257009254</c:v>
                </c:pt>
                <c:pt idx="1174">
                  <c:v>0.16284166283637758</c:v>
                </c:pt>
                <c:pt idx="1175">
                  <c:v>0.17388865863332326</c:v>
                </c:pt>
                <c:pt idx="1176">
                  <c:v>0.17236260337709997</c:v>
                </c:pt>
                <c:pt idx="1177">
                  <c:v>0.16591460905852595</c:v>
                </c:pt>
                <c:pt idx="1178">
                  <c:v>0.17034508457294839</c:v>
                </c:pt>
                <c:pt idx="1179">
                  <c:v>0.18181446640176335</c:v>
                </c:pt>
                <c:pt idx="1180">
                  <c:v>0.17885993023575897</c:v>
                </c:pt>
                <c:pt idx="1181">
                  <c:v>0.18015667615901831</c:v>
                </c:pt>
                <c:pt idx="1182">
                  <c:v>0.18629349087504532</c:v>
                </c:pt>
                <c:pt idx="1183">
                  <c:v>0.18819156046044538</c:v>
                </c:pt>
                <c:pt idx="1184">
                  <c:v>0.17832957050862364</c:v>
                </c:pt>
                <c:pt idx="1185">
                  <c:v>0.17750473980926751</c:v>
                </c:pt>
                <c:pt idx="1186">
                  <c:v>0.17868224454907655</c:v>
                </c:pt>
                <c:pt idx="1187">
                  <c:v>0.18999759409674777</c:v>
                </c:pt>
                <c:pt idx="1188">
                  <c:v>0.19083059241261546</c:v>
                </c:pt>
                <c:pt idx="1189">
                  <c:v>0.18832984816854892</c:v>
                </c:pt>
                <c:pt idx="1190">
                  <c:v>0.18595318847221187</c:v>
                </c:pt>
                <c:pt idx="1191">
                  <c:v>0.16792670000743426</c:v>
                </c:pt>
                <c:pt idx="1192">
                  <c:v>0.15005742149732049</c:v>
                </c:pt>
                <c:pt idx="1193">
                  <c:v>0.15431263395686057</c:v>
                </c:pt>
                <c:pt idx="1194">
                  <c:v>0.15350461511309077</c:v>
                </c:pt>
                <c:pt idx="1195">
                  <c:v>0.14485333049974258</c:v>
                </c:pt>
                <c:pt idx="1196">
                  <c:v>0.14153325584129339</c:v>
                </c:pt>
                <c:pt idx="1197">
                  <c:v>0.14198986914362988</c:v>
                </c:pt>
                <c:pt idx="1198">
                  <c:v>0.16140369691907153</c:v>
                </c:pt>
                <c:pt idx="1199">
                  <c:v>0.169533522797505</c:v>
                </c:pt>
                <c:pt idx="1200">
                  <c:v>0.16649273563823153</c:v>
                </c:pt>
                <c:pt idx="1201">
                  <c:v>0.17127535585434828</c:v>
                </c:pt>
                <c:pt idx="1202">
                  <c:v>0.17115822831876293</c:v>
                </c:pt>
                <c:pt idx="1203">
                  <c:v>0.1535908548939815</c:v>
                </c:pt>
                <c:pt idx="1204">
                  <c:v>0.14309317811444622</c:v>
                </c:pt>
                <c:pt idx="1205">
                  <c:v>0.14652245764878935</c:v>
                </c:pt>
                <c:pt idx="1206">
                  <c:v>0.14400010824196197</c:v>
                </c:pt>
                <c:pt idx="1207">
                  <c:v>0.12375130632607911</c:v>
                </c:pt>
                <c:pt idx="1208">
                  <c:v>0.12656068459189429</c:v>
                </c:pt>
                <c:pt idx="1209">
                  <c:v>0.1425578463130992</c:v>
                </c:pt>
                <c:pt idx="1210">
                  <c:v>0.1523838437913918</c:v>
                </c:pt>
                <c:pt idx="1211">
                  <c:v>0.15077050641008394</c:v>
                </c:pt>
                <c:pt idx="1212">
                  <c:v>0.15353235562546819</c:v>
                </c:pt>
                <c:pt idx="1213">
                  <c:v>0.15214811679871776</c:v>
                </c:pt>
                <c:pt idx="1214">
                  <c:v>0.15111118349359898</c:v>
                </c:pt>
                <c:pt idx="1215">
                  <c:v>0.13453518245129126</c:v>
                </c:pt>
                <c:pt idx="1216">
                  <c:v>0.14656125538527487</c:v>
                </c:pt>
                <c:pt idx="1217">
                  <c:v>0.15802686793912768</c:v>
                </c:pt>
                <c:pt idx="1218">
                  <c:v>0.16439601571279305</c:v>
                </c:pt>
                <c:pt idx="1219">
                  <c:v>0.16381381770493664</c:v>
                </c:pt>
                <c:pt idx="1220">
                  <c:v>0.17242603995595318</c:v>
                </c:pt>
                <c:pt idx="1221">
                  <c:v>0.17160534172798392</c:v>
                </c:pt>
                <c:pt idx="1222">
                  <c:v>0.18121250553015344</c:v>
                </c:pt>
                <c:pt idx="1223">
                  <c:v>0.18121250553015344</c:v>
                </c:pt>
                <c:pt idx="1224">
                  <c:v>0.17306213924199532</c:v>
                </c:pt>
                <c:pt idx="1225">
                  <c:v>0.17036409632173877</c:v>
                </c:pt>
                <c:pt idx="1226">
                  <c:v>0.1737581522010716</c:v>
                </c:pt>
                <c:pt idx="1227">
                  <c:v>0.17270176986409069</c:v>
                </c:pt>
                <c:pt idx="1228">
                  <c:v>0.17844800853642462</c:v>
                </c:pt>
                <c:pt idx="1229">
                  <c:v>0.16996318287496237</c:v>
                </c:pt>
                <c:pt idx="1230">
                  <c:v>0.17171812764927497</c:v>
                </c:pt>
                <c:pt idx="1231">
                  <c:v>0.16749994238973742</c:v>
                </c:pt>
                <c:pt idx="1232">
                  <c:v>0.16002794275844323</c:v>
                </c:pt>
                <c:pt idx="1233">
                  <c:v>0.16350802658671837</c:v>
                </c:pt>
                <c:pt idx="1234">
                  <c:v>0.16025020411227553</c:v>
                </c:pt>
                <c:pt idx="1235">
                  <c:v>0.16988028080640749</c:v>
                </c:pt>
                <c:pt idx="1236">
                  <c:v>0.17011425686256865</c:v>
                </c:pt>
                <c:pt idx="1237">
                  <c:v>0.17268850822766635</c:v>
                </c:pt>
                <c:pt idx="1238">
                  <c:v>0.17468207869165342</c:v>
                </c:pt>
                <c:pt idx="1239">
                  <c:v>0.17691397464116765</c:v>
                </c:pt>
                <c:pt idx="1240">
                  <c:v>0.1847992982712634</c:v>
                </c:pt>
                <c:pt idx="1241">
                  <c:v>0.18468081834143635</c:v>
                </c:pt>
                <c:pt idx="1242">
                  <c:v>0.17780966959505595</c:v>
                </c:pt>
                <c:pt idx="1243">
                  <c:v>0.18805661372053284</c:v>
                </c:pt>
                <c:pt idx="1244">
                  <c:v>0.19209600620718281</c:v>
                </c:pt>
                <c:pt idx="1245">
                  <c:v>0.19126153900283782</c:v>
                </c:pt>
                <c:pt idx="1246">
                  <c:v>0.19054678207943598</c:v>
                </c:pt>
                <c:pt idx="1247">
                  <c:v>0.19899966423220006</c:v>
                </c:pt>
                <c:pt idx="1248">
                  <c:v>0.18401216842929768</c:v>
                </c:pt>
                <c:pt idx="1249">
                  <c:v>0.17927611975558055</c:v>
                </c:pt>
                <c:pt idx="1250">
                  <c:v>0.18116296154718947</c:v>
                </c:pt>
                <c:pt idx="1251">
                  <c:v>0.17230423933558559</c:v>
                </c:pt>
                <c:pt idx="1252">
                  <c:v>0.18121375155453601</c:v>
                </c:pt>
                <c:pt idx="1253">
                  <c:v>0.18239496530609034</c:v>
                </c:pt>
                <c:pt idx="1254">
                  <c:v>0.20923533101853842</c:v>
                </c:pt>
                <c:pt idx="1255">
                  <c:v>0.2094771780847422</c:v>
                </c:pt>
                <c:pt idx="1256">
                  <c:v>0.21310560961899627</c:v>
                </c:pt>
                <c:pt idx="1257">
                  <c:v>0.21177119344841544</c:v>
                </c:pt>
                <c:pt idx="1258">
                  <c:v>0.21298296464186373</c:v>
                </c:pt>
                <c:pt idx="1259">
                  <c:v>0.21395335101357715</c:v>
                </c:pt>
                <c:pt idx="1260">
                  <c:v>0.21298218833276628</c:v>
                </c:pt>
                <c:pt idx="1261">
                  <c:v>0.19915419138577284</c:v>
                </c:pt>
                <c:pt idx="1262">
                  <c:v>0.19699571384127834</c:v>
                </c:pt>
                <c:pt idx="1263">
                  <c:v>0.1996291044117291</c:v>
                </c:pt>
                <c:pt idx="1264">
                  <c:v>0.20514739829202289</c:v>
                </c:pt>
                <c:pt idx="1265">
                  <c:v>0.19430107170739475</c:v>
                </c:pt>
                <c:pt idx="1266">
                  <c:v>0.19442050181456549</c:v>
                </c:pt>
                <c:pt idx="1267">
                  <c:v>0.20266200327708583</c:v>
                </c:pt>
                <c:pt idx="1268">
                  <c:v>0.20350386667937981</c:v>
                </c:pt>
                <c:pt idx="1269">
                  <c:v>0.20326316590604399</c:v>
                </c:pt>
                <c:pt idx="1270">
                  <c:v>0.21084372385125194</c:v>
                </c:pt>
                <c:pt idx="1271">
                  <c:v>0.20999613324455613</c:v>
                </c:pt>
                <c:pt idx="1272">
                  <c:v>0.22693607910997993</c:v>
                </c:pt>
                <c:pt idx="1273">
                  <c:v>0.23405230836881774</c:v>
                </c:pt>
                <c:pt idx="1274">
                  <c:v>0.24380132160493151</c:v>
                </c:pt>
                <c:pt idx="1275">
                  <c:v>0.24479636266221538</c:v>
                </c:pt>
                <c:pt idx="1276">
                  <c:v>0.25736880592510381</c:v>
                </c:pt>
                <c:pt idx="1277">
                  <c:v>0.25661438464154873</c:v>
                </c:pt>
                <c:pt idx="1278">
                  <c:v>0.25787099902619004</c:v>
                </c:pt>
                <c:pt idx="1279">
                  <c:v>0.25610997962755344</c:v>
                </c:pt>
                <c:pt idx="1280">
                  <c:v>0.25837097759088312</c:v>
                </c:pt>
                <c:pt idx="1281">
                  <c:v>0.27686903096146898</c:v>
                </c:pt>
                <c:pt idx="1282">
                  <c:v>0.26971856438808461</c:v>
                </c:pt>
                <c:pt idx="1283">
                  <c:v>0.26502060569984875</c:v>
                </c:pt>
                <c:pt idx="1284">
                  <c:v>0.25793649030792953</c:v>
                </c:pt>
                <c:pt idx="1285">
                  <c:v>0.25554641097634434</c:v>
                </c:pt>
                <c:pt idx="1286">
                  <c:v>0.24801313251048618</c:v>
                </c:pt>
                <c:pt idx="1287">
                  <c:v>0.25225637716102201</c:v>
                </c:pt>
                <c:pt idx="1288">
                  <c:v>0.23685362372194141</c:v>
                </c:pt>
                <c:pt idx="1289">
                  <c:v>0.22955618734198202</c:v>
                </c:pt>
                <c:pt idx="1290">
                  <c:v>0.22180998336172753</c:v>
                </c:pt>
                <c:pt idx="1291">
                  <c:v>0.22498668931846799</c:v>
                </c:pt>
                <c:pt idx="1292">
                  <c:v>0.22461919331167257</c:v>
                </c:pt>
                <c:pt idx="1293">
                  <c:v>0.23319152766485418</c:v>
                </c:pt>
                <c:pt idx="1294">
                  <c:v>0.23528795326188456</c:v>
                </c:pt>
                <c:pt idx="1295">
                  <c:v>0.22429389047785375</c:v>
                </c:pt>
                <c:pt idx="1296">
                  <c:v>0.22723219581500054</c:v>
                </c:pt>
                <c:pt idx="1297">
                  <c:v>0.23165023171993471</c:v>
                </c:pt>
                <c:pt idx="1298">
                  <c:v>0.2431045788749302</c:v>
                </c:pt>
                <c:pt idx="1299">
                  <c:v>0.23042491217040584</c:v>
                </c:pt>
                <c:pt idx="1300">
                  <c:v>0.2461743510461869</c:v>
                </c:pt>
                <c:pt idx="1301">
                  <c:v>0.24330815003878081</c:v>
                </c:pt>
                <c:pt idx="1302">
                  <c:v>0.21869064866801291</c:v>
                </c:pt>
                <c:pt idx="1303">
                  <c:v>0.21820317240854581</c:v>
                </c:pt>
                <c:pt idx="1304">
                  <c:v>0.21978683653267694</c:v>
                </c:pt>
                <c:pt idx="1305">
                  <c:v>0.21210217946252108</c:v>
                </c:pt>
                <c:pt idx="1306">
                  <c:v>0.20058720875762726</c:v>
                </c:pt>
                <c:pt idx="1307">
                  <c:v>0.19038221748318751</c:v>
                </c:pt>
                <c:pt idx="1308">
                  <c:v>0.19681028145759671</c:v>
                </c:pt>
                <c:pt idx="1309">
                  <c:v>0.19429697986653571</c:v>
                </c:pt>
                <c:pt idx="1310">
                  <c:v>0.19083351862492282</c:v>
                </c:pt>
                <c:pt idx="1311">
                  <c:v>0.18749918477277294</c:v>
                </c:pt>
                <c:pt idx="1312">
                  <c:v>0.18096793925652266</c:v>
                </c:pt>
                <c:pt idx="1313">
                  <c:v>0.18191271360792771</c:v>
                </c:pt>
                <c:pt idx="1314">
                  <c:v>0.17883974055254703</c:v>
                </c:pt>
                <c:pt idx="1315">
                  <c:v>0.17447803351250246</c:v>
                </c:pt>
                <c:pt idx="1316">
                  <c:v>0.16390773121088986</c:v>
                </c:pt>
                <c:pt idx="1317">
                  <c:v>0.166701109765796</c:v>
                </c:pt>
                <c:pt idx="1318">
                  <c:v>0.16950119242923378</c:v>
                </c:pt>
                <c:pt idx="1319">
                  <c:v>0.17031984326393412</c:v>
                </c:pt>
                <c:pt idx="1320">
                  <c:v>0.17570331454294807</c:v>
                </c:pt>
                <c:pt idx="1321">
                  <c:v>0.19228073127800371</c:v>
                </c:pt>
                <c:pt idx="1322">
                  <c:v>0.19430760852117634</c:v>
                </c:pt>
                <c:pt idx="1323">
                  <c:v>0.18893322428283121</c:v>
                </c:pt>
                <c:pt idx="1324">
                  <c:v>0.19214334398839483</c:v>
                </c:pt>
                <c:pt idx="1325">
                  <c:v>0.17700312351974223</c:v>
                </c:pt>
                <c:pt idx="1326">
                  <c:v>0.18171113601382127</c:v>
                </c:pt>
                <c:pt idx="1327">
                  <c:v>0.19482812962357476</c:v>
                </c:pt>
                <c:pt idx="1328">
                  <c:v>0.19685933744393491</c:v>
                </c:pt>
                <c:pt idx="1329">
                  <c:v>0.19290970163037002</c:v>
                </c:pt>
                <c:pt idx="1330">
                  <c:v>0.16308695908961068</c:v>
                </c:pt>
                <c:pt idx="1331">
                  <c:v>0.16192387213052117</c:v>
                </c:pt>
                <c:pt idx="1332">
                  <c:v>0.1473998237288896</c:v>
                </c:pt>
                <c:pt idx="1333">
                  <c:v>0.15600532240685627</c:v>
                </c:pt>
                <c:pt idx="1334">
                  <c:v>0.15623652347133765</c:v>
                </c:pt>
                <c:pt idx="1335">
                  <c:v>0.17034260905768805</c:v>
                </c:pt>
                <c:pt idx="1336">
                  <c:v>0.16472496453421104</c:v>
                </c:pt>
                <c:pt idx="1337">
                  <c:v>0.16950033688880128</c:v>
                </c:pt>
                <c:pt idx="1338">
                  <c:v>0.17803768934808972</c:v>
                </c:pt>
                <c:pt idx="1339">
                  <c:v>0.172265304670284</c:v>
                </c:pt>
                <c:pt idx="1340">
                  <c:v>0.1660522985555315</c:v>
                </c:pt>
                <c:pt idx="1341">
                  <c:v>0.17281540188715372</c:v>
                </c:pt>
                <c:pt idx="1342">
                  <c:v>0.16120452940847096</c:v>
                </c:pt>
                <c:pt idx="1343">
                  <c:v>0.15853375899083155</c:v>
                </c:pt>
                <c:pt idx="1344">
                  <c:v>0.14729598152862033</c:v>
                </c:pt>
                <c:pt idx="1345">
                  <c:v>0.14764017032307897</c:v>
                </c:pt>
                <c:pt idx="1346">
                  <c:v>0.1486730464763697</c:v>
                </c:pt>
                <c:pt idx="1347">
                  <c:v>0.15223393292044651</c:v>
                </c:pt>
                <c:pt idx="1348">
                  <c:v>0.14117248716441022</c:v>
                </c:pt>
                <c:pt idx="1349">
                  <c:v>0.14436777012847046</c:v>
                </c:pt>
                <c:pt idx="1350">
                  <c:v>0.13120754077199304</c:v>
                </c:pt>
                <c:pt idx="1351">
                  <c:v>0.14093592562263213</c:v>
                </c:pt>
                <c:pt idx="1352">
                  <c:v>0.13888224095651136</c:v>
                </c:pt>
                <c:pt idx="1353">
                  <c:v>0.12441843649636364</c:v>
                </c:pt>
                <c:pt idx="1354">
                  <c:v>0.12329401805986717</c:v>
                </c:pt>
                <c:pt idx="1355">
                  <c:v>0.12048578301471746</c:v>
                </c:pt>
                <c:pt idx="1356">
                  <c:v>0.11454720836473942</c:v>
                </c:pt>
                <c:pt idx="1357">
                  <c:v>0.11142647618131818</c:v>
                </c:pt>
                <c:pt idx="1358">
                  <c:v>0.11175990412417258</c:v>
                </c:pt>
                <c:pt idx="1359">
                  <c:v>0.10264347291035447</c:v>
                </c:pt>
                <c:pt idx="1360">
                  <c:v>0.10187162247931725</c:v>
                </c:pt>
                <c:pt idx="1361">
                  <c:v>9.7464135989399958E-2</c:v>
                </c:pt>
                <c:pt idx="1362">
                  <c:v>8.4953044839120917E-2</c:v>
                </c:pt>
                <c:pt idx="1363">
                  <c:v>6.4121946378209893E-2</c:v>
                </c:pt>
                <c:pt idx="1364">
                  <c:v>3.7838134302668136E-2</c:v>
                </c:pt>
                <c:pt idx="1365">
                  <c:v>4.5103001242786656E-2</c:v>
                </c:pt>
                <c:pt idx="1366">
                  <c:v>6.6841143668636471E-2</c:v>
                </c:pt>
                <c:pt idx="1367">
                  <c:v>7.2602085844447162E-2</c:v>
                </c:pt>
                <c:pt idx="1368">
                  <c:v>8.8583856923529325E-2</c:v>
                </c:pt>
                <c:pt idx="1369">
                  <c:v>9.0652166251684152E-2</c:v>
                </c:pt>
                <c:pt idx="1370">
                  <c:v>7.5383035924160513E-2</c:v>
                </c:pt>
                <c:pt idx="1371">
                  <c:v>7.7103648781639222E-2</c:v>
                </c:pt>
                <c:pt idx="1372">
                  <c:v>7.936556644408066E-2</c:v>
                </c:pt>
                <c:pt idx="1373">
                  <c:v>6.7600481769840126E-2</c:v>
                </c:pt>
                <c:pt idx="1374">
                  <c:v>6.4824720517238532E-2</c:v>
                </c:pt>
                <c:pt idx="1375">
                  <c:v>6.6954369958273086E-2</c:v>
                </c:pt>
                <c:pt idx="1376">
                  <c:v>9.8109437561054502E-2</c:v>
                </c:pt>
                <c:pt idx="1377">
                  <c:v>0.11117693986803112</c:v>
                </c:pt>
                <c:pt idx="1378">
                  <c:v>9.5064874239944697E-2</c:v>
                </c:pt>
                <c:pt idx="1379">
                  <c:v>9.1889186104648912E-2</c:v>
                </c:pt>
                <c:pt idx="1380">
                  <c:v>9.4400531232689655E-2</c:v>
                </c:pt>
                <c:pt idx="1381">
                  <c:v>0.11869622302605531</c:v>
                </c:pt>
                <c:pt idx="1382">
                  <c:v>0.12104548509441004</c:v>
                </c:pt>
                <c:pt idx="1383">
                  <c:v>0.12956543078112759</c:v>
                </c:pt>
                <c:pt idx="1384">
                  <c:v>0.10900733994091105</c:v>
                </c:pt>
                <c:pt idx="1385">
                  <c:v>0.11821210086242062</c:v>
                </c:pt>
                <c:pt idx="1386">
                  <c:v>9.752517699646579E-2</c:v>
                </c:pt>
                <c:pt idx="1387">
                  <c:v>9.752517699646579E-2</c:v>
                </c:pt>
                <c:pt idx="1388">
                  <c:v>9.5330126642472868E-2</c:v>
                </c:pt>
                <c:pt idx="1389">
                  <c:v>0.10902175322550378</c:v>
                </c:pt>
                <c:pt idx="1390">
                  <c:v>0.11800482942663026</c:v>
                </c:pt>
                <c:pt idx="1391">
                  <c:v>0.11107319948418515</c:v>
                </c:pt>
                <c:pt idx="1392">
                  <c:v>0.11496195568237977</c:v>
                </c:pt>
                <c:pt idx="1393">
                  <c:v>0.12521960567465773</c:v>
                </c:pt>
                <c:pt idx="1394">
                  <c:v>0.14086015819353559</c:v>
                </c:pt>
                <c:pt idx="1395">
                  <c:v>0.15261101782292896</c:v>
                </c:pt>
                <c:pt idx="1396">
                  <c:v>0.15480097875679255</c:v>
                </c:pt>
                <c:pt idx="1397">
                  <c:v>0.15272233699503035</c:v>
                </c:pt>
                <c:pt idx="1398">
                  <c:v>0.14753508647855273</c:v>
                </c:pt>
                <c:pt idx="1399">
                  <c:v>0.16130550751629547</c:v>
                </c:pt>
                <c:pt idx="1400">
                  <c:v>0.15886676595051119</c:v>
                </c:pt>
                <c:pt idx="1401">
                  <c:v>0.15933031265689124</c:v>
                </c:pt>
                <c:pt idx="1402">
                  <c:v>0.1643154330013159</c:v>
                </c:pt>
                <c:pt idx="1403">
                  <c:v>0.16769194775701957</c:v>
                </c:pt>
                <c:pt idx="1404">
                  <c:v>0.15823364298018761</c:v>
                </c:pt>
                <c:pt idx="1405">
                  <c:v>0.16854192240271115</c:v>
                </c:pt>
                <c:pt idx="1406">
                  <c:v>0.17298238170784153</c:v>
                </c:pt>
                <c:pt idx="1407">
                  <c:v>0.17145750461162135</c:v>
                </c:pt>
                <c:pt idx="1408">
                  <c:v>0.17028604710700979</c:v>
                </c:pt>
                <c:pt idx="1409">
                  <c:v>0.16630707454684601</c:v>
                </c:pt>
                <c:pt idx="1410">
                  <c:v>0.1685230579884851</c:v>
                </c:pt>
                <c:pt idx="1411">
                  <c:v>0.17413196866682967</c:v>
                </c:pt>
                <c:pt idx="1412">
                  <c:v>0.18129417367569722</c:v>
                </c:pt>
                <c:pt idx="1413">
                  <c:v>0.18223920901463764</c:v>
                </c:pt>
                <c:pt idx="1414">
                  <c:v>0.17975650667570697</c:v>
                </c:pt>
                <c:pt idx="1415">
                  <c:v>0.17255999198498517</c:v>
                </c:pt>
                <c:pt idx="1416">
                  <c:v>0.16763524001864827</c:v>
                </c:pt>
                <c:pt idx="1417">
                  <c:v>0.15198892780239848</c:v>
                </c:pt>
                <c:pt idx="1418">
                  <c:v>0.15198892780239848</c:v>
                </c:pt>
                <c:pt idx="1419">
                  <c:v>0.14864815991177149</c:v>
                </c:pt>
                <c:pt idx="1420">
                  <c:v>0.1372765431286449</c:v>
                </c:pt>
                <c:pt idx="1421">
                  <c:v>0.11930757374721224</c:v>
                </c:pt>
                <c:pt idx="1422">
                  <c:v>0.13050064948468432</c:v>
                </c:pt>
                <c:pt idx="1423">
                  <c:v>0.13129199993932361</c:v>
                </c:pt>
                <c:pt idx="1424">
                  <c:v>0.1470169587384802</c:v>
                </c:pt>
                <c:pt idx="1425">
                  <c:v>0.1470169587384802</c:v>
                </c:pt>
                <c:pt idx="1426">
                  <c:v>0.15229323674867712</c:v>
                </c:pt>
                <c:pt idx="1427">
                  <c:v>0.15978314278754335</c:v>
                </c:pt>
                <c:pt idx="1428">
                  <c:v>0.15537596684495059</c:v>
                </c:pt>
                <c:pt idx="1429">
                  <c:v>0.16877832806035209</c:v>
                </c:pt>
                <c:pt idx="1430">
                  <c:v>0.16714203840106756</c:v>
                </c:pt>
                <c:pt idx="1431">
                  <c:v>0.14449948285608682</c:v>
                </c:pt>
                <c:pt idx="1432">
                  <c:v>0.1654438233923532</c:v>
                </c:pt>
                <c:pt idx="1433">
                  <c:v>0.15565409527585738</c:v>
                </c:pt>
                <c:pt idx="1434">
                  <c:v>0.14663999333270561</c:v>
                </c:pt>
                <c:pt idx="1435">
                  <c:v>0.13482960140137878</c:v>
                </c:pt>
                <c:pt idx="1436">
                  <c:v>0.12790714083283028</c:v>
                </c:pt>
                <c:pt idx="1437">
                  <c:v>0.12113969798783319</c:v>
                </c:pt>
                <c:pt idx="1438">
                  <c:v>0.1219244957764245</c:v>
                </c:pt>
                <c:pt idx="1439">
                  <c:v>0.12753411825530647</c:v>
                </c:pt>
                <c:pt idx="1440">
                  <c:v>0.12640658413705119</c:v>
                </c:pt>
                <c:pt idx="1441">
                  <c:v>0.11615628422140412</c:v>
                </c:pt>
                <c:pt idx="1442">
                  <c:v>0.11905829056037964</c:v>
                </c:pt>
                <c:pt idx="1443">
                  <c:v>0.14099183305536322</c:v>
                </c:pt>
                <c:pt idx="1444">
                  <c:v>0.14418661018791812</c:v>
                </c:pt>
                <c:pt idx="1445">
                  <c:v>0.13869451445901615</c:v>
                </c:pt>
                <c:pt idx="1446">
                  <c:v>0.14222446745383932</c:v>
                </c:pt>
                <c:pt idx="1447">
                  <c:v>0.15033426117276161</c:v>
                </c:pt>
                <c:pt idx="1448">
                  <c:v>0.15528069849580439</c:v>
                </c:pt>
                <c:pt idx="1449">
                  <c:v>0.1496198230731749</c:v>
                </c:pt>
                <c:pt idx="1450">
                  <c:v>0.13306529762092123</c:v>
                </c:pt>
                <c:pt idx="1451">
                  <c:v>0.13034594090663099</c:v>
                </c:pt>
                <c:pt idx="1452">
                  <c:v>0.12638973011345778</c:v>
                </c:pt>
                <c:pt idx="1453">
                  <c:v>9.9469015563746099E-2</c:v>
                </c:pt>
                <c:pt idx="1454">
                  <c:v>0.10650561726335406</c:v>
                </c:pt>
                <c:pt idx="1455">
                  <c:v>9.9313330751142237E-2</c:v>
                </c:pt>
                <c:pt idx="1456">
                  <c:v>8.6781158780579348E-2</c:v>
                </c:pt>
                <c:pt idx="1457">
                  <c:v>9.4932017471433872E-2</c:v>
                </c:pt>
                <c:pt idx="1458">
                  <c:v>8.1573846858282284E-2</c:v>
                </c:pt>
                <c:pt idx="1459">
                  <c:v>8.027595824205247E-2</c:v>
                </c:pt>
                <c:pt idx="1460">
                  <c:v>9.4211518103374914E-2</c:v>
                </c:pt>
                <c:pt idx="1461">
                  <c:v>8.4144772136823809E-2</c:v>
                </c:pt>
                <c:pt idx="1462">
                  <c:v>7.2002350688891381E-2</c:v>
                </c:pt>
                <c:pt idx="1463">
                  <c:v>7.1144748808340319E-2</c:v>
                </c:pt>
                <c:pt idx="1464">
                  <c:v>7.8107189675594491E-2</c:v>
                </c:pt>
                <c:pt idx="1465">
                  <c:v>5.2124806404412638E-2</c:v>
                </c:pt>
                <c:pt idx="1466">
                  <c:v>4.8652794543278199E-2</c:v>
                </c:pt>
                <c:pt idx="1467">
                  <c:v>7.2037751861593335E-2</c:v>
                </c:pt>
                <c:pt idx="1468">
                  <c:v>7.8684385923135203E-2</c:v>
                </c:pt>
                <c:pt idx="1469">
                  <c:v>6.4553620467542094E-2</c:v>
                </c:pt>
                <c:pt idx="1470">
                  <c:v>8.2225210567303142E-2</c:v>
                </c:pt>
                <c:pt idx="1471">
                  <c:v>8.4822551072664565E-2</c:v>
                </c:pt>
                <c:pt idx="1472">
                  <c:v>8.7534607450346247E-2</c:v>
                </c:pt>
                <c:pt idx="1473">
                  <c:v>9.4929842781008578E-2</c:v>
                </c:pt>
                <c:pt idx="1474">
                  <c:v>8.2885614510417538E-2</c:v>
                </c:pt>
                <c:pt idx="1475">
                  <c:v>7.2923066856921626E-2</c:v>
                </c:pt>
                <c:pt idx="1476">
                  <c:v>9.1377343606860784E-2</c:v>
                </c:pt>
                <c:pt idx="1477">
                  <c:v>9.3232685090992584E-2</c:v>
                </c:pt>
                <c:pt idx="1478">
                  <c:v>6.2294200102917419E-2</c:v>
                </c:pt>
                <c:pt idx="1479">
                  <c:v>5.4220764182135284E-2</c:v>
                </c:pt>
                <c:pt idx="1480">
                  <c:v>7.0244919797703753E-2</c:v>
                </c:pt>
                <c:pt idx="1481">
                  <c:v>8.4907275198932375E-2</c:v>
                </c:pt>
                <c:pt idx="1482">
                  <c:v>8.6860108294290583E-2</c:v>
                </c:pt>
                <c:pt idx="1483">
                  <c:v>0.10001111560465148</c:v>
                </c:pt>
                <c:pt idx="1484">
                  <c:v>0.10254114117054214</c:v>
                </c:pt>
                <c:pt idx="1485">
                  <c:v>0.10099758357290334</c:v>
                </c:pt>
                <c:pt idx="1486">
                  <c:v>0.10132788284797511</c:v>
                </c:pt>
                <c:pt idx="1487">
                  <c:v>0.10077721890655122</c:v>
                </c:pt>
                <c:pt idx="1488">
                  <c:v>0.10297877334436434</c:v>
                </c:pt>
                <c:pt idx="1489">
                  <c:v>0.10231698608035766</c:v>
                </c:pt>
                <c:pt idx="1490">
                  <c:v>9.9561193615156807E-2</c:v>
                </c:pt>
                <c:pt idx="1491">
                  <c:v>0.11825373390661431</c:v>
                </c:pt>
                <c:pt idx="1492">
                  <c:v>0.12507508168344472</c:v>
                </c:pt>
                <c:pt idx="1493">
                  <c:v>0.12338746906091957</c:v>
                </c:pt>
                <c:pt idx="1494">
                  <c:v>0.12563424399904144</c:v>
                </c:pt>
                <c:pt idx="1495">
                  <c:v>0.11730455059344846</c:v>
                </c:pt>
                <c:pt idx="1496">
                  <c:v>0.12054473379016928</c:v>
                </c:pt>
                <c:pt idx="1497">
                  <c:v>0.1313019632345549</c:v>
                </c:pt>
                <c:pt idx="1498">
                  <c:v>0.133790827553671</c:v>
                </c:pt>
                <c:pt idx="1499">
                  <c:v>0.1345844811329584</c:v>
                </c:pt>
                <c:pt idx="1500">
                  <c:v>0.13310952130748555</c:v>
                </c:pt>
                <c:pt idx="1501">
                  <c:v>0.13560236225436206</c:v>
                </c:pt>
                <c:pt idx="1502">
                  <c:v>0.14377869926259357</c:v>
                </c:pt>
                <c:pt idx="1503">
                  <c:v>0.1462950124009712</c:v>
                </c:pt>
                <c:pt idx="1504">
                  <c:v>0.14469019938360983</c:v>
                </c:pt>
                <c:pt idx="1505">
                  <c:v>0.14995577430077445</c:v>
                </c:pt>
                <c:pt idx="1506">
                  <c:v>0.14915080525876379</c:v>
                </c:pt>
                <c:pt idx="1507">
                  <c:v>0.14374979647404751</c:v>
                </c:pt>
                <c:pt idx="1508">
                  <c:v>0.14237729671827859</c:v>
                </c:pt>
                <c:pt idx="1509">
                  <c:v>0.14317696082598119</c:v>
                </c:pt>
                <c:pt idx="1510">
                  <c:v>0.15060761107135012</c:v>
                </c:pt>
                <c:pt idx="1511">
                  <c:v>0.15532510227674257</c:v>
                </c:pt>
                <c:pt idx="1512">
                  <c:v>0.15209019199036766</c:v>
                </c:pt>
                <c:pt idx="1513">
                  <c:v>0.13573051126410451</c:v>
                </c:pt>
                <c:pt idx="1514">
                  <c:v>0.13891055669564389</c:v>
                </c:pt>
                <c:pt idx="1515">
                  <c:v>0.12729366901734829</c:v>
                </c:pt>
                <c:pt idx="1516">
                  <c:v>0.13394470166455075</c:v>
                </c:pt>
                <c:pt idx="1517">
                  <c:v>0.13530543530654837</c:v>
                </c:pt>
                <c:pt idx="1518">
                  <c:v>0.1329212938924047</c:v>
                </c:pt>
                <c:pt idx="1519">
                  <c:v>0.13428079944507565</c:v>
                </c:pt>
                <c:pt idx="1520">
                  <c:v>0.14199390888130203</c:v>
                </c:pt>
                <c:pt idx="1521">
                  <c:v>0.16631837914047387</c:v>
                </c:pt>
                <c:pt idx="1522">
                  <c:v>0.16468553340967729</c:v>
                </c:pt>
                <c:pt idx="1523">
                  <c:v>0.16223969378951697</c:v>
                </c:pt>
                <c:pt idx="1524">
                  <c:v>0.16165857394262217</c:v>
                </c:pt>
                <c:pt idx="1525">
                  <c:v>0.15875442750776569</c:v>
                </c:pt>
                <c:pt idx="1526">
                  <c:v>0.16871971558433252</c:v>
                </c:pt>
                <c:pt idx="1527">
                  <c:v>0.16369422080731999</c:v>
                </c:pt>
                <c:pt idx="1528">
                  <c:v>0.1627632654306741</c:v>
                </c:pt>
                <c:pt idx="1529">
                  <c:v>0.1664841078800523</c:v>
                </c:pt>
                <c:pt idx="1530">
                  <c:v>0.16543427218296025</c:v>
                </c:pt>
                <c:pt idx="1531">
                  <c:v>0.15412955974278542</c:v>
                </c:pt>
                <c:pt idx="1532">
                  <c:v>0.14916680263589144</c:v>
                </c:pt>
                <c:pt idx="1533">
                  <c:v>0.14100771833717651</c:v>
                </c:pt>
                <c:pt idx="1534">
                  <c:v>0.14488714457952301</c:v>
                </c:pt>
                <c:pt idx="1535">
                  <c:v>0.14030759600120501</c:v>
                </c:pt>
                <c:pt idx="1536">
                  <c:v>0.13529024257879985</c:v>
                </c:pt>
                <c:pt idx="1537">
                  <c:v>0.14210198403427254</c:v>
                </c:pt>
                <c:pt idx="1538">
                  <c:v>0.139246729074187</c:v>
                </c:pt>
                <c:pt idx="1539">
                  <c:v>0.13582898888696437</c:v>
                </c:pt>
                <c:pt idx="1540">
                  <c:v>0.12765102016697827</c:v>
                </c:pt>
                <c:pt idx="1541">
                  <c:v>0.12866590608512851</c:v>
                </c:pt>
                <c:pt idx="1542">
                  <c:v>0.12968170540060497</c:v>
                </c:pt>
                <c:pt idx="1543">
                  <c:v>0.12403329687360198</c:v>
                </c:pt>
                <c:pt idx="1544">
                  <c:v>0.12032398699391922</c:v>
                </c:pt>
                <c:pt idx="1545">
                  <c:v>0.11886756581082714</c:v>
                </c:pt>
                <c:pt idx="1546">
                  <c:v>0.12401435661355698</c:v>
                </c:pt>
                <c:pt idx="1547">
                  <c:v>0.11367342453271223</c:v>
                </c:pt>
                <c:pt idx="1548">
                  <c:v>0.12893075044881042</c:v>
                </c:pt>
                <c:pt idx="1549">
                  <c:v>0.12735024739818224</c:v>
                </c:pt>
                <c:pt idx="1550">
                  <c:v>0.1333252037093926</c:v>
                </c:pt>
                <c:pt idx="1551">
                  <c:v>0.13275854110753804</c:v>
                </c:pt>
                <c:pt idx="1552">
                  <c:v>0.1417073335822876</c:v>
                </c:pt>
                <c:pt idx="1553">
                  <c:v>0.14147899211557124</c:v>
                </c:pt>
                <c:pt idx="1554">
                  <c:v>0.1443326895958601</c:v>
                </c:pt>
                <c:pt idx="1555">
                  <c:v>0.14536258901649624</c:v>
                </c:pt>
                <c:pt idx="1556">
                  <c:v>0.16162673778053049</c:v>
                </c:pt>
                <c:pt idx="1557">
                  <c:v>0.17184905307299903</c:v>
                </c:pt>
                <c:pt idx="1558">
                  <c:v>0.17255216250484273</c:v>
                </c:pt>
                <c:pt idx="1559">
                  <c:v>0.16680665690856888</c:v>
                </c:pt>
                <c:pt idx="1560">
                  <c:v>0.14382056576747004</c:v>
                </c:pt>
                <c:pt idx="1561">
                  <c:v>0.14050348612674446</c:v>
                </c:pt>
                <c:pt idx="1562">
                  <c:v>0.14027538542951912</c:v>
                </c:pt>
                <c:pt idx="1563">
                  <c:v>0.13240748527005541</c:v>
                </c:pt>
                <c:pt idx="1564">
                  <c:v>0.13252072601858234</c:v>
                </c:pt>
                <c:pt idx="1565">
                  <c:v>0.14916878069105532</c:v>
                </c:pt>
                <c:pt idx="1566">
                  <c:v>0.14997319883753901</c:v>
                </c:pt>
                <c:pt idx="1567">
                  <c:v>0.15652804607091308</c:v>
                </c:pt>
                <c:pt idx="1568">
                  <c:v>0.1544462955879855</c:v>
                </c:pt>
                <c:pt idx="1569">
                  <c:v>0.12119824227505149</c:v>
                </c:pt>
                <c:pt idx="1570">
                  <c:v>0.12153460174773389</c:v>
                </c:pt>
                <c:pt idx="1571">
                  <c:v>0.12523566593350144</c:v>
                </c:pt>
                <c:pt idx="1572">
                  <c:v>0.13570035762668309</c:v>
                </c:pt>
                <c:pt idx="1573">
                  <c:v>0.14421811030888332</c:v>
                </c:pt>
                <c:pt idx="1574">
                  <c:v>0.15531702597887964</c:v>
                </c:pt>
                <c:pt idx="1575">
                  <c:v>0.16051595259578444</c:v>
                </c:pt>
                <c:pt idx="1576">
                  <c:v>0.15715045633325664</c:v>
                </c:pt>
                <c:pt idx="1577">
                  <c:v>0.1334288719784249</c:v>
                </c:pt>
                <c:pt idx="1578">
                  <c:v>0.14623661823178113</c:v>
                </c:pt>
                <c:pt idx="1579">
                  <c:v>0.14073468246426857</c:v>
                </c:pt>
                <c:pt idx="1580">
                  <c:v>0.15738940882824681</c:v>
                </c:pt>
                <c:pt idx="1581">
                  <c:v>0.15808384247354379</c:v>
                </c:pt>
                <c:pt idx="1582">
                  <c:v>0.16792755513456892</c:v>
                </c:pt>
                <c:pt idx="1583">
                  <c:v>0.17049699575586486</c:v>
                </c:pt>
                <c:pt idx="1584">
                  <c:v>0.17623243103506847</c:v>
                </c:pt>
                <c:pt idx="1585">
                  <c:v>0.17858489589713855</c:v>
                </c:pt>
                <c:pt idx="1586">
                  <c:v>0.17599200912616486</c:v>
                </c:pt>
                <c:pt idx="1587">
                  <c:v>0.17458081871521358</c:v>
                </c:pt>
                <c:pt idx="1588">
                  <c:v>0.17352369597836992</c:v>
                </c:pt>
                <c:pt idx="1589">
                  <c:v>0.17164605806480449</c:v>
                </c:pt>
                <c:pt idx="1590">
                  <c:v>0.17445800860416005</c:v>
                </c:pt>
                <c:pt idx="1591">
                  <c:v>0.18420601007557447</c:v>
                </c:pt>
                <c:pt idx="1592">
                  <c:v>0.18420601007557447</c:v>
                </c:pt>
                <c:pt idx="1593">
                  <c:v>0.18017970964131758</c:v>
                </c:pt>
                <c:pt idx="1594">
                  <c:v>0.17840944007685566</c:v>
                </c:pt>
                <c:pt idx="1595">
                  <c:v>0.18936864786957042</c:v>
                </c:pt>
                <c:pt idx="1596">
                  <c:v>0.1805673198753357</c:v>
                </c:pt>
                <c:pt idx="1597">
                  <c:v>0.16521994471695622</c:v>
                </c:pt>
                <c:pt idx="1598">
                  <c:v>0.16801647258427677</c:v>
                </c:pt>
                <c:pt idx="1599">
                  <c:v>0.18261667849158014</c:v>
                </c:pt>
                <c:pt idx="1600">
                  <c:v>0.19077673357317204</c:v>
                </c:pt>
                <c:pt idx="1601">
                  <c:v>0.19887401536146943</c:v>
                </c:pt>
                <c:pt idx="1602">
                  <c:v>0.19695581693689101</c:v>
                </c:pt>
                <c:pt idx="1603">
                  <c:v>0.20042698880600796</c:v>
                </c:pt>
                <c:pt idx="1604">
                  <c:v>0.20042698880600796</c:v>
                </c:pt>
                <c:pt idx="1605">
                  <c:v>0.2003069461071274</c:v>
                </c:pt>
                <c:pt idx="1606">
                  <c:v>0.19982682332868462</c:v>
                </c:pt>
                <c:pt idx="1607">
                  <c:v>0.20954542059764703</c:v>
                </c:pt>
                <c:pt idx="1608">
                  <c:v>0.2122064205229619</c:v>
                </c:pt>
                <c:pt idx="1609">
                  <c:v>0.20553928521008569</c:v>
                </c:pt>
                <c:pt idx="1610">
                  <c:v>0.2109642119935311</c:v>
                </c:pt>
                <c:pt idx="1611">
                  <c:v>0.20575706588195897</c:v>
                </c:pt>
                <c:pt idx="1612">
                  <c:v>0.20551591446878259</c:v>
                </c:pt>
                <c:pt idx="1613">
                  <c:v>0.20069385081090751</c:v>
                </c:pt>
                <c:pt idx="1614">
                  <c:v>0.20189454466171819</c:v>
                </c:pt>
                <c:pt idx="1615">
                  <c:v>0.20658193338589892</c:v>
                </c:pt>
                <c:pt idx="1616">
                  <c:v>0.20368613674577274</c:v>
                </c:pt>
                <c:pt idx="1617">
                  <c:v>0.19971397249451162</c:v>
                </c:pt>
                <c:pt idx="1618">
                  <c:v>0.20187345764500186</c:v>
                </c:pt>
                <c:pt idx="1619">
                  <c:v>0.21653631382827077</c:v>
                </c:pt>
                <c:pt idx="1620">
                  <c:v>0.22261899539741203</c:v>
                </c:pt>
                <c:pt idx="1621">
                  <c:v>0.21968470980845822</c:v>
                </c:pt>
                <c:pt idx="1622">
                  <c:v>0.22224604769905598</c:v>
                </c:pt>
                <c:pt idx="1623">
                  <c:v>0.20562350145034869</c:v>
                </c:pt>
                <c:pt idx="1624">
                  <c:v>0.17391560336220446</c:v>
                </c:pt>
                <c:pt idx="1625">
                  <c:v>0.17966778981867915</c:v>
                </c:pt>
                <c:pt idx="1626">
                  <c:v>0.18981293281111977</c:v>
                </c:pt>
                <c:pt idx="1627">
                  <c:v>0.19528607230205086</c:v>
                </c:pt>
                <c:pt idx="1628">
                  <c:v>0.20197967430694241</c:v>
                </c:pt>
                <c:pt idx="1629">
                  <c:v>0.21051372999452189</c:v>
                </c:pt>
                <c:pt idx="1630">
                  <c:v>0.21063478136752134</c:v>
                </c:pt>
                <c:pt idx="1631">
                  <c:v>0.20651862311087177</c:v>
                </c:pt>
                <c:pt idx="1632">
                  <c:v>0.21629142395806977</c:v>
                </c:pt>
                <c:pt idx="1633">
                  <c:v>0.20996670855348776</c:v>
                </c:pt>
                <c:pt idx="1634">
                  <c:v>0.22000943223448166</c:v>
                </c:pt>
                <c:pt idx="1635">
                  <c:v>0.2065893284799023</c:v>
                </c:pt>
                <c:pt idx="1636">
                  <c:v>0.21455281804786952</c:v>
                </c:pt>
                <c:pt idx="1637">
                  <c:v>0.2137026310752359</c:v>
                </c:pt>
                <c:pt idx="1638">
                  <c:v>0.22377636291316039</c:v>
                </c:pt>
                <c:pt idx="1639">
                  <c:v>0.21875887982521647</c:v>
                </c:pt>
                <c:pt idx="1640">
                  <c:v>0.21997763870504161</c:v>
                </c:pt>
                <c:pt idx="1641">
                  <c:v>0.2004579964857609</c:v>
                </c:pt>
                <c:pt idx="1642">
                  <c:v>0.20069808808505796</c:v>
                </c:pt>
                <c:pt idx="1643">
                  <c:v>0.19001187510110085</c:v>
                </c:pt>
                <c:pt idx="1644">
                  <c:v>0.19548592972656587</c:v>
                </c:pt>
                <c:pt idx="1645">
                  <c:v>0.20062651922439012</c:v>
                </c:pt>
                <c:pt idx="1646">
                  <c:v>0.2090309048589607</c:v>
                </c:pt>
                <c:pt idx="1647">
                  <c:v>0.21011903267333354</c:v>
                </c:pt>
                <c:pt idx="1648">
                  <c:v>0.21108712789947215</c:v>
                </c:pt>
                <c:pt idx="1649">
                  <c:v>0.20563723582392468</c:v>
                </c:pt>
                <c:pt idx="1650">
                  <c:v>0.21600571605201035</c:v>
                </c:pt>
                <c:pt idx="1651">
                  <c:v>0.21174969604582827</c:v>
                </c:pt>
                <c:pt idx="1652">
                  <c:v>0.1974510496324875</c:v>
                </c:pt>
                <c:pt idx="1653">
                  <c:v>0.20283957935583352</c:v>
                </c:pt>
                <c:pt idx="1654">
                  <c:v>0.20223815956615576</c:v>
                </c:pt>
                <c:pt idx="1655">
                  <c:v>0.19947301179915367</c:v>
                </c:pt>
                <c:pt idx="1656">
                  <c:v>0.19971290640151351</c:v>
                </c:pt>
                <c:pt idx="1657">
                  <c:v>0.18495643765277503</c:v>
                </c:pt>
                <c:pt idx="1658">
                  <c:v>0.18531192458407086</c:v>
                </c:pt>
                <c:pt idx="1659">
                  <c:v>0.18377101908211158</c:v>
                </c:pt>
                <c:pt idx="1660">
                  <c:v>0.19324118723476857</c:v>
                </c:pt>
                <c:pt idx="1661">
                  <c:v>0.19634361432157887</c:v>
                </c:pt>
                <c:pt idx="1662">
                  <c:v>0.17014368916793621</c:v>
                </c:pt>
                <c:pt idx="1663">
                  <c:v>0.19658893654313148</c:v>
                </c:pt>
                <c:pt idx="1664">
                  <c:v>0.18103328036807076</c:v>
                </c:pt>
                <c:pt idx="1665">
                  <c:v>0.17170311745316291</c:v>
                </c:pt>
                <c:pt idx="1666">
                  <c:v>0.16795366747731277</c:v>
                </c:pt>
                <c:pt idx="1667">
                  <c:v>0.17320945898096052</c:v>
                </c:pt>
                <c:pt idx="1668">
                  <c:v>0.17391338465634898</c:v>
                </c:pt>
                <c:pt idx="1669">
                  <c:v>0.17273947127169254</c:v>
                </c:pt>
                <c:pt idx="1670">
                  <c:v>0.16945580075213185</c:v>
                </c:pt>
                <c:pt idx="1671">
                  <c:v>0.18290454246078136</c:v>
                </c:pt>
                <c:pt idx="1672">
                  <c:v>0.18893735562733149</c:v>
                </c:pt>
                <c:pt idx="1673">
                  <c:v>0.18132815655131651</c:v>
                </c:pt>
                <c:pt idx="1674">
                  <c:v>0.18239135189221267</c:v>
                </c:pt>
                <c:pt idx="1675">
                  <c:v>0.18570204767751086</c:v>
                </c:pt>
                <c:pt idx="1676">
                  <c:v>0.18546490726797549</c:v>
                </c:pt>
                <c:pt idx="1677">
                  <c:v>0.19174787127649595</c:v>
                </c:pt>
                <c:pt idx="1678">
                  <c:v>0.19282044436064472</c:v>
                </c:pt>
                <c:pt idx="1679">
                  <c:v>0.18530567556117261</c:v>
                </c:pt>
                <c:pt idx="1680">
                  <c:v>0.18186828910204511</c:v>
                </c:pt>
                <c:pt idx="1681">
                  <c:v>0.19817807149165345</c:v>
                </c:pt>
                <c:pt idx="1682">
                  <c:v>0.20153297009183002</c:v>
                </c:pt>
                <c:pt idx="1683">
                  <c:v>0.22808684873085938</c:v>
                </c:pt>
                <c:pt idx="1684">
                  <c:v>0.22292888396618982</c:v>
                </c:pt>
                <c:pt idx="1685">
                  <c:v>0.22207283374741338</c:v>
                </c:pt>
                <c:pt idx="1686">
                  <c:v>0.22635008866552941</c:v>
                </c:pt>
                <c:pt idx="1687">
                  <c:v>0.2280669787896612</c:v>
                </c:pt>
                <c:pt idx="1688">
                  <c:v>0.22548803813420282</c:v>
                </c:pt>
                <c:pt idx="1689">
                  <c:v>0.23063508789436638</c:v>
                </c:pt>
                <c:pt idx="1690">
                  <c:v>0.22768156368341996</c:v>
                </c:pt>
                <c:pt idx="1691">
                  <c:v>0.23075076759262836</c:v>
                </c:pt>
                <c:pt idx="1692">
                  <c:v>0.22841234113420228</c:v>
                </c:pt>
                <c:pt idx="1693">
                  <c:v>0.22779813496363532</c:v>
                </c:pt>
                <c:pt idx="1694">
                  <c:v>0.22607921757468619</c:v>
                </c:pt>
                <c:pt idx="1695">
                  <c:v>0.22742790471401841</c:v>
                </c:pt>
                <c:pt idx="1696">
                  <c:v>0.23025098889486051</c:v>
                </c:pt>
                <c:pt idx="1697">
                  <c:v>0.21721032841257482</c:v>
                </c:pt>
                <c:pt idx="1698">
                  <c:v>0.21867098080667002</c:v>
                </c:pt>
                <c:pt idx="1699">
                  <c:v>0.22025525308171878</c:v>
                </c:pt>
                <c:pt idx="1700">
                  <c:v>0.23245780561253593</c:v>
                </c:pt>
                <c:pt idx="1701">
                  <c:v>0.23319728029590348</c:v>
                </c:pt>
                <c:pt idx="1702">
                  <c:v>0.22789453199063114</c:v>
                </c:pt>
                <c:pt idx="1703">
                  <c:v>0.23366563629098702</c:v>
                </c:pt>
                <c:pt idx="1704">
                  <c:v>0.23625633412719815</c:v>
                </c:pt>
                <c:pt idx="1705">
                  <c:v>0.23625633412719815</c:v>
                </c:pt>
                <c:pt idx="1706">
                  <c:v>0.257025440540535</c:v>
                </c:pt>
                <c:pt idx="1707">
                  <c:v>0.26544751099215658</c:v>
                </c:pt>
                <c:pt idx="1708">
                  <c:v>0.25583010990861621</c:v>
                </c:pt>
                <c:pt idx="1709">
                  <c:v>0.24754163118321926</c:v>
                </c:pt>
                <c:pt idx="1710">
                  <c:v>0.25328032268666201</c:v>
                </c:pt>
                <c:pt idx="1711">
                  <c:v>0.25190171433170661</c:v>
                </c:pt>
                <c:pt idx="1712">
                  <c:v>0.2547810882746695</c:v>
                </c:pt>
                <c:pt idx="1713">
                  <c:v>0.24926005148626107</c:v>
                </c:pt>
                <c:pt idx="1714">
                  <c:v>0.25213334960467937</c:v>
                </c:pt>
                <c:pt idx="1715">
                  <c:v>0.25300984294940254</c:v>
                </c:pt>
                <c:pt idx="1716">
                  <c:v>0.25701947444684081</c:v>
                </c:pt>
                <c:pt idx="1717">
                  <c:v>0.26795554387452825</c:v>
                </c:pt>
                <c:pt idx="1718">
                  <c:v>0.25679753508843239</c:v>
                </c:pt>
                <c:pt idx="1719">
                  <c:v>0.26370992153141892</c:v>
                </c:pt>
                <c:pt idx="1720">
                  <c:v>0.25865508184529329</c:v>
                </c:pt>
                <c:pt idx="1721">
                  <c:v>0.26029133345169231</c:v>
                </c:pt>
                <c:pt idx="1722">
                  <c:v>0.26331603265197634</c:v>
                </c:pt>
                <c:pt idx="1723">
                  <c:v>0.26091573218993758</c:v>
                </c:pt>
                <c:pt idx="1724">
                  <c:v>0.25511551982186376</c:v>
                </c:pt>
                <c:pt idx="1725">
                  <c:v>0.2549900082698815</c:v>
                </c:pt>
                <c:pt idx="1726">
                  <c:v>0.25950797229965317</c:v>
                </c:pt>
                <c:pt idx="1727">
                  <c:v>0.26026367708303288</c:v>
                </c:pt>
                <c:pt idx="1728">
                  <c:v>0.25597878058095058</c:v>
                </c:pt>
                <c:pt idx="1729">
                  <c:v>0.26024910843492588</c:v>
                </c:pt>
                <c:pt idx="1730">
                  <c:v>0.26075320807829971</c:v>
                </c:pt>
                <c:pt idx="1731">
                  <c:v>0.26037498211587629</c:v>
                </c:pt>
                <c:pt idx="1732">
                  <c:v>0.26453421955685874</c:v>
                </c:pt>
                <c:pt idx="1733">
                  <c:v>0.2756621206889589</c:v>
                </c:pt>
                <c:pt idx="1734">
                  <c:v>0.27910640841481893</c:v>
                </c:pt>
                <c:pt idx="1735">
                  <c:v>0.27923431905566032</c:v>
                </c:pt>
                <c:pt idx="1736">
                  <c:v>0.26746536332034831</c:v>
                </c:pt>
                <c:pt idx="1737">
                  <c:v>0.26087454343108263</c:v>
                </c:pt>
                <c:pt idx="1738">
                  <c:v>0.26604412905914998</c:v>
                </c:pt>
                <c:pt idx="1739">
                  <c:v>0.27819815269811787</c:v>
                </c:pt>
                <c:pt idx="1740">
                  <c:v>0.26464925227951785</c:v>
                </c:pt>
                <c:pt idx="1741">
                  <c:v>0.2676844104849887</c:v>
                </c:pt>
                <c:pt idx="1742">
                  <c:v>0.27452990630160778</c:v>
                </c:pt>
                <c:pt idx="1743">
                  <c:v>0.27644170116106026</c:v>
                </c:pt>
                <c:pt idx="1744">
                  <c:v>0.27325059690815778</c:v>
                </c:pt>
                <c:pt idx="1745">
                  <c:v>0.27643372340042816</c:v>
                </c:pt>
                <c:pt idx="1746">
                  <c:v>0.29111271121953308</c:v>
                </c:pt>
                <c:pt idx="1747">
                  <c:v>0.30273272562050879</c:v>
                </c:pt>
                <c:pt idx="1748">
                  <c:v>0.30273272562050879</c:v>
                </c:pt>
                <c:pt idx="1749">
                  <c:v>0.31315458742547286</c:v>
                </c:pt>
                <c:pt idx="1750">
                  <c:v>0.32129614586751076</c:v>
                </c:pt>
                <c:pt idx="1751">
                  <c:v>0.31614309089862735</c:v>
                </c:pt>
                <c:pt idx="1752">
                  <c:v>0.33062066489851216</c:v>
                </c:pt>
                <c:pt idx="1753">
                  <c:v>0.32489899603944861</c:v>
                </c:pt>
                <c:pt idx="1754">
                  <c:v>0.32569393543707226</c:v>
                </c:pt>
                <c:pt idx="1755">
                  <c:v>0.32330768635328555</c:v>
                </c:pt>
                <c:pt idx="1756">
                  <c:v>0.31417686331744776</c:v>
                </c:pt>
                <c:pt idx="1757">
                  <c:v>0.31838222928006377</c:v>
                </c:pt>
                <c:pt idx="1758">
                  <c:v>0.32128267018447998</c:v>
                </c:pt>
                <c:pt idx="1759">
                  <c:v>0.32035777231535079</c:v>
                </c:pt>
                <c:pt idx="1760">
                  <c:v>0.31560448433501542</c:v>
                </c:pt>
                <c:pt idx="1761">
                  <c:v>0.32007753958175456</c:v>
                </c:pt>
                <c:pt idx="1762">
                  <c:v>0.31690935348675842</c:v>
                </c:pt>
                <c:pt idx="1763">
                  <c:v>0.31611920787466641</c:v>
                </c:pt>
                <c:pt idx="1764">
                  <c:v>0.31019667143923058</c:v>
                </c:pt>
                <c:pt idx="1765">
                  <c:v>0.30810035676492764</c:v>
                </c:pt>
                <c:pt idx="1766">
                  <c:v>0.29959770444595568</c:v>
                </c:pt>
                <c:pt idx="1767">
                  <c:v>0.29154019867839076</c:v>
                </c:pt>
                <c:pt idx="1768">
                  <c:v>0.29489820319495452</c:v>
                </c:pt>
                <c:pt idx="1769">
                  <c:v>0.30849463432850155</c:v>
                </c:pt>
                <c:pt idx="1770">
                  <c:v>0.29998941920536626</c:v>
                </c:pt>
                <c:pt idx="1771">
                  <c:v>0.3036293895791411</c:v>
                </c:pt>
                <c:pt idx="1772">
                  <c:v>0.30428120427393068</c:v>
                </c:pt>
                <c:pt idx="1773">
                  <c:v>0.29606423268700488</c:v>
                </c:pt>
                <c:pt idx="1774">
                  <c:v>0.30202612815736507</c:v>
                </c:pt>
                <c:pt idx="1775">
                  <c:v>0.31270274240825535</c:v>
                </c:pt>
                <c:pt idx="1776">
                  <c:v>0.32162912105663133</c:v>
                </c:pt>
                <c:pt idx="1777">
                  <c:v>0.33775299633352218</c:v>
                </c:pt>
                <c:pt idx="1778">
                  <c:v>0.34417421071592291</c:v>
                </c:pt>
                <c:pt idx="1779">
                  <c:v>0.34686255913735486</c:v>
                </c:pt>
                <c:pt idx="1780">
                  <c:v>0.34618912785778622</c:v>
                </c:pt>
                <c:pt idx="1781">
                  <c:v>0.35763173544457727</c:v>
                </c:pt>
                <c:pt idx="1782">
                  <c:v>0.37080076327838962</c:v>
                </c:pt>
                <c:pt idx="1783">
                  <c:v>0.40548202258933297</c:v>
                </c:pt>
                <c:pt idx="1784">
                  <c:v>0.38833514191374308</c:v>
                </c:pt>
                <c:pt idx="1785">
                  <c:v>0.40499516361670795</c:v>
                </c:pt>
                <c:pt idx="1786">
                  <c:v>0.39797018779862436</c:v>
                </c:pt>
                <c:pt idx="1787">
                  <c:v>0.40090592519300139</c:v>
                </c:pt>
                <c:pt idx="1788">
                  <c:v>0.4046883711910223</c:v>
                </c:pt>
                <c:pt idx="1789">
                  <c:v>0.40314321398271225</c:v>
                </c:pt>
                <c:pt idx="1790">
                  <c:v>0.39907409866216237</c:v>
                </c:pt>
                <c:pt idx="1791">
                  <c:v>0.39725530233390161</c:v>
                </c:pt>
                <c:pt idx="1792">
                  <c:v>0.409271697933973</c:v>
                </c:pt>
                <c:pt idx="1793">
                  <c:v>0.4126539500090145</c:v>
                </c:pt>
                <c:pt idx="1794">
                  <c:v>0.41434913474902535</c:v>
                </c:pt>
                <c:pt idx="1795">
                  <c:v>0.43075558471211406</c:v>
                </c:pt>
                <c:pt idx="1796">
                  <c:v>0.43891089154497309</c:v>
                </c:pt>
                <c:pt idx="1797">
                  <c:v>0.43689641629681009</c:v>
                </c:pt>
                <c:pt idx="1798">
                  <c:v>0.42784396887414022</c:v>
                </c:pt>
                <c:pt idx="1799">
                  <c:v>0.42827232206480237</c:v>
                </c:pt>
                <c:pt idx="1800">
                  <c:v>0.42527295018846623</c:v>
                </c:pt>
                <c:pt idx="1801">
                  <c:v>0.44308886206582199</c:v>
                </c:pt>
                <c:pt idx="1802">
                  <c:v>0.44077991988651655</c:v>
                </c:pt>
                <c:pt idx="1803">
                  <c:v>0.43299970831912948</c:v>
                </c:pt>
                <c:pt idx="1804">
                  <c:v>0.43572240776493576</c:v>
                </c:pt>
                <c:pt idx="1805">
                  <c:v>0.45036677632413813</c:v>
                </c:pt>
                <c:pt idx="1806">
                  <c:v>0.43571807188326428</c:v>
                </c:pt>
                <c:pt idx="1807">
                  <c:v>0.44404523670018725</c:v>
                </c:pt>
                <c:pt idx="1808">
                  <c:v>0.44375642765284717</c:v>
                </c:pt>
                <c:pt idx="1809">
                  <c:v>0.43783702629947041</c:v>
                </c:pt>
                <c:pt idx="1810">
                  <c:v>0.43826837740736013</c:v>
                </c:pt>
                <c:pt idx="1811">
                  <c:v>0.4467541608340635</c:v>
                </c:pt>
                <c:pt idx="1812">
                  <c:v>0.45008169540398191</c:v>
                </c:pt>
                <c:pt idx="1813">
                  <c:v>0.44167122157063887</c:v>
                </c:pt>
                <c:pt idx="1814">
                  <c:v>0.45075375026653375</c:v>
                </c:pt>
                <c:pt idx="1815">
                  <c:v>0.45452571001722664</c:v>
                </c:pt>
                <c:pt idx="1816">
                  <c:v>0.4622346962803181</c:v>
                </c:pt>
                <c:pt idx="1817">
                  <c:v>0.46325826056771424</c:v>
                </c:pt>
                <c:pt idx="1818">
                  <c:v>0.45725890169938666</c:v>
                </c:pt>
                <c:pt idx="1819">
                  <c:v>0.46527382565873343</c:v>
                </c:pt>
                <c:pt idx="1820">
                  <c:v>0.46146411371202056</c:v>
                </c:pt>
                <c:pt idx="1821">
                  <c:v>0.46438704193944469</c:v>
                </c:pt>
                <c:pt idx="1822">
                  <c:v>0.45530784227942012</c:v>
                </c:pt>
                <c:pt idx="1823">
                  <c:v>0.46142013521699354</c:v>
                </c:pt>
                <c:pt idx="1824">
                  <c:v>0.46200470327108034</c:v>
                </c:pt>
                <c:pt idx="1825">
                  <c:v>0.45630288492832305</c:v>
                </c:pt>
                <c:pt idx="1826">
                  <c:v>0.46008927242913655</c:v>
                </c:pt>
                <c:pt idx="1827">
                  <c:v>0.47001787948165452</c:v>
                </c:pt>
                <c:pt idx="1828">
                  <c:v>0.47001787948165452</c:v>
                </c:pt>
                <c:pt idx="1829">
                  <c:v>0.48295403682109295</c:v>
                </c:pt>
                <c:pt idx="1830">
                  <c:v>0.48769948973892063</c:v>
                </c:pt>
                <c:pt idx="1831">
                  <c:v>0.49320397785095471</c:v>
                </c:pt>
                <c:pt idx="1832">
                  <c:v>0.49380125944209508</c:v>
                </c:pt>
                <c:pt idx="1833">
                  <c:v>0.49499630044964871</c:v>
                </c:pt>
                <c:pt idx="1834">
                  <c:v>0.50291978084203204</c:v>
                </c:pt>
                <c:pt idx="1835">
                  <c:v>0.50848058403114771</c:v>
                </c:pt>
                <c:pt idx="1836">
                  <c:v>0.50953652043996933</c:v>
                </c:pt>
                <c:pt idx="1837">
                  <c:v>0.5007812086214174</c:v>
                </c:pt>
                <c:pt idx="1838">
                  <c:v>0.49747948996245039</c:v>
                </c:pt>
                <c:pt idx="1839">
                  <c:v>0.50242117227932659</c:v>
                </c:pt>
                <c:pt idx="1840">
                  <c:v>0.47252299095096784</c:v>
                </c:pt>
                <c:pt idx="1841">
                  <c:v>0.47473177543739431</c:v>
                </c:pt>
                <c:pt idx="1842">
                  <c:v>0.48623468328580599</c:v>
                </c:pt>
                <c:pt idx="1843">
                  <c:v>0.48935577612070613</c:v>
                </c:pt>
                <c:pt idx="1844">
                  <c:v>0.46403672792665418</c:v>
                </c:pt>
                <c:pt idx="1845">
                  <c:v>0.46945366381998288</c:v>
                </c:pt>
                <c:pt idx="1846">
                  <c:v>0.47180478968209494</c:v>
                </c:pt>
                <c:pt idx="1847">
                  <c:v>0.46915554106066715</c:v>
                </c:pt>
                <c:pt idx="1848">
                  <c:v>0.45093801235151498</c:v>
                </c:pt>
                <c:pt idx="1849">
                  <c:v>0.44556954170581431</c:v>
                </c:pt>
                <c:pt idx="1850">
                  <c:v>0.41911561909259798</c:v>
                </c:pt>
                <c:pt idx="1851">
                  <c:v>0.42947516311197398</c:v>
                </c:pt>
                <c:pt idx="1852">
                  <c:v>0.43991033180269157</c:v>
                </c:pt>
                <c:pt idx="1853">
                  <c:v>0.44869378482668787</c:v>
                </c:pt>
                <c:pt idx="1854">
                  <c:v>0.44579639725703446</c:v>
                </c:pt>
                <c:pt idx="1855">
                  <c:v>0.4446397601392289</c:v>
                </c:pt>
                <c:pt idx="1856">
                  <c:v>0.45027385520377194</c:v>
                </c:pt>
                <c:pt idx="1857">
                  <c:v>0.45201418383001668</c:v>
                </c:pt>
                <c:pt idx="1858">
                  <c:v>0.45680583063665581</c:v>
                </c:pt>
                <c:pt idx="1859">
                  <c:v>0.45899103938261088</c:v>
                </c:pt>
                <c:pt idx="1860">
                  <c:v>0.45111248776994484</c:v>
                </c:pt>
                <c:pt idx="1861">
                  <c:v>0.44690426155541196</c:v>
                </c:pt>
                <c:pt idx="1862">
                  <c:v>0.45167904561854488</c:v>
                </c:pt>
                <c:pt idx="1863">
                  <c:v>0.44529165781782343</c:v>
                </c:pt>
                <c:pt idx="1864">
                  <c:v>0.44297919116531492</c:v>
                </c:pt>
                <c:pt idx="1865">
                  <c:v>0.42609633462868057</c:v>
                </c:pt>
                <c:pt idx="1866">
                  <c:v>0.42552589609482916</c:v>
                </c:pt>
                <c:pt idx="1867">
                  <c:v>0.42139187099615416</c:v>
                </c:pt>
                <c:pt idx="1868">
                  <c:v>0.43915926938360594</c:v>
                </c:pt>
                <c:pt idx="1869">
                  <c:v>0.44131800828768153</c:v>
                </c:pt>
                <c:pt idx="1870">
                  <c:v>0.45256028875232546</c:v>
                </c:pt>
                <c:pt idx="1871">
                  <c:v>0.45532015330095499</c:v>
                </c:pt>
                <c:pt idx="1872">
                  <c:v>0.45328270508633373</c:v>
                </c:pt>
                <c:pt idx="1873">
                  <c:v>0.46505429499753292</c:v>
                </c:pt>
                <c:pt idx="1874">
                  <c:v>0.47047499588902375</c:v>
                </c:pt>
                <c:pt idx="1875">
                  <c:v>0.49503192832037035</c:v>
                </c:pt>
                <c:pt idx="1876">
                  <c:v>0.49308838681355383</c:v>
                </c:pt>
                <c:pt idx="1877">
                  <c:v>0.49293907797487257</c:v>
                </c:pt>
                <c:pt idx="1878">
                  <c:v>0.4918940206202902</c:v>
                </c:pt>
                <c:pt idx="1879">
                  <c:v>0.48473292932131273</c:v>
                </c:pt>
                <c:pt idx="1880">
                  <c:v>0.48324819639199146</c:v>
                </c:pt>
                <c:pt idx="1881">
                  <c:v>0.47331043347616508</c:v>
                </c:pt>
                <c:pt idx="1882">
                  <c:v>0.47110046782595094</c:v>
                </c:pt>
                <c:pt idx="1883">
                  <c:v>0.47124757787273341</c:v>
                </c:pt>
                <c:pt idx="1884">
                  <c:v>0.48257618422235349</c:v>
                </c:pt>
                <c:pt idx="1885">
                  <c:v>0.51178293505153394</c:v>
                </c:pt>
                <c:pt idx="1886">
                  <c:v>0.52886608221761633</c:v>
                </c:pt>
                <c:pt idx="1887">
                  <c:v>0.53819216531914371</c:v>
                </c:pt>
                <c:pt idx="1888">
                  <c:v>0.53465432333890983</c:v>
                </c:pt>
                <c:pt idx="1889">
                  <c:v>0.53680283939158446</c:v>
                </c:pt>
                <c:pt idx="1890">
                  <c:v>0.54003012535430672</c:v>
                </c:pt>
                <c:pt idx="1891">
                  <c:v>0.53956811631670054</c:v>
                </c:pt>
                <c:pt idx="1892">
                  <c:v>0.53048466443043196</c:v>
                </c:pt>
                <c:pt idx="1893">
                  <c:v>0.54181025094721735</c:v>
                </c:pt>
                <c:pt idx="1894">
                  <c:v>0.54443132837382757</c:v>
                </c:pt>
                <c:pt idx="1895">
                  <c:v>0.54211468138126695</c:v>
                </c:pt>
                <c:pt idx="1896">
                  <c:v>0.54381100753078648</c:v>
                </c:pt>
                <c:pt idx="1897">
                  <c:v>0.53300433047807094</c:v>
                </c:pt>
                <c:pt idx="1898">
                  <c:v>0.54358206035836942</c:v>
                </c:pt>
                <c:pt idx="1899">
                  <c:v>0.5489845975696237</c:v>
                </c:pt>
                <c:pt idx="1900">
                  <c:v>0.5640097481660491</c:v>
                </c:pt>
                <c:pt idx="1901">
                  <c:v>0.58840830023743962</c:v>
                </c:pt>
                <c:pt idx="1902">
                  <c:v>0.58269003035658473</c:v>
                </c:pt>
                <c:pt idx="1903">
                  <c:v>0.58886252147497542</c:v>
                </c:pt>
                <c:pt idx="1904">
                  <c:v>0.58218929888478055</c:v>
                </c:pt>
                <c:pt idx="1905">
                  <c:v>0.57918313921689935</c:v>
                </c:pt>
                <c:pt idx="1906">
                  <c:v>0.5840786069484718</c:v>
                </c:pt>
                <c:pt idx="1907">
                  <c:v>0.58091044973457495</c:v>
                </c:pt>
                <c:pt idx="1908">
                  <c:v>0.57537726316050408</c:v>
                </c:pt>
                <c:pt idx="1909">
                  <c:v>0.56765791457101766</c:v>
                </c:pt>
                <c:pt idx="1910">
                  <c:v>0.56436583295041864</c:v>
                </c:pt>
                <c:pt idx="1911">
                  <c:v>0.55763905986873197</c:v>
                </c:pt>
                <c:pt idx="1912">
                  <c:v>0.56791947766386541</c:v>
                </c:pt>
                <c:pt idx="1913">
                  <c:v>0.56713551792503347</c:v>
                </c:pt>
                <c:pt idx="1914">
                  <c:v>0.56118040295691829</c:v>
                </c:pt>
                <c:pt idx="1915">
                  <c:v>0.56399052768224078</c:v>
                </c:pt>
                <c:pt idx="1916">
                  <c:v>0.57321807179556594</c:v>
                </c:pt>
                <c:pt idx="1917">
                  <c:v>0.56865573938735881</c:v>
                </c:pt>
                <c:pt idx="1918">
                  <c:v>0.57304797545764319</c:v>
                </c:pt>
                <c:pt idx="1919">
                  <c:v>0.54536233108958876</c:v>
                </c:pt>
                <c:pt idx="1920">
                  <c:v>0.55216192534638298</c:v>
                </c:pt>
                <c:pt idx="1921">
                  <c:v>0.55076497961357118</c:v>
                </c:pt>
                <c:pt idx="1922">
                  <c:v>0.52533243394790863</c:v>
                </c:pt>
                <c:pt idx="1923">
                  <c:v>0.52319696854038167</c:v>
                </c:pt>
                <c:pt idx="1924">
                  <c:v>0.54193229125342834</c:v>
                </c:pt>
                <c:pt idx="1925">
                  <c:v>0.54594131521068712</c:v>
                </c:pt>
                <c:pt idx="1926">
                  <c:v>0.52213381895644262</c:v>
                </c:pt>
                <c:pt idx="1927">
                  <c:v>0.51771963088146888</c:v>
                </c:pt>
                <c:pt idx="1928">
                  <c:v>0.52287987762646604</c:v>
                </c:pt>
                <c:pt idx="1929">
                  <c:v>0.52485962146738063</c:v>
                </c:pt>
                <c:pt idx="1930">
                  <c:v>0.52013255664083169</c:v>
                </c:pt>
                <c:pt idx="1931">
                  <c:v>0.53001341825899706</c:v>
                </c:pt>
                <c:pt idx="1932">
                  <c:v>0.52328135921865759</c:v>
                </c:pt>
                <c:pt idx="1933">
                  <c:v>0.53028845347106324</c:v>
                </c:pt>
                <c:pt idx="1934">
                  <c:v>0.53197177076988167</c:v>
                </c:pt>
                <c:pt idx="1935">
                  <c:v>0.53273775665526646</c:v>
                </c:pt>
                <c:pt idx="1936">
                  <c:v>0.52813954338530067</c:v>
                </c:pt>
                <c:pt idx="1937">
                  <c:v>0.49971614787833407</c:v>
                </c:pt>
                <c:pt idx="1938">
                  <c:v>0.50676481377336202</c:v>
                </c:pt>
                <c:pt idx="1939">
                  <c:v>0.49591610711419376</c:v>
                </c:pt>
                <c:pt idx="1940">
                  <c:v>0.50234854637478477</c:v>
                </c:pt>
                <c:pt idx="1941">
                  <c:v>0.5233814260240317</c:v>
                </c:pt>
                <c:pt idx="1942">
                  <c:v>0.52932261358552535</c:v>
                </c:pt>
                <c:pt idx="1943">
                  <c:v>0.53467524273307476</c:v>
                </c:pt>
                <c:pt idx="1944">
                  <c:v>0.52270477583975672</c:v>
                </c:pt>
                <c:pt idx="1945">
                  <c:v>0.5432612903135936</c:v>
                </c:pt>
                <c:pt idx="1946">
                  <c:v>0.5540641193457887</c:v>
                </c:pt>
                <c:pt idx="1947">
                  <c:v>0.5492465205758168</c:v>
                </c:pt>
                <c:pt idx="1948">
                  <c:v>0.53685254841121033</c:v>
                </c:pt>
                <c:pt idx="1949">
                  <c:v>0.52778511837558417</c:v>
                </c:pt>
                <c:pt idx="1950">
                  <c:v>0.53267403075438624</c:v>
                </c:pt>
                <c:pt idx="1951">
                  <c:v>0.53589264621897037</c:v>
                </c:pt>
                <c:pt idx="1952">
                  <c:v>0.5481797873887222</c:v>
                </c:pt>
                <c:pt idx="1953">
                  <c:v>0.54430933792025038</c:v>
                </c:pt>
                <c:pt idx="1954">
                  <c:v>0.54400047605266644</c:v>
                </c:pt>
                <c:pt idx="1955">
                  <c:v>0.54585327662392968</c:v>
                </c:pt>
                <c:pt idx="1956">
                  <c:v>0.53054932918535269</c:v>
                </c:pt>
                <c:pt idx="1957">
                  <c:v>0.55243618459270327</c:v>
                </c:pt>
                <c:pt idx="1958">
                  <c:v>0.55228094097424396</c:v>
                </c:pt>
                <c:pt idx="1959">
                  <c:v>0.56718283800759672</c:v>
                </c:pt>
                <c:pt idx="1960">
                  <c:v>0.57329485107582645</c:v>
                </c:pt>
                <c:pt idx="1961">
                  <c:v>0.58588120988443304</c:v>
                </c:pt>
                <c:pt idx="1962">
                  <c:v>0.56399604918802781</c:v>
                </c:pt>
                <c:pt idx="1963">
                  <c:v>0.56383964958310906</c:v>
                </c:pt>
                <c:pt idx="1964">
                  <c:v>0.56368326561815074</c:v>
                </c:pt>
                <c:pt idx="1965">
                  <c:v>0.53397328357140594</c:v>
                </c:pt>
                <c:pt idx="1966">
                  <c:v>0.51648598813869206</c:v>
                </c:pt>
                <c:pt idx="1967">
                  <c:v>0.4917672665320314</c:v>
                </c:pt>
                <c:pt idx="1968">
                  <c:v>0.45641238231522219</c:v>
                </c:pt>
                <c:pt idx="1969">
                  <c:v>0.46180110812978858</c:v>
                </c:pt>
                <c:pt idx="1970">
                  <c:v>0.42993384397255907</c:v>
                </c:pt>
                <c:pt idx="1971">
                  <c:v>0.44537712948746266</c:v>
                </c:pt>
                <c:pt idx="1972">
                  <c:v>0.45824098593990104</c:v>
                </c:pt>
                <c:pt idx="1973">
                  <c:v>0.47486493317961598</c:v>
                </c:pt>
                <c:pt idx="1974">
                  <c:v>0.48518898771187313</c:v>
                </c:pt>
                <c:pt idx="1975">
                  <c:v>0.46751523875810186</c:v>
                </c:pt>
                <c:pt idx="1976">
                  <c:v>0.47514631799964402</c:v>
                </c:pt>
                <c:pt idx="1977">
                  <c:v>0.46437774987824665</c:v>
                </c:pt>
                <c:pt idx="1978">
                  <c:v>0.48619697835143239</c:v>
                </c:pt>
                <c:pt idx="1979">
                  <c:v>0.48872351321462992</c:v>
                </c:pt>
                <c:pt idx="1980">
                  <c:v>0.48634155559348646</c:v>
                </c:pt>
                <c:pt idx="1981">
                  <c:v>0.46776228614856796</c:v>
                </c:pt>
                <c:pt idx="1982">
                  <c:v>0.4466265092280286</c:v>
                </c:pt>
                <c:pt idx="1983">
                  <c:v>0.42897766581544672</c:v>
                </c:pt>
                <c:pt idx="1984">
                  <c:v>0.45655693476568504</c:v>
                </c:pt>
                <c:pt idx="1985">
                  <c:v>0.4597613600221695</c:v>
                </c:pt>
                <c:pt idx="1986">
                  <c:v>0.47684056793442897</c:v>
                </c:pt>
                <c:pt idx="1987">
                  <c:v>0.4904275011594259</c:v>
                </c:pt>
                <c:pt idx="1988">
                  <c:v>0.50458656242044064</c:v>
                </c:pt>
                <c:pt idx="1989">
                  <c:v>0.51526912701362604</c:v>
                </c:pt>
                <c:pt idx="1990">
                  <c:v>0.51057179271988384</c:v>
                </c:pt>
                <c:pt idx="1991">
                  <c:v>0.51404610784313953</c:v>
                </c:pt>
                <c:pt idx="1992">
                  <c:v>0.51465172628627665</c:v>
                </c:pt>
                <c:pt idx="1993">
                  <c:v>0.50283744282124365</c:v>
                </c:pt>
                <c:pt idx="1994">
                  <c:v>0.50960021131393907</c:v>
                </c:pt>
                <c:pt idx="1995">
                  <c:v>0.50869445118715073</c:v>
                </c:pt>
                <c:pt idx="1996">
                  <c:v>0.51669053177844271</c:v>
                </c:pt>
                <c:pt idx="1997">
                  <c:v>0.4655780608575093</c:v>
                </c:pt>
                <c:pt idx="1998">
                  <c:v>0.47715612753828363</c:v>
                </c:pt>
                <c:pt idx="1999">
                  <c:v>0.48395104572495962</c:v>
                </c:pt>
                <c:pt idx="2000">
                  <c:v>0.46273054577109263</c:v>
                </c:pt>
                <c:pt idx="2001">
                  <c:v>0.47209202126402761</c:v>
                </c:pt>
                <c:pt idx="2002">
                  <c:v>0.47577225131718759</c:v>
                </c:pt>
                <c:pt idx="2003">
                  <c:v>0.47296828403968494</c:v>
                </c:pt>
                <c:pt idx="2004">
                  <c:v>0.47002234747160565</c:v>
                </c:pt>
                <c:pt idx="2005">
                  <c:v>0.44738400332054296</c:v>
                </c:pt>
                <c:pt idx="2006">
                  <c:v>0.46851580976902274</c:v>
                </c:pt>
                <c:pt idx="2007">
                  <c:v>0.46176063704408521</c:v>
                </c:pt>
                <c:pt idx="2008">
                  <c:v>0.47038502480264532</c:v>
                </c:pt>
                <c:pt idx="2009">
                  <c:v>0.47273764084232961</c:v>
                </c:pt>
                <c:pt idx="2010">
                  <c:v>0.46802488039163426</c:v>
                </c:pt>
                <c:pt idx="2011">
                  <c:v>0.46934610278398647</c:v>
                </c:pt>
                <c:pt idx="2012">
                  <c:v>0.47698670251846331</c:v>
                </c:pt>
                <c:pt idx="2013">
                  <c:v>0.4784636892209817</c:v>
                </c:pt>
                <c:pt idx="2014">
                  <c:v>0.47595030094930602</c:v>
                </c:pt>
                <c:pt idx="2015">
                  <c:v>0.49469486977136201</c:v>
                </c:pt>
                <c:pt idx="2016">
                  <c:v>0.50157046617231016</c:v>
                </c:pt>
                <c:pt idx="2017">
                  <c:v>0.49105947290910401</c:v>
                </c:pt>
                <c:pt idx="2018">
                  <c:v>0.49105947290910401</c:v>
                </c:pt>
                <c:pt idx="2019">
                  <c:v>0.48151669228248584</c:v>
                </c:pt>
                <c:pt idx="2020">
                  <c:v>0.47277574379801912</c:v>
                </c:pt>
                <c:pt idx="2021">
                  <c:v>0.49192182846739319</c:v>
                </c:pt>
                <c:pt idx="2022">
                  <c:v>0.5047523561922127</c:v>
                </c:pt>
                <c:pt idx="2023">
                  <c:v>0.51769322645546567</c:v>
                </c:pt>
                <c:pt idx="2024">
                  <c:v>0.51283660813080822</c:v>
                </c:pt>
                <c:pt idx="2025">
                  <c:v>0.50360830482121033</c:v>
                </c:pt>
                <c:pt idx="2026">
                  <c:v>0.4857153659938378</c:v>
                </c:pt>
                <c:pt idx="2027">
                  <c:v>0.48155536296905499</c:v>
                </c:pt>
                <c:pt idx="2028">
                  <c:v>0.47474020829939723</c:v>
                </c:pt>
                <c:pt idx="2029">
                  <c:v>0.48830781821575187</c:v>
                </c:pt>
                <c:pt idx="2030">
                  <c:v>0.49396338792497185</c:v>
                </c:pt>
                <c:pt idx="2031">
                  <c:v>0.49022847945515946</c:v>
                </c:pt>
                <c:pt idx="2032">
                  <c:v>0.47726349168389959</c:v>
                </c:pt>
                <c:pt idx="2033">
                  <c:v>0.48213846120645654</c:v>
                </c:pt>
                <c:pt idx="2034">
                  <c:v>0.47428312736206246</c:v>
                </c:pt>
                <c:pt idx="2035">
                  <c:v>0.47929568999509353</c:v>
                </c:pt>
                <c:pt idx="2036">
                  <c:v>0.48343771792707968</c:v>
                </c:pt>
                <c:pt idx="2037">
                  <c:v>0.49308006309360564</c:v>
                </c:pt>
                <c:pt idx="2038">
                  <c:v>0.48919805492956225</c:v>
                </c:pt>
                <c:pt idx="2039">
                  <c:v>0.49187861142843547</c:v>
                </c:pt>
                <c:pt idx="2040">
                  <c:v>0.4963542472627207</c:v>
                </c:pt>
                <c:pt idx="2041">
                  <c:v>0.483335965311535</c:v>
                </c:pt>
                <c:pt idx="2042">
                  <c:v>0.45085090767121239</c:v>
                </c:pt>
                <c:pt idx="2043">
                  <c:v>0.45868550257263707</c:v>
                </c:pt>
                <c:pt idx="2044">
                  <c:v>0.46947977529167462</c:v>
                </c:pt>
                <c:pt idx="2045">
                  <c:v>0.47712107012319138</c:v>
                </c:pt>
                <c:pt idx="2046">
                  <c:v>0.48140472122654843</c:v>
                </c:pt>
                <c:pt idx="2047">
                  <c:v>0.49029314955390779</c:v>
                </c:pt>
                <c:pt idx="2048">
                  <c:v>0.47762565778269961</c:v>
                </c:pt>
                <c:pt idx="2049">
                  <c:v>0.48811679995295698</c:v>
                </c:pt>
                <c:pt idx="2050">
                  <c:v>0.4863310597930135</c:v>
                </c:pt>
                <c:pt idx="2051">
                  <c:v>0.45987436692869776</c:v>
                </c:pt>
                <c:pt idx="2052">
                  <c:v>0.44834135942996101</c:v>
                </c:pt>
                <c:pt idx="2053">
                  <c:v>0.43255443861217446</c:v>
                </c:pt>
                <c:pt idx="2054">
                  <c:v>0.41378797546635493</c:v>
                </c:pt>
                <c:pt idx="2055">
                  <c:v>0.42637068844800541</c:v>
                </c:pt>
                <c:pt idx="2056">
                  <c:v>0.41224961863237009</c:v>
                </c:pt>
                <c:pt idx="2057">
                  <c:v>0.42481864023819815</c:v>
                </c:pt>
                <c:pt idx="2058">
                  <c:v>0.42325133973393614</c:v>
                </c:pt>
                <c:pt idx="2059">
                  <c:v>0.42040483705446818</c:v>
                </c:pt>
                <c:pt idx="2060">
                  <c:v>0.41799014883147545</c:v>
                </c:pt>
                <c:pt idx="2061">
                  <c:v>0.3992726788669001</c:v>
                </c:pt>
                <c:pt idx="2062">
                  <c:v>0.40584926045757452</c:v>
                </c:pt>
                <c:pt idx="2063">
                  <c:v>0.37421765209727909</c:v>
                </c:pt>
                <c:pt idx="2064">
                  <c:v>0.37614155681021533</c:v>
                </c:pt>
                <c:pt idx="2065">
                  <c:v>0.37104983305001737</c:v>
                </c:pt>
                <c:pt idx="2066">
                  <c:v>0.36803352341730733</c:v>
                </c:pt>
                <c:pt idx="2067">
                  <c:v>0.37501049438673584</c:v>
                </c:pt>
                <c:pt idx="2068">
                  <c:v>0.38477306889688179</c:v>
                </c:pt>
                <c:pt idx="2069">
                  <c:v>0.38948129733113124</c:v>
                </c:pt>
                <c:pt idx="2070">
                  <c:v>0.38128335767687749</c:v>
                </c:pt>
                <c:pt idx="2071">
                  <c:v>0.38114522934110973</c:v>
                </c:pt>
                <c:pt idx="2072">
                  <c:v>0.40103372064362164</c:v>
                </c:pt>
                <c:pt idx="2073">
                  <c:v>0.395009275644854</c:v>
                </c:pt>
                <c:pt idx="2074">
                  <c:v>0.39277726080382225</c:v>
                </c:pt>
                <c:pt idx="2075">
                  <c:v>0.39082737263869705</c:v>
                </c:pt>
                <c:pt idx="2076">
                  <c:v>0.38818480063068361</c:v>
                </c:pt>
                <c:pt idx="2077">
                  <c:v>0.39304344743289099</c:v>
                </c:pt>
                <c:pt idx="2078">
                  <c:v>0.38189909985342796</c:v>
                </c:pt>
                <c:pt idx="2079">
                  <c:v>0.38632117697295909</c:v>
                </c:pt>
                <c:pt idx="2080">
                  <c:v>0.38327127038361852</c:v>
                </c:pt>
                <c:pt idx="2081">
                  <c:v>0.39309249640334243</c:v>
                </c:pt>
                <c:pt idx="2082">
                  <c:v>0.39699315539327173</c:v>
                </c:pt>
                <c:pt idx="2083">
                  <c:v>0.39475796634464233</c:v>
                </c:pt>
                <c:pt idx="2084">
                  <c:v>0.39545534532781468</c:v>
                </c:pt>
                <c:pt idx="2085">
                  <c:v>0.40131625777819147</c:v>
                </c:pt>
                <c:pt idx="2086">
                  <c:v>0.37721361814440657</c:v>
                </c:pt>
                <c:pt idx="2087">
                  <c:v>0.38685411347141718</c:v>
                </c:pt>
                <c:pt idx="2088">
                  <c:v>0.3850512031239044</c:v>
                </c:pt>
                <c:pt idx="2089">
                  <c:v>0.39419254106452217</c:v>
                </c:pt>
                <c:pt idx="2090">
                  <c:v>0.39419254106452217</c:v>
                </c:pt>
                <c:pt idx="2091">
                  <c:v>0.3951684758432672</c:v>
                </c:pt>
                <c:pt idx="2092">
                  <c:v>0.37744983620005756</c:v>
                </c:pt>
                <c:pt idx="2093">
                  <c:v>0.35968073331307671</c:v>
                </c:pt>
                <c:pt idx="2094">
                  <c:v>0.36539139239299168</c:v>
                </c:pt>
                <c:pt idx="2095">
                  <c:v>0.35201055674754023</c:v>
                </c:pt>
                <c:pt idx="2096">
                  <c:v>0.35349776835996272</c:v>
                </c:pt>
                <c:pt idx="2097">
                  <c:v>0.35363311813679865</c:v>
                </c:pt>
                <c:pt idx="2098">
                  <c:v>0.36919989899537198</c:v>
                </c:pt>
                <c:pt idx="2099">
                  <c:v>0.37426593862165491</c:v>
                </c:pt>
                <c:pt idx="2100">
                  <c:v>0.38031270875159007</c:v>
                </c:pt>
                <c:pt idx="2101">
                  <c:v>0.38611002212834666</c:v>
                </c:pt>
                <c:pt idx="2102">
                  <c:v>0.39220890622571125</c:v>
                </c:pt>
                <c:pt idx="2103">
                  <c:v>0.39401877780380468</c:v>
                </c:pt>
                <c:pt idx="2104">
                  <c:v>0.3979220303816553</c:v>
                </c:pt>
                <c:pt idx="2105">
                  <c:v>0.3979220303816553</c:v>
                </c:pt>
                <c:pt idx="2106">
                  <c:v>0.40742790018825037</c:v>
                </c:pt>
                <c:pt idx="2107">
                  <c:v>0.39532402024663127</c:v>
                </c:pt>
                <c:pt idx="2108">
                  <c:v>0.40146344593571648</c:v>
                </c:pt>
                <c:pt idx="2109">
                  <c:v>0.38338456748314576</c:v>
                </c:pt>
                <c:pt idx="2110">
                  <c:v>0.38020278297793464</c:v>
                </c:pt>
                <c:pt idx="2111">
                  <c:v>0.37357780961964049</c:v>
                </c:pt>
                <c:pt idx="2112">
                  <c:v>0.37756118526753735</c:v>
                </c:pt>
                <c:pt idx="2113">
                  <c:v>0.37177542828941368</c:v>
                </c:pt>
                <c:pt idx="2114">
                  <c:v>0.37122671811809793</c:v>
                </c:pt>
                <c:pt idx="2115">
                  <c:v>0.37150096346172146</c:v>
                </c:pt>
                <c:pt idx="2116">
                  <c:v>0.39440502955153223</c:v>
                </c:pt>
                <c:pt idx="2117">
                  <c:v>0.38478363484762657</c:v>
                </c:pt>
                <c:pt idx="2118">
                  <c:v>0.38879950738868452</c:v>
                </c:pt>
                <c:pt idx="2119">
                  <c:v>0.39129934650198428</c:v>
                </c:pt>
                <c:pt idx="2120">
                  <c:v>0.40256887120865037</c:v>
                </c:pt>
                <c:pt idx="2121">
                  <c:v>0.41084402754878147</c:v>
                </c:pt>
                <c:pt idx="2122">
                  <c:v>0.41916800731131931</c:v>
                </c:pt>
                <c:pt idx="2123">
                  <c:v>0.40937574806087129</c:v>
                </c:pt>
                <c:pt idx="2124">
                  <c:v>0.40782543473800437</c:v>
                </c:pt>
                <c:pt idx="2125">
                  <c:v>0.39079074697767457</c:v>
                </c:pt>
                <c:pt idx="2126">
                  <c:v>0.36853809502603174</c:v>
                </c:pt>
                <c:pt idx="2127">
                  <c:v>0.36621158026448741</c:v>
                </c:pt>
                <c:pt idx="2128">
                  <c:v>0.35979038583724421</c:v>
                </c:pt>
                <c:pt idx="2129">
                  <c:v>0.35013587409779978</c:v>
                </c:pt>
                <c:pt idx="2130">
                  <c:v>0.29059488205008677</c:v>
                </c:pt>
                <c:pt idx="2131">
                  <c:v>0.31034098374545316</c:v>
                </c:pt>
                <c:pt idx="2132">
                  <c:v>0.30012032407223854</c:v>
                </c:pt>
                <c:pt idx="2133">
                  <c:v>0.2988202037481662</c:v>
                </c:pt>
                <c:pt idx="2134">
                  <c:v>0.31362675407089546</c:v>
                </c:pt>
                <c:pt idx="2135">
                  <c:v>0.30154138793344321</c:v>
                </c:pt>
                <c:pt idx="2136">
                  <c:v>0.30687770762397037</c:v>
                </c:pt>
                <c:pt idx="2137">
                  <c:v>0.31053696520531737</c:v>
                </c:pt>
                <c:pt idx="2138">
                  <c:v>0.2782977558612667</c:v>
                </c:pt>
                <c:pt idx="2139">
                  <c:v>0.27280107551106325</c:v>
                </c:pt>
                <c:pt idx="2140">
                  <c:v>0.25103617711982396</c:v>
                </c:pt>
                <c:pt idx="2141">
                  <c:v>0.23214553084531464</c:v>
                </c:pt>
                <c:pt idx="2142">
                  <c:v>0.2204401483022842</c:v>
                </c:pt>
                <c:pt idx="2143">
                  <c:v>0.2311800216073443</c:v>
                </c:pt>
                <c:pt idx="2144">
                  <c:v>0.23844398373482756</c:v>
                </c:pt>
                <c:pt idx="2145">
                  <c:v>0.23349020779988816</c:v>
                </c:pt>
                <c:pt idx="2146">
                  <c:v>0.27851260038458414</c:v>
                </c:pt>
                <c:pt idx="2147">
                  <c:v>0.26687813572108432</c:v>
                </c:pt>
                <c:pt idx="2148">
                  <c:v>0.27397265328112241</c:v>
                </c:pt>
                <c:pt idx="2149">
                  <c:v>0.2687493654026698</c:v>
                </c:pt>
                <c:pt idx="2150">
                  <c:v>0.27648873653162598</c:v>
                </c:pt>
                <c:pt idx="2151">
                  <c:v>0.27278691919568421</c:v>
                </c:pt>
                <c:pt idx="2152">
                  <c:v>0.2739324274229602</c:v>
                </c:pt>
                <c:pt idx="2153">
                  <c:v>0.26514229367374176</c:v>
                </c:pt>
                <c:pt idx="2154">
                  <c:v>0.26134686679272057</c:v>
                </c:pt>
                <c:pt idx="2155">
                  <c:v>0.27383420077396847</c:v>
                </c:pt>
                <c:pt idx="2156">
                  <c:v>0.27434373445427807</c:v>
                </c:pt>
                <c:pt idx="2157">
                  <c:v>0.27740215941696822</c:v>
                </c:pt>
                <c:pt idx="2158">
                  <c:v>0.26462813782279859</c:v>
                </c:pt>
                <c:pt idx="2159">
                  <c:v>0.25843145994746686</c:v>
                </c:pt>
                <c:pt idx="2160">
                  <c:v>0.25604044017356675</c:v>
                </c:pt>
                <c:pt idx="2161">
                  <c:v>0.24938342584064688</c:v>
                </c:pt>
                <c:pt idx="2162">
                  <c:v>0.26562541037657517</c:v>
                </c:pt>
                <c:pt idx="2163">
                  <c:v>0.27638322636477608</c:v>
                </c:pt>
                <c:pt idx="2164">
                  <c:v>0.28276514249659979</c:v>
                </c:pt>
                <c:pt idx="2165">
                  <c:v>0.28610033186709094</c:v>
                </c:pt>
                <c:pt idx="2166">
                  <c:v>0.27298210848204674</c:v>
                </c:pt>
                <c:pt idx="2167">
                  <c:v>0.29564119001302713</c:v>
                </c:pt>
                <c:pt idx="2168">
                  <c:v>0.28203695751789049</c:v>
                </c:pt>
                <c:pt idx="2169">
                  <c:v>0.27357551359827226</c:v>
                </c:pt>
                <c:pt idx="2170">
                  <c:v>0.25332566293205971</c:v>
                </c:pt>
                <c:pt idx="2171">
                  <c:v>0.2584642981500811</c:v>
                </c:pt>
                <c:pt idx="2172">
                  <c:v>0.24474703730024516</c:v>
                </c:pt>
                <c:pt idx="2173">
                  <c:v>0.24163516970699472</c:v>
                </c:pt>
                <c:pt idx="2174">
                  <c:v>0.25939055263380473</c:v>
                </c:pt>
                <c:pt idx="2175">
                  <c:v>0.26379841956802319</c:v>
                </c:pt>
                <c:pt idx="2176">
                  <c:v>0.24572610216820046</c:v>
                </c:pt>
                <c:pt idx="2177">
                  <c:v>0.2493387078644882</c:v>
                </c:pt>
                <c:pt idx="2178">
                  <c:v>0.24396655142067103</c:v>
                </c:pt>
                <c:pt idx="2179">
                  <c:v>0.25391828383203641</c:v>
                </c:pt>
                <c:pt idx="2180">
                  <c:v>0.2421314519640152</c:v>
                </c:pt>
                <c:pt idx="2181">
                  <c:v>0.24324937027078275</c:v>
                </c:pt>
                <c:pt idx="2182">
                  <c:v>0.24038989671916</c:v>
                </c:pt>
                <c:pt idx="2183">
                  <c:v>0.22414078907213897</c:v>
                </c:pt>
                <c:pt idx="2184">
                  <c:v>0.22218216380962352</c:v>
                </c:pt>
                <c:pt idx="2185">
                  <c:v>0.22878194749419567</c:v>
                </c:pt>
                <c:pt idx="2186">
                  <c:v>0.2112103656450286</c:v>
                </c:pt>
                <c:pt idx="2187">
                  <c:v>0.19970386717140087</c:v>
                </c:pt>
                <c:pt idx="2188">
                  <c:v>0.20966140926892352</c:v>
                </c:pt>
                <c:pt idx="2189">
                  <c:v>0.22695956742146906</c:v>
                </c:pt>
                <c:pt idx="2190">
                  <c:v>0.21800276257929241</c:v>
                </c:pt>
                <c:pt idx="2191">
                  <c:v>0.24589502584235801</c:v>
                </c:pt>
                <c:pt idx="2192">
                  <c:v>0.2456458468371896</c:v>
                </c:pt>
                <c:pt idx="2193">
                  <c:v>0.25299515733352895</c:v>
                </c:pt>
                <c:pt idx="2194">
                  <c:v>0.24297119607486062</c:v>
                </c:pt>
                <c:pt idx="2195">
                  <c:v>0.26609046032185302</c:v>
                </c:pt>
                <c:pt idx="2196">
                  <c:v>0.27216769453139777</c:v>
                </c:pt>
                <c:pt idx="2197">
                  <c:v>0.27522089699827301</c:v>
                </c:pt>
                <c:pt idx="2198">
                  <c:v>0.28465753163606022</c:v>
                </c:pt>
                <c:pt idx="2199">
                  <c:v>0.28517139464871466</c:v>
                </c:pt>
                <c:pt idx="2200">
                  <c:v>0.27913108909386564</c:v>
                </c:pt>
                <c:pt idx="2201">
                  <c:v>0.28463135277696927</c:v>
                </c:pt>
                <c:pt idx="2202">
                  <c:v>0.29747766630473893</c:v>
                </c:pt>
                <c:pt idx="2203">
                  <c:v>0.32122150759811574</c:v>
                </c:pt>
                <c:pt idx="2204">
                  <c:v>0.32108938544735599</c:v>
                </c:pt>
                <c:pt idx="2205">
                  <c:v>0.32743061449750321</c:v>
                </c:pt>
                <c:pt idx="2206">
                  <c:v>0.34442172636307111</c:v>
                </c:pt>
                <c:pt idx="2207">
                  <c:v>0.34106067204716362</c:v>
                </c:pt>
                <c:pt idx="2208">
                  <c:v>0.34065835384554943</c:v>
                </c:pt>
                <c:pt idx="2209">
                  <c:v>0.33998802466862665</c:v>
                </c:pt>
                <c:pt idx="2210">
                  <c:v>0.32042419950846468</c:v>
                </c:pt>
                <c:pt idx="2211">
                  <c:v>0.32332913274738329</c:v>
                </c:pt>
                <c:pt idx="2212">
                  <c:v>0.33073977589076864</c:v>
                </c:pt>
                <c:pt idx="2213">
                  <c:v>0.336728104882277</c:v>
                </c:pt>
                <c:pt idx="2214">
                  <c:v>0.35410557024574651</c:v>
                </c:pt>
                <c:pt idx="2215">
                  <c:v>0.33203364945074076</c:v>
                </c:pt>
                <c:pt idx="2216">
                  <c:v>0.34109147826700559</c:v>
                </c:pt>
                <c:pt idx="2217">
                  <c:v>0.33639765809307121</c:v>
                </c:pt>
                <c:pt idx="2218">
                  <c:v>0.35270170952180657</c:v>
                </c:pt>
                <c:pt idx="2219">
                  <c:v>0.35270170952180657</c:v>
                </c:pt>
                <c:pt idx="2220">
                  <c:v>0.35418968140228069</c:v>
                </c:pt>
                <c:pt idx="2221">
                  <c:v>0.35540845211554251</c:v>
                </c:pt>
                <c:pt idx="2222">
                  <c:v>0.35025789999750345</c:v>
                </c:pt>
                <c:pt idx="2223">
                  <c:v>0.35430867369749586</c:v>
                </c:pt>
                <c:pt idx="2224">
                  <c:v>0.33101456450989897</c:v>
                </c:pt>
                <c:pt idx="2225">
                  <c:v>0.32502499896960457</c:v>
                </c:pt>
                <c:pt idx="2226">
                  <c:v>0.31535231647712658</c:v>
                </c:pt>
                <c:pt idx="2227">
                  <c:v>0.31259007661252469</c:v>
                </c:pt>
                <c:pt idx="2228">
                  <c:v>0.30799601134438093</c:v>
                </c:pt>
                <c:pt idx="2229">
                  <c:v>0.28903006917988749</c:v>
                </c:pt>
                <c:pt idx="2230">
                  <c:v>0.29006129323523133</c:v>
                </c:pt>
                <c:pt idx="2231">
                  <c:v>0.30257488777961306</c:v>
                </c:pt>
                <c:pt idx="2232">
                  <c:v>0.29449892347537943</c:v>
                </c:pt>
                <c:pt idx="2233">
                  <c:v>0.29747627099937279</c:v>
                </c:pt>
                <c:pt idx="2234">
                  <c:v>0.31265674337006555</c:v>
                </c:pt>
                <c:pt idx="2235">
                  <c:v>0.31291927471873948</c:v>
                </c:pt>
                <c:pt idx="2236">
                  <c:v>0.31239410700885206</c:v>
                </c:pt>
                <c:pt idx="2237">
                  <c:v>0.31291906465165553</c:v>
                </c:pt>
                <c:pt idx="2238">
                  <c:v>0.32447275242058993</c:v>
                </c:pt>
                <c:pt idx="2239">
                  <c:v>0.3280488288521255</c:v>
                </c:pt>
                <c:pt idx="2240">
                  <c:v>0.30135504739219776</c:v>
                </c:pt>
                <c:pt idx="2241">
                  <c:v>0.30200572491589384</c:v>
                </c:pt>
                <c:pt idx="2242">
                  <c:v>0.30044331804599489</c:v>
                </c:pt>
                <c:pt idx="2243">
                  <c:v>0.2901698158334316</c:v>
                </c:pt>
                <c:pt idx="2244">
                  <c:v>0.29674968189418216</c:v>
                </c:pt>
                <c:pt idx="2245">
                  <c:v>0.31477450247251126</c:v>
                </c:pt>
                <c:pt idx="2246">
                  <c:v>0.32134837498487379</c:v>
                </c:pt>
                <c:pt idx="2247">
                  <c:v>0.33984725223466206</c:v>
                </c:pt>
                <c:pt idx="2248">
                  <c:v>0.34225897728868437</c:v>
                </c:pt>
                <c:pt idx="2249">
                  <c:v>0.34480926934553291</c:v>
                </c:pt>
                <c:pt idx="2250">
                  <c:v>0.34346446007618736</c:v>
                </c:pt>
                <c:pt idx="2251">
                  <c:v>0.34507661742827889</c:v>
                </c:pt>
                <c:pt idx="2252">
                  <c:v>0.35072593922147766</c:v>
                </c:pt>
                <c:pt idx="2253">
                  <c:v>0.34842970512480109</c:v>
                </c:pt>
                <c:pt idx="2254">
                  <c:v>0.352879523151713</c:v>
                </c:pt>
                <c:pt idx="2255">
                  <c:v>0.35761460148274415</c:v>
                </c:pt>
                <c:pt idx="2256">
                  <c:v>0.36345234426911999</c:v>
                </c:pt>
                <c:pt idx="2257">
                  <c:v>0.36208889192485083</c:v>
                </c:pt>
                <c:pt idx="2258">
                  <c:v>0.34097651410001562</c:v>
                </c:pt>
                <c:pt idx="2259">
                  <c:v>0.34124470940283569</c:v>
                </c:pt>
                <c:pt idx="2260">
                  <c:v>0.34111058493189539</c:v>
                </c:pt>
                <c:pt idx="2261">
                  <c:v>0.34392691716025237</c:v>
                </c:pt>
                <c:pt idx="2262">
                  <c:v>0.33089082606379794</c:v>
                </c:pt>
                <c:pt idx="2263">
                  <c:v>0.32676506450300025</c:v>
                </c:pt>
                <c:pt idx="2264">
                  <c:v>0.31973320966113428</c:v>
                </c:pt>
                <c:pt idx="2265">
                  <c:v>0.34533603392856049</c:v>
                </c:pt>
                <c:pt idx="2266">
                  <c:v>0.33659134970802485</c:v>
                </c:pt>
                <c:pt idx="2267">
                  <c:v>0.34220503337679853</c:v>
                </c:pt>
                <c:pt idx="2268">
                  <c:v>0.33066207008975801</c:v>
                </c:pt>
                <c:pt idx="2269">
                  <c:v>0.31961757490801301</c:v>
                </c:pt>
                <c:pt idx="2270">
                  <c:v>0.31420714285089013</c:v>
                </c:pt>
                <c:pt idx="2271">
                  <c:v>0.27123256927966599</c:v>
                </c:pt>
                <c:pt idx="2272">
                  <c:v>0.27619037629985677</c:v>
                </c:pt>
                <c:pt idx="2273">
                  <c:v>0.26049323467136865</c:v>
                </c:pt>
                <c:pt idx="2274">
                  <c:v>0.25973693873056569</c:v>
                </c:pt>
                <c:pt idx="2275">
                  <c:v>0.26477588648548789</c:v>
                </c:pt>
                <c:pt idx="2276">
                  <c:v>0.24770141201793394</c:v>
                </c:pt>
                <c:pt idx="2277">
                  <c:v>0.23996566326342283</c:v>
                </c:pt>
                <c:pt idx="2278">
                  <c:v>0.24281758428892863</c:v>
                </c:pt>
                <c:pt idx="2279">
                  <c:v>0.24828598165979976</c:v>
                </c:pt>
                <c:pt idx="2280">
                  <c:v>0.25078255362311941</c:v>
                </c:pt>
                <c:pt idx="2281">
                  <c:v>0.2495317710694962</c:v>
                </c:pt>
                <c:pt idx="2282">
                  <c:v>0.24028523596358187</c:v>
                </c:pt>
                <c:pt idx="2283">
                  <c:v>0.24016120743998548</c:v>
                </c:pt>
                <c:pt idx="2284">
                  <c:v>0.24152538476816954</c:v>
                </c:pt>
                <c:pt idx="2285">
                  <c:v>0.22588216492009061</c:v>
                </c:pt>
                <c:pt idx="2286">
                  <c:v>0.23789581013630756</c:v>
                </c:pt>
                <c:pt idx="2287">
                  <c:v>0.23764823097428023</c:v>
                </c:pt>
                <c:pt idx="2288">
                  <c:v>0.25769813231606364</c:v>
                </c:pt>
                <c:pt idx="2289">
                  <c:v>0.25530850586466314</c:v>
                </c:pt>
                <c:pt idx="2290">
                  <c:v>0.25681487607170084</c:v>
                </c:pt>
                <c:pt idx="2291">
                  <c:v>0.25807169094777249</c:v>
                </c:pt>
                <c:pt idx="2292">
                  <c:v>0.27606211612832565</c:v>
                </c:pt>
                <c:pt idx="2293">
                  <c:v>0.28129397080445173</c:v>
                </c:pt>
                <c:pt idx="2294">
                  <c:v>0.27911577105408414</c:v>
                </c:pt>
                <c:pt idx="2295">
                  <c:v>0.27156898800486506</c:v>
                </c:pt>
                <c:pt idx="2296">
                  <c:v>0.26851722243365339</c:v>
                </c:pt>
                <c:pt idx="2297">
                  <c:v>0.26674129832224636</c:v>
                </c:pt>
                <c:pt idx="2298">
                  <c:v>0.27269498242436074</c:v>
                </c:pt>
                <c:pt idx="2299">
                  <c:v>0.29127632916775625</c:v>
                </c:pt>
                <c:pt idx="2300">
                  <c:v>0.29450451999067551</c:v>
                </c:pt>
                <c:pt idx="2301">
                  <c:v>0.2920449614026932</c:v>
                </c:pt>
                <c:pt idx="2302">
                  <c:v>0.29256177938725414</c:v>
                </c:pt>
                <c:pt idx="2303">
                  <c:v>0.29113996142992815</c:v>
                </c:pt>
                <c:pt idx="2304">
                  <c:v>0.29230198739521507</c:v>
                </c:pt>
                <c:pt idx="2305">
                  <c:v>0.30276963349311625</c:v>
                </c:pt>
                <c:pt idx="2306">
                  <c:v>0.30159714082297251</c:v>
                </c:pt>
                <c:pt idx="2307">
                  <c:v>0.30055586311031401</c:v>
                </c:pt>
                <c:pt idx="2308">
                  <c:v>0.29444325055369558</c:v>
                </c:pt>
                <c:pt idx="2309">
                  <c:v>0.27761548829649763</c:v>
                </c:pt>
                <c:pt idx="2310">
                  <c:v>0.2878364122028696</c:v>
                </c:pt>
                <c:pt idx="2311">
                  <c:v>0.28693492671432752</c:v>
                </c:pt>
                <c:pt idx="2312">
                  <c:v>0.25978059976065526</c:v>
                </c:pt>
                <c:pt idx="2313">
                  <c:v>0.25587527990139725</c:v>
                </c:pt>
                <c:pt idx="2314">
                  <c:v>0.26064760596502268</c:v>
                </c:pt>
                <c:pt idx="2315">
                  <c:v>0.27489292391242759</c:v>
                </c:pt>
                <c:pt idx="2316">
                  <c:v>0.27910007056133868</c:v>
                </c:pt>
                <c:pt idx="2317">
                  <c:v>0.27897216055428253</c:v>
                </c:pt>
                <c:pt idx="2318">
                  <c:v>0.28562281578916493</c:v>
                </c:pt>
                <c:pt idx="2319">
                  <c:v>0.27353796132074693</c:v>
                </c:pt>
                <c:pt idx="2320">
                  <c:v>0.26971734743678466</c:v>
                </c:pt>
                <c:pt idx="2321">
                  <c:v>0.28787430550513071</c:v>
                </c:pt>
                <c:pt idx="2322">
                  <c:v>0.28787430550513071</c:v>
                </c:pt>
                <c:pt idx="2323">
                  <c:v>0.29431367703265621</c:v>
                </c:pt>
                <c:pt idx="2324">
                  <c:v>0.2816294029977362</c:v>
                </c:pt>
                <c:pt idx="2325">
                  <c:v>0.28073226241563765</c:v>
                </c:pt>
                <c:pt idx="2326">
                  <c:v>0.27701813885463222</c:v>
                </c:pt>
                <c:pt idx="2327">
                  <c:v>0.25594733956353077</c:v>
                </c:pt>
                <c:pt idx="2328">
                  <c:v>0.26159910259156649</c:v>
                </c:pt>
                <c:pt idx="2329">
                  <c:v>0.24936159129642821</c:v>
                </c:pt>
                <c:pt idx="2330">
                  <c:v>0.24648805963644649</c:v>
                </c:pt>
                <c:pt idx="2331">
                  <c:v>0.23364923262219106</c:v>
                </c:pt>
                <c:pt idx="2332">
                  <c:v>0.20638558458124057</c:v>
                </c:pt>
                <c:pt idx="2333">
                  <c:v>0.18865171648789625</c:v>
                </c:pt>
                <c:pt idx="2334">
                  <c:v>0.181995266875564</c:v>
                </c:pt>
                <c:pt idx="2335">
                  <c:v>0.18388645930256486</c:v>
                </c:pt>
                <c:pt idx="2336">
                  <c:v>0.19537015795779977</c:v>
                </c:pt>
                <c:pt idx="2337">
                  <c:v>0.19776089827371535</c:v>
                </c:pt>
                <c:pt idx="2338">
                  <c:v>0.18590306538080559</c:v>
                </c:pt>
                <c:pt idx="2339">
                  <c:v>0.19539028990385199</c:v>
                </c:pt>
                <c:pt idx="2340">
                  <c:v>0.19084780680221725</c:v>
                </c:pt>
                <c:pt idx="2341">
                  <c:v>0.19656387627486782</c:v>
                </c:pt>
                <c:pt idx="2342">
                  <c:v>0.21032436085202888</c:v>
                </c:pt>
                <c:pt idx="2343">
                  <c:v>0.21189778252113656</c:v>
                </c:pt>
                <c:pt idx="2344">
                  <c:v>0.20208141048271533</c:v>
                </c:pt>
                <c:pt idx="2345">
                  <c:v>0.20123995349537749</c:v>
                </c:pt>
                <c:pt idx="2346">
                  <c:v>0.18286098220689828</c:v>
                </c:pt>
                <c:pt idx="2347">
                  <c:v>0.18901185931437436</c:v>
                </c:pt>
                <c:pt idx="2348">
                  <c:v>0.19852395418888946</c:v>
                </c:pt>
                <c:pt idx="2349">
                  <c:v>0.19277103920878269</c:v>
                </c:pt>
                <c:pt idx="2350">
                  <c:v>0.21471802633022419</c:v>
                </c:pt>
                <c:pt idx="2351">
                  <c:v>0.21508244173812319</c:v>
                </c:pt>
                <c:pt idx="2352">
                  <c:v>0.21119417792456119</c:v>
                </c:pt>
                <c:pt idx="2353">
                  <c:v>0.22730306049095805</c:v>
                </c:pt>
                <c:pt idx="2354">
                  <c:v>0.24018974262611303</c:v>
                </c:pt>
                <c:pt idx="2355">
                  <c:v>0.24527452057088017</c:v>
                </c:pt>
                <c:pt idx="2356">
                  <c:v>0.25399144221487613</c:v>
                </c:pt>
                <c:pt idx="2357">
                  <c:v>0.26038679857017222</c:v>
                </c:pt>
                <c:pt idx="2358">
                  <c:v>0.27009177691916264</c:v>
                </c:pt>
                <c:pt idx="2359">
                  <c:v>0.27568018073760681</c:v>
                </c:pt>
                <c:pt idx="2360">
                  <c:v>0.27414936452072181</c:v>
                </c:pt>
                <c:pt idx="2361">
                  <c:v>0.28064752627977763</c:v>
                </c:pt>
                <c:pt idx="2362">
                  <c:v>0.28935592945847999</c:v>
                </c:pt>
                <c:pt idx="2363">
                  <c:v>0.29644738707050178</c:v>
                </c:pt>
                <c:pt idx="2364">
                  <c:v>0.29748454498015797</c:v>
                </c:pt>
                <c:pt idx="2365">
                  <c:v>0.30371247079606256</c:v>
                </c:pt>
                <c:pt idx="2366">
                  <c:v>0.28702495116987281</c:v>
                </c:pt>
                <c:pt idx="2367">
                  <c:v>0.28921289358686164</c:v>
                </c:pt>
                <c:pt idx="2368">
                  <c:v>0.27245312597023252</c:v>
                </c:pt>
                <c:pt idx="2369">
                  <c:v>0.28288724160318846</c:v>
                </c:pt>
                <c:pt idx="2370">
                  <c:v>0.28699248077631867</c:v>
                </c:pt>
                <c:pt idx="2371">
                  <c:v>0.25945084168770549</c:v>
                </c:pt>
                <c:pt idx="2372">
                  <c:v>0.25403520306844829</c:v>
                </c:pt>
                <c:pt idx="2373">
                  <c:v>0.25528923827151662</c:v>
                </c:pt>
                <c:pt idx="2374">
                  <c:v>0.27261222975966359</c:v>
                </c:pt>
                <c:pt idx="2375">
                  <c:v>0.26064967479992274</c:v>
                </c:pt>
                <c:pt idx="2376">
                  <c:v>0.27237371677556221</c:v>
                </c:pt>
                <c:pt idx="2377">
                  <c:v>0.28611535291673817</c:v>
                </c:pt>
                <c:pt idx="2378">
                  <c:v>0.28662979905790475</c:v>
                </c:pt>
                <c:pt idx="2379">
                  <c:v>0.2958935336111217</c:v>
                </c:pt>
                <c:pt idx="2380">
                  <c:v>0.29239462107037162</c:v>
                </c:pt>
                <c:pt idx="2381">
                  <c:v>0.27947067485966781</c:v>
                </c:pt>
                <c:pt idx="2382">
                  <c:v>0.28407676928916259</c:v>
                </c:pt>
                <c:pt idx="2383">
                  <c:v>0.30102658264377968</c:v>
                </c:pt>
                <c:pt idx="2384">
                  <c:v>0.29543216833841157</c:v>
                </c:pt>
                <c:pt idx="2385">
                  <c:v>0.29763440302458699</c:v>
                </c:pt>
                <c:pt idx="2386">
                  <c:v>0.29932132774851916</c:v>
                </c:pt>
                <c:pt idx="2387">
                  <c:v>0.30269956320066527</c:v>
                </c:pt>
                <c:pt idx="2388">
                  <c:v>0.30165740355010473</c:v>
                </c:pt>
                <c:pt idx="2389">
                  <c:v>0.29202513876383396</c:v>
                </c:pt>
                <c:pt idx="2390">
                  <c:v>0.29344636641647437</c:v>
                </c:pt>
                <c:pt idx="2391">
                  <c:v>0.30573410689743086</c:v>
                </c:pt>
                <c:pt idx="2392">
                  <c:v>0.3250589716795127</c:v>
                </c:pt>
                <c:pt idx="2393">
                  <c:v>0.3336718549954294</c:v>
                </c:pt>
                <c:pt idx="2394">
                  <c:v>0.33433869092292712</c:v>
                </c:pt>
                <c:pt idx="2395">
                  <c:v>0.33367152157746571</c:v>
                </c:pt>
                <c:pt idx="2396">
                  <c:v>0.32780336688252487</c:v>
                </c:pt>
                <c:pt idx="2397">
                  <c:v>0.31704815961077637</c:v>
                </c:pt>
                <c:pt idx="2398">
                  <c:v>0.33021864120688416</c:v>
                </c:pt>
                <c:pt idx="2399">
                  <c:v>0.31904480462074636</c:v>
                </c:pt>
                <c:pt idx="2400">
                  <c:v>0.33144382578418141</c:v>
                </c:pt>
                <c:pt idx="2401">
                  <c:v>0.34715486292843489</c:v>
                </c:pt>
                <c:pt idx="2402">
                  <c:v>0.34661600098326351</c:v>
                </c:pt>
                <c:pt idx="2403">
                  <c:v>0.34217216818001872</c:v>
                </c:pt>
                <c:pt idx="2404">
                  <c:v>0.32338175782549849</c:v>
                </c:pt>
                <c:pt idx="2405">
                  <c:v>0.30498675139172393</c:v>
                </c:pt>
                <c:pt idx="2406">
                  <c:v>0.31033719707243002</c:v>
                </c:pt>
                <c:pt idx="2407">
                  <c:v>0.32330953532344719</c:v>
                </c:pt>
                <c:pt idx="2408">
                  <c:v>0.32158923292752672</c:v>
                </c:pt>
                <c:pt idx="2409">
                  <c:v>0.32634695416606596</c:v>
                </c:pt>
                <c:pt idx="2410">
                  <c:v>0.31878677652731935</c:v>
                </c:pt>
                <c:pt idx="2411">
                  <c:v>0.29794994545818776</c:v>
                </c:pt>
                <c:pt idx="2412">
                  <c:v>0.30106502532728729</c:v>
                </c:pt>
                <c:pt idx="2413">
                  <c:v>0.29521023271331459</c:v>
                </c:pt>
                <c:pt idx="2414">
                  <c:v>0.2856256769912362</c:v>
                </c:pt>
                <c:pt idx="2415">
                  <c:v>0.28164023739256328</c:v>
                </c:pt>
                <c:pt idx="2416">
                  <c:v>0.29689175621753483</c:v>
                </c:pt>
                <c:pt idx="2417">
                  <c:v>0.30376528252548796</c:v>
                </c:pt>
                <c:pt idx="2418">
                  <c:v>0.30976260282510504</c:v>
                </c:pt>
                <c:pt idx="2419">
                  <c:v>0.31434677193499305</c:v>
                </c:pt>
                <c:pt idx="2420">
                  <c:v>0.3369535364122751</c:v>
                </c:pt>
                <c:pt idx="2421">
                  <c:v>0.36035022329948996</c:v>
                </c:pt>
                <c:pt idx="2422">
                  <c:v>0.35871780303153056</c:v>
                </c:pt>
                <c:pt idx="2423">
                  <c:v>0.38045728788003497</c:v>
                </c:pt>
                <c:pt idx="2424">
                  <c:v>0.37962901350730682</c:v>
                </c:pt>
                <c:pt idx="2425">
                  <c:v>0.38004290221135895</c:v>
                </c:pt>
                <c:pt idx="2426">
                  <c:v>0.3847350480788776</c:v>
                </c:pt>
                <c:pt idx="2427">
                  <c:v>0.38265794550675936</c:v>
                </c:pt>
                <c:pt idx="2428">
                  <c:v>0.3733941372718641</c:v>
                </c:pt>
                <c:pt idx="2429">
                  <c:v>0.37888771382095165</c:v>
                </c:pt>
                <c:pt idx="2430">
                  <c:v>0.38426537590485332</c:v>
                </c:pt>
                <c:pt idx="2431">
                  <c:v>0.37762090210050991</c:v>
                </c:pt>
                <c:pt idx="2432">
                  <c:v>0.36164049963614397</c:v>
                </c:pt>
                <c:pt idx="2433">
                  <c:v>0.36341063228567116</c:v>
                </c:pt>
                <c:pt idx="2434">
                  <c:v>0.35263968829061443</c:v>
                </c:pt>
                <c:pt idx="2435">
                  <c:v>0.36576029326703341</c:v>
                </c:pt>
                <c:pt idx="2436">
                  <c:v>0.35729257944877779</c:v>
                </c:pt>
                <c:pt idx="2437">
                  <c:v>0.38063801181529699</c:v>
                </c:pt>
                <c:pt idx="2438">
                  <c:v>0.39306375392163462</c:v>
                </c:pt>
                <c:pt idx="2439">
                  <c:v>0.40741231058702732</c:v>
                </c:pt>
                <c:pt idx="2440">
                  <c:v>0.41402714844678634</c:v>
                </c:pt>
                <c:pt idx="2441">
                  <c:v>0.40568438827095021</c:v>
                </c:pt>
                <c:pt idx="2442">
                  <c:v>0.4198818005924867</c:v>
                </c:pt>
                <c:pt idx="2443">
                  <c:v>0.42229559965349406</c:v>
                </c:pt>
                <c:pt idx="2444">
                  <c:v>0.43296281665089542</c:v>
                </c:pt>
                <c:pt idx="2445">
                  <c:v>0.41662704054107524</c:v>
                </c:pt>
                <c:pt idx="2446">
                  <c:v>0.43518485477216351</c:v>
                </c:pt>
                <c:pt idx="2447">
                  <c:v>0.41753208105846595</c:v>
                </c:pt>
                <c:pt idx="2448">
                  <c:v>0.37273806729701842</c:v>
                </c:pt>
                <c:pt idx="2449">
                  <c:v>0.37836629337293615</c:v>
                </c:pt>
                <c:pt idx="2450">
                  <c:v>0.3520394971695131</c:v>
                </c:pt>
                <c:pt idx="2451">
                  <c:v>0.33405737185715867</c:v>
                </c:pt>
                <c:pt idx="2452">
                  <c:v>0.33645867512650152</c:v>
                </c:pt>
                <c:pt idx="2453">
                  <c:v>0.36292055689400637</c:v>
                </c:pt>
                <c:pt idx="2454">
                  <c:v>0.36918999145571862</c:v>
                </c:pt>
                <c:pt idx="2455">
                  <c:v>0.40971801520280793</c:v>
                </c:pt>
                <c:pt idx="2456">
                  <c:v>0.39829929927966523</c:v>
                </c:pt>
                <c:pt idx="2457">
                  <c:v>0.38907052390441943</c:v>
                </c:pt>
                <c:pt idx="2458">
                  <c:v>0.40337795030063495</c:v>
                </c:pt>
                <c:pt idx="2459">
                  <c:v>0.41404362272291984</c:v>
                </c:pt>
                <c:pt idx="2460">
                  <c:v>0.41121553547747403</c:v>
                </c:pt>
                <c:pt idx="2461">
                  <c:v>0.42095292267226836</c:v>
                </c:pt>
                <c:pt idx="2462">
                  <c:v>0.41981616033413061</c:v>
                </c:pt>
                <c:pt idx="2463">
                  <c:v>0.39624721207258418</c:v>
                </c:pt>
                <c:pt idx="2464">
                  <c:v>0.39903970649672926</c:v>
                </c:pt>
                <c:pt idx="2465">
                  <c:v>0.3912050841403476</c:v>
                </c:pt>
                <c:pt idx="2466">
                  <c:v>0.3713108514371406</c:v>
                </c:pt>
                <c:pt idx="2467">
                  <c:v>0.31782972823109201</c:v>
                </c:pt>
                <c:pt idx="2468">
                  <c:v>0.33298477010574956</c:v>
                </c:pt>
                <c:pt idx="2469">
                  <c:v>0.31285670007715272</c:v>
                </c:pt>
                <c:pt idx="2470">
                  <c:v>0.29946556173636574</c:v>
                </c:pt>
                <c:pt idx="2471">
                  <c:v>0.25697303786758674</c:v>
                </c:pt>
                <c:pt idx="2472">
                  <c:v>0.26803440060082151</c:v>
                </c:pt>
                <c:pt idx="2473">
                  <c:v>0.27361375196346516</c:v>
                </c:pt>
                <c:pt idx="2474">
                  <c:v>0.30443520476098107</c:v>
                </c:pt>
                <c:pt idx="2475">
                  <c:v>0.31969709665668455</c:v>
                </c:pt>
                <c:pt idx="2476">
                  <c:v>0.29026785140124045</c:v>
                </c:pt>
                <c:pt idx="2477">
                  <c:v>0.23401217308014632</c:v>
                </c:pt>
                <c:pt idx="2478">
                  <c:v>0.24129284490131919</c:v>
                </c:pt>
                <c:pt idx="2479">
                  <c:v>0.20541948168367097</c:v>
                </c:pt>
                <c:pt idx="2480">
                  <c:v>0.1614216706022169</c:v>
                </c:pt>
                <c:pt idx="2481">
                  <c:v>0.12878572165829461</c:v>
                </c:pt>
                <c:pt idx="2482">
                  <c:v>9.2777457137394936E-2</c:v>
                </c:pt>
                <c:pt idx="2483">
                  <c:v>6.4255965506109014E-2</c:v>
                </c:pt>
                <c:pt idx="2484">
                  <c:v>1.2426699985961465E-2</c:v>
                </c:pt>
                <c:pt idx="2485">
                  <c:v>-6.5226427902961737E-2</c:v>
                </c:pt>
                <c:pt idx="2486">
                  <c:v>2.2642240024444149E-3</c:v>
                </c:pt>
                <c:pt idx="2487">
                  <c:v>-5.3060761162490588E-2</c:v>
                </c:pt>
                <c:pt idx="2488">
                  <c:v>3.3584179191141539E-2</c:v>
                </c:pt>
                <c:pt idx="2489">
                  <c:v>9.2498477405036583E-2</c:v>
                </c:pt>
                <c:pt idx="2490">
                  <c:v>7.5892500548480069E-2</c:v>
                </c:pt>
                <c:pt idx="2491">
                  <c:v>9.6764815059120712E-2</c:v>
                </c:pt>
                <c:pt idx="2492">
                  <c:v>9.0513255613283716E-2</c:v>
                </c:pt>
                <c:pt idx="2493">
                  <c:v>0.11101490481881338</c:v>
                </c:pt>
                <c:pt idx="2494">
                  <c:v>6.1908046025821895E-2</c:v>
                </c:pt>
                <c:pt idx="2495">
                  <c:v>8.7712411544249358E-2</c:v>
                </c:pt>
                <c:pt idx="2496">
                  <c:v>8.7059784097322845E-2</c:v>
                </c:pt>
                <c:pt idx="2497">
                  <c:v>0.12978123361234761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4FB-4D9E-98CD-0006AD2249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7326559"/>
        <c:axId val="477331551"/>
      </c:lineChart>
      <c:dateAx>
        <c:axId val="477334879"/>
        <c:scaling>
          <c:orientation val="minMax"/>
        </c:scaling>
        <c:delete val="0"/>
        <c:axPos val="b"/>
        <c:numFmt formatCode="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+mn-cs"/>
              </a:defRPr>
            </a:pPr>
            <a:endParaRPr lang="ko-KR"/>
          </a:p>
        </c:txPr>
        <c:crossAx val="477329887"/>
        <c:crosses val="autoZero"/>
        <c:auto val="1"/>
        <c:lblOffset val="100"/>
        <c:baseTimeUnit val="days"/>
        <c:majorUnit val="1"/>
        <c:majorTimeUnit val="years"/>
      </c:dateAx>
      <c:valAx>
        <c:axId val="477329887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oPub돋움체_Pro Light" panose="02020603020101020101" pitchFamily="18" charset="-127"/>
                    <a:ea typeface="KoPub돋움체_Pro Light" panose="02020603020101020101" pitchFamily="18" charset="-127"/>
                    <a:cs typeface="+mn-cs"/>
                  </a:defRPr>
                </a:pPr>
                <a:r>
                  <a:rPr lang="ko-KR"/>
                  <a:t>레버리지 </a:t>
                </a:r>
                <a:r>
                  <a:rPr lang="en-US"/>
                  <a:t>ETF </a:t>
                </a:r>
                <a:r>
                  <a:rPr lang="ko-KR"/>
                  <a:t>개인투자자의 누적투자금액 </a:t>
                </a:r>
                <a:r>
                  <a:rPr lang="en-US"/>
                  <a:t>(</a:t>
                </a:r>
                <a:r>
                  <a:rPr lang="ko-KR"/>
                  <a:t>억</a:t>
                </a:r>
                <a:r>
                  <a:rPr lang="en-US"/>
                  <a:t>)</a:t>
                </a:r>
                <a:endParaRPr lang="ko-K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_Pro Light" panose="02020603020101020101" pitchFamily="18" charset="-127"/>
                  <a:ea typeface="KoPub돋움체_Pro Light" panose="02020603020101020101" pitchFamily="18" charset="-127"/>
                  <a:cs typeface="+mn-cs"/>
                </a:defRPr>
              </a:pPr>
              <a:endParaRPr lang="ko-KR"/>
            </a:p>
          </c:txPr>
        </c:title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+mn-cs"/>
              </a:defRPr>
            </a:pPr>
            <a:endParaRPr lang="ko-KR"/>
          </a:p>
        </c:txPr>
        <c:crossAx val="477334879"/>
        <c:crosses val="autoZero"/>
        <c:crossBetween val="between"/>
      </c:valAx>
      <c:valAx>
        <c:axId val="477331551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oPub돋움체_Pro Light" panose="02020603020101020101" pitchFamily="18" charset="-127"/>
                    <a:ea typeface="KoPub돋움체_Pro Light" panose="02020603020101020101" pitchFamily="18" charset="-127"/>
                    <a:cs typeface="+mn-cs"/>
                  </a:defRPr>
                </a:pPr>
                <a:r>
                  <a:rPr lang="ko-KR" dirty="0"/>
                  <a:t>코스피 </a:t>
                </a:r>
                <a:r>
                  <a:rPr lang="en-US" dirty="0"/>
                  <a:t>200 / </a:t>
                </a:r>
                <a:r>
                  <a:rPr lang="ko-KR" altLang="en-US" dirty="0" err="1"/>
                  <a:t>레버리지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ETF</a:t>
                </a:r>
                <a:r>
                  <a:rPr lang="en-US" dirty="0"/>
                  <a:t> </a:t>
                </a:r>
                <a:r>
                  <a:rPr lang="ko-KR" dirty="0" err="1"/>
                  <a:t>누적성과</a:t>
                </a:r>
                <a:endParaRPr lang="ko-KR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_Pro Light" panose="02020603020101020101" pitchFamily="18" charset="-127"/>
                  <a:ea typeface="KoPub돋움체_Pro Light" panose="02020603020101020101" pitchFamily="18" charset="-127"/>
                  <a:cs typeface="+mn-cs"/>
                </a:defRPr>
              </a:pPr>
              <a:endParaRPr lang="ko-KR"/>
            </a:p>
          </c:txPr>
        </c:title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+mn-cs"/>
              </a:defRPr>
            </a:pPr>
            <a:endParaRPr lang="ko-KR"/>
          </a:p>
        </c:txPr>
        <c:crossAx val="477326559"/>
        <c:crosses val="max"/>
        <c:crossBetween val="between"/>
      </c:valAx>
      <c:dateAx>
        <c:axId val="477326559"/>
        <c:scaling>
          <c:orientation val="minMax"/>
        </c:scaling>
        <c:delete val="1"/>
        <c:axPos val="b"/>
        <c:numFmt formatCode="yyyy\-mm\-dd" sourceLinked="1"/>
        <c:majorTickMark val="out"/>
        <c:minorTickMark val="none"/>
        <c:tickLblPos val="nextTo"/>
        <c:crossAx val="477331551"/>
        <c:crosses val="autoZero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KoPub돋움체_Pro Light" panose="02020603020101020101" pitchFamily="18" charset="-127"/>
          <a:ea typeface="KoPub돋움체_Pro Light" panose="02020603020101020101" pitchFamily="18" charset="-127"/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'ETF 원본금액'!$DY$14</c:f>
              <c:strCache>
                <c:ptCount val="1"/>
                <c:pt idx="0">
                  <c:v>코스피 200 5일 Rolling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3"/>
            <c:spPr>
              <a:solidFill>
                <a:schemeClr val="accent1"/>
              </a:solidFill>
              <a:ln w="1270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poly"/>
            <c:order val="2"/>
            <c:dispRSqr val="0"/>
            <c:dispEq val="0"/>
          </c:trendline>
          <c:xVal>
            <c:numRef>
              <c:f>'ETF 원본금액'!$DY$20:$DY$2512</c:f>
              <c:numCache>
                <c:formatCode>General</c:formatCode>
                <c:ptCount val="2493"/>
                <c:pt idx="0">
                  <c:v>-1.9120164715251908E-2</c:v>
                </c:pt>
                <c:pt idx="1">
                  <c:v>-1.6177525209397747E-2</c:v>
                </c:pt>
                <c:pt idx="2">
                  <c:v>4.5578369562317977E-3</c:v>
                </c:pt>
                <c:pt idx="3">
                  <c:v>6.6693292738174925E-2</c:v>
                </c:pt>
                <c:pt idx="4">
                  <c:v>9.6132460352709836E-2</c:v>
                </c:pt>
                <c:pt idx="5">
                  <c:v>5.8690575244107146E-2</c:v>
                </c:pt>
                <c:pt idx="6">
                  <c:v>5.4046269629875576E-2</c:v>
                </c:pt>
                <c:pt idx="7">
                  <c:v>4.9610403565301109E-2</c:v>
                </c:pt>
                <c:pt idx="8">
                  <c:v>2.732177430587801E-2</c:v>
                </c:pt>
                <c:pt idx="9">
                  <c:v>-2.7364178514384441E-2</c:v>
                </c:pt>
                <c:pt idx="10">
                  <c:v>-2.042585405688635E-2</c:v>
                </c:pt>
                <c:pt idx="11">
                  <c:v>2.2735834728910609E-2</c:v>
                </c:pt>
                <c:pt idx="12">
                  <c:v>1.9133927482431368E-2</c:v>
                </c:pt>
                <c:pt idx="13">
                  <c:v>2.8566596198182248E-2</c:v>
                </c:pt>
                <c:pt idx="14">
                  <c:v>2.5837746045003662E-2</c:v>
                </c:pt>
                <c:pt idx="15">
                  <c:v>4.1290808660007228E-2</c:v>
                </c:pt>
                <c:pt idx="16">
                  <c:v>-1.2556985804648146E-3</c:v>
                </c:pt>
                <c:pt idx="17">
                  <c:v>1.5082439037425122E-2</c:v>
                </c:pt>
                <c:pt idx="18">
                  <c:v>6.9745919255002065E-3</c:v>
                </c:pt>
                <c:pt idx="19">
                  <c:v>2.551924371049985E-2</c:v>
                </c:pt>
                <c:pt idx="20">
                  <c:v>1.9975896447199881E-2</c:v>
                </c:pt>
                <c:pt idx="21">
                  <c:v>1.1102106148109137E-2</c:v>
                </c:pt>
                <c:pt idx="22">
                  <c:v>3.7823731606171584E-2</c:v>
                </c:pt>
                <c:pt idx="23">
                  <c:v>4.3085064639165171E-2</c:v>
                </c:pt>
                <c:pt idx="24">
                  <c:v>5.8489274454511575E-2</c:v>
                </c:pt>
                <c:pt idx="25">
                  <c:v>4.5519643028389289E-2</c:v>
                </c:pt>
                <c:pt idx="26">
                  <c:v>5.2375163738249464E-2</c:v>
                </c:pt>
                <c:pt idx="27">
                  <c:v>2.2222898859097562E-2</c:v>
                </c:pt>
                <c:pt idx="28">
                  <c:v>2.6094835313683618E-3</c:v>
                </c:pt>
                <c:pt idx="29">
                  <c:v>-2.6969531030788474E-2</c:v>
                </c:pt>
                <c:pt idx="30">
                  <c:v>-2.5071362348825899E-2</c:v>
                </c:pt>
                <c:pt idx="31">
                  <c:v>4.7783769578924051E-3</c:v>
                </c:pt>
                <c:pt idx="32">
                  <c:v>8.332899367658797E-3</c:v>
                </c:pt>
                <c:pt idx="33">
                  <c:v>2.4356211420535345E-3</c:v>
                </c:pt>
                <c:pt idx="34">
                  <c:v>-1.367002104195858E-2</c:v>
                </c:pt>
                <c:pt idx="35">
                  <c:v>-2.5417411136217094E-3</c:v>
                </c:pt>
                <c:pt idx="36">
                  <c:v>3.7145002145420047E-3</c:v>
                </c:pt>
                <c:pt idx="37">
                  <c:v>-1.5820581662430389E-2</c:v>
                </c:pt>
                <c:pt idx="38">
                  <c:v>-2.8432691171536018E-3</c:v>
                </c:pt>
                <c:pt idx="39">
                  <c:v>5.5876861839402103E-2</c:v>
                </c:pt>
                <c:pt idx="40">
                  <c:v>4.008327497375852E-2</c:v>
                </c:pt>
                <c:pt idx="41">
                  <c:v>-1.85646367915282E-2</c:v>
                </c:pt>
                <c:pt idx="42">
                  <c:v>-9.8182382941515156E-3</c:v>
                </c:pt>
                <c:pt idx="43">
                  <c:v>5.8934254590146118E-3</c:v>
                </c:pt>
                <c:pt idx="44">
                  <c:v>-4.0789247832959008E-2</c:v>
                </c:pt>
                <c:pt idx="45">
                  <c:v>-4.357737169913567E-2</c:v>
                </c:pt>
                <c:pt idx="46">
                  <c:v>-6.1355108094916844E-2</c:v>
                </c:pt>
                <c:pt idx="47">
                  <c:v>-0.10582591250939122</c:v>
                </c:pt>
                <c:pt idx="48">
                  <c:v>-8.3532141222362633E-2</c:v>
                </c:pt>
                <c:pt idx="49">
                  <c:v>-7.1440543106142451E-2</c:v>
                </c:pt>
                <c:pt idx="50">
                  <c:v>-7.2467297632261451E-2</c:v>
                </c:pt>
                <c:pt idx="51">
                  <c:v>7.0935790604527149E-3</c:v>
                </c:pt>
                <c:pt idx="52">
                  <c:v>6.1531069820477402E-2</c:v>
                </c:pt>
                <c:pt idx="53">
                  <c:v>-3.4461427767730646E-2</c:v>
                </c:pt>
                <c:pt idx="54">
                  <c:v>-2.5508572137486363E-2</c:v>
                </c:pt>
                <c:pt idx="55">
                  <c:v>-4.267029095362207E-2</c:v>
                </c:pt>
                <c:pt idx="56">
                  <c:v>-9.6770230301942095E-2</c:v>
                </c:pt>
                <c:pt idx="57">
                  <c:v>-9.8305183676747454E-2</c:v>
                </c:pt>
                <c:pt idx="58">
                  <c:v>-0.10006854034714718</c:v>
                </c:pt>
                <c:pt idx="59">
                  <c:v>-8.1951540732668637E-2</c:v>
                </c:pt>
                <c:pt idx="60">
                  <c:v>-2.6983365723269426E-2</c:v>
                </c:pt>
                <c:pt idx="61">
                  <c:v>1.4645134469888133E-2</c:v>
                </c:pt>
                <c:pt idx="62">
                  <c:v>3.2984236935397648E-2</c:v>
                </c:pt>
                <c:pt idx="63">
                  <c:v>8.2601178253006724E-2</c:v>
                </c:pt>
                <c:pt idx="64">
                  <c:v>0.11467430371109266</c:v>
                </c:pt>
                <c:pt idx="65">
                  <c:v>8.499346761459603E-2</c:v>
                </c:pt>
                <c:pt idx="66">
                  <c:v>2.299081268106673E-2</c:v>
                </c:pt>
                <c:pt idx="67">
                  <c:v>2.3443597047847931E-2</c:v>
                </c:pt>
                <c:pt idx="68">
                  <c:v>2.4374470455976294E-2</c:v>
                </c:pt>
                <c:pt idx="69">
                  <c:v>-1.3472841735136964E-2</c:v>
                </c:pt>
                <c:pt idx="70">
                  <c:v>1.2534800060049145E-2</c:v>
                </c:pt>
                <c:pt idx="71">
                  <c:v>7.0074723167481423E-2</c:v>
                </c:pt>
                <c:pt idx="72">
                  <c:v>5.4136432791442868E-2</c:v>
                </c:pt>
                <c:pt idx="73">
                  <c:v>8.1916078284028471E-2</c:v>
                </c:pt>
                <c:pt idx="74">
                  <c:v>7.4452366195017605E-2</c:v>
                </c:pt>
                <c:pt idx="75">
                  <c:v>4.2020775399986388E-2</c:v>
                </c:pt>
                <c:pt idx="76">
                  <c:v>5.5658319982692772E-2</c:v>
                </c:pt>
                <c:pt idx="77">
                  <c:v>4.0750570254393992E-2</c:v>
                </c:pt>
                <c:pt idx="78">
                  <c:v>1.6689932378370687E-2</c:v>
                </c:pt>
                <c:pt idx="79">
                  <c:v>2.9341396304518375E-2</c:v>
                </c:pt>
                <c:pt idx="80">
                  <c:v>1.1988042423979106E-2</c:v>
                </c:pt>
                <c:pt idx="81">
                  <c:v>-1.6753828144187799E-2</c:v>
                </c:pt>
                <c:pt idx="82">
                  <c:v>-3.1335552512956277E-2</c:v>
                </c:pt>
                <c:pt idx="83">
                  <c:v>-4.5041227726644983E-2</c:v>
                </c:pt>
                <c:pt idx="84">
                  <c:v>-7.6246257947532592E-2</c:v>
                </c:pt>
                <c:pt idx="85">
                  <c:v>-7.6246257947532592E-2</c:v>
                </c:pt>
                <c:pt idx="86">
                  <c:v>-7.3670180583111589E-2</c:v>
                </c:pt>
                <c:pt idx="87">
                  <c:v>-3.8356949694942077E-2</c:v>
                </c:pt>
                <c:pt idx="88">
                  <c:v>-3.1726283583742076E-2</c:v>
                </c:pt>
                <c:pt idx="89">
                  <c:v>2.2821564705462816E-2</c:v>
                </c:pt>
                <c:pt idx="90">
                  <c:v>7.2948175811214711E-2</c:v>
                </c:pt>
                <c:pt idx="91">
                  <c:v>7.699764004926668E-2</c:v>
                </c:pt>
                <c:pt idx="92">
                  <c:v>7.5185410030377264E-2</c:v>
                </c:pt>
                <c:pt idx="93">
                  <c:v>0.12028931254103603</c:v>
                </c:pt>
                <c:pt idx="94">
                  <c:v>7.3044610843131075E-2</c:v>
                </c:pt>
                <c:pt idx="95">
                  <c:v>1.9125118137902408E-2</c:v>
                </c:pt>
                <c:pt idx="96">
                  <c:v>-6.4374621270713028E-3</c:v>
                </c:pt>
                <c:pt idx="97">
                  <c:v>-9.8852797778300472E-3</c:v>
                </c:pt>
                <c:pt idx="98">
                  <c:v>-1.7934992950367934E-2</c:v>
                </c:pt>
                <c:pt idx="99">
                  <c:v>-2.4423318344936384E-2</c:v>
                </c:pt>
                <c:pt idx="100">
                  <c:v>1.9293326927314336E-2</c:v>
                </c:pt>
                <c:pt idx="101">
                  <c:v>4.9811091206575231E-2</c:v>
                </c:pt>
                <c:pt idx="102">
                  <c:v>4.4536445887111364E-2</c:v>
                </c:pt>
                <c:pt idx="103">
                  <c:v>3.4949309567248177E-2</c:v>
                </c:pt>
                <c:pt idx="104">
                  <c:v>4.593090096185426E-2</c:v>
                </c:pt>
                <c:pt idx="105">
                  <c:v>3.0088901123617173E-3</c:v>
                </c:pt>
                <c:pt idx="106">
                  <c:v>1.6006098335635155E-2</c:v>
                </c:pt>
                <c:pt idx="107">
                  <c:v>2.2965392144543628E-2</c:v>
                </c:pt>
                <c:pt idx="108">
                  <c:v>9.9420550572526523E-3</c:v>
                </c:pt>
                <c:pt idx="109">
                  <c:v>8.6229305002603063E-3</c:v>
                </c:pt>
                <c:pt idx="110">
                  <c:v>2.3950144172733223E-2</c:v>
                </c:pt>
                <c:pt idx="111">
                  <c:v>3.7291334944837828E-3</c:v>
                </c:pt>
                <c:pt idx="112">
                  <c:v>-1.3017960996237421E-2</c:v>
                </c:pt>
                <c:pt idx="113">
                  <c:v>-4.0651477191124608E-2</c:v>
                </c:pt>
                <c:pt idx="114">
                  <c:v>-6.9895199767693095E-2</c:v>
                </c:pt>
                <c:pt idx="115">
                  <c:v>-5.3784248034007165E-2</c:v>
                </c:pt>
                <c:pt idx="116">
                  <c:v>-6.2611150300151408E-2</c:v>
                </c:pt>
                <c:pt idx="117">
                  <c:v>-3.8326710349842252E-2</c:v>
                </c:pt>
                <c:pt idx="118">
                  <c:v>2.4546320261342736E-4</c:v>
                </c:pt>
                <c:pt idx="119">
                  <c:v>6.7762291449298129E-2</c:v>
                </c:pt>
                <c:pt idx="120">
                  <c:v>4.1542450721322233E-2</c:v>
                </c:pt>
                <c:pt idx="121">
                  <c:v>4.1542450721322233E-2</c:v>
                </c:pt>
                <c:pt idx="122">
                  <c:v>1.083194479062688E-2</c:v>
                </c:pt>
                <c:pt idx="123">
                  <c:v>-2.5138401351359141E-2</c:v>
                </c:pt>
                <c:pt idx="124">
                  <c:v>-5.8636683258751043E-2</c:v>
                </c:pt>
                <c:pt idx="125">
                  <c:v>-5.1940475627809901E-2</c:v>
                </c:pt>
                <c:pt idx="126">
                  <c:v>-1.2764462224000184E-2</c:v>
                </c:pt>
                <c:pt idx="127">
                  <c:v>-2.7185431735031185E-2</c:v>
                </c:pt>
                <c:pt idx="128">
                  <c:v>2.9435259738192165E-2</c:v>
                </c:pt>
                <c:pt idx="129">
                  <c:v>5.166335146497314E-2</c:v>
                </c:pt>
                <c:pt idx="130">
                  <c:v>5.4350063428341144E-2</c:v>
                </c:pt>
                <c:pt idx="131">
                  <c:v>3.1275062040178492E-2</c:v>
                </c:pt>
                <c:pt idx="132">
                  <c:v>5.3622539964767624E-2</c:v>
                </c:pt>
                <c:pt idx="133">
                  <c:v>9.0448222305197223E-3</c:v>
                </c:pt>
                <c:pt idx="134">
                  <c:v>3.6757114850449746E-3</c:v>
                </c:pt>
                <c:pt idx="135">
                  <c:v>2.7195443107233652E-2</c:v>
                </c:pt>
                <c:pt idx="136">
                  <c:v>3.032729053642691E-2</c:v>
                </c:pt>
                <c:pt idx="137">
                  <c:v>3.5570026006434441E-2</c:v>
                </c:pt>
                <c:pt idx="138">
                  <c:v>5.6025860065059607E-2</c:v>
                </c:pt>
                <c:pt idx="139">
                  <c:v>3.6463045083419354E-2</c:v>
                </c:pt>
                <c:pt idx="140">
                  <c:v>2.9783695283536415E-2</c:v>
                </c:pt>
                <c:pt idx="141">
                  <c:v>9.0335311044149602E-3</c:v>
                </c:pt>
                <c:pt idx="142">
                  <c:v>2.1526327203802875E-2</c:v>
                </c:pt>
                <c:pt idx="143">
                  <c:v>3.3225911670334174E-2</c:v>
                </c:pt>
                <c:pt idx="144">
                  <c:v>4.2976769378249902E-2</c:v>
                </c:pt>
                <c:pt idx="145">
                  <c:v>3.7134336489982767E-2</c:v>
                </c:pt>
                <c:pt idx="146">
                  <c:v>3.8016518203198846E-2</c:v>
                </c:pt>
                <c:pt idx="147">
                  <c:v>3.8736042452089503E-2</c:v>
                </c:pt>
                <c:pt idx="148">
                  <c:v>2.1757883428157987E-2</c:v>
                </c:pt>
                <c:pt idx="149">
                  <c:v>2.4107691579227764E-2</c:v>
                </c:pt>
                <c:pt idx="150">
                  <c:v>4.1465449063621262E-2</c:v>
                </c:pt>
                <c:pt idx="151">
                  <c:v>3.4696938921229048E-2</c:v>
                </c:pt>
                <c:pt idx="152">
                  <c:v>2.4304406211268503E-2</c:v>
                </c:pt>
                <c:pt idx="153">
                  <c:v>1.3640976957417728E-2</c:v>
                </c:pt>
                <c:pt idx="154">
                  <c:v>-1.5785352281868947E-2</c:v>
                </c:pt>
                <c:pt idx="155">
                  <c:v>-3.7545199935500873E-2</c:v>
                </c:pt>
                <c:pt idx="156">
                  <c:v>-6.1623835292313744E-3</c:v>
                </c:pt>
                <c:pt idx="157">
                  <c:v>-2.2879665917703296E-3</c:v>
                </c:pt>
                <c:pt idx="158">
                  <c:v>-2.5752264363104849E-2</c:v>
                </c:pt>
                <c:pt idx="159">
                  <c:v>-1.9746421957041793E-2</c:v>
                </c:pt>
                <c:pt idx="160">
                  <c:v>-1.3804015173377593E-2</c:v>
                </c:pt>
                <c:pt idx="161">
                  <c:v>-3.2498534840915916E-2</c:v>
                </c:pt>
                <c:pt idx="162">
                  <c:v>-1.4483721141349326E-2</c:v>
                </c:pt>
                <c:pt idx="163">
                  <c:v>4.5646707019187938E-2</c:v>
                </c:pt>
                <c:pt idx="164">
                  <c:v>6.7855888583569834E-2</c:v>
                </c:pt>
                <c:pt idx="165">
                  <c:v>3.8109717735486992E-2</c:v>
                </c:pt>
                <c:pt idx="166">
                  <c:v>3.0271814045054191E-2</c:v>
                </c:pt>
                <c:pt idx="167">
                  <c:v>-2.3608481215366739E-2</c:v>
                </c:pt>
                <c:pt idx="168">
                  <c:v>-8.2130962718746092E-3</c:v>
                </c:pt>
                <c:pt idx="169">
                  <c:v>-6.4776427357039479E-3</c:v>
                </c:pt>
                <c:pt idx="170">
                  <c:v>3.0723290928055924E-2</c:v>
                </c:pt>
                <c:pt idx="171">
                  <c:v>3.7842400745276672E-2</c:v>
                </c:pt>
                <c:pt idx="172">
                  <c:v>7.2740453622322621E-2</c:v>
                </c:pt>
                <c:pt idx="173">
                  <c:v>3.6961816808890546E-2</c:v>
                </c:pt>
                <c:pt idx="174">
                  <c:v>3.8255625533760718E-2</c:v>
                </c:pt>
                <c:pt idx="175">
                  <c:v>4.1560552843246779E-2</c:v>
                </c:pt>
                <c:pt idx="176">
                  <c:v>3.7470519854151396E-2</c:v>
                </c:pt>
                <c:pt idx="177">
                  <c:v>-1.8228426327021374E-2</c:v>
                </c:pt>
                <c:pt idx="178">
                  <c:v>-2.1889203299551685E-2</c:v>
                </c:pt>
                <c:pt idx="179">
                  <c:v>-3.8368190902221322E-2</c:v>
                </c:pt>
                <c:pt idx="180">
                  <c:v>-6.4280846924773316E-2</c:v>
                </c:pt>
                <c:pt idx="181">
                  <c:v>-3.5937041050394969E-2</c:v>
                </c:pt>
                <c:pt idx="182">
                  <c:v>2.9177619416463907E-2</c:v>
                </c:pt>
                <c:pt idx="183">
                  <c:v>3.7651810104807559E-2</c:v>
                </c:pt>
                <c:pt idx="184">
                  <c:v>3.3022254269823748E-2</c:v>
                </c:pt>
                <c:pt idx="185">
                  <c:v>3.9396695511743518E-2</c:v>
                </c:pt>
                <c:pt idx="186">
                  <c:v>6.9753319590182272E-3</c:v>
                </c:pt>
                <c:pt idx="187">
                  <c:v>-2.739123861359416E-2</c:v>
                </c:pt>
                <c:pt idx="188">
                  <c:v>-4.3421664150204431E-2</c:v>
                </c:pt>
                <c:pt idx="189">
                  <c:v>-1.39000471444507E-2</c:v>
                </c:pt>
                <c:pt idx="190">
                  <c:v>2.5710081111638416E-3</c:v>
                </c:pt>
                <c:pt idx="191">
                  <c:v>2.708141821847132E-2</c:v>
                </c:pt>
                <c:pt idx="192">
                  <c:v>6.4580709106586864E-2</c:v>
                </c:pt>
                <c:pt idx="193">
                  <c:v>7.2938345391657E-2</c:v>
                </c:pt>
                <c:pt idx="194">
                  <c:v>6.8485879182147213E-2</c:v>
                </c:pt>
                <c:pt idx="195">
                  <c:v>3.7989151131339938E-2</c:v>
                </c:pt>
                <c:pt idx="196">
                  <c:v>4.6195399849473517E-2</c:v>
                </c:pt>
                <c:pt idx="197">
                  <c:v>3.4685702061292512E-2</c:v>
                </c:pt>
                <c:pt idx="198">
                  <c:v>4.7498507479537766E-2</c:v>
                </c:pt>
                <c:pt idx="199">
                  <c:v>4.625136172204658E-2</c:v>
                </c:pt>
                <c:pt idx="200">
                  <c:v>6.0564760632979553E-2</c:v>
                </c:pt>
                <c:pt idx="201">
                  <c:v>2.3591602851749327E-2</c:v>
                </c:pt>
                <c:pt idx="202">
                  <c:v>3.8960539473607225E-2</c:v>
                </c:pt>
                <c:pt idx="203">
                  <c:v>2.4919839704641955E-2</c:v>
                </c:pt>
                <c:pt idx="204">
                  <c:v>3.6373448720909973E-2</c:v>
                </c:pt>
                <c:pt idx="205">
                  <c:v>3.4928306461737613E-2</c:v>
                </c:pt>
                <c:pt idx="206">
                  <c:v>3.4980226810228165E-2</c:v>
                </c:pt>
                <c:pt idx="207">
                  <c:v>1.3363036108716919E-2</c:v>
                </c:pt>
                <c:pt idx="208">
                  <c:v>9.8671084305255174E-3</c:v>
                </c:pt>
                <c:pt idx="209">
                  <c:v>4.3115744581194715E-3</c:v>
                </c:pt>
                <c:pt idx="210">
                  <c:v>2.1591022552476691E-2</c:v>
                </c:pt>
                <c:pt idx="211">
                  <c:v>3.5940650640903238E-2</c:v>
                </c:pt>
                <c:pt idx="212">
                  <c:v>5.2839747737640108E-2</c:v>
                </c:pt>
                <c:pt idx="213">
                  <c:v>7.1116014681109174E-2</c:v>
                </c:pt>
                <c:pt idx="214">
                  <c:v>5.884264502604819E-2</c:v>
                </c:pt>
                <c:pt idx="215">
                  <c:v>3.0135483056179968E-2</c:v>
                </c:pt>
                <c:pt idx="216">
                  <c:v>2.8046062119932991E-2</c:v>
                </c:pt>
                <c:pt idx="217">
                  <c:v>2.3550651112067555E-3</c:v>
                </c:pt>
                <c:pt idx="218">
                  <c:v>-3.4283229259770565E-3</c:v>
                </c:pt>
                <c:pt idx="219">
                  <c:v>2.297669722711726E-3</c:v>
                </c:pt>
                <c:pt idx="220">
                  <c:v>1.2348931377359484E-2</c:v>
                </c:pt>
                <c:pt idx="221">
                  <c:v>1.330241522686948E-2</c:v>
                </c:pt>
                <c:pt idx="222">
                  <c:v>1.9923629468803883E-2</c:v>
                </c:pt>
                <c:pt idx="223">
                  <c:v>7.0740385811955964E-3</c:v>
                </c:pt>
                <c:pt idx="224">
                  <c:v>2.0231538439459351E-2</c:v>
                </c:pt>
                <c:pt idx="225">
                  <c:v>7.5060041077790185E-3</c:v>
                </c:pt>
                <c:pt idx="226">
                  <c:v>-3.8847654658867525E-2</c:v>
                </c:pt>
                <c:pt idx="227">
                  <c:v>-2.1676446234726643E-2</c:v>
                </c:pt>
                <c:pt idx="228">
                  <c:v>-8.7513899911808579E-3</c:v>
                </c:pt>
                <c:pt idx="229">
                  <c:v>-4.4253405481962105E-3</c:v>
                </c:pt>
                <c:pt idx="230">
                  <c:v>7.6967982345998998E-3</c:v>
                </c:pt>
                <c:pt idx="231">
                  <c:v>4.0392146773074122E-2</c:v>
                </c:pt>
                <c:pt idx="232">
                  <c:v>-4.3077828000399609E-3</c:v>
                </c:pt>
                <c:pt idx="233">
                  <c:v>-1.269983420926124E-2</c:v>
                </c:pt>
                <c:pt idx="234">
                  <c:v>-2.9329975660184249E-2</c:v>
                </c:pt>
                <c:pt idx="235">
                  <c:v>-4.4059120483948999E-2</c:v>
                </c:pt>
                <c:pt idx="236">
                  <c:v>-6.1026494300781442E-2</c:v>
                </c:pt>
                <c:pt idx="237">
                  <c:v>-5.7776443937510025E-2</c:v>
                </c:pt>
                <c:pt idx="238">
                  <c:v>-9.3345383178868979E-2</c:v>
                </c:pt>
                <c:pt idx="239">
                  <c:v>-6.6781037748841143E-2</c:v>
                </c:pt>
                <c:pt idx="240">
                  <c:v>-5.5476459341439965E-2</c:v>
                </c:pt>
                <c:pt idx="241">
                  <c:v>-4.9577720055013375E-2</c:v>
                </c:pt>
                <c:pt idx="242">
                  <c:v>-3.7247282732827514E-2</c:v>
                </c:pt>
                <c:pt idx="243">
                  <c:v>3.6191064315663102E-2</c:v>
                </c:pt>
                <c:pt idx="244">
                  <c:v>-1.2151520679427597E-2</c:v>
                </c:pt>
                <c:pt idx="245">
                  <c:v>-4.30697088498595E-2</c:v>
                </c:pt>
                <c:pt idx="246">
                  <c:v>-2.6420669852385448E-2</c:v>
                </c:pt>
                <c:pt idx="247">
                  <c:v>-2.4441447794756543E-2</c:v>
                </c:pt>
                <c:pt idx="248">
                  <c:v>-4.8556060778345955E-2</c:v>
                </c:pt>
                <c:pt idx="249">
                  <c:v>-5.5200760353881662E-2</c:v>
                </c:pt>
                <c:pt idx="250">
                  <c:v>-3.6543124417942163E-2</c:v>
                </c:pt>
                <c:pt idx="251">
                  <c:v>-1.3751900624793256E-3</c:v>
                </c:pt>
                <c:pt idx="252">
                  <c:v>5.8746926461959781E-2</c:v>
                </c:pt>
                <c:pt idx="253">
                  <c:v>1.2730402456534229E-2</c:v>
                </c:pt>
                <c:pt idx="254">
                  <c:v>5.1181332526359924E-2</c:v>
                </c:pt>
                <c:pt idx="255">
                  <c:v>6.7221359956677107E-2</c:v>
                </c:pt>
                <c:pt idx="256">
                  <c:v>8.6835295610601104E-3</c:v>
                </c:pt>
                <c:pt idx="257">
                  <c:v>-6.3844401593811106E-2</c:v>
                </c:pt>
                <c:pt idx="258">
                  <c:v>-3.5269705522696926E-3</c:v>
                </c:pt>
                <c:pt idx="259">
                  <c:v>-6.7521997925846344E-2</c:v>
                </c:pt>
                <c:pt idx="260">
                  <c:v>-3.2368410690315041E-2</c:v>
                </c:pt>
                <c:pt idx="261">
                  <c:v>-1.1180479299244372E-2</c:v>
                </c:pt>
                <c:pt idx="262">
                  <c:v>4.1318701438991745E-2</c:v>
                </c:pt>
                <c:pt idx="263">
                  <c:v>2.9117330034538424E-2</c:v>
                </c:pt>
                <c:pt idx="264">
                  <c:v>8.9323312666812482E-2</c:v>
                </c:pt>
                <c:pt idx="265">
                  <c:v>4.5869890176157835E-2</c:v>
                </c:pt>
                <c:pt idx="266">
                  <c:v>7.2511598581823655E-2</c:v>
                </c:pt>
                <c:pt idx="267">
                  <c:v>7.4139002378007746E-2</c:v>
                </c:pt>
                <c:pt idx="268">
                  <c:v>5.7123566811238646E-2</c:v>
                </c:pt>
                <c:pt idx="269">
                  <c:v>6.4878810584811708E-2</c:v>
                </c:pt>
                <c:pt idx="270">
                  <c:v>9.1296643053086157E-2</c:v>
                </c:pt>
                <c:pt idx="271">
                  <c:v>7.3383878516098511E-2</c:v>
                </c:pt>
                <c:pt idx="272">
                  <c:v>6.3364020210220362E-2</c:v>
                </c:pt>
                <c:pt idx="273">
                  <c:v>6.1290978631205029E-2</c:v>
                </c:pt>
                <c:pt idx="274">
                  <c:v>5.7374197635370994E-2</c:v>
                </c:pt>
                <c:pt idx="275">
                  <c:v>2.7485588175607534E-2</c:v>
                </c:pt>
                <c:pt idx="276">
                  <c:v>1.2170486559243354E-2</c:v>
                </c:pt>
                <c:pt idx="277">
                  <c:v>1.5843916825504234E-3</c:v>
                </c:pt>
                <c:pt idx="278">
                  <c:v>-1.6763007675828501E-3</c:v>
                </c:pt>
                <c:pt idx="279">
                  <c:v>-4.3784684189545842E-2</c:v>
                </c:pt>
                <c:pt idx="280">
                  <c:v>-9.13571451750117E-3</c:v>
                </c:pt>
                <c:pt idx="281">
                  <c:v>1.1385880295688766E-2</c:v>
                </c:pt>
                <c:pt idx="282">
                  <c:v>9.9740344163252725E-3</c:v>
                </c:pt>
                <c:pt idx="283">
                  <c:v>9.9232845025309935E-3</c:v>
                </c:pt>
                <c:pt idx="284">
                  <c:v>2.658782588554609E-2</c:v>
                </c:pt>
                <c:pt idx="285">
                  <c:v>4.5135211569345079E-2</c:v>
                </c:pt>
                <c:pt idx="286">
                  <c:v>6.4231255080412719E-2</c:v>
                </c:pt>
                <c:pt idx="287">
                  <c:v>6.0724551993277975E-2</c:v>
                </c:pt>
                <c:pt idx="288">
                  <c:v>7.5809227782931199E-2</c:v>
                </c:pt>
                <c:pt idx="289">
                  <c:v>8.4268134611234835E-2</c:v>
                </c:pt>
                <c:pt idx="290">
                  <c:v>3.7456634667376143E-2</c:v>
                </c:pt>
                <c:pt idx="291">
                  <c:v>2.1321294049541084E-3</c:v>
                </c:pt>
                <c:pt idx="292">
                  <c:v>-8.8610050540559593E-3</c:v>
                </c:pt>
                <c:pt idx="293">
                  <c:v>1.9965164991688766E-2</c:v>
                </c:pt>
                <c:pt idx="294">
                  <c:v>-1.0763446028183576E-4</c:v>
                </c:pt>
                <c:pt idx="295">
                  <c:v>-2.5382871501147153E-2</c:v>
                </c:pt>
                <c:pt idx="296">
                  <c:v>-5.4857573364420875E-2</c:v>
                </c:pt>
                <c:pt idx="297">
                  <c:v>-5.5096910519811026E-2</c:v>
                </c:pt>
                <c:pt idx="298">
                  <c:v>-6.9745865493938353E-2</c:v>
                </c:pt>
                <c:pt idx="299">
                  <c:v>-7.958477044378931E-2</c:v>
                </c:pt>
                <c:pt idx="300">
                  <c:v>-6.5931552204848032E-2</c:v>
                </c:pt>
                <c:pt idx="301">
                  <c:v>-5.1270420021363727E-2</c:v>
                </c:pt>
                <c:pt idx="302">
                  <c:v>-3.9735713881805745E-2</c:v>
                </c:pt>
                <c:pt idx="303">
                  <c:v>-2.8371083735062808E-2</c:v>
                </c:pt>
                <c:pt idx="304">
                  <c:v>-3.099288351949403E-2</c:v>
                </c:pt>
                <c:pt idx="305">
                  <c:v>-8.3794613959822239E-3</c:v>
                </c:pt>
                <c:pt idx="306">
                  <c:v>-4.058999027804655E-2</c:v>
                </c:pt>
                <c:pt idx="307">
                  <c:v>-3.8813305074857807E-2</c:v>
                </c:pt>
                <c:pt idx="308">
                  <c:v>-9.0984047385197608E-2</c:v>
                </c:pt>
                <c:pt idx="309">
                  <c:v>-5.5070010388724722E-4</c:v>
                </c:pt>
                <c:pt idx="310">
                  <c:v>-1.0691396344767901E-2</c:v>
                </c:pt>
                <c:pt idx="311">
                  <c:v>3.36463454152236E-2</c:v>
                </c:pt>
                <c:pt idx="312">
                  <c:v>8.6575730640312099E-2</c:v>
                </c:pt>
                <c:pt idx="313">
                  <c:v>0.10989876467051229</c:v>
                </c:pt>
                <c:pt idx="314">
                  <c:v>1.8348267920680339E-2</c:v>
                </c:pt>
                <c:pt idx="315">
                  <c:v>1.4902595321854228E-2</c:v>
                </c:pt>
                <c:pt idx="316">
                  <c:v>9.7479557700335118E-3</c:v>
                </c:pt>
                <c:pt idx="317">
                  <c:v>-6.1993000121811304E-2</c:v>
                </c:pt>
                <c:pt idx="318">
                  <c:v>-7.2505511652942389E-2</c:v>
                </c:pt>
                <c:pt idx="319">
                  <c:v>-7.1405224195134287E-2</c:v>
                </c:pt>
                <c:pt idx="320">
                  <c:v>-6.6954422933100721E-2</c:v>
                </c:pt>
                <c:pt idx="321">
                  <c:v>-2.8566801010813436E-2</c:v>
                </c:pt>
                <c:pt idx="322">
                  <c:v>-4.0548582318278292E-5</c:v>
                </c:pt>
                <c:pt idx="323">
                  <c:v>-2.7869203051767433E-2</c:v>
                </c:pt>
                <c:pt idx="324">
                  <c:v>-1.9806091501169187E-2</c:v>
                </c:pt>
                <c:pt idx="325">
                  <c:v>-3.9239501165320045E-2</c:v>
                </c:pt>
                <c:pt idx="326">
                  <c:v>-3.7047368370270117E-2</c:v>
                </c:pt>
                <c:pt idx="327">
                  <c:v>-2.6901453261403585E-2</c:v>
                </c:pt>
                <c:pt idx="328">
                  <c:v>-5.1388532038421086E-4</c:v>
                </c:pt>
                <c:pt idx="329">
                  <c:v>5.9745342930277445E-2</c:v>
                </c:pt>
                <c:pt idx="330">
                  <c:v>4.7442712719842905E-2</c:v>
                </c:pt>
                <c:pt idx="331">
                  <c:v>1.1168299293770723E-2</c:v>
                </c:pt>
                <c:pt idx="332">
                  <c:v>2.7181489298816253E-2</c:v>
                </c:pt>
                <c:pt idx="333">
                  <c:v>4.2744845197282944E-2</c:v>
                </c:pt>
                <c:pt idx="334">
                  <c:v>3.0735592209515383E-2</c:v>
                </c:pt>
                <c:pt idx="335">
                  <c:v>8.2703232725592546E-2</c:v>
                </c:pt>
                <c:pt idx="336">
                  <c:v>0.1051927785761968</c:v>
                </c:pt>
                <c:pt idx="337">
                  <c:v>7.7636531615812077E-2</c:v>
                </c:pt>
                <c:pt idx="338">
                  <c:v>8.4575837390206354E-2</c:v>
                </c:pt>
                <c:pt idx="339">
                  <c:v>5.5495902199614422E-2</c:v>
                </c:pt>
                <c:pt idx="340">
                  <c:v>6.1741454415564778E-3</c:v>
                </c:pt>
                <c:pt idx="341">
                  <c:v>-5.599154149970853E-2</c:v>
                </c:pt>
                <c:pt idx="342">
                  <c:v>-5.1398054462318821E-2</c:v>
                </c:pt>
                <c:pt idx="343">
                  <c:v>-6.5465705574101696E-2</c:v>
                </c:pt>
                <c:pt idx="344">
                  <c:v>-4.9408737032896166E-2</c:v>
                </c:pt>
                <c:pt idx="345">
                  <c:v>-4.7801939323634635E-2</c:v>
                </c:pt>
                <c:pt idx="346">
                  <c:v>-1.3593369300000102E-3</c:v>
                </c:pt>
                <c:pt idx="347">
                  <c:v>1.8378594942121573E-2</c:v>
                </c:pt>
                <c:pt idx="348">
                  <c:v>1.4943496222838526E-2</c:v>
                </c:pt>
                <c:pt idx="349">
                  <c:v>2.3990318483073647E-2</c:v>
                </c:pt>
                <c:pt idx="350">
                  <c:v>2.5561177020325232E-2</c:v>
                </c:pt>
                <c:pt idx="351">
                  <c:v>4.1237370644793048E-2</c:v>
                </c:pt>
                <c:pt idx="352">
                  <c:v>1.4346222347783932E-2</c:v>
                </c:pt>
                <c:pt idx="353">
                  <c:v>2.6122718063794625E-3</c:v>
                </c:pt>
                <c:pt idx="354">
                  <c:v>-4.0894454880586517E-2</c:v>
                </c:pt>
                <c:pt idx="355">
                  <c:v>1.6399198126138215E-2</c:v>
                </c:pt>
                <c:pt idx="356">
                  <c:v>-5.1310741074983013E-2</c:v>
                </c:pt>
                <c:pt idx="357">
                  <c:v>-0.11133226494231063</c:v>
                </c:pt>
                <c:pt idx="358">
                  <c:v>-0.13285976054293136</c:v>
                </c:pt>
                <c:pt idx="359">
                  <c:v>-0.17865474716595742</c:v>
                </c:pt>
                <c:pt idx="360">
                  <c:v>-0.26547453347921091</c:v>
                </c:pt>
                <c:pt idx="361">
                  <c:v>-0.27592848297900618</c:v>
                </c:pt>
                <c:pt idx="362">
                  <c:v>-0.24628588012108732</c:v>
                </c:pt>
                <c:pt idx="363">
                  <c:v>-0.20653360867510895</c:v>
                </c:pt>
                <c:pt idx="364">
                  <c:v>-0.1705854734004103</c:v>
                </c:pt>
                <c:pt idx="365">
                  <c:v>-1.8304215634469045E-2</c:v>
                </c:pt>
                <c:pt idx="366">
                  <c:v>6.3009445131383401E-2</c:v>
                </c:pt>
                <c:pt idx="367">
                  <c:v>3.3945322371211173E-2</c:v>
                </c:pt>
                <c:pt idx="368">
                  <c:v>-9.4449081839661608E-2</c:v>
                </c:pt>
                <c:pt idx="369">
                  <c:v>-9.2815692737640787E-2</c:v>
                </c:pt>
                <c:pt idx="370">
                  <c:v>-0.11437009457610015</c:v>
                </c:pt>
                <c:pt idx="371">
                  <c:v>-0.15010143446406687</c:v>
                </c:pt>
                <c:pt idx="372">
                  <c:v>-9.8085930689133294E-2</c:v>
                </c:pt>
                <c:pt idx="373">
                  <c:v>4.4701760243006206E-2</c:v>
                </c:pt>
                <c:pt idx="374">
                  <c:v>0.13687026267712077</c:v>
                </c:pt>
                <c:pt idx="375">
                  <c:v>7.9941940124191646E-2</c:v>
                </c:pt>
                <c:pt idx="376">
                  <c:v>0.15368675330511072</c:v>
                </c:pt>
                <c:pt idx="377">
                  <c:v>0.14074448036217735</c:v>
                </c:pt>
                <c:pt idx="378">
                  <c:v>9.4926730893459821E-2</c:v>
                </c:pt>
                <c:pt idx="379">
                  <c:v>-5.1605252426923487E-2</c:v>
                </c:pt>
                <c:pt idx="380">
                  <c:v>-9.0753185219156429E-2</c:v>
                </c:pt>
                <c:pt idx="381">
                  <c:v>-4.0911042867489811E-2</c:v>
                </c:pt>
                <c:pt idx="382">
                  <c:v>-3.6069580219029951E-2</c:v>
                </c:pt>
                <c:pt idx="383">
                  <c:v>-5.2322239044276464E-2</c:v>
                </c:pt>
                <c:pt idx="384">
                  <c:v>-3.3547637329113589E-2</c:v>
                </c:pt>
                <c:pt idx="385">
                  <c:v>1.9641134998291454E-2</c:v>
                </c:pt>
                <c:pt idx="386">
                  <c:v>8.8850338847374921E-3</c:v>
                </c:pt>
                <c:pt idx="387">
                  <c:v>-2.0214042133619659E-2</c:v>
                </c:pt>
                <c:pt idx="388">
                  <c:v>4.0939836641846306E-2</c:v>
                </c:pt>
                <c:pt idx="389">
                  <c:v>0.13246633517564477</c:v>
                </c:pt>
                <c:pt idx="390">
                  <c:v>2.2395970785271446E-2</c:v>
                </c:pt>
                <c:pt idx="391">
                  <c:v>-0.15889563948643293</c:v>
                </c:pt>
                <c:pt idx="392">
                  <c:v>-0.17478828678171199</c:v>
                </c:pt>
                <c:pt idx="393">
                  <c:v>-0.10866801156518036</c:v>
                </c:pt>
                <c:pt idx="394">
                  <c:v>-0.14225354470213114</c:v>
                </c:pt>
                <c:pt idx="395">
                  <c:v>-2.7918086000775943E-2</c:v>
                </c:pt>
                <c:pt idx="396">
                  <c:v>8.7859187683395179E-2</c:v>
                </c:pt>
                <c:pt idx="397">
                  <c:v>5.810771511835866E-2</c:v>
                </c:pt>
                <c:pt idx="398">
                  <c:v>-7.026828999019985E-2</c:v>
                </c:pt>
                <c:pt idx="399">
                  <c:v>1.4469454238363877E-3</c:v>
                </c:pt>
                <c:pt idx="400">
                  <c:v>6.395184344027971E-4</c:v>
                </c:pt>
                <c:pt idx="401">
                  <c:v>8.5150149450405888E-3</c:v>
                </c:pt>
                <c:pt idx="402">
                  <c:v>0.11945383124882536</c:v>
                </c:pt>
                <c:pt idx="403">
                  <c:v>0.17178578800290656</c:v>
                </c:pt>
                <c:pt idx="404">
                  <c:v>0.12807737734562274</c:v>
                </c:pt>
                <c:pt idx="405">
                  <c:v>7.9940792846205921E-2</c:v>
                </c:pt>
                <c:pt idx="406">
                  <c:v>0.1081411865912576</c:v>
                </c:pt>
                <c:pt idx="407">
                  <c:v>3.6572172509950374E-2</c:v>
                </c:pt>
                <c:pt idx="408">
                  <c:v>4.4381298631079868E-2</c:v>
                </c:pt>
                <c:pt idx="409">
                  <c:v>-2.3164213732322358E-2</c:v>
                </c:pt>
                <c:pt idx="410">
                  <c:v>-5.9465270298342254E-4</c:v>
                </c:pt>
                <c:pt idx="411">
                  <c:v>3.7482545696214453E-2</c:v>
                </c:pt>
                <c:pt idx="412">
                  <c:v>6.3272163498792278E-2</c:v>
                </c:pt>
                <c:pt idx="413">
                  <c:v>4.4045758431127791E-2</c:v>
                </c:pt>
                <c:pt idx="414">
                  <c:v>0.13676300850788814</c:v>
                </c:pt>
                <c:pt idx="415">
                  <c:v>0.11208310408280786</c:v>
                </c:pt>
                <c:pt idx="416">
                  <c:v>1.7211240468720579E-2</c:v>
                </c:pt>
                <c:pt idx="417">
                  <c:v>2.6136395823547209E-2</c:v>
                </c:pt>
                <c:pt idx="418">
                  <c:v>3.6136927298686672E-3</c:v>
                </c:pt>
                <c:pt idx="419">
                  <c:v>-6.0900513376199616E-2</c:v>
                </c:pt>
                <c:pt idx="420">
                  <c:v>-5.5416988380153631E-3</c:v>
                </c:pt>
                <c:pt idx="421">
                  <c:v>8.548372764574097E-4</c:v>
                </c:pt>
                <c:pt idx="422">
                  <c:v>-1.6705774964684172E-2</c:v>
                </c:pt>
                <c:pt idx="423">
                  <c:v>1.0714978957220511E-2</c:v>
                </c:pt>
                <c:pt idx="424">
                  <c:v>-5.4170298001338657E-2</c:v>
                </c:pt>
                <c:pt idx="425">
                  <c:v>-7.8726385600593085E-2</c:v>
                </c:pt>
                <c:pt idx="426">
                  <c:v>-2.4333157745614287E-2</c:v>
                </c:pt>
                <c:pt idx="427">
                  <c:v>-2.1453912968431355E-2</c:v>
                </c:pt>
                <c:pt idx="428">
                  <c:v>-6.7089360960101097E-2</c:v>
                </c:pt>
                <c:pt idx="429">
                  <c:v>5.7556576826490513E-2</c:v>
                </c:pt>
                <c:pt idx="430">
                  <c:v>-3.1021785962165649E-2</c:v>
                </c:pt>
                <c:pt idx="431">
                  <c:v>-9.1957098718125407E-2</c:v>
                </c:pt>
                <c:pt idx="432">
                  <c:v>-7.095123614788712E-2</c:v>
                </c:pt>
                <c:pt idx="433">
                  <c:v>-8.045544793990389E-2</c:v>
                </c:pt>
                <c:pt idx="434">
                  <c:v>-9.561154383868542E-2</c:v>
                </c:pt>
                <c:pt idx="435">
                  <c:v>-7.0249984762980056E-2</c:v>
                </c:pt>
                <c:pt idx="436">
                  <c:v>2.677001297795023E-4</c:v>
                </c:pt>
                <c:pt idx="437">
                  <c:v>4.1482617762060858E-2</c:v>
                </c:pt>
                <c:pt idx="438">
                  <c:v>8.1863292186308723E-2</c:v>
                </c:pt>
                <c:pt idx="439">
                  <c:v>0.16366415095888631</c:v>
                </c:pt>
                <c:pt idx="440">
                  <c:v>0.18431143207517109</c:v>
                </c:pt>
                <c:pt idx="441">
                  <c:v>0.13395709802731948</c:v>
                </c:pt>
                <c:pt idx="442">
                  <c:v>5.7492349667555231E-2</c:v>
                </c:pt>
                <c:pt idx="443">
                  <c:v>8.4945810333706184E-2</c:v>
                </c:pt>
                <c:pt idx="444">
                  <c:v>-5.2746304260432586E-3</c:v>
                </c:pt>
                <c:pt idx="445">
                  <c:v>-5.4410405908229542E-2</c:v>
                </c:pt>
                <c:pt idx="446">
                  <c:v>-3.3814333876163616E-2</c:v>
                </c:pt>
                <c:pt idx="447">
                  <c:v>-5.19213726070753E-2</c:v>
                </c:pt>
                <c:pt idx="448">
                  <c:v>-7.2924443661415816E-2</c:v>
                </c:pt>
                <c:pt idx="449">
                  <c:v>-0.1133820395840851</c:v>
                </c:pt>
                <c:pt idx="450">
                  <c:v>-4.3714193524526102E-2</c:v>
                </c:pt>
                <c:pt idx="451">
                  <c:v>-0.13119804607380237</c:v>
                </c:pt>
                <c:pt idx="452">
                  <c:v>-8.182607825076893E-2</c:v>
                </c:pt>
                <c:pt idx="453">
                  <c:v>-1.7341729419264151E-2</c:v>
                </c:pt>
                <c:pt idx="454">
                  <c:v>3.338744846477959E-2</c:v>
                </c:pt>
                <c:pt idx="455">
                  <c:v>3.4952727996803823E-2</c:v>
                </c:pt>
                <c:pt idx="456">
                  <c:v>9.3199933907046173E-2</c:v>
                </c:pt>
                <c:pt idx="457">
                  <c:v>5.4172459410167351E-2</c:v>
                </c:pt>
                <c:pt idx="458">
                  <c:v>-6.0787184138680894E-3</c:v>
                </c:pt>
                <c:pt idx="459">
                  <c:v>-7.4699299657783325E-3</c:v>
                </c:pt>
                <c:pt idx="460">
                  <c:v>-2.7662399068782317E-2</c:v>
                </c:pt>
                <c:pt idx="461">
                  <c:v>4.5153451226122465E-2</c:v>
                </c:pt>
                <c:pt idx="462">
                  <c:v>5.5614058714266168E-2</c:v>
                </c:pt>
                <c:pt idx="463">
                  <c:v>5.0715984201447295E-2</c:v>
                </c:pt>
                <c:pt idx="464">
                  <c:v>2.0734600991854535E-2</c:v>
                </c:pt>
                <c:pt idx="465">
                  <c:v>-6.4104327197813671E-3</c:v>
                </c:pt>
                <c:pt idx="466">
                  <c:v>-3.1761162158461143E-2</c:v>
                </c:pt>
                <c:pt idx="467">
                  <c:v>-3.0292576024923079E-2</c:v>
                </c:pt>
                <c:pt idx="468">
                  <c:v>-1.123867576436044E-2</c:v>
                </c:pt>
                <c:pt idx="469">
                  <c:v>4.0171206548004879E-2</c:v>
                </c:pt>
                <c:pt idx="470">
                  <c:v>4.3204551415150672E-2</c:v>
                </c:pt>
                <c:pt idx="471">
                  <c:v>4.748803467056284E-2</c:v>
                </c:pt>
                <c:pt idx="472">
                  <c:v>5.5525703471104304E-2</c:v>
                </c:pt>
                <c:pt idx="473">
                  <c:v>7.0469730734877611E-2</c:v>
                </c:pt>
                <c:pt idx="474">
                  <c:v>9.0342766637327987E-2</c:v>
                </c:pt>
                <c:pt idx="475">
                  <c:v>0.12249183153129217</c:v>
                </c:pt>
                <c:pt idx="476">
                  <c:v>8.3610174709271012E-2</c:v>
                </c:pt>
                <c:pt idx="477">
                  <c:v>8.9038811424411834E-2</c:v>
                </c:pt>
                <c:pt idx="478">
                  <c:v>3.1463516692133986E-2</c:v>
                </c:pt>
                <c:pt idx="479">
                  <c:v>-2.8297992626391544E-4</c:v>
                </c:pt>
                <c:pt idx="480">
                  <c:v>-6.3430718669849062E-3</c:v>
                </c:pt>
                <c:pt idx="481">
                  <c:v>1.4389063780961164E-2</c:v>
                </c:pt>
                <c:pt idx="482">
                  <c:v>-7.6364991458544029E-4</c:v>
                </c:pt>
                <c:pt idx="483">
                  <c:v>2.5897199168180896E-2</c:v>
                </c:pt>
                <c:pt idx="484">
                  <c:v>2.3250247974534899E-2</c:v>
                </c:pt>
                <c:pt idx="485">
                  <c:v>4.4233543740298531E-2</c:v>
                </c:pt>
                <c:pt idx="486">
                  <c:v>2.5950026100037826E-2</c:v>
                </c:pt>
                <c:pt idx="487">
                  <c:v>1.8162469394265468E-2</c:v>
                </c:pt>
                <c:pt idx="488">
                  <c:v>2.5437233640045243E-2</c:v>
                </c:pt>
                <c:pt idx="489">
                  <c:v>1.5983064869046215E-2</c:v>
                </c:pt>
                <c:pt idx="490">
                  <c:v>2.1872821766837802E-2</c:v>
                </c:pt>
                <c:pt idx="491">
                  <c:v>-1.3262624554470248E-2</c:v>
                </c:pt>
                <c:pt idx="492">
                  <c:v>3.3093939774513359E-2</c:v>
                </c:pt>
                <c:pt idx="493">
                  <c:v>2.7298850691108489E-2</c:v>
                </c:pt>
                <c:pt idx="494">
                  <c:v>3.0668734787099527E-2</c:v>
                </c:pt>
                <c:pt idx="495">
                  <c:v>2.2680258759242289E-3</c:v>
                </c:pt>
                <c:pt idx="496">
                  <c:v>1.2101261627717408E-2</c:v>
                </c:pt>
                <c:pt idx="497">
                  <c:v>-4.3623486218197227E-3</c:v>
                </c:pt>
                <c:pt idx="498">
                  <c:v>-3.6508467376497378E-2</c:v>
                </c:pt>
                <c:pt idx="499">
                  <c:v>-1.9535740948538605E-2</c:v>
                </c:pt>
                <c:pt idx="500">
                  <c:v>1.6850158569836626E-3</c:v>
                </c:pt>
                <c:pt idx="501">
                  <c:v>2.5538710055296843E-2</c:v>
                </c:pt>
                <c:pt idx="502">
                  <c:v>-5.1279369613410619E-3</c:v>
                </c:pt>
                <c:pt idx="503">
                  <c:v>8.9271084719795279E-3</c:v>
                </c:pt>
                <c:pt idx="504">
                  <c:v>-2.6367643330899138E-2</c:v>
                </c:pt>
                <c:pt idx="505">
                  <c:v>-3.1603590754482935E-2</c:v>
                </c:pt>
                <c:pt idx="506">
                  <c:v>-1.8075988116870612E-2</c:v>
                </c:pt>
                <c:pt idx="507">
                  <c:v>-8.6883776330941576E-3</c:v>
                </c:pt>
                <c:pt idx="508">
                  <c:v>3.1232235798486219E-2</c:v>
                </c:pt>
                <c:pt idx="509">
                  <c:v>7.5061532767430439E-2</c:v>
                </c:pt>
                <c:pt idx="510">
                  <c:v>5.6707596975188901E-2</c:v>
                </c:pt>
                <c:pt idx="511">
                  <c:v>2.9113347739736062E-2</c:v>
                </c:pt>
                <c:pt idx="512">
                  <c:v>5.0581388121595072E-2</c:v>
                </c:pt>
                <c:pt idx="513">
                  <c:v>1.5546073026595497E-2</c:v>
                </c:pt>
                <c:pt idx="514">
                  <c:v>-1.8178595326479363E-2</c:v>
                </c:pt>
                <c:pt idx="515">
                  <c:v>-1.7360301716770055E-2</c:v>
                </c:pt>
                <c:pt idx="516">
                  <c:v>-1.1185992265509648E-2</c:v>
                </c:pt>
                <c:pt idx="517">
                  <c:v>-2.476537385858868E-2</c:v>
                </c:pt>
                <c:pt idx="518">
                  <c:v>5.0753628525306294E-3</c:v>
                </c:pt>
                <c:pt idx="519">
                  <c:v>1.0529995543802073E-2</c:v>
                </c:pt>
                <c:pt idx="520">
                  <c:v>-9.2961983663042425E-3</c:v>
                </c:pt>
                <c:pt idx="521">
                  <c:v>-1.1777258374402355E-2</c:v>
                </c:pt>
                <c:pt idx="522">
                  <c:v>7.1761366902469703E-3</c:v>
                </c:pt>
                <c:pt idx="523">
                  <c:v>1.3419642920953212E-2</c:v>
                </c:pt>
                <c:pt idx="524">
                  <c:v>-3.1949078346825699E-3</c:v>
                </c:pt>
                <c:pt idx="525">
                  <c:v>2.1054631645827104E-2</c:v>
                </c:pt>
                <c:pt idx="526">
                  <c:v>2.4506796403173992E-2</c:v>
                </c:pt>
                <c:pt idx="527">
                  <c:v>-2.118535209153849E-2</c:v>
                </c:pt>
                <c:pt idx="528">
                  <c:v>-5.0289536012811498E-2</c:v>
                </c:pt>
                <c:pt idx="529">
                  <c:v>-4.0481019052278411E-2</c:v>
                </c:pt>
                <c:pt idx="530">
                  <c:v>-2.6572640563683469E-2</c:v>
                </c:pt>
                <c:pt idx="531">
                  <c:v>-4.1836230973207322E-2</c:v>
                </c:pt>
                <c:pt idx="532">
                  <c:v>-1.8516993117135949E-2</c:v>
                </c:pt>
                <c:pt idx="533">
                  <c:v>3.2951981597113544E-3</c:v>
                </c:pt>
                <c:pt idx="534">
                  <c:v>1.0606414475034631E-2</c:v>
                </c:pt>
                <c:pt idx="535">
                  <c:v>-3.5157518304037572E-2</c:v>
                </c:pt>
                <c:pt idx="536">
                  <c:v>-2.1488044424261776E-2</c:v>
                </c:pt>
                <c:pt idx="537">
                  <c:v>-2.4279195678462595E-2</c:v>
                </c:pt>
                <c:pt idx="538">
                  <c:v>-4.1887338871397395E-2</c:v>
                </c:pt>
                <c:pt idx="539">
                  <c:v>-3.3896916102163166E-2</c:v>
                </c:pt>
                <c:pt idx="540">
                  <c:v>4.9457215860579939E-3</c:v>
                </c:pt>
                <c:pt idx="541">
                  <c:v>1.7036506285308839E-2</c:v>
                </c:pt>
                <c:pt idx="542">
                  <c:v>4.3391696089430942E-2</c:v>
                </c:pt>
                <c:pt idx="543">
                  <c:v>3.8979965319576149E-2</c:v>
                </c:pt>
                <c:pt idx="544">
                  <c:v>2.0482215322522812E-2</c:v>
                </c:pt>
                <c:pt idx="545">
                  <c:v>-2.7897793568780305E-2</c:v>
                </c:pt>
                <c:pt idx="546">
                  <c:v>-2.4206103662578693E-2</c:v>
                </c:pt>
                <c:pt idx="547">
                  <c:v>-5.5928048002901076E-2</c:v>
                </c:pt>
                <c:pt idx="548">
                  <c:v>-6.0189297577263545E-2</c:v>
                </c:pt>
                <c:pt idx="549">
                  <c:v>-7.6811583589001531E-2</c:v>
                </c:pt>
                <c:pt idx="550">
                  <c:v>-4.238425583247063E-2</c:v>
                </c:pt>
                <c:pt idx="551">
                  <c:v>-6.6673552103588385E-2</c:v>
                </c:pt>
                <c:pt idx="552">
                  <c:v>-0.11208512273836102</c:v>
                </c:pt>
                <c:pt idx="553">
                  <c:v>-0.10510681679091616</c:v>
                </c:pt>
                <c:pt idx="554">
                  <c:v>-0.14149160177283959</c:v>
                </c:pt>
                <c:pt idx="555">
                  <c:v>-0.12075330207888391</c:v>
                </c:pt>
                <c:pt idx="556">
                  <c:v>-8.1637419142948198E-2</c:v>
                </c:pt>
                <c:pt idx="557">
                  <c:v>-4.2098535484978217E-2</c:v>
                </c:pt>
                <c:pt idx="558">
                  <c:v>-3.6001522031153588E-2</c:v>
                </c:pt>
                <c:pt idx="559">
                  <c:v>4.7819920304255525E-2</c:v>
                </c:pt>
                <c:pt idx="560">
                  <c:v>5.2762788690101203E-2</c:v>
                </c:pt>
                <c:pt idx="561">
                  <c:v>1.299159879937184E-2</c:v>
                </c:pt>
                <c:pt idx="562">
                  <c:v>3.2894221956265346E-2</c:v>
                </c:pt>
                <c:pt idx="563">
                  <c:v>1.8734209774077026E-2</c:v>
                </c:pt>
                <c:pt idx="564">
                  <c:v>-4.0696717251271997E-2</c:v>
                </c:pt>
                <c:pt idx="565">
                  <c:v>-4.8493405525401156E-2</c:v>
                </c:pt>
                <c:pt idx="566">
                  <c:v>9.9231874116121332E-3</c:v>
                </c:pt>
                <c:pt idx="567">
                  <c:v>-3.9907297378172224E-4</c:v>
                </c:pt>
                <c:pt idx="568">
                  <c:v>4.3632366215689222E-2</c:v>
                </c:pt>
                <c:pt idx="569">
                  <c:v>8.0332571787329776E-2</c:v>
                </c:pt>
                <c:pt idx="570">
                  <c:v>6.6295866264629799E-2</c:v>
                </c:pt>
                <c:pt idx="571">
                  <c:v>1.3525979391931564E-2</c:v>
                </c:pt>
                <c:pt idx="572">
                  <c:v>2.3957720241577718E-2</c:v>
                </c:pt>
                <c:pt idx="573">
                  <c:v>2.3957720241577496E-2</c:v>
                </c:pt>
                <c:pt idx="574">
                  <c:v>3.935610221574426E-2</c:v>
                </c:pt>
                <c:pt idx="575">
                  <c:v>4.3962628566769579E-2</c:v>
                </c:pt>
                <c:pt idx="576">
                  <c:v>2.6064537627927153E-2</c:v>
                </c:pt>
                <c:pt idx="577">
                  <c:v>-2.3691339917233933E-2</c:v>
                </c:pt>
                <c:pt idx="578">
                  <c:v>-8.4630179973208874E-2</c:v>
                </c:pt>
                <c:pt idx="579">
                  <c:v>-9.3396276217584395E-2</c:v>
                </c:pt>
                <c:pt idx="580">
                  <c:v>-0.10333763027512999</c:v>
                </c:pt>
                <c:pt idx="581">
                  <c:v>-8.8395282154799637E-2</c:v>
                </c:pt>
                <c:pt idx="582">
                  <c:v>1.7281441471579395E-3</c:v>
                </c:pt>
                <c:pt idx="583">
                  <c:v>2.8561375062884586E-2</c:v>
                </c:pt>
                <c:pt idx="584">
                  <c:v>5.8293389745317059E-2</c:v>
                </c:pt>
                <c:pt idx="585">
                  <c:v>6.4248161939988613E-2</c:v>
                </c:pt>
                <c:pt idx="586">
                  <c:v>6.0135262593472127E-2</c:v>
                </c:pt>
                <c:pt idx="587">
                  <c:v>-2.283598861150038E-3</c:v>
                </c:pt>
                <c:pt idx="588">
                  <c:v>-2.3113099168855622E-2</c:v>
                </c:pt>
                <c:pt idx="589">
                  <c:v>-4.8127033564728472E-2</c:v>
                </c:pt>
                <c:pt idx="590">
                  <c:v>-5.8400857795224304E-2</c:v>
                </c:pt>
                <c:pt idx="591">
                  <c:v>-8.8632803498120194E-2</c:v>
                </c:pt>
                <c:pt idx="592">
                  <c:v>-4.8469701898371076E-2</c:v>
                </c:pt>
                <c:pt idx="593">
                  <c:v>-2.3214155640078671E-2</c:v>
                </c:pt>
                <c:pt idx="594">
                  <c:v>-7.7539051967180361E-3</c:v>
                </c:pt>
                <c:pt idx="595">
                  <c:v>-3.4487893626888866E-2</c:v>
                </c:pt>
                <c:pt idx="596">
                  <c:v>3.4172227828392909E-2</c:v>
                </c:pt>
                <c:pt idx="597">
                  <c:v>1.1233352043961808E-2</c:v>
                </c:pt>
                <c:pt idx="598">
                  <c:v>-2.9632708311154721E-2</c:v>
                </c:pt>
                <c:pt idx="599">
                  <c:v>-3.2425455486943977E-2</c:v>
                </c:pt>
                <c:pt idx="600">
                  <c:v>-2.5702721060099853E-2</c:v>
                </c:pt>
                <c:pt idx="601">
                  <c:v>-4.3964115958611827E-2</c:v>
                </c:pt>
                <c:pt idx="602">
                  <c:v>1.0890663390595412E-2</c:v>
                </c:pt>
                <c:pt idx="603">
                  <c:v>7.1143584069933707E-2</c:v>
                </c:pt>
                <c:pt idx="604">
                  <c:v>0.11325443096539112</c:v>
                </c:pt>
                <c:pt idx="605">
                  <c:v>0.14109054517432917</c:v>
                </c:pt>
                <c:pt idx="606">
                  <c:v>0.11175389769672384</c:v>
                </c:pt>
                <c:pt idx="607">
                  <c:v>1.9718619040819174E-2</c:v>
                </c:pt>
                <c:pt idx="608">
                  <c:v>4.6415615734778815E-2</c:v>
                </c:pt>
                <c:pt idx="609">
                  <c:v>6.5992460231609762E-3</c:v>
                </c:pt>
                <c:pt idx="610">
                  <c:v>2.2902349751199536E-2</c:v>
                </c:pt>
                <c:pt idx="611">
                  <c:v>7.8888434154656517E-2</c:v>
                </c:pt>
                <c:pt idx="612">
                  <c:v>0.11610939860473457</c:v>
                </c:pt>
                <c:pt idx="613">
                  <c:v>5.6706327988461425E-2</c:v>
                </c:pt>
                <c:pt idx="614">
                  <c:v>7.2520980516179945E-2</c:v>
                </c:pt>
                <c:pt idx="615">
                  <c:v>5.6833958664928685E-2</c:v>
                </c:pt>
                <c:pt idx="616">
                  <c:v>3.3447779179625048E-3</c:v>
                </c:pt>
                <c:pt idx="617">
                  <c:v>-1.9261515577336796E-3</c:v>
                </c:pt>
                <c:pt idx="618">
                  <c:v>5.7293854462976412E-3</c:v>
                </c:pt>
                <c:pt idx="619">
                  <c:v>-2.7777390325943729E-2</c:v>
                </c:pt>
                <c:pt idx="620">
                  <c:v>-1.9882348665862137E-2</c:v>
                </c:pt>
                <c:pt idx="621">
                  <c:v>-3.5075410826391318E-2</c:v>
                </c:pt>
                <c:pt idx="622">
                  <c:v>-3.923595872409158E-2</c:v>
                </c:pt>
                <c:pt idx="623">
                  <c:v>-4.1064274764312181E-2</c:v>
                </c:pt>
                <c:pt idx="624">
                  <c:v>-1.5442492948903319E-2</c:v>
                </c:pt>
                <c:pt idx="625">
                  <c:v>-5.3048812834615933E-2</c:v>
                </c:pt>
                <c:pt idx="626">
                  <c:v>-3.107267369725053E-2</c:v>
                </c:pt>
                <c:pt idx="627">
                  <c:v>-1.952582080398535E-2</c:v>
                </c:pt>
                <c:pt idx="628">
                  <c:v>-2.2575864243416621E-2</c:v>
                </c:pt>
                <c:pt idx="629">
                  <c:v>-6.9842018056068156E-2</c:v>
                </c:pt>
                <c:pt idx="630">
                  <c:v>-3.4658586460605378E-2</c:v>
                </c:pt>
                <c:pt idx="631">
                  <c:v>2.5019295726555812E-2</c:v>
                </c:pt>
                <c:pt idx="632">
                  <c:v>1.6008211817069906E-2</c:v>
                </c:pt>
                <c:pt idx="633">
                  <c:v>1.3996854420257332E-2</c:v>
                </c:pt>
                <c:pt idx="634">
                  <c:v>9.121631787432527E-2</c:v>
                </c:pt>
                <c:pt idx="635">
                  <c:v>8.1327666230669893E-2</c:v>
                </c:pt>
                <c:pt idx="636">
                  <c:v>8.8038908795410764E-2</c:v>
                </c:pt>
                <c:pt idx="637">
                  <c:v>8.2576683275168872E-2</c:v>
                </c:pt>
                <c:pt idx="638">
                  <c:v>9.4696708676279107E-2</c:v>
                </c:pt>
                <c:pt idx="639">
                  <c:v>5.9062462827895734E-2</c:v>
                </c:pt>
                <c:pt idx="640">
                  <c:v>4.2908950194815443E-2</c:v>
                </c:pt>
                <c:pt idx="641">
                  <c:v>-1.2145984053680281E-2</c:v>
                </c:pt>
                <c:pt idx="642">
                  <c:v>-5.2344284912048122E-3</c:v>
                </c:pt>
                <c:pt idx="643">
                  <c:v>-1.4892025554760546E-2</c:v>
                </c:pt>
                <c:pt idx="644">
                  <c:v>-3.2316550687083057E-2</c:v>
                </c:pt>
                <c:pt idx="645">
                  <c:v>-3.4221558779091721E-3</c:v>
                </c:pt>
                <c:pt idx="646">
                  <c:v>-9.2859287277614611E-3</c:v>
                </c:pt>
                <c:pt idx="647">
                  <c:v>-7.7636370058614679E-3</c:v>
                </c:pt>
                <c:pt idx="648">
                  <c:v>-2.9665231475046738E-3</c:v>
                </c:pt>
                <c:pt idx="649">
                  <c:v>1.3940356930447706E-2</c:v>
                </c:pt>
                <c:pt idx="650">
                  <c:v>-1.5057015878495839E-2</c:v>
                </c:pt>
                <c:pt idx="651">
                  <c:v>-1.5417273005094656E-2</c:v>
                </c:pt>
                <c:pt idx="652">
                  <c:v>-5.3509390648895927E-2</c:v>
                </c:pt>
                <c:pt idx="653">
                  <c:v>-6.7455809130095967E-2</c:v>
                </c:pt>
                <c:pt idx="654">
                  <c:v>-7.3445991811248112E-2</c:v>
                </c:pt>
                <c:pt idx="655">
                  <c:v>-6.5535580520684422E-2</c:v>
                </c:pt>
                <c:pt idx="656">
                  <c:v>-5.0397897246013623E-2</c:v>
                </c:pt>
                <c:pt idx="657">
                  <c:v>1.5249738617919562E-3</c:v>
                </c:pt>
                <c:pt idx="658">
                  <c:v>3.314528553655216E-2</c:v>
                </c:pt>
                <c:pt idx="659">
                  <c:v>1.8610028780938093E-2</c:v>
                </c:pt>
                <c:pt idx="660">
                  <c:v>1.8678463060139983E-2</c:v>
                </c:pt>
                <c:pt idx="661">
                  <c:v>-1.7267048664207918E-2</c:v>
                </c:pt>
                <c:pt idx="662">
                  <c:v>-4.4519388477230581E-2</c:v>
                </c:pt>
                <c:pt idx="663">
                  <c:v>-4.6027099754823442E-2</c:v>
                </c:pt>
                <c:pt idx="664">
                  <c:v>-6.0547531219840245E-2</c:v>
                </c:pt>
                <c:pt idx="665">
                  <c:v>-4.9786949047456397E-2</c:v>
                </c:pt>
                <c:pt idx="666">
                  <c:v>-2.7798441285864617E-2</c:v>
                </c:pt>
                <c:pt idx="667">
                  <c:v>6.8736700505578341E-4</c:v>
                </c:pt>
                <c:pt idx="668">
                  <c:v>-3.2492053447813474E-2</c:v>
                </c:pt>
                <c:pt idx="669">
                  <c:v>2.8893046214407692E-2</c:v>
                </c:pt>
                <c:pt idx="670">
                  <c:v>1.317536551373566E-2</c:v>
                </c:pt>
                <c:pt idx="671">
                  <c:v>2.9269780851040039E-2</c:v>
                </c:pt>
                <c:pt idx="672">
                  <c:v>2.5818807290892476E-2</c:v>
                </c:pt>
                <c:pt idx="673">
                  <c:v>1.7120098565397646E-2</c:v>
                </c:pt>
                <c:pt idx="674">
                  <c:v>-2.0761223558696584E-2</c:v>
                </c:pt>
                <c:pt idx="675">
                  <c:v>-1.3000495362834319E-2</c:v>
                </c:pt>
                <c:pt idx="676">
                  <c:v>-4.4737331848572093E-2</c:v>
                </c:pt>
                <c:pt idx="677">
                  <c:v>-4.6879741526484331E-2</c:v>
                </c:pt>
                <c:pt idx="678">
                  <c:v>-4.069256210517247E-2</c:v>
                </c:pt>
                <c:pt idx="679">
                  <c:v>-4.2890732538413023E-2</c:v>
                </c:pt>
                <c:pt idx="680">
                  <c:v>-1.7815731487038744E-2</c:v>
                </c:pt>
                <c:pt idx="681">
                  <c:v>6.7985059490489608E-3</c:v>
                </c:pt>
                <c:pt idx="682">
                  <c:v>-7.1792599010965796E-3</c:v>
                </c:pt>
                <c:pt idx="683">
                  <c:v>3.7610155141585278E-2</c:v>
                </c:pt>
                <c:pt idx="684">
                  <c:v>6.5470870939260406E-2</c:v>
                </c:pt>
                <c:pt idx="685">
                  <c:v>3.733160111660605E-2</c:v>
                </c:pt>
                <c:pt idx="686">
                  <c:v>4.7639723374419685E-2</c:v>
                </c:pt>
                <c:pt idx="687">
                  <c:v>3.9070935076506164E-2</c:v>
                </c:pt>
                <c:pt idx="688">
                  <c:v>4.1038743939382005E-2</c:v>
                </c:pt>
                <c:pt idx="689">
                  <c:v>2.973910951185843E-2</c:v>
                </c:pt>
                <c:pt idx="690">
                  <c:v>3.6463795592059922E-2</c:v>
                </c:pt>
                <c:pt idx="691">
                  <c:v>7.7941392385705299E-3</c:v>
                </c:pt>
                <c:pt idx="692">
                  <c:v>3.5826266337169566E-2</c:v>
                </c:pt>
                <c:pt idx="693">
                  <c:v>1.7934598980934968E-2</c:v>
                </c:pt>
                <c:pt idx="694">
                  <c:v>2.805538656765072E-2</c:v>
                </c:pt>
                <c:pt idx="695">
                  <c:v>2.648191966423652E-2</c:v>
                </c:pt>
                <c:pt idx="696">
                  <c:v>3.8588930645398589E-2</c:v>
                </c:pt>
                <c:pt idx="697">
                  <c:v>3.811080611713491E-2</c:v>
                </c:pt>
                <c:pt idx="698">
                  <c:v>5.5943975765230469E-2</c:v>
                </c:pt>
                <c:pt idx="699">
                  <c:v>4.5687704434704157E-2</c:v>
                </c:pt>
                <c:pt idx="700">
                  <c:v>3.2829603100557492E-2</c:v>
                </c:pt>
                <c:pt idx="701">
                  <c:v>3.5907979848439853E-2</c:v>
                </c:pt>
                <c:pt idx="702">
                  <c:v>2.1117570819449316E-2</c:v>
                </c:pt>
                <c:pt idx="703">
                  <c:v>-1.7900093271591144E-2</c:v>
                </c:pt>
                <c:pt idx="704">
                  <c:v>-1.3916445014754752E-2</c:v>
                </c:pt>
                <c:pt idx="705">
                  <c:v>-3.2704687126199339E-3</c:v>
                </c:pt>
                <c:pt idx="706">
                  <c:v>5.4715743904543146E-4</c:v>
                </c:pt>
                <c:pt idx="707">
                  <c:v>1.0665162602214284E-2</c:v>
                </c:pt>
                <c:pt idx="708">
                  <c:v>6.7776309248244404E-2</c:v>
                </c:pt>
                <c:pt idx="709">
                  <c:v>5.3951330377551177E-2</c:v>
                </c:pt>
                <c:pt idx="710">
                  <c:v>4.0161312970742324E-2</c:v>
                </c:pt>
                <c:pt idx="711">
                  <c:v>2.8254986514791192E-2</c:v>
                </c:pt>
                <c:pt idx="712">
                  <c:v>-6.9080244016128667E-4</c:v>
                </c:pt>
                <c:pt idx="713">
                  <c:v>-4.5963834395578607E-2</c:v>
                </c:pt>
                <c:pt idx="714">
                  <c:v>-2.2439391906339257E-2</c:v>
                </c:pt>
                <c:pt idx="715">
                  <c:v>-1.9959784032725025E-2</c:v>
                </c:pt>
                <c:pt idx="716">
                  <c:v>-1.2557470562818418E-2</c:v>
                </c:pt>
                <c:pt idx="717">
                  <c:v>-1.4403847768198252E-2</c:v>
                </c:pt>
                <c:pt idx="718">
                  <c:v>-2.0631106266587818E-2</c:v>
                </c:pt>
                <c:pt idx="719">
                  <c:v>-3.6695795909400863E-2</c:v>
                </c:pt>
                <c:pt idx="720">
                  <c:v>-1.7587646531629586E-2</c:v>
                </c:pt>
                <c:pt idx="721">
                  <c:v>-2.3686966978512247E-2</c:v>
                </c:pt>
                <c:pt idx="722">
                  <c:v>8.8689940326951433E-3</c:v>
                </c:pt>
                <c:pt idx="723">
                  <c:v>4.0237477394409193E-3</c:v>
                </c:pt>
                <c:pt idx="724">
                  <c:v>-1.3288158968802088E-2</c:v>
                </c:pt>
                <c:pt idx="725">
                  <c:v>-4.1423040612442286E-2</c:v>
                </c:pt>
                <c:pt idx="726">
                  <c:v>-5.088362469970853E-2</c:v>
                </c:pt>
                <c:pt idx="727">
                  <c:v>-4.5033378731577867E-2</c:v>
                </c:pt>
                <c:pt idx="728">
                  <c:v>-2.020586929163426E-2</c:v>
                </c:pt>
                <c:pt idx="729">
                  <c:v>-8.8229473693685057E-3</c:v>
                </c:pt>
                <c:pt idx="730">
                  <c:v>1.0582779937063913E-2</c:v>
                </c:pt>
                <c:pt idx="731">
                  <c:v>1.1023697380317721E-2</c:v>
                </c:pt>
                <c:pt idx="732">
                  <c:v>-2.2329320253162588E-2</c:v>
                </c:pt>
                <c:pt idx="733">
                  <c:v>-3.0911060237690857E-2</c:v>
                </c:pt>
                <c:pt idx="734">
                  <c:v>-2.7731272642796734E-2</c:v>
                </c:pt>
                <c:pt idx="735">
                  <c:v>-5.9766624594770335E-3</c:v>
                </c:pt>
                <c:pt idx="736">
                  <c:v>-3.6090668687032146E-3</c:v>
                </c:pt>
                <c:pt idx="737">
                  <c:v>4.9454370589200325E-2</c:v>
                </c:pt>
                <c:pt idx="738">
                  <c:v>5.9624521548961917E-2</c:v>
                </c:pt>
                <c:pt idx="739">
                  <c:v>5.7891779965250967E-2</c:v>
                </c:pt>
                <c:pt idx="740">
                  <c:v>3.5534166401603118E-2</c:v>
                </c:pt>
                <c:pt idx="741">
                  <c:v>4.6312316527135078E-2</c:v>
                </c:pt>
                <c:pt idx="742">
                  <c:v>5.2942214447876612E-2</c:v>
                </c:pt>
                <c:pt idx="743">
                  <c:v>3.5239264094094391E-2</c:v>
                </c:pt>
                <c:pt idx="744">
                  <c:v>4.1710374616410029E-2</c:v>
                </c:pt>
                <c:pt idx="745">
                  <c:v>3.6287515523402813E-2</c:v>
                </c:pt>
                <c:pt idx="746">
                  <c:v>1.929694481742783E-2</c:v>
                </c:pt>
                <c:pt idx="747">
                  <c:v>-1.9276506861027554E-2</c:v>
                </c:pt>
                <c:pt idx="748">
                  <c:v>1.0204291582877945E-2</c:v>
                </c:pt>
                <c:pt idx="749">
                  <c:v>-9.9306642338087281E-3</c:v>
                </c:pt>
                <c:pt idx="750">
                  <c:v>2.0254915769934989E-3</c:v>
                </c:pt>
                <c:pt idx="751">
                  <c:v>1.0764870696014395E-2</c:v>
                </c:pt>
                <c:pt idx="752">
                  <c:v>-7.4673760829756519E-3</c:v>
                </c:pt>
                <c:pt idx="753">
                  <c:v>-2.9718270854448892E-2</c:v>
                </c:pt>
                <c:pt idx="754">
                  <c:v>-1.5247743761474197E-2</c:v>
                </c:pt>
                <c:pt idx="755">
                  <c:v>-3.5059636623387402E-2</c:v>
                </c:pt>
                <c:pt idx="756">
                  <c:v>-2.8423758978400437E-2</c:v>
                </c:pt>
                <c:pt idx="757">
                  <c:v>-1.113522370176423E-2</c:v>
                </c:pt>
                <c:pt idx="758">
                  <c:v>-2.6473635689541974E-2</c:v>
                </c:pt>
                <c:pt idx="759">
                  <c:v>-4.1819607835103079E-2</c:v>
                </c:pt>
                <c:pt idx="760">
                  <c:v>-2.1530711694688454E-2</c:v>
                </c:pt>
                <c:pt idx="761">
                  <c:v>-4.3915374303045707E-2</c:v>
                </c:pt>
                <c:pt idx="762">
                  <c:v>-5.9836347429223058E-2</c:v>
                </c:pt>
                <c:pt idx="763">
                  <c:v>-4.6875177889537656E-2</c:v>
                </c:pt>
                <c:pt idx="764">
                  <c:v>3.9003631750147427E-3</c:v>
                </c:pt>
                <c:pt idx="765">
                  <c:v>6.4159419220111147E-4</c:v>
                </c:pt>
                <c:pt idx="766">
                  <c:v>3.4900607070621481E-2</c:v>
                </c:pt>
                <c:pt idx="767">
                  <c:v>4.9942258618377755E-2</c:v>
                </c:pt>
                <c:pt idx="768">
                  <c:v>6.7314695507360689E-2</c:v>
                </c:pt>
                <c:pt idx="769">
                  <c:v>2.4300273160152042E-2</c:v>
                </c:pt>
                <c:pt idx="770">
                  <c:v>3.2641981630441297E-3</c:v>
                </c:pt>
                <c:pt idx="771">
                  <c:v>-1.7735885774883275E-2</c:v>
                </c:pt>
                <c:pt idx="772">
                  <c:v>-4.1331169011808222E-2</c:v>
                </c:pt>
                <c:pt idx="773">
                  <c:v>-8.5521537860325014E-2</c:v>
                </c:pt>
                <c:pt idx="774">
                  <c:v>-7.7785768392073851E-2</c:v>
                </c:pt>
                <c:pt idx="775">
                  <c:v>-6.1671894154505802E-2</c:v>
                </c:pt>
                <c:pt idx="776">
                  <c:v>-4.6013178360957752E-2</c:v>
                </c:pt>
                <c:pt idx="777">
                  <c:v>-7.0317410187740181E-3</c:v>
                </c:pt>
                <c:pt idx="778">
                  <c:v>-5.4540221174189663E-3</c:v>
                </c:pt>
                <c:pt idx="779">
                  <c:v>-4.8912339666964399E-3</c:v>
                </c:pt>
                <c:pt idx="780">
                  <c:v>-1.6372364816258811E-2</c:v>
                </c:pt>
                <c:pt idx="781">
                  <c:v>-2.4185623223618058E-2</c:v>
                </c:pt>
                <c:pt idx="782">
                  <c:v>-6.4349837019635148E-2</c:v>
                </c:pt>
                <c:pt idx="783">
                  <c:v>-2.3693244773704158E-2</c:v>
                </c:pt>
                <c:pt idx="784">
                  <c:v>-9.3372254181030012E-3</c:v>
                </c:pt>
                <c:pt idx="785">
                  <c:v>-6.1623455616349743E-3</c:v>
                </c:pt>
                <c:pt idx="786">
                  <c:v>7.309389811993583E-3</c:v>
                </c:pt>
                <c:pt idx="787">
                  <c:v>4.5243704977645738E-2</c:v>
                </c:pt>
                <c:pt idx="788">
                  <c:v>3.3256410611805176E-2</c:v>
                </c:pt>
                <c:pt idx="789">
                  <c:v>9.0349643120957168E-3</c:v>
                </c:pt>
                <c:pt idx="790">
                  <c:v>4.7614315795815321E-2</c:v>
                </c:pt>
                <c:pt idx="791">
                  <c:v>1.6673859555213832E-2</c:v>
                </c:pt>
                <c:pt idx="792">
                  <c:v>1.389230797321539E-2</c:v>
                </c:pt>
                <c:pt idx="793">
                  <c:v>1.1112663397695233E-2</c:v>
                </c:pt>
                <c:pt idx="794">
                  <c:v>1.3964119240218897E-2</c:v>
                </c:pt>
                <c:pt idx="795">
                  <c:v>-1.6512275987470959E-2</c:v>
                </c:pt>
                <c:pt idx="796">
                  <c:v>2.5476796604295471E-2</c:v>
                </c:pt>
                <c:pt idx="797">
                  <c:v>-2.4790344579157075E-2</c:v>
                </c:pt>
                <c:pt idx="798">
                  <c:v>-1.5439735706608948E-2</c:v>
                </c:pt>
                <c:pt idx="799">
                  <c:v>1.3269738354306337E-2</c:v>
                </c:pt>
                <c:pt idx="800">
                  <c:v>1.4893839180466273E-2</c:v>
                </c:pt>
                <c:pt idx="801">
                  <c:v>5.7542056433050881E-3</c:v>
                </c:pt>
                <c:pt idx="802">
                  <c:v>4.5011164836153306E-2</c:v>
                </c:pt>
                <c:pt idx="803">
                  <c:v>4.004880192947935E-2</c:v>
                </c:pt>
                <c:pt idx="804">
                  <c:v>3.0034344189941775E-2</c:v>
                </c:pt>
                <c:pt idx="805">
                  <c:v>2.3904819771427555E-3</c:v>
                </c:pt>
                <c:pt idx="806">
                  <c:v>-1.5762117624561367E-2</c:v>
                </c:pt>
                <c:pt idx="807">
                  <c:v>-3.5356310018497261E-4</c:v>
                </c:pt>
                <c:pt idx="808">
                  <c:v>4.1825523253387065E-3</c:v>
                </c:pt>
                <c:pt idx="809">
                  <c:v>6.5573640766092289E-3</c:v>
                </c:pt>
                <c:pt idx="810">
                  <c:v>3.2764407471546964E-2</c:v>
                </c:pt>
                <c:pt idx="811">
                  <c:v>3.6787093258688675E-2</c:v>
                </c:pt>
                <c:pt idx="812">
                  <c:v>1.646931707500765E-2</c:v>
                </c:pt>
                <c:pt idx="813">
                  <c:v>5.8343207326747581E-3</c:v>
                </c:pt>
                <c:pt idx="814">
                  <c:v>-3.0981779678846966E-2</c:v>
                </c:pt>
                <c:pt idx="815">
                  <c:v>-6.3659856557790717E-2</c:v>
                </c:pt>
                <c:pt idx="816">
                  <c:v>-7.1236278212571058E-2</c:v>
                </c:pt>
                <c:pt idx="817">
                  <c:v>-7.6571669633461625E-2</c:v>
                </c:pt>
                <c:pt idx="818">
                  <c:v>-8.4041669217857939E-2</c:v>
                </c:pt>
                <c:pt idx="819">
                  <c:v>-8.8714926007562811E-2</c:v>
                </c:pt>
                <c:pt idx="820">
                  <c:v>-6.1225227680147487E-2</c:v>
                </c:pt>
                <c:pt idx="821">
                  <c:v>-6.025227398612476E-2</c:v>
                </c:pt>
                <c:pt idx="822">
                  <c:v>-3.5040769240381575E-2</c:v>
                </c:pt>
                <c:pt idx="823">
                  <c:v>-2.3415934678085115E-2</c:v>
                </c:pt>
                <c:pt idx="824">
                  <c:v>-4.9792051314130004E-2</c:v>
                </c:pt>
                <c:pt idx="825">
                  <c:v>-7.4716165488226904E-2</c:v>
                </c:pt>
                <c:pt idx="826">
                  <c:v>-9.1619854536317935E-2</c:v>
                </c:pt>
                <c:pt idx="827">
                  <c:v>-0.11463573844572994</c:v>
                </c:pt>
                <c:pt idx="828">
                  <c:v>-0.11732969463663634</c:v>
                </c:pt>
                <c:pt idx="829">
                  <c:v>-1.5137190906057141E-2</c:v>
                </c:pt>
                <c:pt idx="830">
                  <c:v>4.5180609878243461E-2</c:v>
                </c:pt>
                <c:pt idx="831">
                  <c:v>6.2816588190868217E-2</c:v>
                </c:pt>
                <c:pt idx="832">
                  <c:v>7.8640427333075191E-2</c:v>
                </c:pt>
                <c:pt idx="833">
                  <c:v>4.2717099443963846E-2</c:v>
                </c:pt>
                <c:pt idx="834">
                  <c:v>-2.9429549210924222E-6</c:v>
                </c:pt>
                <c:pt idx="835">
                  <c:v>-3.3045138549451458E-2</c:v>
                </c:pt>
                <c:pt idx="836">
                  <c:v>-4.8216990612624522E-2</c:v>
                </c:pt>
                <c:pt idx="837">
                  <c:v>-3.5362331692053939E-2</c:v>
                </c:pt>
                <c:pt idx="838">
                  <c:v>-1.0930957516402495E-2</c:v>
                </c:pt>
                <c:pt idx="839">
                  <c:v>4.2234670070963709E-2</c:v>
                </c:pt>
                <c:pt idx="840">
                  <c:v>3.4817874728241271E-2</c:v>
                </c:pt>
                <c:pt idx="841">
                  <c:v>6.3166158564518904E-2</c:v>
                </c:pt>
                <c:pt idx="842">
                  <c:v>3.8076177010447632E-2</c:v>
                </c:pt>
                <c:pt idx="843">
                  <c:v>7.4501751251974557E-2</c:v>
                </c:pt>
                <c:pt idx="844">
                  <c:v>-1.0511490667217016E-2</c:v>
                </c:pt>
                <c:pt idx="845">
                  <c:v>5.2780099510485456E-4</c:v>
                </c:pt>
                <c:pt idx="846">
                  <c:v>-1.3418643442764111E-4</c:v>
                </c:pt>
                <c:pt idx="847">
                  <c:v>3.5426457331619865E-2</c:v>
                </c:pt>
                <c:pt idx="848">
                  <c:v>2.4154897662072905E-2</c:v>
                </c:pt>
                <c:pt idx="849">
                  <c:v>3.8433180615401907E-2</c:v>
                </c:pt>
                <c:pt idx="850">
                  <c:v>4.4231379858531872E-2</c:v>
                </c:pt>
                <c:pt idx="851">
                  <c:v>3.1233796475758746E-2</c:v>
                </c:pt>
                <c:pt idx="852">
                  <c:v>1.8312409556339171E-2</c:v>
                </c:pt>
                <c:pt idx="853">
                  <c:v>5.5906562162097995E-3</c:v>
                </c:pt>
                <c:pt idx="854">
                  <c:v>9.2486919099612486E-3</c:v>
                </c:pt>
                <c:pt idx="855">
                  <c:v>1.4819089664218854E-2</c:v>
                </c:pt>
                <c:pt idx="856">
                  <c:v>1.1111149171680657E-2</c:v>
                </c:pt>
                <c:pt idx="857">
                  <c:v>-2.2193695386834245E-2</c:v>
                </c:pt>
                <c:pt idx="858">
                  <c:v>-4.4283432513708698E-2</c:v>
                </c:pt>
                <c:pt idx="859">
                  <c:v>-4.3234696214468626E-2</c:v>
                </c:pt>
                <c:pt idx="860">
                  <c:v>-5.0890843410953623E-2</c:v>
                </c:pt>
                <c:pt idx="861">
                  <c:v>-3.8756756020587813E-2</c:v>
                </c:pt>
                <c:pt idx="862">
                  <c:v>1.0844414839455085E-2</c:v>
                </c:pt>
                <c:pt idx="863">
                  <c:v>5.1618785496929442E-2</c:v>
                </c:pt>
                <c:pt idx="864">
                  <c:v>4.4038858689886329E-2</c:v>
                </c:pt>
                <c:pt idx="865">
                  <c:v>4.4073659985176095E-2</c:v>
                </c:pt>
                <c:pt idx="866">
                  <c:v>1.0638885769127304E-2</c:v>
                </c:pt>
                <c:pt idx="867">
                  <c:v>-4.3983179688784957E-2</c:v>
                </c:pt>
                <c:pt idx="868">
                  <c:v>-7.4631602537284847E-2</c:v>
                </c:pt>
                <c:pt idx="869">
                  <c:v>-4.8470262383516149E-2</c:v>
                </c:pt>
                <c:pt idx="870">
                  <c:v>-2.8425370740783662E-2</c:v>
                </c:pt>
                <c:pt idx="871">
                  <c:v>-2.2179628476595159E-3</c:v>
                </c:pt>
                <c:pt idx="872">
                  <c:v>2.6831732875884473E-2</c:v>
                </c:pt>
                <c:pt idx="873">
                  <c:v>7.9171938519959184E-2</c:v>
                </c:pt>
                <c:pt idx="874">
                  <c:v>7.0358502046720783E-2</c:v>
                </c:pt>
                <c:pt idx="875">
                  <c:v>4.9708161736937262E-2</c:v>
                </c:pt>
                <c:pt idx="876">
                  <c:v>5.9775538258858729E-2</c:v>
                </c:pt>
                <c:pt idx="877">
                  <c:v>5.6608457688952285E-2</c:v>
                </c:pt>
                <c:pt idx="878">
                  <c:v>4.5942206069611746E-2</c:v>
                </c:pt>
                <c:pt idx="879">
                  <c:v>3.4825016988269786E-2</c:v>
                </c:pt>
                <c:pt idx="880">
                  <c:v>5.1186839871880663E-2</c:v>
                </c:pt>
                <c:pt idx="881">
                  <c:v>6.6704823804849322E-2</c:v>
                </c:pt>
                <c:pt idx="882">
                  <c:v>7.3810031450255886E-2</c:v>
                </c:pt>
                <c:pt idx="883">
                  <c:v>5.3804418836212564E-2</c:v>
                </c:pt>
                <c:pt idx="884">
                  <c:v>3.8639754299095497E-2</c:v>
                </c:pt>
                <c:pt idx="885">
                  <c:v>4.3166381664884401E-2</c:v>
                </c:pt>
                <c:pt idx="886">
                  <c:v>1.0909817968024926E-2</c:v>
                </c:pt>
                <c:pt idx="887">
                  <c:v>5.8261716922642925E-3</c:v>
                </c:pt>
                <c:pt idx="888">
                  <c:v>4.452687161394131E-3</c:v>
                </c:pt>
                <c:pt idx="889">
                  <c:v>2.4251964556014638E-3</c:v>
                </c:pt>
                <c:pt idx="890">
                  <c:v>-3.8542697016408223E-3</c:v>
                </c:pt>
                <c:pt idx="891">
                  <c:v>9.2555579842112934E-3</c:v>
                </c:pt>
                <c:pt idx="892">
                  <c:v>-9.5710819050334184E-3</c:v>
                </c:pt>
                <c:pt idx="893">
                  <c:v>-5.5742202758479742E-3</c:v>
                </c:pt>
                <c:pt idx="894">
                  <c:v>5.052207237131956E-3</c:v>
                </c:pt>
                <c:pt idx="895">
                  <c:v>-1.276669721844792E-2</c:v>
                </c:pt>
                <c:pt idx="896">
                  <c:v>-1.7292732758259155E-2</c:v>
                </c:pt>
                <c:pt idx="897">
                  <c:v>8.6459709039006238E-3</c:v>
                </c:pt>
                <c:pt idx="898">
                  <c:v>2.0289551217866908E-4</c:v>
                </c:pt>
                <c:pt idx="899">
                  <c:v>3.4697251924679318E-2</c:v>
                </c:pt>
                <c:pt idx="900">
                  <c:v>3.6461058323775664E-2</c:v>
                </c:pt>
                <c:pt idx="901">
                  <c:v>5.4621524753037498E-2</c:v>
                </c:pt>
                <c:pt idx="902">
                  <c:v>4.5952544175211552E-2</c:v>
                </c:pt>
                <c:pt idx="903">
                  <c:v>6.0843169280710763E-2</c:v>
                </c:pt>
                <c:pt idx="904">
                  <c:v>3.5532879582886423E-2</c:v>
                </c:pt>
                <c:pt idx="905">
                  <c:v>3.705323217061518E-2</c:v>
                </c:pt>
                <c:pt idx="906">
                  <c:v>2.1542333657436297E-2</c:v>
                </c:pt>
                <c:pt idx="907">
                  <c:v>-4.5377172667472321E-3</c:v>
                </c:pt>
                <c:pt idx="908">
                  <c:v>-8.2857422430205885E-3</c:v>
                </c:pt>
                <c:pt idx="909">
                  <c:v>-3.0723457481609873E-2</c:v>
                </c:pt>
                <c:pt idx="910">
                  <c:v>-1.3187151128113528E-2</c:v>
                </c:pt>
                <c:pt idx="911">
                  <c:v>-9.079812086125516E-3</c:v>
                </c:pt>
                <c:pt idx="912">
                  <c:v>2.2567625258439028E-2</c:v>
                </c:pt>
                <c:pt idx="913">
                  <c:v>-1.0180031749903784E-2</c:v>
                </c:pt>
                <c:pt idx="914">
                  <c:v>7.0467359716601674E-3</c:v>
                </c:pt>
                <c:pt idx="915">
                  <c:v>-2.8349526445984874E-2</c:v>
                </c:pt>
                <c:pt idx="916">
                  <c:v>-4.4652711100238607E-2</c:v>
                </c:pt>
                <c:pt idx="917">
                  <c:v>-5.0977210712298993E-2</c:v>
                </c:pt>
                <c:pt idx="918">
                  <c:v>-4.0641254585389919E-2</c:v>
                </c:pt>
                <c:pt idx="919">
                  <c:v>-5.6924796700146496E-2</c:v>
                </c:pt>
                <c:pt idx="920">
                  <c:v>-4.1282581978837829E-2</c:v>
                </c:pt>
                <c:pt idx="921">
                  <c:v>-1.6224202869654203E-2</c:v>
                </c:pt>
                <c:pt idx="922">
                  <c:v>-5.1987736063123458E-2</c:v>
                </c:pt>
                <c:pt idx="923">
                  <c:v>-2.7738201598008327E-2</c:v>
                </c:pt>
                <c:pt idx="924">
                  <c:v>2.3478427687637859E-2</c:v>
                </c:pt>
                <c:pt idx="925">
                  <c:v>2.8908112049265355E-2</c:v>
                </c:pt>
                <c:pt idx="926">
                  <c:v>3.8782599945090812E-2</c:v>
                </c:pt>
                <c:pt idx="927">
                  <c:v>6.0801055469514864E-2</c:v>
                </c:pt>
                <c:pt idx="928">
                  <c:v>1.8048015012549268E-2</c:v>
                </c:pt>
                <c:pt idx="929">
                  <c:v>-5.2186662062005951E-3</c:v>
                </c:pt>
                <c:pt idx="930">
                  <c:v>6.7992695887195698E-3</c:v>
                </c:pt>
                <c:pt idx="931">
                  <c:v>-1.1817241418715874E-2</c:v>
                </c:pt>
                <c:pt idx="932">
                  <c:v>9.9654076801367619E-3</c:v>
                </c:pt>
                <c:pt idx="933">
                  <c:v>6.1974228370973217E-2</c:v>
                </c:pt>
                <c:pt idx="934">
                  <c:v>4.5299118944479355E-2</c:v>
                </c:pt>
                <c:pt idx="935">
                  <c:v>1.4276763640329371E-2</c:v>
                </c:pt>
                <c:pt idx="936">
                  <c:v>-1.425082161894109E-2</c:v>
                </c:pt>
                <c:pt idx="937">
                  <c:v>-4.3512392776820397E-2</c:v>
                </c:pt>
                <c:pt idx="938">
                  <c:v>-6.6651959403262517E-2</c:v>
                </c:pt>
                <c:pt idx="939">
                  <c:v>-6.4751871615370438E-2</c:v>
                </c:pt>
                <c:pt idx="940">
                  <c:v>-3.3143904857972917E-2</c:v>
                </c:pt>
                <c:pt idx="941">
                  <c:v>-1.7404693971932894E-2</c:v>
                </c:pt>
                <c:pt idx="942">
                  <c:v>-1.4418795916876226E-2</c:v>
                </c:pt>
                <c:pt idx="943">
                  <c:v>-1.4980889330369895E-2</c:v>
                </c:pt>
                <c:pt idx="944">
                  <c:v>-2.5872690987066349E-2</c:v>
                </c:pt>
                <c:pt idx="945">
                  <c:v>-4.3642576842413572E-2</c:v>
                </c:pt>
                <c:pt idx="946">
                  <c:v>-2.7584995608027074E-2</c:v>
                </c:pt>
                <c:pt idx="947">
                  <c:v>4.8873167216365587E-3</c:v>
                </c:pt>
                <c:pt idx="948">
                  <c:v>8.5302904454438444E-3</c:v>
                </c:pt>
                <c:pt idx="949">
                  <c:v>2.5377056486629801E-2</c:v>
                </c:pt>
                <c:pt idx="950">
                  <c:v>4.1527146317743346E-2</c:v>
                </c:pt>
                <c:pt idx="951">
                  <c:v>3.8809730136260878E-2</c:v>
                </c:pt>
                <c:pt idx="952">
                  <c:v>2.1392438066975883E-2</c:v>
                </c:pt>
                <c:pt idx="953">
                  <c:v>4.2914135648238982E-2</c:v>
                </c:pt>
                <c:pt idx="954">
                  <c:v>4.2499581683954624E-2</c:v>
                </c:pt>
                <c:pt idx="955">
                  <c:v>-2.940636900654614E-2</c:v>
                </c:pt>
                <c:pt idx="956">
                  <c:v>-5.7592150939700271E-2</c:v>
                </c:pt>
                <c:pt idx="957">
                  <c:v>-4.7709955329935161E-2</c:v>
                </c:pt>
                <c:pt idx="958">
                  <c:v>-5.8783458093139784E-2</c:v>
                </c:pt>
                <c:pt idx="959">
                  <c:v>-6.4647152624686677E-2</c:v>
                </c:pt>
                <c:pt idx="960">
                  <c:v>-2.2161054979822015E-2</c:v>
                </c:pt>
                <c:pt idx="961">
                  <c:v>-1.6191912287784604E-2</c:v>
                </c:pt>
                <c:pt idx="962">
                  <c:v>-8.6572770427238988E-3</c:v>
                </c:pt>
                <c:pt idx="963">
                  <c:v>-1.7626474476518994E-2</c:v>
                </c:pt>
                <c:pt idx="964">
                  <c:v>-1.1074915401368401E-2</c:v>
                </c:pt>
                <c:pt idx="965">
                  <c:v>7.2113719494113493E-3</c:v>
                </c:pt>
                <c:pt idx="966">
                  <c:v>6.8016866242335272E-3</c:v>
                </c:pt>
                <c:pt idx="967">
                  <c:v>5.476642454030678E-3</c:v>
                </c:pt>
                <c:pt idx="968">
                  <c:v>2.3937786787239013E-2</c:v>
                </c:pt>
                <c:pt idx="969">
                  <c:v>1.6001073344984684E-2</c:v>
                </c:pt>
                <c:pt idx="970">
                  <c:v>-1.4002860597839839E-2</c:v>
                </c:pt>
                <c:pt idx="971">
                  <c:v>-6.7809079999806565E-3</c:v>
                </c:pt>
                <c:pt idx="972">
                  <c:v>-4.1531959813772223E-2</c:v>
                </c:pt>
                <c:pt idx="973">
                  <c:v>-5.0471366165591225E-2</c:v>
                </c:pt>
                <c:pt idx="974">
                  <c:v>-2.9201671179682753E-2</c:v>
                </c:pt>
                <c:pt idx="975">
                  <c:v>-3.4031513611624598E-2</c:v>
                </c:pt>
                <c:pt idx="976">
                  <c:v>-6.0305752384997358E-2</c:v>
                </c:pt>
                <c:pt idx="977">
                  <c:v>-2.9379349916632824E-2</c:v>
                </c:pt>
                <c:pt idx="978">
                  <c:v>-2.0048315357056534E-2</c:v>
                </c:pt>
                <c:pt idx="979">
                  <c:v>-2.6031824957664984E-2</c:v>
                </c:pt>
                <c:pt idx="980">
                  <c:v>1.4861114947295473E-3</c:v>
                </c:pt>
                <c:pt idx="981">
                  <c:v>5.0004367294183671E-2</c:v>
                </c:pt>
                <c:pt idx="982">
                  <c:v>4.6880903633417681E-2</c:v>
                </c:pt>
                <c:pt idx="983">
                  <c:v>1.4947873705802639E-2</c:v>
                </c:pt>
                <c:pt idx="984">
                  <c:v>2.4150725742426715E-2</c:v>
                </c:pt>
                <c:pt idx="985">
                  <c:v>2.6265541562444428E-2</c:v>
                </c:pt>
                <c:pt idx="986">
                  <c:v>1.6307060170294374E-2</c:v>
                </c:pt>
                <c:pt idx="987">
                  <c:v>-3.0289774994274321E-4</c:v>
                </c:pt>
                <c:pt idx="988">
                  <c:v>4.6740885348390826E-3</c:v>
                </c:pt>
                <c:pt idx="989">
                  <c:v>1.2164577425429535E-2</c:v>
                </c:pt>
                <c:pt idx="990">
                  <c:v>1.3657330955341163E-3</c:v>
                </c:pt>
                <c:pt idx="991">
                  <c:v>1.8119685835634058E-2</c:v>
                </c:pt>
                <c:pt idx="992">
                  <c:v>3.6305296293064782E-2</c:v>
                </c:pt>
                <c:pt idx="993">
                  <c:v>5.1077728062693506E-2</c:v>
                </c:pt>
                <c:pt idx="994">
                  <c:v>2.0201640458990422E-2</c:v>
                </c:pt>
                <c:pt idx="995">
                  <c:v>1.3106910244147674E-2</c:v>
                </c:pt>
                <c:pt idx="996">
                  <c:v>-9.542369005393514E-3</c:v>
                </c:pt>
                <c:pt idx="997">
                  <c:v>3.3458453175281289E-3</c:v>
                </c:pt>
                <c:pt idx="998">
                  <c:v>7.7889080081705586E-4</c:v>
                </c:pt>
                <c:pt idx="999">
                  <c:v>-4.085890889108712E-3</c:v>
                </c:pt>
                <c:pt idx="1000">
                  <c:v>-1.3856691377696073E-2</c:v>
                </c:pt>
                <c:pt idx="1001">
                  <c:v>-2.1845954836621218E-3</c:v>
                </c:pt>
                <c:pt idx="1002">
                  <c:v>-5.0354994322381885E-2</c:v>
                </c:pt>
                <c:pt idx="1003">
                  <c:v>-4.7223253630773288E-2</c:v>
                </c:pt>
                <c:pt idx="1004">
                  <c:v>-6.3034330153880047E-2</c:v>
                </c:pt>
                <c:pt idx="1005">
                  <c:v>-3.268674550752626E-2</c:v>
                </c:pt>
                <c:pt idx="1006">
                  <c:v>-2.6436088231255428E-2</c:v>
                </c:pt>
                <c:pt idx="1007">
                  <c:v>4.0567439527232629E-3</c:v>
                </c:pt>
                <c:pt idx="1008">
                  <c:v>-2.424579516264791E-2</c:v>
                </c:pt>
                <c:pt idx="1009">
                  <c:v>1.0411687566240113E-2</c:v>
                </c:pt>
                <c:pt idx="1010">
                  <c:v>1.4925887447811093E-2</c:v>
                </c:pt>
                <c:pt idx="1011">
                  <c:v>-8.4669976657592017E-4</c:v>
                </c:pt>
                <c:pt idx="1012">
                  <c:v>2.5371508711077961E-2</c:v>
                </c:pt>
                <c:pt idx="1013">
                  <c:v>6.2820164085596097E-2</c:v>
                </c:pt>
                <c:pt idx="1014">
                  <c:v>4.8119395643238416E-2</c:v>
                </c:pt>
                <c:pt idx="1015">
                  <c:v>3.9555425884424178E-2</c:v>
                </c:pt>
                <c:pt idx="1016">
                  <c:v>5.1550296183090927E-2</c:v>
                </c:pt>
                <c:pt idx="1017">
                  <c:v>2.9473813555066064E-2</c:v>
                </c:pt>
                <c:pt idx="1018">
                  <c:v>1.7631420564832023E-2</c:v>
                </c:pt>
                <c:pt idx="1019">
                  <c:v>2.566642345242065E-2</c:v>
                </c:pt>
                <c:pt idx="1020">
                  <c:v>1.6092537424313713E-2</c:v>
                </c:pt>
                <c:pt idx="1021">
                  <c:v>2.0661510315360454E-2</c:v>
                </c:pt>
                <c:pt idx="1022">
                  <c:v>1.7650709399975817E-2</c:v>
                </c:pt>
                <c:pt idx="1023">
                  <c:v>2.1111875533980307E-2</c:v>
                </c:pt>
                <c:pt idx="1024">
                  <c:v>-2.7173309621353336E-3</c:v>
                </c:pt>
                <c:pt idx="1025">
                  <c:v>7.4818848798841042E-3</c:v>
                </c:pt>
                <c:pt idx="1026">
                  <c:v>-1.5266957259202574E-2</c:v>
                </c:pt>
                <c:pt idx="1027">
                  <c:v>-8.8836402146424964E-3</c:v>
                </c:pt>
                <c:pt idx="1028">
                  <c:v>-1.5405009323957386E-2</c:v>
                </c:pt>
                <c:pt idx="1029">
                  <c:v>1.4052531941065149E-2</c:v>
                </c:pt>
                <c:pt idx="1030">
                  <c:v>6.4457916257876224E-3</c:v>
                </c:pt>
                <c:pt idx="1031">
                  <c:v>1.7325370649592164E-2</c:v>
                </c:pt>
                <c:pt idx="1032">
                  <c:v>4.4899413934522681E-3</c:v>
                </c:pt>
                <c:pt idx="1033">
                  <c:v>7.6821051866007295E-3</c:v>
                </c:pt>
                <c:pt idx="1034">
                  <c:v>-3.5200098034346539E-2</c:v>
                </c:pt>
                <c:pt idx="1035">
                  <c:v>-3.2780193257160306E-2</c:v>
                </c:pt>
                <c:pt idx="1036">
                  <c:v>-4.3703951069187896E-2</c:v>
                </c:pt>
                <c:pt idx="1037">
                  <c:v>-4.5975134192589473E-2</c:v>
                </c:pt>
                <c:pt idx="1038">
                  <c:v>-4.8297446213795281E-2</c:v>
                </c:pt>
                <c:pt idx="1039">
                  <c:v>-3.9608783414950888E-2</c:v>
                </c:pt>
                <c:pt idx="1040">
                  <c:v>-2.9741201778756721E-2</c:v>
                </c:pt>
                <c:pt idx="1041">
                  <c:v>-1.7579046812341348E-2</c:v>
                </c:pt>
                <c:pt idx="1042">
                  <c:v>-6.1462919928978454E-4</c:v>
                </c:pt>
                <c:pt idx="1043">
                  <c:v>3.0152650066235687E-2</c:v>
                </c:pt>
                <c:pt idx="1044">
                  <c:v>7.7242139274078969E-2</c:v>
                </c:pt>
                <c:pt idx="1045">
                  <c:v>6.8314030409697857E-2</c:v>
                </c:pt>
                <c:pt idx="1046">
                  <c:v>6.7922954023311943E-2</c:v>
                </c:pt>
                <c:pt idx="1047">
                  <c:v>5.7433450733850977E-2</c:v>
                </c:pt>
                <c:pt idx="1048">
                  <c:v>2.6365749389204218E-2</c:v>
                </c:pt>
                <c:pt idx="1049">
                  <c:v>2.330644349191946E-3</c:v>
                </c:pt>
                <c:pt idx="1050">
                  <c:v>1.1575020339227304E-2</c:v>
                </c:pt>
                <c:pt idx="1051">
                  <c:v>8.9482525255757395E-3</c:v>
                </c:pt>
                <c:pt idx="1052">
                  <c:v>2.3318680594281993E-3</c:v>
                </c:pt>
                <c:pt idx="1053">
                  <c:v>-1.5651233512450902E-2</c:v>
                </c:pt>
                <c:pt idx="1054">
                  <c:v>4.9038413089603772E-3</c:v>
                </c:pt>
                <c:pt idx="1055">
                  <c:v>-7.5617271095068661E-3</c:v>
                </c:pt>
                <c:pt idx="1056">
                  <c:v>-2.1805667608269075E-2</c:v>
                </c:pt>
                <c:pt idx="1057">
                  <c:v>-1.4758630298785769E-2</c:v>
                </c:pt>
                <c:pt idx="1058">
                  <c:v>6.8607710571810809E-3</c:v>
                </c:pt>
                <c:pt idx="1059">
                  <c:v>-2.4245389846846432E-2</c:v>
                </c:pt>
                <c:pt idx="1060">
                  <c:v>-2.2224451619704433E-2</c:v>
                </c:pt>
                <c:pt idx="1061">
                  <c:v>1.2012592641224229E-2</c:v>
                </c:pt>
                <c:pt idx="1062">
                  <c:v>9.6221972828449687E-3</c:v>
                </c:pt>
                <c:pt idx="1063">
                  <c:v>1.7909788013072969E-3</c:v>
                </c:pt>
                <c:pt idx="1064">
                  <c:v>-1.3721841849355654E-2</c:v>
                </c:pt>
                <c:pt idx="1065">
                  <c:v>-5.1403637256329793E-3</c:v>
                </c:pt>
                <c:pt idx="1066">
                  <c:v>-2.1187536892864345E-2</c:v>
                </c:pt>
                <c:pt idx="1067">
                  <c:v>-3.0522616406291059E-2</c:v>
                </c:pt>
                <c:pt idx="1068">
                  <c:v>-1.9040850439419388E-2</c:v>
                </c:pt>
                <c:pt idx="1069">
                  <c:v>-2.0550224771985204E-2</c:v>
                </c:pt>
                <c:pt idx="1070">
                  <c:v>-2.0614964660624957E-2</c:v>
                </c:pt>
                <c:pt idx="1071">
                  <c:v>-2.8322427925361326E-3</c:v>
                </c:pt>
                <c:pt idx="1072">
                  <c:v>-4.9473046975953006E-3</c:v>
                </c:pt>
                <c:pt idx="1073">
                  <c:v>3.3010846331384958E-3</c:v>
                </c:pt>
                <c:pt idx="1074">
                  <c:v>2.5840227522742731E-2</c:v>
                </c:pt>
                <c:pt idx="1075">
                  <c:v>2.2415787313204261E-2</c:v>
                </c:pt>
                <c:pt idx="1076">
                  <c:v>-1.1267913214039194E-3</c:v>
                </c:pt>
                <c:pt idx="1077">
                  <c:v>2.7418220580170738E-2</c:v>
                </c:pt>
                <c:pt idx="1078">
                  <c:v>1.076140244257906E-2</c:v>
                </c:pt>
                <c:pt idx="1079">
                  <c:v>1.3537382447277757E-2</c:v>
                </c:pt>
                <c:pt idx="1080">
                  <c:v>-1.0833690488114556E-3</c:v>
                </c:pt>
                <c:pt idx="1081">
                  <c:v>-1.3505304906277216E-3</c:v>
                </c:pt>
                <c:pt idx="1082">
                  <c:v>-2.6541157075050226E-2</c:v>
                </c:pt>
                <c:pt idx="1083">
                  <c:v>-1.954511311098861E-2</c:v>
                </c:pt>
                <c:pt idx="1084">
                  <c:v>-3.346319076648252E-2</c:v>
                </c:pt>
                <c:pt idx="1085">
                  <c:v>-1.7462648702455286E-2</c:v>
                </c:pt>
                <c:pt idx="1086">
                  <c:v>4.8139806507998539E-3</c:v>
                </c:pt>
                <c:pt idx="1087">
                  <c:v>1.6885138274124412E-2</c:v>
                </c:pt>
                <c:pt idx="1088">
                  <c:v>1.9281303181278409E-2</c:v>
                </c:pt>
                <c:pt idx="1089">
                  <c:v>3.1403270295753849E-2</c:v>
                </c:pt>
                <c:pt idx="1090">
                  <c:v>2.7170051524514349E-2</c:v>
                </c:pt>
                <c:pt idx="1091">
                  <c:v>2.0116696256051281E-2</c:v>
                </c:pt>
                <c:pt idx="1092">
                  <c:v>1.553746655615873E-2</c:v>
                </c:pt>
                <c:pt idx="1093">
                  <c:v>9.41774538162643E-3</c:v>
                </c:pt>
                <c:pt idx="1094">
                  <c:v>1.9760348096737212E-2</c:v>
                </c:pt>
                <c:pt idx="1095">
                  <c:v>3.3690203955144327E-2</c:v>
                </c:pt>
                <c:pt idx="1096">
                  <c:v>3.9884449217881146E-2</c:v>
                </c:pt>
                <c:pt idx="1097">
                  <c:v>6.7323866529151344E-2</c:v>
                </c:pt>
                <c:pt idx="1098">
                  <c:v>5.7902120205693075E-2</c:v>
                </c:pt>
                <c:pt idx="1099">
                  <c:v>4.3420877434656058E-2</c:v>
                </c:pt>
                <c:pt idx="1100">
                  <c:v>2.6007151521864502E-2</c:v>
                </c:pt>
                <c:pt idx="1101">
                  <c:v>-6.1626086129118463E-3</c:v>
                </c:pt>
                <c:pt idx="1102">
                  <c:v>-3.536743676945886E-2</c:v>
                </c:pt>
                <c:pt idx="1103">
                  <c:v>-3.5561951821698301E-2</c:v>
                </c:pt>
                <c:pt idx="1104">
                  <c:v>-5.335469624168232E-2</c:v>
                </c:pt>
                <c:pt idx="1105">
                  <c:v>-4.1170465256330391E-2</c:v>
                </c:pt>
                <c:pt idx="1106">
                  <c:v>-2.7045256540684903E-2</c:v>
                </c:pt>
                <c:pt idx="1107">
                  <c:v>-1.3050836070489513E-2</c:v>
                </c:pt>
                <c:pt idx="1108">
                  <c:v>7.5032874831704177E-4</c:v>
                </c:pt>
                <c:pt idx="1109">
                  <c:v>1.798396959053683E-2</c:v>
                </c:pt>
                <c:pt idx="1110">
                  <c:v>2.1837938398244106E-2</c:v>
                </c:pt>
                <c:pt idx="1111">
                  <c:v>1.8027141611463238E-2</c:v>
                </c:pt>
                <c:pt idx="1112">
                  <c:v>-2.2552621494913216E-2</c:v>
                </c:pt>
                <c:pt idx="1113">
                  <c:v>-1.4970235067922166E-2</c:v>
                </c:pt>
                <c:pt idx="1114">
                  <c:v>-1.1124522952509208E-3</c:v>
                </c:pt>
                <c:pt idx="1115">
                  <c:v>-9.302471872378093E-3</c:v>
                </c:pt>
                <c:pt idx="1116">
                  <c:v>-4.1701818703799853E-3</c:v>
                </c:pt>
                <c:pt idx="1117">
                  <c:v>2.7265528247863546E-2</c:v>
                </c:pt>
                <c:pt idx="1118">
                  <c:v>7.8347022752154327E-3</c:v>
                </c:pt>
                <c:pt idx="1119">
                  <c:v>9.440966108047455E-4</c:v>
                </c:pt>
                <c:pt idx="1120">
                  <c:v>-2.4773755413486587E-2</c:v>
                </c:pt>
                <c:pt idx="1121">
                  <c:v>-3.1680594651954608E-2</c:v>
                </c:pt>
                <c:pt idx="1122">
                  <c:v>-2.4345331186226615E-2</c:v>
                </c:pt>
                <c:pt idx="1123">
                  <c:v>-2.4672468615415721E-2</c:v>
                </c:pt>
                <c:pt idx="1124">
                  <c:v>-3.4385328004287619E-2</c:v>
                </c:pt>
                <c:pt idx="1125">
                  <c:v>-9.6419436248155188E-3</c:v>
                </c:pt>
                <c:pt idx="1126">
                  <c:v>-1.2726241369202862E-2</c:v>
                </c:pt>
                <c:pt idx="1127">
                  <c:v>-1.3543710450306667E-2</c:v>
                </c:pt>
                <c:pt idx="1128">
                  <c:v>1.0940681253817974E-2</c:v>
                </c:pt>
                <c:pt idx="1129">
                  <c:v>1.3977666355809104E-2</c:v>
                </c:pt>
                <c:pt idx="1130">
                  <c:v>1.1427538865056874E-2</c:v>
                </c:pt>
                <c:pt idx="1131">
                  <c:v>-1.8910003950831644E-3</c:v>
                </c:pt>
                <c:pt idx="1132">
                  <c:v>-1.5058839888677622E-2</c:v>
                </c:pt>
                <c:pt idx="1133">
                  <c:v>-3.5077444995345264E-2</c:v>
                </c:pt>
                <c:pt idx="1134">
                  <c:v>-2.7089191637406751E-2</c:v>
                </c:pt>
                <c:pt idx="1135">
                  <c:v>-3.7869545616543099E-2</c:v>
                </c:pt>
                <c:pt idx="1136">
                  <c:v>-2.0969953607084535E-2</c:v>
                </c:pt>
                <c:pt idx="1137">
                  <c:v>-2.1167272393727399E-2</c:v>
                </c:pt>
                <c:pt idx="1138">
                  <c:v>-4.5692864406045031E-2</c:v>
                </c:pt>
                <c:pt idx="1139">
                  <c:v>-6.6906059970464504E-2</c:v>
                </c:pt>
                <c:pt idx="1140">
                  <c:v>-6.5904382420699625E-2</c:v>
                </c:pt>
                <c:pt idx="1141">
                  <c:v>-6.1467170441431351E-2</c:v>
                </c:pt>
                <c:pt idx="1142">
                  <c:v>-5.9196831652013948E-2</c:v>
                </c:pt>
                <c:pt idx="1143">
                  <c:v>-6.1614685800871261E-2</c:v>
                </c:pt>
                <c:pt idx="1144">
                  <c:v>-4.5950906362626776E-2</c:v>
                </c:pt>
                <c:pt idx="1145">
                  <c:v>-4.0292024637020529E-2</c:v>
                </c:pt>
                <c:pt idx="1146">
                  <c:v>-4.639504522281479E-2</c:v>
                </c:pt>
                <c:pt idx="1147">
                  <c:v>-4.9399431392175841E-2</c:v>
                </c:pt>
                <c:pt idx="1148">
                  <c:v>-4.1006400399589249E-2</c:v>
                </c:pt>
                <c:pt idx="1149">
                  <c:v>-1.0804412875241143E-2</c:v>
                </c:pt>
                <c:pt idx="1150">
                  <c:v>-2.6523191443383887E-2</c:v>
                </c:pt>
                <c:pt idx="1151">
                  <c:v>-6.6583148715109175E-3</c:v>
                </c:pt>
                <c:pt idx="1152">
                  <c:v>5.1647957644749276E-3</c:v>
                </c:pt>
                <c:pt idx="1153">
                  <c:v>1.8788347227586044E-2</c:v>
                </c:pt>
                <c:pt idx="1154">
                  <c:v>4.1972765687703362E-3</c:v>
                </c:pt>
                <c:pt idx="1155">
                  <c:v>1.7930586197211662E-2</c:v>
                </c:pt>
                <c:pt idx="1156">
                  <c:v>4.0693884696548555E-2</c:v>
                </c:pt>
                <c:pt idx="1157">
                  <c:v>3.5126642689765397E-2</c:v>
                </c:pt>
                <c:pt idx="1158">
                  <c:v>5.5646238133334913E-2</c:v>
                </c:pt>
                <c:pt idx="1159">
                  <c:v>3.598490538426935E-2</c:v>
                </c:pt>
                <c:pt idx="1160">
                  <c:v>2.2457769034119224E-2</c:v>
                </c:pt>
                <c:pt idx="1161">
                  <c:v>-1.9315414052262447E-2</c:v>
                </c:pt>
                <c:pt idx="1162">
                  <c:v>-8.3078970695185106E-3</c:v>
                </c:pt>
                <c:pt idx="1163">
                  <c:v>-1.6116496305191519E-2</c:v>
                </c:pt>
                <c:pt idx="1164">
                  <c:v>1.1792979218555599E-2</c:v>
                </c:pt>
                <c:pt idx="1165">
                  <c:v>2.6000669763852402E-2</c:v>
                </c:pt>
                <c:pt idx="1166">
                  <c:v>3.8197784416795111E-2</c:v>
                </c:pt>
                <c:pt idx="1167">
                  <c:v>2.4307589091605797E-2</c:v>
                </c:pt>
                <c:pt idx="1168">
                  <c:v>2.1982733942709221E-3</c:v>
                </c:pt>
                <c:pt idx="1169">
                  <c:v>-1.1312596297114785E-2</c:v>
                </c:pt>
                <c:pt idx="1170">
                  <c:v>4.7536977268203273E-3</c:v>
                </c:pt>
                <c:pt idx="1171">
                  <c:v>-6.2857247057611643E-3</c:v>
                </c:pt>
                <c:pt idx="1172">
                  <c:v>-7.8495287283563142E-3</c:v>
                </c:pt>
                <c:pt idx="1173">
                  <c:v>1.6092196260584002E-2</c:v>
                </c:pt>
                <c:pt idx="1174">
                  <c:v>2.8899089841765369E-2</c:v>
                </c:pt>
                <c:pt idx="1175">
                  <c:v>1.2784535538687747E-2</c:v>
                </c:pt>
                <c:pt idx="1176">
                  <c:v>1.3021761295715306E-2</c:v>
                </c:pt>
                <c:pt idx="1177">
                  <c:v>3.258983985322339E-2</c:v>
                </c:pt>
                <c:pt idx="1178">
                  <c:v>2.4890329862603089E-2</c:v>
                </c:pt>
                <c:pt idx="1179">
                  <c:v>-1.1198539887546266E-2</c:v>
                </c:pt>
                <c:pt idx="1180">
                  <c:v>-1.2715764183392264E-2</c:v>
                </c:pt>
                <c:pt idx="1181">
                  <c:v>-2.7411944250418374E-3</c:v>
                </c:pt>
                <c:pt idx="1182">
                  <c:v>4.8379068774031531E-3</c:v>
                </c:pt>
                <c:pt idx="1183">
                  <c:v>6.8509377425998164E-3</c:v>
                </c:pt>
                <c:pt idx="1184">
                  <c:v>2.1549990612475423E-2</c:v>
                </c:pt>
                <c:pt idx="1185">
                  <c:v>1.8751504018073684E-2</c:v>
                </c:pt>
                <c:pt idx="1186">
                  <c:v>-1.529235461457612E-2</c:v>
                </c:pt>
                <c:pt idx="1187">
                  <c:v>-6.0852686800011435E-2</c:v>
                </c:pt>
                <c:pt idx="1188">
                  <c:v>-6.0289386178965287E-2</c:v>
                </c:pt>
                <c:pt idx="1189">
                  <c:v>-5.7019077524254169E-2</c:v>
                </c:pt>
                <c:pt idx="1190">
                  <c:v>-6.4505810921016482E-2</c:v>
                </c:pt>
                <c:pt idx="1191">
                  <c:v>-4.2997618326464648E-2</c:v>
                </c:pt>
                <c:pt idx="1192">
                  <c:v>-2.0521544724901752E-2</c:v>
                </c:pt>
                <c:pt idx="1193">
                  <c:v>6.2911397774338962E-3</c:v>
                </c:pt>
                <c:pt idx="1194">
                  <c:v>2.2398240854303531E-2</c:v>
                </c:pt>
                <c:pt idx="1195">
                  <c:v>3.3998355966313065E-2</c:v>
                </c:pt>
                <c:pt idx="1196">
                  <c:v>4.6223751855116069E-2</c:v>
                </c:pt>
                <c:pt idx="1197">
                  <c:v>4.8848497845720873E-2</c:v>
                </c:pt>
                <c:pt idx="1198">
                  <c:v>1.5258147250208021E-2</c:v>
                </c:pt>
                <c:pt idx="1199">
                  <c:v>-2.1796042711135999E-2</c:v>
                </c:pt>
                <c:pt idx="1200">
                  <c:v>-1.4937183578225821E-2</c:v>
                </c:pt>
                <c:pt idx="1201">
                  <c:v>-2.3904454077612769E-2</c:v>
                </c:pt>
                <c:pt idx="1202">
                  <c:v>-5.9925864614488455E-2</c:v>
                </c:pt>
                <c:pt idx="1203">
                  <c:v>-5.2244594470691408E-2</c:v>
                </c:pt>
                <c:pt idx="1204">
                  <c:v>-7.5300135789456712E-3</c:v>
                </c:pt>
                <c:pt idx="1205">
                  <c:v>9.614444740861039E-3</c:v>
                </c:pt>
                <c:pt idx="1206">
                  <c:v>7.7594038355108808E-3</c:v>
                </c:pt>
                <c:pt idx="1207">
                  <c:v>5.5452008659489183E-2</c:v>
                </c:pt>
                <c:pt idx="1208">
                  <c:v>4.4829476319628858E-2</c:v>
                </c:pt>
                <c:pt idx="1209">
                  <c:v>2.4130697780263111E-2</c:v>
                </c:pt>
                <c:pt idx="1210">
                  <c:v>-2.5238270050544465E-2</c:v>
                </c:pt>
                <c:pt idx="1211">
                  <c:v>-4.587506134148378E-3</c:v>
                </c:pt>
                <c:pt idx="1212">
                  <c:v>5.3896683826017977E-3</c:v>
                </c:pt>
                <c:pt idx="1213">
                  <c:v>1.6623260959570674E-2</c:v>
                </c:pt>
                <c:pt idx="1214">
                  <c:v>1.7500474711892311E-2</c:v>
                </c:pt>
                <c:pt idx="1215">
                  <c:v>5.6002564450835957E-2</c:v>
                </c:pt>
                <c:pt idx="1216">
                  <c:v>3.9390043772532746E-2</c:v>
                </c:pt>
                <c:pt idx="1217">
                  <c:v>3.6156098396762371E-2</c:v>
                </c:pt>
                <c:pt idx="1218">
                  <c:v>3.1583203484140565E-2</c:v>
                </c:pt>
                <c:pt idx="1219">
                  <c:v>1.7456143896669829E-2</c:v>
                </c:pt>
                <c:pt idx="1220">
                  <c:v>5.7396363499002678E-3</c:v>
                </c:pt>
                <c:pt idx="1221">
                  <c:v>2.1898094501573429E-3</c:v>
                </c:pt>
                <c:pt idx="1222">
                  <c:v>-1.427299706554952E-2</c:v>
                </c:pt>
                <c:pt idx="1223">
                  <c:v>-7.0417887363771747E-4</c:v>
                </c:pt>
                <c:pt idx="1224">
                  <c:v>-1.0984377941200996E-2</c:v>
                </c:pt>
                <c:pt idx="1225">
                  <c:v>-7.1878362315821454E-3</c:v>
                </c:pt>
                <c:pt idx="1226">
                  <c:v>-7.3868896627995451E-3</c:v>
                </c:pt>
                <c:pt idx="1227">
                  <c:v>-1.4316415351238065E-2</c:v>
                </c:pt>
                <c:pt idx="1228">
                  <c:v>-2.5075455004821667E-2</c:v>
                </c:pt>
                <c:pt idx="1229">
                  <c:v>-1.620016107300648E-2</c:v>
                </c:pt>
                <c:pt idx="1230">
                  <c:v>-3.1473849704601875E-3</c:v>
                </c:pt>
                <c:pt idx="1231">
                  <c:v>3.4161165389257064E-3</c:v>
                </c:pt>
                <c:pt idx="1232">
                  <c:v>1.668069098810987E-2</c:v>
                </c:pt>
                <c:pt idx="1233">
                  <c:v>1.857319593078155E-2</c:v>
                </c:pt>
                <c:pt idx="1234">
                  <c:v>3.1293788911907594E-2</c:v>
                </c:pt>
                <c:pt idx="1235">
                  <c:v>2.3340453377833859E-2</c:v>
                </c:pt>
                <c:pt idx="1236">
                  <c:v>1.8617395868137487E-2</c:v>
                </c:pt>
                <c:pt idx="1237">
                  <c:v>7.1536385744885855E-3</c:v>
                </c:pt>
                <c:pt idx="1238">
                  <c:v>1.4538540834772684E-2</c:v>
                </c:pt>
                <c:pt idx="1239">
                  <c:v>1.9631808993096245E-2</c:v>
                </c:pt>
                <c:pt idx="1240">
                  <c:v>1.0628214291202642E-2</c:v>
                </c:pt>
                <c:pt idx="1241">
                  <c:v>1.3190351334572359E-2</c:v>
                </c:pt>
                <c:pt idx="1242">
                  <c:v>3.0710179120131187E-2</c:v>
                </c:pt>
                <c:pt idx="1243">
                  <c:v>-1.9143221194340976E-3</c:v>
                </c:pt>
                <c:pt idx="1244">
                  <c:v>-1.7003314636270028E-2</c:v>
                </c:pt>
                <c:pt idx="1245">
                  <c:v>-1.6740919791995323E-2</c:v>
                </c:pt>
                <c:pt idx="1246">
                  <c:v>-2.1910113066529902E-2</c:v>
                </c:pt>
                <c:pt idx="1247">
                  <c:v>-2.3524229323268697E-2</c:v>
                </c:pt>
                <c:pt idx="1248">
                  <c:v>-2.1015465992384463E-3</c:v>
                </c:pt>
                <c:pt idx="1249">
                  <c:v>4.6801242716619118E-2</c:v>
                </c:pt>
                <c:pt idx="1250">
                  <c:v>5.148038630605245E-2</c:v>
                </c:pt>
                <c:pt idx="1251">
                  <c:v>6.1469027920680208E-2</c:v>
                </c:pt>
                <c:pt idx="1252">
                  <c:v>4.771288341707991E-2</c:v>
                </c:pt>
                <c:pt idx="1253">
                  <c:v>4.7015454305136206E-2</c:v>
                </c:pt>
                <c:pt idx="1254">
                  <c:v>8.5624196252351847E-3</c:v>
                </c:pt>
                <c:pt idx="1255">
                  <c:v>5.4140114343219636E-3</c:v>
                </c:pt>
                <c:pt idx="1256">
                  <c:v>-1.9837937560615471E-2</c:v>
                </c:pt>
                <c:pt idx="1257">
                  <c:v>-1.9181344539152767E-2</c:v>
                </c:pt>
                <c:pt idx="1258">
                  <c:v>-1.5816671049978193E-2</c:v>
                </c:pt>
                <c:pt idx="1259">
                  <c:v>-1.7485111077117033E-2</c:v>
                </c:pt>
                <c:pt idx="1260">
                  <c:v>-3.3981463399627931E-2</c:v>
                </c:pt>
                <c:pt idx="1261">
                  <c:v>-1.3953208783142435E-2</c:v>
                </c:pt>
                <c:pt idx="1262">
                  <c:v>4.9584531316804181E-3</c:v>
                </c:pt>
                <c:pt idx="1263">
                  <c:v>3.8864072863220578E-4</c:v>
                </c:pt>
                <c:pt idx="1264">
                  <c:v>-4.2414002616545377E-3</c:v>
                </c:pt>
                <c:pt idx="1265">
                  <c:v>2.6696820106986152E-2</c:v>
                </c:pt>
                <c:pt idx="1266">
                  <c:v>2.3688385098680875E-2</c:v>
                </c:pt>
                <c:pt idx="1267">
                  <c:v>3.5051867451577845E-2</c:v>
                </c:pt>
                <c:pt idx="1268">
                  <c:v>4.826999506432661E-2</c:v>
                </c:pt>
                <c:pt idx="1269">
                  <c:v>6.4505661342335152E-2</c:v>
                </c:pt>
                <c:pt idx="1270">
                  <c:v>5.6530001955984011E-2</c:v>
                </c:pt>
                <c:pt idx="1271">
                  <c:v>7.533612308350679E-2</c:v>
                </c:pt>
                <c:pt idx="1272">
                  <c:v>4.900022037116214E-2</c:v>
                </c:pt>
                <c:pt idx="1273">
                  <c:v>3.5082162531905547E-2</c:v>
                </c:pt>
                <c:pt idx="1274">
                  <c:v>2.0693235016391087E-2</c:v>
                </c:pt>
                <c:pt idx="1275">
                  <c:v>2.1538095820795355E-2</c:v>
                </c:pt>
                <c:pt idx="1276">
                  <c:v>3.410746898524053E-2</c:v>
                </c:pt>
                <c:pt idx="1277">
                  <c:v>2.274478577793082E-2</c:v>
                </c:pt>
                <c:pt idx="1278">
                  <c:v>1.7864985158457136E-2</c:v>
                </c:pt>
                <c:pt idx="1279">
                  <c:v>1.2458586874168009E-2</c:v>
                </c:pt>
                <c:pt idx="1280">
                  <c:v>-3.3841057152020904E-3</c:v>
                </c:pt>
                <c:pt idx="1281">
                  <c:v>-4.1760213663158297E-2</c:v>
                </c:pt>
                <c:pt idx="1282">
                  <c:v>-2.3145785601468738E-2</c:v>
                </c:pt>
                <c:pt idx="1283">
                  <c:v>-4.8297456402664696E-2</c:v>
                </c:pt>
                <c:pt idx="1284">
                  <c:v>-5.0183218428196841E-2</c:v>
                </c:pt>
                <c:pt idx="1285">
                  <c:v>-5.0183218428196841E-2</c:v>
                </c:pt>
                <c:pt idx="1286">
                  <c:v>-3.699131868414407E-2</c:v>
                </c:pt>
                <c:pt idx="1287">
                  <c:v>-4.7899904473157839E-2</c:v>
                </c:pt>
                <c:pt idx="1288">
                  <c:v>-4.4230694158930994E-3</c:v>
                </c:pt>
                <c:pt idx="1289">
                  <c:v>6.565564471497698E-3</c:v>
                </c:pt>
                <c:pt idx="1290">
                  <c:v>-3.6167993297432366E-3</c:v>
                </c:pt>
                <c:pt idx="1291">
                  <c:v>-2.5898050744969092E-3</c:v>
                </c:pt>
                <c:pt idx="1292">
                  <c:v>8.5713805920706321E-3</c:v>
                </c:pt>
                <c:pt idx="1293">
                  <c:v>1.3052149880909081E-2</c:v>
                </c:pt>
                <c:pt idx="1294">
                  <c:v>-1.0280587270616648E-2</c:v>
                </c:pt>
                <c:pt idx="1295">
                  <c:v>3.2864646855292445E-2</c:v>
                </c:pt>
                <c:pt idx="1296">
                  <c:v>2.4699708935487674E-2</c:v>
                </c:pt>
                <c:pt idx="1297">
                  <c:v>-2.5025577547936884E-2</c:v>
                </c:pt>
                <c:pt idx="1298">
                  <c:v>-4.144445092256388E-2</c:v>
                </c:pt>
                <c:pt idx="1299">
                  <c:v>-1.2870332248399063E-2</c:v>
                </c:pt>
                <c:pt idx="1300">
                  <c:v>-5.1311161589887244E-2</c:v>
                </c:pt>
                <c:pt idx="1301">
                  <c:v>-6.4142869739396424E-2</c:v>
                </c:pt>
                <c:pt idx="1302">
                  <c:v>-4.2990802531131411E-2</c:v>
                </c:pt>
                <c:pt idx="1303">
                  <c:v>-3.769676338224337E-2</c:v>
                </c:pt>
                <c:pt idx="1304">
                  <c:v>-4.8329596551170639E-2</c:v>
                </c:pt>
                <c:pt idx="1305">
                  <c:v>-3.6603249208312483E-2</c:v>
                </c:pt>
                <c:pt idx="1306">
                  <c:v>-2.2282265775535826E-2</c:v>
                </c:pt>
                <c:pt idx="1307">
                  <c:v>-1.6605966035182051E-2</c:v>
                </c:pt>
                <c:pt idx="1308">
                  <c:v>-1.5302335049611759E-2</c:v>
                </c:pt>
                <c:pt idx="1309">
                  <c:v>-2.6666511620424771E-2</c:v>
                </c:pt>
                <c:pt idx="1310">
                  <c:v>-2.9628335644586001E-2</c:v>
                </c:pt>
                <c:pt idx="1311">
                  <c:v>-4.5821207948814835E-2</c:v>
                </c:pt>
                <c:pt idx="1312">
                  <c:v>-3.0586555842815999E-2</c:v>
                </c:pt>
                <c:pt idx="1313">
                  <c:v>-3.267207493562807E-2</c:v>
                </c:pt>
                <c:pt idx="1314">
                  <c:v>-9.7565939533592605E-3</c:v>
                </c:pt>
                <c:pt idx="1315">
                  <c:v>3.2300959159716758E-3</c:v>
                </c:pt>
                <c:pt idx="1316">
                  <c:v>5.0109369204930587E-2</c:v>
                </c:pt>
                <c:pt idx="1317">
                  <c:v>4.5748160116266146E-2</c:v>
                </c:pt>
                <c:pt idx="1318">
                  <c:v>4.0267772398651758E-2</c:v>
                </c:pt>
                <c:pt idx="1319">
                  <c:v>3.2461207410238835E-2</c:v>
                </c:pt>
                <c:pt idx="1320">
                  <c:v>-4.8994977610700152E-3</c:v>
                </c:pt>
                <c:pt idx="1321">
                  <c:v>-2.20675517830623E-2</c:v>
                </c:pt>
                <c:pt idx="1322">
                  <c:v>3.2837147656503696E-3</c:v>
                </c:pt>
                <c:pt idx="1323">
                  <c:v>6.2275634835782245E-3</c:v>
                </c:pt>
                <c:pt idx="1324">
                  <c:v>1.2336288037082532E-3</c:v>
                </c:pt>
                <c:pt idx="1325">
                  <c:v>-1.8645219693424919E-2</c:v>
                </c:pt>
                <c:pt idx="1326">
                  <c:v>-2.4615044124820185E-2</c:v>
                </c:pt>
                <c:pt idx="1327">
                  <c:v>-7.2511996429584946E-2</c:v>
                </c:pt>
                <c:pt idx="1328">
                  <c:v>-6.6283312739261802E-2</c:v>
                </c:pt>
                <c:pt idx="1329">
                  <c:v>-5.7437806010952386E-2</c:v>
                </c:pt>
                <c:pt idx="1330">
                  <c:v>9.3548187961498552E-3</c:v>
                </c:pt>
                <c:pt idx="1331">
                  <c:v>-1.2211971676856503E-3</c:v>
                </c:pt>
                <c:pt idx="1332">
                  <c:v>3.1980341695276193E-2</c:v>
                </c:pt>
                <c:pt idx="1333">
                  <c:v>3.4536351259925491E-2</c:v>
                </c:pt>
                <c:pt idx="1334">
                  <c:v>1.964748083789325E-2</c:v>
                </c:pt>
                <c:pt idx="1335">
                  <c:v>-4.4121419427101127E-3</c:v>
                </c:pt>
                <c:pt idx="1336">
                  <c:v>7.6695851232666534E-3</c:v>
                </c:pt>
                <c:pt idx="1337">
                  <c:v>-1.9179812997487944E-2</c:v>
                </c:pt>
                <c:pt idx="1338">
                  <c:v>-2.9713064445729298E-2</c:v>
                </c:pt>
                <c:pt idx="1339">
                  <c:v>-4.1432767354819711E-2</c:v>
                </c:pt>
                <c:pt idx="1340">
                  <c:v>-3.3464787676723451E-2</c:v>
                </c:pt>
                <c:pt idx="1341">
                  <c:v>-3.4845139535965131E-2</c:v>
                </c:pt>
                <c:pt idx="1342">
                  <c:v>-8.3261091263705511E-3</c:v>
                </c:pt>
                <c:pt idx="1343">
                  <c:v>-2.5167723656691843E-2</c:v>
                </c:pt>
                <c:pt idx="1344">
                  <c:v>-9.730029671076057E-3</c:v>
                </c:pt>
                <c:pt idx="1345">
                  <c:v>-2.3818902034230538E-2</c:v>
                </c:pt>
                <c:pt idx="1346">
                  <c:v>-1.7292846001132789E-2</c:v>
                </c:pt>
                <c:pt idx="1347">
                  <c:v>-2.2366561573657129E-2</c:v>
                </c:pt>
                <c:pt idx="1348">
                  <c:v>-2.8592682387483359E-2</c:v>
                </c:pt>
                <c:pt idx="1349">
                  <c:v>-2.7843642280701575E-2</c:v>
                </c:pt>
                <c:pt idx="1350">
                  <c:v>-2.1746151721410034E-2</c:v>
                </c:pt>
                <c:pt idx="1351">
                  <c:v>-3.8068158969590815E-2</c:v>
                </c:pt>
                <c:pt idx="1352">
                  <c:v>-5.2212803626280779E-2</c:v>
                </c:pt>
                <c:pt idx="1353">
                  <c:v>-2.3293209300817797E-2</c:v>
                </c:pt>
                <c:pt idx="1354">
                  <c:v>-3.3730697700973145E-2</c:v>
                </c:pt>
                <c:pt idx="1355">
                  <c:v>-3.1107869595808357E-2</c:v>
                </c:pt>
                <c:pt idx="1356">
                  <c:v>-3.7097929134628727E-2</c:v>
                </c:pt>
                <c:pt idx="1357">
                  <c:v>-4.6201233988000356E-2</c:v>
                </c:pt>
                <c:pt idx="1358">
                  <c:v>-8.3972005910995073E-2</c:v>
                </c:pt>
                <c:pt idx="1359">
                  <c:v>-0.11471099216801139</c:v>
                </c:pt>
                <c:pt idx="1360">
                  <c:v>-0.10512494716642173</c:v>
                </c:pt>
                <c:pt idx="1361">
                  <c:v>-5.8593138685184343E-2</c:v>
                </c:pt>
                <c:pt idx="1362">
                  <c:v>-2.8814171261788979E-2</c:v>
                </c:pt>
                <c:pt idx="1363">
                  <c:v>3.1270215524770606E-2</c:v>
                </c:pt>
                <c:pt idx="1364">
                  <c:v>8.1495000906482096E-2</c:v>
                </c:pt>
                <c:pt idx="1365">
                  <c:v>5.3461803766011506E-2</c:v>
                </c:pt>
                <c:pt idx="1366">
                  <c:v>2.0384538620125348E-2</c:v>
                </c:pt>
                <c:pt idx="1367">
                  <c:v>1.4652988262768174E-2</c:v>
                </c:pt>
                <c:pt idx="1368">
                  <c:v>-3.017791324939334E-2</c:v>
                </c:pt>
                <c:pt idx="1369">
                  <c:v>-3.1798009615620182E-2</c:v>
                </c:pt>
                <c:pt idx="1370">
                  <c:v>-9.6156613870730379E-3</c:v>
                </c:pt>
                <c:pt idx="1371">
                  <c:v>4.3191254308569738E-2</c:v>
                </c:pt>
                <c:pt idx="1372">
                  <c:v>4.0799488349197777E-2</c:v>
                </c:pt>
                <c:pt idx="1373">
                  <c:v>4.5568288611454788E-2</c:v>
                </c:pt>
                <c:pt idx="1374">
                  <c:v>4.346882415856923E-2</c:v>
                </c:pt>
                <c:pt idx="1375">
                  <c:v>4.2083857076034681E-2</c:v>
                </c:pt>
                <c:pt idx="1376">
                  <c:v>2.8297073860135358E-2</c:v>
                </c:pt>
                <c:pt idx="1377">
                  <c:v>3.7475239975985675E-2</c:v>
                </c:pt>
                <c:pt idx="1378">
                  <c:v>6.306248701752315E-2</c:v>
                </c:pt>
                <c:pt idx="1379">
                  <c:v>3.6647232569986476E-2</c:v>
                </c:pt>
                <c:pt idx="1380">
                  <c:v>4.408703727594121E-2</c:v>
                </c:pt>
                <c:pt idx="1381">
                  <c:v>-2.6172027864124203E-2</c:v>
                </c:pt>
                <c:pt idx="1382">
                  <c:v>-3.9287556108378419E-2</c:v>
                </c:pt>
                <c:pt idx="1383">
                  <c:v>-5.1609661706117804E-2</c:v>
                </c:pt>
                <c:pt idx="1384">
                  <c:v>-6.6035177293104486E-3</c:v>
                </c:pt>
                <c:pt idx="1385">
                  <c:v>4.1782406801860184E-3</c:v>
                </c:pt>
                <c:pt idx="1386">
                  <c:v>1.7960001050941976E-2</c:v>
                </c:pt>
                <c:pt idx="1387">
                  <c:v>2.5419454983557799E-2</c:v>
                </c:pt>
                <c:pt idx="1388">
                  <c:v>4.579769732541572E-2</c:v>
                </c:pt>
                <c:pt idx="1389">
                  <c:v>5.8535417145104685E-2</c:v>
                </c:pt>
                <c:pt idx="1390">
                  <c:v>5.3180904069668911E-2</c:v>
                </c:pt>
                <c:pt idx="1391">
                  <c:v>7.7857886662746401E-2</c:v>
                </c:pt>
                <c:pt idx="1392">
                  <c:v>7.1556508551049003E-2</c:v>
                </c:pt>
                <c:pt idx="1393">
                  <c:v>4.558788839949246E-2</c:v>
                </c:pt>
                <c:pt idx="1394">
                  <c:v>3.9754762104377006E-2</c:v>
                </c:pt>
                <c:pt idx="1395">
                  <c:v>1.9223638452104286E-2</c:v>
                </c:pt>
                <c:pt idx="1396">
                  <c:v>8.4305533749713391E-3</c:v>
                </c:pt>
                <c:pt idx="1397">
                  <c:v>1.7224712031487233E-2</c:v>
                </c:pt>
                <c:pt idx="1398">
                  <c:v>3.3339162915154485E-2</c:v>
                </c:pt>
                <c:pt idx="1399">
                  <c:v>-1.3425292026475466E-3</c:v>
                </c:pt>
                <c:pt idx="1400">
                  <c:v>1.6902977876333658E-2</c:v>
                </c:pt>
                <c:pt idx="1401">
                  <c:v>2.2633059340094075E-2</c:v>
                </c:pt>
                <c:pt idx="1402">
                  <c:v>1.4266369520385513E-2</c:v>
                </c:pt>
                <c:pt idx="1403">
                  <c:v>4.48126429357254E-3</c:v>
                </c:pt>
                <c:pt idx="1404">
                  <c:v>1.383789031264171E-2</c:v>
                </c:pt>
                <c:pt idx="1405">
                  <c:v>4.2095787126170681E-3</c:v>
                </c:pt>
                <c:pt idx="1406">
                  <c:v>-1.1509113962234752E-3</c:v>
                </c:pt>
                <c:pt idx="1407">
                  <c:v>1.8330365287629435E-2</c:v>
                </c:pt>
                <c:pt idx="1408">
                  <c:v>1.7277212949884158E-2</c:v>
                </c:pt>
                <c:pt idx="1409">
                  <c:v>1.9726352230710287E-2</c:v>
                </c:pt>
                <c:pt idx="1410">
                  <c:v>3.3522710655700116E-3</c:v>
                </c:pt>
                <c:pt idx="1411">
                  <c:v>-5.3100035412960711E-3</c:v>
                </c:pt>
                <c:pt idx="1412">
                  <c:v>-5.069943470279159E-2</c:v>
                </c:pt>
                <c:pt idx="1413">
                  <c:v>-5.0889649884189758E-2</c:v>
                </c:pt>
                <c:pt idx="1414">
                  <c:v>-4.8800074758842849E-2</c:v>
                </c:pt>
                <c:pt idx="1415">
                  <c:v>-6.3328821341021246E-2</c:v>
                </c:pt>
                <c:pt idx="1416">
                  <c:v>-7.8068141189459372E-2</c:v>
                </c:pt>
                <c:pt idx="1417">
                  <c:v>-3.4493617623106987E-2</c:v>
                </c:pt>
                <c:pt idx="1418">
                  <c:v>-3.7267134520842848E-2</c:v>
                </c:pt>
                <c:pt idx="1419">
                  <c:v>-1.2432958953463413E-2</c:v>
                </c:pt>
                <c:pt idx="1420">
                  <c:v>1.6309790058334439E-2</c:v>
                </c:pt>
                <c:pt idx="1421">
                  <c:v>5.5194324095342751E-2</c:v>
                </c:pt>
                <c:pt idx="1422">
                  <c:v>4.5303282284478774E-2</c:v>
                </c:pt>
                <c:pt idx="1423">
                  <c:v>4.9505224997668629E-2</c:v>
                </c:pt>
                <c:pt idx="1424">
                  <c:v>4.5248495281431378E-2</c:v>
                </c:pt>
                <c:pt idx="1425">
                  <c:v>3.8397257431807441E-2</c:v>
                </c:pt>
                <c:pt idx="1426">
                  <c:v>-1.151878879949142E-2</c:v>
                </c:pt>
                <c:pt idx="1427">
                  <c:v>8.6596365871325354E-3</c:v>
                </c:pt>
                <c:pt idx="1428">
                  <c:v>-3.8930807639617759E-3</c:v>
                </c:pt>
                <c:pt idx="1429">
                  <c:v>-4.4069674430939565E-2</c:v>
                </c:pt>
                <c:pt idx="1430">
                  <c:v>-5.9149156758725119E-2</c:v>
                </c:pt>
                <c:pt idx="1431">
                  <c:v>-3.1800354077752391E-2</c:v>
                </c:pt>
                <c:pt idx="1432">
                  <c:v>-6.771308330851078E-2</c:v>
                </c:pt>
                <c:pt idx="1433">
                  <c:v>-5.4641727167189513E-2</c:v>
                </c:pt>
                <c:pt idx="1434">
                  <c:v>-2.8838221892964255E-2</c:v>
                </c:pt>
                <c:pt idx="1435">
                  <c:v>-1.2843315961640789E-2</c:v>
                </c:pt>
                <c:pt idx="1436">
                  <c:v>-2.2292805598255416E-2</c:v>
                </c:pt>
                <c:pt idx="1437">
                  <c:v>-6.1611965586954032E-3</c:v>
                </c:pt>
                <c:pt idx="1438">
                  <c:v>3.15870621180252E-2</c:v>
                </c:pt>
                <c:pt idx="1439">
                  <c:v>2.0371194853093577E-2</c:v>
                </c:pt>
                <c:pt idx="1440">
                  <c:v>2.2489068847298288E-2</c:v>
                </c:pt>
                <c:pt idx="1441">
                  <c:v>4.7905661612663186E-2</c:v>
                </c:pt>
                <c:pt idx="1442">
                  <c:v>4.6031178184576138E-2</c:v>
                </c:pt>
                <c:pt idx="1443">
                  <c:v>2.2897215233777635E-2</c:v>
                </c:pt>
                <c:pt idx="1444">
                  <c:v>1.8796194024060409E-2</c:v>
                </c:pt>
                <c:pt idx="1445">
                  <c:v>-7.8539051948900429E-3</c:v>
                </c:pt>
                <c:pt idx="1446">
                  <c:v>-8.2835129897995685E-4</c:v>
                </c:pt>
                <c:pt idx="1447">
                  <c:v>-1.0377745167231667E-2</c:v>
                </c:pt>
                <c:pt idx="1448">
                  <c:v>-6.7451971385553589E-2</c:v>
                </c:pt>
                <c:pt idx="1449">
                  <c:v>-5.2999682323802033E-2</c:v>
                </c:pt>
                <c:pt idx="1450">
                  <c:v>-3.9095183662895883E-2</c:v>
                </c:pt>
                <c:pt idx="1451">
                  <c:v>-7.1551571085092136E-2</c:v>
                </c:pt>
                <c:pt idx="1452">
                  <c:v>-5.3135653711989472E-2</c:v>
                </c:pt>
                <c:pt idx="1453">
                  <c:v>-3.1532053781006875E-2</c:v>
                </c:pt>
                <c:pt idx="1454">
                  <c:v>-4.6439927560878447E-2</c:v>
                </c:pt>
                <c:pt idx="1455">
                  <c:v>-4.497211547513702E-3</c:v>
                </c:pt>
                <c:pt idx="1456">
                  <c:v>-4.801884757840269E-3</c:v>
                </c:pt>
                <c:pt idx="1457">
                  <c:v>-4.1061649190573979E-2</c:v>
                </c:pt>
                <c:pt idx="1458">
                  <c:v>-2.1728083012759192E-2</c:v>
                </c:pt>
                <c:pt idx="1459">
                  <c:v>-6.4666866495202147E-3</c:v>
                </c:pt>
                <c:pt idx="1460">
                  <c:v>-7.7187442591887367E-2</c:v>
                </c:pt>
                <c:pt idx="1461">
                  <c:v>-6.1366722511144278E-2</c:v>
                </c:pt>
                <c:pt idx="1462">
                  <c:v>-1.6480244377627962E-3</c:v>
                </c:pt>
                <c:pt idx="1463">
                  <c:v>1.3149781509479208E-2</c:v>
                </c:pt>
                <c:pt idx="1464">
                  <c:v>-2.3096294513735849E-2</c:v>
                </c:pt>
                <c:pt idx="1465">
                  <c:v>4.9181159655988349E-2</c:v>
                </c:pt>
                <c:pt idx="1466">
                  <c:v>5.5637227256038146E-2</c:v>
                </c:pt>
                <c:pt idx="1467">
                  <c:v>1.9428481201735792E-2</c:v>
                </c:pt>
                <c:pt idx="1468">
                  <c:v>2.0099179896562624E-2</c:v>
                </c:pt>
                <c:pt idx="1469">
                  <c:v>3.6070447333361511E-2</c:v>
                </c:pt>
                <c:pt idx="1470">
                  <c:v>-1.3474459621221957E-2</c:v>
                </c:pt>
                <c:pt idx="1471">
                  <c:v>1.6135078468322517E-2</c:v>
                </c:pt>
                <c:pt idx="1472">
                  <c:v>1.7450572843767054E-2</c:v>
                </c:pt>
                <c:pt idx="1473">
                  <c:v>-4.9411707149483619E-2</c:v>
                </c:pt>
                <c:pt idx="1474">
                  <c:v>-5.3612174880827257E-2</c:v>
                </c:pt>
                <c:pt idx="1475">
                  <c:v>-6.1153157408537773E-3</c:v>
                </c:pt>
                <c:pt idx="1476">
                  <c:v>-1.2593895437531644E-2</c:v>
                </c:pt>
                <c:pt idx="1477">
                  <c:v>-1.4296093999965231E-2</c:v>
                </c:pt>
                <c:pt idx="1478">
                  <c:v>5.9302206089129283E-2</c:v>
                </c:pt>
                <c:pt idx="1479">
                  <c:v>8.2702681724234006E-2</c:v>
                </c:pt>
                <c:pt idx="1480">
                  <c:v>5.6445331446719482E-2</c:v>
                </c:pt>
                <c:pt idx="1481">
                  <c:v>2.8959291543876997E-2</c:v>
                </c:pt>
                <c:pt idx="1482">
                  <c:v>2.3321064820154058E-2</c:v>
                </c:pt>
                <c:pt idx="1483">
                  <c:v>8.3776690075096916E-3</c:v>
                </c:pt>
                <c:pt idx="1484">
                  <c:v>6.3720781254050785E-3</c:v>
                </c:pt>
                <c:pt idx="1485">
                  <c:v>2.1865346296248145E-3</c:v>
                </c:pt>
                <c:pt idx="1486">
                  <c:v>3.1296935205306964E-2</c:v>
                </c:pt>
                <c:pt idx="1487">
                  <c:v>4.0491722052063306E-2</c:v>
                </c:pt>
                <c:pt idx="1488">
                  <c:v>3.8832245621358341E-2</c:v>
                </c:pt>
                <c:pt idx="1489">
                  <c:v>3.9832881191923963E-2</c:v>
                </c:pt>
                <c:pt idx="1490">
                  <c:v>2.6109727564432417E-2</c:v>
                </c:pt>
                <c:pt idx="1491">
                  <c:v>2.6658620579700365E-3</c:v>
                </c:pt>
                <c:pt idx="1492">
                  <c:v>1.5707752697699195E-2</c:v>
                </c:pt>
                <c:pt idx="1493">
                  <c:v>2.0034516287465554E-2</c:v>
                </c:pt>
                <c:pt idx="1494">
                  <c:v>1.3975776626745873E-2</c:v>
                </c:pt>
                <c:pt idx="1495">
                  <c:v>2.7330663273361866E-2</c:v>
                </c:pt>
                <c:pt idx="1496">
                  <c:v>2.7671380527034328E-2</c:v>
                </c:pt>
                <c:pt idx="1497">
                  <c:v>1.6926948149844412E-2</c:v>
                </c:pt>
                <c:pt idx="1498">
                  <c:v>1.4028760267391638E-2</c:v>
                </c:pt>
                <c:pt idx="1499">
                  <c:v>1.3419469694743613E-2</c:v>
                </c:pt>
                <c:pt idx="1500">
                  <c:v>2.4121265992817165E-2</c:v>
                </c:pt>
                <c:pt idx="1501">
                  <c:v>1.6855104898643392E-2</c:v>
                </c:pt>
                <c:pt idx="1502">
                  <c:v>4.2984367165159743E-3</c:v>
                </c:pt>
                <c:pt idx="1503">
                  <c:v>-1.0084244146880694E-3</c:v>
                </c:pt>
                <c:pt idx="1504">
                  <c:v>2.4618025087521644E-3</c:v>
                </c:pt>
                <c:pt idx="1505">
                  <c:v>3.1911067301539919E-3</c:v>
                </c:pt>
                <c:pt idx="1506">
                  <c:v>1.3843396430307298E-2</c:v>
                </c:pt>
                <c:pt idx="1507">
                  <c:v>9.8440141958680005E-3</c:v>
                </c:pt>
                <c:pt idx="1508">
                  <c:v>-1.5325329781617381E-2</c:v>
                </c:pt>
                <c:pt idx="1509">
                  <c:v>-1.3850431796734952E-2</c:v>
                </c:pt>
                <c:pt idx="1510">
                  <c:v>-3.9300924585273234E-2</c:v>
                </c:pt>
                <c:pt idx="1511">
                  <c:v>-3.8158217695861807E-2</c:v>
                </c:pt>
                <c:pt idx="1512">
                  <c:v>-3.1927794336751081E-2</c:v>
                </c:pt>
                <c:pt idx="1513">
                  <c:v>-8.5759754987546621E-3</c:v>
                </c:pt>
                <c:pt idx="1514">
                  <c:v>-7.8840084516086373E-3</c:v>
                </c:pt>
                <c:pt idx="1515">
                  <c:v>2.1663084271822841E-2</c:v>
                </c:pt>
                <c:pt idx="1516">
                  <c:v>5.2041225613282949E-2</c:v>
                </c:pt>
                <c:pt idx="1517">
                  <c:v>5.1900897318549744E-2</c:v>
                </c:pt>
                <c:pt idx="1518">
                  <c:v>4.8733475164624673E-2</c:v>
                </c:pt>
                <c:pt idx="1519">
                  <c:v>4.8837968851744629E-2</c:v>
                </c:pt>
                <c:pt idx="1520">
                  <c:v>3.1184021024634134E-2</c:v>
                </c:pt>
                <c:pt idx="1521">
                  <c:v>5.3738514761856315E-3</c:v>
                </c:pt>
                <c:pt idx="1522">
                  <c:v>-2.5057794968967873E-3</c:v>
                </c:pt>
                <c:pt idx="1523">
                  <c:v>2.4483848923264606E-3</c:v>
                </c:pt>
                <c:pt idx="1524">
                  <c:v>4.9118938084404817E-3</c:v>
                </c:pt>
                <c:pt idx="1525">
                  <c:v>9.1876848334229155E-3</c:v>
                </c:pt>
                <c:pt idx="1526">
                  <c:v>-2.4217482434582327E-2</c:v>
                </c:pt>
                <c:pt idx="1527">
                  <c:v>-2.2315052570761829E-2</c:v>
                </c:pt>
                <c:pt idx="1528">
                  <c:v>-3.5569805589637626E-2</c:v>
                </c:pt>
                <c:pt idx="1529">
                  <c:v>-3.6176847718233374E-2</c:v>
                </c:pt>
                <c:pt idx="1530">
                  <c:v>-4.5694500865035903E-2</c:v>
                </c:pt>
                <c:pt idx="1531">
                  <c:v>-3.0835690101690294E-2</c:v>
                </c:pt>
                <c:pt idx="1532">
                  <c:v>-1.6919417929500025E-2</c:v>
                </c:pt>
                <c:pt idx="1533">
                  <c:v>-4.7727603195432122E-3</c:v>
                </c:pt>
                <c:pt idx="1534">
                  <c:v>-1.2855455772247004E-2</c:v>
                </c:pt>
                <c:pt idx="1535">
                  <c:v>-1.9241511653231069E-2</c:v>
                </c:pt>
                <c:pt idx="1536">
                  <c:v>-1.2544001137958616E-2</c:v>
                </c:pt>
                <c:pt idx="1537">
                  <c:v>-2.0643524462508944E-2</c:v>
                </c:pt>
                <c:pt idx="1538">
                  <c:v>-2.8142776548982784E-2</c:v>
                </c:pt>
                <c:pt idx="1539">
                  <c:v>-3.0578753146764615E-2</c:v>
                </c:pt>
                <c:pt idx="1540">
                  <c:v>-1.3581744816886343E-2</c:v>
                </c:pt>
                <c:pt idx="1541">
                  <c:v>-1.0564473164898169E-2</c:v>
                </c:pt>
                <c:pt idx="1542">
                  <c:v>-2.4389580236092501E-2</c:v>
                </c:pt>
                <c:pt idx="1543">
                  <c:v>1.1509148691433602E-2</c:v>
                </c:pt>
                <c:pt idx="1544">
                  <c:v>1.5508146230401865E-2</c:v>
                </c:pt>
                <c:pt idx="1545">
                  <c:v>2.3258824989459637E-2</c:v>
                </c:pt>
                <c:pt idx="1546">
                  <c:v>1.4982940694407532E-2</c:v>
                </c:pt>
                <c:pt idx="1547">
                  <c:v>4.2307292046975808E-2</c:v>
                </c:pt>
                <c:pt idx="1548">
                  <c:v>1.886562523633839E-2</c:v>
                </c:pt>
                <c:pt idx="1549">
                  <c:v>2.4475931532483619E-2</c:v>
                </c:pt>
                <c:pt idx="1550">
                  <c:v>1.9426915100163145E-2</c:v>
                </c:pt>
                <c:pt idx="1551">
                  <c:v>4.8928125074322759E-2</c:v>
                </c:pt>
                <c:pt idx="1552">
                  <c:v>5.5077157028717405E-2</c:v>
                </c:pt>
                <c:pt idx="1553">
                  <c:v>5.0271306361665324E-2</c:v>
                </c:pt>
                <c:pt idx="1554">
                  <c:v>4.0511068532880889E-2</c:v>
                </c:pt>
                <c:pt idx="1555">
                  <c:v>-8.8940178469176789E-4</c:v>
                </c:pt>
                <c:pt idx="1556">
                  <c:v>-3.4830153489190052E-2</c:v>
                </c:pt>
                <c:pt idx="1557">
                  <c:v>-5.4833837361933924E-2</c:v>
                </c:pt>
                <c:pt idx="1558">
                  <c:v>-6.5756599294892193E-2</c:v>
                </c:pt>
                <c:pt idx="1559">
                  <c:v>-5.9277926465881703E-2</c:v>
                </c:pt>
                <c:pt idx="1560">
                  <c:v>2.95490776833085E-3</c:v>
                </c:pt>
                <c:pt idx="1561">
                  <c:v>1.0979895767956105E-2</c:v>
                </c:pt>
                <c:pt idx="1562">
                  <c:v>2.5514696502859424E-2</c:v>
                </c:pt>
                <c:pt idx="1563">
                  <c:v>4.0034215926887828E-2</c:v>
                </c:pt>
                <c:pt idx="1564">
                  <c:v>-2.6886174451480116E-2</c:v>
                </c:pt>
                <c:pt idx="1565">
                  <c:v>-4.8119127590274702E-2</c:v>
                </c:pt>
                <c:pt idx="1566">
                  <c:v>-4.2658582946494161E-2</c:v>
                </c:pt>
                <c:pt idx="1567">
                  <c:v>-3.1803727893051303E-2</c:v>
                </c:pt>
                <c:pt idx="1568">
                  <c:v>-2.2803402703372111E-2</c:v>
                </c:pt>
                <c:pt idx="1569">
                  <c:v>6.4794386358421052E-2</c:v>
                </c:pt>
                <c:pt idx="1570">
                  <c:v>6.7409894045817653E-2</c:v>
                </c:pt>
                <c:pt idx="1571">
                  <c:v>5.8914507722786835E-2</c:v>
                </c:pt>
                <c:pt idx="1572">
                  <c:v>-5.4148160850310267E-3</c:v>
                </c:pt>
                <c:pt idx="1573">
                  <c:v>5.2559941873961957E-3</c:v>
                </c:pt>
                <c:pt idx="1574">
                  <c:v>-2.4464731916695515E-2</c:v>
                </c:pt>
                <c:pt idx="1575">
                  <c:v>-2.4344321540192837E-3</c:v>
                </c:pt>
                <c:pt idx="1576">
                  <c:v>-3.3472070953721733E-5</c:v>
                </c:pt>
                <c:pt idx="1577">
                  <c:v>5.5518296249057908E-2</c:v>
                </c:pt>
                <c:pt idx="1578">
                  <c:v>3.7005269986336131E-2</c:v>
                </c:pt>
                <c:pt idx="1579">
                  <c:v>5.7021445417506866E-2</c:v>
                </c:pt>
                <c:pt idx="1580">
                  <c:v>3.1008353696850621E-2</c:v>
                </c:pt>
                <c:pt idx="1581">
                  <c:v>2.7535787460702066E-2</c:v>
                </c:pt>
                <c:pt idx="1582">
                  <c:v>9.7346250678096435E-3</c:v>
                </c:pt>
                <c:pt idx="1583">
                  <c:v>9.6003518463909643E-3</c:v>
                </c:pt>
                <c:pt idx="1584">
                  <c:v>-2.2236163808942999E-3</c:v>
                </c:pt>
                <c:pt idx="1585">
                  <c:v>-5.0391994300815757E-3</c:v>
                </c:pt>
                <c:pt idx="1586">
                  <c:v>1.7099893535822197E-2</c:v>
                </c:pt>
                <c:pt idx="1587">
                  <c:v>1.88691771294347E-2</c:v>
                </c:pt>
                <c:pt idx="1588">
                  <c:v>1.0874326557465563E-2</c:v>
                </c:pt>
                <c:pt idx="1589">
                  <c:v>1.5193581282549884E-2</c:v>
                </c:pt>
                <c:pt idx="1590">
                  <c:v>2.580618522178213E-2</c:v>
                </c:pt>
                <c:pt idx="1591">
                  <c:v>-7.3677374321119427E-3</c:v>
                </c:pt>
                <c:pt idx="1592">
                  <c:v>-2.7853519307782237E-2</c:v>
                </c:pt>
                <c:pt idx="1593">
                  <c:v>-2.0002068173505583E-2</c:v>
                </c:pt>
                <c:pt idx="1594">
                  <c:v>-2.2164982623450458E-3</c:v>
                </c:pt>
                <c:pt idx="1595">
                  <c:v>3.1486247152856528E-4</c:v>
                </c:pt>
                <c:pt idx="1596">
                  <c:v>3.178300921233701E-2</c:v>
                </c:pt>
                <c:pt idx="1597">
                  <c:v>4.8142647064273181E-2</c:v>
                </c:pt>
                <c:pt idx="1598">
                  <c:v>4.7654830932532644E-2</c:v>
                </c:pt>
                <c:pt idx="1599">
                  <c:v>3.1511280927630558E-2</c:v>
                </c:pt>
                <c:pt idx="1600">
                  <c:v>1.7917353503810851E-2</c:v>
                </c:pt>
                <c:pt idx="1601">
                  <c:v>-1.6778810256461441E-3</c:v>
                </c:pt>
                <c:pt idx="1602">
                  <c:v>2.0338016939114301E-2</c:v>
                </c:pt>
                <c:pt idx="1603">
                  <c:v>2.3629758304834159E-2</c:v>
                </c:pt>
                <c:pt idx="1604">
                  <c:v>7.2362050284908719E-3</c:v>
                </c:pt>
                <c:pt idx="1605">
                  <c:v>1.4716595134773636E-2</c:v>
                </c:pt>
                <c:pt idx="1606">
                  <c:v>8.7788099361985061E-3</c:v>
                </c:pt>
                <c:pt idx="1607">
                  <c:v>-4.6388858181497516E-3</c:v>
                </c:pt>
                <c:pt idx="1608">
                  <c:v>-1.4538379726602102E-2</c:v>
                </c:pt>
                <c:pt idx="1609">
                  <c:v>-5.7716366428920418E-3</c:v>
                </c:pt>
                <c:pt idx="1610">
                  <c:v>-4.9828273628731434E-3</c:v>
                </c:pt>
                <c:pt idx="1611">
                  <c:v>-2.9078529353899762E-3</c:v>
                </c:pt>
                <c:pt idx="1612">
                  <c:v>-1.0806532571968841E-2</c:v>
                </c:pt>
                <c:pt idx="1613">
                  <c:v>-2.393220868020296E-3</c:v>
                </c:pt>
                <c:pt idx="1614">
                  <c:v>2.4229618695321475E-2</c:v>
                </c:pt>
                <c:pt idx="1615">
                  <c:v>2.2774843191460059E-2</c:v>
                </c:pt>
                <c:pt idx="1616">
                  <c:v>2.6860037913031709E-2</c:v>
                </c:pt>
                <c:pt idx="1617">
                  <c:v>3.2647882184969834E-2</c:v>
                </c:pt>
                <c:pt idx="1618">
                  <c:v>4.1898922051062382E-3</c:v>
                </c:pt>
                <c:pt idx="1619">
                  <c:v>-6.8758350395303647E-2</c:v>
                </c:pt>
                <c:pt idx="1620">
                  <c:v>-6.8277804937534103E-2</c:v>
                </c:pt>
                <c:pt idx="1621">
                  <c:v>-4.8959333909928349E-2</c:v>
                </c:pt>
                <c:pt idx="1622">
                  <c:v>-4.4726704802821815E-2</c:v>
                </c:pt>
                <c:pt idx="1623">
                  <c:v>-1.0427148765217442E-2</c:v>
                </c:pt>
                <c:pt idx="1624">
                  <c:v>5.9203287809774796E-2</c:v>
                </c:pt>
                <c:pt idx="1625">
                  <c:v>4.9937281384111687E-2</c:v>
                </c:pt>
                <c:pt idx="1626">
                  <c:v>2.6622306479635816E-2</c:v>
                </c:pt>
                <c:pt idx="1627">
                  <c:v>3.6892825976891253E-2</c:v>
                </c:pt>
                <c:pt idx="1628">
                  <c:v>1.862221908796613E-2</c:v>
                </c:pt>
                <c:pt idx="1629">
                  <c:v>1.7320222268885077E-2</c:v>
                </c:pt>
                <c:pt idx="1630">
                  <c:v>-5.8071696161949848E-3</c:v>
                </c:pt>
                <c:pt idx="1631">
                  <c:v>1.1016802150253246E-2</c:v>
                </c:pt>
                <c:pt idx="1632">
                  <c:v>-3.6853423059480805E-3</c:v>
                </c:pt>
                <c:pt idx="1633">
                  <c:v>1.671228239208622E-2</c:v>
                </c:pt>
                <c:pt idx="1634">
                  <c:v>-5.3884177685986634E-3</c:v>
                </c:pt>
                <c:pt idx="1635">
                  <c:v>2.1598115107197113E-2</c:v>
                </c:pt>
                <c:pt idx="1636">
                  <c:v>-2.0094410588891165E-2</c:v>
                </c:pt>
                <c:pt idx="1637">
                  <c:v>-1.9466567827775672E-2</c:v>
                </c:pt>
                <c:pt idx="1638">
                  <c:v>-5.0589393764118973E-2</c:v>
                </c:pt>
                <c:pt idx="1639">
                  <c:v>-3.5302209056995992E-2</c:v>
                </c:pt>
                <c:pt idx="1640">
                  <c:v>-3.5398373034641217E-2</c:v>
                </c:pt>
                <c:pt idx="1641">
                  <c:v>7.749732049254332E-3</c:v>
                </c:pt>
                <c:pt idx="1642">
                  <c:v>1.0108998870323793E-2</c:v>
                </c:pt>
                <c:pt idx="1643">
                  <c:v>3.0935564215896827E-2</c:v>
                </c:pt>
                <c:pt idx="1644">
                  <c:v>1.3843157369198833E-2</c:v>
                </c:pt>
                <c:pt idx="1645">
                  <c:v>2.3768527035990861E-2</c:v>
                </c:pt>
                <c:pt idx="1646">
                  <c:v>6.2833964884478899E-3</c:v>
                </c:pt>
                <c:pt idx="1647">
                  <c:v>-1.999210473142099E-2</c:v>
                </c:pt>
                <c:pt idx="1648">
                  <c:v>-1.2029968522731305E-2</c:v>
                </c:pt>
                <c:pt idx="1649">
                  <c:v>-5.224204815654887E-3</c:v>
                </c:pt>
                <c:pt idx="1650">
                  <c:v>-2.1487890439361723E-2</c:v>
                </c:pt>
                <c:pt idx="1651">
                  <c:v>-1.96619784790667E-2</c:v>
                </c:pt>
                <c:pt idx="1652">
                  <c:v>-2.0485876375599621E-2</c:v>
                </c:pt>
                <c:pt idx="1653">
                  <c:v>-2.5664488529726692E-2</c:v>
                </c:pt>
                <c:pt idx="1654">
                  <c:v>-3.0498256095483733E-2</c:v>
                </c:pt>
                <c:pt idx="1655">
                  <c:v>-1.0063929839391639E-2</c:v>
                </c:pt>
                <c:pt idx="1656">
                  <c:v>-6.0987929726104007E-3</c:v>
                </c:pt>
                <c:pt idx="1657">
                  <c:v>-2.2064340426706242E-2</c:v>
                </c:pt>
                <c:pt idx="1658">
                  <c:v>9.6088220720644824E-3</c:v>
                </c:pt>
                <c:pt idx="1659">
                  <c:v>-3.1987846653848129E-3</c:v>
                </c:pt>
                <c:pt idx="1660">
                  <c:v>-3.4631130771833551E-2</c:v>
                </c:pt>
                <c:pt idx="1661">
                  <c:v>-4.5145201676616287E-2</c:v>
                </c:pt>
                <c:pt idx="1662">
                  <c:v>2.2979080251126494E-3</c:v>
                </c:pt>
                <c:pt idx="1663">
                  <c:v>-3.4924446894797123E-2</c:v>
                </c:pt>
                <c:pt idx="1664">
                  <c:v>-1.7690253042765725E-2</c:v>
                </c:pt>
                <c:pt idx="1665">
                  <c:v>-7.8797178438749782E-3</c:v>
                </c:pt>
                <c:pt idx="1666">
                  <c:v>2.1532148706552734E-2</c:v>
                </c:pt>
                <c:pt idx="1667">
                  <c:v>2.2871357387123092E-2</c:v>
                </c:pt>
                <c:pt idx="1668">
                  <c:v>1.5026120886817207E-2</c:v>
                </c:pt>
                <c:pt idx="1669">
                  <c:v>1.5290096311858292E-2</c:v>
                </c:pt>
                <c:pt idx="1670">
                  <c:v>2.5125687235832306E-2</c:v>
                </c:pt>
                <c:pt idx="1671">
                  <c:v>3.7019738959573889E-3</c:v>
                </c:pt>
                <c:pt idx="1672">
                  <c:v>5.8125156383297405E-3</c:v>
                </c:pt>
                <c:pt idx="1673">
                  <c:v>1.6732684617269733E-2</c:v>
                </c:pt>
                <c:pt idx="1674">
                  <c:v>3.413486448783587E-3</c:v>
                </c:pt>
                <c:pt idx="1675">
                  <c:v>-4.2164267988912263E-3</c:v>
                </c:pt>
                <c:pt idx="1676">
                  <c:v>1.8412754404102616E-2</c:v>
                </c:pt>
                <c:pt idx="1677">
                  <c:v>1.3433184558156341E-2</c:v>
                </c:pt>
                <c:pt idx="1678">
                  <c:v>4.3497701382604115E-2</c:v>
                </c:pt>
                <c:pt idx="1679">
                  <c:v>6.1747544655340825E-2</c:v>
                </c:pt>
                <c:pt idx="1680">
                  <c:v>6.3195721027551333E-2</c:v>
                </c:pt>
                <c:pt idx="1681">
                  <c:v>4.4333745106338807E-2</c:v>
                </c:pt>
                <c:pt idx="1682">
                  <c:v>4.061503694874613E-2</c:v>
                </c:pt>
                <c:pt idx="1683">
                  <c:v>9.0396732629021148E-3</c:v>
                </c:pt>
                <c:pt idx="1684">
                  <c:v>7.3314121844414437E-3</c:v>
                </c:pt>
                <c:pt idx="1685">
                  <c:v>9.7527364129963434E-3</c:v>
                </c:pt>
                <c:pt idx="1686">
                  <c:v>9.4109108421047694E-3</c:v>
                </c:pt>
                <c:pt idx="1687">
                  <c:v>5.3603699541178162E-3</c:v>
                </c:pt>
                <c:pt idx="1688">
                  <c:v>4.9382199147469663E-3</c:v>
                </c:pt>
                <c:pt idx="1689">
                  <c:v>-1.1568106870544215E-3</c:v>
                </c:pt>
                <c:pt idx="1690">
                  <c:v>-3.7838244767607332E-4</c:v>
                </c:pt>
                <c:pt idx="1691">
                  <c:v>-2.409445673315691E-3</c:v>
                </c:pt>
                <c:pt idx="1692">
                  <c:v>7.6486442628691531E-3</c:v>
                </c:pt>
                <c:pt idx="1693">
                  <c:v>9.3014855508919414E-3</c:v>
                </c:pt>
                <c:pt idx="1694">
                  <c:v>1.961350418124197E-2</c:v>
                </c:pt>
                <c:pt idx="1695">
                  <c:v>3.4556923215406377E-2</c:v>
                </c:pt>
                <c:pt idx="1696">
                  <c:v>3.323530715349321E-2</c:v>
                </c:pt>
                <c:pt idx="1697">
                  <c:v>2.0010256091538725E-2</c:v>
                </c:pt>
                <c:pt idx="1698">
                  <c:v>2.4878797045862822E-2</c:v>
                </c:pt>
                <c:pt idx="1699">
                  <c:v>2.390132561329672E-2</c:v>
                </c:pt>
                <c:pt idx="1700">
                  <c:v>5.54541197126035E-3</c:v>
                </c:pt>
                <c:pt idx="1701">
                  <c:v>4.0252655430326412E-2</c:v>
                </c:pt>
                <c:pt idx="1702">
                  <c:v>5.1084481982941021E-2</c:v>
                </c:pt>
                <c:pt idx="1703">
                  <c:v>3.8904837902084433E-2</c:v>
                </c:pt>
                <c:pt idx="1704">
                  <c:v>2.301546200020077E-2</c:v>
                </c:pt>
                <c:pt idx="1705">
                  <c:v>3.1051171069514272E-2</c:v>
                </c:pt>
                <c:pt idx="1706">
                  <c:v>-3.8470487000811238E-3</c:v>
                </c:pt>
                <c:pt idx="1707">
                  <c:v>-7.9493795648792887E-3</c:v>
                </c:pt>
                <c:pt idx="1708">
                  <c:v>-6.712533087633088E-3</c:v>
                </c:pt>
                <c:pt idx="1709">
                  <c:v>2.5360282875483975E-3</c:v>
                </c:pt>
                <c:pt idx="1710">
                  <c:v>-2.0882705486190423E-3</c:v>
                </c:pt>
                <c:pt idx="1711">
                  <c:v>3.7383686235425984E-3</c:v>
                </c:pt>
                <c:pt idx="1712">
                  <c:v>1.8616587280273933E-2</c:v>
                </c:pt>
                <c:pt idx="1713">
                  <c:v>1.2090534553026222E-2</c:v>
                </c:pt>
                <c:pt idx="1714">
                  <c:v>1.9037365845583576E-2</c:v>
                </c:pt>
                <c:pt idx="1715">
                  <c:v>9.9186453842066147E-3</c:v>
                </c:pt>
                <c:pt idx="1716">
                  <c:v>5.0800625537510413E-3</c:v>
                </c:pt>
                <c:pt idx="1717">
                  <c:v>-5.1092333559967784E-3</c:v>
                </c:pt>
                <c:pt idx="1718">
                  <c:v>9.4393046919405421E-4</c:v>
                </c:pt>
                <c:pt idx="1719">
                  <c:v>-1.3916550819894291E-2</c:v>
                </c:pt>
                <c:pt idx="1720">
                  <c:v>-4.1584644070231658E-3</c:v>
                </c:pt>
                <c:pt idx="1721">
                  <c:v>-1.5127536894211646E-3</c:v>
                </c:pt>
                <c:pt idx="1722">
                  <c:v>-6.9335952573398307E-3</c:v>
                </c:pt>
                <c:pt idx="1723">
                  <c:v>-7.2129219940525457E-3</c:v>
                </c:pt>
                <c:pt idx="1724">
                  <c:v>7.568325253534347E-3</c:v>
                </c:pt>
                <c:pt idx="1725">
                  <c:v>5.1352653158862616E-3</c:v>
                </c:pt>
                <c:pt idx="1726">
                  <c:v>2.0911328042938493E-4</c:v>
                </c:pt>
                <c:pt idx="1727">
                  <c:v>6.2089280045780626E-3</c:v>
                </c:pt>
                <c:pt idx="1728">
                  <c:v>2.9544708525032215E-2</c:v>
                </c:pt>
                <c:pt idx="1729">
                  <c:v>2.7313953282531944E-2</c:v>
                </c:pt>
                <c:pt idx="1730">
                  <c:v>2.7971605202132155E-2</c:v>
                </c:pt>
                <c:pt idx="1731">
                  <c:v>1.3482696535873417E-2</c:v>
                </c:pt>
                <c:pt idx="1732">
                  <c:v>-9.202317520732306E-4</c:v>
                </c:pt>
                <c:pt idx="1733">
                  <c:v>-1.6108646118224934E-2</c:v>
                </c:pt>
                <c:pt idx="1734">
                  <c:v>-2.799838235568064E-3</c:v>
                </c:pt>
                <c:pt idx="1735">
                  <c:v>-2.1619825694446315E-2</c:v>
                </c:pt>
                <c:pt idx="1736">
                  <c:v>-3.3809945675579156E-3</c:v>
                </c:pt>
                <c:pt idx="1737">
                  <c:v>1.4844572259613775E-2</c:v>
                </c:pt>
                <c:pt idx="1738">
                  <c:v>1.4601684789438352E-2</c:v>
                </c:pt>
                <c:pt idx="1739">
                  <c:v>-5.4406670702474846E-3</c:v>
                </c:pt>
                <c:pt idx="1740">
                  <c:v>1.5048369824138152E-2</c:v>
                </c:pt>
                <c:pt idx="1741">
                  <c:v>3.2754348923777599E-2</c:v>
                </c:pt>
                <c:pt idx="1742">
                  <c:v>4.0565852196565721E-2</c:v>
                </c:pt>
                <c:pt idx="1743">
                  <c:v>4.0731920918363418E-2</c:v>
                </c:pt>
                <c:pt idx="1744">
                  <c:v>5.9012708605084896E-2</c:v>
                </c:pt>
                <c:pt idx="1745">
                  <c:v>6.8400594294113271E-2</c:v>
                </c:pt>
                <c:pt idx="1746">
                  <c:v>4.2400760093174839E-2</c:v>
                </c:pt>
                <c:pt idx="1747">
                  <c:v>4.3486466186893002E-2</c:v>
                </c:pt>
                <c:pt idx="1748">
                  <c:v>3.3162953925425009E-2</c:v>
                </c:pt>
                <c:pt idx="1749">
                  <c:v>2.1313961094625355E-2</c:v>
                </c:pt>
                <c:pt idx="1750">
                  <c:v>7.1655389144109627E-3</c:v>
                </c:pt>
                <c:pt idx="1751">
                  <c:v>-7.6314652096309832E-4</c:v>
                </c:pt>
                <c:pt idx="1752">
                  <c:v>-1.4592667746403665E-2</c:v>
                </c:pt>
                <c:pt idx="1753">
                  <c:v>-2.7016346470279951E-3</c:v>
                </c:pt>
                <c:pt idx="1754">
                  <c:v>-6.9162714147911197E-3</c:v>
                </c:pt>
                <c:pt idx="1755">
                  <c:v>-6.7169770682959928E-3</c:v>
                </c:pt>
                <c:pt idx="1756">
                  <c:v>8.8850638157595974E-3</c:v>
                </c:pt>
                <c:pt idx="1757">
                  <c:v>-3.1327514246837218E-4</c:v>
                </c:pt>
                <c:pt idx="1758">
                  <c:v>-9.1484378845509973E-3</c:v>
                </c:pt>
                <c:pt idx="1759">
                  <c:v>-1.6566980999702885E-2</c:v>
                </c:pt>
                <c:pt idx="1760">
                  <c:v>-1.6053954143883997E-2</c:v>
                </c:pt>
                <c:pt idx="1761">
                  <c:v>-3.1035017517687224E-2</c:v>
                </c:pt>
                <c:pt idx="1762">
                  <c:v>-3.6271508603506475E-2</c:v>
                </c:pt>
                <c:pt idx="1763">
                  <c:v>-3.0910364848900862E-2</c:v>
                </c:pt>
                <c:pt idx="1764">
                  <c:v>-4.366390090733363E-3</c:v>
                </c:pt>
                <c:pt idx="1765">
                  <c:v>-1.0136616562954504E-2</c:v>
                </c:pt>
                <c:pt idx="1766">
                  <c:v>6.8101490423828626E-3</c:v>
                </c:pt>
                <c:pt idx="1767">
                  <c:v>1.6368408885433672E-2</c:v>
                </c:pt>
                <c:pt idx="1768">
                  <c:v>5.1839110065039495E-3</c:v>
                </c:pt>
                <c:pt idx="1769">
                  <c:v>-6.4788035507888919E-3</c:v>
                </c:pt>
                <c:pt idx="1770">
                  <c:v>1.8771548578746966E-2</c:v>
                </c:pt>
                <c:pt idx="1771">
                  <c:v>2.3210596133287353E-2</c:v>
                </c:pt>
                <c:pt idx="1772">
                  <c:v>4.5485905347386169E-2</c:v>
                </c:pt>
                <c:pt idx="1773">
                  <c:v>6.9483663406315843E-2</c:v>
                </c:pt>
                <c:pt idx="1774">
                  <c:v>6.6045890669761187E-2</c:v>
                </c:pt>
                <c:pt idx="1775">
                  <c:v>5.0503713135654049E-2</c:v>
                </c:pt>
                <c:pt idx="1776">
                  <c:v>5.6902878979338878E-2</c:v>
                </c:pt>
                <c:pt idx="1777">
                  <c:v>5.472967223709202E-2</c:v>
                </c:pt>
                <c:pt idx="1778">
                  <c:v>9.4827722387448965E-2</c:v>
                </c:pt>
                <c:pt idx="1779">
                  <c:v>6.7230231768161008E-2</c:v>
                </c:pt>
                <c:pt idx="1780">
                  <c:v>8.7415556121823279E-2</c:v>
                </c:pt>
                <c:pt idx="1781">
                  <c:v>6.2382427477325697E-2</c:v>
                </c:pt>
                <c:pt idx="1782">
                  <c:v>4.71117224512827E-2</c:v>
                </c:pt>
                <c:pt idx="1783">
                  <c:v>-1.0960075241681633E-3</c:v>
                </c:pt>
                <c:pt idx="1784">
                  <c:v>1.8591775370991215E-2</c:v>
                </c:pt>
                <c:pt idx="1785">
                  <c:v>-6.7349939408681836E-3</c:v>
                </c:pt>
                <c:pt idx="1786">
                  <c:v>-8.4633472319217695E-4</c:v>
                </c:pt>
                <c:pt idx="1787">
                  <c:v>8.2710895945328211E-3</c:v>
                </c:pt>
                <c:pt idx="1788">
                  <c:v>1.1537409534575938E-2</c:v>
                </c:pt>
                <c:pt idx="1789">
                  <c:v>1.6978689953388582E-2</c:v>
                </c:pt>
                <c:pt idx="1790">
                  <c:v>4.5038441180483835E-2</c:v>
                </c:pt>
                <c:pt idx="1791">
                  <c:v>5.9589940636941563E-2</c:v>
                </c:pt>
                <c:pt idx="1792">
                  <c:v>4.3388525961697955E-2</c:v>
                </c:pt>
                <c:pt idx="1793">
                  <c:v>2.3570899584740568E-2</c:v>
                </c:pt>
                <c:pt idx="1794">
                  <c:v>1.9812148316782574E-2</c:v>
                </c:pt>
                <c:pt idx="1795">
                  <c:v>-7.9690386422681669E-3</c:v>
                </c:pt>
                <c:pt idx="1796">
                  <c:v>3.2370283025424662E-3</c:v>
                </c:pt>
                <c:pt idx="1797">
                  <c:v>2.4832563045857903E-3</c:v>
                </c:pt>
                <c:pt idx="1798">
                  <c:v>2.7540056395318757E-3</c:v>
                </c:pt>
                <c:pt idx="1799">
                  <c:v>1.1868278801646426E-2</c:v>
                </c:pt>
                <c:pt idx="1800">
                  <c:v>3.1917523820025773E-2</c:v>
                </c:pt>
                <c:pt idx="1801">
                  <c:v>-1.1012530293141309E-2</c:v>
                </c:pt>
                <c:pt idx="1802">
                  <c:v>3.4964089930940023E-3</c:v>
                </c:pt>
                <c:pt idx="1803">
                  <c:v>1.5401265308226941E-2</c:v>
                </c:pt>
                <c:pt idx="1804">
                  <c:v>-1.2295259177745876E-3</c:v>
                </c:pt>
                <c:pt idx="1805">
                  <c:v>-1.5533294368039074E-2</c:v>
                </c:pt>
                <c:pt idx="1806">
                  <c:v>1.3519010553515898E-2</c:v>
                </c:pt>
                <c:pt idx="1807">
                  <c:v>6.5425763011137672E-3</c:v>
                </c:pt>
                <c:pt idx="1808">
                  <c:v>-4.452660394025143E-3</c:v>
                </c:pt>
                <c:pt idx="1809">
                  <c:v>1.5336174399789293E-2</c:v>
                </c:pt>
                <c:pt idx="1810">
                  <c:v>2.088519907992703E-2</c:v>
                </c:pt>
                <c:pt idx="1811">
                  <c:v>2.1205294444095468E-2</c:v>
                </c:pt>
                <c:pt idx="1812">
                  <c:v>1.6311609856738185E-2</c:v>
                </c:pt>
                <c:pt idx="1813">
                  <c:v>2.3012075904928375E-2</c:v>
                </c:pt>
                <c:pt idx="1814">
                  <c:v>2.3753657692463737E-2</c:v>
                </c:pt>
                <c:pt idx="1815">
                  <c:v>1.3472689964742157E-2</c:v>
                </c:pt>
                <c:pt idx="1816">
                  <c:v>5.9656087024657634E-3</c:v>
                </c:pt>
                <c:pt idx="1817">
                  <c:v>-4.6607295557088424E-3</c:v>
                </c:pt>
                <c:pt idx="1818">
                  <c:v>7.1939067122086531E-3</c:v>
                </c:pt>
                <c:pt idx="1819">
                  <c:v>-5.4246202215105788E-3</c:v>
                </c:pt>
                <c:pt idx="1820">
                  <c:v>-8.7377626195809244E-3</c:v>
                </c:pt>
                <c:pt idx="1821">
                  <c:v>-5.2614993508910413E-3</c:v>
                </c:pt>
                <c:pt idx="1822">
                  <c:v>1.689963622810664E-2</c:v>
                </c:pt>
                <c:pt idx="1823">
                  <c:v>9.5095729864145273E-3</c:v>
                </c:pt>
                <c:pt idx="1824">
                  <c:v>3.2365377326381228E-2</c:v>
                </c:pt>
                <c:pt idx="1825">
                  <c:v>4.2127410740358195E-2</c:v>
                </c:pt>
                <c:pt idx="1826">
                  <c:v>4.4768198673765358E-2</c:v>
                </c:pt>
                <c:pt idx="1827">
                  <c:v>3.3237680568879435E-2</c:v>
                </c:pt>
                <c:pt idx="1828">
                  <c:v>3.4650502023408469E-2</c:v>
                </c:pt>
                <c:pt idx="1829">
                  <c:v>2.2337049465050995E-2</c:v>
                </c:pt>
                <c:pt idx="1830">
                  <c:v>2.9379203444594548E-2</c:v>
                </c:pt>
                <c:pt idx="1831">
                  <c:v>2.0706235977399956E-2</c:v>
                </c:pt>
                <c:pt idx="1832">
                  <c:v>1.0794651054937265E-2</c:v>
                </c:pt>
                <c:pt idx="1833">
                  <c:v>4.5835433924625857E-3</c:v>
                </c:pt>
                <c:pt idx="1834">
                  <c:v>1.912148769120936E-4</c:v>
                </c:pt>
                <c:pt idx="1835">
                  <c:v>-4.5954166046089151E-2</c:v>
                </c:pt>
                <c:pt idx="1836">
                  <c:v>-4.5556786031613505E-2</c:v>
                </c:pt>
                <c:pt idx="1837">
                  <c:v>-2.1525140395238562E-2</c:v>
                </c:pt>
                <c:pt idx="1838">
                  <c:v>-1.2180100517642178E-2</c:v>
                </c:pt>
                <c:pt idx="1839">
                  <c:v>-5.0108953545293988E-2</c:v>
                </c:pt>
                <c:pt idx="1840">
                  <c:v>-4.4936465538789605E-3</c:v>
                </c:pt>
                <c:pt idx="1841">
                  <c:v>-4.0294328194669937E-3</c:v>
                </c:pt>
                <c:pt idx="1842">
                  <c:v>-2.2820713700448914E-2</c:v>
                </c:pt>
                <c:pt idx="1843">
                  <c:v>-4.9953770627673588E-2</c:v>
                </c:pt>
                <c:pt idx="1844">
                  <c:v>-2.7588955122432757E-2</c:v>
                </c:pt>
                <c:pt idx="1845">
                  <c:v>-6.9091952310245008E-2</c:v>
                </c:pt>
                <c:pt idx="1846">
                  <c:v>-5.5501940694173024E-2</c:v>
                </c:pt>
                <c:pt idx="1847">
                  <c:v>-4.1729787459921841E-2</c:v>
                </c:pt>
                <c:pt idx="1848">
                  <c:v>-7.1313562896686555E-3</c:v>
                </c:pt>
                <c:pt idx="1849">
                  <c:v>7.5903483102357505E-4</c:v>
                </c:pt>
                <c:pt idx="1850">
                  <c:v>3.4057765019223085E-2</c:v>
                </c:pt>
                <c:pt idx="1851">
                  <c:v>2.5439344572802502E-2</c:v>
                </c:pt>
                <c:pt idx="1852">
                  <c:v>1.5653779412970525E-2</c:v>
                </c:pt>
                <c:pt idx="1853">
                  <c:v>1.187189398529509E-2</c:v>
                </c:pt>
                <c:pt idx="1854">
                  <c:v>1.6503196064172165E-2</c:v>
                </c:pt>
                <c:pt idx="1855">
                  <c:v>8.5534041863954968E-3</c:v>
                </c:pt>
                <c:pt idx="1856">
                  <c:v>-5.2459384217170557E-3</c:v>
                </c:pt>
                <c:pt idx="1857">
                  <c:v>3.3243113901004762E-4</c:v>
                </c:pt>
                <c:pt idx="1858">
                  <c:v>-1.8444067328655112E-2</c:v>
                </c:pt>
                <c:pt idx="1859">
                  <c:v>-2.2508109418400091E-2</c:v>
                </c:pt>
                <c:pt idx="1860">
                  <c:v>-3.2978943676562844E-2</c:v>
                </c:pt>
                <c:pt idx="1861">
                  <c:v>-2.8291123539729401E-2</c:v>
                </c:pt>
                <c:pt idx="1862">
                  <c:v>-4.0977751543554541E-2</c:v>
                </c:pt>
                <c:pt idx="1863">
                  <c:v>-6.0325085731529615E-3</c:v>
                </c:pt>
                <c:pt idx="1864">
                  <c:v>-2.7297947512470166E-3</c:v>
                </c:pt>
                <c:pt idx="1865">
                  <c:v>3.7305670866278007E-2</c:v>
                </c:pt>
                <c:pt idx="1866">
                  <c:v>3.9954995090341505E-2</c:v>
                </c:pt>
                <c:pt idx="1867">
                  <c:v>4.5011530619677886E-2</c:v>
                </c:pt>
                <c:pt idx="1868">
                  <c:v>2.9020704531165009E-2</c:v>
                </c:pt>
                <c:pt idx="1869">
                  <c:v>3.7257802151020147E-2</c:v>
                </c:pt>
                <c:pt idx="1870">
                  <c:v>5.2385008988184323E-2</c:v>
                </c:pt>
                <c:pt idx="1871">
                  <c:v>4.9406131044730017E-2</c:v>
                </c:pt>
                <c:pt idx="1872">
                  <c:v>5.0824413069901819E-2</c:v>
                </c:pt>
                <c:pt idx="1873">
                  <c:v>4.084614511873097E-2</c:v>
                </c:pt>
                <c:pt idx="1874">
                  <c:v>1.9005044731643439E-2</c:v>
                </c:pt>
                <c:pt idx="1875">
                  <c:v>-1.4350248975976254E-2</c:v>
                </c:pt>
                <c:pt idx="1876">
                  <c:v>-2.3287061272363685E-2</c:v>
                </c:pt>
                <c:pt idx="1877">
                  <c:v>-2.7127902635041057E-2</c:v>
                </c:pt>
                <c:pt idx="1878">
                  <c:v>-2.5327459099678595E-2</c:v>
                </c:pt>
                <c:pt idx="1879">
                  <c:v>4.2865603870168023E-4</c:v>
                </c:pt>
                <c:pt idx="1880">
                  <c:v>3.7721349906748802E-2</c:v>
                </c:pt>
                <c:pt idx="1881">
                  <c:v>6.9878558811939051E-2</c:v>
                </c:pt>
                <c:pt idx="1882">
                  <c:v>8.9064711159732468E-2</c:v>
                </c:pt>
                <c:pt idx="1883">
                  <c:v>8.4950587521302356E-2</c:v>
                </c:pt>
                <c:pt idx="1884">
                  <c:v>7.3239409918018028E-2</c:v>
                </c:pt>
                <c:pt idx="1885">
                  <c:v>3.8967261279974963E-2</c:v>
                </c:pt>
                <c:pt idx="1886">
                  <c:v>1.7129658344468224E-2</c:v>
                </c:pt>
                <c:pt idx="1887">
                  <c:v>-5.5029391476995038E-3</c:v>
                </c:pt>
                <c:pt idx="1888">
                  <c:v>5.9101119991782358E-3</c:v>
                </c:pt>
                <c:pt idx="1889">
                  <c:v>8.4662788037401793E-3</c:v>
                </c:pt>
                <c:pt idx="1890">
                  <c:v>4.4797164286396463E-3</c:v>
                </c:pt>
                <c:pt idx="1891">
                  <c:v>5.9219224390716363E-3</c:v>
                </c:pt>
                <c:pt idx="1892">
                  <c:v>9.8496530998404275E-4</c:v>
                </c:pt>
                <c:pt idx="1893">
                  <c:v>3.6961384612779202E-3</c:v>
                </c:pt>
                <c:pt idx="1894">
                  <c:v>2.5488101163946286E-3</c:v>
                </c:pt>
                <c:pt idx="1895">
                  <c:v>2.4934296654979482E-2</c:v>
                </c:pt>
                <c:pt idx="1896">
                  <c:v>5.6442346185384018E-2</c:v>
                </c:pt>
                <c:pt idx="1897">
                  <c:v>6.4507881292400038E-2</c:v>
                </c:pt>
                <c:pt idx="1898">
                  <c:v>5.724915574549061E-2</c:v>
                </c:pt>
                <c:pt idx="1899">
                  <c:v>4.351910268877246E-2</c:v>
                </c:pt>
                <c:pt idx="1900">
                  <c:v>1.9059629046875637E-2</c:v>
                </c:pt>
                <c:pt idx="1901">
                  <c:v>-5.449358279136951E-3</c:v>
                </c:pt>
                <c:pt idx="1902">
                  <c:v>-4.7825012040927373E-3</c:v>
                </c:pt>
                <c:pt idx="1903">
                  <c:v>-1.5510384690284096E-2</c:v>
                </c:pt>
                <c:pt idx="1904">
                  <c:v>-1.6453350714022097E-2</c:v>
                </c:pt>
                <c:pt idx="1905">
                  <c:v>-1.6896907746437595E-2</c:v>
                </c:pt>
                <c:pt idx="1906">
                  <c:v>-3.2456203301734265E-2</c:v>
                </c:pt>
                <c:pt idx="1907">
                  <c:v>-1.5227259052701392E-2</c:v>
                </c:pt>
                <c:pt idx="1908">
                  <c:v>-9.9113022616698077E-3</c:v>
                </c:pt>
                <c:pt idx="1909">
                  <c:v>-1.0127795173223486E-2</c:v>
                </c:pt>
                <c:pt idx="1910">
                  <c:v>-2.8827702628054785E-3</c:v>
                </c:pt>
                <c:pt idx="1911">
                  <c:v>1.6644514588579407E-2</c:v>
                </c:pt>
                <c:pt idx="1912">
                  <c:v>1.0331758221224785E-3</c:v>
                </c:pt>
                <c:pt idx="1913">
                  <c:v>4.5551193974322501E-3</c:v>
                </c:pt>
                <c:pt idx="1914">
                  <c:v>-1.95278389663186E-2</c:v>
                </c:pt>
                <c:pt idx="1915">
                  <c:v>-1.9072418178525785E-2</c:v>
                </c:pt>
                <c:pt idx="1916">
                  <c:v>-2.7836920016135358E-2</c:v>
                </c:pt>
                <c:pt idx="1917">
                  <c:v>-5.8630371635321255E-2</c:v>
                </c:pt>
                <c:pt idx="1918">
                  <c:v>-6.0929714229901233E-2</c:v>
                </c:pt>
                <c:pt idx="1919">
                  <c:v>-1.0168283286610347E-2</c:v>
                </c:pt>
                <c:pt idx="1920">
                  <c:v>-8.2808262334000959E-3</c:v>
                </c:pt>
                <c:pt idx="1921">
                  <c:v>-3.6888110092052062E-2</c:v>
                </c:pt>
                <c:pt idx="1922">
                  <c:v>-8.4590939911286522E-3</c:v>
                </c:pt>
                <c:pt idx="1923">
                  <c:v>-3.7190673400434582E-3</c:v>
                </c:pt>
                <c:pt idx="1924">
                  <c:v>-2.0565144826436454E-2</c:v>
                </c:pt>
                <c:pt idx="1925">
                  <c:v>-3.4262060830369534E-2</c:v>
                </c:pt>
                <c:pt idx="1926">
                  <c:v>8.1112924729360714E-3</c:v>
                </c:pt>
                <c:pt idx="1927">
                  <c:v>1.7306519633870199E-2</c:v>
                </c:pt>
                <c:pt idx="1928">
                  <c:v>9.3971524321678768E-3</c:v>
                </c:pt>
                <c:pt idx="1929">
                  <c:v>1.0471747268165688E-2</c:v>
                </c:pt>
                <c:pt idx="1930">
                  <c:v>1.8103837203724771E-2</c:v>
                </c:pt>
                <c:pt idx="1931">
                  <c:v>1.6309167519801271E-4</c:v>
                </c:pt>
                <c:pt idx="1932">
                  <c:v>-4.0152529499580369E-2</c:v>
                </c:pt>
                <c:pt idx="1933">
                  <c:v>-2.9472233857630203E-2</c:v>
                </c:pt>
                <c:pt idx="1934">
                  <c:v>-4.0519101138126179E-2</c:v>
                </c:pt>
                <c:pt idx="1935">
                  <c:v>-2.0411703534164105E-2</c:v>
                </c:pt>
                <c:pt idx="1936">
                  <c:v>9.0438061333353303E-3</c:v>
                </c:pt>
                <c:pt idx="1937">
                  <c:v>5.7313132755097973E-2</c:v>
                </c:pt>
                <c:pt idx="1938">
                  <c:v>5.616008142063289E-2</c:v>
                </c:pt>
                <c:pt idx="1939">
                  <c:v>4.8793091475265893E-2</c:v>
                </c:pt>
                <c:pt idx="1940">
                  <c:v>5.1462690611626449E-2</c:v>
                </c:pt>
                <c:pt idx="1941">
                  <c:v>3.9540454089803889E-2</c:v>
                </c:pt>
                <c:pt idx="1942">
                  <c:v>2.4906296810062178E-2</c:v>
                </c:pt>
                <c:pt idx="1943">
                  <c:v>3.0362944465298636E-3</c:v>
                </c:pt>
                <c:pt idx="1944">
                  <c:v>8.1804185679443808E-3</c:v>
                </c:pt>
                <c:pt idx="1945">
                  <c:v>-1.0623590996674204E-2</c:v>
                </c:pt>
                <c:pt idx="1946">
                  <c:v>-2.0474926069315336E-2</c:v>
                </c:pt>
                <c:pt idx="1947">
                  <c:v>-4.8059826560209462E-4</c:v>
                </c:pt>
                <c:pt idx="1948">
                  <c:v>8.0340014652164893E-3</c:v>
                </c:pt>
                <c:pt idx="1949">
                  <c:v>1.9050673749854363E-2</c:v>
                </c:pt>
                <c:pt idx="1950">
                  <c:v>1.597477905156941E-2</c:v>
                </c:pt>
                <c:pt idx="1951">
                  <c:v>-8.2211185160850908E-3</c:v>
                </c:pt>
                <c:pt idx="1952">
                  <c:v>2.4641880509472802E-3</c:v>
                </c:pt>
                <c:pt idx="1953">
                  <c:v>1.168777253911446E-2</c:v>
                </c:pt>
                <c:pt idx="1954">
                  <c:v>2.9871290047313259E-2</c:v>
                </c:pt>
                <c:pt idx="1955">
                  <c:v>3.4548240262449514E-2</c:v>
                </c:pt>
                <c:pt idx="1956">
                  <c:v>7.0569233054994518E-2</c:v>
                </c:pt>
                <c:pt idx="1957">
                  <c:v>1.9079487022192199E-2</c:v>
                </c:pt>
                <c:pt idx="1958">
                  <c:v>1.6794821051652642E-2</c:v>
                </c:pt>
                <c:pt idx="1959">
                  <c:v>-4.5686517561482898E-3</c:v>
                </c:pt>
                <c:pt idx="1960">
                  <c:v>-4.8119185339977055E-2</c:v>
                </c:pt>
                <c:pt idx="1961">
                  <c:v>-8.3899945409999566E-2</c:v>
                </c:pt>
                <c:pt idx="1962">
                  <c:v>-9.1484072927344728E-2</c:v>
                </c:pt>
                <c:pt idx="1963">
                  <c:v>-0.13544159431478553</c:v>
                </c:pt>
                <c:pt idx="1964">
                  <c:v>-0.12015271965384156</c:v>
                </c:pt>
                <c:pt idx="1965">
                  <c:v>-0.1340941227210104</c:v>
                </c:pt>
                <c:pt idx="1966">
                  <c:v>-9.3400389703784836E-2</c:v>
                </c:pt>
                <c:pt idx="1967">
                  <c:v>-4.952083748854974E-2</c:v>
                </c:pt>
                <c:pt idx="1968">
                  <c:v>2.0981692082260306E-2</c:v>
                </c:pt>
                <c:pt idx="1969">
                  <c:v>1.8952674167765471E-2</c:v>
                </c:pt>
                <c:pt idx="1970">
                  <c:v>4.912805997171632E-2</c:v>
                </c:pt>
                <c:pt idx="1971">
                  <c:v>3.8248999007113094E-2</c:v>
                </c:pt>
                <c:pt idx="1972">
                  <c:v>1.0038953311643173E-2</c:v>
                </c:pt>
                <c:pt idx="1973">
                  <c:v>1.4364214558239219E-2</c:v>
                </c:pt>
                <c:pt idx="1974">
                  <c:v>4.932538737859149E-3</c:v>
                </c:pt>
                <c:pt idx="1975">
                  <c:v>2.7928824573214772E-2</c:v>
                </c:pt>
                <c:pt idx="1976">
                  <c:v>-8.8040884290637722E-3</c:v>
                </c:pt>
                <c:pt idx="1977">
                  <c:v>-2.5431075335056619E-2</c:v>
                </c:pt>
                <c:pt idx="1978">
                  <c:v>-7.7510051578115857E-2</c:v>
                </c:pt>
                <c:pt idx="1979">
                  <c:v>-4.4303478185587442E-2</c:v>
                </c:pt>
                <c:pt idx="1980">
                  <c:v>-4.1301607834876242E-2</c:v>
                </c:pt>
                <c:pt idx="1981">
                  <c:v>3.0395032160905888E-3</c:v>
                </c:pt>
                <c:pt idx="1982">
                  <c:v>5.8027457170163332E-2</c:v>
                </c:pt>
                <c:pt idx="1983">
                  <c:v>0.10715669746936562</c:v>
                </c:pt>
                <c:pt idx="1984">
                  <c:v>7.4989558825299341E-2</c:v>
                </c:pt>
                <c:pt idx="1985">
                  <c:v>7.2429249921183159E-2</c:v>
                </c:pt>
                <c:pt idx="1986">
                  <c:v>5.8471119567836682E-2</c:v>
                </c:pt>
                <c:pt idx="1987">
                  <c:v>2.9329406239458899E-2</c:v>
                </c:pt>
                <c:pt idx="1988">
                  <c:v>-3.0024615474518734E-3</c:v>
                </c:pt>
                <c:pt idx="1989">
                  <c:v>-4.632430275167132E-3</c:v>
                </c:pt>
                <c:pt idx="1990">
                  <c:v>-1.5415362892440276E-3</c:v>
                </c:pt>
                <c:pt idx="1991">
                  <c:v>-3.1902849092846353E-4</c:v>
                </c:pt>
                <c:pt idx="1992">
                  <c:v>-6.4367258862192633E-2</c:v>
                </c:pt>
                <c:pt idx="1993">
                  <c:v>-3.638128586998457E-2</c:v>
                </c:pt>
                <c:pt idx="1994">
                  <c:v>-3.5138030284068811E-2</c:v>
                </c:pt>
                <c:pt idx="1995">
                  <c:v>-6.2276981233072237E-2</c:v>
                </c:pt>
                <c:pt idx="1996">
                  <c:v>-5.3443987435194851E-2</c:v>
                </c:pt>
                <c:pt idx="1997">
                  <c:v>2.0947006240229937E-2</c:v>
                </c:pt>
                <c:pt idx="1998">
                  <c:v>8.1117390778651099E-4</c:v>
                </c:pt>
                <c:pt idx="1999">
                  <c:v>-1.3175779756699035E-2</c:v>
                </c:pt>
                <c:pt idx="2000">
                  <c:v>-1.7823117849087411E-2</c:v>
                </c:pt>
                <c:pt idx="2001">
                  <c:v>-8.4808440445345301E-3</c:v>
                </c:pt>
                <c:pt idx="2002">
                  <c:v>-2.3485683834813975E-2</c:v>
                </c:pt>
                <c:pt idx="2003">
                  <c:v>-6.290480035109014E-3</c:v>
                </c:pt>
                <c:pt idx="2004">
                  <c:v>2.1502572424374478E-3</c:v>
                </c:pt>
                <c:pt idx="2005">
                  <c:v>2.7825195438792916E-2</c:v>
                </c:pt>
                <c:pt idx="2006">
                  <c:v>-6.9448264037552665E-4</c:v>
                </c:pt>
                <c:pt idx="2007">
                  <c:v>2.046284915871599E-2</c:v>
                </c:pt>
                <c:pt idx="2008">
                  <c:v>8.9816979320598289E-3</c:v>
                </c:pt>
                <c:pt idx="2009">
                  <c:v>3.550847028662707E-3</c:v>
                </c:pt>
                <c:pt idx="2010">
                  <c:v>3.2272792825047469E-2</c:v>
                </c:pt>
                <c:pt idx="2011">
                  <c:v>4.3895159637779457E-2</c:v>
                </c:pt>
                <c:pt idx="2012">
                  <c:v>2.0101451981060947E-2</c:v>
                </c:pt>
                <c:pt idx="2013">
                  <c:v>1.6792244296339298E-2</c:v>
                </c:pt>
                <c:pt idx="2014">
                  <c:v>8.300718814083119E-3</c:v>
                </c:pt>
                <c:pt idx="2015">
                  <c:v>-2.7845103998869303E-2</c:v>
                </c:pt>
                <c:pt idx="2016">
                  <c:v>-1.2852364332366695E-2</c:v>
                </c:pt>
                <c:pt idx="2017">
                  <c:v>1.6615723218131873E-2</c:v>
                </c:pt>
                <c:pt idx="2018">
                  <c:v>2.9969027413549787E-2</c:v>
                </c:pt>
                <c:pt idx="2019">
                  <c:v>2.724538898226303E-2</c:v>
                </c:pt>
                <c:pt idx="2020">
                  <c:v>3.438724321583253E-2</c:v>
                </c:pt>
                <c:pt idx="2021">
                  <c:v>-6.2408772821349601E-3</c:v>
                </c:pt>
                <c:pt idx="2022">
                  <c:v>-3.2800576089523137E-2</c:v>
                </c:pt>
                <c:pt idx="2023">
                  <c:v>-4.9419013384856658E-2</c:v>
                </c:pt>
                <c:pt idx="2024">
                  <c:v>-2.5451414286393303E-2</c:v>
                </c:pt>
                <c:pt idx="2025">
                  <c:v>-5.2161924216592714E-3</c:v>
                </c:pt>
                <c:pt idx="2026">
                  <c:v>4.2532936406056709E-3</c:v>
                </c:pt>
                <c:pt idx="2027">
                  <c:v>-3.2155350142907269E-3</c:v>
                </c:pt>
                <c:pt idx="2028">
                  <c:v>9.1314934742181553E-3</c:v>
                </c:pt>
                <c:pt idx="2029">
                  <c:v>-1.1613990635617966E-2</c:v>
                </c:pt>
                <c:pt idx="2030">
                  <c:v>-1.9405523286829096E-2</c:v>
                </c:pt>
                <c:pt idx="2031">
                  <c:v>-9.600728160666816E-3</c:v>
                </c:pt>
                <c:pt idx="2032">
                  <c:v>1.9428418646537882E-2</c:v>
                </c:pt>
                <c:pt idx="2033">
                  <c:v>7.6136552721017825E-3</c:v>
                </c:pt>
                <c:pt idx="2034">
                  <c:v>2.0103123038723192E-2</c:v>
                </c:pt>
                <c:pt idx="2035">
                  <c:v>2.3385917907503107E-2</c:v>
                </c:pt>
                <c:pt idx="2036">
                  <c:v>1.3640365416489608E-4</c:v>
                </c:pt>
                <c:pt idx="2037">
                  <c:v>-5.5851336983216093E-2</c:v>
                </c:pt>
                <c:pt idx="2038">
                  <c:v>-4.3736931785962163E-2</c:v>
                </c:pt>
                <c:pt idx="2039">
                  <c:v>-3.5635161489112721E-2</c:v>
                </c:pt>
                <c:pt idx="2040">
                  <c:v>-3.2669258847441096E-2</c:v>
                </c:pt>
                <c:pt idx="2041">
                  <c:v>-1.0280839073930292E-2</c:v>
                </c:pt>
                <c:pt idx="2042">
                  <c:v>5.3934614082685517E-2</c:v>
                </c:pt>
                <c:pt idx="2043">
                  <c:v>2.5784371764922431E-2</c:v>
                </c:pt>
                <c:pt idx="2044">
                  <c:v>2.9687712289379942E-2</c:v>
                </c:pt>
                <c:pt idx="2045">
                  <c:v>1.6719866249074178E-2</c:v>
                </c:pt>
                <c:pt idx="2046">
                  <c:v>-2.4641602322171496E-2</c:v>
                </c:pt>
                <c:pt idx="2047">
                  <c:v>-5.2845468305679488E-2</c:v>
                </c:pt>
                <c:pt idx="2048">
                  <c:v>-5.7673783675404211E-2</c:v>
                </c:pt>
                <c:pt idx="2049">
                  <c:v>-9.5931575479842324E-2</c:v>
                </c:pt>
                <c:pt idx="2050">
                  <c:v>-8.0883892353855624E-2</c:v>
                </c:pt>
                <c:pt idx="2051">
                  <c:v>-6.3930017570236752E-2</c:v>
                </c:pt>
                <c:pt idx="2052">
                  <c:v>-3.8377721726068903E-2</c:v>
                </c:pt>
                <c:pt idx="2053">
                  <c:v>-1.3577557077159907E-2</c:v>
                </c:pt>
                <c:pt idx="2054">
                  <c:v>8.1880887393475099E-3</c:v>
                </c:pt>
                <c:pt idx="2055">
                  <c:v>-1.2473335218264769E-2</c:v>
                </c:pt>
                <c:pt idx="2056">
                  <c:v>-1.4333999595484648E-2</c:v>
                </c:pt>
                <c:pt idx="2057">
                  <c:v>-2.4030242623884757E-2</c:v>
                </c:pt>
                <c:pt idx="2058">
                  <c:v>-6.7645008338128587E-2</c:v>
                </c:pt>
                <c:pt idx="2059">
                  <c:v>-6.0997924067080156E-2</c:v>
                </c:pt>
                <c:pt idx="2060">
                  <c:v>-6.1249798083659157E-2</c:v>
                </c:pt>
                <c:pt idx="2061">
                  <c:v>-4.7248608867818676E-2</c:v>
                </c:pt>
                <c:pt idx="2062">
                  <c:v>-4.0184987295535546E-2</c:v>
                </c:pt>
                <c:pt idx="2063">
                  <c:v>1.9703079936093992E-2</c:v>
                </c:pt>
                <c:pt idx="2064">
                  <c:v>2.0431693446409271E-2</c:v>
                </c:pt>
                <c:pt idx="2065">
                  <c:v>1.5571924510773272E-2</c:v>
                </c:pt>
                <c:pt idx="2066">
                  <c:v>2.6599281444366518E-2</c:v>
                </c:pt>
                <c:pt idx="2067">
                  <c:v>3.5303715661983537E-2</c:v>
                </c:pt>
                <c:pt idx="2068">
                  <c:v>1.2510592976466395E-2</c:v>
                </c:pt>
                <c:pt idx="2069">
                  <c:v>6.4915502298690253E-3</c:v>
                </c:pt>
                <c:pt idx="2070">
                  <c:v>1.239323449548424E-2</c:v>
                </c:pt>
                <c:pt idx="2071">
                  <c:v>2.2904475186207307E-3</c:v>
                </c:pt>
                <c:pt idx="2072">
                  <c:v>-9.0817381513021989E-3</c:v>
                </c:pt>
                <c:pt idx="2073">
                  <c:v>-1.7908148005390978E-2</c:v>
                </c:pt>
                <c:pt idx="2074">
                  <c:v>-1.0574941773906499E-2</c:v>
                </c:pt>
                <c:pt idx="2075">
                  <c:v>-8.6523442103064729E-3</c:v>
                </c:pt>
                <c:pt idx="2076">
                  <c:v>7.4485068063034898E-3</c:v>
                </c:pt>
                <c:pt idx="2077">
                  <c:v>4.6370535516215838E-3</c:v>
                </c:pt>
                <c:pt idx="2078">
                  <c:v>1.6199655254566903E-2</c:v>
                </c:pt>
                <c:pt idx="2079">
                  <c:v>1.2678146276964064E-2</c:v>
                </c:pt>
                <c:pt idx="2080">
                  <c:v>2.3801640201427832E-2</c:v>
                </c:pt>
                <c:pt idx="2081">
                  <c:v>-2.3227044230008098E-2</c:v>
                </c:pt>
                <c:pt idx="2082">
                  <c:v>-1.6223522291799797E-2</c:v>
                </c:pt>
                <c:pt idx="2083">
                  <c:v>-1.3672021295451309E-2</c:v>
                </c:pt>
                <c:pt idx="2084">
                  <c:v>-2.972113769655893E-3</c:v>
                </c:pt>
                <c:pt idx="2085">
                  <c:v>-1.032575089978216E-2</c:v>
                </c:pt>
                <c:pt idx="2086">
                  <c:v>2.4625443094103749E-2</c:v>
                </c:pt>
                <c:pt idx="2087">
                  <c:v>-1.1138656271083569E-2</c:v>
                </c:pt>
                <c:pt idx="2088">
                  <c:v>-3.5563950652050869E-2</c:v>
                </c:pt>
                <c:pt idx="2089">
                  <c:v>-3.9373817522438181E-2</c:v>
                </c:pt>
                <c:pt idx="2090">
                  <c:v>-5.8880449605077878E-2</c:v>
                </c:pt>
                <c:pt idx="2091">
                  <c:v>-5.7855584930997628E-2</c:v>
                </c:pt>
                <c:pt idx="2092">
                  <c:v>-3.6041124076856557E-2</c:v>
                </c:pt>
                <c:pt idx="2093">
                  <c:v>1.0310983136669227E-2</c:v>
                </c:pt>
                <c:pt idx="2094">
                  <c:v>9.2710925124275256E-3</c:v>
                </c:pt>
                <c:pt idx="2095">
                  <c:v>3.7795954016983879E-2</c:v>
                </c:pt>
                <c:pt idx="2096">
                  <c:v>4.7029831669515243E-2</c:v>
                </c:pt>
                <c:pt idx="2097">
                  <c:v>5.6234620895969201E-2</c:v>
                </c:pt>
                <c:pt idx="2098">
                  <c:v>3.5998598784368063E-2</c:v>
                </c:pt>
                <c:pt idx="2099">
                  <c:v>3.3148857151175548E-2</c:v>
                </c:pt>
                <c:pt idx="2100">
                  <c:v>2.7232177892701381E-2</c:v>
                </c:pt>
                <c:pt idx="2101">
                  <c:v>2.5574460553444478E-2</c:v>
                </c:pt>
                <c:pt idx="2102">
                  <c:v>3.3900741887813446E-3</c:v>
                </c:pt>
                <c:pt idx="2103">
                  <c:v>1.1951251930230056E-2</c:v>
                </c:pt>
                <c:pt idx="2104">
                  <c:v>-1.9213157545846626E-2</c:v>
                </c:pt>
                <c:pt idx="2105">
                  <c:v>-2.5253845815762843E-2</c:v>
                </c:pt>
                <c:pt idx="2106">
                  <c:v>-4.2018351898814643E-2</c:v>
                </c:pt>
                <c:pt idx="2107">
                  <c:v>-2.6337352048468432E-2</c:v>
                </c:pt>
                <c:pt idx="2108">
                  <c:v>-4.1930280073949611E-2</c:v>
                </c:pt>
                <c:pt idx="2109">
                  <c:v>-1.7334478441626167E-2</c:v>
                </c:pt>
                <c:pt idx="2110">
                  <c:v>-1.1230615657268572E-2</c:v>
                </c:pt>
                <c:pt idx="2111">
                  <c:v>2.9210287532685175E-2</c:v>
                </c:pt>
                <c:pt idx="2112">
                  <c:v>9.2229206637726158E-3</c:v>
                </c:pt>
                <c:pt idx="2113">
                  <c:v>2.5155041016436508E-2</c:v>
                </c:pt>
                <c:pt idx="2114">
                  <c:v>2.7676983706409253E-2</c:v>
                </c:pt>
                <c:pt idx="2115">
                  <c:v>4.3266050323608862E-2</c:v>
                </c:pt>
                <c:pt idx="2116">
                  <c:v>2.1070438580757189E-2</c:v>
                </c:pt>
                <c:pt idx="2117">
                  <c:v>5.295157526699823E-2</c:v>
                </c:pt>
                <c:pt idx="2118">
                  <c:v>3.1251988656918472E-2</c:v>
                </c:pt>
                <c:pt idx="2119">
                  <c:v>2.7235212944562104E-2</c:v>
                </c:pt>
                <c:pt idx="2120">
                  <c:v>-1.3677618332447739E-2</c:v>
                </c:pt>
                <c:pt idx="2121">
                  <c:v>-5.418367096766552E-2</c:v>
                </c:pt>
                <c:pt idx="2122">
                  <c:v>-7.0831102942613855E-2</c:v>
                </c:pt>
                <c:pt idx="2123">
                  <c:v>-6.9004858705316363E-2</c:v>
                </c:pt>
                <c:pt idx="2124">
                  <c:v>-7.9339470176947313E-2</c:v>
                </c:pt>
                <c:pt idx="2125">
                  <c:v>-0.13495345274487491</c:v>
                </c:pt>
                <c:pt idx="2126">
                  <c:v>-8.8274281458302739E-2</c:v>
                </c:pt>
                <c:pt idx="2127">
                  <c:v>-9.8472175967082909E-2</c:v>
                </c:pt>
                <c:pt idx="2128">
                  <c:v>-9.2880781578798421E-2</c:v>
                </c:pt>
                <c:pt idx="2129">
                  <c:v>-5.7813195738990353E-2</c:v>
                </c:pt>
                <c:pt idx="2130">
                  <c:v>8.5974806261073233E-3</c:v>
                </c:pt>
                <c:pt idx="2131">
                  <c:v>-3.8953408071971118E-3</c:v>
                </c:pt>
                <c:pt idx="2132">
                  <c:v>1.4081085555421202E-2</c:v>
                </c:pt>
                <c:pt idx="2133">
                  <c:v>-2.9368526186457022E-2</c:v>
                </c:pt>
                <c:pt idx="2134">
                  <c:v>-6.1014550252501576E-2</c:v>
                </c:pt>
                <c:pt idx="2135">
                  <c:v>-7.5256084455715855E-2</c:v>
                </c:pt>
                <c:pt idx="2136">
                  <c:v>-0.11014143696238043</c:v>
                </c:pt>
                <c:pt idx="2137">
                  <c:v>-0.12957453309780342</c:v>
                </c:pt>
                <c:pt idx="2138">
                  <c:v>-7.3299047256181749E-2</c:v>
                </c:pt>
                <c:pt idx="2139">
                  <c:v>-5.8698284104636622E-2</c:v>
                </c:pt>
                <c:pt idx="2140">
                  <c:v>-3.3986073682163886E-2</c:v>
                </c:pt>
                <c:pt idx="2141">
                  <c:v>6.9941677037932193E-2</c:v>
                </c:pt>
                <c:pt idx="2142">
                  <c:v>6.8167622420276519E-2</c:v>
                </c:pt>
                <c:pt idx="2143">
                  <c:v>6.4110662017774267E-2</c:v>
                </c:pt>
                <c:pt idx="2144">
                  <c:v>4.7031130920887732E-2</c:v>
                </c:pt>
                <c:pt idx="2145">
                  <c:v>7.3047601621438307E-2</c:v>
                </c:pt>
                <c:pt idx="2146">
                  <c:v>-1.0813033192393018E-2</c:v>
                </c:pt>
                <c:pt idx="2147">
                  <c:v>1.3585182641017157E-2</c:v>
                </c:pt>
                <c:pt idx="2148">
                  <c:v>-1.400899734079375E-2</c:v>
                </c:pt>
                <c:pt idx="2149">
                  <c:v>-9.1312329840266271E-3</c:v>
                </c:pt>
                <c:pt idx="2150">
                  <c:v>-8.4496020759290413E-3</c:v>
                </c:pt>
                <c:pt idx="2151">
                  <c:v>1.9166326623749619E-3</c:v>
                </c:pt>
                <c:pt idx="2152">
                  <c:v>4.1816397656309068E-3</c:v>
                </c:pt>
                <c:pt idx="2153">
                  <c:v>7.2703686213904106E-4</c:v>
                </c:pt>
                <c:pt idx="2154">
                  <c:v>-4.2710688087136406E-3</c:v>
                </c:pt>
                <c:pt idx="2155">
                  <c:v>-2.4666476145226102E-2</c:v>
                </c:pt>
                <c:pt idx="2156">
                  <c:v>-3.7336222532330265E-2</c:v>
                </c:pt>
                <c:pt idx="2157">
                  <c:v>-1.7930542061049048E-2</c:v>
                </c:pt>
                <c:pt idx="2158">
                  <c:v>1.6085846947294424E-2</c:v>
                </c:pt>
                <c:pt idx="2159">
                  <c:v>3.7146519422928792E-2</c:v>
                </c:pt>
                <c:pt idx="2160">
                  <c:v>4.602968329830559E-2</c:v>
                </c:pt>
                <c:pt idx="2161">
                  <c:v>4.0819753649491863E-2</c:v>
                </c:pt>
                <c:pt idx="2162">
                  <c:v>4.6116988222318911E-2</c:v>
                </c:pt>
                <c:pt idx="2163">
                  <c:v>7.8257368232590441E-3</c:v>
                </c:pt>
                <c:pt idx="2164">
                  <c:v>-1.4960928791827643E-2</c:v>
                </c:pt>
                <c:pt idx="2165">
                  <c:v>-4.955487092366806E-2</c:v>
                </c:pt>
                <c:pt idx="2166">
                  <c:v>-2.439794107791271E-2</c:v>
                </c:pt>
                <c:pt idx="2167">
                  <c:v>-7.4501495951649122E-2</c:v>
                </c:pt>
                <c:pt idx="2168">
                  <c:v>-5.925955045739939E-2</c:v>
                </c:pt>
                <c:pt idx="2169">
                  <c:v>-2.1339410889912869E-2</c:v>
                </c:pt>
                <c:pt idx="2170">
                  <c:v>1.8588281813094909E-2</c:v>
                </c:pt>
                <c:pt idx="2171">
                  <c:v>-2.299735867940178E-2</c:v>
                </c:pt>
                <c:pt idx="2172">
                  <c:v>3.9045181245023208E-3</c:v>
                </c:pt>
                <c:pt idx="2173">
                  <c:v>2.9086813276735235E-3</c:v>
                </c:pt>
                <c:pt idx="2174">
                  <c:v>-1.1127078214491881E-2</c:v>
                </c:pt>
                <c:pt idx="2175">
                  <c:v>-4.0450944340746253E-2</c:v>
                </c:pt>
                <c:pt idx="2176">
                  <c:v>-8.145473784277879E-3</c:v>
                </c:pt>
                <c:pt idx="2177">
                  <c:v>-1.491691693394448E-2</c:v>
                </c:pt>
                <c:pt idx="2178">
                  <c:v>-3.6506808076692931E-2</c:v>
                </c:pt>
                <c:pt idx="2179">
                  <c:v>-2.3972039641872334E-2</c:v>
                </c:pt>
                <c:pt idx="2180">
                  <c:v>5.3575870542099668E-3</c:v>
                </c:pt>
                <c:pt idx="2181">
                  <c:v>-1.8202336954681209E-2</c:v>
                </c:pt>
                <c:pt idx="2182">
                  <c:v>-3.8420852866996036E-2</c:v>
                </c:pt>
                <c:pt idx="2183">
                  <c:v>6.9226398068205075E-3</c:v>
                </c:pt>
                <c:pt idx="2184">
                  <c:v>8.393724782188805E-3</c:v>
                </c:pt>
                <c:pt idx="2185">
                  <c:v>-1.5018141240753513E-2</c:v>
                </c:pt>
                <c:pt idx="2186">
                  <c:v>5.1304922381064211E-2</c:v>
                </c:pt>
                <c:pt idx="2187">
                  <c:v>7.5204840217284907E-2</c:v>
                </c:pt>
                <c:pt idx="2188">
                  <c:v>7.1216557215298737E-2</c:v>
                </c:pt>
                <c:pt idx="2189">
                  <c:v>2.3277848902822473E-2</c:v>
                </c:pt>
                <c:pt idx="2190">
                  <c:v>7.7628368484610411E-2</c:v>
                </c:pt>
                <c:pt idx="2191">
                  <c:v>4.4309104526252252E-2</c:v>
                </c:pt>
                <c:pt idx="2192">
                  <c:v>4.7929642290014618E-2</c:v>
                </c:pt>
                <c:pt idx="2193">
                  <c:v>4.9969105970220307E-2</c:v>
                </c:pt>
                <c:pt idx="2194">
                  <c:v>7.0738195537656479E-2</c:v>
                </c:pt>
                <c:pt idx="2195">
                  <c:v>2.0357965753257323E-2</c:v>
                </c:pt>
                <c:pt idx="2196">
                  <c:v>2.119567435691061E-2</c:v>
                </c:pt>
                <c:pt idx="2197">
                  <c:v>3.3595098616881813E-2</c:v>
                </c:pt>
                <c:pt idx="2198">
                  <c:v>5.7410586841916578E-2</c:v>
                </c:pt>
                <c:pt idx="2199">
                  <c:v>5.4695952023883887E-2</c:v>
                </c:pt>
                <c:pt idx="2200">
                  <c:v>7.5352685085345206E-2</c:v>
                </c:pt>
                <c:pt idx="2201">
                  <c:v>9.1520085858225464E-2</c:v>
                </c:pt>
                <c:pt idx="2202">
                  <c:v>7.1249962333128858E-2</c:v>
                </c:pt>
                <c:pt idx="2203">
                  <c:v>2.6930814296645567E-2</c:v>
                </c:pt>
                <c:pt idx="2204">
                  <c:v>2.847266426234385E-2</c:v>
                </c:pt>
                <c:pt idx="2205">
                  <c:v>-8.3609334130626545E-3</c:v>
                </c:pt>
                <c:pt idx="2206">
                  <c:v>-3.1657204209745937E-2</c:v>
                </c:pt>
                <c:pt idx="2207">
                  <c:v>-1.7977383704135597E-2</c:v>
                </c:pt>
                <c:pt idx="2208">
                  <c:v>-4.8134660908923932E-3</c:v>
                </c:pt>
                <c:pt idx="2209">
                  <c:v>1.3558814900333616E-2</c:v>
                </c:pt>
                <c:pt idx="2210">
                  <c:v>1.4972467028643077E-2</c:v>
                </c:pt>
                <c:pt idx="2211">
                  <c:v>2.9324969344896923E-2</c:v>
                </c:pt>
                <c:pt idx="2212">
                  <c:v>7.4609116640074191E-3</c:v>
                </c:pt>
                <c:pt idx="2213">
                  <c:v>2.1785947144968176E-2</c:v>
                </c:pt>
                <c:pt idx="2214">
                  <c:v>4.0237285830360126E-3</c:v>
                </c:pt>
                <c:pt idx="2215">
                  <c:v>3.0446180389371857E-2</c:v>
                </c:pt>
                <c:pt idx="2216">
                  <c:v>1.8861780089238334E-2</c:v>
                </c:pt>
                <c:pt idx="2217">
                  <c:v>2.1094966202371612E-2</c:v>
                </c:pt>
                <c:pt idx="2218">
                  <c:v>4.5980958153502005E-3</c:v>
                </c:pt>
                <c:pt idx="2219">
                  <c:v>-2.9140760509898667E-2</c:v>
                </c:pt>
                <c:pt idx="2220">
                  <c:v>-3.9958442706408692E-2</c:v>
                </c:pt>
                <c:pt idx="2221">
                  <c:v>-5.8142031179332365E-2</c:v>
                </c:pt>
                <c:pt idx="2222">
                  <c:v>-5.6461593939997834E-2</c:v>
                </c:pt>
                <c:pt idx="2223">
                  <c:v>-6.9116742381269858E-2</c:v>
                </c:pt>
                <c:pt idx="2224">
                  <c:v>-6.426567222951729E-2</c:v>
                </c:pt>
                <c:pt idx="2225">
                  <c:v>-5.2532326426752651E-2</c:v>
                </c:pt>
                <c:pt idx="2226">
                  <c:v>-1.9123172145522505E-2</c:v>
                </c:pt>
                <c:pt idx="2227">
                  <c:v>-2.9055353054941668E-2</c:v>
                </c:pt>
                <c:pt idx="2228">
                  <c:v>-1.700095625563236E-2</c:v>
                </c:pt>
                <c:pt idx="2229">
                  <c:v>3.2429786805575622E-2</c:v>
                </c:pt>
                <c:pt idx="2230">
                  <c:v>3.3578714961413514E-2</c:v>
                </c:pt>
                <c:pt idx="2231">
                  <c:v>1.2218696403021756E-2</c:v>
                </c:pt>
                <c:pt idx="2232">
                  <c:v>2.9990060216304792E-2</c:v>
                </c:pt>
                <c:pt idx="2233">
                  <c:v>3.9459382688204592E-2</c:v>
                </c:pt>
                <c:pt idx="2234">
                  <c:v>2.1973965120227312E-2</c:v>
                </c:pt>
                <c:pt idx="2235">
                  <c:v>-2.1107723215442742E-2</c:v>
                </c:pt>
                <c:pt idx="2236">
                  <c:v>-1.8208774729157273E-2</c:v>
                </c:pt>
                <c:pt idx="2237">
                  <c:v>-2.0168745234054097E-2</c:v>
                </c:pt>
                <c:pt idx="2238">
                  <c:v>-4.6547013363823386E-2</c:v>
                </c:pt>
                <c:pt idx="2239">
                  <c:v>-4.2167031075117545E-2</c:v>
                </c:pt>
                <c:pt idx="2240">
                  <c:v>2.575387368594817E-2</c:v>
                </c:pt>
                <c:pt idx="2241">
                  <c:v>3.2616131253293101E-2</c:v>
                </c:pt>
                <c:pt idx="2242">
                  <c:v>6.4086365260969558E-2</c:v>
                </c:pt>
                <c:pt idx="2243">
                  <c:v>8.0976869423772246E-2</c:v>
                </c:pt>
                <c:pt idx="2244">
                  <c:v>7.5987863131818489E-2</c:v>
                </c:pt>
                <c:pt idx="2245">
                  <c:v>4.0902439805333701E-2</c:v>
                </c:pt>
                <c:pt idx="2246">
                  <c:v>3.6507210300672499E-2</c:v>
                </c:pt>
                <c:pt idx="2247">
                  <c:v>1.58552474987248E-2</c:v>
                </c:pt>
                <c:pt idx="2248">
                  <c:v>8.2587969320171428E-3</c:v>
                </c:pt>
                <c:pt idx="2249">
                  <c:v>8.6173067945285453E-3</c:v>
                </c:pt>
                <c:pt idx="2250">
                  <c:v>2.3044749528512876E-2</c:v>
                </c:pt>
                <c:pt idx="2251">
                  <c:v>2.6669573688006931E-2</c:v>
                </c:pt>
                <c:pt idx="2252">
                  <c:v>1.5877814570086857E-2</c:v>
                </c:pt>
                <c:pt idx="2253">
                  <c:v>-1.2332104364402796E-2</c:v>
                </c:pt>
                <c:pt idx="2254">
                  <c:v>-1.6881886805127699E-2</c:v>
                </c:pt>
                <c:pt idx="2255">
                  <c:v>-2.5929925396817044E-2</c:v>
                </c:pt>
                <c:pt idx="2256">
                  <c:v>-2.9893883020512435E-2</c:v>
                </c:pt>
                <c:pt idx="2257">
                  <c:v>-4.9270484281848326E-2</c:v>
                </c:pt>
                <c:pt idx="2258">
                  <c:v>-2.1456029026953205E-2</c:v>
                </c:pt>
                <c:pt idx="2259">
                  <c:v>-3.4133352004707018E-2</c:v>
                </c:pt>
                <c:pt idx="2260">
                  <c:v>5.1356918609983815E-3</c:v>
                </c:pt>
                <c:pt idx="2261">
                  <c:v>-1.0705949570849471E-2</c:v>
                </c:pt>
                <c:pt idx="2262">
                  <c:v>1.7452379882608504E-2</c:v>
                </c:pt>
                <c:pt idx="2263">
                  <c:v>4.0427692885640631E-3</c:v>
                </c:pt>
                <c:pt idx="2264">
                  <c:v>4.8300374328102968E-4</c:v>
                </c:pt>
                <c:pt idx="2265">
                  <c:v>-4.7081190087609137E-2</c:v>
                </c:pt>
                <c:pt idx="2266">
                  <c:v>-9.186621002664308E-2</c:v>
                </c:pt>
                <c:pt idx="2267">
                  <c:v>-9.5962705504564205E-2</c:v>
                </c:pt>
                <c:pt idx="2268">
                  <c:v>-0.1023215784959286</c:v>
                </c:pt>
                <c:pt idx="2269">
                  <c:v>-9.002800692140811E-2</c:v>
                </c:pt>
                <c:pt idx="2270">
                  <c:v>-7.3562734190924073E-2</c:v>
                </c:pt>
                <c:pt idx="2271">
                  <c:v>-4.2935546720413664E-2</c:v>
                </c:pt>
                <c:pt idx="2272">
                  <c:v>-5.7786970095566326E-2</c:v>
                </c:pt>
                <c:pt idx="2273">
                  <c:v>-3.1020651402177246E-2</c:v>
                </c:pt>
                <c:pt idx="2274">
                  <c:v>-1.7707787756881199E-2</c:v>
                </c:pt>
                <c:pt idx="2275">
                  <c:v>-2.2868668187705277E-2</c:v>
                </c:pt>
                <c:pt idx="2276">
                  <c:v>1.6960057577963816E-3</c:v>
                </c:pt>
                <c:pt idx="2277">
                  <c:v>9.1307961454756281E-4</c:v>
                </c:pt>
                <c:pt idx="2278">
                  <c:v>-1.8788278755182963E-3</c:v>
                </c:pt>
                <c:pt idx="2279">
                  <c:v>-1.0469215012655408E-2</c:v>
                </c:pt>
                <c:pt idx="2280">
                  <c:v>-4.046097278550187E-2</c:v>
                </c:pt>
                <c:pt idx="2281">
                  <c:v>-2.049206496541256E-2</c:v>
                </c:pt>
                <c:pt idx="2282">
                  <c:v>-9.4959231583320314E-3</c:v>
                </c:pt>
                <c:pt idx="2283">
                  <c:v>2.2111548061116482E-2</c:v>
                </c:pt>
                <c:pt idx="2284">
                  <c:v>1.6152351140801935E-2</c:v>
                </c:pt>
                <c:pt idx="2285">
                  <c:v>4.6824595230790855E-2</c:v>
                </c:pt>
                <c:pt idx="2286">
                  <c:v>3.0216030685478179E-2</c:v>
                </c:pt>
                <c:pt idx="2287">
                  <c:v>6.2977520273241216E-2</c:v>
                </c:pt>
                <c:pt idx="2288">
                  <c:v>3.8809251041642456E-2</c:v>
                </c:pt>
                <c:pt idx="2289">
                  <c:v>3.7409118128937102E-2</c:v>
                </c:pt>
                <c:pt idx="2290">
                  <c:v>1.9017541344664712E-2</c:v>
                </c:pt>
                <c:pt idx="2291">
                  <c:v>1.5731935587400825E-2</c:v>
                </c:pt>
                <c:pt idx="2292">
                  <c:v>-1.169550596080815E-2</c:v>
                </c:pt>
                <c:pt idx="2293">
                  <c:v>-1.2226980293535417E-2</c:v>
                </c:pt>
                <c:pt idx="2294">
                  <c:v>1.7938899744881498E-2</c:v>
                </c:pt>
                <c:pt idx="2295">
                  <c:v>4.0815424651373E-2</c:v>
                </c:pt>
                <c:pt idx="2296">
                  <c:v>3.7955182168754709E-2</c:v>
                </c:pt>
                <c:pt idx="2297">
                  <c:v>3.9806425626999875E-2</c:v>
                </c:pt>
                <c:pt idx="2298">
                  <c:v>2.8101701968614279E-2</c:v>
                </c:pt>
                <c:pt idx="2299">
                  <c:v>3.8655740726774024E-3</c:v>
                </c:pt>
                <c:pt idx="2300">
                  <c:v>2.0474403577732003E-2</c:v>
                </c:pt>
                <c:pt idx="2301">
                  <c:v>2.2129424856587976E-2</c:v>
                </c:pt>
                <c:pt idx="2302">
                  <c:v>1.8722812046213066E-2</c:v>
                </c:pt>
                <c:pt idx="2303">
                  <c:v>9.4736317105792445E-3</c:v>
                </c:pt>
                <c:pt idx="2304">
                  <c:v>-1.7735473069485863E-2</c:v>
                </c:pt>
                <c:pt idx="2305">
                  <c:v>-2.4618358463591394E-2</c:v>
                </c:pt>
                <c:pt idx="2306">
                  <c:v>-2.31648178732351E-2</c:v>
                </c:pt>
                <c:pt idx="2307">
                  <c:v>-6.3968654007860448E-2</c:v>
                </c:pt>
                <c:pt idx="2308">
                  <c:v>-5.8706555135224048E-2</c:v>
                </c:pt>
                <c:pt idx="2309">
                  <c:v>-2.522006222907458E-2</c:v>
                </c:pt>
                <c:pt idx="2310">
                  <c:v>-1.7944051223067081E-2</c:v>
                </c:pt>
                <c:pt idx="2311">
                  <c:v>-1.1831844708473538E-2</c:v>
                </c:pt>
                <c:pt idx="2312">
                  <c:v>2.9800521310922257E-2</c:v>
                </c:pt>
                <c:pt idx="2313">
                  <c:v>4.5620838294200272E-2</c:v>
                </c:pt>
                <c:pt idx="2314">
                  <c:v>1.7148325237845485E-2</c:v>
                </c:pt>
                <c:pt idx="2315">
                  <c:v>-1.1377810296242186E-2</c:v>
                </c:pt>
                <c:pt idx="2316">
                  <c:v>1.2688639129623036E-2</c:v>
                </c:pt>
                <c:pt idx="2317">
                  <c:v>1.4007432829511668E-2</c:v>
                </c:pt>
                <c:pt idx="2318">
                  <c:v>1.3749101612723802E-2</c:v>
                </c:pt>
                <c:pt idx="2319">
                  <c:v>1.3498235712794848E-2</c:v>
                </c:pt>
                <c:pt idx="2320">
                  <c:v>1.4865861813239789E-2</c:v>
                </c:pt>
                <c:pt idx="2321">
                  <c:v>-1.8944686200360716E-2</c:v>
                </c:pt>
                <c:pt idx="2322">
                  <c:v>-4.7884619137553708E-2</c:v>
                </c:pt>
                <c:pt idx="2323">
                  <c:v>-5.0526538479660377E-2</c:v>
                </c:pt>
                <c:pt idx="2324">
                  <c:v>-4.8521971620014814E-2</c:v>
                </c:pt>
                <c:pt idx="2325">
                  <c:v>-5.1331910460028052E-2</c:v>
                </c:pt>
                <c:pt idx="2326">
                  <c:v>-6.6834492144091318E-2</c:v>
                </c:pt>
                <c:pt idx="2327">
                  <c:v>-7.8955130947256258E-2</c:v>
                </c:pt>
                <c:pt idx="2328">
                  <c:v>-0.11071574972819209</c:v>
                </c:pt>
                <c:pt idx="2329">
                  <c:v>-0.10681362341388645</c:v>
                </c:pt>
                <c:pt idx="2330">
                  <c:v>-9.4317644458081995E-2</c:v>
                </c:pt>
                <c:pt idx="2331">
                  <c:v>-6.1264026425428497E-2</c:v>
                </c:pt>
                <c:pt idx="2332">
                  <c:v>-1.6724384870035025E-2</c:v>
                </c:pt>
                <c:pt idx="2333">
                  <c:v>-7.5727261034052029E-3</c:v>
                </c:pt>
                <c:pt idx="2334">
                  <c:v>1.8958232887451132E-2</c:v>
                </c:pt>
                <c:pt idx="2335">
                  <c:v>2.3274289275887483E-3</c:v>
                </c:pt>
                <c:pt idx="2336">
                  <c:v>2.1297896830005936E-3</c:v>
                </c:pt>
                <c:pt idx="2337">
                  <c:v>1.8517194759081423E-2</c:v>
                </c:pt>
                <c:pt idx="2338">
                  <c:v>4.3221919560577193E-2</c:v>
                </c:pt>
                <c:pt idx="2339">
                  <c:v>1.3339987014375554E-2</c:v>
                </c:pt>
                <c:pt idx="2340">
                  <c:v>2.0643864677734047E-2</c:v>
                </c:pt>
                <c:pt idx="2341">
                  <c:v>-2.3223102951997587E-2</c:v>
                </c:pt>
                <c:pt idx="2342">
                  <c:v>-3.6406326058292304E-2</c:v>
                </c:pt>
                <c:pt idx="2343">
                  <c:v>-2.3646854149436569E-2</c:v>
                </c:pt>
                <c:pt idx="2344">
                  <c:v>-1.7939588364026093E-2</c:v>
                </c:pt>
                <c:pt idx="2345">
                  <c:v>1.9237308569953537E-2</c:v>
                </c:pt>
                <c:pt idx="2346">
                  <c:v>5.1913634200920544E-2</c:v>
                </c:pt>
                <c:pt idx="2347">
                  <c:v>3.7955468969010919E-2</c:v>
                </c:pt>
                <c:pt idx="2348">
                  <c:v>4.8300056040431194E-2</c:v>
                </c:pt>
                <c:pt idx="2349">
                  <c:v>7.7702948952661943E-2</c:v>
                </c:pt>
                <c:pt idx="2350">
                  <c:v>4.9584435825468454E-2</c:v>
                </c:pt>
                <c:pt idx="2351">
                  <c:v>6.4194847574414959E-2</c:v>
                </c:pt>
                <c:pt idx="2352">
                  <c:v>8.2290480871063165E-2</c:v>
                </c:pt>
                <c:pt idx="2353">
                  <c:v>7.0196505240481377E-2</c:v>
                </c:pt>
                <c:pt idx="2354">
                  <c:v>5.6040307955564028E-2</c:v>
                </c:pt>
                <c:pt idx="2355">
                  <c:v>4.7053430803909446E-2</c:v>
                </c:pt>
                <c:pt idx="2356">
                  <c:v>4.2134091292184817E-2</c:v>
                </c:pt>
                <c:pt idx="2357">
                  <c:v>4.5778277893008479E-2</c:v>
                </c:pt>
                <c:pt idx="2358">
                  <c:v>4.0133844492523219E-2</c:v>
                </c:pt>
                <c:pt idx="2359">
                  <c:v>3.6230403905916697E-2</c:v>
                </c:pt>
                <c:pt idx="2360">
                  <c:v>4.6989015537112655E-2</c:v>
                </c:pt>
                <c:pt idx="2361">
                  <c:v>9.3597958736086895E-3</c:v>
                </c:pt>
                <c:pt idx="2362">
                  <c:v>-8.5028529849939805E-4</c:v>
                </c:pt>
                <c:pt idx="2363">
                  <c:v>-3.2154020601249944E-2</c:v>
                </c:pt>
                <c:pt idx="2364">
                  <c:v>-1.7833054309331797E-2</c:v>
                </c:pt>
                <c:pt idx="2365">
                  <c:v>-2.238648627567108E-2</c:v>
                </c:pt>
                <c:pt idx="2366">
                  <c:v>-3.9498628175116068E-2</c:v>
                </c:pt>
                <c:pt idx="2367">
                  <c:v>-4.9532797711888787E-2</c:v>
                </c:pt>
                <c:pt idx="2368">
                  <c:v>-2.7124817568952131E-2</c:v>
                </c:pt>
                <c:pt idx="2369">
                  <c:v>-1.5524731029279204E-2</c:v>
                </c:pt>
                <c:pt idx="2370">
                  <c:v>-3.5641740331176064E-2</c:v>
                </c:pt>
                <c:pt idx="2371">
                  <c:v>2.0591746870748162E-2</c:v>
                </c:pt>
                <c:pt idx="2372">
                  <c:v>5.1107193156375352E-2</c:v>
                </c:pt>
                <c:pt idx="2373">
                  <c:v>5.1436783074555903E-2</c:v>
                </c:pt>
                <c:pt idx="2374">
                  <c:v>3.41972404441091E-2</c:v>
                </c:pt>
                <c:pt idx="2375">
                  <c:v>4.208317805788675E-2</c:v>
                </c:pt>
                <c:pt idx="2376">
                  <c:v>9.1723497576674529E-3</c:v>
                </c:pt>
                <c:pt idx="2377">
                  <c:v>-2.8940254596900861E-3</c:v>
                </c:pt>
                <c:pt idx="2378">
                  <c:v>2.1471372803943956E-2</c:v>
                </c:pt>
                <c:pt idx="2379">
                  <c:v>-1.0105789227408124E-3</c:v>
                </c:pt>
                <c:pt idx="2380">
                  <c:v>1.1148381919627859E-2</c:v>
                </c:pt>
                <c:pt idx="2381">
                  <c:v>3.1699041304370512E-2</c:v>
                </c:pt>
                <c:pt idx="2382">
                  <c:v>2.9464883472154257E-2</c:v>
                </c:pt>
                <c:pt idx="2383">
                  <c:v>-1.2767380585519961E-3</c:v>
                </c:pt>
                <c:pt idx="2384">
                  <c:v>-5.864257880845658E-3</c:v>
                </c:pt>
                <c:pt idx="2385">
                  <c:v>-5.355560625305178E-3</c:v>
                </c:pt>
                <c:pt idx="2386">
                  <c:v>8.7942404114162986E-3</c:v>
                </c:pt>
                <c:pt idx="2387">
                  <c:v>3.1960735095474258E-2</c:v>
                </c:pt>
                <c:pt idx="2388">
                  <c:v>4.8930512778296187E-2</c:v>
                </c:pt>
                <c:pt idx="2389">
                  <c:v>6.7196077779079433E-2</c:v>
                </c:pt>
                <c:pt idx="2390">
                  <c:v>5.8630006121952016E-2</c:v>
                </c:pt>
                <c:pt idx="2391">
                  <c:v>3.5649335054898756E-2</c:v>
                </c:pt>
                <c:pt idx="2392">
                  <c:v>-1.1955007014555652E-2</c:v>
                </c:pt>
                <c:pt idx="2393">
                  <c:v>-6.4223564148883083E-3</c:v>
                </c:pt>
                <c:pt idx="2394">
                  <c:v>-2.4150643043781894E-2</c:v>
                </c:pt>
                <c:pt idx="2395">
                  <c:v>-7.3239674150632483E-3</c:v>
                </c:pt>
                <c:pt idx="2396">
                  <c:v>2.8536109865425541E-2</c:v>
                </c:pt>
                <c:pt idx="2397">
                  <c:v>4.4411718095718866E-2</c:v>
                </c:pt>
                <c:pt idx="2398">
                  <c:v>1.6754107831819409E-2</c:v>
                </c:pt>
                <c:pt idx="2399">
                  <c:v>8.1016353555343201E-3</c:v>
                </c:pt>
                <c:pt idx="2400">
                  <c:v>-3.6733475178024166E-2</c:v>
                </c:pt>
                <c:pt idx="2401">
                  <c:v>-5.49562440343907E-2</c:v>
                </c:pt>
                <c:pt idx="2402">
                  <c:v>-3.3286761066181225E-2</c:v>
                </c:pt>
                <c:pt idx="2403">
                  <c:v>-2.4804499010326775E-2</c:v>
                </c:pt>
                <c:pt idx="2404">
                  <c:v>2.3624265536770217E-3</c:v>
                </c:pt>
                <c:pt idx="2405">
                  <c:v>2.4973548920756539E-2</c:v>
                </c:pt>
                <c:pt idx="2406">
                  <c:v>-1.9977615406752802E-2</c:v>
                </c:pt>
                <c:pt idx="2407">
                  <c:v>-3.371778484429766E-2</c:v>
                </c:pt>
                <c:pt idx="2408">
                  <c:v>-4.4151247976406238E-2</c:v>
                </c:pt>
                <c:pt idx="2409">
                  <c:v>-5.9814870884583149E-2</c:v>
                </c:pt>
                <c:pt idx="2410">
                  <c:v>-5.5750728599390897E-2</c:v>
                </c:pt>
                <c:pt idx="2411">
                  <c:v>-1.9201654249679789E-3</c:v>
                </c:pt>
                <c:pt idx="2412">
                  <c:v>8.7014092719162051E-4</c:v>
                </c:pt>
                <c:pt idx="2413">
                  <c:v>2.2185235611967835E-2</c:v>
                </c:pt>
                <c:pt idx="2414">
                  <c:v>4.482740788152495E-2</c:v>
                </c:pt>
                <c:pt idx="2415">
                  <c:v>8.5075920674194894E-2</c:v>
                </c:pt>
                <c:pt idx="2416">
                  <c:v>9.9444568345043782E-2</c:v>
                </c:pt>
                <c:pt idx="2417">
                  <c:v>8.8646632644161283E-2</c:v>
                </c:pt>
                <c:pt idx="2418">
                  <c:v>0.10697671166415423</c:v>
                </c:pt>
                <c:pt idx="2419">
                  <c:v>9.7061052021150562E-2</c:v>
                </c:pt>
                <c:pt idx="2420">
                  <c:v>6.3081955529682432E-2</c:v>
                </c:pt>
                <c:pt idx="2421">
                  <c:v>3.1902526206071924E-2</c:v>
                </c:pt>
                <c:pt idx="2422">
                  <c:v>3.2536690030434912E-2</c:v>
                </c:pt>
                <c:pt idx="2423">
                  <c:v>-8.6924256407742151E-3</c:v>
                </c:pt>
                <c:pt idx="2424">
                  <c:v>-1.8874997828079998E-3</c:v>
                </c:pt>
                <c:pt idx="2425">
                  <c:v>2.8748566209545023E-2</c:v>
                </c:pt>
                <c:pt idx="2426">
                  <c:v>2.0651757733927134E-2</c:v>
                </c:pt>
                <c:pt idx="2427">
                  <c:v>-5.6765441924208071E-3</c:v>
                </c:pt>
                <c:pt idx="2428">
                  <c:v>7.2251532675902119E-3</c:v>
                </c:pt>
                <c:pt idx="2429">
                  <c:v>-1.2818060750475313E-2</c:v>
                </c:pt>
                <c:pt idx="2430">
                  <c:v>-2.4697506469482877E-2</c:v>
                </c:pt>
                <c:pt idx="2431">
                  <c:v>-3.2980211373728641E-2</c:v>
                </c:pt>
                <c:pt idx="2432">
                  <c:v>2.3774036256552611E-2</c:v>
                </c:pt>
                <c:pt idx="2433">
                  <c:v>4.2698122444968956E-2</c:v>
                </c:pt>
                <c:pt idx="2434">
                  <c:v>8.036962106467116E-2</c:v>
                </c:pt>
                <c:pt idx="2435">
                  <c:v>6.7482688712100058E-2</c:v>
                </c:pt>
                <c:pt idx="2436">
                  <c:v>6.8826366735132538E-2</c:v>
                </c:pt>
                <c:pt idx="2437">
                  <c:v>5.797661494772588E-2</c:v>
                </c:pt>
                <c:pt idx="2438">
                  <c:v>4.4462884200811459E-2</c:v>
                </c:pt>
                <c:pt idx="2439">
                  <c:v>3.8137321527949464E-2</c:v>
                </c:pt>
                <c:pt idx="2440">
                  <c:v>4.3491326855873425E-3</c:v>
                </c:pt>
                <c:pt idx="2441">
                  <c:v>4.3650003318969288E-2</c:v>
                </c:pt>
                <c:pt idx="2442">
                  <c:v>-3.2497086215497184E-3</c:v>
                </c:pt>
                <c:pt idx="2443">
                  <c:v>-6.8312774148663102E-2</c:v>
                </c:pt>
                <c:pt idx="2444">
                  <c:v>-7.6978961282442193E-2</c:v>
                </c:pt>
                <c:pt idx="2445">
                  <c:v>-9.0091975834069804E-2</c:v>
                </c:pt>
                <c:pt idx="2446">
                  <c:v>-0.1342259060305705</c:v>
                </c:pt>
                <c:pt idx="2447">
                  <c:v>-0.11243697052372248</c:v>
                </c:pt>
                <c:pt idx="2448">
                  <c:v>-1.9970675173975994E-2</c:v>
                </c:pt>
                <c:pt idx="2449">
                  <c:v>-1.7311864329940807E-2</c:v>
                </c:pt>
                <c:pt idx="2450">
                  <c:v>8.4098841535100943E-2</c:v>
                </c:pt>
                <c:pt idx="2451">
                  <c:v>8.9564965999172186E-2</c:v>
                </c:pt>
                <c:pt idx="2452">
                  <c:v>7.7187438235328143E-2</c:v>
                </c:pt>
                <c:pt idx="2453">
                  <c:v>6.0166953717193161E-2</c:v>
                </c:pt>
                <c:pt idx="2454">
                  <c:v>6.8516971796418691E-2</c:v>
                </c:pt>
                <c:pt idx="2455">
                  <c:v>1.5745720227102744E-3</c:v>
                </c:pt>
                <c:pt idx="2456">
                  <c:v>3.2145105645064787E-2</c:v>
                </c:pt>
                <c:pt idx="2457">
                  <c:v>4.5258198391707971E-2</c:v>
                </c:pt>
                <c:pt idx="2458">
                  <c:v>-1.0396050903993093E-2</c:v>
                </c:pt>
                <c:pt idx="2459">
                  <c:v>-2.381813429065549E-2</c:v>
                </c:pt>
                <c:pt idx="2460">
                  <c:v>-2.7015879547713118E-2</c:v>
                </c:pt>
                <c:pt idx="2461">
                  <c:v>-6.9289093224867759E-2</c:v>
                </c:pt>
                <c:pt idx="2462">
                  <c:v>-0.13987679280245258</c:v>
                </c:pt>
                <c:pt idx="2463">
                  <c:v>-9.1542548116499312E-2</c:v>
                </c:pt>
                <c:pt idx="2464">
                  <c:v>-0.11818117566659969</c:v>
                </c:pt>
                <c:pt idx="2465">
                  <c:v>-0.13025670660206146</c:v>
                </c:pt>
                <c:pt idx="2466">
                  <c:v>-0.15870115749325686</c:v>
                </c:pt>
                <c:pt idx="2467">
                  <c:v>-7.4755768602781436E-2</c:v>
                </c:pt>
                <c:pt idx="2468">
                  <c:v>-8.601033162799343E-2</c:v>
                </c:pt>
                <c:pt idx="2469">
                  <c:v>-1.9667394862300958E-2</c:v>
                </c:pt>
                <c:pt idx="2470">
                  <c:v>2.3787369421907067E-2</c:v>
                </c:pt>
                <c:pt idx="2471">
                  <c:v>4.826883399906734E-2</c:v>
                </c:pt>
                <c:pt idx="2472">
                  <c:v>-5.4389765530646339E-2</c:v>
                </c:pt>
                <c:pt idx="2473">
                  <c:v>-5.3706404963311805E-2</c:v>
                </c:pt>
                <c:pt idx="2474">
                  <c:v>-0.14817906546874671</c:v>
                </c:pt>
                <c:pt idx="2475">
                  <c:v>-0.23040838948733966</c:v>
                </c:pt>
                <c:pt idx="2476">
                  <c:v>-0.23578429752026242</c:v>
                </c:pt>
                <c:pt idx="2477">
                  <c:v>-0.22814678010884581</c:v>
                </c:pt>
                <c:pt idx="2478">
                  <c:v>-0.26892364265240642</c:v>
                </c:pt>
                <c:pt idx="2479">
                  <c:v>-0.31061464569927499</c:v>
                </c:pt>
                <c:pt idx="2480">
                  <c:v>-0.35548518673571683</c:v>
                </c:pt>
                <c:pt idx="2481">
                  <c:v>-0.2306250027258554</c:v>
                </c:pt>
                <c:pt idx="2482">
                  <c:v>-0.2678480436229369</c:v>
                </c:pt>
                <c:pt idx="2483">
                  <c:v>-4.4695587624976496E-2</c:v>
                </c:pt>
                <c:pt idx="2484">
                  <c:v>0.14711998918628599</c:v>
                </c:pt>
                <c:pt idx="2485">
                  <c:v>0.28810340585351391</c:v>
                </c:pt>
                <c:pt idx="2486">
                  <c:v>0.17926031082084659</c:v>
                </c:pt>
                <c:pt idx="2487">
                  <c:v>0.32904100074759146</c:v>
                </c:pt>
                <c:pt idx="2488">
                  <c:v>0.10003724719301976</c:v>
                </c:pt>
                <c:pt idx="2489">
                  <c:v>-5.9136498601085608E-2</c:v>
                </c:pt>
                <c:pt idx="2490">
                  <c:v>2.5294808156689275E-2</c:v>
                </c:pt>
                <c:pt idx="2491">
                  <c:v>-1.5231790721893068E-2</c:v>
                </c:pt>
                <c:pt idx="2492">
                  <c:v>7.1294894026415978E-2</c:v>
                </c:pt>
              </c:numCache>
            </c:numRef>
          </c:xVal>
          <c:yVal>
            <c:numRef>
              <c:f>'ETF 원본금액'!$DX$20:$DX$2512</c:f>
              <c:numCache>
                <c:formatCode>General</c:formatCode>
                <c:ptCount val="2493"/>
                <c:pt idx="0">
                  <c:v>70.855000000000004</c:v>
                </c:pt>
                <c:pt idx="1">
                  <c:v>72.537499999999994</c:v>
                </c:pt>
                <c:pt idx="2">
                  <c:v>41.128</c:v>
                </c:pt>
                <c:pt idx="3">
                  <c:v>-19.930700000000002</c:v>
                </c:pt>
                <c:pt idx="4">
                  <c:v>-11.4931</c:v>
                </c:pt>
                <c:pt idx="5">
                  <c:v>22.584600000000002</c:v>
                </c:pt>
                <c:pt idx="6">
                  <c:v>31.3782</c:v>
                </c:pt>
                <c:pt idx="7">
                  <c:v>35.280800000000006</c:v>
                </c:pt>
                <c:pt idx="8">
                  <c:v>52.060899999999997</c:v>
                </c:pt>
                <c:pt idx="9">
                  <c:v>67.168000000000006</c:v>
                </c:pt>
                <c:pt idx="10">
                  <c:v>57.965200000000003</c:v>
                </c:pt>
                <c:pt idx="11">
                  <c:v>10.4604</c:v>
                </c:pt>
                <c:pt idx="12">
                  <c:v>38.716699999999996</c:v>
                </c:pt>
                <c:pt idx="13">
                  <c:v>61.061800000000005</c:v>
                </c:pt>
                <c:pt idx="14">
                  <c:v>95.743099999999998</c:v>
                </c:pt>
                <c:pt idx="15">
                  <c:v>67.363699999999994</c:v>
                </c:pt>
                <c:pt idx="16">
                  <c:v>105.12019999999998</c:v>
                </c:pt>
                <c:pt idx="17">
                  <c:v>75.368899999999996</c:v>
                </c:pt>
                <c:pt idx="18">
                  <c:v>57.941399999999994</c:v>
                </c:pt>
                <c:pt idx="19">
                  <c:v>13.2182</c:v>
                </c:pt>
                <c:pt idx="20">
                  <c:v>2.8722999999999992</c:v>
                </c:pt>
                <c:pt idx="21">
                  <c:v>14.789799999999996</c:v>
                </c:pt>
                <c:pt idx="22">
                  <c:v>-15.608700000000002</c:v>
                </c:pt>
                <c:pt idx="23">
                  <c:v>-16.588999999999999</c:v>
                </c:pt>
                <c:pt idx="24">
                  <c:v>-7.2746000000000031</c:v>
                </c:pt>
                <c:pt idx="25">
                  <c:v>45.264299999999999</c:v>
                </c:pt>
                <c:pt idx="26">
                  <c:v>41.609000000000002</c:v>
                </c:pt>
                <c:pt idx="27">
                  <c:v>64.928700000000006</c:v>
                </c:pt>
                <c:pt idx="28">
                  <c:v>91.013800000000003</c:v>
                </c:pt>
                <c:pt idx="29">
                  <c:v>101.55070000000001</c:v>
                </c:pt>
                <c:pt idx="30">
                  <c:v>83.294799999999995</c:v>
                </c:pt>
                <c:pt idx="31">
                  <c:v>20.303899999999992</c:v>
                </c:pt>
                <c:pt idx="32">
                  <c:v>89.021100000000004</c:v>
                </c:pt>
                <c:pt idx="33">
                  <c:v>90.812600000000003</c:v>
                </c:pt>
                <c:pt idx="34">
                  <c:v>94.029599999999988</c:v>
                </c:pt>
                <c:pt idx="35">
                  <c:v>72.624399999999994</c:v>
                </c:pt>
                <c:pt idx="36">
                  <c:v>68.569100000000006</c:v>
                </c:pt>
                <c:pt idx="37">
                  <c:v>44.178999999999995</c:v>
                </c:pt>
                <c:pt idx="38">
                  <c:v>19.714700000000001</c:v>
                </c:pt>
                <c:pt idx="39">
                  <c:v>-56.238799999999998</c:v>
                </c:pt>
                <c:pt idx="40">
                  <c:v>4.2160000000000082</c:v>
                </c:pt>
                <c:pt idx="41">
                  <c:v>106.3147</c:v>
                </c:pt>
                <c:pt idx="42">
                  <c:v>94.349699999999999</c:v>
                </c:pt>
                <c:pt idx="43">
                  <c:v>31.923000000000002</c:v>
                </c:pt>
                <c:pt idx="44">
                  <c:v>145.73090000000002</c:v>
                </c:pt>
                <c:pt idx="45">
                  <c:v>111.43170000000001</c:v>
                </c:pt>
                <c:pt idx="46">
                  <c:v>147.5958</c:v>
                </c:pt>
                <c:pt idx="47">
                  <c:v>260.0643</c:v>
                </c:pt>
                <c:pt idx="48">
                  <c:v>260.56260000000003</c:v>
                </c:pt>
                <c:pt idx="49">
                  <c:v>195.41650000000004</c:v>
                </c:pt>
                <c:pt idx="50">
                  <c:v>169.88330000000005</c:v>
                </c:pt>
                <c:pt idx="51">
                  <c:v>28.818900000000006</c:v>
                </c:pt>
                <c:pt idx="52">
                  <c:v>-92.950400000000002</c:v>
                </c:pt>
                <c:pt idx="53">
                  <c:v>97.913800000000009</c:v>
                </c:pt>
                <c:pt idx="54">
                  <c:v>115.46929999999999</c:v>
                </c:pt>
                <c:pt idx="55">
                  <c:v>235.6908</c:v>
                </c:pt>
                <c:pt idx="56">
                  <c:v>363.29669999999999</c:v>
                </c:pt>
                <c:pt idx="57">
                  <c:v>358.6225</c:v>
                </c:pt>
                <c:pt idx="58">
                  <c:v>437.29340000000002</c:v>
                </c:pt>
                <c:pt idx="59">
                  <c:v>378.0564</c:v>
                </c:pt>
                <c:pt idx="60">
                  <c:v>207.09440000000001</c:v>
                </c:pt>
                <c:pt idx="61">
                  <c:v>87.160799999999995</c:v>
                </c:pt>
                <c:pt idx="62">
                  <c:v>42.164300000000026</c:v>
                </c:pt>
                <c:pt idx="63">
                  <c:v>-188.6217</c:v>
                </c:pt>
                <c:pt idx="64">
                  <c:v>-263.26499999999999</c:v>
                </c:pt>
                <c:pt idx="65">
                  <c:v>-205.13810000000001</c:v>
                </c:pt>
                <c:pt idx="66">
                  <c:v>-100.91000000000001</c:v>
                </c:pt>
                <c:pt idx="67">
                  <c:v>-103.6969</c:v>
                </c:pt>
                <c:pt idx="68">
                  <c:v>-48.80569999999998</c:v>
                </c:pt>
                <c:pt idx="69">
                  <c:v>6.0497000000000085</c:v>
                </c:pt>
                <c:pt idx="70">
                  <c:v>-28.209599999999995</c:v>
                </c:pt>
                <c:pt idx="71">
                  <c:v>-139.708</c:v>
                </c:pt>
                <c:pt idx="72">
                  <c:v>-108.1618</c:v>
                </c:pt>
                <c:pt idx="73">
                  <c:v>-151.02129999999997</c:v>
                </c:pt>
                <c:pt idx="74">
                  <c:v>-123.84439999999999</c:v>
                </c:pt>
                <c:pt idx="75">
                  <c:v>-80.908200000000008</c:v>
                </c:pt>
                <c:pt idx="76">
                  <c:v>-166.54949999999999</c:v>
                </c:pt>
                <c:pt idx="77">
                  <c:v>-145.4316</c:v>
                </c:pt>
                <c:pt idx="78">
                  <c:v>-193.31359999999998</c:v>
                </c:pt>
                <c:pt idx="79">
                  <c:v>-205.64569999999998</c:v>
                </c:pt>
                <c:pt idx="80">
                  <c:v>-189.04119999999998</c:v>
                </c:pt>
                <c:pt idx="81">
                  <c:v>-58.582999999999991</c:v>
                </c:pt>
                <c:pt idx="82">
                  <c:v>-28.953899999999997</c:v>
                </c:pt>
                <c:pt idx="83">
                  <c:v>57.691099999999999</c:v>
                </c:pt>
                <c:pt idx="84">
                  <c:v>133.27670000000001</c:v>
                </c:pt>
                <c:pt idx="85">
                  <c:v>136.12109999999998</c:v>
                </c:pt>
                <c:pt idx="86">
                  <c:v>148.18369999999999</c:v>
                </c:pt>
                <c:pt idx="87">
                  <c:v>165.69059999999999</c:v>
                </c:pt>
                <c:pt idx="88">
                  <c:v>150.3458</c:v>
                </c:pt>
                <c:pt idx="89">
                  <c:v>34.447999999999993</c:v>
                </c:pt>
                <c:pt idx="90">
                  <c:v>-25.522500000000008</c:v>
                </c:pt>
                <c:pt idx="91">
                  <c:v>-25.060599999999997</c:v>
                </c:pt>
                <c:pt idx="92">
                  <c:v>-112.5879</c:v>
                </c:pt>
                <c:pt idx="93">
                  <c:v>-211.76179999999999</c:v>
                </c:pt>
                <c:pt idx="94">
                  <c:v>-71.504800000000003</c:v>
                </c:pt>
                <c:pt idx="95">
                  <c:v>3.673099999999998</c:v>
                </c:pt>
                <c:pt idx="96">
                  <c:v>0.21109999999999449</c:v>
                </c:pt>
                <c:pt idx="97">
                  <c:v>58.980499999999992</c:v>
                </c:pt>
                <c:pt idx="98">
                  <c:v>119.84330000000001</c:v>
                </c:pt>
                <c:pt idx="99">
                  <c:v>41.317</c:v>
                </c:pt>
                <c:pt idx="100">
                  <c:v>-24.975200000000001</c:v>
                </c:pt>
                <c:pt idx="101">
                  <c:v>-10.599900000000002</c:v>
                </c:pt>
                <c:pt idx="102">
                  <c:v>-41.382900000000006</c:v>
                </c:pt>
                <c:pt idx="103">
                  <c:v>-74.933199999999999</c:v>
                </c:pt>
                <c:pt idx="104">
                  <c:v>-56.345899999999993</c:v>
                </c:pt>
                <c:pt idx="105">
                  <c:v>16.789400000000001</c:v>
                </c:pt>
                <c:pt idx="106">
                  <c:v>-83.509299999999996</c:v>
                </c:pt>
                <c:pt idx="107">
                  <c:v>-5.6336999999999904</c:v>
                </c:pt>
                <c:pt idx="108">
                  <c:v>75.836900000000014</c:v>
                </c:pt>
                <c:pt idx="109">
                  <c:v>87.523099999999999</c:v>
                </c:pt>
                <c:pt idx="110">
                  <c:v>38.733000000000004</c:v>
                </c:pt>
                <c:pt idx="111">
                  <c:v>110.17790000000001</c:v>
                </c:pt>
                <c:pt idx="112">
                  <c:v>71.494599999999991</c:v>
                </c:pt>
                <c:pt idx="113">
                  <c:v>128.31469999999999</c:v>
                </c:pt>
                <c:pt idx="114">
                  <c:v>198.54089999999999</c:v>
                </c:pt>
                <c:pt idx="115">
                  <c:v>199.86929999999998</c:v>
                </c:pt>
                <c:pt idx="116">
                  <c:v>244.15130000000002</c:v>
                </c:pt>
                <c:pt idx="117">
                  <c:v>229.1403</c:v>
                </c:pt>
                <c:pt idx="118">
                  <c:v>189.01059999999998</c:v>
                </c:pt>
                <c:pt idx="119">
                  <c:v>14.559399999999997</c:v>
                </c:pt>
                <c:pt idx="120">
                  <c:v>11.570000000000002</c:v>
                </c:pt>
                <c:pt idx="121">
                  <c:v>-16.363700000000001</c:v>
                </c:pt>
                <c:pt idx="122">
                  <c:v>-38.013000000000005</c:v>
                </c:pt>
                <c:pt idx="123">
                  <c:v>28.401200000000003</c:v>
                </c:pt>
                <c:pt idx="124">
                  <c:v>121.38220000000001</c:v>
                </c:pt>
                <c:pt idx="125">
                  <c:v>155.2475</c:v>
                </c:pt>
                <c:pt idx="126">
                  <c:v>90.75960000000002</c:v>
                </c:pt>
                <c:pt idx="127">
                  <c:v>157.9787</c:v>
                </c:pt>
                <c:pt idx="128">
                  <c:v>-67.604299999999995</c:v>
                </c:pt>
                <c:pt idx="129">
                  <c:v>-101.6962</c:v>
                </c:pt>
                <c:pt idx="130">
                  <c:v>-153.91059999999999</c:v>
                </c:pt>
                <c:pt idx="131">
                  <c:v>-121.6735</c:v>
                </c:pt>
                <c:pt idx="132">
                  <c:v>-226.47319999999996</c:v>
                </c:pt>
                <c:pt idx="133">
                  <c:v>-62.077599999999983</c:v>
                </c:pt>
                <c:pt idx="134">
                  <c:v>-21.069200000000009</c:v>
                </c:pt>
                <c:pt idx="135">
                  <c:v>-101.19980000000001</c:v>
                </c:pt>
                <c:pt idx="136">
                  <c:v>-94.731099999999998</c:v>
                </c:pt>
                <c:pt idx="137">
                  <c:v>-94.916700000000006</c:v>
                </c:pt>
                <c:pt idx="138">
                  <c:v>-151.20680000000002</c:v>
                </c:pt>
                <c:pt idx="139">
                  <c:v>-125.90460000000002</c:v>
                </c:pt>
                <c:pt idx="140">
                  <c:v>-40.695200000000007</c:v>
                </c:pt>
                <c:pt idx="141">
                  <c:v>2.2126999999999981</c:v>
                </c:pt>
                <c:pt idx="142">
                  <c:v>-4.8489000000000004</c:v>
                </c:pt>
                <c:pt idx="143">
                  <c:v>-43.563899999999997</c:v>
                </c:pt>
                <c:pt idx="144">
                  <c:v>-108.36720000000001</c:v>
                </c:pt>
                <c:pt idx="145">
                  <c:v>-104.2329</c:v>
                </c:pt>
                <c:pt idx="146">
                  <c:v>-129.35759999999999</c:v>
                </c:pt>
                <c:pt idx="147">
                  <c:v>-87.000899999999987</c:v>
                </c:pt>
                <c:pt idx="148">
                  <c:v>-3.3196000000000012</c:v>
                </c:pt>
                <c:pt idx="149">
                  <c:v>-43.826799999999999</c:v>
                </c:pt>
                <c:pt idx="150">
                  <c:v>-30.6661</c:v>
                </c:pt>
                <c:pt idx="151">
                  <c:v>53.343499999999999</c:v>
                </c:pt>
                <c:pt idx="152">
                  <c:v>80.030200000000008</c:v>
                </c:pt>
                <c:pt idx="153">
                  <c:v>66.757300000000001</c:v>
                </c:pt>
                <c:pt idx="154">
                  <c:v>213.4622</c:v>
                </c:pt>
                <c:pt idx="155">
                  <c:v>202.971</c:v>
                </c:pt>
                <c:pt idx="156">
                  <c:v>100.06920000000001</c:v>
                </c:pt>
                <c:pt idx="157">
                  <c:v>69.022199999999998</c:v>
                </c:pt>
                <c:pt idx="158">
                  <c:v>175.30270000000002</c:v>
                </c:pt>
                <c:pt idx="159">
                  <c:v>136.26490000000001</c:v>
                </c:pt>
                <c:pt idx="160">
                  <c:v>151.89500000000001</c:v>
                </c:pt>
                <c:pt idx="161">
                  <c:v>169.71440000000001</c:v>
                </c:pt>
                <c:pt idx="162">
                  <c:v>68.0214</c:v>
                </c:pt>
                <c:pt idx="163">
                  <c:v>-156.72880000000001</c:v>
                </c:pt>
                <c:pt idx="164">
                  <c:v>-112.00090000000002</c:v>
                </c:pt>
                <c:pt idx="165">
                  <c:v>-19.052799999999976</c:v>
                </c:pt>
                <c:pt idx="166">
                  <c:v>-30.575299999999995</c:v>
                </c:pt>
                <c:pt idx="167">
                  <c:v>179.6825</c:v>
                </c:pt>
                <c:pt idx="168">
                  <c:v>124.96949999999998</c:v>
                </c:pt>
                <c:pt idx="169">
                  <c:v>0.21780000000002531</c:v>
                </c:pt>
                <c:pt idx="170">
                  <c:v>-232.54640000000001</c:v>
                </c:pt>
                <c:pt idx="171">
                  <c:v>-246.25210000000001</c:v>
                </c:pt>
                <c:pt idx="172">
                  <c:v>-312.43480000000005</c:v>
                </c:pt>
                <c:pt idx="173">
                  <c:v>-148.87100000000001</c:v>
                </c:pt>
                <c:pt idx="174">
                  <c:v>-121.01450000000003</c:v>
                </c:pt>
                <c:pt idx="175">
                  <c:v>-31.539000000000009</c:v>
                </c:pt>
                <c:pt idx="176">
                  <c:v>26.643399999999986</c:v>
                </c:pt>
                <c:pt idx="177">
                  <c:v>247.02489999999997</c:v>
                </c:pt>
                <c:pt idx="178">
                  <c:v>190.11509999999998</c:v>
                </c:pt>
                <c:pt idx="179">
                  <c:v>271.17750000000001</c:v>
                </c:pt>
                <c:pt idx="180">
                  <c:v>363.721</c:v>
                </c:pt>
                <c:pt idx="181">
                  <c:v>260.87290000000002</c:v>
                </c:pt>
                <c:pt idx="182">
                  <c:v>-26.212899999999991</c:v>
                </c:pt>
                <c:pt idx="183">
                  <c:v>-15.916599999999985</c:v>
                </c:pt>
                <c:pt idx="184">
                  <c:v>-25.549599999999991</c:v>
                </c:pt>
                <c:pt idx="185">
                  <c:v>-49.083999999999989</c:v>
                </c:pt>
                <c:pt idx="186">
                  <c:v>7.7886999999999986</c:v>
                </c:pt>
                <c:pt idx="187">
                  <c:v>137.10489999999999</c:v>
                </c:pt>
                <c:pt idx="188">
                  <c:v>208.3655</c:v>
                </c:pt>
                <c:pt idx="189">
                  <c:v>86.53179999999999</c:v>
                </c:pt>
                <c:pt idx="190">
                  <c:v>-23.108899999999991</c:v>
                </c:pt>
                <c:pt idx="191">
                  <c:v>-161.44220000000001</c:v>
                </c:pt>
                <c:pt idx="192">
                  <c:v>-381.11009999999999</c:v>
                </c:pt>
                <c:pt idx="193">
                  <c:v>-428.0394</c:v>
                </c:pt>
                <c:pt idx="194">
                  <c:v>-369.98340000000002</c:v>
                </c:pt>
                <c:pt idx="195">
                  <c:v>-223.47300000000001</c:v>
                </c:pt>
                <c:pt idx="196">
                  <c:v>-154.7313</c:v>
                </c:pt>
                <c:pt idx="197">
                  <c:v>-11.761400000000002</c:v>
                </c:pt>
                <c:pt idx="198">
                  <c:v>24.445299999999996</c:v>
                </c:pt>
                <c:pt idx="199">
                  <c:v>59.842799999999997</c:v>
                </c:pt>
                <c:pt idx="200">
                  <c:v>8.2189000000000014</c:v>
                </c:pt>
                <c:pt idx="201">
                  <c:v>144.69130000000001</c:v>
                </c:pt>
                <c:pt idx="202">
                  <c:v>119.60750000000002</c:v>
                </c:pt>
                <c:pt idx="203">
                  <c:v>209.8818</c:v>
                </c:pt>
                <c:pt idx="204">
                  <c:v>179.71809999999999</c:v>
                </c:pt>
                <c:pt idx="205">
                  <c:v>226.12810000000002</c:v>
                </c:pt>
                <c:pt idx="206">
                  <c:v>217.72590000000002</c:v>
                </c:pt>
                <c:pt idx="207">
                  <c:v>207.64849999999998</c:v>
                </c:pt>
                <c:pt idx="208">
                  <c:v>73.679900000000004</c:v>
                </c:pt>
                <c:pt idx="209">
                  <c:v>-36.777599999999993</c:v>
                </c:pt>
                <c:pt idx="210">
                  <c:v>-53.384099999999997</c:v>
                </c:pt>
                <c:pt idx="211">
                  <c:v>-61.987599999999986</c:v>
                </c:pt>
                <c:pt idx="212">
                  <c:v>17.498499999999993</c:v>
                </c:pt>
                <c:pt idx="213">
                  <c:v>32.847999999999999</c:v>
                </c:pt>
                <c:pt idx="214">
                  <c:v>179.2303</c:v>
                </c:pt>
                <c:pt idx="215">
                  <c:v>286.11649999999997</c:v>
                </c:pt>
                <c:pt idx="216">
                  <c:v>192.00819999999999</c:v>
                </c:pt>
                <c:pt idx="217">
                  <c:v>176.00240000000002</c:v>
                </c:pt>
                <c:pt idx="218">
                  <c:v>175.21250000000003</c:v>
                </c:pt>
                <c:pt idx="219">
                  <c:v>95.377000000000038</c:v>
                </c:pt>
                <c:pt idx="220">
                  <c:v>53.449300000000008</c:v>
                </c:pt>
                <c:pt idx="221">
                  <c:v>118.52500000000001</c:v>
                </c:pt>
                <c:pt idx="222">
                  <c:v>94.176300000000012</c:v>
                </c:pt>
                <c:pt idx="223">
                  <c:v>74.508200000000016</c:v>
                </c:pt>
                <c:pt idx="224">
                  <c:v>-32.258099999999985</c:v>
                </c:pt>
                <c:pt idx="225">
                  <c:v>-11.58850000000001</c:v>
                </c:pt>
                <c:pt idx="226">
                  <c:v>290.7928</c:v>
                </c:pt>
                <c:pt idx="227">
                  <c:v>160.10909999999998</c:v>
                </c:pt>
                <c:pt idx="228">
                  <c:v>37.215799999999973</c:v>
                </c:pt>
                <c:pt idx="229">
                  <c:v>51.261999999999972</c:v>
                </c:pt>
                <c:pt idx="230">
                  <c:v>-79.081699999999998</c:v>
                </c:pt>
                <c:pt idx="231">
                  <c:v>-324.04600000000005</c:v>
                </c:pt>
                <c:pt idx="232">
                  <c:v>-40.457800000000049</c:v>
                </c:pt>
                <c:pt idx="233">
                  <c:v>143.88320000000002</c:v>
                </c:pt>
                <c:pt idx="234">
                  <c:v>232.5342</c:v>
                </c:pt>
                <c:pt idx="235">
                  <c:v>351.64330000000001</c:v>
                </c:pt>
                <c:pt idx="236">
                  <c:v>440.15279999999996</c:v>
                </c:pt>
                <c:pt idx="237">
                  <c:v>557.04189999999994</c:v>
                </c:pt>
                <c:pt idx="238">
                  <c:v>720.18180000000007</c:v>
                </c:pt>
                <c:pt idx="239">
                  <c:v>675.67949999999996</c:v>
                </c:pt>
                <c:pt idx="240">
                  <c:v>551.39390000000003</c:v>
                </c:pt>
                <c:pt idx="241">
                  <c:v>466.22320000000002</c:v>
                </c:pt>
                <c:pt idx="242">
                  <c:v>395.10469999999998</c:v>
                </c:pt>
                <c:pt idx="243">
                  <c:v>71.961699999999993</c:v>
                </c:pt>
                <c:pt idx="244">
                  <c:v>262.74250000000001</c:v>
                </c:pt>
                <c:pt idx="245">
                  <c:v>496.46440000000001</c:v>
                </c:pt>
                <c:pt idx="246">
                  <c:v>468.28399999999999</c:v>
                </c:pt>
                <c:pt idx="247">
                  <c:v>336.58209999999997</c:v>
                </c:pt>
                <c:pt idx="248">
                  <c:v>445.54270000000002</c:v>
                </c:pt>
                <c:pt idx="249">
                  <c:v>451.23400000000004</c:v>
                </c:pt>
                <c:pt idx="250">
                  <c:v>321.24240000000003</c:v>
                </c:pt>
                <c:pt idx="251">
                  <c:v>183.10270000000003</c:v>
                </c:pt>
                <c:pt idx="252">
                  <c:v>-124.6902</c:v>
                </c:pt>
                <c:pt idx="253">
                  <c:v>27.370600000000024</c:v>
                </c:pt>
                <c:pt idx="254">
                  <c:v>-167.37209999999999</c:v>
                </c:pt>
                <c:pt idx="255">
                  <c:v>-190.99019999999999</c:v>
                </c:pt>
                <c:pt idx="256">
                  <c:v>223.43480000000002</c:v>
                </c:pt>
                <c:pt idx="257">
                  <c:v>674.22400000000005</c:v>
                </c:pt>
                <c:pt idx="258">
                  <c:v>414.90909999999991</c:v>
                </c:pt>
                <c:pt idx="259">
                  <c:v>968.21360000000004</c:v>
                </c:pt>
                <c:pt idx="260">
                  <c:v>611.375</c:v>
                </c:pt>
                <c:pt idx="261">
                  <c:v>330.65099999999995</c:v>
                </c:pt>
                <c:pt idx="262">
                  <c:v>-90.8</c:v>
                </c:pt>
                <c:pt idx="263">
                  <c:v>-110.1627</c:v>
                </c:pt>
                <c:pt idx="264">
                  <c:v>-673.54049999999995</c:v>
                </c:pt>
                <c:pt idx="265">
                  <c:v>-454.37619999999998</c:v>
                </c:pt>
                <c:pt idx="266">
                  <c:v>-637.64609999999993</c:v>
                </c:pt>
                <c:pt idx="267">
                  <c:v>-524.63689999999997</c:v>
                </c:pt>
                <c:pt idx="268">
                  <c:v>-409.60570000000001</c:v>
                </c:pt>
                <c:pt idx="269">
                  <c:v>-455.5333</c:v>
                </c:pt>
                <c:pt idx="270">
                  <c:v>-484.22919999999999</c:v>
                </c:pt>
                <c:pt idx="271">
                  <c:v>-433.6309</c:v>
                </c:pt>
                <c:pt idx="272">
                  <c:v>-493.32040000000001</c:v>
                </c:pt>
                <c:pt idx="273">
                  <c:v>-513.74940000000004</c:v>
                </c:pt>
                <c:pt idx="274">
                  <c:v>-461.4203</c:v>
                </c:pt>
                <c:pt idx="275">
                  <c:v>-266.52009999999996</c:v>
                </c:pt>
                <c:pt idx="276">
                  <c:v>-316.1943</c:v>
                </c:pt>
                <c:pt idx="277">
                  <c:v>-219.34569999999999</c:v>
                </c:pt>
                <c:pt idx="278">
                  <c:v>-205.96020000000001</c:v>
                </c:pt>
                <c:pt idx="279">
                  <c:v>13.930999999999997</c:v>
                </c:pt>
                <c:pt idx="280">
                  <c:v>-142.46700000000004</c:v>
                </c:pt>
                <c:pt idx="281">
                  <c:v>-25.813100000000006</c:v>
                </c:pt>
                <c:pt idx="282">
                  <c:v>15.422600000000003</c:v>
                </c:pt>
                <c:pt idx="283">
                  <c:v>110.83750000000001</c:v>
                </c:pt>
                <c:pt idx="284">
                  <c:v>-47.422699999999999</c:v>
                </c:pt>
                <c:pt idx="285">
                  <c:v>-320.38040000000001</c:v>
                </c:pt>
                <c:pt idx="286">
                  <c:v>-272.41539999999998</c:v>
                </c:pt>
                <c:pt idx="287">
                  <c:v>-290.40129999999999</c:v>
                </c:pt>
                <c:pt idx="288">
                  <c:v>-350.34029999999996</c:v>
                </c:pt>
                <c:pt idx="289">
                  <c:v>-254.17379999999997</c:v>
                </c:pt>
                <c:pt idx="290">
                  <c:v>172.74340000000001</c:v>
                </c:pt>
                <c:pt idx="291">
                  <c:v>134.0703</c:v>
                </c:pt>
                <c:pt idx="292">
                  <c:v>230.51340000000002</c:v>
                </c:pt>
                <c:pt idx="293">
                  <c:v>-87.153099999999995</c:v>
                </c:pt>
                <c:pt idx="294">
                  <c:v>151.4975</c:v>
                </c:pt>
                <c:pt idx="295">
                  <c:v>224.87840000000003</c:v>
                </c:pt>
                <c:pt idx="296">
                  <c:v>539.25160000000005</c:v>
                </c:pt>
                <c:pt idx="297">
                  <c:v>536.75240000000008</c:v>
                </c:pt>
                <c:pt idx="298">
                  <c:v>754.45519999999988</c:v>
                </c:pt>
                <c:pt idx="299">
                  <c:v>802.38599999999997</c:v>
                </c:pt>
                <c:pt idx="300">
                  <c:v>749.83330000000001</c:v>
                </c:pt>
                <c:pt idx="301">
                  <c:v>572.40420000000006</c:v>
                </c:pt>
                <c:pt idx="302">
                  <c:v>559.33100000000002</c:v>
                </c:pt>
                <c:pt idx="303">
                  <c:v>643.27630000000011</c:v>
                </c:pt>
                <c:pt idx="304">
                  <c:v>586.28580000000011</c:v>
                </c:pt>
                <c:pt idx="305">
                  <c:v>449.84250000000003</c:v>
                </c:pt>
                <c:pt idx="306">
                  <c:v>841.26949999999999</c:v>
                </c:pt>
                <c:pt idx="307">
                  <c:v>724.52729999999997</c:v>
                </c:pt>
                <c:pt idx="308">
                  <c:v>813.86470000000008</c:v>
                </c:pt>
                <c:pt idx="309">
                  <c:v>448.82039999999995</c:v>
                </c:pt>
                <c:pt idx="310">
                  <c:v>516.33029999999997</c:v>
                </c:pt>
                <c:pt idx="311">
                  <c:v>32.426700000000004</c:v>
                </c:pt>
                <c:pt idx="312">
                  <c:v>-362.19209999999998</c:v>
                </c:pt>
                <c:pt idx="313">
                  <c:v>-417.11129999999997</c:v>
                </c:pt>
                <c:pt idx="314">
                  <c:v>-153.72519999999997</c:v>
                </c:pt>
                <c:pt idx="315">
                  <c:v>-281.21409999999997</c:v>
                </c:pt>
                <c:pt idx="316">
                  <c:v>-198.69</c:v>
                </c:pt>
                <c:pt idx="317">
                  <c:v>727.80600000000004</c:v>
                </c:pt>
                <c:pt idx="318">
                  <c:v>899.45060000000012</c:v>
                </c:pt>
                <c:pt idx="319">
                  <c:v>1004.4970000000001</c:v>
                </c:pt>
                <c:pt idx="320">
                  <c:v>1038.741</c:v>
                </c:pt>
                <c:pt idx="321">
                  <c:v>852.40819999999997</c:v>
                </c:pt>
                <c:pt idx="322">
                  <c:v>357.40619999999996</c:v>
                </c:pt>
                <c:pt idx="323">
                  <c:v>453.40140000000002</c:v>
                </c:pt>
                <c:pt idx="324">
                  <c:v>579.5539</c:v>
                </c:pt>
                <c:pt idx="325">
                  <c:v>744.00399999999991</c:v>
                </c:pt>
                <c:pt idx="326">
                  <c:v>658.96389999999997</c:v>
                </c:pt>
                <c:pt idx="327">
                  <c:v>577.9624</c:v>
                </c:pt>
                <c:pt idx="328">
                  <c:v>388.93439999999998</c:v>
                </c:pt>
                <c:pt idx="329">
                  <c:v>-272.64959999999996</c:v>
                </c:pt>
                <c:pt idx="330">
                  <c:v>-60.074000000000012</c:v>
                </c:pt>
                <c:pt idx="331">
                  <c:v>51.281400000000012</c:v>
                </c:pt>
                <c:pt idx="332">
                  <c:v>-68.946599999999989</c:v>
                </c:pt>
                <c:pt idx="333">
                  <c:v>-192.05509999999998</c:v>
                </c:pt>
                <c:pt idx="334">
                  <c:v>-155.5556</c:v>
                </c:pt>
                <c:pt idx="335">
                  <c:v>-653.14370000000008</c:v>
                </c:pt>
                <c:pt idx="336">
                  <c:v>-796.24360000000001</c:v>
                </c:pt>
                <c:pt idx="337">
                  <c:v>-707.83310000000006</c:v>
                </c:pt>
                <c:pt idx="338">
                  <c:v>-784.03210000000001</c:v>
                </c:pt>
                <c:pt idx="339">
                  <c:v>-674.74390000000005</c:v>
                </c:pt>
                <c:pt idx="340">
                  <c:v>-530.26940000000002</c:v>
                </c:pt>
                <c:pt idx="341">
                  <c:v>285.8261</c:v>
                </c:pt>
                <c:pt idx="342">
                  <c:v>464.84880000000004</c:v>
                </c:pt>
                <c:pt idx="343">
                  <c:v>917.37490000000003</c:v>
                </c:pt>
                <c:pt idx="344">
                  <c:v>965.5535000000001</c:v>
                </c:pt>
                <c:pt idx="345">
                  <c:v>1321.6598999999999</c:v>
                </c:pt>
                <c:pt idx="346">
                  <c:v>655.1434999999999</c:v>
                </c:pt>
                <c:pt idx="347">
                  <c:v>434.05059999999992</c:v>
                </c:pt>
                <c:pt idx="348">
                  <c:v>307.13799999999998</c:v>
                </c:pt>
                <c:pt idx="349">
                  <c:v>207.6661</c:v>
                </c:pt>
                <c:pt idx="350">
                  <c:v>59.347800000000007</c:v>
                </c:pt>
                <c:pt idx="351">
                  <c:v>-33.825499999999977</c:v>
                </c:pt>
                <c:pt idx="352">
                  <c:v>36.180399999999992</c:v>
                </c:pt>
                <c:pt idx="353">
                  <c:v>-197.4494</c:v>
                </c:pt>
                <c:pt idx="354">
                  <c:v>204.32670000000002</c:v>
                </c:pt>
                <c:pt idx="355">
                  <c:v>-670.01819999999998</c:v>
                </c:pt>
                <c:pt idx="356">
                  <c:v>554.31739999999991</c:v>
                </c:pt>
                <c:pt idx="357">
                  <c:v>1546.6974</c:v>
                </c:pt>
                <c:pt idx="358">
                  <c:v>2055.6469000000002</c:v>
                </c:pt>
                <c:pt idx="359">
                  <c:v>2317.7960999999996</c:v>
                </c:pt>
                <c:pt idx="360">
                  <c:v>3870.8348000000005</c:v>
                </c:pt>
                <c:pt idx="361">
                  <c:v>4223.0043000000005</c:v>
                </c:pt>
                <c:pt idx="362">
                  <c:v>3520.5988000000002</c:v>
                </c:pt>
                <c:pt idx="363">
                  <c:v>2780.152</c:v>
                </c:pt>
                <c:pt idx="364">
                  <c:v>2381.7625000000003</c:v>
                </c:pt>
                <c:pt idx="365">
                  <c:v>529.3805000000001</c:v>
                </c:pt>
                <c:pt idx="366">
                  <c:v>-1253.5645</c:v>
                </c:pt>
                <c:pt idx="367">
                  <c:v>-822.65270000000021</c:v>
                </c:pt>
                <c:pt idx="368">
                  <c:v>541.36530000000005</c:v>
                </c:pt>
                <c:pt idx="369">
                  <c:v>557.27590000000009</c:v>
                </c:pt>
                <c:pt idx="370">
                  <c:v>1066.8081999999999</c:v>
                </c:pt>
                <c:pt idx="371">
                  <c:v>1600.5244999999998</c:v>
                </c:pt>
                <c:pt idx="372">
                  <c:v>804.52249999999992</c:v>
                </c:pt>
                <c:pt idx="373">
                  <c:v>-528.73579999999993</c:v>
                </c:pt>
                <c:pt idx="374">
                  <c:v>-1226.4688999999998</c:v>
                </c:pt>
                <c:pt idx="375">
                  <c:v>-939.24490000000003</c:v>
                </c:pt>
                <c:pt idx="376">
                  <c:v>-1575.6774</c:v>
                </c:pt>
                <c:pt idx="377">
                  <c:v>-1957.8827000000001</c:v>
                </c:pt>
                <c:pt idx="378">
                  <c:v>-1668.0811000000001</c:v>
                </c:pt>
                <c:pt idx="379">
                  <c:v>-72.778599999999869</c:v>
                </c:pt>
                <c:pt idx="380">
                  <c:v>691.40769999999986</c:v>
                </c:pt>
                <c:pt idx="381">
                  <c:v>579.14569999999992</c:v>
                </c:pt>
                <c:pt idx="382">
                  <c:v>781.79490000000021</c:v>
                </c:pt>
                <c:pt idx="383">
                  <c:v>845.3205999999999</c:v>
                </c:pt>
                <c:pt idx="384">
                  <c:v>698.37289999999996</c:v>
                </c:pt>
                <c:pt idx="385">
                  <c:v>174.58010000000002</c:v>
                </c:pt>
                <c:pt idx="386">
                  <c:v>-287.40309999999999</c:v>
                </c:pt>
                <c:pt idx="387">
                  <c:v>109.42619999999988</c:v>
                </c:pt>
                <c:pt idx="388">
                  <c:v>-100.9198</c:v>
                </c:pt>
                <c:pt idx="389">
                  <c:v>-1125.7433000000001</c:v>
                </c:pt>
                <c:pt idx="390">
                  <c:v>-199.27719999999988</c:v>
                </c:pt>
                <c:pt idx="391">
                  <c:v>3093.0382</c:v>
                </c:pt>
                <c:pt idx="392">
                  <c:v>3146.1987000000004</c:v>
                </c:pt>
                <c:pt idx="393">
                  <c:v>2395.4555999999998</c:v>
                </c:pt>
                <c:pt idx="394">
                  <c:v>2442.8154</c:v>
                </c:pt>
                <c:pt idx="395">
                  <c:v>1022.3923000000001</c:v>
                </c:pt>
                <c:pt idx="396">
                  <c:v>-1449.6520000000003</c:v>
                </c:pt>
                <c:pt idx="397">
                  <c:v>-630.11990000000026</c:v>
                </c:pt>
                <c:pt idx="398">
                  <c:v>817.53649999999993</c:v>
                </c:pt>
                <c:pt idx="399">
                  <c:v>-101.17039999999997</c:v>
                </c:pt>
                <c:pt idx="400">
                  <c:v>-661.33659999999986</c:v>
                </c:pt>
                <c:pt idx="401">
                  <c:v>-353.20660000000004</c:v>
                </c:pt>
                <c:pt idx="402">
                  <c:v>-2121.7075</c:v>
                </c:pt>
                <c:pt idx="403">
                  <c:v>-3082.5934000000002</c:v>
                </c:pt>
                <c:pt idx="404">
                  <c:v>-2465.9046000000003</c:v>
                </c:pt>
                <c:pt idx="405">
                  <c:v>-1599.6785</c:v>
                </c:pt>
                <c:pt idx="406">
                  <c:v>-1878.6017999999999</c:v>
                </c:pt>
                <c:pt idx="407">
                  <c:v>-1023.3111</c:v>
                </c:pt>
                <c:pt idx="408">
                  <c:v>-903.9591999999999</c:v>
                </c:pt>
                <c:pt idx="409">
                  <c:v>-146.60459999999995</c:v>
                </c:pt>
                <c:pt idx="410">
                  <c:v>-140.79769999999994</c:v>
                </c:pt>
                <c:pt idx="411">
                  <c:v>-768.85699999999997</c:v>
                </c:pt>
                <c:pt idx="412">
                  <c:v>-622.25949999999989</c:v>
                </c:pt>
                <c:pt idx="413">
                  <c:v>-414.07560000000001</c:v>
                </c:pt>
                <c:pt idx="414">
                  <c:v>-1015.0969999999999</c:v>
                </c:pt>
                <c:pt idx="415">
                  <c:v>-865.97479999999996</c:v>
                </c:pt>
                <c:pt idx="416">
                  <c:v>191.05110000000002</c:v>
                </c:pt>
                <c:pt idx="417">
                  <c:v>-323.18370000000004</c:v>
                </c:pt>
                <c:pt idx="418">
                  <c:v>-165.07090000000002</c:v>
                </c:pt>
                <c:pt idx="419">
                  <c:v>739.32819999999992</c:v>
                </c:pt>
                <c:pt idx="420">
                  <c:v>-185.89449999999999</c:v>
                </c:pt>
                <c:pt idx="421">
                  <c:v>-190.71559999999999</c:v>
                </c:pt>
                <c:pt idx="422">
                  <c:v>296.77940000000001</c:v>
                </c:pt>
                <c:pt idx="423">
                  <c:v>-21.609400000000022</c:v>
                </c:pt>
                <c:pt idx="424">
                  <c:v>1073.1166000000001</c:v>
                </c:pt>
                <c:pt idx="425">
                  <c:v>1728.8036000000002</c:v>
                </c:pt>
                <c:pt idx="426">
                  <c:v>510.31360000000018</c:v>
                </c:pt>
                <c:pt idx="427">
                  <c:v>352.20760000000007</c:v>
                </c:pt>
                <c:pt idx="428">
                  <c:v>890.56330000000003</c:v>
                </c:pt>
                <c:pt idx="429">
                  <c:v>-771.08960000000002</c:v>
                </c:pt>
                <c:pt idx="430">
                  <c:v>700.55510000000004</c:v>
                </c:pt>
                <c:pt idx="431">
                  <c:v>2072.9470000000001</c:v>
                </c:pt>
                <c:pt idx="432">
                  <c:v>2064.2118999999998</c:v>
                </c:pt>
                <c:pt idx="433">
                  <c:v>2638.9837000000002</c:v>
                </c:pt>
                <c:pt idx="434">
                  <c:v>2386.4959000000003</c:v>
                </c:pt>
                <c:pt idx="435">
                  <c:v>1417.6334999999999</c:v>
                </c:pt>
                <c:pt idx="436">
                  <c:v>458.77409999999998</c:v>
                </c:pt>
                <c:pt idx="437">
                  <c:v>-852.77490000000012</c:v>
                </c:pt>
                <c:pt idx="438">
                  <c:v>-2087.8053999999997</c:v>
                </c:pt>
                <c:pt idx="439">
                  <c:v>-3610.4422</c:v>
                </c:pt>
                <c:pt idx="440">
                  <c:v>-3831.0470999999998</c:v>
                </c:pt>
                <c:pt idx="441">
                  <c:v>-3271.4537999999998</c:v>
                </c:pt>
                <c:pt idx="442">
                  <c:v>-1568.0549000000001</c:v>
                </c:pt>
                <c:pt idx="443">
                  <c:v>-1526.3621000000001</c:v>
                </c:pt>
                <c:pt idx="444">
                  <c:v>44.544600000000031</c:v>
                </c:pt>
                <c:pt idx="445">
                  <c:v>1177.3652000000002</c:v>
                </c:pt>
                <c:pt idx="446">
                  <c:v>819.89070000000015</c:v>
                </c:pt>
                <c:pt idx="447">
                  <c:v>1332.3138000000001</c:v>
                </c:pt>
                <c:pt idx="448">
                  <c:v>1844.9194000000002</c:v>
                </c:pt>
                <c:pt idx="449">
                  <c:v>3273.0050000000001</c:v>
                </c:pt>
                <c:pt idx="450">
                  <c:v>2094.7121999999999</c:v>
                </c:pt>
                <c:pt idx="451">
                  <c:v>3860.6434999999997</c:v>
                </c:pt>
                <c:pt idx="452">
                  <c:v>2714.4979999999996</c:v>
                </c:pt>
                <c:pt idx="453">
                  <c:v>1346.1678999999999</c:v>
                </c:pt>
                <c:pt idx="454">
                  <c:v>-84.109300000000133</c:v>
                </c:pt>
                <c:pt idx="455">
                  <c:v>-807.17930000000001</c:v>
                </c:pt>
                <c:pt idx="456">
                  <c:v>-2083.6714000000002</c:v>
                </c:pt>
                <c:pt idx="457">
                  <c:v>-2095.3078999999998</c:v>
                </c:pt>
                <c:pt idx="458">
                  <c:v>-1035.1359</c:v>
                </c:pt>
                <c:pt idx="459">
                  <c:v>-1035.0572999999999</c:v>
                </c:pt>
                <c:pt idx="460">
                  <c:v>-225.61870000000002</c:v>
                </c:pt>
                <c:pt idx="461">
                  <c:v>-1680.7855</c:v>
                </c:pt>
                <c:pt idx="462">
                  <c:v>-1637.1121000000001</c:v>
                </c:pt>
                <c:pt idx="463">
                  <c:v>-1716.9248</c:v>
                </c:pt>
                <c:pt idx="464">
                  <c:v>-743.68920000000014</c:v>
                </c:pt>
                <c:pt idx="465">
                  <c:v>-4.1597000000000435</c:v>
                </c:pt>
                <c:pt idx="466">
                  <c:v>213.25829999999996</c:v>
                </c:pt>
                <c:pt idx="467">
                  <c:v>611.7217999999998</c:v>
                </c:pt>
                <c:pt idx="468">
                  <c:v>323.6601999999998</c:v>
                </c:pt>
                <c:pt idx="469">
                  <c:v>-1076.3159000000001</c:v>
                </c:pt>
                <c:pt idx="470">
                  <c:v>-1411.9786000000001</c:v>
                </c:pt>
                <c:pt idx="471">
                  <c:v>-1155.8274000000001</c:v>
                </c:pt>
                <c:pt idx="472">
                  <c:v>-1356.9785000000002</c:v>
                </c:pt>
                <c:pt idx="473">
                  <c:v>-1790.2812000000001</c:v>
                </c:pt>
                <c:pt idx="474">
                  <c:v>-2051.7728999999999</c:v>
                </c:pt>
                <c:pt idx="475">
                  <c:v>-2523.3005000000003</c:v>
                </c:pt>
                <c:pt idx="476">
                  <c:v>-1852.3658</c:v>
                </c:pt>
                <c:pt idx="477">
                  <c:v>-1900.9305999999999</c:v>
                </c:pt>
                <c:pt idx="478">
                  <c:v>-969.09039999999993</c:v>
                </c:pt>
                <c:pt idx="479">
                  <c:v>-23.370300000000015</c:v>
                </c:pt>
                <c:pt idx="480">
                  <c:v>29.712700000000005</c:v>
                </c:pt>
                <c:pt idx="481">
                  <c:v>63.693200000000019</c:v>
                </c:pt>
                <c:pt idx="482">
                  <c:v>546.52300000000002</c:v>
                </c:pt>
                <c:pt idx="483">
                  <c:v>482.37039999999996</c:v>
                </c:pt>
                <c:pt idx="484">
                  <c:v>76.554599999999994</c:v>
                </c:pt>
                <c:pt idx="485">
                  <c:v>-497.24870000000004</c:v>
                </c:pt>
                <c:pt idx="486">
                  <c:v>161.74649999999991</c:v>
                </c:pt>
                <c:pt idx="487">
                  <c:v>190.97659999999996</c:v>
                </c:pt>
                <c:pt idx="488">
                  <c:v>-355.23880000000008</c:v>
                </c:pt>
                <c:pt idx="489">
                  <c:v>162.98859999999991</c:v>
                </c:pt>
                <c:pt idx="490">
                  <c:v>76.282299999999964</c:v>
                </c:pt>
                <c:pt idx="491">
                  <c:v>441.03129999999993</c:v>
                </c:pt>
                <c:pt idx="492">
                  <c:v>-995.27300000000002</c:v>
                </c:pt>
                <c:pt idx="493">
                  <c:v>-127.32810000000001</c:v>
                </c:pt>
                <c:pt idx="494">
                  <c:v>28.351800000000026</c:v>
                </c:pt>
                <c:pt idx="495">
                  <c:v>510.75490000000002</c:v>
                </c:pt>
                <c:pt idx="496">
                  <c:v>109.31269999999995</c:v>
                </c:pt>
                <c:pt idx="497">
                  <c:v>835.09089999999992</c:v>
                </c:pt>
                <c:pt idx="498">
                  <c:v>1388.9569999999999</c:v>
                </c:pt>
                <c:pt idx="499">
                  <c:v>268.47590000000002</c:v>
                </c:pt>
                <c:pt idx="500">
                  <c:v>-319.11560000000009</c:v>
                </c:pt>
                <c:pt idx="501">
                  <c:v>-906.01119999999992</c:v>
                </c:pt>
                <c:pt idx="502">
                  <c:v>-19.603399999999851</c:v>
                </c:pt>
                <c:pt idx="503">
                  <c:v>-397.45830000000001</c:v>
                </c:pt>
                <c:pt idx="504">
                  <c:v>583.89840000000004</c:v>
                </c:pt>
                <c:pt idx="505">
                  <c:v>1195.3076000000001</c:v>
                </c:pt>
                <c:pt idx="506">
                  <c:v>744.94490000000019</c:v>
                </c:pt>
                <c:pt idx="507">
                  <c:v>342.87609999999989</c:v>
                </c:pt>
                <c:pt idx="508">
                  <c:v>-1240.0598</c:v>
                </c:pt>
                <c:pt idx="509">
                  <c:v>-2149.1523000000002</c:v>
                </c:pt>
                <c:pt idx="510">
                  <c:v>-1851.5898999999999</c:v>
                </c:pt>
                <c:pt idx="511">
                  <c:v>-854.7992999999999</c:v>
                </c:pt>
                <c:pt idx="512">
                  <c:v>-1153.1375</c:v>
                </c:pt>
                <c:pt idx="513">
                  <c:v>149.91779999999994</c:v>
                </c:pt>
                <c:pt idx="514">
                  <c:v>1170.5989</c:v>
                </c:pt>
                <c:pt idx="515">
                  <c:v>1056.8762000000002</c:v>
                </c:pt>
                <c:pt idx="516">
                  <c:v>728.85929999999996</c:v>
                </c:pt>
                <c:pt idx="517">
                  <c:v>1154.7640999999999</c:v>
                </c:pt>
                <c:pt idx="518">
                  <c:v>296.38079999999991</c:v>
                </c:pt>
                <c:pt idx="519">
                  <c:v>90.356699999999933</c:v>
                </c:pt>
                <c:pt idx="520">
                  <c:v>810.61979999999994</c:v>
                </c:pt>
                <c:pt idx="521">
                  <c:v>876.30179999999996</c:v>
                </c:pt>
                <c:pt idx="522">
                  <c:v>142.83619999999991</c:v>
                </c:pt>
                <c:pt idx="523">
                  <c:v>-582.73620000000005</c:v>
                </c:pt>
                <c:pt idx="524">
                  <c:v>-210.46080000000006</c:v>
                </c:pt>
                <c:pt idx="525">
                  <c:v>-647.56020000000001</c:v>
                </c:pt>
                <c:pt idx="526">
                  <c:v>-998.11860000000001</c:v>
                </c:pt>
                <c:pt idx="527">
                  <c:v>610.36549999999988</c:v>
                </c:pt>
                <c:pt idx="528">
                  <c:v>1987.5725</c:v>
                </c:pt>
                <c:pt idx="529">
                  <c:v>2288.9452999999999</c:v>
                </c:pt>
                <c:pt idx="530">
                  <c:v>1520.7774999999999</c:v>
                </c:pt>
                <c:pt idx="531">
                  <c:v>2046.7914999999998</c:v>
                </c:pt>
                <c:pt idx="532">
                  <c:v>1176.7886000000001</c:v>
                </c:pt>
                <c:pt idx="533">
                  <c:v>592.90560000000005</c:v>
                </c:pt>
                <c:pt idx="534">
                  <c:v>-151.28699999999998</c:v>
                </c:pt>
                <c:pt idx="535">
                  <c:v>1645.9305999999999</c:v>
                </c:pt>
                <c:pt idx="536">
                  <c:v>1426.6980999999998</c:v>
                </c:pt>
                <c:pt idx="537">
                  <c:v>1507.8894999999998</c:v>
                </c:pt>
                <c:pt idx="538">
                  <c:v>2089.8107999999997</c:v>
                </c:pt>
                <c:pt idx="539">
                  <c:v>1849.6600999999998</c:v>
                </c:pt>
                <c:pt idx="540">
                  <c:v>-274.68790000000007</c:v>
                </c:pt>
                <c:pt idx="541">
                  <c:v>-696.37430000000006</c:v>
                </c:pt>
                <c:pt idx="542">
                  <c:v>-1693.9585000000002</c:v>
                </c:pt>
                <c:pt idx="543">
                  <c:v>-1792.6974000000002</c:v>
                </c:pt>
                <c:pt idx="544">
                  <c:v>-1423.1033000000002</c:v>
                </c:pt>
                <c:pt idx="545">
                  <c:v>471.9085</c:v>
                </c:pt>
                <c:pt idx="546">
                  <c:v>537.88319999999999</c:v>
                </c:pt>
                <c:pt idx="547">
                  <c:v>1664.5033999999998</c:v>
                </c:pt>
                <c:pt idx="548">
                  <c:v>2141.6175999999996</c:v>
                </c:pt>
                <c:pt idx="549">
                  <c:v>2693.8098</c:v>
                </c:pt>
                <c:pt idx="550">
                  <c:v>1476.7945999999999</c:v>
                </c:pt>
                <c:pt idx="551">
                  <c:v>1977.1515999999999</c:v>
                </c:pt>
                <c:pt idx="552">
                  <c:v>2371.8121000000001</c:v>
                </c:pt>
                <c:pt idx="553">
                  <c:v>2057.8975999999998</c:v>
                </c:pt>
                <c:pt idx="554">
                  <c:v>2255.2351000000003</c:v>
                </c:pt>
                <c:pt idx="555">
                  <c:v>2129.8183000000004</c:v>
                </c:pt>
                <c:pt idx="556">
                  <c:v>1864.8720999999998</c:v>
                </c:pt>
                <c:pt idx="557">
                  <c:v>1051.8982999999998</c:v>
                </c:pt>
                <c:pt idx="558">
                  <c:v>842.06360000000006</c:v>
                </c:pt>
                <c:pt idx="559">
                  <c:v>-225.04170000000005</c:v>
                </c:pt>
                <c:pt idx="560">
                  <c:v>-409.96440000000001</c:v>
                </c:pt>
                <c:pt idx="561">
                  <c:v>-277.21940000000006</c:v>
                </c:pt>
                <c:pt idx="562">
                  <c:v>-289.78840000000002</c:v>
                </c:pt>
                <c:pt idx="563">
                  <c:v>-338.67440000000011</c:v>
                </c:pt>
                <c:pt idx="564">
                  <c:v>280.32189999999997</c:v>
                </c:pt>
                <c:pt idx="565">
                  <c:v>550.971</c:v>
                </c:pt>
                <c:pt idx="566">
                  <c:v>-577.50879999999995</c:v>
                </c:pt>
                <c:pt idx="567">
                  <c:v>-682.61300000000006</c:v>
                </c:pt>
                <c:pt idx="568">
                  <c:v>-944.58770000000004</c:v>
                </c:pt>
                <c:pt idx="569">
                  <c:v>-1469.4442000000001</c:v>
                </c:pt>
                <c:pt idx="570">
                  <c:v>-1454.7119</c:v>
                </c:pt>
                <c:pt idx="571">
                  <c:v>-636.27689999999996</c:v>
                </c:pt>
                <c:pt idx="572">
                  <c:v>-471.18229999999994</c:v>
                </c:pt>
                <c:pt idx="573">
                  <c:v>-706.11699999999996</c:v>
                </c:pt>
                <c:pt idx="574">
                  <c:v>-646.79200000000014</c:v>
                </c:pt>
                <c:pt idx="575">
                  <c:v>-785.36929999999995</c:v>
                </c:pt>
                <c:pt idx="576">
                  <c:v>-414.44040000000007</c:v>
                </c:pt>
                <c:pt idx="577">
                  <c:v>1206.6213</c:v>
                </c:pt>
                <c:pt idx="578">
                  <c:v>2863.7044000000001</c:v>
                </c:pt>
                <c:pt idx="579">
                  <c:v>3075.1111000000001</c:v>
                </c:pt>
                <c:pt idx="580">
                  <c:v>3986.1694000000002</c:v>
                </c:pt>
                <c:pt idx="581">
                  <c:v>3900.8559</c:v>
                </c:pt>
                <c:pt idx="582">
                  <c:v>1493.0606999999995</c:v>
                </c:pt>
                <c:pt idx="583">
                  <c:v>357.81619999999987</c:v>
                </c:pt>
                <c:pt idx="584">
                  <c:v>-607.1821000000001</c:v>
                </c:pt>
                <c:pt idx="585">
                  <c:v>-1631.9196000000002</c:v>
                </c:pt>
                <c:pt idx="586">
                  <c:v>-1746.2733000000001</c:v>
                </c:pt>
                <c:pt idx="587">
                  <c:v>-1086.9893</c:v>
                </c:pt>
                <c:pt idx="588">
                  <c:v>-672.76730000000009</c:v>
                </c:pt>
                <c:pt idx="589">
                  <c:v>403.8904</c:v>
                </c:pt>
                <c:pt idx="590">
                  <c:v>1030.758</c:v>
                </c:pt>
                <c:pt idx="591">
                  <c:v>2459.9092000000001</c:v>
                </c:pt>
                <c:pt idx="592">
                  <c:v>2559.4497000000001</c:v>
                </c:pt>
                <c:pt idx="593">
                  <c:v>2144.2350999999999</c:v>
                </c:pt>
                <c:pt idx="594">
                  <c:v>1228.3408999999999</c:v>
                </c:pt>
                <c:pt idx="595">
                  <c:v>1686.3235999999999</c:v>
                </c:pt>
                <c:pt idx="596">
                  <c:v>-791.76970000000006</c:v>
                </c:pt>
                <c:pt idx="597">
                  <c:v>-968.45710000000008</c:v>
                </c:pt>
                <c:pt idx="598">
                  <c:v>590.11040000000003</c:v>
                </c:pt>
                <c:pt idx="599">
                  <c:v>729.00819999999999</c:v>
                </c:pt>
                <c:pt idx="600">
                  <c:v>309.99290000000008</c:v>
                </c:pt>
                <c:pt idx="601">
                  <c:v>1193.0373</c:v>
                </c:pt>
                <c:pt idx="602">
                  <c:v>-309.68370000000004</c:v>
                </c:pt>
                <c:pt idx="603">
                  <c:v>-2595.3794000000003</c:v>
                </c:pt>
                <c:pt idx="604">
                  <c:v>-4197.3337000000001</c:v>
                </c:pt>
                <c:pt idx="605">
                  <c:v>-4928.2529000000004</c:v>
                </c:pt>
                <c:pt idx="606">
                  <c:v>-4679.2264000000005</c:v>
                </c:pt>
                <c:pt idx="607">
                  <c:v>-2882.2808999999997</c:v>
                </c:pt>
                <c:pt idx="608">
                  <c:v>-2523.0656999999997</c:v>
                </c:pt>
                <c:pt idx="609">
                  <c:v>-754.60429999999997</c:v>
                </c:pt>
                <c:pt idx="610">
                  <c:v>-1469.6995000000002</c:v>
                </c:pt>
                <c:pt idx="611">
                  <c:v>-2898.8801000000003</c:v>
                </c:pt>
                <c:pt idx="612">
                  <c:v>-3214.8669</c:v>
                </c:pt>
                <c:pt idx="613">
                  <c:v>-2748.6664999999998</c:v>
                </c:pt>
                <c:pt idx="614">
                  <c:v>-2810.3870000000002</c:v>
                </c:pt>
                <c:pt idx="615">
                  <c:v>-1577.7070000000001</c:v>
                </c:pt>
                <c:pt idx="616">
                  <c:v>216.42160000000001</c:v>
                </c:pt>
                <c:pt idx="617">
                  <c:v>295.24579999999997</c:v>
                </c:pt>
                <c:pt idx="618">
                  <c:v>335.50129999999996</c:v>
                </c:pt>
                <c:pt idx="619">
                  <c:v>780.11350000000004</c:v>
                </c:pt>
                <c:pt idx="620">
                  <c:v>601.14</c:v>
                </c:pt>
                <c:pt idx="621">
                  <c:v>861.98610000000008</c:v>
                </c:pt>
                <c:pt idx="622">
                  <c:v>892.29540000000009</c:v>
                </c:pt>
                <c:pt idx="623">
                  <c:v>1007.9674000000001</c:v>
                </c:pt>
                <c:pt idx="624">
                  <c:v>676.29510000000005</c:v>
                </c:pt>
                <c:pt idx="625">
                  <c:v>1503.873</c:v>
                </c:pt>
                <c:pt idx="626">
                  <c:v>708.77940000000001</c:v>
                </c:pt>
                <c:pt idx="627">
                  <c:v>967.76769999999999</c:v>
                </c:pt>
                <c:pt idx="628">
                  <c:v>790.61980000000005</c:v>
                </c:pt>
                <c:pt idx="629">
                  <c:v>2336.0951999999997</c:v>
                </c:pt>
                <c:pt idx="630">
                  <c:v>1486.5111000000002</c:v>
                </c:pt>
                <c:pt idx="631">
                  <c:v>272.76400000000012</c:v>
                </c:pt>
                <c:pt idx="632">
                  <c:v>-80.756999999999891</c:v>
                </c:pt>
                <c:pt idx="633">
                  <c:v>-69.265499999999861</c:v>
                </c:pt>
                <c:pt idx="634">
                  <c:v>-2483.2723999999998</c:v>
                </c:pt>
                <c:pt idx="635">
                  <c:v>-2387.8725999999997</c:v>
                </c:pt>
                <c:pt idx="636">
                  <c:v>-2466.8859000000002</c:v>
                </c:pt>
                <c:pt idx="637">
                  <c:v>-2002.9026000000003</c:v>
                </c:pt>
                <c:pt idx="638">
                  <c:v>-2091.3287</c:v>
                </c:pt>
                <c:pt idx="639">
                  <c:v>-936.88570000000016</c:v>
                </c:pt>
                <c:pt idx="640">
                  <c:v>-491.06940000000014</c:v>
                </c:pt>
                <c:pt idx="641">
                  <c:v>587.59789999999998</c:v>
                </c:pt>
                <c:pt idx="642">
                  <c:v>144.3192</c:v>
                </c:pt>
                <c:pt idx="643">
                  <c:v>298.55340000000012</c:v>
                </c:pt>
                <c:pt idx="644">
                  <c:v>461.1044</c:v>
                </c:pt>
                <c:pt idx="645">
                  <c:v>-189.32639999999998</c:v>
                </c:pt>
                <c:pt idx="646">
                  <c:v>301.81009999999998</c:v>
                </c:pt>
                <c:pt idx="647">
                  <c:v>213.27699999999999</c:v>
                </c:pt>
                <c:pt idx="648">
                  <c:v>291.50099999999998</c:v>
                </c:pt>
                <c:pt idx="649">
                  <c:v>-69.680400000000006</c:v>
                </c:pt>
                <c:pt idx="650">
                  <c:v>664.5942</c:v>
                </c:pt>
                <c:pt idx="651">
                  <c:v>211.90899999999993</c:v>
                </c:pt>
                <c:pt idx="652">
                  <c:v>1808.9373999999998</c:v>
                </c:pt>
                <c:pt idx="653">
                  <c:v>2726.2082999999998</c:v>
                </c:pt>
                <c:pt idx="654">
                  <c:v>3023.0814999999998</c:v>
                </c:pt>
                <c:pt idx="655">
                  <c:v>2618.5531999999998</c:v>
                </c:pt>
                <c:pt idx="656">
                  <c:v>2788.9083000000001</c:v>
                </c:pt>
                <c:pt idx="657">
                  <c:v>918.50519999999995</c:v>
                </c:pt>
                <c:pt idx="658">
                  <c:v>-575.7432</c:v>
                </c:pt>
                <c:pt idx="659">
                  <c:v>-439.06849999999997</c:v>
                </c:pt>
                <c:pt idx="660">
                  <c:v>-572.05369999999994</c:v>
                </c:pt>
                <c:pt idx="661">
                  <c:v>-274.49259999999998</c:v>
                </c:pt>
                <c:pt idx="662">
                  <c:v>755.35480000000007</c:v>
                </c:pt>
                <c:pt idx="663">
                  <c:v>1381.8143</c:v>
                </c:pt>
                <c:pt idx="664">
                  <c:v>2045.9407000000001</c:v>
                </c:pt>
                <c:pt idx="665">
                  <c:v>1867.3614</c:v>
                </c:pt>
                <c:pt idx="666">
                  <c:v>1550.3226000000002</c:v>
                </c:pt>
                <c:pt idx="667">
                  <c:v>726.08879999999988</c:v>
                </c:pt>
                <c:pt idx="668">
                  <c:v>1314.6491999999998</c:v>
                </c:pt>
                <c:pt idx="669">
                  <c:v>-592.95249999999999</c:v>
                </c:pt>
                <c:pt idx="670">
                  <c:v>-98.857300000000066</c:v>
                </c:pt>
                <c:pt idx="671">
                  <c:v>-212.28670000000002</c:v>
                </c:pt>
                <c:pt idx="672">
                  <c:v>-43.126700000000071</c:v>
                </c:pt>
                <c:pt idx="673">
                  <c:v>-131.02370000000008</c:v>
                </c:pt>
                <c:pt idx="674">
                  <c:v>1285.0061999999998</c:v>
                </c:pt>
                <c:pt idx="675">
                  <c:v>1038.7785999999999</c:v>
                </c:pt>
                <c:pt idx="676">
                  <c:v>1788.4441999999999</c:v>
                </c:pt>
                <c:pt idx="677">
                  <c:v>1551.0338999999999</c:v>
                </c:pt>
                <c:pt idx="678">
                  <c:v>1756.5043999999998</c:v>
                </c:pt>
                <c:pt idx="679">
                  <c:v>1582.6675</c:v>
                </c:pt>
                <c:pt idx="680">
                  <c:v>1106.0136</c:v>
                </c:pt>
                <c:pt idx="681">
                  <c:v>318.95949999999988</c:v>
                </c:pt>
                <c:pt idx="682">
                  <c:v>501.11550000000005</c:v>
                </c:pt>
                <c:pt idx="683">
                  <c:v>-1066.8514</c:v>
                </c:pt>
                <c:pt idx="684">
                  <c:v>-1810.2454</c:v>
                </c:pt>
                <c:pt idx="685">
                  <c:v>-1342.6277</c:v>
                </c:pt>
                <c:pt idx="686">
                  <c:v>-2157.1031000000003</c:v>
                </c:pt>
                <c:pt idx="687">
                  <c:v>-1927.7722000000003</c:v>
                </c:pt>
                <c:pt idx="688">
                  <c:v>-1935.8024</c:v>
                </c:pt>
                <c:pt idx="689">
                  <c:v>-1923.7680999999998</c:v>
                </c:pt>
                <c:pt idx="690">
                  <c:v>-2174.1722</c:v>
                </c:pt>
                <c:pt idx="691">
                  <c:v>-1189.5019</c:v>
                </c:pt>
                <c:pt idx="692">
                  <c:v>-1703.9472000000001</c:v>
                </c:pt>
                <c:pt idx="693">
                  <c:v>-1279.5891999999999</c:v>
                </c:pt>
                <c:pt idx="694">
                  <c:v>-1949.8452</c:v>
                </c:pt>
                <c:pt idx="695">
                  <c:v>-1936.6224</c:v>
                </c:pt>
                <c:pt idx="696">
                  <c:v>-2087.6759000000002</c:v>
                </c:pt>
                <c:pt idx="697">
                  <c:v>-2106.0011999999997</c:v>
                </c:pt>
                <c:pt idx="698">
                  <c:v>-2842.8139000000001</c:v>
                </c:pt>
                <c:pt idx="699">
                  <c:v>-2118.4364</c:v>
                </c:pt>
                <c:pt idx="700">
                  <c:v>-1862.3220999999999</c:v>
                </c:pt>
                <c:pt idx="701">
                  <c:v>-1709.7594999999999</c:v>
                </c:pt>
                <c:pt idx="702">
                  <c:v>-1370.4769000000001</c:v>
                </c:pt>
                <c:pt idx="703">
                  <c:v>-238.30609999999996</c:v>
                </c:pt>
                <c:pt idx="704">
                  <c:v>-176.54859999999999</c:v>
                </c:pt>
                <c:pt idx="705">
                  <c:v>-572.05539999999996</c:v>
                </c:pt>
                <c:pt idx="706">
                  <c:v>-592.12239999999997</c:v>
                </c:pt>
                <c:pt idx="707">
                  <c:v>-865.3456000000001</c:v>
                </c:pt>
                <c:pt idx="708">
                  <c:v>-1799.8424999999997</c:v>
                </c:pt>
                <c:pt idx="709">
                  <c:v>-1342.4268</c:v>
                </c:pt>
                <c:pt idx="710">
                  <c:v>-797.51420000000007</c:v>
                </c:pt>
                <c:pt idx="711">
                  <c:v>-760.54030000000012</c:v>
                </c:pt>
                <c:pt idx="712">
                  <c:v>-137.00070000000005</c:v>
                </c:pt>
                <c:pt idx="713">
                  <c:v>833.45679999999993</c:v>
                </c:pt>
                <c:pt idx="714">
                  <c:v>611.51439999999991</c:v>
                </c:pt>
                <c:pt idx="715">
                  <c:v>799.11069999999995</c:v>
                </c:pt>
                <c:pt idx="716">
                  <c:v>698.95429999999999</c:v>
                </c:pt>
                <c:pt idx="717">
                  <c:v>1025.4697000000001</c:v>
                </c:pt>
                <c:pt idx="718">
                  <c:v>1178.1120000000001</c:v>
                </c:pt>
                <c:pt idx="719">
                  <c:v>1326.4865</c:v>
                </c:pt>
                <c:pt idx="720">
                  <c:v>991.4393</c:v>
                </c:pt>
                <c:pt idx="721">
                  <c:v>1042.703</c:v>
                </c:pt>
                <c:pt idx="722">
                  <c:v>276.03019999999998</c:v>
                </c:pt>
                <c:pt idx="723">
                  <c:v>513.44830000000002</c:v>
                </c:pt>
                <c:pt idx="724">
                  <c:v>1513.3043</c:v>
                </c:pt>
                <c:pt idx="725">
                  <c:v>3129.3382999999999</c:v>
                </c:pt>
                <c:pt idx="726">
                  <c:v>3723.0259000000001</c:v>
                </c:pt>
                <c:pt idx="727">
                  <c:v>3569.2311000000004</c:v>
                </c:pt>
                <c:pt idx="728">
                  <c:v>2797.3735999999999</c:v>
                </c:pt>
                <c:pt idx="729">
                  <c:v>1780.9927</c:v>
                </c:pt>
                <c:pt idx="730">
                  <c:v>-3.7596000000000203</c:v>
                </c:pt>
                <c:pt idx="731">
                  <c:v>-99.376900000000035</c:v>
                </c:pt>
                <c:pt idx="732">
                  <c:v>869.13609999999994</c:v>
                </c:pt>
                <c:pt idx="733">
                  <c:v>1399.2362000000001</c:v>
                </c:pt>
                <c:pt idx="734">
                  <c:v>1347.9425999999999</c:v>
                </c:pt>
                <c:pt idx="735">
                  <c:v>884.38799999999992</c:v>
                </c:pt>
                <c:pt idx="736">
                  <c:v>846.5652</c:v>
                </c:pt>
                <c:pt idx="737">
                  <c:v>-1115.4862000000001</c:v>
                </c:pt>
                <c:pt idx="738">
                  <c:v>-1625.6626000000001</c:v>
                </c:pt>
                <c:pt idx="739">
                  <c:v>-1653.0667000000001</c:v>
                </c:pt>
                <c:pt idx="740">
                  <c:v>-982.32590000000005</c:v>
                </c:pt>
                <c:pt idx="741">
                  <c:v>-1608.1199000000001</c:v>
                </c:pt>
                <c:pt idx="742">
                  <c:v>-2795.7597000000001</c:v>
                </c:pt>
                <c:pt idx="743">
                  <c:v>-2540.1788000000001</c:v>
                </c:pt>
                <c:pt idx="744">
                  <c:v>-2708.1179999999999</c:v>
                </c:pt>
                <c:pt idx="745">
                  <c:v>-2549.8184999999999</c:v>
                </c:pt>
                <c:pt idx="746">
                  <c:v>-2079.5720999999999</c:v>
                </c:pt>
                <c:pt idx="747">
                  <c:v>326.06360000000001</c:v>
                </c:pt>
                <c:pt idx="748">
                  <c:v>-336.91820000000001</c:v>
                </c:pt>
                <c:pt idx="749">
                  <c:v>304.69639999999998</c:v>
                </c:pt>
                <c:pt idx="750">
                  <c:v>-369.3784</c:v>
                </c:pt>
                <c:pt idx="751">
                  <c:v>-84.23739999999998</c:v>
                </c:pt>
                <c:pt idx="752">
                  <c:v>1012.0658</c:v>
                </c:pt>
                <c:pt idx="753">
                  <c:v>1798.7563</c:v>
                </c:pt>
                <c:pt idx="754">
                  <c:v>1467.4920999999999</c:v>
                </c:pt>
                <c:pt idx="755">
                  <c:v>2604.4198999999999</c:v>
                </c:pt>
                <c:pt idx="756">
                  <c:v>2214.0119999999997</c:v>
                </c:pt>
                <c:pt idx="757">
                  <c:v>2617.8874999999998</c:v>
                </c:pt>
                <c:pt idx="758">
                  <c:v>3380.9090999999999</c:v>
                </c:pt>
                <c:pt idx="759">
                  <c:v>4138.4269000000004</c:v>
                </c:pt>
                <c:pt idx="760">
                  <c:v>3337.9513000000002</c:v>
                </c:pt>
                <c:pt idx="761">
                  <c:v>4532.7727000000004</c:v>
                </c:pt>
                <c:pt idx="762">
                  <c:v>4828.3552</c:v>
                </c:pt>
                <c:pt idx="763">
                  <c:v>4485.0007000000005</c:v>
                </c:pt>
                <c:pt idx="764">
                  <c:v>2803.9763999999996</c:v>
                </c:pt>
                <c:pt idx="765">
                  <c:v>2497.9626999999996</c:v>
                </c:pt>
                <c:pt idx="766">
                  <c:v>461.06179999999995</c:v>
                </c:pt>
                <c:pt idx="767">
                  <c:v>-1417.5867000000001</c:v>
                </c:pt>
                <c:pt idx="768">
                  <c:v>-3046.5472</c:v>
                </c:pt>
                <c:pt idx="769">
                  <c:v>-2060.4814999999999</c:v>
                </c:pt>
                <c:pt idx="770">
                  <c:v>-902.74829999999986</c:v>
                </c:pt>
                <c:pt idx="771">
                  <c:v>373.39710000000002</c:v>
                </c:pt>
                <c:pt idx="772">
                  <c:v>3129.4450999999999</c:v>
                </c:pt>
                <c:pt idx="773">
                  <c:v>6594.0703999999996</c:v>
                </c:pt>
                <c:pt idx="774">
                  <c:v>6423.8863000000001</c:v>
                </c:pt>
                <c:pt idx="775">
                  <c:v>6146.6014999999998</c:v>
                </c:pt>
                <c:pt idx="776">
                  <c:v>5558.199599999999</c:v>
                </c:pt>
                <c:pt idx="777">
                  <c:v>2927.2718999999997</c:v>
                </c:pt>
                <c:pt idx="778">
                  <c:v>2075.1671000000001</c:v>
                </c:pt>
                <c:pt idx="779">
                  <c:v>2348.5392000000002</c:v>
                </c:pt>
                <c:pt idx="780">
                  <c:v>2310.5446000000002</c:v>
                </c:pt>
                <c:pt idx="781">
                  <c:v>2702.9416000000001</c:v>
                </c:pt>
                <c:pt idx="782">
                  <c:v>3383.1638000000003</c:v>
                </c:pt>
                <c:pt idx="783">
                  <c:v>1956.4085</c:v>
                </c:pt>
                <c:pt idx="784">
                  <c:v>1461.9327000000001</c:v>
                </c:pt>
                <c:pt idx="785">
                  <c:v>1365.2080000000001</c:v>
                </c:pt>
                <c:pt idx="786">
                  <c:v>538.99330000000009</c:v>
                </c:pt>
                <c:pt idx="787">
                  <c:v>-650.12360000000001</c:v>
                </c:pt>
                <c:pt idx="788">
                  <c:v>-999.36419999999998</c:v>
                </c:pt>
                <c:pt idx="789">
                  <c:v>-849.05309999999997</c:v>
                </c:pt>
                <c:pt idx="790">
                  <c:v>-2803.8411999999998</c:v>
                </c:pt>
                <c:pt idx="791">
                  <c:v>-2074.808</c:v>
                </c:pt>
                <c:pt idx="792">
                  <c:v>-1746.3514999999998</c:v>
                </c:pt>
                <c:pt idx="793">
                  <c:v>-1799.1843999999999</c:v>
                </c:pt>
                <c:pt idx="794">
                  <c:v>-1502.5861999999997</c:v>
                </c:pt>
                <c:pt idx="795">
                  <c:v>342.37510000000003</c:v>
                </c:pt>
                <c:pt idx="796">
                  <c:v>-1556.5810999999999</c:v>
                </c:pt>
                <c:pt idx="797">
                  <c:v>986.27769999999987</c:v>
                </c:pt>
                <c:pt idx="798">
                  <c:v>1093.8143999999998</c:v>
                </c:pt>
                <c:pt idx="799">
                  <c:v>-740.96970000000033</c:v>
                </c:pt>
                <c:pt idx="800">
                  <c:v>-1031.6860000000004</c:v>
                </c:pt>
                <c:pt idx="801">
                  <c:v>-1747.0974999999999</c:v>
                </c:pt>
                <c:pt idx="802">
                  <c:v>-4048.6296000000002</c:v>
                </c:pt>
                <c:pt idx="803">
                  <c:v>-3805.4735000000001</c:v>
                </c:pt>
                <c:pt idx="804">
                  <c:v>-3374.5694000000003</c:v>
                </c:pt>
                <c:pt idx="805">
                  <c:v>-2473.8451000000005</c:v>
                </c:pt>
                <c:pt idx="806">
                  <c:v>10.314299999999918</c:v>
                </c:pt>
                <c:pt idx="807">
                  <c:v>-485.51040000000012</c:v>
                </c:pt>
                <c:pt idx="808">
                  <c:v>-869.86710000000016</c:v>
                </c:pt>
                <c:pt idx="809">
                  <c:v>-1469.3451</c:v>
                </c:pt>
                <c:pt idx="810">
                  <c:v>-2800.3339000000001</c:v>
                </c:pt>
                <c:pt idx="811">
                  <c:v>-3652.9104000000002</c:v>
                </c:pt>
                <c:pt idx="812">
                  <c:v>-3191.2601</c:v>
                </c:pt>
                <c:pt idx="813">
                  <c:v>-2211.7910000000002</c:v>
                </c:pt>
                <c:pt idx="814">
                  <c:v>687.22159999999974</c:v>
                </c:pt>
                <c:pt idx="815">
                  <c:v>4494.2937999999995</c:v>
                </c:pt>
                <c:pt idx="816">
                  <c:v>6171.6106</c:v>
                </c:pt>
                <c:pt idx="817">
                  <c:v>7493.7545999999993</c:v>
                </c:pt>
                <c:pt idx="818">
                  <c:v>8058.9065000000001</c:v>
                </c:pt>
                <c:pt idx="819">
                  <c:v>8784.0030999999999</c:v>
                </c:pt>
                <c:pt idx="820">
                  <c:v>6410.9748</c:v>
                </c:pt>
                <c:pt idx="821">
                  <c:v>5807.3853999999992</c:v>
                </c:pt>
                <c:pt idx="822">
                  <c:v>4697.9239999999991</c:v>
                </c:pt>
                <c:pt idx="823">
                  <c:v>4038.5725000000002</c:v>
                </c:pt>
                <c:pt idx="824">
                  <c:v>3439.5225</c:v>
                </c:pt>
                <c:pt idx="825">
                  <c:v>3454.6103000000003</c:v>
                </c:pt>
                <c:pt idx="826">
                  <c:v>3485.0511999999999</c:v>
                </c:pt>
                <c:pt idx="827">
                  <c:v>3932.4609</c:v>
                </c:pt>
                <c:pt idx="828">
                  <c:v>4085.6907999999994</c:v>
                </c:pt>
                <c:pt idx="829">
                  <c:v>1917.4363000000001</c:v>
                </c:pt>
                <c:pt idx="830">
                  <c:v>8.169399999999996</c:v>
                </c:pt>
                <c:pt idx="831">
                  <c:v>-501.82900000000001</c:v>
                </c:pt>
                <c:pt idx="832">
                  <c:v>-1095.27</c:v>
                </c:pt>
                <c:pt idx="833">
                  <c:v>-1418.4831999999999</c:v>
                </c:pt>
                <c:pt idx="834">
                  <c:v>-755.4781999999999</c:v>
                </c:pt>
                <c:pt idx="835">
                  <c:v>628.73780000000011</c:v>
                </c:pt>
                <c:pt idx="836">
                  <c:v>1139.0889999999999</c:v>
                </c:pt>
                <c:pt idx="837">
                  <c:v>978.4215999999999</c:v>
                </c:pt>
                <c:pt idx="838">
                  <c:v>979.37049999999999</c:v>
                </c:pt>
                <c:pt idx="839">
                  <c:v>-443.19350000000009</c:v>
                </c:pt>
                <c:pt idx="840">
                  <c:v>-815.22769999999991</c:v>
                </c:pt>
                <c:pt idx="841">
                  <c:v>-1312.8451999999997</c:v>
                </c:pt>
                <c:pt idx="842">
                  <c:v>-937.33989999999994</c:v>
                </c:pt>
                <c:pt idx="843">
                  <c:v>-2560.4735999999998</c:v>
                </c:pt>
                <c:pt idx="844">
                  <c:v>-494.30739999999997</c:v>
                </c:pt>
                <c:pt idx="845">
                  <c:v>-531.45139999999992</c:v>
                </c:pt>
                <c:pt idx="846">
                  <c:v>-653.9206999999999</c:v>
                </c:pt>
                <c:pt idx="847">
                  <c:v>-2654.6507999999999</c:v>
                </c:pt>
                <c:pt idx="848">
                  <c:v>-1960.9371999999998</c:v>
                </c:pt>
                <c:pt idx="849">
                  <c:v>-2786.4976000000001</c:v>
                </c:pt>
                <c:pt idx="850">
                  <c:v>-3092.7617999999998</c:v>
                </c:pt>
                <c:pt idx="851">
                  <c:v>-2785.0271000000002</c:v>
                </c:pt>
                <c:pt idx="852">
                  <c:v>-1698.0369000000001</c:v>
                </c:pt>
                <c:pt idx="853">
                  <c:v>-1251.1872000000003</c:v>
                </c:pt>
                <c:pt idx="854">
                  <c:v>-1215.5920000000001</c:v>
                </c:pt>
                <c:pt idx="855">
                  <c:v>-1479.5601000000001</c:v>
                </c:pt>
                <c:pt idx="856">
                  <c:v>-1327.4830999999999</c:v>
                </c:pt>
                <c:pt idx="857">
                  <c:v>-248.69469999999984</c:v>
                </c:pt>
                <c:pt idx="858">
                  <c:v>450.68880000000007</c:v>
                </c:pt>
                <c:pt idx="859">
                  <c:v>714.81660000000011</c:v>
                </c:pt>
                <c:pt idx="860">
                  <c:v>1324.6144000000002</c:v>
                </c:pt>
                <c:pt idx="861">
                  <c:v>1077.8130000000001</c:v>
                </c:pt>
                <c:pt idx="862">
                  <c:v>-209.2355</c:v>
                </c:pt>
                <c:pt idx="863">
                  <c:v>-1437.8856000000001</c:v>
                </c:pt>
                <c:pt idx="864">
                  <c:v>-1971.0603000000001</c:v>
                </c:pt>
                <c:pt idx="865">
                  <c:v>-2014.6023</c:v>
                </c:pt>
                <c:pt idx="866">
                  <c:v>-1409.163</c:v>
                </c:pt>
                <c:pt idx="867">
                  <c:v>495.29449999999997</c:v>
                </c:pt>
                <c:pt idx="868">
                  <c:v>1798.8072</c:v>
                </c:pt>
                <c:pt idx="869">
                  <c:v>1923.9195999999999</c:v>
                </c:pt>
                <c:pt idx="870">
                  <c:v>1195.9665999999997</c:v>
                </c:pt>
                <c:pt idx="871">
                  <c:v>243.57969999999983</c:v>
                </c:pt>
                <c:pt idx="872">
                  <c:v>-1122.4937000000002</c:v>
                </c:pt>
                <c:pt idx="873">
                  <c:v>-3749.5624000000003</c:v>
                </c:pt>
                <c:pt idx="874">
                  <c:v>-4580.9686000000002</c:v>
                </c:pt>
                <c:pt idx="875">
                  <c:v>-4382.0648000000001</c:v>
                </c:pt>
                <c:pt idx="876">
                  <c:v>-4454.5880999999999</c:v>
                </c:pt>
                <c:pt idx="877">
                  <c:v>-4506.2116999999998</c:v>
                </c:pt>
                <c:pt idx="878">
                  <c:v>-4145.7395999999999</c:v>
                </c:pt>
                <c:pt idx="879">
                  <c:v>-3728.4093000000003</c:v>
                </c:pt>
                <c:pt idx="880">
                  <c:v>-4376.6810999999998</c:v>
                </c:pt>
                <c:pt idx="881">
                  <c:v>-5419.2773999999999</c:v>
                </c:pt>
                <c:pt idx="882">
                  <c:v>-6080.3924000000006</c:v>
                </c:pt>
                <c:pt idx="883">
                  <c:v>-5796.0476000000008</c:v>
                </c:pt>
                <c:pt idx="884">
                  <c:v>-5249.8062</c:v>
                </c:pt>
                <c:pt idx="885">
                  <c:v>-4870.5564000000004</c:v>
                </c:pt>
                <c:pt idx="886">
                  <c:v>-3225.8926000000001</c:v>
                </c:pt>
                <c:pt idx="887">
                  <c:v>-2397.3750999999997</c:v>
                </c:pt>
                <c:pt idx="888">
                  <c:v>-1240.7619999999999</c:v>
                </c:pt>
                <c:pt idx="889">
                  <c:v>-757.28</c:v>
                </c:pt>
                <c:pt idx="890">
                  <c:v>-633.47329999999999</c:v>
                </c:pt>
                <c:pt idx="891">
                  <c:v>-882.01379999999995</c:v>
                </c:pt>
                <c:pt idx="892">
                  <c:v>-652.44429999999988</c:v>
                </c:pt>
                <c:pt idx="893">
                  <c:v>-741.99079999999981</c:v>
                </c:pt>
                <c:pt idx="894">
                  <c:v>-837.57699999999988</c:v>
                </c:pt>
                <c:pt idx="895">
                  <c:v>-220.27419999999998</c:v>
                </c:pt>
                <c:pt idx="896">
                  <c:v>-20.116600000000005</c:v>
                </c:pt>
                <c:pt idx="897">
                  <c:v>-445.14670000000001</c:v>
                </c:pt>
                <c:pt idx="898">
                  <c:v>-22.022900000000021</c:v>
                </c:pt>
                <c:pt idx="899">
                  <c:v>-1536.9525000000001</c:v>
                </c:pt>
                <c:pt idx="900">
                  <c:v>-1316.4094</c:v>
                </c:pt>
                <c:pt idx="901">
                  <c:v>-1690.5779</c:v>
                </c:pt>
                <c:pt idx="902">
                  <c:v>-1651.8709000000001</c:v>
                </c:pt>
                <c:pt idx="903">
                  <c:v>-2167.4223000000002</c:v>
                </c:pt>
                <c:pt idx="904">
                  <c:v>-1273.5158000000001</c:v>
                </c:pt>
                <c:pt idx="905">
                  <c:v>-1253.5875999999998</c:v>
                </c:pt>
                <c:pt idx="906">
                  <c:v>-1196.5513000000001</c:v>
                </c:pt>
                <c:pt idx="907">
                  <c:v>-420.23439999999994</c:v>
                </c:pt>
                <c:pt idx="908">
                  <c:v>-139.7063</c:v>
                </c:pt>
                <c:pt idx="909">
                  <c:v>799.52170000000001</c:v>
                </c:pt>
                <c:pt idx="910">
                  <c:v>179.83650000000011</c:v>
                </c:pt>
                <c:pt idx="911">
                  <c:v>474.90320000000008</c:v>
                </c:pt>
                <c:pt idx="912">
                  <c:v>-205.01829999999995</c:v>
                </c:pt>
                <c:pt idx="913">
                  <c:v>490.28620000000006</c:v>
                </c:pt>
                <c:pt idx="914">
                  <c:v>92.487099999999984</c:v>
                </c:pt>
                <c:pt idx="915">
                  <c:v>410.29080000000005</c:v>
                </c:pt>
                <c:pt idx="916">
                  <c:v>420.96270000000004</c:v>
                </c:pt>
                <c:pt idx="917">
                  <c:v>670.26560000000006</c:v>
                </c:pt>
                <c:pt idx="918">
                  <c:v>519.87279999999998</c:v>
                </c:pt>
                <c:pt idx="919">
                  <c:v>1127.2446</c:v>
                </c:pt>
                <c:pt idx="920">
                  <c:v>1514.2978000000001</c:v>
                </c:pt>
                <c:pt idx="921">
                  <c:v>1388.2746</c:v>
                </c:pt>
                <c:pt idx="922">
                  <c:v>2591.7424000000001</c:v>
                </c:pt>
                <c:pt idx="923">
                  <c:v>1989.3965000000001</c:v>
                </c:pt>
                <c:pt idx="924">
                  <c:v>718.48129999999992</c:v>
                </c:pt>
                <c:pt idx="925">
                  <c:v>225.75339999999991</c:v>
                </c:pt>
                <c:pt idx="926">
                  <c:v>-539.50790000000006</c:v>
                </c:pt>
                <c:pt idx="927">
                  <c:v>-1482.559</c:v>
                </c:pt>
                <c:pt idx="928">
                  <c:v>-148.7965999999999</c:v>
                </c:pt>
                <c:pt idx="929">
                  <c:v>295.17590000000007</c:v>
                </c:pt>
                <c:pt idx="930">
                  <c:v>-74.759599999999978</c:v>
                </c:pt>
                <c:pt idx="931">
                  <c:v>808.7204999999999</c:v>
                </c:pt>
                <c:pt idx="932">
                  <c:v>326.80250000000001</c:v>
                </c:pt>
                <c:pt idx="933">
                  <c:v>-2080.1763000000001</c:v>
                </c:pt>
                <c:pt idx="934">
                  <c:v>-1951.9540999999999</c:v>
                </c:pt>
                <c:pt idx="935">
                  <c:v>-1257.5610999999999</c:v>
                </c:pt>
                <c:pt idx="936">
                  <c:v>-304.6400000000001</c:v>
                </c:pt>
                <c:pt idx="937">
                  <c:v>1401.0565999999999</c:v>
                </c:pt>
                <c:pt idx="938">
                  <c:v>3801.9039000000002</c:v>
                </c:pt>
                <c:pt idx="939">
                  <c:v>4189.5257000000001</c:v>
                </c:pt>
                <c:pt idx="940">
                  <c:v>3749.5784999999996</c:v>
                </c:pt>
                <c:pt idx="941">
                  <c:v>2829.7478000000001</c:v>
                </c:pt>
                <c:pt idx="942">
                  <c:v>2229.3207000000002</c:v>
                </c:pt>
                <c:pt idx="943">
                  <c:v>2301.0032000000001</c:v>
                </c:pt>
                <c:pt idx="944">
                  <c:v>3078.6839</c:v>
                </c:pt>
                <c:pt idx="945">
                  <c:v>3410.4346</c:v>
                </c:pt>
                <c:pt idx="946">
                  <c:v>3267.9679999999998</c:v>
                </c:pt>
                <c:pt idx="947">
                  <c:v>2098.6189999999997</c:v>
                </c:pt>
                <c:pt idx="948">
                  <c:v>1068.1260000000002</c:v>
                </c:pt>
                <c:pt idx="949">
                  <c:v>-298.96060000000006</c:v>
                </c:pt>
                <c:pt idx="950">
                  <c:v>-1355.2655</c:v>
                </c:pt>
                <c:pt idx="951">
                  <c:v>-2242.6934999999999</c:v>
                </c:pt>
                <c:pt idx="952">
                  <c:v>-2763.8204000000001</c:v>
                </c:pt>
                <c:pt idx="953">
                  <c:v>-4339.2123000000001</c:v>
                </c:pt>
                <c:pt idx="954">
                  <c:v>-4355.6753000000008</c:v>
                </c:pt>
                <c:pt idx="955">
                  <c:v>-1586.2976000000001</c:v>
                </c:pt>
                <c:pt idx="956">
                  <c:v>1939.4365999999998</c:v>
                </c:pt>
                <c:pt idx="957">
                  <c:v>3103.9542000000001</c:v>
                </c:pt>
                <c:pt idx="958">
                  <c:v>4441.7333000000008</c:v>
                </c:pt>
                <c:pt idx="959">
                  <c:v>5137.5789000000004</c:v>
                </c:pt>
                <c:pt idx="960">
                  <c:v>3855.2563</c:v>
                </c:pt>
                <c:pt idx="961">
                  <c:v>2708.8555999999999</c:v>
                </c:pt>
                <c:pt idx="962">
                  <c:v>2057.9609</c:v>
                </c:pt>
                <c:pt idx="963">
                  <c:v>1930.8473000000001</c:v>
                </c:pt>
                <c:pt idx="964">
                  <c:v>1728.8697999999999</c:v>
                </c:pt>
                <c:pt idx="965">
                  <c:v>1094.2616</c:v>
                </c:pt>
                <c:pt idx="966">
                  <c:v>82.580499999999972</c:v>
                </c:pt>
                <c:pt idx="967">
                  <c:v>130.0849</c:v>
                </c:pt>
                <c:pt idx="968">
                  <c:v>-649.59519999999998</c:v>
                </c:pt>
                <c:pt idx="969">
                  <c:v>-752.51539999999989</c:v>
                </c:pt>
                <c:pt idx="970">
                  <c:v>417.9987000000001</c:v>
                </c:pt>
                <c:pt idx="971">
                  <c:v>1649.3737000000001</c:v>
                </c:pt>
                <c:pt idx="972">
                  <c:v>2865.2507000000001</c:v>
                </c:pt>
                <c:pt idx="973">
                  <c:v>3769.4166</c:v>
                </c:pt>
                <c:pt idx="974">
                  <c:v>3164.5674000000004</c:v>
                </c:pt>
                <c:pt idx="975">
                  <c:v>2925.8722000000002</c:v>
                </c:pt>
                <c:pt idx="976">
                  <c:v>3515.0531000000001</c:v>
                </c:pt>
                <c:pt idx="977">
                  <c:v>2397.4321</c:v>
                </c:pt>
                <c:pt idx="978">
                  <c:v>1942.3537999999999</c:v>
                </c:pt>
                <c:pt idx="979">
                  <c:v>2267.0737999999997</c:v>
                </c:pt>
                <c:pt idx="980">
                  <c:v>1455.7435</c:v>
                </c:pt>
                <c:pt idx="981">
                  <c:v>-1402.2094</c:v>
                </c:pt>
                <c:pt idx="982">
                  <c:v>-1637.1521</c:v>
                </c:pt>
                <c:pt idx="983">
                  <c:v>-930.86239999999998</c:v>
                </c:pt>
                <c:pt idx="984">
                  <c:v>-1818.0903000000001</c:v>
                </c:pt>
                <c:pt idx="985">
                  <c:v>-1898.3118000000002</c:v>
                </c:pt>
                <c:pt idx="986">
                  <c:v>-1298.4452000000001</c:v>
                </c:pt>
                <c:pt idx="987">
                  <c:v>-409.14340000000004</c:v>
                </c:pt>
                <c:pt idx="988">
                  <c:v>-402.5979000000001</c:v>
                </c:pt>
                <c:pt idx="989">
                  <c:v>-818.87929999999983</c:v>
                </c:pt>
                <c:pt idx="990">
                  <c:v>-557.94909999999982</c:v>
                </c:pt>
                <c:pt idx="991">
                  <c:v>-1757.4139</c:v>
                </c:pt>
                <c:pt idx="992">
                  <c:v>-2959.4966999999997</c:v>
                </c:pt>
                <c:pt idx="993">
                  <c:v>-3893.5992999999999</c:v>
                </c:pt>
                <c:pt idx="994">
                  <c:v>-3090.5046000000002</c:v>
                </c:pt>
                <c:pt idx="995">
                  <c:v>-2915.2582000000002</c:v>
                </c:pt>
                <c:pt idx="996">
                  <c:v>-1520.9562000000001</c:v>
                </c:pt>
                <c:pt idx="997">
                  <c:v>-1719.0671</c:v>
                </c:pt>
                <c:pt idx="998">
                  <c:v>-1056.9549999999999</c:v>
                </c:pt>
                <c:pt idx="999">
                  <c:v>-489.76509999999996</c:v>
                </c:pt>
                <c:pt idx="1000">
                  <c:v>584.17290000000003</c:v>
                </c:pt>
                <c:pt idx="1001">
                  <c:v>369.42050000000012</c:v>
                </c:pt>
                <c:pt idx="1002">
                  <c:v>3419.4605000000001</c:v>
                </c:pt>
                <c:pt idx="1003">
                  <c:v>3729.3914</c:v>
                </c:pt>
                <c:pt idx="1004">
                  <c:v>5275.2979999999998</c:v>
                </c:pt>
                <c:pt idx="1005">
                  <c:v>3945.1072999999997</c:v>
                </c:pt>
                <c:pt idx="1006">
                  <c:v>3970.1633000000002</c:v>
                </c:pt>
                <c:pt idx="1007">
                  <c:v>1596.1615000000002</c:v>
                </c:pt>
                <c:pt idx="1008">
                  <c:v>2886.5134000000003</c:v>
                </c:pt>
                <c:pt idx="1009">
                  <c:v>1200.4506999999999</c:v>
                </c:pt>
                <c:pt idx="1010">
                  <c:v>732.43799999999987</c:v>
                </c:pt>
                <c:pt idx="1011">
                  <c:v>635.43039999999996</c:v>
                </c:pt>
                <c:pt idx="1012">
                  <c:v>-1565.2264</c:v>
                </c:pt>
                <c:pt idx="1013">
                  <c:v>-4621.9834000000001</c:v>
                </c:pt>
                <c:pt idx="1014">
                  <c:v>-5448.0402000000004</c:v>
                </c:pt>
                <c:pt idx="1015">
                  <c:v>-5781.9335999999994</c:v>
                </c:pt>
                <c:pt idx="1016">
                  <c:v>-6644.8064999999997</c:v>
                </c:pt>
                <c:pt idx="1017">
                  <c:v>-5159.5942000000005</c:v>
                </c:pt>
                <c:pt idx="1018">
                  <c:v>-5192.6435999999994</c:v>
                </c:pt>
                <c:pt idx="1019">
                  <c:v>-4518.7403999999997</c:v>
                </c:pt>
                <c:pt idx="1020">
                  <c:v>-3915.5521000000003</c:v>
                </c:pt>
                <c:pt idx="1021">
                  <c:v>-3565.3758000000003</c:v>
                </c:pt>
                <c:pt idx="1022">
                  <c:v>-3006.2102</c:v>
                </c:pt>
                <c:pt idx="1023">
                  <c:v>-1912.5372000000002</c:v>
                </c:pt>
                <c:pt idx="1024">
                  <c:v>-1139.1716000000001</c:v>
                </c:pt>
                <c:pt idx="1025">
                  <c:v>-1214.7694000000001</c:v>
                </c:pt>
                <c:pt idx="1026">
                  <c:v>-324.00750000000011</c:v>
                </c:pt>
                <c:pt idx="1027">
                  <c:v>-267.06779999999998</c:v>
                </c:pt>
                <c:pt idx="1028">
                  <c:v>383.98260000000005</c:v>
                </c:pt>
                <c:pt idx="1029">
                  <c:v>-990.9579</c:v>
                </c:pt>
                <c:pt idx="1030">
                  <c:v>-585.14089999999987</c:v>
                </c:pt>
                <c:pt idx="1031">
                  <c:v>-884.38879999999983</c:v>
                </c:pt>
                <c:pt idx="1032">
                  <c:v>-517.60519999999997</c:v>
                </c:pt>
                <c:pt idx="1033">
                  <c:v>-882.8418999999999</c:v>
                </c:pt>
                <c:pt idx="1034">
                  <c:v>1715.8254999999999</c:v>
                </c:pt>
                <c:pt idx="1035">
                  <c:v>1856.2695000000001</c:v>
                </c:pt>
                <c:pt idx="1036">
                  <c:v>2573.1367</c:v>
                </c:pt>
                <c:pt idx="1037">
                  <c:v>3343.4573</c:v>
                </c:pt>
                <c:pt idx="1038">
                  <c:v>3741.8264999999997</c:v>
                </c:pt>
                <c:pt idx="1039">
                  <c:v>3891.4168</c:v>
                </c:pt>
                <c:pt idx="1040">
                  <c:v>4460.2722000000003</c:v>
                </c:pt>
                <c:pt idx="1041">
                  <c:v>3948.1871999999998</c:v>
                </c:pt>
                <c:pt idx="1042">
                  <c:v>2768.0851000000002</c:v>
                </c:pt>
                <c:pt idx="1043">
                  <c:v>380.86200000000053</c:v>
                </c:pt>
                <c:pt idx="1044">
                  <c:v>-4299.8912999999993</c:v>
                </c:pt>
                <c:pt idx="1045">
                  <c:v>-6888.4799000000003</c:v>
                </c:pt>
                <c:pt idx="1046">
                  <c:v>-7248.7470999999996</c:v>
                </c:pt>
                <c:pt idx="1047">
                  <c:v>-7137.6906999999992</c:v>
                </c:pt>
                <c:pt idx="1048">
                  <c:v>-5419.7408999999998</c:v>
                </c:pt>
                <c:pt idx="1049">
                  <c:v>-2941.5784000000003</c:v>
                </c:pt>
                <c:pt idx="1050">
                  <c:v>-1827.5439999999999</c:v>
                </c:pt>
                <c:pt idx="1051">
                  <c:v>-1555.2664999999997</c:v>
                </c:pt>
                <c:pt idx="1052">
                  <c:v>-1236.3649999999998</c:v>
                </c:pt>
                <c:pt idx="1053">
                  <c:v>-402.76849999999996</c:v>
                </c:pt>
                <c:pt idx="1054">
                  <c:v>-436.93599999999998</c:v>
                </c:pt>
                <c:pt idx="1055">
                  <c:v>-45.049999999999926</c:v>
                </c:pt>
                <c:pt idx="1056">
                  <c:v>25.006899999999973</c:v>
                </c:pt>
                <c:pt idx="1057">
                  <c:v>71.095600000000019</c:v>
                </c:pt>
                <c:pt idx="1058">
                  <c:v>-533.62220000000002</c:v>
                </c:pt>
                <c:pt idx="1059">
                  <c:v>603.85179999999991</c:v>
                </c:pt>
                <c:pt idx="1060">
                  <c:v>1084.7457999999999</c:v>
                </c:pt>
                <c:pt idx="1061">
                  <c:v>175.52729999999985</c:v>
                </c:pt>
                <c:pt idx="1062">
                  <c:v>33.578999999999951</c:v>
                </c:pt>
                <c:pt idx="1063">
                  <c:v>389.83819999999992</c:v>
                </c:pt>
                <c:pt idx="1064">
                  <c:v>2301.0131000000001</c:v>
                </c:pt>
                <c:pt idx="1065">
                  <c:v>1624.3744999999999</c:v>
                </c:pt>
                <c:pt idx="1066">
                  <c:v>2260.0915999999997</c:v>
                </c:pt>
                <c:pt idx="1067">
                  <c:v>2815.2361999999998</c:v>
                </c:pt>
                <c:pt idx="1068">
                  <c:v>2658.1484999999998</c:v>
                </c:pt>
                <c:pt idx="1069">
                  <c:v>2890.7051999999999</c:v>
                </c:pt>
                <c:pt idx="1070">
                  <c:v>3478.3272000000002</c:v>
                </c:pt>
                <c:pt idx="1071">
                  <c:v>2063.5925999999999</c:v>
                </c:pt>
                <c:pt idx="1072">
                  <c:v>2380.4887000000003</c:v>
                </c:pt>
                <c:pt idx="1073">
                  <c:v>1402.9566000000004</c:v>
                </c:pt>
                <c:pt idx="1074">
                  <c:v>-1330.1296000000002</c:v>
                </c:pt>
                <c:pt idx="1075">
                  <c:v>-2013.1526999999999</c:v>
                </c:pt>
                <c:pt idx="1076">
                  <c:v>-485.17160000000001</c:v>
                </c:pt>
                <c:pt idx="1077">
                  <c:v>-3303.1075999999998</c:v>
                </c:pt>
                <c:pt idx="1078">
                  <c:v>-2306.3843999999999</c:v>
                </c:pt>
                <c:pt idx="1079">
                  <c:v>-2123.0936999999999</c:v>
                </c:pt>
                <c:pt idx="1080">
                  <c:v>-1099.8780999999999</c:v>
                </c:pt>
                <c:pt idx="1081">
                  <c:v>-1081.9692000000002</c:v>
                </c:pt>
                <c:pt idx="1082">
                  <c:v>1659.0684999999999</c:v>
                </c:pt>
                <c:pt idx="1083">
                  <c:v>1230.6143</c:v>
                </c:pt>
                <c:pt idx="1084">
                  <c:v>3141.7856000000002</c:v>
                </c:pt>
                <c:pt idx="1085">
                  <c:v>2070.3316</c:v>
                </c:pt>
                <c:pt idx="1086">
                  <c:v>12.724499999999807</c:v>
                </c:pt>
                <c:pt idx="1087">
                  <c:v>-1226.9445000000001</c:v>
                </c:pt>
                <c:pt idx="1088">
                  <c:v>-2228.7415999999998</c:v>
                </c:pt>
                <c:pt idx="1089">
                  <c:v>-4248.4078999999992</c:v>
                </c:pt>
                <c:pt idx="1090">
                  <c:v>-4134.4924000000001</c:v>
                </c:pt>
                <c:pt idx="1091">
                  <c:v>-2805.2470999999996</c:v>
                </c:pt>
                <c:pt idx="1092">
                  <c:v>-2527.5757999999996</c:v>
                </c:pt>
                <c:pt idx="1093">
                  <c:v>-1533.7251999999999</c:v>
                </c:pt>
                <c:pt idx="1094">
                  <c:v>-1902.9879999999998</c:v>
                </c:pt>
                <c:pt idx="1095">
                  <c:v>-3117.1185</c:v>
                </c:pt>
                <c:pt idx="1096">
                  <c:v>-3271.3041000000003</c:v>
                </c:pt>
                <c:pt idx="1097">
                  <c:v>-4390.8814000000002</c:v>
                </c:pt>
                <c:pt idx="1098">
                  <c:v>-4007.2803999999996</c:v>
                </c:pt>
                <c:pt idx="1099">
                  <c:v>-3571.4958000000001</c:v>
                </c:pt>
                <c:pt idx="1100">
                  <c:v>-1885.4114000000002</c:v>
                </c:pt>
                <c:pt idx="1101">
                  <c:v>-384.06600000000003</c:v>
                </c:pt>
                <c:pt idx="1102">
                  <c:v>1261.3341</c:v>
                </c:pt>
                <c:pt idx="1103">
                  <c:v>1774.7847000000002</c:v>
                </c:pt>
                <c:pt idx="1104">
                  <c:v>3304.6559999999999</c:v>
                </c:pt>
                <c:pt idx="1105">
                  <c:v>3341.0580999999997</c:v>
                </c:pt>
                <c:pt idx="1106">
                  <c:v>3048.1574999999998</c:v>
                </c:pt>
                <c:pt idx="1107">
                  <c:v>2655.1178999999997</c:v>
                </c:pt>
                <c:pt idx="1108">
                  <c:v>1824.1062000000002</c:v>
                </c:pt>
                <c:pt idx="1109">
                  <c:v>537.38239999999996</c:v>
                </c:pt>
                <c:pt idx="1110">
                  <c:v>-364.1266</c:v>
                </c:pt>
                <c:pt idx="1111">
                  <c:v>-521.51</c:v>
                </c:pt>
                <c:pt idx="1112">
                  <c:v>1526.5973000000001</c:v>
                </c:pt>
                <c:pt idx="1113">
                  <c:v>1461.7306000000001</c:v>
                </c:pt>
                <c:pt idx="1114">
                  <c:v>940.12030000000027</c:v>
                </c:pt>
                <c:pt idx="1115">
                  <c:v>1119.4388999999999</c:v>
                </c:pt>
                <c:pt idx="1116">
                  <c:v>619.22350000000006</c:v>
                </c:pt>
                <c:pt idx="1117">
                  <c:v>-2314.4049999999997</c:v>
                </c:pt>
                <c:pt idx="1118">
                  <c:v>-1550.7926</c:v>
                </c:pt>
                <c:pt idx="1119">
                  <c:v>-1243.5527</c:v>
                </c:pt>
                <c:pt idx="1120">
                  <c:v>1567.9849000000002</c:v>
                </c:pt>
                <c:pt idx="1121">
                  <c:v>2760.1190000000001</c:v>
                </c:pt>
                <c:pt idx="1122">
                  <c:v>3324.5925999999999</c:v>
                </c:pt>
                <c:pt idx="1123">
                  <c:v>3433.6174000000001</c:v>
                </c:pt>
                <c:pt idx="1124">
                  <c:v>4030.8884000000003</c:v>
                </c:pt>
                <c:pt idx="1125">
                  <c:v>2046.1070999999999</c:v>
                </c:pt>
                <c:pt idx="1126">
                  <c:v>1592.4258</c:v>
                </c:pt>
                <c:pt idx="1127">
                  <c:v>1870.9101000000001</c:v>
                </c:pt>
                <c:pt idx="1128">
                  <c:v>232.86130000000003</c:v>
                </c:pt>
                <c:pt idx="1129">
                  <c:v>-32.226799999999912</c:v>
                </c:pt>
                <c:pt idx="1130">
                  <c:v>-711.63749999999993</c:v>
                </c:pt>
                <c:pt idx="1131">
                  <c:v>1317.5706000000002</c:v>
                </c:pt>
                <c:pt idx="1132">
                  <c:v>1948.2247000000002</c:v>
                </c:pt>
                <c:pt idx="1133">
                  <c:v>3827.9238999999998</c:v>
                </c:pt>
                <c:pt idx="1134">
                  <c:v>3531.7541000000001</c:v>
                </c:pt>
                <c:pt idx="1135">
                  <c:v>4307.4270999999999</c:v>
                </c:pt>
                <c:pt idx="1136">
                  <c:v>2117.8619999999996</c:v>
                </c:pt>
                <c:pt idx="1137">
                  <c:v>2573.9474</c:v>
                </c:pt>
                <c:pt idx="1138">
                  <c:v>3372.1174000000001</c:v>
                </c:pt>
                <c:pt idx="1139">
                  <c:v>4654.2152000000006</c:v>
                </c:pt>
                <c:pt idx="1140">
                  <c:v>4816.3603999999996</c:v>
                </c:pt>
                <c:pt idx="1141">
                  <c:v>4804.2995000000001</c:v>
                </c:pt>
                <c:pt idx="1142">
                  <c:v>4353.1026000000002</c:v>
                </c:pt>
                <c:pt idx="1143">
                  <c:v>4266.4490000000005</c:v>
                </c:pt>
                <c:pt idx="1144">
                  <c:v>3099.9076</c:v>
                </c:pt>
                <c:pt idx="1145">
                  <c:v>3088.6277999999998</c:v>
                </c:pt>
                <c:pt idx="1146">
                  <c:v>3259.116</c:v>
                </c:pt>
                <c:pt idx="1147">
                  <c:v>3218.6563000000001</c:v>
                </c:pt>
                <c:pt idx="1148">
                  <c:v>2942.2664</c:v>
                </c:pt>
                <c:pt idx="1149">
                  <c:v>2388.1433000000002</c:v>
                </c:pt>
                <c:pt idx="1150">
                  <c:v>2663.0242000000003</c:v>
                </c:pt>
                <c:pt idx="1151">
                  <c:v>2063.4625000000001</c:v>
                </c:pt>
                <c:pt idx="1152">
                  <c:v>1462.1011999999998</c:v>
                </c:pt>
                <c:pt idx="1153">
                  <c:v>731.31470000000002</c:v>
                </c:pt>
                <c:pt idx="1154">
                  <c:v>667.8882000000001</c:v>
                </c:pt>
                <c:pt idx="1155">
                  <c:v>-31.906000000000013</c:v>
                </c:pt>
                <c:pt idx="1156">
                  <c:v>-1255.1147999999998</c:v>
                </c:pt>
                <c:pt idx="1157">
                  <c:v>-1181.5083</c:v>
                </c:pt>
                <c:pt idx="1158">
                  <c:v>-2110.0012000000002</c:v>
                </c:pt>
                <c:pt idx="1159">
                  <c:v>-1673.6895999999997</c:v>
                </c:pt>
                <c:pt idx="1160">
                  <c:v>-1550.0009999999997</c:v>
                </c:pt>
                <c:pt idx="1161">
                  <c:v>-73.495500000000021</c:v>
                </c:pt>
                <c:pt idx="1162">
                  <c:v>-238.59299999999996</c:v>
                </c:pt>
                <c:pt idx="1163">
                  <c:v>218.25609999999998</c:v>
                </c:pt>
                <c:pt idx="1164">
                  <c:v>-906.88220000000001</c:v>
                </c:pt>
                <c:pt idx="1165">
                  <c:v>-969.39409999999998</c:v>
                </c:pt>
                <c:pt idx="1166">
                  <c:v>-1567.194</c:v>
                </c:pt>
                <c:pt idx="1167">
                  <c:v>-1215.3565999999998</c:v>
                </c:pt>
                <c:pt idx="1168">
                  <c:v>-656.52679999999987</c:v>
                </c:pt>
                <c:pt idx="1169">
                  <c:v>141.47430000000003</c:v>
                </c:pt>
                <c:pt idx="1170">
                  <c:v>-628.77269999999999</c:v>
                </c:pt>
                <c:pt idx="1171">
                  <c:v>126.26759999999999</c:v>
                </c:pt>
                <c:pt idx="1172">
                  <c:v>94.025099999999952</c:v>
                </c:pt>
                <c:pt idx="1173">
                  <c:v>-605.49180000000001</c:v>
                </c:pt>
                <c:pt idx="1174">
                  <c:v>-1722.4066</c:v>
                </c:pt>
                <c:pt idx="1175">
                  <c:v>-1079.5219999999999</c:v>
                </c:pt>
                <c:pt idx="1176">
                  <c:v>-1196.2468000000001</c:v>
                </c:pt>
                <c:pt idx="1177">
                  <c:v>-2818.3240999999998</c:v>
                </c:pt>
                <c:pt idx="1178">
                  <c:v>-2748.8853000000004</c:v>
                </c:pt>
                <c:pt idx="1179">
                  <c:v>-798.00949999999989</c:v>
                </c:pt>
                <c:pt idx="1180">
                  <c:v>-483.47659999999996</c:v>
                </c:pt>
                <c:pt idx="1181">
                  <c:v>-702.18509999999992</c:v>
                </c:pt>
                <c:pt idx="1182">
                  <c:v>-747.72990000000004</c:v>
                </c:pt>
                <c:pt idx="1183">
                  <c:v>-959.31600000000003</c:v>
                </c:pt>
                <c:pt idx="1184">
                  <c:v>-1518.6839</c:v>
                </c:pt>
                <c:pt idx="1185">
                  <c:v>-1854.7717</c:v>
                </c:pt>
                <c:pt idx="1186">
                  <c:v>-483.07549999999992</c:v>
                </c:pt>
                <c:pt idx="1187">
                  <c:v>2439.4607999999998</c:v>
                </c:pt>
                <c:pt idx="1188">
                  <c:v>3066.5871999999999</c:v>
                </c:pt>
                <c:pt idx="1189">
                  <c:v>3478.991</c:v>
                </c:pt>
                <c:pt idx="1190">
                  <c:v>4291.8289999999997</c:v>
                </c:pt>
                <c:pt idx="1191">
                  <c:v>3494.9773</c:v>
                </c:pt>
                <c:pt idx="1192">
                  <c:v>2898.7536999999998</c:v>
                </c:pt>
                <c:pt idx="1193">
                  <c:v>1533.6223</c:v>
                </c:pt>
                <c:pt idx="1194">
                  <c:v>494.21139999999991</c:v>
                </c:pt>
                <c:pt idx="1195">
                  <c:v>-537.39949999999999</c:v>
                </c:pt>
                <c:pt idx="1196">
                  <c:v>-1438.5658999999998</c:v>
                </c:pt>
                <c:pt idx="1197">
                  <c:v>-2912.9589000000001</c:v>
                </c:pt>
                <c:pt idx="1198">
                  <c:v>-2139.2237999999998</c:v>
                </c:pt>
                <c:pt idx="1199">
                  <c:v>-1015.799</c:v>
                </c:pt>
                <c:pt idx="1200">
                  <c:v>-671.52600000000007</c:v>
                </c:pt>
                <c:pt idx="1201">
                  <c:v>399.87290000000002</c:v>
                </c:pt>
                <c:pt idx="1202">
                  <c:v>4079.5563999999999</c:v>
                </c:pt>
                <c:pt idx="1203">
                  <c:v>4789.8787000000002</c:v>
                </c:pt>
                <c:pt idx="1204">
                  <c:v>3472.5542000000005</c:v>
                </c:pt>
                <c:pt idx="1205">
                  <c:v>1622.0866000000005</c:v>
                </c:pt>
                <c:pt idx="1206">
                  <c:v>765.80079999999964</c:v>
                </c:pt>
                <c:pt idx="1207">
                  <c:v>-2644.9623000000001</c:v>
                </c:pt>
                <c:pt idx="1208">
                  <c:v>-2907.5925999999999</c:v>
                </c:pt>
                <c:pt idx="1209">
                  <c:v>-2428.9759000000004</c:v>
                </c:pt>
                <c:pt idx="1210">
                  <c:v>1285.7545</c:v>
                </c:pt>
                <c:pt idx="1211">
                  <c:v>485.1348999999999</c:v>
                </c:pt>
                <c:pt idx="1212">
                  <c:v>-624.56049999999993</c:v>
                </c:pt>
                <c:pt idx="1213">
                  <c:v>-1594.9829999999999</c:v>
                </c:pt>
                <c:pt idx="1214">
                  <c:v>-2390.5965000000001</c:v>
                </c:pt>
                <c:pt idx="1215">
                  <c:v>-5647.2435000000005</c:v>
                </c:pt>
                <c:pt idx="1216">
                  <c:v>-4834.0385999999999</c:v>
                </c:pt>
                <c:pt idx="1217">
                  <c:v>-4269.6886000000004</c:v>
                </c:pt>
                <c:pt idx="1218">
                  <c:v>-4088.2203000000004</c:v>
                </c:pt>
                <c:pt idx="1219">
                  <c:v>-3106.2336999999998</c:v>
                </c:pt>
                <c:pt idx="1220">
                  <c:v>-1837.8597999999997</c:v>
                </c:pt>
                <c:pt idx="1221">
                  <c:v>-1705.3355999999999</c:v>
                </c:pt>
                <c:pt idx="1222">
                  <c:v>-609.12259999999992</c:v>
                </c:pt>
                <c:pt idx="1223">
                  <c:v>-1274.5738000000001</c:v>
                </c:pt>
                <c:pt idx="1224">
                  <c:v>-378.75329999999997</c:v>
                </c:pt>
                <c:pt idx="1225">
                  <c:v>-223.1986</c:v>
                </c:pt>
                <c:pt idx="1226">
                  <c:v>-184.52870000000013</c:v>
                </c:pt>
                <c:pt idx="1227">
                  <c:v>68.902499999999975</c:v>
                </c:pt>
                <c:pt idx="1228">
                  <c:v>1332.4969000000001</c:v>
                </c:pt>
                <c:pt idx="1229">
                  <c:v>1085.1118000000001</c:v>
                </c:pt>
                <c:pt idx="1230">
                  <c:v>471.81660000000005</c:v>
                </c:pt>
                <c:pt idx="1231">
                  <c:v>343.10100000000006</c:v>
                </c:pt>
                <c:pt idx="1232">
                  <c:v>-488.69429999999994</c:v>
                </c:pt>
                <c:pt idx="1233">
                  <c:v>-772.7337</c:v>
                </c:pt>
                <c:pt idx="1234">
                  <c:v>-1623.1649</c:v>
                </c:pt>
                <c:pt idx="1235">
                  <c:v>-2168.6522</c:v>
                </c:pt>
                <c:pt idx="1236">
                  <c:v>-2113.6970999999999</c:v>
                </c:pt>
                <c:pt idx="1237">
                  <c:v>-1664.0888000000002</c:v>
                </c:pt>
                <c:pt idx="1238">
                  <c:v>-2165.9937</c:v>
                </c:pt>
                <c:pt idx="1239">
                  <c:v>-2609.2628000000004</c:v>
                </c:pt>
                <c:pt idx="1240">
                  <c:v>-1728.4304999999999</c:v>
                </c:pt>
                <c:pt idx="1241">
                  <c:v>-1866.9132</c:v>
                </c:pt>
                <c:pt idx="1242">
                  <c:v>-2611.7606999999998</c:v>
                </c:pt>
                <c:pt idx="1243">
                  <c:v>-1594.6011000000001</c:v>
                </c:pt>
                <c:pt idx="1244">
                  <c:v>-538.79420000000005</c:v>
                </c:pt>
                <c:pt idx="1245">
                  <c:v>-24.692700000000002</c:v>
                </c:pt>
                <c:pt idx="1246">
                  <c:v>417.62950000000006</c:v>
                </c:pt>
                <c:pt idx="1247">
                  <c:v>966.28929999999991</c:v>
                </c:pt>
                <c:pt idx="1248">
                  <c:v>567.82049999999992</c:v>
                </c:pt>
                <c:pt idx="1249">
                  <c:v>-3096.6914000000002</c:v>
                </c:pt>
                <c:pt idx="1250">
                  <c:v>-4473.5104000000001</c:v>
                </c:pt>
                <c:pt idx="1251">
                  <c:v>-5118.6767999999993</c:v>
                </c:pt>
                <c:pt idx="1252">
                  <c:v>-4934.7057999999997</c:v>
                </c:pt>
                <c:pt idx="1253">
                  <c:v>-4853.5028999999995</c:v>
                </c:pt>
                <c:pt idx="1254">
                  <c:v>-1613.3324999999998</c:v>
                </c:pt>
                <c:pt idx="1255">
                  <c:v>-776.26139999999998</c:v>
                </c:pt>
                <c:pt idx="1256">
                  <c:v>35.25139999999999</c:v>
                </c:pt>
                <c:pt idx="1257">
                  <c:v>299.34549999999996</c:v>
                </c:pt>
                <c:pt idx="1258">
                  <c:v>445.21339999999992</c:v>
                </c:pt>
                <c:pt idx="1259">
                  <c:v>634.87149999999997</c:v>
                </c:pt>
                <c:pt idx="1260">
                  <c:v>1031.0111999999999</c:v>
                </c:pt>
                <c:pt idx="1261">
                  <c:v>629.78509999999994</c:v>
                </c:pt>
                <c:pt idx="1262">
                  <c:v>62.864699999999971</c:v>
                </c:pt>
                <c:pt idx="1263">
                  <c:v>-153.447</c:v>
                </c:pt>
                <c:pt idx="1264">
                  <c:v>-51.412900000000008</c:v>
                </c:pt>
                <c:pt idx="1265">
                  <c:v>-954.41419999999994</c:v>
                </c:pt>
                <c:pt idx="1266">
                  <c:v>-892.9274999999999</c:v>
                </c:pt>
                <c:pt idx="1267">
                  <c:v>-2384.2380999999996</c:v>
                </c:pt>
                <c:pt idx="1268">
                  <c:v>-2769.7819</c:v>
                </c:pt>
                <c:pt idx="1269">
                  <c:v>-3910.3505</c:v>
                </c:pt>
                <c:pt idx="1270">
                  <c:v>-3658.7914000000001</c:v>
                </c:pt>
                <c:pt idx="1271">
                  <c:v>-4380.6030000000001</c:v>
                </c:pt>
                <c:pt idx="1272">
                  <c:v>-2996.4005000000002</c:v>
                </c:pt>
                <c:pt idx="1273">
                  <c:v>-2866.7966999999999</c:v>
                </c:pt>
                <c:pt idx="1274">
                  <c:v>-2068.1777999999999</c:v>
                </c:pt>
                <c:pt idx="1275">
                  <c:v>-2353.1979999999999</c:v>
                </c:pt>
                <c:pt idx="1276">
                  <c:v>-2424.1872999999996</c:v>
                </c:pt>
                <c:pt idx="1277">
                  <c:v>-2014.6188</c:v>
                </c:pt>
                <c:pt idx="1278">
                  <c:v>-1525.9795999999999</c:v>
                </c:pt>
                <c:pt idx="1279">
                  <c:v>-1422.5475999999999</c:v>
                </c:pt>
                <c:pt idx="1280">
                  <c:v>-693.56900000000007</c:v>
                </c:pt>
                <c:pt idx="1281">
                  <c:v>137.93969999999999</c:v>
                </c:pt>
                <c:pt idx="1282">
                  <c:v>101.2415</c:v>
                </c:pt>
                <c:pt idx="1283">
                  <c:v>575.61839999999995</c:v>
                </c:pt>
                <c:pt idx="1284">
                  <c:v>1076.6958</c:v>
                </c:pt>
                <c:pt idx="1285">
                  <c:v>1312.8027</c:v>
                </c:pt>
                <c:pt idx="1286">
                  <c:v>1542.1573999999998</c:v>
                </c:pt>
                <c:pt idx="1287">
                  <c:v>1691.8038999999999</c:v>
                </c:pt>
                <c:pt idx="1288">
                  <c:v>1027.4191000000001</c:v>
                </c:pt>
                <c:pt idx="1289">
                  <c:v>553.78840000000002</c:v>
                </c:pt>
                <c:pt idx="1290">
                  <c:v>1094.2554</c:v>
                </c:pt>
                <c:pt idx="1291">
                  <c:v>706.25280000000009</c:v>
                </c:pt>
                <c:pt idx="1292">
                  <c:v>426.52820000000003</c:v>
                </c:pt>
                <c:pt idx="1293">
                  <c:v>49.804000000000087</c:v>
                </c:pt>
                <c:pt idx="1294">
                  <c:v>494.06340000000006</c:v>
                </c:pt>
                <c:pt idx="1295">
                  <c:v>-1049.5239999999999</c:v>
                </c:pt>
                <c:pt idx="1296">
                  <c:v>-982.34659999999997</c:v>
                </c:pt>
                <c:pt idx="1297">
                  <c:v>399.87300000000005</c:v>
                </c:pt>
                <c:pt idx="1298">
                  <c:v>815.63</c:v>
                </c:pt>
                <c:pt idx="1299">
                  <c:v>-0.83449999999999136</c:v>
                </c:pt>
                <c:pt idx="1300">
                  <c:v>1171.4644999999998</c:v>
                </c:pt>
                <c:pt idx="1301">
                  <c:v>1802.6780999999999</c:v>
                </c:pt>
                <c:pt idx="1302">
                  <c:v>913.70429999999988</c:v>
                </c:pt>
                <c:pt idx="1303">
                  <c:v>855.13349999999991</c:v>
                </c:pt>
                <c:pt idx="1304">
                  <c:v>1352.0368000000001</c:v>
                </c:pt>
                <c:pt idx="1305">
                  <c:v>1031.6495</c:v>
                </c:pt>
                <c:pt idx="1306">
                  <c:v>667.38850000000002</c:v>
                </c:pt>
                <c:pt idx="1307">
                  <c:v>800.95330000000001</c:v>
                </c:pt>
                <c:pt idx="1308">
                  <c:v>954.93220000000008</c:v>
                </c:pt>
                <c:pt idx="1309">
                  <c:v>1349.1651999999999</c:v>
                </c:pt>
                <c:pt idx="1310">
                  <c:v>1272.8395000000003</c:v>
                </c:pt>
                <c:pt idx="1311">
                  <c:v>1825.4438</c:v>
                </c:pt>
                <c:pt idx="1312">
                  <c:v>1396.1093999999998</c:v>
                </c:pt>
                <c:pt idx="1313">
                  <c:v>1261.7217000000001</c:v>
                </c:pt>
                <c:pt idx="1314">
                  <c:v>839.48399999999992</c:v>
                </c:pt>
                <c:pt idx="1315">
                  <c:v>738.40149999999994</c:v>
                </c:pt>
                <c:pt idx="1316">
                  <c:v>-524.18730000000005</c:v>
                </c:pt>
                <c:pt idx="1317">
                  <c:v>-548.45040000000006</c:v>
                </c:pt>
                <c:pt idx="1318">
                  <c:v>-616.1105</c:v>
                </c:pt>
                <c:pt idx="1319">
                  <c:v>-810.97659999999996</c:v>
                </c:pt>
                <c:pt idx="1320">
                  <c:v>-349.54330000000004</c:v>
                </c:pt>
                <c:pt idx="1321">
                  <c:v>-88.181299999999993</c:v>
                </c:pt>
                <c:pt idx="1322">
                  <c:v>-446.56240000000003</c:v>
                </c:pt>
                <c:pt idx="1323">
                  <c:v>-435.29300000000001</c:v>
                </c:pt>
                <c:pt idx="1324">
                  <c:v>-359.72930000000002</c:v>
                </c:pt>
                <c:pt idx="1325">
                  <c:v>374.65379999999993</c:v>
                </c:pt>
                <c:pt idx="1326">
                  <c:v>1035.4991</c:v>
                </c:pt>
                <c:pt idx="1327">
                  <c:v>2304.4259000000002</c:v>
                </c:pt>
                <c:pt idx="1328">
                  <c:v>3380.7759000000001</c:v>
                </c:pt>
                <c:pt idx="1329">
                  <c:v>3458.5289000000002</c:v>
                </c:pt>
                <c:pt idx="1330">
                  <c:v>1898.9444000000003</c:v>
                </c:pt>
                <c:pt idx="1331">
                  <c:v>1783.4274</c:v>
                </c:pt>
                <c:pt idx="1332">
                  <c:v>551.90229999999997</c:v>
                </c:pt>
                <c:pt idx="1333">
                  <c:v>-769.2527</c:v>
                </c:pt>
                <c:pt idx="1334">
                  <c:v>-700.8664</c:v>
                </c:pt>
                <c:pt idx="1335">
                  <c:v>-150.38660000000002</c:v>
                </c:pt>
                <c:pt idx="1336">
                  <c:v>-560.6114</c:v>
                </c:pt>
                <c:pt idx="1337">
                  <c:v>444.56369999999993</c:v>
                </c:pt>
                <c:pt idx="1338">
                  <c:v>805.86630000000002</c:v>
                </c:pt>
                <c:pt idx="1339">
                  <c:v>1542.5976000000001</c:v>
                </c:pt>
                <c:pt idx="1340">
                  <c:v>1447.127</c:v>
                </c:pt>
                <c:pt idx="1341">
                  <c:v>1628.2827</c:v>
                </c:pt>
                <c:pt idx="1342">
                  <c:v>876.82190000000003</c:v>
                </c:pt>
                <c:pt idx="1343">
                  <c:v>1416.9749000000002</c:v>
                </c:pt>
                <c:pt idx="1344">
                  <c:v>1820.8975999999998</c:v>
                </c:pt>
                <c:pt idx="1345">
                  <c:v>2331.4488999999999</c:v>
                </c:pt>
                <c:pt idx="1346">
                  <c:v>2339.8364000000001</c:v>
                </c:pt>
                <c:pt idx="1347">
                  <c:v>2409.2399</c:v>
                </c:pt>
                <c:pt idx="1348">
                  <c:v>2981.4223999999999</c:v>
                </c:pt>
                <c:pt idx="1349">
                  <c:v>2023.0951</c:v>
                </c:pt>
                <c:pt idx="1350">
                  <c:v>1688.2461000000001</c:v>
                </c:pt>
                <c:pt idx="1351">
                  <c:v>1828.5015000000001</c:v>
                </c:pt>
                <c:pt idx="1352">
                  <c:v>2680.2478000000001</c:v>
                </c:pt>
                <c:pt idx="1353">
                  <c:v>1636.1778999999999</c:v>
                </c:pt>
                <c:pt idx="1354">
                  <c:v>1620.3386</c:v>
                </c:pt>
                <c:pt idx="1355">
                  <c:v>1614.4355</c:v>
                </c:pt>
                <c:pt idx="1356">
                  <c:v>1787.5674999999999</c:v>
                </c:pt>
                <c:pt idx="1357">
                  <c:v>1361.7327</c:v>
                </c:pt>
                <c:pt idx="1358">
                  <c:v>2609.9757</c:v>
                </c:pt>
                <c:pt idx="1359">
                  <c:v>3818.2061999999996</c:v>
                </c:pt>
                <c:pt idx="1360">
                  <c:v>3960.7133999999996</c:v>
                </c:pt>
                <c:pt idx="1361">
                  <c:v>3490.0005999999998</c:v>
                </c:pt>
                <c:pt idx="1362">
                  <c:v>2896.2503999999999</c:v>
                </c:pt>
                <c:pt idx="1363">
                  <c:v>1167.6653999999999</c:v>
                </c:pt>
                <c:pt idx="1364">
                  <c:v>-501.13900000000001</c:v>
                </c:pt>
                <c:pt idx="1365">
                  <c:v>-749.4049</c:v>
                </c:pt>
                <c:pt idx="1366">
                  <c:v>-813.10140000000001</c:v>
                </c:pt>
                <c:pt idx="1367">
                  <c:v>-450.73890000000006</c:v>
                </c:pt>
                <c:pt idx="1368">
                  <c:v>283.25220000000002</c:v>
                </c:pt>
                <c:pt idx="1369">
                  <c:v>452.81079999999997</c:v>
                </c:pt>
                <c:pt idx="1370">
                  <c:v>438.92359999999996</c:v>
                </c:pt>
                <c:pt idx="1371">
                  <c:v>-569.62100000000009</c:v>
                </c:pt>
                <c:pt idx="1372">
                  <c:v>-1109.4866000000002</c:v>
                </c:pt>
                <c:pt idx="1373">
                  <c:v>-1447.4801999999997</c:v>
                </c:pt>
                <c:pt idx="1374">
                  <c:v>-1384.6351999999999</c:v>
                </c:pt>
                <c:pt idx="1375">
                  <c:v>-1519.6752999999999</c:v>
                </c:pt>
                <c:pt idx="1376">
                  <c:v>-1435.6594</c:v>
                </c:pt>
                <c:pt idx="1377">
                  <c:v>-1335.8580999999999</c:v>
                </c:pt>
                <c:pt idx="1378">
                  <c:v>-1644.2389000000001</c:v>
                </c:pt>
                <c:pt idx="1379">
                  <c:v>-1297.7463</c:v>
                </c:pt>
                <c:pt idx="1380">
                  <c:v>-1447.3821</c:v>
                </c:pt>
                <c:pt idx="1381">
                  <c:v>68.76380000000006</c:v>
                </c:pt>
                <c:pt idx="1382">
                  <c:v>408.32600000000008</c:v>
                </c:pt>
                <c:pt idx="1383">
                  <c:v>774.0249</c:v>
                </c:pt>
                <c:pt idx="1384">
                  <c:v>263.3272</c:v>
                </c:pt>
                <c:pt idx="1385">
                  <c:v>-245.03369999999995</c:v>
                </c:pt>
                <c:pt idx="1386">
                  <c:v>-677.65229999999997</c:v>
                </c:pt>
                <c:pt idx="1387">
                  <c:v>-1087.1213</c:v>
                </c:pt>
                <c:pt idx="1388">
                  <c:v>-1541.2272</c:v>
                </c:pt>
                <c:pt idx="1389">
                  <c:v>-2953.1554999999998</c:v>
                </c:pt>
                <c:pt idx="1390">
                  <c:v>-3227.8679999999999</c:v>
                </c:pt>
                <c:pt idx="1391">
                  <c:v>-4274.3499000000002</c:v>
                </c:pt>
                <c:pt idx="1392">
                  <c:v>-4183.0675000000001</c:v>
                </c:pt>
                <c:pt idx="1393">
                  <c:v>-3891.6945000000001</c:v>
                </c:pt>
                <c:pt idx="1394">
                  <c:v>-3406.5964000000004</c:v>
                </c:pt>
                <c:pt idx="1395">
                  <c:v>-2168.7766999999999</c:v>
                </c:pt>
                <c:pt idx="1396">
                  <c:v>-1352.1831999999999</c:v>
                </c:pt>
                <c:pt idx="1397">
                  <c:v>-1435.191</c:v>
                </c:pt>
                <c:pt idx="1398">
                  <c:v>-2054.0810000000001</c:v>
                </c:pt>
                <c:pt idx="1399">
                  <c:v>-924.74950000000001</c:v>
                </c:pt>
                <c:pt idx="1400">
                  <c:v>-2025.8999000000003</c:v>
                </c:pt>
                <c:pt idx="1401">
                  <c:v>-1844.7242000000001</c:v>
                </c:pt>
                <c:pt idx="1402">
                  <c:v>-1600.1061</c:v>
                </c:pt>
                <c:pt idx="1403">
                  <c:v>-863.23210000000006</c:v>
                </c:pt>
                <c:pt idx="1404">
                  <c:v>-1339.9561000000001</c:v>
                </c:pt>
                <c:pt idx="1405">
                  <c:v>-766.42230000000006</c:v>
                </c:pt>
                <c:pt idx="1406">
                  <c:v>-864.0847</c:v>
                </c:pt>
                <c:pt idx="1407">
                  <c:v>-1625.9736</c:v>
                </c:pt>
                <c:pt idx="1408">
                  <c:v>-1660.9053000000001</c:v>
                </c:pt>
                <c:pt idx="1409">
                  <c:v>-1411.4370000000001</c:v>
                </c:pt>
                <c:pt idx="1410">
                  <c:v>-800.30219999999986</c:v>
                </c:pt>
                <c:pt idx="1411">
                  <c:v>-916.85500000000002</c:v>
                </c:pt>
                <c:pt idx="1412">
                  <c:v>228.78820000000002</c:v>
                </c:pt>
                <c:pt idx="1413">
                  <c:v>354.95230000000004</c:v>
                </c:pt>
                <c:pt idx="1414">
                  <c:v>490.36340000000001</c:v>
                </c:pt>
                <c:pt idx="1415">
                  <c:v>672.91959999999995</c:v>
                </c:pt>
                <c:pt idx="1416">
                  <c:v>1343.422</c:v>
                </c:pt>
                <c:pt idx="1417">
                  <c:v>1068.1061000000002</c:v>
                </c:pt>
                <c:pt idx="1418">
                  <c:v>1110.6750999999999</c:v>
                </c:pt>
                <c:pt idx="1419">
                  <c:v>892.38089999999988</c:v>
                </c:pt>
                <c:pt idx="1420">
                  <c:v>325.03059999999999</c:v>
                </c:pt>
                <c:pt idx="1421">
                  <c:v>-342.6472</c:v>
                </c:pt>
                <c:pt idx="1422">
                  <c:v>-700.81889999999999</c:v>
                </c:pt>
                <c:pt idx="1423">
                  <c:v>-857.9864</c:v>
                </c:pt>
                <c:pt idx="1424">
                  <c:v>-1437.5662</c:v>
                </c:pt>
                <c:pt idx="1425">
                  <c:v>-1448.6369</c:v>
                </c:pt>
                <c:pt idx="1426">
                  <c:v>-391.88649999999996</c:v>
                </c:pt>
                <c:pt idx="1427">
                  <c:v>-680.99219999999991</c:v>
                </c:pt>
                <c:pt idx="1428">
                  <c:v>-329.26699999999994</c:v>
                </c:pt>
                <c:pt idx="1429">
                  <c:v>1288.9070000000002</c:v>
                </c:pt>
                <c:pt idx="1430">
                  <c:v>2174.1397999999999</c:v>
                </c:pt>
                <c:pt idx="1431">
                  <c:v>1777.1132</c:v>
                </c:pt>
                <c:pt idx="1432">
                  <c:v>2810.6966000000002</c:v>
                </c:pt>
                <c:pt idx="1433">
                  <c:v>2734.3241000000003</c:v>
                </c:pt>
                <c:pt idx="1434">
                  <c:v>1977.3084999999999</c:v>
                </c:pt>
                <c:pt idx="1435">
                  <c:v>1496.4343999999999</c:v>
                </c:pt>
                <c:pt idx="1436">
                  <c:v>1546.278</c:v>
                </c:pt>
                <c:pt idx="1437">
                  <c:v>1297.0641999999998</c:v>
                </c:pt>
                <c:pt idx="1438">
                  <c:v>36.629800000000159</c:v>
                </c:pt>
                <c:pt idx="1439">
                  <c:v>126.95090000000016</c:v>
                </c:pt>
                <c:pt idx="1440">
                  <c:v>-206.19139999999993</c:v>
                </c:pt>
                <c:pt idx="1441">
                  <c:v>-875.73910000000001</c:v>
                </c:pt>
                <c:pt idx="1442">
                  <c:v>-1240.4062999999999</c:v>
                </c:pt>
                <c:pt idx="1443">
                  <c:v>-1510.9157</c:v>
                </c:pt>
                <c:pt idx="1444">
                  <c:v>-2026.7946999999999</c:v>
                </c:pt>
                <c:pt idx="1445">
                  <c:v>-1655.5845999999999</c:v>
                </c:pt>
                <c:pt idx="1446">
                  <c:v>-1496.6375</c:v>
                </c:pt>
                <c:pt idx="1447">
                  <c:v>-1322.6489000000001</c:v>
                </c:pt>
                <c:pt idx="1448">
                  <c:v>1716.2792999999999</c:v>
                </c:pt>
                <c:pt idx="1449">
                  <c:v>2603.5582000000004</c:v>
                </c:pt>
                <c:pt idx="1450">
                  <c:v>3251.87</c:v>
                </c:pt>
                <c:pt idx="1451">
                  <c:v>4117.3083999999999</c:v>
                </c:pt>
                <c:pt idx="1452">
                  <c:v>4809.5065000000004</c:v>
                </c:pt>
                <c:pt idx="1453">
                  <c:v>3977.4982</c:v>
                </c:pt>
                <c:pt idx="1454">
                  <c:v>3912.7618999999995</c:v>
                </c:pt>
                <c:pt idx="1455">
                  <c:v>2592.0725000000002</c:v>
                </c:pt>
                <c:pt idx="1456">
                  <c:v>3058.8721</c:v>
                </c:pt>
                <c:pt idx="1457">
                  <c:v>3611.2366999999999</c:v>
                </c:pt>
                <c:pt idx="1458">
                  <c:v>3113.8157000000001</c:v>
                </c:pt>
                <c:pt idx="1459">
                  <c:v>2796.4645999999998</c:v>
                </c:pt>
                <c:pt idx="1460">
                  <c:v>5612.4082999999991</c:v>
                </c:pt>
                <c:pt idx="1461">
                  <c:v>4386.9987999999994</c:v>
                </c:pt>
                <c:pt idx="1462">
                  <c:v>2364.2282999999993</c:v>
                </c:pt>
                <c:pt idx="1463">
                  <c:v>1677.1493999999993</c:v>
                </c:pt>
                <c:pt idx="1464">
                  <c:v>2192.3941999999993</c:v>
                </c:pt>
                <c:pt idx="1465">
                  <c:v>-1101.6263000000001</c:v>
                </c:pt>
                <c:pt idx="1466">
                  <c:v>-1333.3296</c:v>
                </c:pt>
                <c:pt idx="1467">
                  <c:v>-653.68500000000006</c:v>
                </c:pt>
                <c:pt idx="1468">
                  <c:v>-927.62689999999998</c:v>
                </c:pt>
                <c:pt idx="1469">
                  <c:v>-1571.7881</c:v>
                </c:pt>
                <c:pt idx="1470">
                  <c:v>-92.4378999999999</c:v>
                </c:pt>
                <c:pt idx="1471">
                  <c:v>-1283.3304000000001</c:v>
                </c:pt>
                <c:pt idx="1472">
                  <c:v>-1975.1599000000001</c:v>
                </c:pt>
                <c:pt idx="1473">
                  <c:v>1010.7852000000003</c:v>
                </c:pt>
                <c:pt idx="1474">
                  <c:v>1880.4254000000001</c:v>
                </c:pt>
                <c:pt idx="1475">
                  <c:v>579.60180000000003</c:v>
                </c:pt>
                <c:pt idx="1476">
                  <c:v>572.35760000000028</c:v>
                </c:pt>
                <c:pt idx="1477">
                  <c:v>535.62810000000013</c:v>
                </c:pt>
                <c:pt idx="1478">
                  <c:v>-3077.0644000000002</c:v>
                </c:pt>
                <c:pt idx="1479">
                  <c:v>-4663.5778</c:v>
                </c:pt>
                <c:pt idx="1480">
                  <c:v>-4449.0560999999998</c:v>
                </c:pt>
                <c:pt idx="1481">
                  <c:v>-3395.0095000000001</c:v>
                </c:pt>
                <c:pt idx="1482">
                  <c:v>-2870.1125999999999</c:v>
                </c:pt>
                <c:pt idx="1483">
                  <c:v>-2228.6349</c:v>
                </c:pt>
                <c:pt idx="1484">
                  <c:v>-1804.4599999999998</c:v>
                </c:pt>
                <c:pt idx="1485">
                  <c:v>-1495.1853999999998</c:v>
                </c:pt>
                <c:pt idx="1486">
                  <c:v>-3118.7114000000001</c:v>
                </c:pt>
                <c:pt idx="1487">
                  <c:v>-3341.6862000000001</c:v>
                </c:pt>
                <c:pt idx="1488">
                  <c:v>-3116.9531999999999</c:v>
                </c:pt>
                <c:pt idx="1489">
                  <c:v>-3043.7936</c:v>
                </c:pt>
                <c:pt idx="1490">
                  <c:v>-3000.8850000000002</c:v>
                </c:pt>
                <c:pt idx="1491">
                  <c:v>-1186.8484000000001</c:v>
                </c:pt>
                <c:pt idx="1492">
                  <c:v>-1925.9846</c:v>
                </c:pt>
                <c:pt idx="1493">
                  <c:v>-2012.0645999999999</c:v>
                </c:pt>
                <c:pt idx="1494">
                  <c:v>-1699.5969</c:v>
                </c:pt>
                <c:pt idx="1495">
                  <c:v>-1777.2058999999999</c:v>
                </c:pt>
                <c:pt idx="1496">
                  <c:v>-2064.9895999999999</c:v>
                </c:pt>
                <c:pt idx="1497">
                  <c:v>-2052.0783000000001</c:v>
                </c:pt>
                <c:pt idx="1498">
                  <c:v>-1587.5137</c:v>
                </c:pt>
                <c:pt idx="1499">
                  <c:v>-1773.3268999999998</c:v>
                </c:pt>
                <c:pt idx="1500">
                  <c:v>-1884.3666999999998</c:v>
                </c:pt>
                <c:pt idx="1501">
                  <c:v>-1608.0318999999997</c:v>
                </c:pt>
                <c:pt idx="1502">
                  <c:v>-441.19069999999999</c:v>
                </c:pt>
                <c:pt idx="1503">
                  <c:v>-562.47519999999997</c:v>
                </c:pt>
                <c:pt idx="1504">
                  <c:v>-702.19189999999992</c:v>
                </c:pt>
                <c:pt idx="1505">
                  <c:v>-655.4579</c:v>
                </c:pt>
                <c:pt idx="1506">
                  <c:v>-1234.8580999999999</c:v>
                </c:pt>
                <c:pt idx="1507">
                  <c:v>-1009.1335</c:v>
                </c:pt>
                <c:pt idx="1508">
                  <c:v>-571.03759999999988</c:v>
                </c:pt>
                <c:pt idx="1509">
                  <c:v>-310.82349999999997</c:v>
                </c:pt>
                <c:pt idx="1510">
                  <c:v>278.18330000000003</c:v>
                </c:pt>
                <c:pt idx="1511">
                  <c:v>795.87439999999992</c:v>
                </c:pt>
                <c:pt idx="1512">
                  <c:v>773.85290000000009</c:v>
                </c:pt>
                <c:pt idx="1513">
                  <c:v>683.02749999999992</c:v>
                </c:pt>
                <c:pt idx="1514">
                  <c:v>565.53949999999998</c:v>
                </c:pt>
                <c:pt idx="1515">
                  <c:v>-193.95660000000004</c:v>
                </c:pt>
                <c:pt idx="1516">
                  <c:v>-2114.6738</c:v>
                </c:pt>
                <c:pt idx="1517">
                  <c:v>-2457.3167000000003</c:v>
                </c:pt>
                <c:pt idx="1518">
                  <c:v>-2777.5280000000002</c:v>
                </c:pt>
                <c:pt idx="1519">
                  <c:v>-2653.2329000000004</c:v>
                </c:pt>
                <c:pt idx="1520">
                  <c:v>-2407.8915000000002</c:v>
                </c:pt>
                <c:pt idx="1521">
                  <c:v>-693.37529999999992</c:v>
                </c:pt>
                <c:pt idx="1522">
                  <c:v>-362.60069999999996</c:v>
                </c:pt>
                <c:pt idx="1523">
                  <c:v>-284.74219999999997</c:v>
                </c:pt>
                <c:pt idx="1524">
                  <c:v>-612.80939999999998</c:v>
                </c:pt>
                <c:pt idx="1525">
                  <c:v>-454.28300000000002</c:v>
                </c:pt>
                <c:pt idx="1526">
                  <c:v>198.64019999999996</c:v>
                </c:pt>
                <c:pt idx="1527">
                  <c:v>279.69669999999996</c:v>
                </c:pt>
                <c:pt idx="1528">
                  <c:v>599.75209999999993</c:v>
                </c:pt>
                <c:pt idx="1529">
                  <c:v>895.95890000000009</c:v>
                </c:pt>
                <c:pt idx="1530">
                  <c:v>1327.4992999999999</c:v>
                </c:pt>
                <c:pt idx="1531">
                  <c:v>1267.6377</c:v>
                </c:pt>
                <c:pt idx="1532">
                  <c:v>1146.2705999999998</c:v>
                </c:pt>
                <c:pt idx="1533">
                  <c:v>1147.5012000000002</c:v>
                </c:pt>
                <c:pt idx="1534">
                  <c:v>1242.8365000000001</c:v>
                </c:pt>
                <c:pt idx="1535">
                  <c:v>1654.5165999999999</c:v>
                </c:pt>
                <c:pt idx="1536">
                  <c:v>1386.3922</c:v>
                </c:pt>
                <c:pt idx="1537">
                  <c:v>1493.8889000000001</c:v>
                </c:pt>
                <c:pt idx="1538">
                  <c:v>1564.7247</c:v>
                </c:pt>
                <c:pt idx="1539">
                  <c:v>1630.2239</c:v>
                </c:pt>
                <c:pt idx="1540">
                  <c:v>867.99509999999998</c:v>
                </c:pt>
                <c:pt idx="1541">
                  <c:v>991.56489999999997</c:v>
                </c:pt>
                <c:pt idx="1542">
                  <c:v>1236.4449</c:v>
                </c:pt>
                <c:pt idx="1543">
                  <c:v>165.04769999999996</c:v>
                </c:pt>
                <c:pt idx="1544">
                  <c:v>-13.531599999999997</c:v>
                </c:pt>
                <c:pt idx="1545">
                  <c:v>-384.34519999999998</c:v>
                </c:pt>
                <c:pt idx="1546">
                  <c:v>-577.60379999999998</c:v>
                </c:pt>
                <c:pt idx="1547">
                  <c:v>-1607.9848000000002</c:v>
                </c:pt>
                <c:pt idx="1548">
                  <c:v>-1339.9909</c:v>
                </c:pt>
                <c:pt idx="1549">
                  <c:v>-1660.9259000000002</c:v>
                </c:pt>
                <c:pt idx="1550">
                  <c:v>-1674.4070000000002</c:v>
                </c:pt>
                <c:pt idx="1551">
                  <c:v>-2915.0951999999997</c:v>
                </c:pt>
                <c:pt idx="1552">
                  <c:v>-3364.5436</c:v>
                </c:pt>
                <c:pt idx="1553">
                  <c:v>-3678.5742</c:v>
                </c:pt>
                <c:pt idx="1554">
                  <c:v>-3474.9532000000004</c:v>
                </c:pt>
                <c:pt idx="1555">
                  <c:v>-2631.0727999999999</c:v>
                </c:pt>
                <c:pt idx="1556">
                  <c:v>-880.34439999999972</c:v>
                </c:pt>
                <c:pt idx="1557">
                  <c:v>519.50450000000001</c:v>
                </c:pt>
                <c:pt idx="1558">
                  <c:v>2214.7726000000002</c:v>
                </c:pt>
                <c:pt idx="1559">
                  <c:v>2522.0938999999998</c:v>
                </c:pt>
                <c:pt idx="1560">
                  <c:v>1332.6493</c:v>
                </c:pt>
                <c:pt idx="1561">
                  <c:v>1092.2735000000002</c:v>
                </c:pt>
                <c:pt idx="1562">
                  <c:v>370.79720000000009</c:v>
                </c:pt>
                <c:pt idx="1563">
                  <c:v>-665.35040000000004</c:v>
                </c:pt>
                <c:pt idx="1564">
                  <c:v>2473.1940999999997</c:v>
                </c:pt>
                <c:pt idx="1565">
                  <c:v>3005.9512</c:v>
                </c:pt>
                <c:pt idx="1566">
                  <c:v>2936.6199999999994</c:v>
                </c:pt>
                <c:pt idx="1567">
                  <c:v>2603.6918999999998</c:v>
                </c:pt>
                <c:pt idx="1568">
                  <c:v>2086.0093999999999</c:v>
                </c:pt>
                <c:pt idx="1569">
                  <c:v>-2829.9034999999999</c:v>
                </c:pt>
                <c:pt idx="1570">
                  <c:v>-3223.6406999999999</c:v>
                </c:pt>
                <c:pt idx="1571">
                  <c:v>-3474.0036</c:v>
                </c:pt>
                <c:pt idx="1572">
                  <c:v>-555.9996000000001</c:v>
                </c:pt>
                <c:pt idx="1573">
                  <c:v>-960.57460000000026</c:v>
                </c:pt>
                <c:pt idx="1574">
                  <c:v>942.99160000000018</c:v>
                </c:pt>
                <c:pt idx="1575">
                  <c:v>-394.68259999999987</c:v>
                </c:pt>
                <c:pt idx="1576">
                  <c:v>-561.97970000000009</c:v>
                </c:pt>
                <c:pt idx="1577">
                  <c:v>-3562.2183</c:v>
                </c:pt>
                <c:pt idx="1578">
                  <c:v>-2940.3410999999996</c:v>
                </c:pt>
                <c:pt idx="1579">
                  <c:v>-3992.2329</c:v>
                </c:pt>
                <c:pt idx="1580">
                  <c:v>-2313.5650000000001</c:v>
                </c:pt>
                <c:pt idx="1581">
                  <c:v>-1969.8418000000001</c:v>
                </c:pt>
                <c:pt idx="1582">
                  <c:v>-1188.1296</c:v>
                </c:pt>
                <c:pt idx="1583">
                  <c:v>-929.44780000000003</c:v>
                </c:pt>
                <c:pt idx="1584">
                  <c:v>-213.46629999999999</c:v>
                </c:pt>
                <c:pt idx="1585">
                  <c:v>-113.55759999999999</c:v>
                </c:pt>
                <c:pt idx="1586">
                  <c:v>-689.3291999999999</c:v>
                </c:pt>
                <c:pt idx="1587">
                  <c:v>-735.39970000000005</c:v>
                </c:pt>
                <c:pt idx="1588">
                  <c:v>-645.10320000000013</c:v>
                </c:pt>
                <c:pt idx="1589">
                  <c:v>-729.41500000000008</c:v>
                </c:pt>
                <c:pt idx="1590">
                  <c:v>-1017.6888</c:v>
                </c:pt>
                <c:pt idx="1591">
                  <c:v>-237.13939999999999</c:v>
                </c:pt>
                <c:pt idx="1592">
                  <c:v>191.8887</c:v>
                </c:pt>
                <c:pt idx="1593">
                  <c:v>312.27470000000005</c:v>
                </c:pt>
                <c:pt idx="1594">
                  <c:v>-198.24270000000001</c:v>
                </c:pt>
                <c:pt idx="1595">
                  <c:v>-162.12380000000002</c:v>
                </c:pt>
                <c:pt idx="1596">
                  <c:v>-962.27120000000014</c:v>
                </c:pt>
                <c:pt idx="1597">
                  <c:v>-1319.8566000000001</c:v>
                </c:pt>
                <c:pt idx="1598">
                  <c:v>-1543.8140000000003</c:v>
                </c:pt>
                <c:pt idx="1599">
                  <c:v>-1001.453</c:v>
                </c:pt>
                <c:pt idx="1600">
                  <c:v>-718.85430000000008</c:v>
                </c:pt>
                <c:pt idx="1601">
                  <c:v>-183.11240000000001</c:v>
                </c:pt>
                <c:pt idx="1602">
                  <c:v>-439.19380000000001</c:v>
                </c:pt>
                <c:pt idx="1603">
                  <c:v>-447.14339999999999</c:v>
                </c:pt>
                <c:pt idx="1604">
                  <c:v>-375.8689</c:v>
                </c:pt>
                <c:pt idx="1605">
                  <c:v>-580.07209999999998</c:v>
                </c:pt>
                <c:pt idx="1606">
                  <c:v>-440.1019</c:v>
                </c:pt>
                <c:pt idx="1607">
                  <c:v>-272.92700000000002</c:v>
                </c:pt>
                <c:pt idx="1608">
                  <c:v>-169.90970000000002</c:v>
                </c:pt>
                <c:pt idx="1609">
                  <c:v>-164.43930000000003</c:v>
                </c:pt>
                <c:pt idx="1610">
                  <c:v>-163.57669999999999</c:v>
                </c:pt>
                <c:pt idx="1611">
                  <c:v>-93.743799999999993</c:v>
                </c:pt>
                <c:pt idx="1612">
                  <c:v>186.18689999999998</c:v>
                </c:pt>
                <c:pt idx="1613">
                  <c:v>105.97169999999997</c:v>
                </c:pt>
                <c:pt idx="1614">
                  <c:v>-545.44900000000007</c:v>
                </c:pt>
                <c:pt idx="1615">
                  <c:v>-613.51600000000008</c:v>
                </c:pt>
                <c:pt idx="1616">
                  <c:v>-878.87390000000005</c:v>
                </c:pt>
                <c:pt idx="1617">
                  <c:v>-1049.3877</c:v>
                </c:pt>
                <c:pt idx="1618">
                  <c:v>-105.70099999999991</c:v>
                </c:pt>
                <c:pt idx="1619">
                  <c:v>1703.2592999999999</c:v>
                </c:pt>
                <c:pt idx="1620">
                  <c:v>2296.0814</c:v>
                </c:pt>
                <c:pt idx="1621">
                  <c:v>2207.3995</c:v>
                </c:pt>
                <c:pt idx="1622">
                  <c:v>2141.5087000000003</c:v>
                </c:pt>
                <c:pt idx="1623">
                  <c:v>1043.4780000000001</c:v>
                </c:pt>
                <c:pt idx="1624">
                  <c:v>-1174.2779999999998</c:v>
                </c:pt>
                <c:pt idx="1625">
                  <c:v>-1513.4123999999999</c:v>
                </c:pt>
                <c:pt idx="1626">
                  <c:v>-1406.1143</c:v>
                </c:pt>
                <c:pt idx="1627">
                  <c:v>-1664.4952999999998</c:v>
                </c:pt>
                <c:pt idx="1628">
                  <c:v>-1425.0123999999998</c:v>
                </c:pt>
                <c:pt idx="1629">
                  <c:v>-868.7956999999999</c:v>
                </c:pt>
                <c:pt idx="1630">
                  <c:v>-440.92509999999993</c:v>
                </c:pt>
                <c:pt idx="1631">
                  <c:v>-495.05539999999991</c:v>
                </c:pt>
                <c:pt idx="1632">
                  <c:v>-162.07479999999993</c:v>
                </c:pt>
                <c:pt idx="1633">
                  <c:v>-600.46699999999987</c:v>
                </c:pt>
                <c:pt idx="1634">
                  <c:v>-53.008299999999956</c:v>
                </c:pt>
                <c:pt idx="1635">
                  <c:v>-484.81369999999998</c:v>
                </c:pt>
                <c:pt idx="1636">
                  <c:v>1081.9598000000001</c:v>
                </c:pt>
                <c:pt idx="1637">
                  <c:v>1448.8905</c:v>
                </c:pt>
                <c:pt idx="1638">
                  <c:v>2727.1772000000001</c:v>
                </c:pt>
                <c:pt idx="1639">
                  <c:v>2511.4079000000002</c:v>
                </c:pt>
                <c:pt idx="1640">
                  <c:v>2390.2248</c:v>
                </c:pt>
                <c:pt idx="1641">
                  <c:v>578.16139999999996</c:v>
                </c:pt>
                <c:pt idx="1642">
                  <c:v>-184.46859999999998</c:v>
                </c:pt>
                <c:pt idx="1643">
                  <c:v>-1225.6115</c:v>
                </c:pt>
                <c:pt idx="1644">
                  <c:v>-872.44769999999994</c:v>
                </c:pt>
                <c:pt idx="1645">
                  <c:v>-1332.4986999999999</c:v>
                </c:pt>
                <c:pt idx="1646">
                  <c:v>-815.57769999999994</c:v>
                </c:pt>
                <c:pt idx="1647">
                  <c:v>1359.511</c:v>
                </c:pt>
                <c:pt idx="1648">
                  <c:v>1085.3709999999999</c:v>
                </c:pt>
                <c:pt idx="1649">
                  <c:v>914.9855</c:v>
                </c:pt>
                <c:pt idx="1650">
                  <c:v>1547.8743999999999</c:v>
                </c:pt>
                <c:pt idx="1651">
                  <c:v>1702.3681999999999</c:v>
                </c:pt>
                <c:pt idx="1652">
                  <c:v>1468.3748000000001</c:v>
                </c:pt>
                <c:pt idx="1653">
                  <c:v>1916.1690000000001</c:v>
                </c:pt>
                <c:pt idx="1654">
                  <c:v>2154.8751000000002</c:v>
                </c:pt>
                <c:pt idx="1655">
                  <c:v>1792.9721000000002</c:v>
                </c:pt>
                <c:pt idx="1656">
                  <c:v>1809.4947000000002</c:v>
                </c:pt>
                <c:pt idx="1657">
                  <c:v>2845.6080999999999</c:v>
                </c:pt>
                <c:pt idx="1658">
                  <c:v>836.58159999999998</c:v>
                </c:pt>
                <c:pt idx="1659">
                  <c:v>1201.5323000000003</c:v>
                </c:pt>
                <c:pt idx="1660">
                  <c:v>2120.8761000000004</c:v>
                </c:pt>
                <c:pt idx="1661">
                  <c:v>2239.7211000000002</c:v>
                </c:pt>
                <c:pt idx="1662">
                  <c:v>-547.07459999999969</c:v>
                </c:pt>
                <c:pt idx="1663">
                  <c:v>1562.9103</c:v>
                </c:pt>
                <c:pt idx="1664">
                  <c:v>980.28290000000004</c:v>
                </c:pt>
                <c:pt idx="1665">
                  <c:v>527.9398000000001</c:v>
                </c:pt>
                <c:pt idx="1666">
                  <c:v>-758.44619999999998</c:v>
                </c:pt>
                <c:pt idx="1667">
                  <c:v>-1198.5304000000001</c:v>
                </c:pt>
                <c:pt idx="1668">
                  <c:v>-1080.2621000000001</c:v>
                </c:pt>
                <c:pt idx="1669">
                  <c:v>-1004.1297</c:v>
                </c:pt>
                <c:pt idx="1670">
                  <c:v>-1327.5648999999999</c:v>
                </c:pt>
                <c:pt idx="1671">
                  <c:v>-469.27629999999999</c:v>
                </c:pt>
                <c:pt idx="1672">
                  <c:v>-503.38909999999998</c:v>
                </c:pt>
                <c:pt idx="1673">
                  <c:v>-943.78569999999991</c:v>
                </c:pt>
                <c:pt idx="1674">
                  <c:v>-485.00279999999998</c:v>
                </c:pt>
                <c:pt idx="1675">
                  <c:v>-166.20829999999995</c:v>
                </c:pt>
                <c:pt idx="1676">
                  <c:v>-1636.124</c:v>
                </c:pt>
                <c:pt idx="1677">
                  <c:v>-1430.2468000000001</c:v>
                </c:pt>
                <c:pt idx="1678">
                  <c:v>-3992.4922999999999</c:v>
                </c:pt>
                <c:pt idx="1679">
                  <c:v>-5137.9896000000008</c:v>
                </c:pt>
                <c:pt idx="1680">
                  <c:v>-5348.9868999999999</c:v>
                </c:pt>
                <c:pt idx="1681">
                  <c:v>-4055.8962999999999</c:v>
                </c:pt>
                <c:pt idx="1682">
                  <c:v>-3784.5887000000002</c:v>
                </c:pt>
                <c:pt idx="1683">
                  <c:v>-1032.7146</c:v>
                </c:pt>
                <c:pt idx="1684">
                  <c:v>-591.0467000000001</c:v>
                </c:pt>
                <c:pt idx="1685">
                  <c:v>-572.50440000000003</c:v>
                </c:pt>
                <c:pt idx="1686">
                  <c:v>-639.6123</c:v>
                </c:pt>
                <c:pt idx="1687">
                  <c:v>-484.23080000000004</c:v>
                </c:pt>
                <c:pt idx="1688">
                  <c:v>-444.44929999999999</c:v>
                </c:pt>
                <c:pt idx="1689">
                  <c:v>-435.83660000000003</c:v>
                </c:pt>
                <c:pt idx="1690">
                  <c:v>-442.68029999999999</c:v>
                </c:pt>
                <c:pt idx="1691">
                  <c:v>-371.84659999999997</c:v>
                </c:pt>
                <c:pt idx="1692">
                  <c:v>-613.49659999999994</c:v>
                </c:pt>
                <c:pt idx="1693">
                  <c:v>-693.17659999999989</c:v>
                </c:pt>
                <c:pt idx="1694">
                  <c:v>-703.04780000000005</c:v>
                </c:pt>
                <c:pt idx="1695">
                  <c:v>-846.02070000000003</c:v>
                </c:pt>
                <c:pt idx="1696">
                  <c:v>-660.63080000000002</c:v>
                </c:pt>
                <c:pt idx="1697">
                  <c:v>-292.18759999999997</c:v>
                </c:pt>
                <c:pt idx="1698">
                  <c:v>-452.41550000000001</c:v>
                </c:pt>
                <c:pt idx="1699">
                  <c:v>-414.75230000000005</c:v>
                </c:pt>
                <c:pt idx="1700">
                  <c:v>-182.77860000000001</c:v>
                </c:pt>
                <c:pt idx="1701">
                  <c:v>-838.52340000000004</c:v>
                </c:pt>
                <c:pt idx="1702">
                  <c:v>-965.86249999999995</c:v>
                </c:pt>
                <c:pt idx="1703">
                  <c:v>-636.29370000000006</c:v>
                </c:pt>
                <c:pt idx="1704">
                  <c:v>-402.49979999999999</c:v>
                </c:pt>
                <c:pt idx="1705">
                  <c:v>-597.88070000000005</c:v>
                </c:pt>
                <c:pt idx="1706">
                  <c:v>88.340900000000005</c:v>
                </c:pt>
                <c:pt idx="1707">
                  <c:v>126.64990000000002</c:v>
                </c:pt>
                <c:pt idx="1708">
                  <c:v>14.679199999999994</c:v>
                </c:pt>
                <c:pt idx="1709">
                  <c:v>-55.583199999999991</c:v>
                </c:pt>
                <c:pt idx="1710">
                  <c:v>122.85319999999999</c:v>
                </c:pt>
                <c:pt idx="1711">
                  <c:v>21.100799999999978</c:v>
                </c:pt>
                <c:pt idx="1712">
                  <c:v>-427.9864</c:v>
                </c:pt>
                <c:pt idx="1713">
                  <c:v>-182.40259999999998</c:v>
                </c:pt>
                <c:pt idx="1714">
                  <c:v>-336.69560000000001</c:v>
                </c:pt>
                <c:pt idx="1715">
                  <c:v>-187.38599999999997</c:v>
                </c:pt>
                <c:pt idx="1716">
                  <c:v>-9.6130999999999744</c:v>
                </c:pt>
                <c:pt idx="1717">
                  <c:v>394.50770000000006</c:v>
                </c:pt>
                <c:pt idx="1718">
                  <c:v>259.39330000000001</c:v>
                </c:pt>
                <c:pt idx="1719">
                  <c:v>916.55779999999993</c:v>
                </c:pt>
                <c:pt idx="1720">
                  <c:v>691.32529999999997</c:v>
                </c:pt>
                <c:pt idx="1721">
                  <c:v>326.39859999999999</c:v>
                </c:pt>
                <c:pt idx="1722">
                  <c:v>377.66309999999993</c:v>
                </c:pt>
                <c:pt idx="1723">
                  <c:v>435.61209999999994</c:v>
                </c:pt>
                <c:pt idx="1724">
                  <c:v>-378.37179999999995</c:v>
                </c:pt>
                <c:pt idx="1725">
                  <c:v>-307.45699999999999</c:v>
                </c:pt>
                <c:pt idx="1726">
                  <c:v>-38.755299999999991</c:v>
                </c:pt>
                <c:pt idx="1727">
                  <c:v>-208.3631</c:v>
                </c:pt>
                <c:pt idx="1728">
                  <c:v>-1441.9150999999999</c:v>
                </c:pt>
                <c:pt idx="1729">
                  <c:v>-1124.4799</c:v>
                </c:pt>
                <c:pt idx="1730">
                  <c:v>-1104.5089</c:v>
                </c:pt>
                <c:pt idx="1731">
                  <c:v>-485.50969999999984</c:v>
                </c:pt>
                <c:pt idx="1732">
                  <c:v>2.9818000000000779</c:v>
                </c:pt>
                <c:pt idx="1733">
                  <c:v>1057.3907999999999</c:v>
                </c:pt>
                <c:pt idx="1734">
                  <c:v>380.35789999999997</c:v>
                </c:pt>
                <c:pt idx="1735">
                  <c:v>1349.0726999999999</c:v>
                </c:pt>
                <c:pt idx="1736">
                  <c:v>710.06349999999998</c:v>
                </c:pt>
                <c:pt idx="1737">
                  <c:v>-138.74360000000001</c:v>
                </c:pt>
                <c:pt idx="1738">
                  <c:v>-378.88670000000002</c:v>
                </c:pt>
                <c:pt idx="1739">
                  <c:v>279.26660000000004</c:v>
                </c:pt>
                <c:pt idx="1740">
                  <c:v>-602.6499</c:v>
                </c:pt>
                <c:pt idx="1741">
                  <c:v>-1847.5417000000002</c:v>
                </c:pt>
                <c:pt idx="1742">
                  <c:v>-1641.3999000000001</c:v>
                </c:pt>
                <c:pt idx="1743">
                  <c:v>-1427.8609000000001</c:v>
                </c:pt>
                <c:pt idx="1744">
                  <c:v>-1269.1401000000001</c:v>
                </c:pt>
                <c:pt idx="1745">
                  <c:v>-1450.1481000000001</c:v>
                </c:pt>
                <c:pt idx="1746">
                  <c:v>-52.01509999999999</c:v>
                </c:pt>
                <c:pt idx="1747">
                  <c:v>-31.193100000000015</c:v>
                </c:pt>
                <c:pt idx="1748">
                  <c:v>513.33730000000003</c:v>
                </c:pt>
                <c:pt idx="1749">
                  <c:v>299.6574</c:v>
                </c:pt>
                <c:pt idx="1750">
                  <c:v>493.27940000000001</c:v>
                </c:pt>
                <c:pt idx="1751">
                  <c:v>872.89110000000005</c:v>
                </c:pt>
                <c:pt idx="1752">
                  <c:v>1184.9234000000001</c:v>
                </c:pt>
                <c:pt idx="1753">
                  <c:v>714.43920000000003</c:v>
                </c:pt>
                <c:pt idx="1754">
                  <c:v>724.24189999999999</c:v>
                </c:pt>
                <c:pt idx="1755">
                  <c:v>713.84100000000001</c:v>
                </c:pt>
                <c:pt idx="1756">
                  <c:v>117.65009999999998</c:v>
                </c:pt>
                <c:pt idx="1757">
                  <c:v>148.64520000000002</c:v>
                </c:pt>
                <c:pt idx="1758">
                  <c:v>575.45870000000002</c:v>
                </c:pt>
                <c:pt idx="1759">
                  <c:v>1018.6772</c:v>
                </c:pt>
                <c:pt idx="1760">
                  <c:v>1090.9018000000001</c:v>
                </c:pt>
                <c:pt idx="1761">
                  <c:v>1537.5652</c:v>
                </c:pt>
                <c:pt idx="1762">
                  <c:v>1757.4211</c:v>
                </c:pt>
                <c:pt idx="1763">
                  <c:v>1386.6184999999998</c:v>
                </c:pt>
                <c:pt idx="1764">
                  <c:v>847.66589999999997</c:v>
                </c:pt>
                <c:pt idx="1765">
                  <c:v>901.91920000000005</c:v>
                </c:pt>
                <c:pt idx="1766">
                  <c:v>501.97670000000005</c:v>
                </c:pt>
                <c:pt idx="1767">
                  <c:v>301.50239999999997</c:v>
                </c:pt>
                <c:pt idx="1768">
                  <c:v>451.71569999999997</c:v>
                </c:pt>
                <c:pt idx="1769">
                  <c:v>402.15860000000004</c:v>
                </c:pt>
                <c:pt idx="1770">
                  <c:v>-671.33269999999993</c:v>
                </c:pt>
                <c:pt idx="1771">
                  <c:v>-1093.6143000000002</c:v>
                </c:pt>
                <c:pt idx="1772">
                  <c:v>-2609.7473</c:v>
                </c:pt>
                <c:pt idx="1773">
                  <c:v>-3501.8447000000001</c:v>
                </c:pt>
                <c:pt idx="1774">
                  <c:v>-3614.4685000000004</c:v>
                </c:pt>
                <c:pt idx="1775">
                  <c:v>-2649.4713000000002</c:v>
                </c:pt>
                <c:pt idx="1776">
                  <c:v>-2283.9288999999999</c:v>
                </c:pt>
                <c:pt idx="1777">
                  <c:v>-902.29570000000001</c:v>
                </c:pt>
                <c:pt idx="1778">
                  <c:v>-106.08170000000004</c:v>
                </c:pt>
                <c:pt idx="1779">
                  <c:v>751.49209999999994</c:v>
                </c:pt>
                <c:pt idx="1780">
                  <c:v>392.90460000000002</c:v>
                </c:pt>
                <c:pt idx="1781">
                  <c:v>661.99430000000007</c:v>
                </c:pt>
                <c:pt idx="1782">
                  <c:v>755.20400000000006</c:v>
                </c:pt>
                <c:pt idx="1783">
                  <c:v>978.65329999999994</c:v>
                </c:pt>
                <c:pt idx="1784">
                  <c:v>517.62620000000004</c:v>
                </c:pt>
                <c:pt idx="1785">
                  <c:v>1294.1644999999999</c:v>
                </c:pt>
                <c:pt idx="1786">
                  <c:v>1318.4605999999999</c:v>
                </c:pt>
                <c:pt idx="1787">
                  <c:v>1027.0029</c:v>
                </c:pt>
                <c:pt idx="1788">
                  <c:v>-82.734699999999975</c:v>
                </c:pt>
                <c:pt idx="1789">
                  <c:v>-74.134199999999964</c:v>
                </c:pt>
                <c:pt idx="1790">
                  <c:v>-1171.1148000000001</c:v>
                </c:pt>
                <c:pt idx="1791">
                  <c:v>-1273.0455999999999</c:v>
                </c:pt>
                <c:pt idx="1792">
                  <c:v>-547.13560000000007</c:v>
                </c:pt>
                <c:pt idx="1793">
                  <c:v>944.59929999999997</c:v>
                </c:pt>
                <c:pt idx="1794">
                  <c:v>862.25199999999995</c:v>
                </c:pt>
                <c:pt idx="1795">
                  <c:v>1646.5408</c:v>
                </c:pt>
                <c:pt idx="1796">
                  <c:v>832.90419999999995</c:v>
                </c:pt>
                <c:pt idx="1797">
                  <c:v>762.25199999999995</c:v>
                </c:pt>
                <c:pt idx="1798">
                  <c:v>265.97500000000002</c:v>
                </c:pt>
                <c:pt idx="1799">
                  <c:v>554.58170000000007</c:v>
                </c:pt>
                <c:pt idx="1800">
                  <c:v>-833.27029999999991</c:v>
                </c:pt>
                <c:pt idx="1801">
                  <c:v>1319.3838000000001</c:v>
                </c:pt>
                <c:pt idx="1802">
                  <c:v>635.10450000000003</c:v>
                </c:pt>
                <c:pt idx="1803">
                  <c:v>542.52200000000005</c:v>
                </c:pt>
                <c:pt idx="1804">
                  <c:v>1246.8867</c:v>
                </c:pt>
                <c:pt idx="1805">
                  <c:v>2385.2281999999996</c:v>
                </c:pt>
                <c:pt idx="1806">
                  <c:v>356.72930000000008</c:v>
                </c:pt>
                <c:pt idx="1807">
                  <c:v>220.63980000000021</c:v>
                </c:pt>
                <c:pt idx="1808">
                  <c:v>646.47670000000016</c:v>
                </c:pt>
                <c:pt idx="1809">
                  <c:v>-962.78869999999995</c:v>
                </c:pt>
                <c:pt idx="1810">
                  <c:v>-1624.5356999999999</c:v>
                </c:pt>
                <c:pt idx="1811">
                  <c:v>-2208.7602999999999</c:v>
                </c:pt>
                <c:pt idx="1812">
                  <c:v>-2049.9350000000004</c:v>
                </c:pt>
                <c:pt idx="1813">
                  <c:v>-2443.9001000000003</c:v>
                </c:pt>
                <c:pt idx="1814">
                  <c:v>-2206.3904000000002</c:v>
                </c:pt>
                <c:pt idx="1815">
                  <c:v>-700.40859999999998</c:v>
                </c:pt>
                <c:pt idx="1816">
                  <c:v>676.17089999999996</c:v>
                </c:pt>
                <c:pt idx="1817">
                  <c:v>1959.4746</c:v>
                </c:pt>
                <c:pt idx="1818">
                  <c:v>1972.8872000000001</c:v>
                </c:pt>
                <c:pt idx="1819">
                  <c:v>2379.3323</c:v>
                </c:pt>
                <c:pt idx="1820">
                  <c:v>2181.1788000000001</c:v>
                </c:pt>
                <c:pt idx="1821">
                  <c:v>1607.8885</c:v>
                </c:pt>
                <c:pt idx="1822">
                  <c:v>-246.75940000000003</c:v>
                </c:pt>
                <c:pt idx="1823">
                  <c:v>-778.0643</c:v>
                </c:pt>
                <c:pt idx="1824">
                  <c:v>-3012.9121999999998</c:v>
                </c:pt>
                <c:pt idx="1825">
                  <c:v>-3594.8665000000001</c:v>
                </c:pt>
                <c:pt idx="1826">
                  <c:v>-3217.3643999999999</c:v>
                </c:pt>
                <c:pt idx="1827">
                  <c:v>-2000.4299000000001</c:v>
                </c:pt>
                <c:pt idx="1828">
                  <c:v>-1155.6583000000001</c:v>
                </c:pt>
                <c:pt idx="1829">
                  <c:v>868.14120000000003</c:v>
                </c:pt>
                <c:pt idx="1830">
                  <c:v>831.28539999999998</c:v>
                </c:pt>
                <c:pt idx="1831">
                  <c:v>1384.3824999999999</c:v>
                </c:pt>
                <c:pt idx="1832">
                  <c:v>1838.8173000000002</c:v>
                </c:pt>
                <c:pt idx="1833">
                  <c:v>2750.7376000000004</c:v>
                </c:pt>
                <c:pt idx="1834">
                  <c:v>3073.2993999999999</c:v>
                </c:pt>
                <c:pt idx="1835">
                  <c:v>5042.4355999999998</c:v>
                </c:pt>
                <c:pt idx="1836">
                  <c:v>4611.1922000000004</c:v>
                </c:pt>
                <c:pt idx="1837">
                  <c:v>3506.5446000000002</c:v>
                </c:pt>
                <c:pt idx="1838">
                  <c:v>2159.7304999999997</c:v>
                </c:pt>
                <c:pt idx="1839">
                  <c:v>3203.7401000000004</c:v>
                </c:pt>
                <c:pt idx="1840">
                  <c:v>1091.6151</c:v>
                </c:pt>
                <c:pt idx="1841">
                  <c:v>824.3715000000002</c:v>
                </c:pt>
                <c:pt idx="1842">
                  <c:v>1157.8186000000003</c:v>
                </c:pt>
                <c:pt idx="1843">
                  <c:v>1736.6763000000001</c:v>
                </c:pt>
                <c:pt idx="1844">
                  <c:v>893.40660000000003</c:v>
                </c:pt>
                <c:pt idx="1845">
                  <c:v>1981.0230999999999</c:v>
                </c:pt>
                <c:pt idx="1846">
                  <c:v>2101.9024999999997</c:v>
                </c:pt>
                <c:pt idx="1847">
                  <c:v>1822.6405999999999</c:v>
                </c:pt>
                <c:pt idx="1848">
                  <c:v>928.58309999999994</c:v>
                </c:pt>
                <c:pt idx="1849">
                  <c:v>632.76850000000002</c:v>
                </c:pt>
                <c:pt idx="1850">
                  <c:v>-226.86559999999997</c:v>
                </c:pt>
                <c:pt idx="1851">
                  <c:v>-288.0992</c:v>
                </c:pt>
                <c:pt idx="1852">
                  <c:v>51.362700000000018</c:v>
                </c:pt>
                <c:pt idx="1853">
                  <c:v>-110.75669999999997</c:v>
                </c:pt>
                <c:pt idx="1854">
                  <c:v>-255.30329999999998</c:v>
                </c:pt>
                <c:pt idx="1855">
                  <c:v>87.017200000000059</c:v>
                </c:pt>
                <c:pt idx="1856">
                  <c:v>662.29950000000008</c:v>
                </c:pt>
                <c:pt idx="1857">
                  <c:v>363.29450000000008</c:v>
                </c:pt>
                <c:pt idx="1858">
                  <c:v>828.73040000000003</c:v>
                </c:pt>
                <c:pt idx="1859">
                  <c:v>824.83390000000009</c:v>
                </c:pt>
                <c:pt idx="1860">
                  <c:v>735.44510000000002</c:v>
                </c:pt>
                <c:pt idx="1861">
                  <c:v>405.65940000000001</c:v>
                </c:pt>
                <c:pt idx="1862">
                  <c:v>894.23289999999997</c:v>
                </c:pt>
                <c:pt idx="1863">
                  <c:v>600.03919999999994</c:v>
                </c:pt>
                <c:pt idx="1864">
                  <c:v>438.25819999999999</c:v>
                </c:pt>
                <c:pt idx="1865">
                  <c:v>-388.64810000000011</c:v>
                </c:pt>
                <c:pt idx="1866">
                  <c:v>-745.33270000000005</c:v>
                </c:pt>
                <c:pt idx="1867">
                  <c:v>-1532.1913</c:v>
                </c:pt>
                <c:pt idx="1868">
                  <c:v>-1273.0293999999999</c:v>
                </c:pt>
                <c:pt idx="1869">
                  <c:v>-1233.2348</c:v>
                </c:pt>
                <c:pt idx="1870">
                  <c:v>-2179.5472</c:v>
                </c:pt>
                <c:pt idx="1871">
                  <c:v>-2279.7649000000001</c:v>
                </c:pt>
                <c:pt idx="1872">
                  <c:v>-1989.5954999999999</c:v>
                </c:pt>
                <c:pt idx="1873">
                  <c:v>-2149.3265000000001</c:v>
                </c:pt>
                <c:pt idx="1874">
                  <c:v>-1762.3228999999999</c:v>
                </c:pt>
                <c:pt idx="1875">
                  <c:v>-275.90100000000001</c:v>
                </c:pt>
                <c:pt idx="1876">
                  <c:v>423.18759999999997</c:v>
                </c:pt>
                <c:pt idx="1877">
                  <c:v>802.17909999999995</c:v>
                </c:pt>
                <c:pt idx="1878">
                  <c:v>928.55060000000003</c:v>
                </c:pt>
                <c:pt idx="1879">
                  <c:v>574.51019999999994</c:v>
                </c:pt>
                <c:pt idx="1880">
                  <c:v>-3068.5043000000001</c:v>
                </c:pt>
                <c:pt idx="1881">
                  <c:v>-5119.2941000000001</c:v>
                </c:pt>
                <c:pt idx="1882">
                  <c:v>-6883.4094000000005</c:v>
                </c:pt>
                <c:pt idx="1883">
                  <c:v>-7284.8920000000007</c:v>
                </c:pt>
                <c:pt idx="1884">
                  <c:v>-7283.0824000000011</c:v>
                </c:pt>
                <c:pt idx="1885">
                  <c:v>-3864.9319</c:v>
                </c:pt>
                <c:pt idx="1886">
                  <c:v>-2140.6335999999997</c:v>
                </c:pt>
                <c:pt idx="1887">
                  <c:v>-430.19620000000009</c:v>
                </c:pt>
                <c:pt idx="1888">
                  <c:v>-173.53670000000005</c:v>
                </c:pt>
                <c:pt idx="1889">
                  <c:v>19.728399999999979</c:v>
                </c:pt>
                <c:pt idx="1890">
                  <c:v>161.85559999999995</c:v>
                </c:pt>
                <c:pt idx="1891">
                  <c:v>161.37719999999996</c:v>
                </c:pt>
                <c:pt idx="1892">
                  <c:v>252.18829999999997</c:v>
                </c:pt>
                <c:pt idx="1893">
                  <c:v>469.73209999999995</c:v>
                </c:pt>
                <c:pt idx="1894">
                  <c:v>477.44619999999998</c:v>
                </c:pt>
                <c:pt idx="1895">
                  <c:v>-321.15290000000005</c:v>
                </c:pt>
                <c:pt idx="1896">
                  <c:v>-683.44110000000001</c:v>
                </c:pt>
                <c:pt idx="1897">
                  <c:v>-333.00110000000006</c:v>
                </c:pt>
                <c:pt idx="1898">
                  <c:v>125.97489999999993</c:v>
                </c:pt>
                <c:pt idx="1899">
                  <c:v>1159.8456999999999</c:v>
                </c:pt>
                <c:pt idx="1900">
                  <c:v>2324.5117</c:v>
                </c:pt>
                <c:pt idx="1901">
                  <c:v>2571.9438999999998</c:v>
                </c:pt>
                <c:pt idx="1902">
                  <c:v>2636.7934999999998</c:v>
                </c:pt>
                <c:pt idx="1903">
                  <c:v>2406.2082</c:v>
                </c:pt>
                <c:pt idx="1904">
                  <c:v>1724.6487</c:v>
                </c:pt>
                <c:pt idx="1905">
                  <c:v>1558.8182999999999</c:v>
                </c:pt>
                <c:pt idx="1906">
                  <c:v>1631.3424</c:v>
                </c:pt>
                <c:pt idx="1907">
                  <c:v>1227.3024</c:v>
                </c:pt>
                <c:pt idx="1908">
                  <c:v>1118.6871000000001</c:v>
                </c:pt>
                <c:pt idx="1909">
                  <c:v>902.24189999999999</c:v>
                </c:pt>
                <c:pt idx="1910">
                  <c:v>784.25570000000016</c:v>
                </c:pt>
                <c:pt idx="1911">
                  <c:v>575.18229999999994</c:v>
                </c:pt>
                <c:pt idx="1912">
                  <c:v>313.82580000000002</c:v>
                </c:pt>
                <c:pt idx="1913">
                  <c:v>86.038200000000032</c:v>
                </c:pt>
                <c:pt idx="1914">
                  <c:v>1043.6961999999999</c:v>
                </c:pt>
                <c:pt idx="1915">
                  <c:v>1015.918</c:v>
                </c:pt>
                <c:pt idx="1916">
                  <c:v>1207.9259</c:v>
                </c:pt>
                <c:pt idx="1917">
                  <c:v>1929.9390000000001</c:v>
                </c:pt>
                <c:pt idx="1918">
                  <c:v>2198.4645</c:v>
                </c:pt>
                <c:pt idx="1919">
                  <c:v>954.21870000000013</c:v>
                </c:pt>
                <c:pt idx="1920">
                  <c:v>867.83070000000009</c:v>
                </c:pt>
                <c:pt idx="1921">
                  <c:v>1262.694</c:v>
                </c:pt>
                <c:pt idx="1922">
                  <c:v>709.22199999999998</c:v>
                </c:pt>
                <c:pt idx="1923">
                  <c:v>568.06020000000001</c:v>
                </c:pt>
                <c:pt idx="1924">
                  <c:v>649.01029999999992</c:v>
                </c:pt>
                <c:pt idx="1925">
                  <c:v>873.30510000000004</c:v>
                </c:pt>
                <c:pt idx="1926">
                  <c:v>352.57080000000002</c:v>
                </c:pt>
                <c:pt idx="1927">
                  <c:v>-143.53980000000001</c:v>
                </c:pt>
                <c:pt idx="1928">
                  <c:v>3.709699999999998</c:v>
                </c:pt>
                <c:pt idx="1929">
                  <c:v>31.499300000000012</c:v>
                </c:pt>
                <c:pt idx="1930">
                  <c:v>-41.804099999999991</c:v>
                </c:pt>
                <c:pt idx="1931">
                  <c:v>54.187500000000021</c:v>
                </c:pt>
                <c:pt idx="1932">
                  <c:v>1321.9863</c:v>
                </c:pt>
                <c:pt idx="1933">
                  <c:v>1201.3637000000001</c:v>
                </c:pt>
                <c:pt idx="1934">
                  <c:v>1190.4112</c:v>
                </c:pt>
                <c:pt idx="1935">
                  <c:v>1014.2154</c:v>
                </c:pt>
                <c:pt idx="1936">
                  <c:v>621.74070000000006</c:v>
                </c:pt>
                <c:pt idx="1937">
                  <c:v>-409.73829999999998</c:v>
                </c:pt>
                <c:pt idx="1938">
                  <c:v>-603.5802000000001</c:v>
                </c:pt>
                <c:pt idx="1939">
                  <c:v>-393.41419999999994</c:v>
                </c:pt>
                <c:pt idx="1940">
                  <c:v>-773.86940000000004</c:v>
                </c:pt>
                <c:pt idx="1941">
                  <c:v>-869.10759999999993</c:v>
                </c:pt>
                <c:pt idx="1942">
                  <c:v>-1030.2908</c:v>
                </c:pt>
                <c:pt idx="1943">
                  <c:v>-712.7636</c:v>
                </c:pt>
                <c:pt idx="1944">
                  <c:v>-593.77890000000002</c:v>
                </c:pt>
                <c:pt idx="1945">
                  <c:v>95.866000000000042</c:v>
                </c:pt>
                <c:pt idx="1946">
                  <c:v>608.34019999999998</c:v>
                </c:pt>
                <c:pt idx="1947">
                  <c:v>607.45370000000003</c:v>
                </c:pt>
                <c:pt idx="1948">
                  <c:v>391.81460000000004</c:v>
                </c:pt>
                <c:pt idx="1949">
                  <c:v>-98.192399999999978</c:v>
                </c:pt>
                <c:pt idx="1950">
                  <c:v>-485.60419999999999</c:v>
                </c:pt>
                <c:pt idx="1951">
                  <c:v>-72.319399999999973</c:v>
                </c:pt>
                <c:pt idx="1952">
                  <c:v>-364.41640000000001</c:v>
                </c:pt>
                <c:pt idx="1953">
                  <c:v>-754.13329999999996</c:v>
                </c:pt>
                <c:pt idx="1954">
                  <c:v>-1900.5727000000002</c:v>
                </c:pt>
                <c:pt idx="1955">
                  <c:v>-2097.8335000000002</c:v>
                </c:pt>
                <c:pt idx="1956">
                  <c:v>-4266.2326999999996</c:v>
                </c:pt>
                <c:pt idx="1957">
                  <c:v>-3257.8681000000001</c:v>
                </c:pt>
                <c:pt idx="1958">
                  <c:v>-3564.4935000000005</c:v>
                </c:pt>
                <c:pt idx="1959">
                  <c:v>-1804.5198</c:v>
                </c:pt>
                <c:pt idx="1960">
                  <c:v>540.34119999999984</c:v>
                </c:pt>
                <c:pt idx="1961">
                  <c:v>3198.2766000000001</c:v>
                </c:pt>
                <c:pt idx="1962">
                  <c:v>4232.7963</c:v>
                </c:pt>
                <c:pt idx="1963">
                  <c:v>6172.6689999999999</c:v>
                </c:pt>
                <c:pt idx="1964">
                  <c:v>6234.4457999999995</c:v>
                </c:pt>
                <c:pt idx="1965">
                  <c:v>5481.4759000000013</c:v>
                </c:pt>
                <c:pt idx="1966">
                  <c:v>4578.9139999999998</c:v>
                </c:pt>
                <c:pt idx="1967">
                  <c:v>3030.5888999999997</c:v>
                </c:pt>
                <c:pt idx="1968">
                  <c:v>1436.9109000000001</c:v>
                </c:pt>
                <c:pt idx="1969">
                  <c:v>802.43420000000003</c:v>
                </c:pt>
                <c:pt idx="1970">
                  <c:v>-48.615199999999959</c:v>
                </c:pt>
                <c:pt idx="1971">
                  <c:v>-130.16399999999996</c:v>
                </c:pt>
                <c:pt idx="1972">
                  <c:v>86.518300000000039</c:v>
                </c:pt>
                <c:pt idx="1973">
                  <c:v>-129.25199999999995</c:v>
                </c:pt>
                <c:pt idx="1974">
                  <c:v>-184.13019999999992</c:v>
                </c:pt>
                <c:pt idx="1975">
                  <c:v>-832.4985999999999</c:v>
                </c:pt>
                <c:pt idx="1976">
                  <c:v>-455.33429999999998</c:v>
                </c:pt>
                <c:pt idx="1977">
                  <c:v>610.56700000000001</c:v>
                </c:pt>
                <c:pt idx="1978">
                  <c:v>1933.8613999999998</c:v>
                </c:pt>
                <c:pt idx="1979">
                  <c:v>1610.2554</c:v>
                </c:pt>
                <c:pt idx="1980">
                  <c:v>1334.9157999999998</c:v>
                </c:pt>
                <c:pt idx="1981">
                  <c:v>930.77670000000012</c:v>
                </c:pt>
                <c:pt idx="1982">
                  <c:v>-1271.0365999999999</c:v>
                </c:pt>
                <c:pt idx="1983">
                  <c:v>-2368.6482999999998</c:v>
                </c:pt>
                <c:pt idx="1984">
                  <c:v>-2325.2806999999998</c:v>
                </c:pt>
                <c:pt idx="1985">
                  <c:v>-1698.5174999999999</c:v>
                </c:pt>
                <c:pt idx="1986">
                  <c:v>-1835.4276</c:v>
                </c:pt>
                <c:pt idx="1987">
                  <c:v>-709.80719999999985</c:v>
                </c:pt>
                <c:pt idx="1988">
                  <c:v>16.909400000000062</c:v>
                </c:pt>
                <c:pt idx="1989">
                  <c:v>647.60810000000004</c:v>
                </c:pt>
                <c:pt idx="1990">
                  <c:v>553.10600000000011</c:v>
                </c:pt>
                <c:pt idx="1991">
                  <c:v>445.04260000000005</c:v>
                </c:pt>
                <c:pt idx="1992">
                  <c:v>1956.7424000000001</c:v>
                </c:pt>
                <c:pt idx="1993">
                  <c:v>2011.9081999999999</c:v>
                </c:pt>
                <c:pt idx="1994">
                  <c:v>1780.1841999999999</c:v>
                </c:pt>
                <c:pt idx="1995">
                  <c:v>2995.7676000000001</c:v>
                </c:pt>
                <c:pt idx="1996">
                  <c:v>3275.5654000000004</c:v>
                </c:pt>
                <c:pt idx="1997">
                  <c:v>1037.8114999999998</c:v>
                </c:pt>
                <c:pt idx="1998">
                  <c:v>576.62259999999992</c:v>
                </c:pt>
                <c:pt idx="1999">
                  <c:v>1050.5429000000001</c:v>
                </c:pt>
                <c:pt idx="2000">
                  <c:v>1002.3446</c:v>
                </c:pt>
                <c:pt idx="2001">
                  <c:v>137.02660000000003</c:v>
                </c:pt>
                <c:pt idx="2002">
                  <c:v>947.14410000000021</c:v>
                </c:pt>
                <c:pt idx="2003">
                  <c:v>648.36890000000017</c:v>
                </c:pt>
                <c:pt idx="2004">
                  <c:v>255.76280000000011</c:v>
                </c:pt>
                <c:pt idx="2005">
                  <c:v>-711.05289999999991</c:v>
                </c:pt>
                <c:pt idx="2006">
                  <c:v>-67.481900000000024</c:v>
                </c:pt>
                <c:pt idx="2007">
                  <c:v>-705.20370000000003</c:v>
                </c:pt>
                <c:pt idx="2008">
                  <c:v>-347.23250000000002</c:v>
                </c:pt>
                <c:pt idx="2009">
                  <c:v>-286.65289999999999</c:v>
                </c:pt>
                <c:pt idx="2010">
                  <c:v>-2065.0988000000002</c:v>
                </c:pt>
                <c:pt idx="2011">
                  <c:v>-2432.7757999999999</c:v>
                </c:pt>
                <c:pt idx="2012">
                  <c:v>-1566.2685999999999</c:v>
                </c:pt>
                <c:pt idx="2013">
                  <c:v>-1457.0798</c:v>
                </c:pt>
                <c:pt idx="2014">
                  <c:v>-1003.9035</c:v>
                </c:pt>
                <c:pt idx="2015">
                  <c:v>1378.0032000000001</c:v>
                </c:pt>
                <c:pt idx="2016">
                  <c:v>867.38360000000011</c:v>
                </c:pt>
                <c:pt idx="2017">
                  <c:v>-895.95360000000005</c:v>
                </c:pt>
                <c:pt idx="2018">
                  <c:v>-1561.2402000000002</c:v>
                </c:pt>
                <c:pt idx="2019">
                  <c:v>-1805.3368999999998</c:v>
                </c:pt>
                <c:pt idx="2020">
                  <c:v>-2172.6913999999997</c:v>
                </c:pt>
                <c:pt idx="2021">
                  <c:v>-266.81729999999982</c:v>
                </c:pt>
                <c:pt idx="2022">
                  <c:v>1315.5416</c:v>
                </c:pt>
                <c:pt idx="2023">
                  <c:v>2448.3614000000002</c:v>
                </c:pt>
                <c:pt idx="2024">
                  <c:v>2138.1856000000002</c:v>
                </c:pt>
                <c:pt idx="2025">
                  <c:v>1235.9392000000003</c:v>
                </c:pt>
                <c:pt idx="2026">
                  <c:v>511.18099999999998</c:v>
                </c:pt>
                <c:pt idx="2027">
                  <c:v>777.74810000000002</c:v>
                </c:pt>
                <c:pt idx="2028">
                  <c:v>78.647699999999986</c:v>
                </c:pt>
                <c:pt idx="2029">
                  <c:v>212.55269999999999</c:v>
                </c:pt>
                <c:pt idx="2030">
                  <c:v>779.00280000000009</c:v>
                </c:pt>
                <c:pt idx="2031">
                  <c:v>664.05889999999999</c:v>
                </c:pt>
                <c:pt idx="2032">
                  <c:v>-410.24919999999997</c:v>
                </c:pt>
                <c:pt idx="2033">
                  <c:v>-234.97949999999997</c:v>
                </c:pt>
                <c:pt idx="2034">
                  <c:v>-655.82819999999992</c:v>
                </c:pt>
                <c:pt idx="2035">
                  <c:v>-1084.1311999999998</c:v>
                </c:pt>
                <c:pt idx="2036">
                  <c:v>-353.73770000000002</c:v>
                </c:pt>
                <c:pt idx="2037">
                  <c:v>3204.3119999999999</c:v>
                </c:pt>
                <c:pt idx="2038">
                  <c:v>3282.9616999999998</c:v>
                </c:pt>
                <c:pt idx="2039">
                  <c:v>3084.1376</c:v>
                </c:pt>
                <c:pt idx="2040">
                  <c:v>2762.6853999999998</c:v>
                </c:pt>
                <c:pt idx="2041">
                  <c:v>1763.4513999999999</c:v>
                </c:pt>
                <c:pt idx="2042">
                  <c:v>-2624.3379</c:v>
                </c:pt>
                <c:pt idx="2043">
                  <c:v>-2355.8818000000006</c:v>
                </c:pt>
                <c:pt idx="2044">
                  <c:v>-2171.7545</c:v>
                </c:pt>
                <c:pt idx="2045">
                  <c:v>-1538.4035999999999</c:v>
                </c:pt>
                <c:pt idx="2046">
                  <c:v>473.81820000000016</c:v>
                </c:pt>
                <c:pt idx="2047">
                  <c:v>3087.4629</c:v>
                </c:pt>
                <c:pt idx="2048">
                  <c:v>3277.3355000000001</c:v>
                </c:pt>
                <c:pt idx="2049">
                  <c:v>4095.1693</c:v>
                </c:pt>
                <c:pt idx="2050">
                  <c:v>4157.5124999999998</c:v>
                </c:pt>
                <c:pt idx="2051">
                  <c:v>2850.6570000000002</c:v>
                </c:pt>
                <c:pt idx="2052">
                  <c:v>1517.2377000000001</c:v>
                </c:pt>
                <c:pt idx="2053">
                  <c:v>911.28010000000006</c:v>
                </c:pt>
                <c:pt idx="2054">
                  <c:v>385.57580000000007</c:v>
                </c:pt>
                <c:pt idx="2055">
                  <c:v>394.51780000000008</c:v>
                </c:pt>
                <c:pt idx="2056">
                  <c:v>437.65880000000004</c:v>
                </c:pt>
                <c:pt idx="2057">
                  <c:v>586.72230000000002</c:v>
                </c:pt>
                <c:pt idx="2058">
                  <c:v>1091.1022</c:v>
                </c:pt>
                <c:pt idx="2059">
                  <c:v>1108.6802000000002</c:v>
                </c:pt>
                <c:pt idx="2060">
                  <c:v>1064.7020000000002</c:v>
                </c:pt>
                <c:pt idx="2061">
                  <c:v>764.45799999999997</c:v>
                </c:pt>
                <c:pt idx="2062">
                  <c:v>788.14100000000008</c:v>
                </c:pt>
                <c:pt idx="2063">
                  <c:v>49.86330000000001</c:v>
                </c:pt>
                <c:pt idx="2064">
                  <c:v>51.31280000000001</c:v>
                </c:pt>
                <c:pt idx="2065">
                  <c:v>-29.981700000000004</c:v>
                </c:pt>
                <c:pt idx="2066">
                  <c:v>-176.55099999999999</c:v>
                </c:pt>
                <c:pt idx="2067">
                  <c:v>-459.79129999999998</c:v>
                </c:pt>
                <c:pt idx="2068">
                  <c:v>-189.77710000000002</c:v>
                </c:pt>
                <c:pt idx="2069">
                  <c:v>-221.03570000000002</c:v>
                </c:pt>
                <c:pt idx="2070">
                  <c:v>-98.349199999999996</c:v>
                </c:pt>
                <c:pt idx="2071">
                  <c:v>-110.7667</c:v>
                </c:pt>
                <c:pt idx="2072">
                  <c:v>9.1830000000000069</c:v>
                </c:pt>
                <c:pt idx="2073">
                  <c:v>64.213099999999997</c:v>
                </c:pt>
                <c:pt idx="2074">
                  <c:v>-19.6982</c:v>
                </c:pt>
                <c:pt idx="2075">
                  <c:v>11.225899999999996</c:v>
                </c:pt>
                <c:pt idx="2076">
                  <c:v>-49.567599999999999</c:v>
                </c:pt>
                <c:pt idx="2077">
                  <c:v>-19.564199999999996</c:v>
                </c:pt>
                <c:pt idx="2078">
                  <c:v>-110.36160000000001</c:v>
                </c:pt>
                <c:pt idx="2079">
                  <c:v>-62.709099999999999</c:v>
                </c:pt>
                <c:pt idx="2080">
                  <c:v>-114.1087</c:v>
                </c:pt>
                <c:pt idx="2081">
                  <c:v>567.2962</c:v>
                </c:pt>
                <c:pt idx="2082">
                  <c:v>380.12389999999994</c:v>
                </c:pt>
                <c:pt idx="2083">
                  <c:v>196.07260000000002</c:v>
                </c:pt>
                <c:pt idx="2084">
                  <c:v>60.396800000000042</c:v>
                </c:pt>
                <c:pt idx="2085">
                  <c:v>-4.2898000000000138</c:v>
                </c:pt>
                <c:pt idx="2086">
                  <c:v>-505.98459999999989</c:v>
                </c:pt>
                <c:pt idx="2087">
                  <c:v>162.03429999999997</c:v>
                </c:pt>
                <c:pt idx="2088">
                  <c:v>480.97069999999997</c:v>
                </c:pt>
                <c:pt idx="2089">
                  <c:v>594.51589999999999</c:v>
                </c:pt>
                <c:pt idx="2090">
                  <c:v>838.24090000000001</c:v>
                </c:pt>
                <c:pt idx="2091">
                  <c:v>885.14710000000002</c:v>
                </c:pt>
                <c:pt idx="2092">
                  <c:v>480.55430000000001</c:v>
                </c:pt>
                <c:pt idx="2093">
                  <c:v>44.494600000000048</c:v>
                </c:pt>
                <c:pt idx="2094">
                  <c:v>-14.303399999999982</c:v>
                </c:pt>
                <c:pt idx="2095">
                  <c:v>-313.15089999999998</c:v>
                </c:pt>
                <c:pt idx="2096">
                  <c:v>-630.25969999999995</c:v>
                </c:pt>
                <c:pt idx="2097">
                  <c:v>-833.39709999999991</c:v>
                </c:pt>
                <c:pt idx="2098">
                  <c:v>-653.74450000000002</c:v>
                </c:pt>
                <c:pt idx="2099">
                  <c:v>-700.62519999999995</c:v>
                </c:pt>
                <c:pt idx="2100">
                  <c:v>-724.96780000000001</c:v>
                </c:pt>
                <c:pt idx="2101">
                  <c:v>-723.3812999999999</c:v>
                </c:pt>
                <c:pt idx="2102">
                  <c:v>-433.65059999999994</c:v>
                </c:pt>
                <c:pt idx="2103">
                  <c:v>-506.38849999999991</c:v>
                </c:pt>
                <c:pt idx="2104">
                  <c:v>-38.920900000000017</c:v>
                </c:pt>
                <c:pt idx="2105">
                  <c:v>158.72669999999999</c:v>
                </c:pt>
                <c:pt idx="2106">
                  <c:v>627.04939999999988</c:v>
                </c:pt>
                <c:pt idx="2107">
                  <c:v>424.59229999999997</c:v>
                </c:pt>
                <c:pt idx="2108">
                  <c:v>706.02899999999988</c:v>
                </c:pt>
                <c:pt idx="2109">
                  <c:v>559.29099999999994</c:v>
                </c:pt>
                <c:pt idx="2110">
                  <c:v>439.24950000000001</c:v>
                </c:pt>
                <c:pt idx="2111">
                  <c:v>-318.90949999999998</c:v>
                </c:pt>
                <c:pt idx="2112">
                  <c:v>-21.323199999999986</c:v>
                </c:pt>
                <c:pt idx="2113">
                  <c:v>-344.43000000000006</c:v>
                </c:pt>
                <c:pt idx="2114">
                  <c:v>-462.48420000000004</c:v>
                </c:pt>
                <c:pt idx="2115">
                  <c:v>-1073.0236</c:v>
                </c:pt>
                <c:pt idx="2116">
                  <c:v>-775.59950000000003</c:v>
                </c:pt>
                <c:pt idx="2117">
                  <c:v>-1309.7885999999999</c:v>
                </c:pt>
                <c:pt idx="2118">
                  <c:v>-1100.3519999999999</c:v>
                </c:pt>
                <c:pt idx="2119">
                  <c:v>-1105.5740999999998</c:v>
                </c:pt>
                <c:pt idx="2120">
                  <c:v>-331.56190000000004</c:v>
                </c:pt>
                <c:pt idx="2121">
                  <c:v>579.47829999999999</c:v>
                </c:pt>
                <c:pt idx="2122">
                  <c:v>1081.3976</c:v>
                </c:pt>
                <c:pt idx="2123">
                  <c:v>1202.1788999999999</c:v>
                </c:pt>
                <c:pt idx="2124">
                  <c:v>1478.8778</c:v>
                </c:pt>
                <c:pt idx="2125">
                  <c:v>2390.8774999999996</c:v>
                </c:pt>
                <c:pt idx="2126">
                  <c:v>1917.9048</c:v>
                </c:pt>
                <c:pt idx="2127">
                  <c:v>1692.7321999999999</c:v>
                </c:pt>
                <c:pt idx="2128">
                  <c:v>1734.2568999999999</c:v>
                </c:pt>
                <c:pt idx="2129">
                  <c:v>1175.0793000000001</c:v>
                </c:pt>
                <c:pt idx="2130">
                  <c:v>304.0009</c:v>
                </c:pt>
                <c:pt idx="2131">
                  <c:v>66.816399999999987</c:v>
                </c:pt>
                <c:pt idx="2132">
                  <c:v>141.25969999999998</c:v>
                </c:pt>
                <c:pt idx="2133">
                  <c:v>750.76699999999994</c:v>
                </c:pt>
                <c:pt idx="2134">
                  <c:v>1002.1243999999999</c:v>
                </c:pt>
                <c:pt idx="2135">
                  <c:v>1306.9402</c:v>
                </c:pt>
                <c:pt idx="2136">
                  <c:v>1745.3994</c:v>
                </c:pt>
                <c:pt idx="2137">
                  <c:v>1840.8890999999999</c:v>
                </c:pt>
                <c:pt idx="2138">
                  <c:v>1101.8630000000001</c:v>
                </c:pt>
                <c:pt idx="2139">
                  <c:v>1198.5540000000001</c:v>
                </c:pt>
                <c:pt idx="2140">
                  <c:v>811.43989999999997</c:v>
                </c:pt>
                <c:pt idx="2141">
                  <c:v>-503.37669999999997</c:v>
                </c:pt>
                <c:pt idx="2142">
                  <c:v>-471.93629999999996</c:v>
                </c:pt>
                <c:pt idx="2143">
                  <c:v>-744.42720000000008</c:v>
                </c:pt>
                <c:pt idx="2144">
                  <c:v>-861.70529999999997</c:v>
                </c:pt>
                <c:pt idx="2145">
                  <c:v>-1200.0495999999998</c:v>
                </c:pt>
                <c:pt idx="2146">
                  <c:v>-317.36240000000004</c:v>
                </c:pt>
                <c:pt idx="2147">
                  <c:v>-579.35480000000007</c:v>
                </c:pt>
                <c:pt idx="2148">
                  <c:v>-212.7782</c:v>
                </c:pt>
                <c:pt idx="2149">
                  <c:v>-164.28650000000002</c:v>
                </c:pt>
                <c:pt idx="2150">
                  <c:v>86.587299999999999</c:v>
                </c:pt>
                <c:pt idx="2151">
                  <c:v>95.026600000000002</c:v>
                </c:pt>
                <c:pt idx="2152">
                  <c:v>184.56139999999996</c:v>
                </c:pt>
                <c:pt idx="2153">
                  <c:v>99.418000000000006</c:v>
                </c:pt>
                <c:pt idx="2154">
                  <c:v>175.28800000000001</c:v>
                </c:pt>
                <c:pt idx="2155">
                  <c:v>208.39580000000001</c:v>
                </c:pt>
                <c:pt idx="2156">
                  <c:v>305.67419999999998</c:v>
                </c:pt>
                <c:pt idx="2157">
                  <c:v>-14.206800000000044</c:v>
                </c:pt>
                <c:pt idx="2158">
                  <c:v>-257.3999</c:v>
                </c:pt>
                <c:pt idx="2159">
                  <c:v>-624.07659999999998</c:v>
                </c:pt>
                <c:pt idx="2160">
                  <c:v>-676.33719999999994</c:v>
                </c:pt>
                <c:pt idx="2161">
                  <c:v>-691.38870000000009</c:v>
                </c:pt>
                <c:pt idx="2162">
                  <c:v>-501.28870000000001</c:v>
                </c:pt>
                <c:pt idx="2163">
                  <c:v>-16.084699999999998</c:v>
                </c:pt>
                <c:pt idx="2164">
                  <c:v>136.678</c:v>
                </c:pt>
                <c:pt idx="2165">
                  <c:v>539.66810000000009</c:v>
                </c:pt>
                <c:pt idx="2166">
                  <c:v>460.45400000000001</c:v>
                </c:pt>
                <c:pt idx="2167">
                  <c:v>762.75130000000001</c:v>
                </c:pt>
                <c:pt idx="2168">
                  <c:v>530.52530000000002</c:v>
                </c:pt>
                <c:pt idx="2169">
                  <c:v>527.52279999999996</c:v>
                </c:pt>
                <c:pt idx="2170">
                  <c:v>-68.877100000000013</c:v>
                </c:pt>
                <c:pt idx="2171">
                  <c:v>249.477</c:v>
                </c:pt>
                <c:pt idx="2172">
                  <c:v>-52.805300000000045</c:v>
                </c:pt>
                <c:pt idx="2173">
                  <c:v>-67.808100000000024</c:v>
                </c:pt>
                <c:pt idx="2174">
                  <c:v>-47.515100000000004</c:v>
                </c:pt>
                <c:pt idx="2175">
                  <c:v>468.25890000000004</c:v>
                </c:pt>
                <c:pt idx="2176">
                  <c:v>127.89640000000004</c:v>
                </c:pt>
                <c:pt idx="2177">
                  <c:v>209.38380000000004</c:v>
                </c:pt>
                <c:pt idx="2178">
                  <c:v>504.28980000000001</c:v>
                </c:pt>
                <c:pt idx="2179">
                  <c:v>325.30369999999999</c:v>
                </c:pt>
                <c:pt idx="2180">
                  <c:v>-85.963299999999975</c:v>
                </c:pt>
                <c:pt idx="2181">
                  <c:v>334.98659999999995</c:v>
                </c:pt>
                <c:pt idx="2182">
                  <c:v>731.6869999999999</c:v>
                </c:pt>
                <c:pt idx="2183">
                  <c:v>274.24389999999994</c:v>
                </c:pt>
                <c:pt idx="2184">
                  <c:v>79.874099999999999</c:v>
                </c:pt>
                <c:pt idx="2185">
                  <c:v>332.33150000000001</c:v>
                </c:pt>
                <c:pt idx="2186">
                  <c:v>-738.8347</c:v>
                </c:pt>
                <c:pt idx="2187">
                  <c:v>-1208.9338</c:v>
                </c:pt>
                <c:pt idx="2188">
                  <c:v>-1251.8335</c:v>
                </c:pt>
                <c:pt idx="2189">
                  <c:v>-664.06009999999981</c:v>
                </c:pt>
                <c:pt idx="2190">
                  <c:v>-1410.5452</c:v>
                </c:pt>
                <c:pt idx="2191">
                  <c:v>-833.15779999999995</c:v>
                </c:pt>
                <c:pt idx="2192">
                  <c:v>-966.20169999999996</c:v>
                </c:pt>
                <c:pt idx="2193">
                  <c:v>-1103.1994</c:v>
                </c:pt>
                <c:pt idx="2194">
                  <c:v>-1213.1493999999998</c:v>
                </c:pt>
                <c:pt idx="2195">
                  <c:v>-659.99409999999989</c:v>
                </c:pt>
                <c:pt idx="2196">
                  <c:v>-724.93139999999994</c:v>
                </c:pt>
                <c:pt idx="2197">
                  <c:v>-743.01800000000003</c:v>
                </c:pt>
                <c:pt idx="2198">
                  <c:v>-1121.3018999999999</c:v>
                </c:pt>
                <c:pt idx="2199">
                  <c:v>-1274.3459</c:v>
                </c:pt>
                <c:pt idx="2200">
                  <c:v>-1341.2709</c:v>
                </c:pt>
                <c:pt idx="2201">
                  <c:v>-1572.5612999999998</c:v>
                </c:pt>
                <c:pt idx="2202">
                  <c:v>-1283.7679000000001</c:v>
                </c:pt>
                <c:pt idx="2203">
                  <c:v>-744.48709999999994</c:v>
                </c:pt>
                <c:pt idx="2204">
                  <c:v>-627.24</c:v>
                </c:pt>
                <c:pt idx="2205">
                  <c:v>-353.13030000000003</c:v>
                </c:pt>
                <c:pt idx="2206">
                  <c:v>10.690299999999981</c:v>
                </c:pt>
                <c:pt idx="2207">
                  <c:v>-122.69650000000001</c:v>
                </c:pt>
                <c:pt idx="2208">
                  <c:v>40.652599999999985</c:v>
                </c:pt>
                <c:pt idx="2209">
                  <c:v>-50.711300000000001</c:v>
                </c:pt>
                <c:pt idx="2210">
                  <c:v>-18.625200000000007</c:v>
                </c:pt>
                <c:pt idx="2211">
                  <c:v>-117.91380000000001</c:v>
                </c:pt>
                <c:pt idx="2212">
                  <c:v>44.639000000000017</c:v>
                </c:pt>
                <c:pt idx="2213">
                  <c:v>-482.26349999999996</c:v>
                </c:pt>
                <c:pt idx="2214">
                  <c:v>-302.46019999999999</c:v>
                </c:pt>
                <c:pt idx="2215">
                  <c:v>-547.62309999999991</c:v>
                </c:pt>
                <c:pt idx="2216">
                  <c:v>-359.78249999999991</c:v>
                </c:pt>
                <c:pt idx="2217">
                  <c:v>-259.66499999999991</c:v>
                </c:pt>
                <c:pt idx="2218">
                  <c:v>-26.766599999999983</c:v>
                </c:pt>
                <c:pt idx="2219">
                  <c:v>257.58839999999998</c:v>
                </c:pt>
                <c:pt idx="2220">
                  <c:v>682.01639999999998</c:v>
                </c:pt>
                <c:pt idx="2221">
                  <c:v>717.64439999999991</c:v>
                </c:pt>
                <c:pt idx="2222">
                  <c:v>609.77779999999996</c:v>
                </c:pt>
                <c:pt idx="2223">
                  <c:v>1003.8922</c:v>
                </c:pt>
                <c:pt idx="2224">
                  <c:v>1010.2446</c:v>
                </c:pt>
                <c:pt idx="2225">
                  <c:v>779.83139999999992</c:v>
                </c:pt>
                <c:pt idx="2226">
                  <c:v>609.30719999999997</c:v>
                </c:pt>
                <c:pt idx="2227">
                  <c:v>891.64779999999996</c:v>
                </c:pt>
                <c:pt idx="2228">
                  <c:v>767.10419999999999</c:v>
                </c:pt>
                <c:pt idx="2229">
                  <c:v>42.391200000000026</c:v>
                </c:pt>
                <c:pt idx="2230">
                  <c:v>-15.95659999999998</c:v>
                </c:pt>
                <c:pt idx="2231">
                  <c:v>-20.635599999999975</c:v>
                </c:pt>
                <c:pt idx="2232">
                  <c:v>-321.28009999999995</c:v>
                </c:pt>
                <c:pt idx="2233">
                  <c:v>-890.80369999999994</c:v>
                </c:pt>
                <c:pt idx="2234">
                  <c:v>-617.11009999999999</c:v>
                </c:pt>
                <c:pt idx="2235">
                  <c:v>-171.46269999999993</c:v>
                </c:pt>
                <c:pt idx="2236">
                  <c:v>-127.87779999999995</c:v>
                </c:pt>
                <c:pt idx="2237">
                  <c:v>-69.977999999999938</c:v>
                </c:pt>
                <c:pt idx="2238">
                  <c:v>607.38020000000006</c:v>
                </c:pt>
                <c:pt idx="2239">
                  <c:v>781.60850000000005</c:v>
                </c:pt>
                <c:pt idx="2240">
                  <c:v>-168.32939999999996</c:v>
                </c:pt>
                <c:pt idx="2241">
                  <c:v>-295.57089999999999</c:v>
                </c:pt>
                <c:pt idx="2242">
                  <c:v>-1041.1704999999999</c:v>
                </c:pt>
                <c:pt idx="2243">
                  <c:v>-1441.3887999999999</c:v>
                </c:pt>
                <c:pt idx="2244">
                  <c:v>-1718.4482</c:v>
                </c:pt>
                <c:pt idx="2245">
                  <c:v>-1305.9743000000001</c:v>
                </c:pt>
                <c:pt idx="2246">
                  <c:v>-1394.6837</c:v>
                </c:pt>
                <c:pt idx="2247">
                  <c:v>-881.65340000000003</c:v>
                </c:pt>
                <c:pt idx="2248">
                  <c:v>-461.38809999999995</c:v>
                </c:pt>
                <c:pt idx="2249">
                  <c:v>-508.80399999999997</c:v>
                </c:pt>
                <c:pt idx="2250">
                  <c:v>-789.49609999999996</c:v>
                </c:pt>
                <c:pt idx="2251">
                  <c:v>-784.69369999999992</c:v>
                </c:pt>
                <c:pt idx="2252">
                  <c:v>-558.39709999999991</c:v>
                </c:pt>
                <c:pt idx="2253">
                  <c:v>-314.71679999999998</c:v>
                </c:pt>
                <c:pt idx="2254">
                  <c:v>-13.931299999999922</c:v>
                </c:pt>
                <c:pt idx="2255">
                  <c:v>365.96050000000002</c:v>
                </c:pt>
                <c:pt idx="2256">
                  <c:v>503.50729999999999</c:v>
                </c:pt>
                <c:pt idx="2257">
                  <c:v>848.38470000000007</c:v>
                </c:pt>
                <c:pt idx="2258">
                  <c:v>388.77910000000003</c:v>
                </c:pt>
                <c:pt idx="2259">
                  <c:v>498.38120000000004</c:v>
                </c:pt>
                <c:pt idx="2260">
                  <c:v>77.346500000000049</c:v>
                </c:pt>
                <c:pt idx="2261">
                  <c:v>269.36880000000002</c:v>
                </c:pt>
                <c:pt idx="2262">
                  <c:v>-244.49680000000004</c:v>
                </c:pt>
                <c:pt idx="2263">
                  <c:v>155.22629999999998</c:v>
                </c:pt>
                <c:pt idx="2264">
                  <c:v>340.55359999999996</c:v>
                </c:pt>
                <c:pt idx="2265">
                  <c:v>790.27880000000005</c:v>
                </c:pt>
                <c:pt idx="2266">
                  <c:v>2462.0025000000001</c:v>
                </c:pt>
                <c:pt idx="2267">
                  <c:v>2851.6661000000004</c:v>
                </c:pt>
                <c:pt idx="2268">
                  <c:v>3076.4049999999997</c:v>
                </c:pt>
                <c:pt idx="2269">
                  <c:v>2902.4431000000004</c:v>
                </c:pt>
                <c:pt idx="2270">
                  <c:v>2943.4986999999996</c:v>
                </c:pt>
                <c:pt idx="2271">
                  <c:v>1706.9380999999998</c:v>
                </c:pt>
                <c:pt idx="2272">
                  <c:v>1542.5395000000001</c:v>
                </c:pt>
                <c:pt idx="2273">
                  <c:v>885.8125</c:v>
                </c:pt>
                <c:pt idx="2274">
                  <c:v>649.35260000000005</c:v>
                </c:pt>
                <c:pt idx="2275">
                  <c:v>635.72399999999993</c:v>
                </c:pt>
                <c:pt idx="2276">
                  <c:v>43.148199999999996</c:v>
                </c:pt>
                <c:pt idx="2277">
                  <c:v>295.24680000000001</c:v>
                </c:pt>
                <c:pt idx="2278">
                  <c:v>499.94209999999998</c:v>
                </c:pt>
                <c:pt idx="2279">
                  <c:v>660.01420000000007</c:v>
                </c:pt>
                <c:pt idx="2280">
                  <c:v>1156.4886999999999</c:v>
                </c:pt>
                <c:pt idx="2281">
                  <c:v>826.22389999999996</c:v>
                </c:pt>
                <c:pt idx="2282">
                  <c:v>652.93509999999992</c:v>
                </c:pt>
                <c:pt idx="2283">
                  <c:v>2.3029000000000224</c:v>
                </c:pt>
                <c:pt idx="2284">
                  <c:v>-30.329700000000003</c:v>
                </c:pt>
                <c:pt idx="2285">
                  <c:v>-473.95779999999991</c:v>
                </c:pt>
                <c:pt idx="2286">
                  <c:v>-77.764199999999931</c:v>
                </c:pt>
                <c:pt idx="2287">
                  <c:v>-1004.4444999999998</c:v>
                </c:pt>
                <c:pt idx="2288">
                  <c:v>-685.90790000000004</c:v>
                </c:pt>
                <c:pt idx="2289">
                  <c:v>-819.9357</c:v>
                </c:pt>
                <c:pt idx="2290">
                  <c:v>-811.5902000000001</c:v>
                </c:pt>
                <c:pt idx="2291">
                  <c:v>-849.79879999999991</c:v>
                </c:pt>
                <c:pt idx="2292">
                  <c:v>-112.35929999999999</c:v>
                </c:pt>
                <c:pt idx="2293">
                  <c:v>-182.75130000000001</c:v>
                </c:pt>
                <c:pt idx="2294">
                  <c:v>-789.86909999999989</c:v>
                </c:pt>
                <c:pt idx="2295">
                  <c:v>-1143.4281999999998</c:v>
                </c:pt>
                <c:pt idx="2296">
                  <c:v>-1025.6623</c:v>
                </c:pt>
                <c:pt idx="2297">
                  <c:v>-1252.1986999999999</c:v>
                </c:pt>
                <c:pt idx="2298">
                  <c:v>-997.85519999999997</c:v>
                </c:pt>
                <c:pt idx="2299">
                  <c:v>-541.87490000000003</c:v>
                </c:pt>
                <c:pt idx="2300">
                  <c:v>-974.22570000000007</c:v>
                </c:pt>
                <c:pt idx="2301">
                  <c:v>-1108.6951999999999</c:v>
                </c:pt>
                <c:pt idx="2302">
                  <c:v>-631.60810000000004</c:v>
                </c:pt>
                <c:pt idx="2303">
                  <c:v>-532.86830000000009</c:v>
                </c:pt>
                <c:pt idx="2304">
                  <c:v>-148.61300000000008</c:v>
                </c:pt>
                <c:pt idx="2305">
                  <c:v>185.86450000000002</c:v>
                </c:pt>
                <c:pt idx="2306">
                  <c:v>202.16600000000005</c:v>
                </c:pt>
                <c:pt idx="2307">
                  <c:v>538.20190000000002</c:v>
                </c:pt>
                <c:pt idx="2308">
                  <c:v>469.78550000000001</c:v>
                </c:pt>
                <c:pt idx="2309">
                  <c:v>191.2867</c:v>
                </c:pt>
                <c:pt idx="2310">
                  <c:v>53.248099999999909</c:v>
                </c:pt>
                <c:pt idx="2311">
                  <c:v>30.072099999999914</c:v>
                </c:pt>
                <c:pt idx="2312">
                  <c:v>-548.25750000000005</c:v>
                </c:pt>
                <c:pt idx="2313">
                  <c:v>-629.76800000000003</c:v>
                </c:pt>
                <c:pt idx="2314">
                  <c:v>-262.62</c:v>
                </c:pt>
                <c:pt idx="2315">
                  <c:v>189.66499999999996</c:v>
                </c:pt>
                <c:pt idx="2316">
                  <c:v>-368.97410000000008</c:v>
                </c:pt>
                <c:pt idx="2317">
                  <c:v>-367.74370000000005</c:v>
                </c:pt>
                <c:pt idx="2318">
                  <c:v>-474.67950000000002</c:v>
                </c:pt>
                <c:pt idx="2319">
                  <c:v>-404.76710000000003</c:v>
                </c:pt>
                <c:pt idx="2320">
                  <c:v>-415.44340000000005</c:v>
                </c:pt>
                <c:pt idx="2321">
                  <c:v>264.56070000000005</c:v>
                </c:pt>
                <c:pt idx="2322">
                  <c:v>980.79150000000004</c:v>
                </c:pt>
                <c:pt idx="2323">
                  <c:v>987.13250000000016</c:v>
                </c:pt>
                <c:pt idx="2324">
                  <c:v>983.36620000000005</c:v>
                </c:pt>
                <c:pt idx="2325">
                  <c:v>1035.107</c:v>
                </c:pt>
                <c:pt idx="2326">
                  <c:v>1579.7168000000001</c:v>
                </c:pt>
                <c:pt idx="2327">
                  <c:v>1480.2033999999999</c:v>
                </c:pt>
                <c:pt idx="2328">
                  <c:v>2208.8618999999999</c:v>
                </c:pt>
                <c:pt idx="2329">
                  <c:v>2308.3908000000001</c:v>
                </c:pt>
                <c:pt idx="2330">
                  <c:v>2397.9913000000001</c:v>
                </c:pt>
                <c:pt idx="2331">
                  <c:v>1630.3825999999999</c:v>
                </c:pt>
                <c:pt idx="2332">
                  <c:v>962.91030000000012</c:v>
                </c:pt>
                <c:pt idx="2333">
                  <c:v>597.00920000000008</c:v>
                </c:pt>
                <c:pt idx="2334">
                  <c:v>180.59640000000002</c:v>
                </c:pt>
                <c:pt idx="2335">
                  <c:v>123.40749999999998</c:v>
                </c:pt>
                <c:pt idx="2336">
                  <c:v>199.02539999999999</c:v>
                </c:pt>
                <c:pt idx="2337">
                  <c:v>59.809200000000004</c:v>
                </c:pt>
                <c:pt idx="2338">
                  <c:v>-96.203699999999984</c:v>
                </c:pt>
                <c:pt idx="2339">
                  <c:v>66.112499999999997</c:v>
                </c:pt>
                <c:pt idx="2340">
                  <c:v>-211.39559999999997</c:v>
                </c:pt>
                <c:pt idx="2341">
                  <c:v>5.1298000000000172</c:v>
                </c:pt>
                <c:pt idx="2342">
                  <c:v>264.32370000000003</c:v>
                </c:pt>
                <c:pt idx="2343">
                  <c:v>124.6815</c:v>
                </c:pt>
                <c:pt idx="2344">
                  <c:v>151.59430000000003</c:v>
                </c:pt>
                <c:pt idx="2345">
                  <c:v>-254.41359999999997</c:v>
                </c:pt>
                <c:pt idx="2346">
                  <c:v>-408.19199999999995</c:v>
                </c:pt>
                <c:pt idx="2347">
                  <c:v>-337.84829999999999</c:v>
                </c:pt>
                <c:pt idx="2348">
                  <c:v>-572.26339999999993</c:v>
                </c:pt>
                <c:pt idx="2349">
                  <c:v>-1340.1651999999999</c:v>
                </c:pt>
                <c:pt idx="2350">
                  <c:v>-1095.2792999999999</c:v>
                </c:pt>
                <c:pt idx="2351">
                  <c:v>-1496.7022999999999</c:v>
                </c:pt>
                <c:pt idx="2352">
                  <c:v>-2066.8850000000002</c:v>
                </c:pt>
                <c:pt idx="2353">
                  <c:v>-2121.0846999999999</c:v>
                </c:pt>
                <c:pt idx="2354">
                  <c:v>-1708.9043000000001</c:v>
                </c:pt>
                <c:pt idx="2355">
                  <c:v>-1572.4547000000002</c:v>
                </c:pt>
                <c:pt idx="2356">
                  <c:v>-1412.4947</c:v>
                </c:pt>
                <c:pt idx="2357">
                  <c:v>-1265.2099000000001</c:v>
                </c:pt>
                <c:pt idx="2358">
                  <c:v>-1246.6478999999999</c:v>
                </c:pt>
                <c:pt idx="2359">
                  <c:v>-1316.3639999999998</c:v>
                </c:pt>
                <c:pt idx="2360">
                  <c:v>-1454.2350999999999</c:v>
                </c:pt>
                <c:pt idx="2361">
                  <c:v>-1226.4981999999998</c:v>
                </c:pt>
                <c:pt idx="2362">
                  <c:v>-1059.6261</c:v>
                </c:pt>
                <c:pt idx="2363">
                  <c:v>-434.46650000000005</c:v>
                </c:pt>
                <c:pt idx="2364">
                  <c:v>-329.77179999999998</c:v>
                </c:pt>
                <c:pt idx="2365">
                  <c:v>-1.8241000000000156</c:v>
                </c:pt>
                <c:pt idx="2366">
                  <c:v>646.69510000000002</c:v>
                </c:pt>
                <c:pt idx="2367">
                  <c:v>779.32650000000001</c:v>
                </c:pt>
                <c:pt idx="2368">
                  <c:v>818.78250000000003</c:v>
                </c:pt>
                <c:pt idx="2369">
                  <c:v>522.40020000000004</c:v>
                </c:pt>
                <c:pt idx="2370">
                  <c:v>680.21989999999994</c:v>
                </c:pt>
                <c:pt idx="2371">
                  <c:v>-152.85069999999999</c:v>
                </c:pt>
                <c:pt idx="2372">
                  <c:v>-325.1592</c:v>
                </c:pt>
                <c:pt idx="2373">
                  <c:v>-621.39499999999998</c:v>
                </c:pt>
                <c:pt idx="2374">
                  <c:v>-470.35749999999996</c:v>
                </c:pt>
                <c:pt idx="2375">
                  <c:v>-658.65939999999989</c:v>
                </c:pt>
                <c:pt idx="2376">
                  <c:v>-428.90179999999998</c:v>
                </c:pt>
                <c:pt idx="2377">
                  <c:v>-427.59910000000002</c:v>
                </c:pt>
                <c:pt idx="2378">
                  <c:v>-894.62639999999999</c:v>
                </c:pt>
                <c:pt idx="2379">
                  <c:v>-393.81730000000005</c:v>
                </c:pt>
                <c:pt idx="2380">
                  <c:v>-443.64239999999995</c:v>
                </c:pt>
                <c:pt idx="2381">
                  <c:v>-498.12959999999998</c:v>
                </c:pt>
                <c:pt idx="2382">
                  <c:v>-458.66040000000004</c:v>
                </c:pt>
                <c:pt idx="2383">
                  <c:v>96.974099999999993</c:v>
                </c:pt>
                <c:pt idx="2384">
                  <c:v>-35.0625</c:v>
                </c:pt>
                <c:pt idx="2385">
                  <c:v>-266.32189999999997</c:v>
                </c:pt>
                <c:pt idx="2386">
                  <c:v>-403.70749999999998</c:v>
                </c:pt>
                <c:pt idx="2387">
                  <c:v>-940.39370000000008</c:v>
                </c:pt>
                <c:pt idx="2388">
                  <c:v>-1046.7689</c:v>
                </c:pt>
                <c:pt idx="2389">
                  <c:v>-1221.4506000000001</c:v>
                </c:pt>
                <c:pt idx="2390">
                  <c:v>-1018.024</c:v>
                </c:pt>
                <c:pt idx="2391">
                  <c:v>-619.80470000000003</c:v>
                </c:pt>
                <c:pt idx="2392">
                  <c:v>54.430400000000027</c:v>
                </c:pt>
                <c:pt idx="2393">
                  <c:v>3.9981999999999971</c:v>
                </c:pt>
                <c:pt idx="2394">
                  <c:v>358.46460000000002</c:v>
                </c:pt>
                <c:pt idx="2395">
                  <c:v>217.38040000000007</c:v>
                </c:pt>
                <c:pt idx="2396">
                  <c:v>-765.46300000000008</c:v>
                </c:pt>
                <c:pt idx="2397">
                  <c:v>-707.84210000000007</c:v>
                </c:pt>
                <c:pt idx="2398">
                  <c:v>-479.83160000000009</c:v>
                </c:pt>
                <c:pt idx="2399">
                  <c:v>-389.76050000000004</c:v>
                </c:pt>
                <c:pt idx="2400">
                  <c:v>377.6859</c:v>
                </c:pt>
                <c:pt idx="2401">
                  <c:v>963.09740000000011</c:v>
                </c:pt>
                <c:pt idx="2402">
                  <c:v>674.1004999999999</c:v>
                </c:pt>
                <c:pt idx="2403">
                  <c:v>479.61090000000002</c:v>
                </c:pt>
                <c:pt idx="2404">
                  <c:v>130.30969999999999</c:v>
                </c:pt>
                <c:pt idx="2405">
                  <c:v>-348.67520000000002</c:v>
                </c:pt>
                <c:pt idx="2406">
                  <c:v>606.99400000000003</c:v>
                </c:pt>
                <c:pt idx="2407">
                  <c:v>739.22810000000004</c:v>
                </c:pt>
                <c:pt idx="2408">
                  <c:v>946.05400000000009</c:v>
                </c:pt>
                <c:pt idx="2409">
                  <c:v>1245.5952</c:v>
                </c:pt>
                <c:pt idx="2410">
                  <c:v>1420.8592000000001</c:v>
                </c:pt>
                <c:pt idx="2411">
                  <c:v>347.97069999999997</c:v>
                </c:pt>
                <c:pt idx="2412">
                  <c:v>239.17749999999998</c:v>
                </c:pt>
                <c:pt idx="2413">
                  <c:v>-136.03699999999998</c:v>
                </c:pt>
                <c:pt idx="2414">
                  <c:v>-719.03649999999993</c:v>
                </c:pt>
                <c:pt idx="2415">
                  <c:v>-1786.8987999999999</c:v>
                </c:pt>
                <c:pt idx="2416">
                  <c:v>-2284.7497000000003</c:v>
                </c:pt>
                <c:pt idx="2417">
                  <c:v>-2311.6208000000001</c:v>
                </c:pt>
                <c:pt idx="2418">
                  <c:v>-2623.1859000000004</c:v>
                </c:pt>
                <c:pt idx="2419">
                  <c:v>-2505.4454000000001</c:v>
                </c:pt>
                <c:pt idx="2420">
                  <c:v>-1806.992</c:v>
                </c:pt>
                <c:pt idx="2421">
                  <c:v>-1157.2266999999999</c:v>
                </c:pt>
                <c:pt idx="2422">
                  <c:v>-991.74959999999987</c:v>
                </c:pt>
                <c:pt idx="2423">
                  <c:v>-501.87540000000001</c:v>
                </c:pt>
                <c:pt idx="2424">
                  <c:v>-422.01630000000006</c:v>
                </c:pt>
                <c:pt idx="2425">
                  <c:v>-991.70880000000011</c:v>
                </c:pt>
                <c:pt idx="2426">
                  <c:v>-719.721</c:v>
                </c:pt>
                <c:pt idx="2427">
                  <c:v>-299.6902</c:v>
                </c:pt>
                <c:pt idx="2428">
                  <c:v>-200.51589999999996</c:v>
                </c:pt>
                <c:pt idx="2429">
                  <c:v>-143.4324</c:v>
                </c:pt>
                <c:pt idx="2430">
                  <c:v>452.28590000000003</c:v>
                </c:pt>
                <c:pt idx="2431">
                  <c:v>352.60020000000003</c:v>
                </c:pt>
                <c:pt idx="2432">
                  <c:v>-308.24959999999999</c:v>
                </c:pt>
                <c:pt idx="2433">
                  <c:v>-608.19179999999994</c:v>
                </c:pt>
                <c:pt idx="2434">
                  <c:v>-990.51479999999992</c:v>
                </c:pt>
                <c:pt idx="2435">
                  <c:v>-1095.5707</c:v>
                </c:pt>
                <c:pt idx="2436">
                  <c:v>-1075.8338000000001</c:v>
                </c:pt>
                <c:pt idx="2437">
                  <c:v>-1079.7374</c:v>
                </c:pt>
                <c:pt idx="2438">
                  <c:v>-866.12389999999994</c:v>
                </c:pt>
                <c:pt idx="2439">
                  <c:v>-897.56309999999996</c:v>
                </c:pt>
                <c:pt idx="2440">
                  <c:v>-543.56549999999993</c:v>
                </c:pt>
                <c:pt idx="2441">
                  <c:v>-892.98719999999992</c:v>
                </c:pt>
                <c:pt idx="2442">
                  <c:v>-390.70589999999999</c:v>
                </c:pt>
                <c:pt idx="2443">
                  <c:v>304.85610000000003</c:v>
                </c:pt>
                <c:pt idx="2444">
                  <c:v>838.80409999999995</c:v>
                </c:pt>
                <c:pt idx="2445">
                  <c:v>1403.3993</c:v>
                </c:pt>
                <c:pt idx="2446">
                  <c:v>1882.1251999999997</c:v>
                </c:pt>
                <c:pt idx="2447">
                  <c:v>2292.2424999999998</c:v>
                </c:pt>
                <c:pt idx="2448">
                  <c:v>1377.4127000000001</c:v>
                </c:pt>
                <c:pt idx="2449">
                  <c:v>1129.6111000000001</c:v>
                </c:pt>
                <c:pt idx="2450">
                  <c:v>-604.82820000000004</c:v>
                </c:pt>
                <c:pt idx="2451">
                  <c:v>-528.39409999999998</c:v>
                </c:pt>
                <c:pt idx="2452">
                  <c:v>-913.59479999999985</c:v>
                </c:pt>
                <c:pt idx="2453">
                  <c:v>-1147.9008999999999</c:v>
                </c:pt>
                <c:pt idx="2454">
                  <c:v>-1342.6642999999999</c:v>
                </c:pt>
                <c:pt idx="2455">
                  <c:v>-341.86019999999996</c:v>
                </c:pt>
                <c:pt idx="2456">
                  <c:v>-838.63440000000014</c:v>
                </c:pt>
                <c:pt idx="2457">
                  <c:v>-1047.5140000000001</c:v>
                </c:pt>
                <c:pt idx="2458">
                  <c:v>354.45779999999991</c:v>
                </c:pt>
                <c:pt idx="2459">
                  <c:v>680.13189999999997</c:v>
                </c:pt>
                <c:pt idx="2460">
                  <c:v>896.36940000000004</c:v>
                </c:pt>
                <c:pt idx="2461">
                  <c:v>1721.5484000000001</c:v>
                </c:pt>
                <c:pt idx="2462">
                  <c:v>3916.5326</c:v>
                </c:pt>
                <c:pt idx="2463">
                  <c:v>3545.15</c:v>
                </c:pt>
                <c:pt idx="2464">
                  <c:v>4453.6261999999997</c:v>
                </c:pt>
                <c:pt idx="2465">
                  <c:v>5282.8380999999999</c:v>
                </c:pt>
                <c:pt idx="2466">
                  <c:v>7090.9408999999996</c:v>
                </c:pt>
                <c:pt idx="2467">
                  <c:v>5342.4471000000003</c:v>
                </c:pt>
                <c:pt idx="2468">
                  <c:v>4477.5591000000004</c:v>
                </c:pt>
                <c:pt idx="2469">
                  <c:v>2622.4403999999995</c:v>
                </c:pt>
                <c:pt idx="2470">
                  <c:v>1084.6386999999995</c:v>
                </c:pt>
                <c:pt idx="2471">
                  <c:v>-82.998000000000047</c:v>
                </c:pt>
                <c:pt idx="2472">
                  <c:v>2790.4949000000001</c:v>
                </c:pt>
                <c:pt idx="2473">
                  <c:v>4501.4637000000002</c:v>
                </c:pt>
                <c:pt idx="2474">
                  <c:v>7324.1544000000004</c:v>
                </c:pt>
                <c:pt idx="2475">
                  <c:v>10624.2253</c:v>
                </c:pt>
                <c:pt idx="2476">
                  <c:v>11064.379800000001</c:v>
                </c:pt>
                <c:pt idx="2477">
                  <c:v>8529.6540999999997</c:v>
                </c:pt>
                <c:pt idx="2478">
                  <c:v>9647.8843000000015</c:v>
                </c:pt>
                <c:pt idx="2479">
                  <c:v>9236.3415000000005</c:v>
                </c:pt>
                <c:pt idx="2480">
                  <c:v>8507.3721000000005</c:v>
                </c:pt>
                <c:pt idx="2481">
                  <c:v>6387.1148999999996</c:v>
                </c:pt>
                <c:pt idx="2482">
                  <c:v>6359.1149000000005</c:v>
                </c:pt>
                <c:pt idx="2483">
                  <c:v>3070.2181000000005</c:v>
                </c:pt>
                <c:pt idx="2484">
                  <c:v>-487.32639999999992</c:v>
                </c:pt>
                <c:pt idx="2485">
                  <c:v>-3295.7340000000004</c:v>
                </c:pt>
                <c:pt idx="2486">
                  <c:v>-3602.5414000000001</c:v>
                </c:pt>
                <c:pt idx="2487">
                  <c:v>-4157.9378000000006</c:v>
                </c:pt>
                <c:pt idx="2488">
                  <c:v>-4430.9296000000004</c:v>
                </c:pt>
                <c:pt idx="2489">
                  <c:v>-1372.1952000000001</c:v>
                </c:pt>
                <c:pt idx="2490">
                  <c:v>-901.15290000000005</c:v>
                </c:pt>
                <c:pt idx="2491">
                  <c:v>-604.83189999999991</c:v>
                </c:pt>
                <c:pt idx="2492">
                  <c:v>-2166.5986000000003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868-4EEE-98FD-4DF3224BCF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08090864"/>
        <c:axId val="408109584"/>
      </c:scatterChart>
      <c:valAx>
        <c:axId val="40809086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oPub돋움체_Pro Light" panose="02020603020101020101" pitchFamily="18" charset="-127"/>
                    <a:ea typeface="KoPub돋움체_Pro Light" panose="02020603020101020101" pitchFamily="18" charset="-127"/>
                    <a:cs typeface="+mn-cs"/>
                  </a:defRPr>
                </a:pPr>
                <a:r>
                  <a:rPr lang="ko-KR"/>
                  <a:t>기초지수</a:t>
                </a:r>
                <a:r>
                  <a:rPr lang="en-US"/>
                  <a:t>(KOSPI200) 5</a:t>
                </a:r>
                <a:r>
                  <a:rPr lang="ko-KR"/>
                  <a:t>일 누적 수익률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_Pro Light" panose="02020603020101020101" pitchFamily="18" charset="-127"/>
                  <a:ea typeface="KoPub돋움체_Pro Light" panose="02020603020101020101" pitchFamily="18" charset="-127"/>
                  <a:cs typeface="+mn-cs"/>
                </a:defRPr>
              </a:pPr>
              <a:endParaRPr lang="ko-KR"/>
            </a:p>
          </c:txPr>
        </c:title>
        <c:numFmt formatCode="0%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+mn-cs"/>
              </a:defRPr>
            </a:pPr>
            <a:endParaRPr lang="ko-KR"/>
          </a:p>
        </c:txPr>
        <c:crossAx val="408109584"/>
        <c:crosses val="autoZero"/>
        <c:crossBetween val="midCat"/>
      </c:valAx>
      <c:valAx>
        <c:axId val="408109584"/>
        <c:scaling>
          <c:orientation val="minMax"/>
          <c:min val="-15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oPub돋움체_Pro Light" panose="02020603020101020101" pitchFamily="18" charset="-127"/>
                    <a:ea typeface="KoPub돋움체_Pro Light" panose="02020603020101020101" pitchFamily="18" charset="-127"/>
                    <a:cs typeface="+mn-cs"/>
                  </a:defRPr>
                </a:pPr>
                <a:r>
                  <a:rPr lang="ko-KR"/>
                  <a:t>레버리지 </a:t>
                </a:r>
                <a:r>
                  <a:rPr lang="en-US"/>
                  <a:t>ETF 5</a:t>
                </a:r>
                <a:r>
                  <a:rPr lang="ko-KR"/>
                  <a:t>일 누적 개인 순매수대금</a:t>
                </a:r>
                <a:r>
                  <a:rPr lang="en-US"/>
                  <a:t> (</a:t>
                </a:r>
                <a:r>
                  <a:rPr lang="ko-KR"/>
                  <a:t>억</a:t>
                </a:r>
                <a:r>
                  <a:rPr lang="en-US"/>
                  <a:t>)</a:t>
                </a:r>
                <a:endParaRPr lang="ko-K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_Pro Light" panose="02020603020101020101" pitchFamily="18" charset="-127"/>
                  <a:ea typeface="KoPub돋움체_Pro Light" panose="02020603020101020101" pitchFamily="18" charset="-127"/>
                  <a:cs typeface="+mn-cs"/>
                </a:defRPr>
              </a:pPr>
              <a:endParaRPr lang="ko-KR"/>
            </a:p>
          </c:txPr>
        </c:title>
        <c:numFmt formatCode="#,##0_ 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+mn-cs"/>
              </a:defRPr>
            </a:pPr>
            <a:endParaRPr lang="ko-KR"/>
          </a:p>
        </c:txPr>
        <c:crossAx val="40809086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900">
          <a:latin typeface="KoPub돋움체_Pro Light" panose="02020603020101020101" pitchFamily="18" charset="-127"/>
          <a:ea typeface="KoPub돋움체_Pro Light" panose="02020603020101020101" pitchFamily="18" charset="-127"/>
        </a:defRPr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2"/>
          <c:order val="2"/>
          <c:tx>
            <c:strRef>
              <c:f>개념!$P$61</c:f>
              <c:strCache>
                <c:ptCount val="1"/>
                <c:pt idx="0">
                  <c:v>레버리지비율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val>
            <c:numRef>
              <c:f>개념!$P$62:$P$74</c:f>
              <c:numCache>
                <c:formatCode>0%</c:formatCode>
                <c:ptCount val="13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27-43D8-9245-E289911347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26810831"/>
        <c:axId val="1926814991"/>
      </c:barChart>
      <c:lineChart>
        <c:grouping val="standard"/>
        <c:varyColors val="0"/>
        <c:ser>
          <c:idx val="0"/>
          <c:order val="0"/>
          <c:tx>
            <c:strRef>
              <c:f>개념!$N$61</c:f>
              <c:strCache>
                <c:ptCount val="1"/>
                <c:pt idx="0">
                  <c:v>기초지수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개념!$N$62:$N$74</c:f>
              <c:numCache>
                <c:formatCode>0%</c:formatCode>
                <c:ptCount val="13"/>
                <c:pt idx="0">
                  <c:v>0</c:v>
                </c:pt>
                <c:pt idx="1">
                  <c:v>-9.9999999999999978E-2</c:v>
                </c:pt>
                <c:pt idx="2">
                  <c:v>-4.599999999999993E-2</c:v>
                </c:pt>
                <c:pt idx="3">
                  <c:v>-8.4160000000000013E-2</c:v>
                </c:pt>
                <c:pt idx="4">
                  <c:v>-3.8367999999999958E-2</c:v>
                </c:pt>
                <c:pt idx="5">
                  <c:v>-6.7216959999999992E-2</c:v>
                </c:pt>
                <c:pt idx="6">
                  <c:v>-2.9905638399999934E-2</c:v>
                </c:pt>
                <c:pt idx="7">
                  <c:v>-4.9307525631999916E-2</c:v>
                </c:pt>
                <c:pt idx="8">
                  <c:v>-2.0786751400959869E-2</c:v>
                </c:pt>
                <c:pt idx="9">
                  <c:v>-4.0371016372940716E-2</c:v>
                </c:pt>
                <c:pt idx="10">
                  <c:v>-1.158214686412895E-2</c:v>
                </c:pt>
                <c:pt idx="11">
                  <c:v>-3.1350503926846351E-2</c:v>
                </c:pt>
                <c:pt idx="12">
                  <c:v>-2.2910190446516765E-3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427-43D8-9245-E28991134735}"/>
            </c:ext>
          </c:extLst>
        </c:ser>
        <c:ser>
          <c:idx val="1"/>
          <c:order val="1"/>
          <c:tx>
            <c:strRef>
              <c:f>개념!$O$61</c:f>
              <c:strCache>
                <c:ptCount val="1"/>
                <c:pt idx="0">
                  <c:v>레버리지펀드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개념!$O$62:$O$74</c:f>
              <c:numCache>
                <c:formatCode>0%</c:formatCode>
                <c:ptCount val="13"/>
                <c:pt idx="0">
                  <c:v>0</c:v>
                </c:pt>
                <c:pt idx="1">
                  <c:v>-0.19999999999999996</c:v>
                </c:pt>
                <c:pt idx="2">
                  <c:v>-0.10399999999999987</c:v>
                </c:pt>
                <c:pt idx="3">
                  <c:v>-0.17567999999999984</c:v>
                </c:pt>
                <c:pt idx="4">
                  <c:v>-9.3247999999999776E-2</c:v>
                </c:pt>
                <c:pt idx="5">
                  <c:v>-0.14765311999999986</c:v>
                </c:pt>
                <c:pt idx="6">
                  <c:v>-7.9465369599999836E-2</c:v>
                </c:pt>
                <c:pt idx="7">
                  <c:v>-0.11628675481599993</c:v>
                </c:pt>
                <c:pt idx="8">
                  <c:v>-6.3263960104959827E-2</c:v>
                </c:pt>
                <c:pt idx="9">
                  <c:v>-0.1007334017007615</c:v>
                </c:pt>
                <c:pt idx="10">
                  <c:v>-4.6777405802807093E-2</c:v>
                </c:pt>
                <c:pt idx="11">
                  <c:v>-8.4906309570694893E-2</c:v>
                </c:pt>
                <c:pt idx="12">
                  <c:v>-3.0000688144936505E-2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427-43D8-9245-E289911347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25126271"/>
        <c:axId val="625119615"/>
      </c:lineChart>
      <c:catAx>
        <c:axId val="625126271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+mn-cs"/>
              </a:defRPr>
            </a:pPr>
            <a:endParaRPr lang="ko-KR"/>
          </a:p>
        </c:txPr>
        <c:crossAx val="625119615"/>
        <c:crosses val="autoZero"/>
        <c:auto val="1"/>
        <c:lblAlgn val="ctr"/>
        <c:lblOffset val="100"/>
        <c:noMultiLvlLbl val="0"/>
      </c:catAx>
      <c:valAx>
        <c:axId val="625119615"/>
        <c:scaling>
          <c:orientation val="minMax"/>
          <c:max val="0.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oPub돋움체_Pro Light" panose="02020603020101020101" pitchFamily="18" charset="-127"/>
                    <a:ea typeface="KoPub돋움체_Pro Light" panose="02020603020101020101" pitchFamily="18" charset="-127"/>
                    <a:cs typeface="+mn-cs"/>
                  </a:defRPr>
                </a:pPr>
                <a:r>
                  <a:rPr lang="ko-KR"/>
                  <a:t>레버리지펀드</a:t>
                </a:r>
                <a:r>
                  <a:rPr lang="en-US"/>
                  <a:t>/</a:t>
                </a:r>
                <a:r>
                  <a:rPr lang="ko-KR"/>
                  <a:t>기초지수 누적성과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_Pro Light" panose="02020603020101020101" pitchFamily="18" charset="-127"/>
                  <a:ea typeface="KoPub돋움체_Pro Light" panose="02020603020101020101" pitchFamily="18" charset="-127"/>
                  <a:cs typeface="+mn-cs"/>
                </a:defRPr>
              </a:pPr>
              <a:endParaRPr lang="ko-KR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+mn-cs"/>
              </a:defRPr>
            </a:pPr>
            <a:endParaRPr lang="ko-KR"/>
          </a:p>
        </c:txPr>
        <c:crossAx val="625126271"/>
        <c:crosses val="autoZero"/>
        <c:crossBetween val="between"/>
      </c:valAx>
      <c:valAx>
        <c:axId val="1926814991"/>
        <c:scaling>
          <c:orientation val="minMax"/>
          <c:max val="10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oPub돋움체_Pro Light" panose="02020603020101020101" pitchFamily="18" charset="-127"/>
                    <a:ea typeface="KoPub돋움체_Pro Light" panose="02020603020101020101" pitchFamily="18" charset="-127"/>
                    <a:cs typeface="+mn-cs"/>
                  </a:defRPr>
                </a:pPr>
                <a:r>
                  <a:rPr lang="ko-KR"/>
                  <a:t>레버리지비율</a:t>
                </a:r>
              </a:p>
            </c:rich>
          </c:tx>
          <c:layout>
            <c:manualLayout>
              <c:xMode val="edge"/>
              <c:yMode val="edge"/>
              <c:x val="0.92542136884608084"/>
              <c:y val="0.598317786793987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_Pro Light" panose="02020603020101020101" pitchFamily="18" charset="-127"/>
                  <a:ea typeface="KoPub돋움체_Pro Light" panose="02020603020101020101" pitchFamily="18" charset="-127"/>
                  <a:cs typeface="+mn-cs"/>
                </a:defRPr>
              </a:pPr>
              <a:endParaRPr lang="ko-KR"/>
            </a:p>
          </c:txPr>
        </c:title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+mn-cs"/>
              </a:defRPr>
            </a:pPr>
            <a:endParaRPr lang="ko-KR"/>
          </a:p>
        </c:txPr>
        <c:crossAx val="1926810831"/>
        <c:crosses val="max"/>
        <c:crossBetween val="between"/>
      </c:valAx>
      <c:catAx>
        <c:axId val="1926810831"/>
        <c:scaling>
          <c:orientation val="minMax"/>
        </c:scaling>
        <c:delete val="1"/>
        <c:axPos val="b"/>
        <c:majorTickMark val="out"/>
        <c:minorTickMark val="none"/>
        <c:tickLblPos val="nextTo"/>
        <c:crossAx val="192681499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900">
          <a:latin typeface="KoPub돋움체_Pro Light" panose="02020603020101020101" pitchFamily="18" charset="-127"/>
          <a:ea typeface="KoPub돋움체_Pro Light" panose="02020603020101020101" pitchFamily="18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2"/>
          <c:order val="2"/>
          <c:tx>
            <c:strRef>
              <c:f>개념!$P$61</c:f>
              <c:strCache>
                <c:ptCount val="1"/>
                <c:pt idx="0">
                  <c:v>레버리지비율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val>
            <c:numRef>
              <c:f>개념!$P$80:$P$92</c:f>
              <c:numCache>
                <c:formatCode>0%</c:formatCode>
                <c:ptCount val="13"/>
                <c:pt idx="0">
                  <c:v>2</c:v>
                </c:pt>
                <c:pt idx="1">
                  <c:v>2</c:v>
                </c:pt>
                <c:pt idx="2">
                  <c:v>1.5</c:v>
                </c:pt>
                <c:pt idx="3">
                  <c:v>2</c:v>
                </c:pt>
                <c:pt idx="4">
                  <c:v>1.5</c:v>
                </c:pt>
                <c:pt idx="5">
                  <c:v>2</c:v>
                </c:pt>
                <c:pt idx="6">
                  <c:v>1.5</c:v>
                </c:pt>
                <c:pt idx="7">
                  <c:v>2</c:v>
                </c:pt>
                <c:pt idx="8">
                  <c:v>1.5</c:v>
                </c:pt>
                <c:pt idx="9">
                  <c:v>2</c:v>
                </c:pt>
                <c:pt idx="10">
                  <c:v>1</c:v>
                </c:pt>
                <c:pt idx="11">
                  <c:v>2</c:v>
                </c:pt>
                <c:pt idx="1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C2-4793-B4E2-FEA77B66F5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26810831"/>
        <c:axId val="1926814991"/>
      </c:barChart>
      <c:lineChart>
        <c:grouping val="standard"/>
        <c:varyColors val="0"/>
        <c:ser>
          <c:idx val="0"/>
          <c:order val="0"/>
          <c:tx>
            <c:strRef>
              <c:f>개념!$N$61</c:f>
              <c:strCache>
                <c:ptCount val="1"/>
                <c:pt idx="0">
                  <c:v>기초지수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개념!$N$80:$N$92</c:f>
              <c:numCache>
                <c:formatCode>0%</c:formatCode>
                <c:ptCount val="13"/>
                <c:pt idx="0">
                  <c:v>0</c:v>
                </c:pt>
                <c:pt idx="1">
                  <c:v>-9.9999999999999978E-2</c:v>
                </c:pt>
                <c:pt idx="2">
                  <c:v>-4.599999999999993E-2</c:v>
                </c:pt>
                <c:pt idx="3">
                  <c:v>-8.4160000000000013E-2</c:v>
                </c:pt>
                <c:pt idx="4">
                  <c:v>-3.8367999999999958E-2</c:v>
                </c:pt>
                <c:pt idx="5">
                  <c:v>-6.7216959999999992E-2</c:v>
                </c:pt>
                <c:pt idx="6">
                  <c:v>-2.9905638399999934E-2</c:v>
                </c:pt>
                <c:pt idx="7">
                  <c:v>-4.9307525631999916E-2</c:v>
                </c:pt>
                <c:pt idx="8">
                  <c:v>-2.0786751400959869E-2</c:v>
                </c:pt>
                <c:pt idx="9">
                  <c:v>-4.0371016372940716E-2</c:v>
                </c:pt>
                <c:pt idx="10">
                  <c:v>-1.158214686412895E-2</c:v>
                </c:pt>
                <c:pt idx="11">
                  <c:v>-3.1350503926846351E-2</c:v>
                </c:pt>
                <c:pt idx="12">
                  <c:v>-2.2910190446516765E-3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5C2-4793-B4E2-FEA77B66F50B}"/>
            </c:ext>
          </c:extLst>
        </c:ser>
        <c:ser>
          <c:idx val="1"/>
          <c:order val="1"/>
          <c:tx>
            <c:strRef>
              <c:f>개념!$O$61</c:f>
              <c:strCache>
                <c:ptCount val="1"/>
                <c:pt idx="0">
                  <c:v>레버리지펀드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개념!$O$80:$O$92</c:f>
              <c:numCache>
                <c:formatCode>0%</c:formatCode>
                <c:ptCount val="13"/>
                <c:pt idx="0">
                  <c:v>0</c:v>
                </c:pt>
                <c:pt idx="1">
                  <c:v>-0.19999999999999996</c:v>
                </c:pt>
                <c:pt idx="2">
                  <c:v>-0.10399999999999987</c:v>
                </c:pt>
                <c:pt idx="3">
                  <c:v>-0.1577599999999999</c:v>
                </c:pt>
                <c:pt idx="4">
                  <c:v>-7.3535999999999824E-2</c:v>
                </c:pt>
                <c:pt idx="5">
                  <c:v>-0.11522687999999992</c:v>
                </c:pt>
                <c:pt idx="6">
                  <c:v>-4.4445030399999808E-2</c:v>
                </c:pt>
                <c:pt idx="7">
                  <c:v>-7.3111679487999792E-2</c:v>
                </c:pt>
                <c:pt idx="8">
                  <c:v>-1.7498380257279678E-2</c:v>
                </c:pt>
                <c:pt idx="9">
                  <c:v>-4.6973428849561349E-2</c:v>
                </c:pt>
                <c:pt idx="10">
                  <c:v>1.020816541946501E-2</c:v>
                </c:pt>
                <c:pt idx="11">
                  <c:v>-9.9959978889243573E-3</c:v>
                </c:pt>
                <c:pt idx="12">
                  <c:v>4.9404242237740315E-2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5C2-4793-B4E2-FEA77B66F5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25126271"/>
        <c:axId val="625119615"/>
      </c:lineChart>
      <c:catAx>
        <c:axId val="625126271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+mn-cs"/>
              </a:defRPr>
            </a:pPr>
            <a:endParaRPr lang="ko-KR"/>
          </a:p>
        </c:txPr>
        <c:crossAx val="625119615"/>
        <c:crosses val="autoZero"/>
        <c:auto val="1"/>
        <c:lblAlgn val="ctr"/>
        <c:lblOffset val="100"/>
        <c:noMultiLvlLbl val="0"/>
      </c:catAx>
      <c:valAx>
        <c:axId val="6251196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oPub돋움체_Pro Light" panose="02020603020101020101" pitchFamily="18" charset="-127"/>
                    <a:ea typeface="KoPub돋움체_Pro Light" panose="02020603020101020101" pitchFamily="18" charset="-127"/>
                    <a:cs typeface="+mn-cs"/>
                  </a:defRPr>
                </a:pPr>
                <a:r>
                  <a:rPr lang="ko-KR"/>
                  <a:t>레버리지펀드</a:t>
                </a:r>
                <a:r>
                  <a:rPr lang="en-US"/>
                  <a:t>/</a:t>
                </a:r>
                <a:r>
                  <a:rPr lang="ko-KR"/>
                  <a:t>기초지수 누적성과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_Pro Light" panose="02020603020101020101" pitchFamily="18" charset="-127"/>
                  <a:ea typeface="KoPub돋움체_Pro Light" panose="02020603020101020101" pitchFamily="18" charset="-127"/>
                  <a:cs typeface="+mn-cs"/>
                </a:defRPr>
              </a:pPr>
              <a:endParaRPr lang="ko-KR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+mn-cs"/>
              </a:defRPr>
            </a:pPr>
            <a:endParaRPr lang="ko-KR"/>
          </a:p>
        </c:txPr>
        <c:crossAx val="625126271"/>
        <c:crosses val="autoZero"/>
        <c:crossBetween val="between"/>
      </c:valAx>
      <c:valAx>
        <c:axId val="1926814991"/>
        <c:scaling>
          <c:orientation val="minMax"/>
          <c:max val="10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oPub돋움체_Pro Light" panose="02020603020101020101" pitchFamily="18" charset="-127"/>
                    <a:ea typeface="KoPub돋움체_Pro Light" panose="02020603020101020101" pitchFamily="18" charset="-127"/>
                    <a:cs typeface="+mn-cs"/>
                  </a:defRPr>
                </a:pPr>
                <a:r>
                  <a:rPr lang="ko-KR"/>
                  <a:t>레버리지비율</a:t>
                </a:r>
              </a:p>
            </c:rich>
          </c:tx>
          <c:layout>
            <c:manualLayout>
              <c:xMode val="edge"/>
              <c:yMode val="edge"/>
              <c:x val="0.91386749959241698"/>
              <c:y val="0.5983179945078788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_Pro Light" panose="02020603020101020101" pitchFamily="18" charset="-127"/>
                  <a:ea typeface="KoPub돋움체_Pro Light" panose="02020603020101020101" pitchFamily="18" charset="-127"/>
                  <a:cs typeface="+mn-cs"/>
                </a:defRPr>
              </a:pPr>
              <a:endParaRPr lang="ko-KR"/>
            </a:p>
          </c:txPr>
        </c:title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+mn-cs"/>
              </a:defRPr>
            </a:pPr>
            <a:endParaRPr lang="ko-KR"/>
          </a:p>
        </c:txPr>
        <c:crossAx val="1926810831"/>
        <c:crosses val="max"/>
        <c:crossBetween val="between"/>
      </c:valAx>
      <c:catAx>
        <c:axId val="1926810831"/>
        <c:scaling>
          <c:orientation val="minMax"/>
        </c:scaling>
        <c:delete val="1"/>
        <c:axPos val="b"/>
        <c:majorTickMark val="out"/>
        <c:minorTickMark val="none"/>
        <c:tickLblPos val="nextTo"/>
        <c:crossAx val="192681499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900">
          <a:latin typeface="KoPub돋움체_Pro Light" panose="02020603020101020101" pitchFamily="18" charset="-127"/>
          <a:ea typeface="KoPub돋움체_Pro Light" panose="02020603020101020101" pitchFamily="18" charset="-127"/>
        </a:defRPr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Sheet2!$P$2734</c:f>
              <c:strCache>
                <c:ptCount val="1"/>
                <c:pt idx="0">
                  <c:v>초과성과(1)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Sheet2!$I$2735:$I$5012</c:f>
              <c:numCache>
                <c:formatCode>m/d/yyyy</c:formatCode>
                <c:ptCount val="2278"/>
                <c:pt idx="0">
                  <c:v>40542</c:v>
                </c:pt>
                <c:pt idx="1">
                  <c:v>40546</c:v>
                </c:pt>
                <c:pt idx="2">
                  <c:v>40547</c:v>
                </c:pt>
                <c:pt idx="3">
                  <c:v>40548</c:v>
                </c:pt>
                <c:pt idx="4">
                  <c:v>40549</c:v>
                </c:pt>
                <c:pt idx="5">
                  <c:v>40550</c:v>
                </c:pt>
                <c:pt idx="6">
                  <c:v>40553</c:v>
                </c:pt>
                <c:pt idx="7">
                  <c:v>40554</c:v>
                </c:pt>
                <c:pt idx="8">
                  <c:v>40555</c:v>
                </c:pt>
                <c:pt idx="9">
                  <c:v>40556</c:v>
                </c:pt>
                <c:pt idx="10">
                  <c:v>40557</c:v>
                </c:pt>
                <c:pt idx="11">
                  <c:v>40560</c:v>
                </c:pt>
                <c:pt idx="12">
                  <c:v>40561</c:v>
                </c:pt>
                <c:pt idx="13">
                  <c:v>40562</c:v>
                </c:pt>
                <c:pt idx="14">
                  <c:v>40563</c:v>
                </c:pt>
                <c:pt idx="15">
                  <c:v>40564</c:v>
                </c:pt>
                <c:pt idx="16">
                  <c:v>40567</c:v>
                </c:pt>
                <c:pt idx="17">
                  <c:v>40568</c:v>
                </c:pt>
                <c:pt idx="18">
                  <c:v>40569</c:v>
                </c:pt>
                <c:pt idx="19">
                  <c:v>40570</c:v>
                </c:pt>
                <c:pt idx="20">
                  <c:v>40571</c:v>
                </c:pt>
                <c:pt idx="21">
                  <c:v>40574</c:v>
                </c:pt>
                <c:pt idx="22">
                  <c:v>40575</c:v>
                </c:pt>
                <c:pt idx="23">
                  <c:v>40581</c:v>
                </c:pt>
                <c:pt idx="24">
                  <c:v>40582</c:v>
                </c:pt>
                <c:pt idx="25">
                  <c:v>40583</c:v>
                </c:pt>
                <c:pt idx="26">
                  <c:v>40584</c:v>
                </c:pt>
                <c:pt idx="27">
                  <c:v>40585</c:v>
                </c:pt>
                <c:pt idx="28">
                  <c:v>40588</c:v>
                </c:pt>
                <c:pt idx="29">
                  <c:v>40589</c:v>
                </c:pt>
                <c:pt idx="30">
                  <c:v>40590</c:v>
                </c:pt>
                <c:pt idx="31">
                  <c:v>40591</c:v>
                </c:pt>
                <c:pt idx="32">
                  <c:v>40592</c:v>
                </c:pt>
                <c:pt idx="33">
                  <c:v>40595</c:v>
                </c:pt>
                <c:pt idx="34">
                  <c:v>40596</c:v>
                </c:pt>
                <c:pt idx="35">
                  <c:v>40597</c:v>
                </c:pt>
                <c:pt idx="36">
                  <c:v>40598</c:v>
                </c:pt>
                <c:pt idx="37">
                  <c:v>40599</c:v>
                </c:pt>
                <c:pt idx="38">
                  <c:v>40602</c:v>
                </c:pt>
                <c:pt idx="39">
                  <c:v>40604</c:v>
                </c:pt>
                <c:pt idx="40">
                  <c:v>40605</c:v>
                </c:pt>
                <c:pt idx="41">
                  <c:v>40606</c:v>
                </c:pt>
                <c:pt idx="42">
                  <c:v>40609</c:v>
                </c:pt>
                <c:pt idx="43">
                  <c:v>40610</c:v>
                </c:pt>
                <c:pt idx="44">
                  <c:v>40611</c:v>
                </c:pt>
                <c:pt idx="45">
                  <c:v>40612</c:v>
                </c:pt>
                <c:pt idx="46">
                  <c:v>40613</c:v>
                </c:pt>
                <c:pt idx="47">
                  <c:v>40616</c:v>
                </c:pt>
                <c:pt idx="48">
                  <c:v>40617</c:v>
                </c:pt>
                <c:pt idx="49">
                  <c:v>40618</c:v>
                </c:pt>
                <c:pt idx="50">
                  <c:v>40619</c:v>
                </c:pt>
                <c:pt idx="51">
                  <c:v>40620</c:v>
                </c:pt>
                <c:pt idx="52">
                  <c:v>40623</c:v>
                </c:pt>
                <c:pt idx="53">
                  <c:v>40624</c:v>
                </c:pt>
                <c:pt idx="54">
                  <c:v>40625</c:v>
                </c:pt>
                <c:pt idx="55">
                  <c:v>40626</c:v>
                </c:pt>
                <c:pt idx="56">
                  <c:v>40627</c:v>
                </c:pt>
                <c:pt idx="57">
                  <c:v>40630</c:v>
                </c:pt>
                <c:pt idx="58">
                  <c:v>40631</c:v>
                </c:pt>
                <c:pt idx="59">
                  <c:v>40632</c:v>
                </c:pt>
                <c:pt idx="60">
                  <c:v>40633</c:v>
                </c:pt>
                <c:pt idx="61">
                  <c:v>40634</c:v>
                </c:pt>
                <c:pt idx="62">
                  <c:v>40637</c:v>
                </c:pt>
                <c:pt idx="63">
                  <c:v>40638</c:v>
                </c:pt>
                <c:pt idx="64">
                  <c:v>40639</c:v>
                </c:pt>
                <c:pt idx="65">
                  <c:v>40640</c:v>
                </c:pt>
                <c:pt idx="66">
                  <c:v>40641</c:v>
                </c:pt>
                <c:pt idx="67">
                  <c:v>40644</c:v>
                </c:pt>
                <c:pt idx="68">
                  <c:v>40645</c:v>
                </c:pt>
                <c:pt idx="69">
                  <c:v>40646</c:v>
                </c:pt>
                <c:pt idx="70">
                  <c:v>40647</c:v>
                </c:pt>
                <c:pt idx="71">
                  <c:v>40648</c:v>
                </c:pt>
                <c:pt idx="72">
                  <c:v>40651</c:v>
                </c:pt>
                <c:pt idx="73">
                  <c:v>40652</c:v>
                </c:pt>
                <c:pt idx="74">
                  <c:v>40653</c:v>
                </c:pt>
                <c:pt idx="75">
                  <c:v>40654</c:v>
                </c:pt>
                <c:pt idx="76">
                  <c:v>40655</c:v>
                </c:pt>
                <c:pt idx="77">
                  <c:v>40658</c:v>
                </c:pt>
                <c:pt idx="78">
                  <c:v>40659</c:v>
                </c:pt>
                <c:pt idx="79">
                  <c:v>40660</c:v>
                </c:pt>
                <c:pt idx="80">
                  <c:v>40661</c:v>
                </c:pt>
                <c:pt idx="81">
                  <c:v>40662</c:v>
                </c:pt>
                <c:pt idx="82">
                  <c:v>40665</c:v>
                </c:pt>
                <c:pt idx="83">
                  <c:v>40666</c:v>
                </c:pt>
                <c:pt idx="84">
                  <c:v>40667</c:v>
                </c:pt>
                <c:pt idx="85">
                  <c:v>40669</c:v>
                </c:pt>
                <c:pt idx="86">
                  <c:v>40672</c:v>
                </c:pt>
                <c:pt idx="87">
                  <c:v>40674</c:v>
                </c:pt>
                <c:pt idx="88">
                  <c:v>40675</c:v>
                </c:pt>
                <c:pt idx="89">
                  <c:v>40676</c:v>
                </c:pt>
                <c:pt idx="90">
                  <c:v>40679</c:v>
                </c:pt>
                <c:pt idx="91">
                  <c:v>40680</c:v>
                </c:pt>
                <c:pt idx="92">
                  <c:v>40681</c:v>
                </c:pt>
                <c:pt idx="93">
                  <c:v>40682</c:v>
                </c:pt>
                <c:pt idx="94">
                  <c:v>40683</c:v>
                </c:pt>
                <c:pt idx="95">
                  <c:v>40686</c:v>
                </c:pt>
                <c:pt idx="96">
                  <c:v>40687</c:v>
                </c:pt>
                <c:pt idx="97">
                  <c:v>40688</c:v>
                </c:pt>
                <c:pt idx="98">
                  <c:v>40689</c:v>
                </c:pt>
                <c:pt idx="99">
                  <c:v>40690</c:v>
                </c:pt>
                <c:pt idx="100">
                  <c:v>40693</c:v>
                </c:pt>
                <c:pt idx="101">
                  <c:v>40694</c:v>
                </c:pt>
                <c:pt idx="102">
                  <c:v>40695</c:v>
                </c:pt>
                <c:pt idx="103">
                  <c:v>40696</c:v>
                </c:pt>
                <c:pt idx="104">
                  <c:v>40697</c:v>
                </c:pt>
                <c:pt idx="105">
                  <c:v>40701</c:v>
                </c:pt>
                <c:pt idx="106">
                  <c:v>40702</c:v>
                </c:pt>
                <c:pt idx="107">
                  <c:v>40703</c:v>
                </c:pt>
                <c:pt idx="108">
                  <c:v>40704</c:v>
                </c:pt>
                <c:pt idx="109">
                  <c:v>40707</c:v>
                </c:pt>
                <c:pt idx="110">
                  <c:v>40708</c:v>
                </c:pt>
                <c:pt idx="111">
                  <c:v>40709</c:v>
                </c:pt>
                <c:pt idx="112">
                  <c:v>40710</c:v>
                </c:pt>
                <c:pt idx="113">
                  <c:v>40711</c:v>
                </c:pt>
                <c:pt idx="114">
                  <c:v>40714</c:v>
                </c:pt>
                <c:pt idx="115">
                  <c:v>40715</c:v>
                </c:pt>
                <c:pt idx="116">
                  <c:v>40716</c:v>
                </c:pt>
                <c:pt idx="117">
                  <c:v>40717</c:v>
                </c:pt>
                <c:pt idx="118">
                  <c:v>40718</c:v>
                </c:pt>
                <c:pt idx="119">
                  <c:v>40721</c:v>
                </c:pt>
                <c:pt idx="120">
                  <c:v>40722</c:v>
                </c:pt>
                <c:pt idx="121">
                  <c:v>40723</c:v>
                </c:pt>
                <c:pt idx="122">
                  <c:v>40724</c:v>
                </c:pt>
                <c:pt idx="123">
                  <c:v>40725</c:v>
                </c:pt>
                <c:pt idx="124">
                  <c:v>40728</c:v>
                </c:pt>
                <c:pt idx="125">
                  <c:v>40729</c:v>
                </c:pt>
                <c:pt idx="126">
                  <c:v>40730</c:v>
                </c:pt>
                <c:pt idx="127">
                  <c:v>40731</c:v>
                </c:pt>
                <c:pt idx="128">
                  <c:v>40732</c:v>
                </c:pt>
                <c:pt idx="129">
                  <c:v>40735</c:v>
                </c:pt>
                <c:pt idx="130">
                  <c:v>40736</c:v>
                </c:pt>
                <c:pt idx="131">
                  <c:v>40737</c:v>
                </c:pt>
                <c:pt idx="132">
                  <c:v>40738</c:v>
                </c:pt>
                <c:pt idx="133">
                  <c:v>40739</c:v>
                </c:pt>
                <c:pt idx="134">
                  <c:v>40742</c:v>
                </c:pt>
                <c:pt idx="135">
                  <c:v>40743</c:v>
                </c:pt>
                <c:pt idx="136">
                  <c:v>40744</c:v>
                </c:pt>
                <c:pt idx="137">
                  <c:v>40745</c:v>
                </c:pt>
                <c:pt idx="138">
                  <c:v>40746</c:v>
                </c:pt>
                <c:pt idx="139">
                  <c:v>40749</c:v>
                </c:pt>
                <c:pt idx="140">
                  <c:v>40750</c:v>
                </c:pt>
                <c:pt idx="141">
                  <c:v>40751</c:v>
                </c:pt>
                <c:pt idx="142">
                  <c:v>40752</c:v>
                </c:pt>
                <c:pt idx="143">
                  <c:v>40753</c:v>
                </c:pt>
                <c:pt idx="144">
                  <c:v>40756</c:v>
                </c:pt>
                <c:pt idx="145">
                  <c:v>40757</c:v>
                </c:pt>
                <c:pt idx="146">
                  <c:v>40758</c:v>
                </c:pt>
                <c:pt idx="147">
                  <c:v>40759</c:v>
                </c:pt>
                <c:pt idx="148">
                  <c:v>40760</c:v>
                </c:pt>
                <c:pt idx="149">
                  <c:v>40763</c:v>
                </c:pt>
                <c:pt idx="150">
                  <c:v>40764</c:v>
                </c:pt>
                <c:pt idx="151">
                  <c:v>40765</c:v>
                </c:pt>
                <c:pt idx="152">
                  <c:v>40766</c:v>
                </c:pt>
                <c:pt idx="153">
                  <c:v>40767</c:v>
                </c:pt>
                <c:pt idx="154">
                  <c:v>40771</c:v>
                </c:pt>
                <c:pt idx="155">
                  <c:v>40772</c:v>
                </c:pt>
                <c:pt idx="156">
                  <c:v>40773</c:v>
                </c:pt>
                <c:pt idx="157">
                  <c:v>40774</c:v>
                </c:pt>
                <c:pt idx="158">
                  <c:v>40777</c:v>
                </c:pt>
                <c:pt idx="159">
                  <c:v>40778</c:v>
                </c:pt>
                <c:pt idx="160">
                  <c:v>40779</c:v>
                </c:pt>
                <c:pt idx="161">
                  <c:v>40780</c:v>
                </c:pt>
                <c:pt idx="162">
                  <c:v>40781</c:v>
                </c:pt>
                <c:pt idx="163">
                  <c:v>40784</c:v>
                </c:pt>
                <c:pt idx="164">
                  <c:v>40785</c:v>
                </c:pt>
                <c:pt idx="165">
                  <c:v>40786</c:v>
                </c:pt>
                <c:pt idx="166">
                  <c:v>40787</c:v>
                </c:pt>
                <c:pt idx="167">
                  <c:v>40788</c:v>
                </c:pt>
                <c:pt idx="168">
                  <c:v>40791</c:v>
                </c:pt>
                <c:pt idx="169">
                  <c:v>40792</c:v>
                </c:pt>
                <c:pt idx="170">
                  <c:v>40793</c:v>
                </c:pt>
                <c:pt idx="171">
                  <c:v>40794</c:v>
                </c:pt>
                <c:pt idx="172">
                  <c:v>40795</c:v>
                </c:pt>
                <c:pt idx="173">
                  <c:v>40800</c:v>
                </c:pt>
                <c:pt idx="174">
                  <c:v>40801</c:v>
                </c:pt>
                <c:pt idx="175">
                  <c:v>40802</c:v>
                </c:pt>
                <c:pt idx="176">
                  <c:v>40805</c:v>
                </c:pt>
                <c:pt idx="177">
                  <c:v>40806</c:v>
                </c:pt>
                <c:pt idx="178">
                  <c:v>40807</c:v>
                </c:pt>
                <c:pt idx="179">
                  <c:v>40808</c:v>
                </c:pt>
                <c:pt idx="180">
                  <c:v>40809</c:v>
                </c:pt>
                <c:pt idx="181">
                  <c:v>40812</c:v>
                </c:pt>
                <c:pt idx="182">
                  <c:v>40813</c:v>
                </c:pt>
                <c:pt idx="183">
                  <c:v>40814</c:v>
                </c:pt>
                <c:pt idx="184">
                  <c:v>40815</c:v>
                </c:pt>
                <c:pt idx="185">
                  <c:v>40816</c:v>
                </c:pt>
                <c:pt idx="186">
                  <c:v>40820</c:v>
                </c:pt>
                <c:pt idx="187">
                  <c:v>40821</c:v>
                </c:pt>
                <c:pt idx="188">
                  <c:v>40822</c:v>
                </c:pt>
                <c:pt idx="189">
                  <c:v>40823</c:v>
                </c:pt>
                <c:pt idx="190">
                  <c:v>40826</c:v>
                </c:pt>
                <c:pt idx="191">
                  <c:v>40827</c:v>
                </c:pt>
                <c:pt idx="192">
                  <c:v>40828</c:v>
                </c:pt>
                <c:pt idx="193">
                  <c:v>40829</c:v>
                </c:pt>
                <c:pt idx="194">
                  <c:v>40830</c:v>
                </c:pt>
                <c:pt idx="195">
                  <c:v>40833</c:v>
                </c:pt>
                <c:pt idx="196">
                  <c:v>40834</c:v>
                </c:pt>
                <c:pt idx="197">
                  <c:v>40835</c:v>
                </c:pt>
                <c:pt idx="198">
                  <c:v>40836</c:v>
                </c:pt>
                <c:pt idx="199">
                  <c:v>40837</c:v>
                </c:pt>
                <c:pt idx="200">
                  <c:v>40840</c:v>
                </c:pt>
                <c:pt idx="201">
                  <c:v>40841</c:v>
                </c:pt>
                <c:pt idx="202">
                  <c:v>40842</c:v>
                </c:pt>
                <c:pt idx="203">
                  <c:v>40843</c:v>
                </c:pt>
                <c:pt idx="204">
                  <c:v>40844</c:v>
                </c:pt>
                <c:pt idx="205">
                  <c:v>40847</c:v>
                </c:pt>
                <c:pt idx="206">
                  <c:v>40848</c:v>
                </c:pt>
                <c:pt idx="207">
                  <c:v>40849</c:v>
                </c:pt>
                <c:pt idx="208">
                  <c:v>40850</c:v>
                </c:pt>
                <c:pt idx="209">
                  <c:v>40851</c:v>
                </c:pt>
                <c:pt idx="210">
                  <c:v>40854</c:v>
                </c:pt>
                <c:pt idx="211">
                  <c:v>40855</c:v>
                </c:pt>
                <c:pt idx="212">
                  <c:v>40856</c:v>
                </c:pt>
                <c:pt idx="213">
                  <c:v>40857</c:v>
                </c:pt>
                <c:pt idx="214">
                  <c:v>40858</c:v>
                </c:pt>
                <c:pt idx="215">
                  <c:v>40861</c:v>
                </c:pt>
                <c:pt idx="216">
                  <c:v>40862</c:v>
                </c:pt>
                <c:pt idx="217">
                  <c:v>40863</c:v>
                </c:pt>
                <c:pt idx="218">
                  <c:v>40864</c:v>
                </c:pt>
                <c:pt idx="219">
                  <c:v>40865</c:v>
                </c:pt>
                <c:pt idx="220">
                  <c:v>40868</c:v>
                </c:pt>
                <c:pt idx="221">
                  <c:v>40869</c:v>
                </c:pt>
                <c:pt idx="222">
                  <c:v>40870</c:v>
                </c:pt>
                <c:pt idx="223">
                  <c:v>40871</c:v>
                </c:pt>
                <c:pt idx="224">
                  <c:v>40872</c:v>
                </c:pt>
                <c:pt idx="225">
                  <c:v>40875</c:v>
                </c:pt>
                <c:pt idx="226">
                  <c:v>40876</c:v>
                </c:pt>
                <c:pt idx="227">
                  <c:v>40877</c:v>
                </c:pt>
                <c:pt idx="228">
                  <c:v>40878</c:v>
                </c:pt>
                <c:pt idx="229">
                  <c:v>40879</c:v>
                </c:pt>
                <c:pt idx="230">
                  <c:v>40882</c:v>
                </c:pt>
                <c:pt idx="231">
                  <c:v>40883</c:v>
                </c:pt>
                <c:pt idx="232">
                  <c:v>40884</c:v>
                </c:pt>
                <c:pt idx="233">
                  <c:v>40885</c:v>
                </c:pt>
                <c:pt idx="234">
                  <c:v>40886</c:v>
                </c:pt>
                <c:pt idx="235">
                  <c:v>40889</c:v>
                </c:pt>
                <c:pt idx="236">
                  <c:v>40890</c:v>
                </c:pt>
                <c:pt idx="237">
                  <c:v>40891</c:v>
                </c:pt>
                <c:pt idx="238">
                  <c:v>40892</c:v>
                </c:pt>
                <c:pt idx="239">
                  <c:v>40893</c:v>
                </c:pt>
                <c:pt idx="240">
                  <c:v>40896</c:v>
                </c:pt>
                <c:pt idx="241">
                  <c:v>40897</c:v>
                </c:pt>
                <c:pt idx="242">
                  <c:v>40898</c:v>
                </c:pt>
                <c:pt idx="243">
                  <c:v>40899</c:v>
                </c:pt>
                <c:pt idx="244">
                  <c:v>40900</c:v>
                </c:pt>
                <c:pt idx="245">
                  <c:v>40903</c:v>
                </c:pt>
                <c:pt idx="246">
                  <c:v>40904</c:v>
                </c:pt>
                <c:pt idx="247">
                  <c:v>40905</c:v>
                </c:pt>
                <c:pt idx="248">
                  <c:v>40906</c:v>
                </c:pt>
                <c:pt idx="249">
                  <c:v>40910</c:v>
                </c:pt>
                <c:pt idx="250">
                  <c:v>40911</c:v>
                </c:pt>
                <c:pt idx="251">
                  <c:v>40912</c:v>
                </c:pt>
                <c:pt idx="252">
                  <c:v>40913</c:v>
                </c:pt>
                <c:pt idx="253">
                  <c:v>40914</c:v>
                </c:pt>
                <c:pt idx="254">
                  <c:v>40917</c:v>
                </c:pt>
                <c:pt idx="255">
                  <c:v>40918</c:v>
                </c:pt>
                <c:pt idx="256">
                  <c:v>40919</c:v>
                </c:pt>
                <c:pt idx="257">
                  <c:v>40920</c:v>
                </c:pt>
                <c:pt idx="258">
                  <c:v>40921</c:v>
                </c:pt>
                <c:pt idx="259">
                  <c:v>40924</c:v>
                </c:pt>
                <c:pt idx="260">
                  <c:v>40925</c:v>
                </c:pt>
                <c:pt idx="261">
                  <c:v>40926</c:v>
                </c:pt>
                <c:pt idx="262">
                  <c:v>40927</c:v>
                </c:pt>
                <c:pt idx="263">
                  <c:v>40928</c:v>
                </c:pt>
                <c:pt idx="264">
                  <c:v>40933</c:v>
                </c:pt>
                <c:pt idx="265">
                  <c:v>40934</c:v>
                </c:pt>
                <c:pt idx="266">
                  <c:v>40935</c:v>
                </c:pt>
                <c:pt idx="267">
                  <c:v>40938</c:v>
                </c:pt>
                <c:pt idx="268">
                  <c:v>40939</c:v>
                </c:pt>
                <c:pt idx="269">
                  <c:v>40940</c:v>
                </c:pt>
                <c:pt idx="270">
                  <c:v>40941</c:v>
                </c:pt>
                <c:pt idx="271">
                  <c:v>40942</c:v>
                </c:pt>
                <c:pt idx="272">
                  <c:v>40945</c:v>
                </c:pt>
                <c:pt idx="273">
                  <c:v>40946</c:v>
                </c:pt>
                <c:pt idx="274">
                  <c:v>40947</c:v>
                </c:pt>
                <c:pt idx="275">
                  <c:v>40948</c:v>
                </c:pt>
                <c:pt idx="276">
                  <c:v>40949</c:v>
                </c:pt>
                <c:pt idx="277">
                  <c:v>40952</c:v>
                </c:pt>
                <c:pt idx="278">
                  <c:v>40953</c:v>
                </c:pt>
                <c:pt idx="279">
                  <c:v>40954</c:v>
                </c:pt>
                <c:pt idx="280">
                  <c:v>40955</c:v>
                </c:pt>
                <c:pt idx="281">
                  <c:v>40956</c:v>
                </c:pt>
                <c:pt idx="282">
                  <c:v>40959</c:v>
                </c:pt>
                <c:pt idx="283">
                  <c:v>40960</c:v>
                </c:pt>
                <c:pt idx="284">
                  <c:v>40961</c:v>
                </c:pt>
                <c:pt idx="285">
                  <c:v>40962</c:v>
                </c:pt>
                <c:pt idx="286">
                  <c:v>40963</c:v>
                </c:pt>
                <c:pt idx="287">
                  <c:v>40966</c:v>
                </c:pt>
                <c:pt idx="288">
                  <c:v>40967</c:v>
                </c:pt>
                <c:pt idx="289">
                  <c:v>40968</c:v>
                </c:pt>
                <c:pt idx="290">
                  <c:v>40970</c:v>
                </c:pt>
                <c:pt idx="291">
                  <c:v>40973</c:v>
                </c:pt>
                <c:pt idx="292">
                  <c:v>40974</c:v>
                </c:pt>
                <c:pt idx="293">
                  <c:v>40975</c:v>
                </c:pt>
                <c:pt idx="294">
                  <c:v>40976</c:v>
                </c:pt>
                <c:pt idx="295">
                  <c:v>40977</c:v>
                </c:pt>
                <c:pt idx="296">
                  <c:v>40980</c:v>
                </c:pt>
                <c:pt idx="297">
                  <c:v>40981</c:v>
                </c:pt>
                <c:pt idx="298">
                  <c:v>40982</c:v>
                </c:pt>
                <c:pt idx="299">
                  <c:v>40983</c:v>
                </c:pt>
                <c:pt idx="300">
                  <c:v>40984</c:v>
                </c:pt>
                <c:pt idx="301">
                  <c:v>40987</c:v>
                </c:pt>
                <c:pt idx="302">
                  <c:v>40988</c:v>
                </c:pt>
                <c:pt idx="303">
                  <c:v>40989</c:v>
                </c:pt>
                <c:pt idx="304">
                  <c:v>40990</c:v>
                </c:pt>
                <c:pt idx="305">
                  <c:v>40991</c:v>
                </c:pt>
                <c:pt idx="306">
                  <c:v>40994</c:v>
                </c:pt>
                <c:pt idx="307">
                  <c:v>40995</c:v>
                </c:pt>
                <c:pt idx="308">
                  <c:v>40996</c:v>
                </c:pt>
                <c:pt idx="309">
                  <c:v>40997</c:v>
                </c:pt>
                <c:pt idx="310">
                  <c:v>40998</c:v>
                </c:pt>
                <c:pt idx="311">
                  <c:v>41001</c:v>
                </c:pt>
                <c:pt idx="312">
                  <c:v>41002</c:v>
                </c:pt>
                <c:pt idx="313">
                  <c:v>41003</c:v>
                </c:pt>
                <c:pt idx="314">
                  <c:v>41004</c:v>
                </c:pt>
                <c:pt idx="315">
                  <c:v>41005</c:v>
                </c:pt>
                <c:pt idx="316">
                  <c:v>41008</c:v>
                </c:pt>
                <c:pt idx="317">
                  <c:v>41009</c:v>
                </c:pt>
                <c:pt idx="318">
                  <c:v>41011</c:v>
                </c:pt>
                <c:pt idx="319">
                  <c:v>41012</c:v>
                </c:pt>
                <c:pt idx="320">
                  <c:v>41015</c:v>
                </c:pt>
                <c:pt idx="321">
                  <c:v>41016</c:v>
                </c:pt>
                <c:pt idx="322">
                  <c:v>41017</c:v>
                </c:pt>
                <c:pt idx="323">
                  <c:v>41018</c:v>
                </c:pt>
                <c:pt idx="324">
                  <c:v>41019</c:v>
                </c:pt>
                <c:pt idx="325">
                  <c:v>41022</c:v>
                </c:pt>
                <c:pt idx="326">
                  <c:v>41023</c:v>
                </c:pt>
                <c:pt idx="327">
                  <c:v>41024</c:v>
                </c:pt>
                <c:pt idx="328">
                  <c:v>41025</c:v>
                </c:pt>
                <c:pt idx="329">
                  <c:v>41026</c:v>
                </c:pt>
                <c:pt idx="330">
                  <c:v>41029</c:v>
                </c:pt>
                <c:pt idx="331">
                  <c:v>41031</c:v>
                </c:pt>
                <c:pt idx="332">
                  <c:v>41032</c:v>
                </c:pt>
                <c:pt idx="333">
                  <c:v>41033</c:v>
                </c:pt>
                <c:pt idx="334">
                  <c:v>41036</c:v>
                </c:pt>
                <c:pt idx="335">
                  <c:v>41037</c:v>
                </c:pt>
                <c:pt idx="336">
                  <c:v>41038</c:v>
                </c:pt>
                <c:pt idx="337">
                  <c:v>41039</c:v>
                </c:pt>
                <c:pt idx="338">
                  <c:v>41040</c:v>
                </c:pt>
                <c:pt idx="339">
                  <c:v>41043</c:v>
                </c:pt>
                <c:pt idx="340">
                  <c:v>41044</c:v>
                </c:pt>
                <c:pt idx="341">
                  <c:v>41045</c:v>
                </c:pt>
                <c:pt idx="342">
                  <c:v>41046</c:v>
                </c:pt>
                <c:pt idx="343">
                  <c:v>41047</c:v>
                </c:pt>
                <c:pt idx="344">
                  <c:v>41050</c:v>
                </c:pt>
                <c:pt idx="345">
                  <c:v>41051</c:v>
                </c:pt>
                <c:pt idx="346">
                  <c:v>41052</c:v>
                </c:pt>
                <c:pt idx="347">
                  <c:v>41053</c:v>
                </c:pt>
                <c:pt idx="348">
                  <c:v>41054</c:v>
                </c:pt>
                <c:pt idx="349">
                  <c:v>41058</c:v>
                </c:pt>
                <c:pt idx="350">
                  <c:v>41059</c:v>
                </c:pt>
                <c:pt idx="351">
                  <c:v>41060</c:v>
                </c:pt>
                <c:pt idx="352">
                  <c:v>41061</c:v>
                </c:pt>
                <c:pt idx="353">
                  <c:v>41064</c:v>
                </c:pt>
                <c:pt idx="354">
                  <c:v>41065</c:v>
                </c:pt>
                <c:pt idx="355">
                  <c:v>41067</c:v>
                </c:pt>
                <c:pt idx="356">
                  <c:v>41068</c:v>
                </c:pt>
                <c:pt idx="357">
                  <c:v>41071</c:v>
                </c:pt>
                <c:pt idx="358">
                  <c:v>41072</c:v>
                </c:pt>
                <c:pt idx="359">
                  <c:v>41073</c:v>
                </c:pt>
                <c:pt idx="360">
                  <c:v>41074</c:v>
                </c:pt>
                <c:pt idx="361">
                  <c:v>41075</c:v>
                </c:pt>
                <c:pt idx="362">
                  <c:v>41078</c:v>
                </c:pt>
                <c:pt idx="363">
                  <c:v>41079</c:v>
                </c:pt>
                <c:pt idx="364">
                  <c:v>41080</c:v>
                </c:pt>
                <c:pt idx="365">
                  <c:v>41081</c:v>
                </c:pt>
                <c:pt idx="366">
                  <c:v>41082</c:v>
                </c:pt>
                <c:pt idx="367">
                  <c:v>41085</c:v>
                </c:pt>
                <c:pt idx="368">
                  <c:v>41086</c:v>
                </c:pt>
                <c:pt idx="369">
                  <c:v>41087</c:v>
                </c:pt>
                <c:pt idx="370">
                  <c:v>41088</c:v>
                </c:pt>
                <c:pt idx="371">
                  <c:v>41089</c:v>
                </c:pt>
                <c:pt idx="372">
                  <c:v>41092</c:v>
                </c:pt>
                <c:pt idx="373">
                  <c:v>41093</c:v>
                </c:pt>
                <c:pt idx="374">
                  <c:v>41094</c:v>
                </c:pt>
                <c:pt idx="375">
                  <c:v>41095</c:v>
                </c:pt>
                <c:pt idx="376">
                  <c:v>41096</c:v>
                </c:pt>
                <c:pt idx="377">
                  <c:v>41099</c:v>
                </c:pt>
                <c:pt idx="378">
                  <c:v>41100</c:v>
                </c:pt>
                <c:pt idx="379">
                  <c:v>41101</c:v>
                </c:pt>
                <c:pt idx="380">
                  <c:v>41102</c:v>
                </c:pt>
                <c:pt idx="381">
                  <c:v>41103</c:v>
                </c:pt>
                <c:pt idx="382">
                  <c:v>41106</c:v>
                </c:pt>
                <c:pt idx="383">
                  <c:v>41107</c:v>
                </c:pt>
                <c:pt idx="384">
                  <c:v>41108</c:v>
                </c:pt>
                <c:pt idx="385">
                  <c:v>41109</c:v>
                </c:pt>
                <c:pt idx="386">
                  <c:v>41110</c:v>
                </c:pt>
                <c:pt idx="387">
                  <c:v>41113</c:v>
                </c:pt>
                <c:pt idx="388">
                  <c:v>41114</c:v>
                </c:pt>
                <c:pt idx="389">
                  <c:v>41115</c:v>
                </c:pt>
                <c:pt idx="390">
                  <c:v>41116</c:v>
                </c:pt>
                <c:pt idx="391">
                  <c:v>41117</c:v>
                </c:pt>
                <c:pt idx="392">
                  <c:v>41120</c:v>
                </c:pt>
                <c:pt idx="393">
                  <c:v>41121</c:v>
                </c:pt>
                <c:pt idx="394">
                  <c:v>41122</c:v>
                </c:pt>
                <c:pt idx="395">
                  <c:v>41123</c:v>
                </c:pt>
                <c:pt idx="396">
                  <c:v>41124</c:v>
                </c:pt>
                <c:pt idx="397">
                  <c:v>41127</c:v>
                </c:pt>
                <c:pt idx="398">
                  <c:v>41128</c:v>
                </c:pt>
                <c:pt idx="399">
                  <c:v>41129</c:v>
                </c:pt>
                <c:pt idx="400">
                  <c:v>41130</c:v>
                </c:pt>
                <c:pt idx="401">
                  <c:v>41131</c:v>
                </c:pt>
                <c:pt idx="402">
                  <c:v>41134</c:v>
                </c:pt>
                <c:pt idx="403">
                  <c:v>41135</c:v>
                </c:pt>
                <c:pt idx="404">
                  <c:v>41137</c:v>
                </c:pt>
                <c:pt idx="405">
                  <c:v>41138</c:v>
                </c:pt>
                <c:pt idx="406">
                  <c:v>41141</c:v>
                </c:pt>
                <c:pt idx="407">
                  <c:v>41142</c:v>
                </c:pt>
                <c:pt idx="408">
                  <c:v>41143</c:v>
                </c:pt>
                <c:pt idx="409">
                  <c:v>41144</c:v>
                </c:pt>
                <c:pt idx="410">
                  <c:v>41145</c:v>
                </c:pt>
                <c:pt idx="411">
                  <c:v>41148</c:v>
                </c:pt>
                <c:pt idx="412">
                  <c:v>41149</c:v>
                </c:pt>
                <c:pt idx="413">
                  <c:v>41150</c:v>
                </c:pt>
                <c:pt idx="414">
                  <c:v>41151</c:v>
                </c:pt>
                <c:pt idx="415">
                  <c:v>41152</c:v>
                </c:pt>
                <c:pt idx="416">
                  <c:v>41155</c:v>
                </c:pt>
                <c:pt idx="417">
                  <c:v>41156</c:v>
                </c:pt>
                <c:pt idx="418">
                  <c:v>41157</c:v>
                </c:pt>
                <c:pt idx="419">
                  <c:v>41158</c:v>
                </c:pt>
                <c:pt idx="420">
                  <c:v>41159</c:v>
                </c:pt>
                <c:pt idx="421">
                  <c:v>41162</c:v>
                </c:pt>
                <c:pt idx="422">
                  <c:v>41163</c:v>
                </c:pt>
                <c:pt idx="423">
                  <c:v>41164</c:v>
                </c:pt>
                <c:pt idx="424">
                  <c:v>41165</c:v>
                </c:pt>
                <c:pt idx="425">
                  <c:v>41166</c:v>
                </c:pt>
                <c:pt idx="426">
                  <c:v>41169</c:v>
                </c:pt>
                <c:pt idx="427">
                  <c:v>41170</c:v>
                </c:pt>
                <c:pt idx="428">
                  <c:v>41171</c:v>
                </c:pt>
                <c:pt idx="429">
                  <c:v>41172</c:v>
                </c:pt>
                <c:pt idx="430">
                  <c:v>41173</c:v>
                </c:pt>
                <c:pt idx="431">
                  <c:v>41176</c:v>
                </c:pt>
                <c:pt idx="432">
                  <c:v>41177</c:v>
                </c:pt>
                <c:pt idx="433">
                  <c:v>41178</c:v>
                </c:pt>
                <c:pt idx="434">
                  <c:v>41179</c:v>
                </c:pt>
                <c:pt idx="435">
                  <c:v>41180</c:v>
                </c:pt>
                <c:pt idx="436">
                  <c:v>41184</c:v>
                </c:pt>
                <c:pt idx="437">
                  <c:v>41186</c:v>
                </c:pt>
                <c:pt idx="438">
                  <c:v>41187</c:v>
                </c:pt>
                <c:pt idx="439">
                  <c:v>41190</c:v>
                </c:pt>
                <c:pt idx="440">
                  <c:v>41191</c:v>
                </c:pt>
                <c:pt idx="441">
                  <c:v>41192</c:v>
                </c:pt>
                <c:pt idx="442">
                  <c:v>41193</c:v>
                </c:pt>
                <c:pt idx="443">
                  <c:v>41194</c:v>
                </c:pt>
                <c:pt idx="444">
                  <c:v>41197</c:v>
                </c:pt>
                <c:pt idx="445">
                  <c:v>41198</c:v>
                </c:pt>
                <c:pt idx="446">
                  <c:v>41199</c:v>
                </c:pt>
                <c:pt idx="447">
                  <c:v>41200</c:v>
                </c:pt>
                <c:pt idx="448">
                  <c:v>41201</c:v>
                </c:pt>
                <c:pt idx="449">
                  <c:v>41204</c:v>
                </c:pt>
                <c:pt idx="450">
                  <c:v>41205</c:v>
                </c:pt>
                <c:pt idx="451">
                  <c:v>41206</c:v>
                </c:pt>
                <c:pt idx="452">
                  <c:v>41207</c:v>
                </c:pt>
                <c:pt idx="453">
                  <c:v>41208</c:v>
                </c:pt>
                <c:pt idx="454">
                  <c:v>41211</c:v>
                </c:pt>
                <c:pt idx="455">
                  <c:v>41212</c:v>
                </c:pt>
                <c:pt idx="456">
                  <c:v>41213</c:v>
                </c:pt>
                <c:pt idx="457">
                  <c:v>41214</c:v>
                </c:pt>
                <c:pt idx="458">
                  <c:v>41215</c:v>
                </c:pt>
                <c:pt idx="459">
                  <c:v>41218</c:v>
                </c:pt>
                <c:pt idx="460">
                  <c:v>41219</c:v>
                </c:pt>
                <c:pt idx="461">
                  <c:v>41220</c:v>
                </c:pt>
                <c:pt idx="462">
                  <c:v>41221</c:v>
                </c:pt>
                <c:pt idx="463">
                  <c:v>41222</c:v>
                </c:pt>
                <c:pt idx="464">
                  <c:v>41225</c:v>
                </c:pt>
                <c:pt idx="465">
                  <c:v>41226</c:v>
                </c:pt>
                <c:pt idx="466">
                  <c:v>41227</c:v>
                </c:pt>
                <c:pt idx="467">
                  <c:v>41228</c:v>
                </c:pt>
                <c:pt idx="468">
                  <c:v>41229</c:v>
                </c:pt>
                <c:pt idx="469">
                  <c:v>41232</c:v>
                </c:pt>
                <c:pt idx="470">
                  <c:v>41233</c:v>
                </c:pt>
                <c:pt idx="471">
                  <c:v>41234</c:v>
                </c:pt>
                <c:pt idx="472">
                  <c:v>41235</c:v>
                </c:pt>
                <c:pt idx="473">
                  <c:v>41236</c:v>
                </c:pt>
                <c:pt idx="474">
                  <c:v>41239</c:v>
                </c:pt>
                <c:pt idx="475">
                  <c:v>41240</c:v>
                </c:pt>
                <c:pt idx="476">
                  <c:v>41241</c:v>
                </c:pt>
                <c:pt idx="477">
                  <c:v>41242</c:v>
                </c:pt>
                <c:pt idx="478">
                  <c:v>41243</c:v>
                </c:pt>
                <c:pt idx="479">
                  <c:v>41246</c:v>
                </c:pt>
                <c:pt idx="480">
                  <c:v>41247</c:v>
                </c:pt>
                <c:pt idx="481">
                  <c:v>41248</c:v>
                </c:pt>
                <c:pt idx="482">
                  <c:v>41249</c:v>
                </c:pt>
                <c:pt idx="483">
                  <c:v>41250</c:v>
                </c:pt>
                <c:pt idx="484">
                  <c:v>41253</c:v>
                </c:pt>
                <c:pt idx="485">
                  <c:v>41254</c:v>
                </c:pt>
                <c:pt idx="486">
                  <c:v>41255</c:v>
                </c:pt>
                <c:pt idx="487">
                  <c:v>41256</c:v>
                </c:pt>
                <c:pt idx="488">
                  <c:v>41257</c:v>
                </c:pt>
                <c:pt idx="489">
                  <c:v>41260</c:v>
                </c:pt>
                <c:pt idx="490">
                  <c:v>41261</c:v>
                </c:pt>
                <c:pt idx="491">
                  <c:v>41263</c:v>
                </c:pt>
                <c:pt idx="492">
                  <c:v>41264</c:v>
                </c:pt>
                <c:pt idx="493">
                  <c:v>41267</c:v>
                </c:pt>
                <c:pt idx="494">
                  <c:v>41269</c:v>
                </c:pt>
                <c:pt idx="495">
                  <c:v>41270</c:v>
                </c:pt>
                <c:pt idx="496">
                  <c:v>41271</c:v>
                </c:pt>
                <c:pt idx="497">
                  <c:v>41276</c:v>
                </c:pt>
                <c:pt idx="498">
                  <c:v>41277</c:v>
                </c:pt>
                <c:pt idx="499">
                  <c:v>41278</c:v>
                </c:pt>
                <c:pt idx="500">
                  <c:v>41281</c:v>
                </c:pt>
                <c:pt idx="501">
                  <c:v>41282</c:v>
                </c:pt>
                <c:pt idx="502">
                  <c:v>41283</c:v>
                </c:pt>
                <c:pt idx="503">
                  <c:v>41284</c:v>
                </c:pt>
                <c:pt idx="504">
                  <c:v>41285</c:v>
                </c:pt>
                <c:pt idx="505">
                  <c:v>41288</c:v>
                </c:pt>
                <c:pt idx="506">
                  <c:v>41289</c:v>
                </c:pt>
                <c:pt idx="507">
                  <c:v>41290</c:v>
                </c:pt>
                <c:pt idx="508">
                  <c:v>41291</c:v>
                </c:pt>
                <c:pt idx="509">
                  <c:v>41292</c:v>
                </c:pt>
                <c:pt idx="510">
                  <c:v>41295</c:v>
                </c:pt>
                <c:pt idx="511">
                  <c:v>41296</c:v>
                </c:pt>
                <c:pt idx="512">
                  <c:v>41297</c:v>
                </c:pt>
                <c:pt idx="513">
                  <c:v>41298</c:v>
                </c:pt>
                <c:pt idx="514">
                  <c:v>41299</c:v>
                </c:pt>
                <c:pt idx="515">
                  <c:v>41302</c:v>
                </c:pt>
                <c:pt idx="516">
                  <c:v>41303</c:v>
                </c:pt>
                <c:pt idx="517">
                  <c:v>41304</c:v>
                </c:pt>
                <c:pt idx="518">
                  <c:v>41305</c:v>
                </c:pt>
                <c:pt idx="519">
                  <c:v>41306</c:v>
                </c:pt>
                <c:pt idx="520">
                  <c:v>41309</c:v>
                </c:pt>
                <c:pt idx="521">
                  <c:v>41310</c:v>
                </c:pt>
                <c:pt idx="522">
                  <c:v>41311</c:v>
                </c:pt>
                <c:pt idx="523">
                  <c:v>41312</c:v>
                </c:pt>
                <c:pt idx="524">
                  <c:v>41313</c:v>
                </c:pt>
                <c:pt idx="525">
                  <c:v>41317</c:v>
                </c:pt>
                <c:pt idx="526">
                  <c:v>41318</c:v>
                </c:pt>
                <c:pt idx="527">
                  <c:v>41319</c:v>
                </c:pt>
                <c:pt idx="528">
                  <c:v>41320</c:v>
                </c:pt>
                <c:pt idx="529">
                  <c:v>41323</c:v>
                </c:pt>
                <c:pt idx="530">
                  <c:v>41324</c:v>
                </c:pt>
                <c:pt idx="531">
                  <c:v>41325</c:v>
                </c:pt>
                <c:pt idx="532">
                  <c:v>41326</c:v>
                </c:pt>
                <c:pt idx="533">
                  <c:v>41327</c:v>
                </c:pt>
                <c:pt idx="534">
                  <c:v>41330</c:v>
                </c:pt>
                <c:pt idx="535">
                  <c:v>41331</c:v>
                </c:pt>
                <c:pt idx="536">
                  <c:v>41332</c:v>
                </c:pt>
                <c:pt idx="537">
                  <c:v>41333</c:v>
                </c:pt>
                <c:pt idx="538">
                  <c:v>41337</c:v>
                </c:pt>
                <c:pt idx="539">
                  <c:v>41338</c:v>
                </c:pt>
                <c:pt idx="540">
                  <c:v>41339</c:v>
                </c:pt>
                <c:pt idx="541">
                  <c:v>41340</c:v>
                </c:pt>
                <c:pt idx="542">
                  <c:v>41341</c:v>
                </c:pt>
                <c:pt idx="543">
                  <c:v>41344</c:v>
                </c:pt>
                <c:pt idx="544">
                  <c:v>41345</c:v>
                </c:pt>
                <c:pt idx="545">
                  <c:v>41346</c:v>
                </c:pt>
                <c:pt idx="546">
                  <c:v>41347</c:v>
                </c:pt>
                <c:pt idx="547">
                  <c:v>41348</c:v>
                </c:pt>
                <c:pt idx="548">
                  <c:v>41351</c:v>
                </c:pt>
                <c:pt idx="549">
                  <c:v>41352</c:v>
                </c:pt>
                <c:pt idx="550">
                  <c:v>41353</c:v>
                </c:pt>
                <c:pt idx="551">
                  <c:v>41354</c:v>
                </c:pt>
                <c:pt idx="552">
                  <c:v>41355</c:v>
                </c:pt>
                <c:pt idx="553">
                  <c:v>41358</c:v>
                </c:pt>
                <c:pt idx="554">
                  <c:v>41359</c:v>
                </c:pt>
                <c:pt idx="555">
                  <c:v>41360</c:v>
                </c:pt>
                <c:pt idx="556">
                  <c:v>41361</c:v>
                </c:pt>
                <c:pt idx="557">
                  <c:v>41362</c:v>
                </c:pt>
                <c:pt idx="558">
                  <c:v>41365</c:v>
                </c:pt>
                <c:pt idx="559">
                  <c:v>41366</c:v>
                </c:pt>
                <c:pt idx="560">
                  <c:v>41367</c:v>
                </c:pt>
                <c:pt idx="561">
                  <c:v>41368</c:v>
                </c:pt>
                <c:pt idx="562">
                  <c:v>41369</c:v>
                </c:pt>
                <c:pt idx="563">
                  <c:v>41372</c:v>
                </c:pt>
                <c:pt idx="564">
                  <c:v>41373</c:v>
                </c:pt>
                <c:pt idx="565">
                  <c:v>41374</c:v>
                </c:pt>
                <c:pt idx="566">
                  <c:v>41375</c:v>
                </c:pt>
                <c:pt idx="567">
                  <c:v>41376</c:v>
                </c:pt>
                <c:pt idx="568">
                  <c:v>41379</c:v>
                </c:pt>
                <c:pt idx="569">
                  <c:v>41380</c:v>
                </c:pt>
                <c:pt idx="570">
                  <c:v>41381</c:v>
                </c:pt>
                <c:pt idx="571">
                  <c:v>41382</c:v>
                </c:pt>
                <c:pt idx="572">
                  <c:v>41383</c:v>
                </c:pt>
                <c:pt idx="573">
                  <c:v>41386</c:v>
                </c:pt>
                <c:pt idx="574">
                  <c:v>41387</c:v>
                </c:pt>
                <c:pt idx="575">
                  <c:v>41388</c:v>
                </c:pt>
                <c:pt idx="576">
                  <c:v>41389</c:v>
                </c:pt>
                <c:pt idx="577">
                  <c:v>41390</c:v>
                </c:pt>
                <c:pt idx="578">
                  <c:v>41393</c:v>
                </c:pt>
                <c:pt idx="579">
                  <c:v>41394</c:v>
                </c:pt>
                <c:pt idx="580">
                  <c:v>41396</c:v>
                </c:pt>
                <c:pt idx="581">
                  <c:v>41397</c:v>
                </c:pt>
                <c:pt idx="582">
                  <c:v>41400</c:v>
                </c:pt>
                <c:pt idx="583">
                  <c:v>41401</c:v>
                </c:pt>
                <c:pt idx="584">
                  <c:v>41402</c:v>
                </c:pt>
                <c:pt idx="585">
                  <c:v>41403</c:v>
                </c:pt>
                <c:pt idx="586">
                  <c:v>41404</c:v>
                </c:pt>
                <c:pt idx="587">
                  <c:v>41407</c:v>
                </c:pt>
                <c:pt idx="588">
                  <c:v>41408</c:v>
                </c:pt>
                <c:pt idx="589">
                  <c:v>41409</c:v>
                </c:pt>
                <c:pt idx="590">
                  <c:v>41410</c:v>
                </c:pt>
                <c:pt idx="591">
                  <c:v>41414</c:v>
                </c:pt>
                <c:pt idx="592">
                  <c:v>41415</c:v>
                </c:pt>
                <c:pt idx="593">
                  <c:v>41416</c:v>
                </c:pt>
                <c:pt idx="594">
                  <c:v>41417</c:v>
                </c:pt>
                <c:pt idx="595">
                  <c:v>41418</c:v>
                </c:pt>
                <c:pt idx="596">
                  <c:v>41421</c:v>
                </c:pt>
                <c:pt idx="597">
                  <c:v>41422</c:v>
                </c:pt>
                <c:pt idx="598">
                  <c:v>41423</c:v>
                </c:pt>
                <c:pt idx="599">
                  <c:v>41424</c:v>
                </c:pt>
                <c:pt idx="600">
                  <c:v>41425</c:v>
                </c:pt>
                <c:pt idx="601">
                  <c:v>41428</c:v>
                </c:pt>
                <c:pt idx="602">
                  <c:v>41429</c:v>
                </c:pt>
                <c:pt idx="603">
                  <c:v>41430</c:v>
                </c:pt>
                <c:pt idx="604">
                  <c:v>41432</c:v>
                </c:pt>
                <c:pt idx="605">
                  <c:v>41435</c:v>
                </c:pt>
                <c:pt idx="606">
                  <c:v>41436</c:v>
                </c:pt>
                <c:pt idx="607">
                  <c:v>41437</c:v>
                </c:pt>
                <c:pt idx="608">
                  <c:v>41438</c:v>
                </c:pt>
                <c:pt idx="609">
                  <c:v>41439</c:v>
                </c:pt>
                <c:pt idx="610">
                  <c:v>41442</c:v>
                </c:pt>
                <c:pt idx="611">
                  <c:v>41443</c:v>
                </c:pt>
                <c:pt idx="612">
                  <c:v>41444</c:v>
                </c:pt>
                <c:pt idx="613">
                  <c:v>41445</c:v>
                </c:pt>
                <c:pt idx="614">
                  <c:v>41446</c:v>
                </c:pt>
                <c:pt idx="615">
                  <c:v>41449</c:v>
                </c:pt>
                <c:pt idx="616">
                  <c:v>41450</c:v>
                </c:pt>
                <c:pt idx="617">
                  <c:v>41451</c:v>
                </c:pt>
                <c:pt idx="618">
                  <c:v>41452</c:v>
                </c:pt>
                <c:pt idx="619">
                  <c:v>41453</c:v>
                </c:pt>
                <c:pt idx="620">
                  <c:v>41456</c:v>
                </c:pt>
                <c:pt idx="621">
                  <c:v>41457</c:v>
                </c:pt>
                <c:pt idx="622">
                  <c:v>41458</c:v>
                </c:pt>
                <c:pt idx="623">
                  <c:v>41459</c:v>
                </c:pt>
                <c:pt idx="624">
                  <c:v>41460</c:v>
                </c:pt>
                <c:pt idx="625">
                  <c:v>41463</c:v>
                </c:pt>
                <c:pt idx="626">
                  <c:v>41464</c:v>
                </c:pt>
                <c:pt idx="627">
                  <c:v>41465</c:v>
                </c:pt>
                <c:pt idx="628">
                  <c:v>41466</c:v>
                </c:pt>
                <c:pt idx="629">
                  <c:v>41467</c:v>
                </c:pt>
                <c:pt idx="630">
                  <c:v>41470</c:v>
                </c:pt>
                <c:pt idx="631">
                  <c:v>41471</c:v>
                </c:pt>
                <c:pt idx="632">
                  <c:v>41472</c:v>
                </c:pt>
                <c:pt idx="633">
                  <c:v>41473</c:v>
                </c:pt>
                <c:pt idx="634">
                  <c:v>41474</c:v>
                </c:pt>
                <c:pt idx="635">
                  <c:v>41477</c:v>
                </c:pt>
                <c:pt idx="636">
                  <c:v>41478</c:v>
                </c:pt>
                <c:pt idx="637">
                  <c:v>41479</c:v>
                </c:pt>
                <c:pt idx="638">
                  <c:v>41480</c:v>
                </c:pt>
                <c:pt idx="639">
                  <c:v>41481</c:v>
                </c:pt>
                <c:pt idx="640">
                  <c:v>41484</c:v>
                </c:pt>
                <c:pt idx="641">
                  <c:v>41485</c:v>
                </c:pt>
                <c:pt idx="642">
                  <c:v>41486</c:v>
                </c:pt>
                <c:pt idx="643">
                  <c:v>41487</c:v>
                </c:pt>
                <c:pt idx="644">
                  <c:v>41488</c:v>
                </c:pt>
                <c:pt idx="645">
                  <c:v>41491</c:v>
                </c:pt>
                <c:pt idx="646">
                  <c:v>41492</c:v>
                </c:pt>
                <c:pt idx="647">
                  <c:v>41493</c:v>
                </c:pt>
                <c:pt idx="648">
                  <c:v>41494</c:v>
                </c:pt>
                <c:pt idx="649">
                  <c:v>41495</c:v>
                </c:pt>
                <c:pt idx="650">
                  <c:v>41498</c:v>
                </c:pt>
                <c:pt idx="651">
                  <c:v>41499</c:v>
                </c:pt>
                <c:pt idx="652">
                  <c:v>41500</c:v>
                </c:pt>
                <c:pt idx="653">
                  <c:v>41502</c:v>
                </c:pt>
                <c:pt idx="654">
                  <c:v>41505</c:v>
                </c:pt>
                <c:pt idx="655">
                  <c:v>41506</c:v>
                </c:pt>
                <c:pt idx="656">
                  <c:v>41507</c:v>
                </c:pt>
                <c:pt idx="657">
                  <c:v>41508</c:v>
                </c:pt>
                <c:pt idx="658">
                  <c:v>41509</c:v>
                </c:pt>
                <c:pt idx="659">
                  <c:v>41512</c:v>
                </c:pt>
                <c:pt idx="660">
                  <c:v>41513</c:v>
                </c:pt>
                <c:pt idx="661">
                  <c:v>41514</c:v>
                </c:pt>
                <c:pt idx="662">
                  <c:v>41515</c:v>
                </c:pt>
                <c:pt idx="663">
                  <c:v>41516</c:v>
                </c:pt>
                <c:pt idx="664">
                  <c:v>41519</c:v>
                </c:pt>
                <c:pt idx="665">
                  <c:v>41520</c:v>
                </c:pt>
                <c:pt idx="666">
                  <c:v>41521</c:v>
                </c:pt>
                <c:pt idx="667">
                  <c:v>41522</c:v>
                </c:pt>
                <c:pt idx="668">
                  <c:v>41523</c:v>
                </c:pt>
                <c:pt idx="669">
                  <c:v>41526</c:v>
                </c:pt>
                <c:pt idx="670">
                  <c:v>41527</c:v>
                </c:pt>
                <c:pt idx="671">
                  <c:v>41528</c:v>
                </c:pt>
                <c:pt idx="672">
                  <c:v>41529</c:v>
                </c:pt>
                <c:pt idx="673">
                  <c:v>41530</c:v>
                </c:pt>
                <c:pt idx="674">
                  <c:v>41533</c:v>
                </c:pt>
                <c:pt idx="675">
                  <c:v>41534</c:v>
                </c:pt>
                <c:pt idx="676">
                  <c:v>41540</c:v>
                </c:pt>
                <c:pt idx="677">
                  <c:v>41541</c:v>
                </c:pt>
                <c:pt idx="678">
                  <c:v>41542</c:v>
                </c:pt>
                <c:pt idx="679">
                  <c:v>41543</c:v>
                </c:pt>
                <c:pt idx="680">
                  <c:v>41544</c:v>
                </c:pt>
                <c:pt idx="681">
                  <c:v>41547</c:v>
                </c:pt>
                <c:pt idx="682">
                  <c:v>41548</c:v>
                </c:pt>
                <c:pt idx="683">
                  <c:v>41549</c:v>
                </c:pt>
                <c:pt idx="684">
                  <c:v>41551</c:v>
                </c:pt>
                <c:pt idx="685">
                  <c:v>41554</c:v>
                </c:pt>
                <c:pt idx="686">
                  <c:v>41555</c:v>
                </c:pt>
                <c:pt idx="687">
                  <c:v>41557</c:v>
                </c:pt>
                <c:pt idx="688">
                  <c:v>41558</c:v>
                </c:pt>
                <c:pt idx="689">
                  <c:v>41561</c:v>
                </c:pt>
                <c:pt idx="690">
                  <c:v>41562</c:v>
                </c:pt>
                <c:pt idx="691">
                  <c:v>41563</c:v>
                </c:pt>
                <c:pt idx="692">
                  <c:v>41564</c:v>
                </c:pt>
                <c:pt idx="693">
                  <c:v>41565</c:v>
                </c:pt>
                <c:pt idx="694">
                  <c:v>41568</c:v>
                </c:pt>
                <c:pt idx="695">
                  <c:v>41569</c:v>
                </c:pt>
                <c:pt idx="696">
                  <c:v>41570</c:v>
                </c:pt>
                <c:pt idx="697">
                  <c:v>41571</c:v>
                </c:pt>
                <c:pt idx="698">
                  <c:v>41572</c:v>
                </c:pt>
                <c:pt idx="699">
                  <c:v>41575</c:v>
                </c:pt>
                <c:pt idx="700">
                  <c:v>41576</c:v>
                </c:pt>
                <c:pt idx="701">
                  <c:v>41577</c:v>
                </c:pt>
                <c:pt idx="702">
                  <c:v>41578</c:v>
                </c:pt>
                <c:pt idx="703">
                  <c:v>41579</c:v>
                </c:pt>
                <c:pt idx="704">
                  <c:v>41582</c:v>
                </c:pt>
                <c:pt idx="705">
                  <c:v>41583</c:v>
                </c:pt>
                <c:pt idx="706">
                  <c:v>41584</c:v>
                </c:pt>
                <c:pt idx="707">
                  <c:v>41585</c:v>
                </c:pt>
                <c:pt idx="708">
                  <c:v>41586</c:v>
                </c:pt>
                <c:pt idx="709">
                  <c:v>41589</c:v>
                </c:pt>
                <c:pt idx="710">
                  <c:v>41590</c:v>
                </c:pt>
                <c:pt idx="711">
                  <c:v>41591</c:v>
                </c:pt>
                <c:pt idx="712">
                  <c:v>41592</c:v>
                </c:pt>
                <c:pt idx="713">
                  <c:v>41593</c:v>
                </c:pt>
                <c:pt idx="714">
                  <c:v>41596</c:v>
                </c:pt>
                <c:pt idx="715">
                  <c:v>41597</c:v>
                </c:pt>
                <c:pt idx="716">
                  <c:v>41598</c:v>
                </c:pt>
                <c:pt idx="717">
                  <c:v>41599</c:v>
                </c:pt>
                <c:pt idx="718">
                  <c:v>41600</c:v>
                </c:pt>
                <c:pt idx="719">
                  <c:v>41603</c:v>
                </c:pt>
                <c:pt idx="720">
                  <c:v>41604</c:v>
                </c:pt>
                <c:pt idx="721">
                  <c:v>41605</c:v>
                </c:pt>
                <c:pt idx="722">
                  <c:v>41606</c:v>
                </c:pt>
                <c:pt idx="723">
                  <c:v>41607</c:v>
                </c:pt>
                <c:pt idx="724">
                  <c:v>41610</c:v>
                </c:pt>
                <c:pt idx="725">
                  <c:v>41611</c:v>
                </c:pt>
                <c:pt idx="726">
                  <c:v>41612</c:v>
                </c:pt>
                <c:pt idx="727">
                  <c:v>41613</c:v>
                </c:pt>
                <c:pt idx="728">
                  <c:v>41614</c:v>
                </c:pt>
                <c:pt idx="729">
                  <c:v>41617</c:v>
                </c:pt>
                <c:pt idx="730">
                  <c:v>41618</c:v>
                </c:pt>
                <c:pt idx="731">
                  <c:v>41619</c:v>
                </c:pt>
                <c:pt idx="732">
                  <c:v>41620</c:v>
                </c:pt>
                <c:pt idx="733">
                  <c:v>41621</c:v>
                </c:pt>
                <c:pt idx="734">
                  <c:v>41624</c:v>
                </c:pt>
                <c:pt idx="735">
                  <c:v>41625</c:v>
                </c:pt>
                <c:pt idx="736">
                  <c:v>41626</c:v>
                </c:pt>
                <c:pt idx="737">
                  <c:v>41627</c:v>
                </c:pt>
                <c:pt idx="738">
                  <c:v>41628</c:v>
                </c:pt>
                <c:pt idx="739">
                  <c:v>41631</c:v>
                </c:pt>
                <c:pt idx="740">
                  <c:v>41632</c:v>
                </c:pt>
                <c:pt idx="741">
                  <c:v>41634</c:v>
                </c:pt>
                <c:pt idx="742">
                  <c:v>41635</c:v>
                </c:pt>
                <c:pt idx="743">
                  <c:v>41638</c:v>
                </c:pt>
                <c:pt idx="744">
                  <c:v>41641</c:v>
                </c:pt>
                <c:pt idx="745">
                  <c:v>41642</c:v>
                </c:pt>
                <c:pt idx="746">
                  <c:v>41645</c:v>
                </c:pt>
                <c:pt idx="747">
                  <c:v>41646</c:v>
                </c:pt>
                <c:pt idx="748">
                  <c:v>41647</c:v>
                </c:pt>
                <c:pt idx="749">
                  <c:v>41648</c:v>
                </c:pt>
                <c:pt idx="750">
                  <c:v>41649</c:v>
                </c:pt>
                <c:pt idx="751">
                  <c:v>41652</c:v>
                </c:pt>
                <c:pt idx="752">
                  <c:v>41653</c:v>
                </c:pt>
                <c:pt idx="753">
                  <c:v>41654</c:v>
                </c:pt>
                <c:pt idx="754">
                  <c:v>41655</c:v>
                </c:pt>
                <c:pt idx="755">
                  <c:v>41656</c:v>
                </c:pt>
                <c:pt idx="756">
                  <c:v>41659</c:v>
                </c:pt>
                <c:pt idx="757">
                  <c:v>41660</c:v>
                </c:pt>
                <c:pt idx="758">
                  <c:v>41661</c:v>
                </c:pt>
                <c:pt idx="759">
                  <c:v>41662</c:v>
                </c:pt>
                <c:pt idx="760">
                  <c:v>41663</c:v>
                </c:pt>
                <c:pt idx="761">
                  <c:v>41666</c:v>
                </c:pt>
                <c:pt idx="762">
                  <c:v>41667</c:v>
                </c:pt>
                <c:pt idx="763">
                  <c:v>41668</c:v>
                </c:pt>
                <c:pt idx="764">
                  <c:v>41673</c:v>
                </c:pt>
                <c:pt idx="765">
                  <c:v>41674</c:v>
                </c:pt>
                <c:pt idx="766">
                  <c:v>41675</c:v>
                </c:pt>
                <c:pt idx="767">
                  <c:v>41676</c:v>
                </c:pt>
                <c:pt idx="768">
                  <c:v>41677</c:v>
                </c:pt>
                <c:pt idx="769">
                  <c:v>41680</c:v>
                </c:pt>
                <c:pt idx="770">
                  <c:v>41681</c:v>
                </c:pt>
                <c:pt idx="771">
                  <c:v>41682</c:v>
                </c:pt>
                <c:pt idx="772">
                  <c:v>41683</c:v>
                </c:pt>
                <c:pt idx="773">
                  <c:v>41684</c:v>
                </c:pt>
                <c:pt idx="774">
                  <c:v>41687</c:v>
                </c:pt>
                <c:pt idx="775">
                  <c:v>41688</c:v>
                </c:pt>
                <c:pt idx="776">
                  <c:v>41689</c:v>
                </c:pt>
                <c:pt idx="777">
                  <c:v>41690</c:v>
                </c:pt>
                <c:pt idx="778">
                  <c:v>41691</c:v>
                </c:pt>
                <c:pt idx="779">
                  <c:v>41694</c:v>
                </c:pt>
                <c:pt idx="780">
                  <c:v>41695</c:v>
                </c:pt>
                <c:pt idx="781">
                  <c:v>41696</c:v>
                </c:pt>
                <c:pt idx="782">
                  <c:v>41697</c:v>
                </c:pt>
                <c:pt idx="783">
                  <c:v>41698</c:v>
                </c:pt>
                <c:pt idx="784">
                  <c:v>41701</c:v>
                </c:pt>
                <c:pt idx="785">
                  <c:v>41702</c:v>
                </c:pt>
                <c:pt idx="786">
                  <c:v>41703</c:v>
                </c:pt>
                <c:pt idx="787">
                  <c:v>41704</c:v>
                </c:pt>
                <c:pt idx="788">
                  <c:v>41705</c:v>
                </c:pt>
                <c:pt idx="789">
                  <c:v>41708</c:v>
                </c:pt>
                <c:pt idx="790">
                  <c:v>41709</c:v>
                </c:pt>
                <c:pt idx="791">
                  <c:v>41710</c:v>
                </c:pt>
                <c:pt idx="792">
                  <c:v>41711</c:v>
                </c:pt>
                <c:pt idx="793">
                  <c:v>41712</c:v>
                </c:pt>
                <c:pt idx="794">
                  <c:v>41715</c:v>
                </c:pt>
                <c:pt idx="795">
                  <c:v>41716</c:v>
                </c:pt>
                <c:pt idx="796">
                  <c:v>41717</c:v>
                </c:pt>
                <c:pt idx="797">
                  <c:v>41718</c:v>
                </c:pt>
                <c:pt idx="798">
                  <c:v>41719</c:v>
                </c:pt>
                <c:pt idx="799">
                  <c:v>41722</c:v>
                </c:pt>
                <c:pt idx="800">
                  <c:v>41723</c:v>
                </c:pt>
                <c:pt idx="801">
                  <c:v>41724</c:v>
                </c:pt>
                <c:pt idx="802">
                  <c:v>41725</c:v>
                </c:pt>
                <c:pt idx="803">
                  <c:v>41726</c:v>
                </c:pt>
                <c:pt idx="804">
                  <c:v>41729</c:v>
                </c:pt>
                <c:pt idx="805">
                  <c:v>41730</c:v>
                </c:pt>
                <c:pt idx="806">
                  <c:v>41731</c:v>
                </c:pt>
                <c:pt idx="807">
                  <c:v>41732</c:v>
                </c:pt>
                <c:pt idx="808">
                  <c:v>41733</c:v>
                </c:pt>
                <c:pt idx="809">
                  <c:v>41736</c:v>
                </c:pt>
                <c:pt idx="810">
                  <c:v>41737</c:v>
                </c:pt>
                <c:pt idx="811">
                  <c:v>41738</c:v>
                </c:pt>
                <c:pt idx="812">
                  <c:v>41739</c:v>
                </c:pt>
                <c:pt idx="813">
                  <c:v>41740</c:v>
                </c:pt>
                <c:pt idx="814">
                  <c:v>41743</c:v>
                </c:pt>
                <c:pt idx="815">
                  <c:v>41744</c:v>
                </c:pt>
                <c:pt idx="816">
                  <c:v>41745</c:v>
                </c:pt>
                <c:pt idx="817">
                  <c:v>41746</c:v>
                </c:pt>
                <c:pt idx="818">
                  <c:v>41747</c:v>
                </c:pt>
                <c:pt idx="819">
                  <c:v>41750</c:v>
                </c:pt>
                <c:pt idx="820">
                  <c:v>41751</c:v>
                </c:pt>
                <c:pt idx="821">
                  <c:v>41752</c:v>
                </c:pt>
                <c:pt idx="822">
                  <c:v>41753</c:v>
                </c:pt>
                <c:pt idx="823">
                  <c:v>41754</c:v>
                </c:pt>
                <c:pt idx="824">
                  <c:v>41757</c:v>
                </c:pt>
                <c:pt idx="825">
                  <c:v>41758</c:v>
                </c:pt>
                <c:pt idx="826">
                  <c:v>41759</c:v>
                </c:pt>
                <c:pt idx="827">
                  <c:v>41761</c:v>
                </c:pt>
                <c:pt idx="828">
                  <c:v>41766</c:v>
                </c:pt>
                <c:pt idx="829">
                  <c:v>41767</c:v>
                </c:pt>
                <c:pt idx="830">
                  <c:v>41768</c:v>
                </c:pt>
                <c:pt idx="831">
                  <c:v>41771</c:v>
                </c:pt>
                <c:pt idx="832">
                  <c:v>41772</c:v>
                </c:pt>
                <c:pt idx="833">
                  <c:v>41773</c:v>
                </c:pt>
                <c:pt idx="834">
                  <c:v>41774</c:v>
                </c:pt>
                <c:pt idx="835">
                  <c:v>41775</c:v>
                </c:pt>
                <c:pt idx="836">
                  <c:v>41778</c:v>
                </c:pt>
                <c:pt idx="837">
                  <c:v>41779</c:v>
                </c:pt>
                <c:pt idx="838">
                  <c:v>41780</c:v>
                </c:pt>
                <c:pt idx="839">
                  <c:v>41781</c:v>
                </c:pt>
                <c:pt idx="840">
                  <c:v>41782</c:v>
                </c:pt>
                <c:pt idx="841">
                  <c:v>41785</c:v>
                </c:pt>
                <c:pt idx="842">
                  <c:v>41786</c:v>
                </c:pt>
                <c:pt idx="843">
                  <c:v>41787</c:v>
                </c:pt>
                <c:pt idx="844">
                  <c:v>41788</c:v>
                </c:pt>
                <c:pt idx="845">
                  <c:v>41789</c:v>
                </c:pt>
                <c:pt idx="846">
                  <c:v>41792</c:v>
                </c:pt>
                <c:pt idx="847">
                  <c:v>41793</c:v>
                </c:pt>
                <c:pt idx="848">
                  <c:v>41795</c:v>
                </c:pt>
                <c:pt idx="849">
                  <c:v>41799</c:v>
                </c:pt>
                <c:pt idx="850">
                  <c:v>41800</c:v>
                </c:pt>
                <c:pt idx="851">
                  <c:v>41801</c:v>
                </c:pt>
                <c:pt idx="852">
                  <c:v>41802</c:v>
                </c:pt>
                <c:pt idx="853">
                  <c:v>41803</c:v>
                </c:pt>
                <c:pt idx="854">
                  <c:v>41806</c:v>
                </c:pt>
                <c:pt idx="855">
                  <c:v>41807</c:v>
                </c:pt>
                <c:pt idx="856">
                  <c:v>41808</c:v>
                </c:pt>
                <c:pt idx="857">
                  <c:v>41809</c:v>
                </c:pt>
                <c:pt idx="858">
                  <c:v>41810</c:v>
                </c:pt>
                <c:pt idx="859">
                  <c:v>41813</c:v>
                </c:pt>
                <c:pt idx="860">
                  <c:v>41814</c:v>
                </c:pt>
                <c:pt idx="861">
                  <c:v>41815</c:v>
                </c:pt>
                <c:pt idx="862">
                  <c:v>41816</c:v>
                </c:pt>
                <c:pt idx="863">
                  <c:v>41817</c:v>
                </c:pt>
                <c:pt idx="864">
                  <c:v>41820</c:v>
                </c:pt>
                <c:pt idx="865">
                  <c:v>41821</c:v>
                </c:pt>
                <c:pt idx="866">
                  <c:v>41822</c:v>
                </c:pt>
                <c:pt idx="867">
                  <c:v>41823</c:v>
                </c:pt>
                <c:pt idx="868">
                  <c:v>41824</c:v>
                </c:pt>
                <c:pt idx="869">
                  <c:v>41827</c:v>
                </c:pt>
                <c:pt idx="870">
                  <c:v>41828</c:v>
                </c:pt>
                <c:pt idx="871">
                  <c:v>41829</c:v>
                </c:pt>
                <c:pt idx="872">
                  <c:v>41830</c:v>
                </c:pt>
                <c:pt idx="873">
                  <c:v>41831</c:v>
                </c:pt>
                <c:pt idx="874">
                  <c:v>41834</c:v>
                </c:pt>
                <c:pt idx="875">
                  <c:v>41835</c:v>
                </c:pt>
                <c:pt idx="876">
                  <c:v>41836</c:v>
                </c:pt>
                <c:pt idx="877">
                  <c:v>41837</c:v>
                </c:pt>
                <c:pt idx="878">
                  <c:v>41838</c:v>
                </c:pt>
                <c:pt idx="879">
                  <c:v>41841</c:v>
                </c:pt>
                <c:pt idx="880">
                  <c:v>41842</c:v>
                </c:pt>
                <c:pt idx="881">
                  <c:v>41843</c:v>
                </c:pt>
                <c:pt idx="882">
                  <c:v>41844</c:v>
                </c:pt>
                <c:pt idx="883">
                  <c:v>41845</c:v>
                </c:pt>
                <c:pt idx="884">
                  <c:v>41848</c:v>
                </c:pt>
                <c:pt idx="885">
                  <c:v>41849</c:v>
                </c:pt>
                <c:pt idx="886">
                  <c:v>41850</c:v>
                </c:pt>
                <c:pt idx="887">
                  <c:v>41851</c:v>
                </c:pt>
                <c:pt idx="888">
                  <c:v>41852</c:v>
                </c:pt>
                <c:pt idx="889">
                  <c:v>41855</c:v>
                </c:pt>
                <c:pt idx="890">
                  <c:v>41856</c:v>
                </c:pt>
                <c:pt idx="891">
                  <c:v>41857</c:v>
                </c:pt>
                <c:pt idx="892">
                  <c:v>41858</c:v>
                </c:pt>
                <c:pt idx="893">
                  <c:v>41859</c:v>
                </c:pt>
                <c:pt idx="894">
                  <c:v>41862</c:v>
                </c:pt>
                <c:pt idx="895">
                  <c:v>41863</c:v>
                </c:pt>
                <c:pt idx="896">
                  <c:v>41864</c:v>
                </c:pt>
                <c:pt idx="897">
                  <c:v>41865</c:v>
                </c:pt>
                <c:pt idx="898">
                  <c:v>41869</c:v>
                </c:pt>
                <c:pt idx="899">
                  <c:v>41870</c:v>
                </c:pt>
                <c:pt idx="900">
                  <c:v>41871</c:v>
                </c:pt>
                <c:pt idx="901">
                  <c:v>41872</c:v>
                </c:pt>
                <c:pt idx="902">
                  <c:v>41873</c:v>
                </c:pt>
                <c:pt idx="903">
                  <c:v>41876</c:v>
                </c:pt>
                <c:pt idx="904">
                  <c:v>41877</c:v>
                </c:pt>
                <c:pt idx="905">
                  <c:v>41878</c:v>
                </c:pt>
                <c:pt idx="906">
                  <c:v>41879</c:v>
                </c:pt>
                <c:pt idx="907">
                  <c:v>41880</c:v>
                </c:pt>
                <c:pt idx="908">
                  <c:v>41883</c:v>
                </c:pt>
                <c:pt idx="909">
                  <c:v>41884</c:v>
                </c:pt>
                <c:pt idx="910">
                  <c:v>41885</c:v>
                </c:pt>
                <c:pt idx="911">
                  <c:v>41886</c:v>
                </c:pt>
                <c:pt idx="912">
                  <c:v>41887</c:v>
                </c:pt>
                <c:pt idx="913">
                  <c:v>41893</c:v>
                </c:pt>
                <c:pt idx="914">
                  <c:v>41894</c:v>
                </c:pt>
                <c:pt idx="915">
                  <c:v>41897</c:v>
                </c:pt>
                <c:pt idx="916">
                  <c:v>41898</c:v>
                </c:pt>
                <c:pt idx="917">
                  <c:v>41899</c:v>
                </c:pt>
                <c:pt idx="918">
                  <c:v>41900</c:v>
                </c:pt>
                <c:pt idx="919">
                  <c:v>41901</c:v>
                </c:pt>
                <c:pt idx="920">
                  <c:v>41904</c:v>
                </c:pt>
                <c:pt idx="921">
                  <c:v>41905</c:v>
                </c:pt>
                <c:pt idx="922">
                  <c:v>41906</c:v>
                </c:pt>
                <c:pt idx="923">
                  <c:v>41907</c:v>
                </c:pt>
                <c:pt idx="924">
                  <c:v>41908</c:v>
                </c:pt>
                <c:pt idx="925">
                  <c:v>41911</c:v>
                </c:pt>
                <c:pt idx="926">
                  <c:v>41912</c:v>
                </c:pt>
                <c:pt idx="927">
                  <c:v>41913</c:v>
                </c:pt>
                <c:pt idx="928">
                  <c:v>41914</c:v>
                </c:pt>
                <c:pt idx="929">
                  <c:v>41918</c:v>
                </c:pt>
                <c:pt idx="930">
                  <c:v>41919</c:v>
                </c:pt>
                <c:pt idx="931">
                  <c:v>41920</c:v>
                </c:pt>
                <c:pt idx="932">
                  <c:v>41922</c:v>
                </c:pt>
                <c:pt idx="933">
                  <c:v>41925</c:v>
                </c:pt>
                <c:pt idx="934">
                  <c:v>41926</c:v>
                </c:pt>
                <c:pt idx="935">
                  <c:v>41927</c:v>
                </c:pt>
                <c:pt idx="936">
                  <c:v>41928</c:v>
                </c:pt>
                <c:pt idx="937">
                  <c:v>41929</c:v>
                </c:pt>
                <c:pt idx="938">
                  <c:v>41932</c:v>
                </c:pt>
                <c:pt idx="939">
                  <c:v>41933</c:v>
                </c:pt>
                <c:pt idx="940">
                  <c:v>41934</c:v>
                </c:pt>
                <c:pt idx="941">
                  <c:v>41935</c:v>
                </c:pt>
                <c:pt idx="942">
                  <c:v>41936</c:v>
                </c:pt>
                <c:pt idx="943">
                  <c:v>41939</c:v>
                </c:pt>
                <c:pt idx="944">
                  <c:v>41940</c:v>
                </c:pt>
                <c:pt idx="945">
                  <c:v>41941</c:v>
                </c:pt>
                <c:pt idx="946">
                  <c:v>41942</c:v>
                </c:pt>
                <c:pt idx="947">
                  <c:v>41943</c:v>
                </c:pt>
                <c:pt idx="948">
                  <c:v>41946</c:v>
                </c:pt>
                <c:pt idx="949">
                  <c:v>41947</c:v>
                </c:pt>
                <c:pt idx="950">
                  <c:v>41948</c:v>
                </c:pt>
                <c:pt idx="951">
                  <c:v>41949</c:v>
                </c:pt>
                <c:pt idx="952">
                  <c:v>41950</c:v>
                </c:pt>
                <c:pt idx="953">
                  <c:v>41953</c:v>
                </c:pt>
                <c:pt idx="954">
                  <c:v>41954</c:v>
                </c:pt>
                <c:pt idx="955">
                  <c:v>41955</c:v>
                </c:pt>
                <c:pt idx="956">
                  <c:v>41956</c:v>
                </c:pt>
                <c:pt idx="957">
                  <c:v>41957</c:v>
                </c:pt>
                <c:pt idx="958">
                  <c:v>41960</c:v>
                </c:pt>
                <c:pt idx="959">
                  <c:v>41961</c:v>
                </c:pt>
                <c:pt idx="960">
                  <c:v>41962</c:v>
                </c:pt>
                <c:pt idx="961">
                  <c:v>41963</c:v>
                </c:pt>
                <c:pt idx="962">
                  <c:v>41964</c:v>
                </c:pt>
                <c:pt idx="963">
                  <c:v>41967</c:v>
                </c:pt>
                <c:pt idx="964">
                  <c:v>41968</c:v>
                </c:pt>
                <c:pt idx="965">
                  <c:v>41969</c:v>
                </c:pt>
                <c:pt idx="966">
                  <c:v>41970</c:v>
                </c:pt>
                <c:pt idx="967">
                  <c:v>41971</c:v>
                </c:pt>
                <c:pt idx="968">
                  <c:v>41974</c:v>
                </c:pt>
                <c:pt idx="969">
                  <c:v>41975</c:v>
                </c:pt>
                <c:pt idx="970">
                  <c:v>41976</c:v>
                </c:pt>
                <c:pt idx="971">
                  <c:v>41977</c:v>
                </c:pt>
                <c:pt idx="972">
                  <c:v>41978</c:v>
                </c:pt>
                <c:pt idx="973">
                  <c:v>41981</c:v>
                </c:pt>
                <c:pt idx="974">
                  <c:v>41982</c:v>
                </c:pt>
                <c:pt idx="975">
                  <c:v>41983</c:v>
                </c:pt>
                <c:pt idx="976">
                  <c:v>41984</c:v>
                </c:pt>
                <c:pt idx="977">
                  <c:v>41985</c:v>
                </c:pt>
                <c:pt idx="978">
                  <c:v>41988</c:v>
                </c:pt>
                <c:pt idx="979">
                  <c:v>41989</c:v>
                </c:pt>
                <c:pt idx="980">
                  <c:v>41990</c:v>
                </c:pt>
                <c:pt idx="981">
                  <c:v>41991</c:v>
                </c:pt>
                <c:pt idx="982">
                  <c:v>41992</c:v>
                </c:pt>
                <c:pt idx="983">
                  <c:v>41995</c:v>
                </c:pt>
                <c:pt idx="984">
                  <c:v>41996</c:v>
                </c:pt>
                <c:pt idx="985">
                  <c:v>41997</c:v>
                </c:pt>
                <c:pt idx="986">
                  <c:v>41999</c:v>
                </c:pt>
                <c:pt idx="987">
                  <c:v>42002</c:v>
                </c:pt>
                <c:pt idx="988">
                  <c:v>42003</c:v>
                </c:pt>
                <c:pt idx="989">
                  <c:v>42006</c:v>
                </c:pt>
                <c:pt idx="990">
                  <c:v>42009</c:v>
                </c:pt>
                <c:pt idx="991">
                  <c:v>42010</c:v>
                </c:pt>
                <c:pt idx="992">
                  <c:v>42011</c:v>
                </c:pt>
                <c:pt idx="993">
                  <c:v>42012</c:v>
                </c:pt>
                <c:pt idx="994">
                  <c:v>42013</c:v>
                </c:pt>
                <c:pt idx="995">
                  <c:v>42016</c:v>
                </c:pt>
                <c:pt idx="996">
                  <c:v>42017</c:v>
                </c:pt>
                <c:pt idx="997">
                  <c:v>42018</c:v>
                </c:pt>
                <c:pt idx="998">
                  <c:v>42019</c:v>
                </c:pt>
                <c:pt idx="999">
                  <c:v>42020</c:v>
                </c:pt>
                <c:pt idx="1000">
                  <c:v>42023</c:v>
                </c:pt>
                <c:pt idx="1001">
                  <c:v>42024</c:v>
                </c:pt>
                <c:pt idx="1002">
                  <c:v>42025</c:v>
                </c:pt>
                <c:pt idx="1003">
                  <c:v>42026</c:v>
                </c:pt>
                <c:pt idx="1004">
                  <c:v>42027</c:v>
                </c:pt>
                <c:pt idx="1005">
                  <c:v>42030</c:v>
                </c:pt>
                <c:pt idx="1006">
                  <c:v>42031</c:v>
                </c:pt>
                <c:pt idx="1007">
                  <c:v>42032</c:v>
                </c:pt>
                <c:pt idx="1008">
                  <c:v>42033</c:v>
                </c:pt>
                <c:pt idx="1009">
                  <c:v>42034</c:v>
                </c:pt>
                <c:pt idx="1010">
                  <c:v>42037</c:v>
                </c:pt>
                <c:pt idx="1011">
                  <c:v>42038</c:v>
                </c:pt>
                <c:pt idx="1012">
                  <c:v>42039</c:v>
                </c:pt>
                <c:pt idx="1013">
                  <c:v>42040</c:v>
                </c:pt>
                <c:pt idx="1014">
                  <c:v>42041</c:v>
                </c:pt>
                <c:pt idx="1015">
                  <c:v>42044</c:v>
                </c:pt>
                <c:pt idx="1016">
                  <c:v>42045</c:v>
                </c:pt>
                <c:pt idx="1017">
                  <c:v>42046</c:v>
                </c:pt>
                <c:pt idx="1018">
                  <c:v>42047</c:v>
                </c:pt>
                <c:pt idx="1019">
                  <c:v>42048</c:v>
                </c:pt>
                <c:pt idx="1020">
                  <c:v>42051</c:v>
                </c:pt>
                <c:pt idx="1021">
                  <c:v>42052</c:v>
                </c:pt>
                <c:pt idx="1022">
                  <c:v>42058</c:v>
                </c:pt>
                <c:pt idx="1023">
                  <c:v>42059</c:v>
                </c:pt>
                <c:pt idx="1024">
                  <c:v>42060</c:v>
                </c:pt>
                <c:pt idx="1025">
                  <c:v>42061</c:v>
                </c:pt>
                <c:pt idx="1026">
                  <c:v>42062</c:v>
                </c:pt>
                <c:pt idx="1027">
                  <c:v>42065</c:v>
                </c:pt>
                <c:pt idx="1028">
                  <c:v>42066</c:v>
                </c:pt>
                <c:pt idx="1029">
                  <c:v>42067</c:v>
                </c:pt>
                <c:pt idx="1030">
                  <c:v>42068</c:v>
                </c:pt>
                <c:pt idx="1031">
                  <c:v>42069</c:v>
                </c:pt>
                <c:pt idx="1032">
                  <c:v>42072</c:v>
                </c:pt>
                <c:pt idx="1033">
                  <c:v>42073</c:v>
                </c:pt>
                <c:pt idx="1034">
                  <c:v>42074</c:v>
                </c:pt>
                <c:pt idx="1035">
                  <c:v>42075</c:v>
                </c:pt>
                <c:pt idx="1036">
                  <c:v>42076</c:v>
                </c:pt>
                <c:pt idx="1037">
                  <c:v>42079</c:v>
                </c:pt>
                <c:pt idx="1038">
                  <c:v>42080</c:v>
                </c:pt>
                <c:pt idx="1039">
                  <c:v>42081</c:v>
                </c:pt>
                <c:pt idx="1040">
                  <c:v>42082</c:v>
                </c:pt>
                <c:pt idx="1041">
                  <c:v>42083</c:v>
                </c:pt>
                <c:pt idx="1042">
                  <c:v>42086</c:v>
                </c:pt>
                <c:pt idx="1043">
                  <c:v>42087</c:v>
                </c:pt>
                <c:pt idx="1044">
                  <c:v>42088</c:v>
                </c:pt>
                <c:pt idx="1045">
                  <c:v>42089</c:v>
                </c:pt>
                <c:pt idx="1046">
                  <c:v>42090</c:v>
                </c:pt>
                <c:pt idx="1047">
                  <c:v>42093</c:v>
                </c:pt>
                <c:pt idx="1048">
                  <c:v>42094</c:v>
                </c:pt>
                <c:pt idx="1049">
                  <c:v>42095</c:v>
                </c:pt>
                <c:pt idx="1050">
                  <c:v>42096</c:v>
                </c:pt>
                <c:pt idx="1051">
                  <c:v>42097</c:v>
                </c:pt>
                <c:pt idx="1052">
                  <c:v>42100</c:v>
                </c:pt>
                <c:pt idx="1053">
                  <c:v>42101</c:v>
                </c:pt>
                <c:pt idx="1054">
                  <c:v>42102</c:v>
                </c:pt>
                <c:pt idx="1055">
                  <c:v>42103</c:v>
                </c:pt>
                <c:pt idx="1056">
                  <c:v>42104</c:v>
                </c:pt>
                <c:pt idx="1057">
                  <c:v>42107</c:v>
                </c:pt>
                <c:pt idx="1058">
                  <c:v>42108</c:v>
                </c:pt>
                <c:pt idx="1059">
                  <c:v>42109</c:v>
                </c:pt>
                <c:pt idx="1060">
                  <c:v>42110</c:v>
                </c:pt>
                <c:pt idx="1061">
                  <c:v>42111</c:v>
                </c:pt>
                <c:pt idx="1062">
                  <c:v>42114</c:v>
                </c:pt>
                <c:pt idx="1063">
                  <c:v>42115</c:v>
                </c:pt>
                <c:pt idx="1064">
                  <c:v>42116</c:v>
                </c:pt>
                <c:pt idx="1065">
                  <c:v>42117</c:v>
                </c:pt>
                <c:pt idx="1066">
                  <c:v>42118</c:v>
                </c:pt>
                <c:pt idx="1067">
                  <c:v>42121</c:v>
                </c:pt>
                <c:pt idx="1068">
                  <c:v>42122</c:v>
                </c:pt>
                <c:pt idx="1069">
                  <c:v>42123</c:v>
                </c:pt>
                <c:pt idx="1070">
                  <c:v>42124</c:v>
                </c:pt>
                <c:pt idx="1071">
                  <c:v>42128</c:v>
                </c:pt>
                <c:pt idx="1072">
                  <c:v>42130</c:v>
                </c:pt>
                <c:pt idx="1073">
                  <c:v>42131</c:v>
                </c:pt>
                <c:pt idx="1074">
                  <c:v>42132</c:v>
                </c:pt>
                <c:pt idx="1075">
                  <c:v>42135</c:v>
                </c:pt>
                <c:pt idx="1076">
                  <c:v>42136</c:v>
                </c:pt>
                <c:pt idx="1077">
                  <c:v>42137</c:v>
                </c:pt>
                <c:pt idx="1078">
                  <c:v>42138</c:v>
                </c:pt>
                <c:pt idx="1079">
                  <c:v>42139</c:v>
                </c:pt>
                <c:pt idx="1080">
                  <c:v>42142</c:v>
                </c:pt>
                <c:pt idx="1081">
                  <c:v>42143</c:v>
                </c:pt>
                <c:pt idx="1082">
                  <c:v>42144</c:v>
                </c:pt>
                <c:pt idx="1083">
                  <c:v>42145</c:v>
                </c:pt>
                <c:pt idx="1084">
                  <c:v>42146</c:v>
                </c:pt>
                <c:pt idx="1085">
                  <c:v>42150</c:v>
                </c:pt>
                <c:pt idx="1086">
                  <c:v>42151</c:v>
                </c:pt>
                <c:pt idx="1087">
                  <c:v>42152</c:v>
                </c:pt>
                <c:pt idx="1088">
                  <c:v>42153</c:v>
                </c:pt>
                <c:pt idx="1089">
                  <c:v>42156</c:v>
                </c:pt>
                <c:pt idx="1090">
                  <c:v>42157</c:v>
                </c:pt>
                <c:pt idx="1091">
                  <c:v>42158</c:v>
                </c:pt>
                <c:pt idx="1092">
                  <c:v>42159</c:v>
                </c:pt>
                <c:pt idx="1093">
                  <c:v>42160</c:v>
                </c:pt>
                <c:pt idx="1094">
                  <c:v>42163</c:v>
                </c:pt>
                <c:pt idx="1095">
                  <c:v>42164</c:v>
                </c:pt>
                <c:pt idx="1096">
                  <c:v>42165</c:v>
                </c:pt>
                <c:pt idx="1097">
                  <c:v>42166</c:v>
                </c:pt>
                <c:pt idx="1098">
                  <c:v>42167</c:v>
                </c:pt>
                <c:pt idx="1099">
                  <c:v>42170</c:v>
                </c:pt>
                <c:pt idx="1100">
                  <c:v>42171</c:v>
                </c:pt>
                <c:pt idx="1101">
                  <c:v>42172</c:v>
                </c:pt>
                <c:pt idx="1102">
                  <c:v>42173</c:v>
                </c:pt>
                <c:pt idx="1103">
                  <c:v>42174</c:v>
                </c:pt>
                <c:pt idx="1104">
                  <c:v>42177</c:v>
                </c:pt>
                <c:pt idx="1105">
                  <c:v>42178</c:v>
                </c:pt>
                <c:pt idx="1106">
                  <c:v>42179</c:v>
                </c:pt>
                <c:pt idx="1107">
                  <c:v>42180</c:v>
                </c:pt>
                <c:pt idx="1108">
                  <c:v>42181</c:v>
                </c:pt>
                <c:pt idx="1109">
                  <c:v>42184</c:v>
                </c:pt>
                <c:pt idx="1110">
                  <c:v>42185</c:v>
                </c:pt>
                <c:pt idx="1111">
                  <c:v>42186</c:v>
                </c:pt>
                <c:pt idx="1112">
                  <c:v>42187</c:v>
                </c:pt>
                <c:pt idx="1113">
                  <c:v>42188</c:v>
                </c:pt>
                <c:pt idx="1114">
                  <c:v>42191</c:v>
                </c:pt>
                <c:pt idx="1115">
                  <c:v>42192</c:v>
                </c:pt>
                <c:pt idx="1116">
                  <c:v>42193</c:v>
                </c:pt>
                <c:pt idx="1117">
                  <c:v>42194</c:v>
                </c:pt>
                <c:pt idx="1118">
                  <c:v>42195</c:v>
                </c:pt>
                <c:pt idx="1119">
                  <c:v>42198</c:v>
                </c:pt>
                <c:pt idx="1120">
                  <c:v>42199</c:v>
                </c:pt>
                <c:pt idx="1121">
                  <c:v>42200</c:v>
                </c:pt>
                <c:pt idx="1122">
                  <c:v>42201</c:v>
                </c:pt>
                <c:pt idx="1123">
                  <c:v>42202</c:v>
                </c:pt>
                <c:pt idx="1124">
                  <c:v>42205</c:v>
                </c:pt>
                <c:pt idx="1125">
                  <c:v>42206</c:v>
                </c:pt>
                <c:pt idx="1126">
                  <c:v>42207</c:v>
                </c:pt>
                <c:pt idx="1127">
                  <c:v>42208</c:v>
                </c:pt>
                <c:pt idx="1128">
                  <c:v>42209</c:v>
                </c:pt>
                <c:pt idx="1129">
                  <c:v>42212</c:v>
                </c:pt>
                <c:pt idx="1130">
                  <c:v>42213</c:v>
                </c:pt>
                <c:pt idx="1131">
                  <c:v>42214</c:v>
                </c:pt>
                <c:pt idx="1132">
                  <c:v>42215</c:v>
                </c:pt>
                <c:pt idx="1133">
                  <c:v>42216</c:v>
                </c:pt>
                <c:pt idx="1134">
                  <c:v>42219</c:v>
                </c:pt>
                <c:pt idx="1135">
                  <c:v>42220</c:v>
                </c:pt>
                <c:pt idx="1136">
                  <c:v>42221</c:v>
                </c:pt>
                <c:pt idx="1137">
                  <c:v>42222</c:v>
                </c:pt>
                <c:pt idx="1138">
                  <c:v>42223</c:v>
                </c:pt>
                <c:pt idx="1139">
                  <c:v>42226</c:v>
                </c:pt>
                <c:pt idx="1140">
                  <c:v>42227</c:v>
                </c:pt>
                <c:pt idx="1141">
                  <c:v>42228</c:v>
                </c:pt>
                <c:pt idx="1142">
                  <c:v>42229</c:v>
                </c:pt>
                <c:pt idx="1143">
                  <c:v>42233</c:v>
                </c:pt>
                <c:pt idx="1144">
                  <c:v>42234</c:v>
                </c:pt>
                <c:pt idx="1145">
                  <c:v>42235</c:v>
                </c:pt>
                <c:pt idx="1146">
                  <c:v>42236</c:v>
                </c:pt>
                <c:pt idx="1147">
                  <c:v>42237</c:v>
                </c:pt>
                <c:pt idx="1148">
                  <c:v>42240</c:v>
                </c:pt>
                <c:pt idx="1149">
                  <c:v>42241</c:v>
                </c:pt>
                <c:pt idx="1150">
                  <c:v>42242</c:v>
                </c:pt>
                <c:pt idx="1151">
                  <c:v>42243</c:v>
                </c:pt>
                <c:pt idx="1152">
                  <c:v>42244</c:v>
                </c:pt>
                <c:pt idx="1153">
                  <c:v>42247</c:v>
                </c:pt>
                <c:pt idx="1154">
                  <c:v>42248</c:v>
                </c:pt>
                <c:pt idx="1155">
                  <c:v>42249</c:v>
                </c:pt>
                <c:pt idx="1156">
                  <c:v>42250</c:v>
                </c:pt>
                <c:pt idx="1157">
                  <c:v>42251</c:v>
                </c:pt>
                <c:pt idx="1158">
                  <c:v>42254</c:v>
                </c:pt>
                <c:pt idx="1159">
                  <c:v>42255</c:v>
                </c:pt>
                <c:pt idx="1160">
                  <c:v>42256</c:v>
                </c:pt>
                <c:pt idx="1161">
                  <c:v>42257</c:v>
                </c:pt>
                <c:pt idx="1162">
                  <c:v>42258</c:v>
                </c:pt>
                <c:pt idx="1163">
                  <c:v>42261</c:v>
                </c:pt>
                <c:pt idx="1164">
                  <c:v>42262</c:v>
                </c:pt>
                <c:pt idx="1165">
                  <c:v>42263</c:v>
                </c:pt>
                <c:pt idx="1166">
                  <c:v>42264</c:v>
                </c:pt>
                <c:pt idx="1167">
                  <c:v>42265</c:v>
                </c:pt>
                <c:pt idx="1168">
                  <c:v>42268</c:v>
                </c:pt>
                <c:pt idx="1169">
                  <c:v>42269</c:v>
                </c:pt>
                <c:pt idx="1170">
                  <c:v>42270</c:v>
                </c:pt>
                <c:pt idx="1171">
                  <c:v>42271</c:v>
                </c:pt>
                <c:pt idx="1172">
                  <c:v>42272</c:v>
                </c:pt>
                <c:pt idx="1173">
                  <c:v>42277</c:v>
                </c:pt>
                <c:pt idx="1174">
                  <c:v>42278</c:v>
                </c:pt>
                <c:pt idx="1175">
                  <c:v>42279</c:v>
                </c:pt>
                <c:pt idx="1176">
                  <c:v>42282</c:v>
                </c:pt>
                <c:pt idx="1177">
                  <c:v>42283</c:v>
                </c:pt>
                <c:pt idx="1178">
                  <c:v>42284</c:v>
                </c:pt>
                <c:pt idx="1179">
                  <c:v>42285</c:v>
                </c:pt>
                <c:pt idx="1180">
                  <c:v>42289</c:v>
                </c:pt>
                <c:pt idx="1181">
                  <c:v>42290</c:v>
                </c:pt>
                <c:pt idx="1182">
                  <c:v>42291</c:v>
                </c:pt>
                <c:pt idx="1183">
                  <c:v>42292</c:v>
                </c:pt>
                <c:pt idx="1184">
                  <c:v>42293</c:v>
                </c:pt>
                <c:pt idx="1185">
                  <c:v>42296</c:v>
                </c:pt>
                <c:pt idx="1186">
                  <c:v>42297</c:v>
                </c:pt>
                <c:pt idx="1187">
                  <c:v>42298</c:v>
                </c:pt>
                <c:pt idx="1188">
                  <c:v>42299</c:v>
                </c:pt>
                <c:pt idx="1189">
                  <c:v>42300</c:v>
                </c:pt>
                <c:pt idx="1190">
                  <c:v>42303</c:v>
                </c:pt>
                <c:pt idx="1191">
                  <c:v>42304</c:v>
                </c:pt>
                <c:pt idx="1192">
                  <c:v>42305</c:v>
                </c:pt>
                <c:pt idx="1193">
                  <c:v>42306</c:v>
                </c:pt>
                <c:pt idx="1194">
                  <c:v>42307</c:v>
                </c:pt>
                <c:pt idx="1195">
                  <c:v>42310</c:v>
                </c:pt>
                <c:pt idx="1196">
                  <c:v>42311</c:v>
                </c:pt>
                <c:pt idx="1197">
                  <c:v>42312</c:v>
                </c:pt>
                <c:pt idx="1198">
                  <c:v>42313</c:v>
                </c:pt>
                <c:pt idx="1199">
                  <c:v>42314</c:v>
                </c:pt>
                <c:pt idx="1200">
                  <c:v>42317</c:v>
                </c:pt>
                <c:pt idx="1201">
                  <c:v>42318</c:v>
                </c:pt>
                <c:pt idx="1202">
                  <c:v>42319</c:v>
                </c:pt>
                <c:pt idx="1203">
                  <c:v>42320</c:v>
                </c:pt>
                <c:pt idx="1204">
                  <c:v>42321</c:v>
                </c:pt>
                <c:pt idx="1205">
                  <c:v>42324</c:v>
                </c:pt>
                <c:pt idx="1206">
                  <c:v>42325</c:v>
                </c:pt>
                <c:pt idx="1207">
                  <c:v>42326</c:v>
                </c:pt>
                <c:pt idx="1208">
                  <c:v>42327</c:v>
                </c:pt>
                <c:pt idx="1209">
                  <c:v>42328</c:v>
                </c:pt>
                <c:pt idx="1210">
                  <c:v>42331</c:v>
                </c:pt>
                <c:pt idx="1211">
                  <c:v>42332</c:v>
                </c:pt>
                <c:pt idx="1212">
                  <c:v>42333</c:v>
                </c:pt>
                <c:pt idx="1213">
                  <c:v>42334</c:v>
                </c:pt>
                <c:pt idx="1214">
                  <c:v>42335</c:v>
                </c:pt>
                <c:pt idx="1215">
                  <c:v>42338</c:v>
                </c:pt>
                <c:pt idx="1216">
                  <c:v>42339</c:v>
                </c:pt>
                <c:pt idx="1217">
                  <c:v>42340</c:v>
                </c:pt>
                <c:pt idx="1218">
                  <c:v>42341</c:v>
                </c:pt>
                <c:pt idx="1219">
                  <c:v>42342</c:v>
                </c:pt>
                <c:pt idx="1220">
                  <c:v>42345</c:v>
                </c:pt>
                <c:pt idx="1221">
                  <c:v>42346</c:v>
                </c:pt>
                <c:pt idx="1222">
                  <c:v>42347</c:v>
                </c:pt>
                <c:pt idx="1223">
                  <c:v>42348</c:v>
                </c:pt>
                <c:pt idx="1224">
                  <c:v>42349</c:v>
                </c:pt>
                <c:pt idx="1225">
                  <c:v>42352</c:v>
                </c:pt>
                <c:pt idx="1226">
                  <c:v>42353</c:v>
                </c:pt>
                <c:pt idx="1227">
                  <c:v>42354</c:v>
                </c:pt>
                <c:pt idx="1228">
                  <c:v>42355</c:v>
                </c:pt>
                <c:pt idx="1229">
                  <c:v>42356</c:v>
                </c:pt>
                <c:pt idx="1230">
                  <c:v>42359</c:v>
                </c:pt>
                <c:pt idx="1231">
                  <c:v>42360</c:v>
                </c:pt>
                <c:pt idx="1232">
                  <c:v>42361</c:v>
                </c:pt>
                <c:pt idx="1233">
                  <c:v>42362</c:v>
                </c:pt>
                <c:pt idx="1234">
                  <c:v>42366</c:v>
                </c:pt>
                <c:pt idx="1235">
                  <c:v>42367</c:v>
                </c:pt>
                <c:pt idx="1236">
                  <c:v>42368</c:v>
                </c:pt>
                <c:pt idx="1237">
                  <c:v>42373</c:v>
                </c:pt>
                <c:pt idx="1238">
                  <c:v>42374</c:v>
                </c:pt>
                <c:pt idx="1239">
                  <c:v>42375</c:v>
                </c:pt>
                <c:pt idx="1240">
                  <c:v>42376</c:v>
                </c:pt>
                <c:pt idx="1241">
                  <c:v>42377</c:v>
                </c:pt>
                <c:pt idx="1242">
                  <c:v>42380</c:v>
                </c:pt>
                <c:pt idx="1243">
                  <c:v>42381</c:v>
                </c:pt>
                <c:pt idx="1244">
                  <c:v>42382</c:v>
                </c:pt>
                <c:pt idx="1245">
                  <c:v>42383</c:v>
                </c:pt>
                <c:pt idx="1246">
                  <c:v>42384</c:v>
                </c:pt>
                <c:pt idx="1247">
                  <c:v>42387</c:v>
                </c:pt>
                <c:pt idx="1248">
                  <c:v>42388</c:v>
                </c:pt>
                <c:pt idx="1249">
                  <c:v>42389</c:v>
                </c:pt>
                <c:pt idx="1250">
                  <c:v>42390</c:v>
                </c:pt>
                <c:pt idx="1251">
                  <c:v>42391</c:v>
                </c:pt>
                <c:pt idx="1252">
                  <c:v>42394</c:v>
                </c:pt>
                <c:pt idx="1253">
                  <c:v>42395</c:v>
                </c:pt>
                <c:pt idx="1254">
                  <c:v>42396</c:v>
                </c:pt>
                <c:pt idx="1255">
                  <c:v>42397</c:v>
                </c:pt>
                <c:pt idx="1256">
                  <c:v>42398</c:v>
                </c:pt>
                <c:pt idx="1257">
                  <c:v>42401</c:v>
                </c:pt>
                <c:pt idx="1258">
                  <c:v>42402</c:v>
                </c:pt>
                <c:pt idx="1259">
                  <c:v>42403</c:v>
                </c:pt>
                <c:pt idx="1260">
                  <c:v>42404</c:v>
                </c:pt>
                <c:pt idx="1261">
                  <c:v>42405</c:v>
                </c:pt>
                <c:pt idx="1262">
                  <c:v>42411</c:v>
                </c:pt>
                <c:pt idx="1263">
                  <c:v>42412</c:v>
                </c:pt>
                <c:pt idx="1264">
                  <c:v>42415</c:v>
                </c:pt>
                <c:pt idx="1265">
                  <c:v>42416</c:v>
                </c:pt>
                <c:pt idx="1266">
                  <c:v>42417</c:v>
                </c:pt>
                <c:pt idx="1267">
                  <c:v>42418</c:v>
                </c:pt>
                <c:pt idx="1268">
                  <c:v>42419</c:v>
                </c:pt>
                <c:pt idx="1269">
                  <c:v>42422</c:v>
                </c:pt>
                <c:pt idx="1270">
                  <c:v>42423</c:v>
                </c:pt>
                <c:pt idx="1271">
                  <c:v>42424</c:v>
                </c:pt>
                <c:pt idx="1272">
                  <c:v>42425</c:v>
                </c:pt>
                <c:pt idx="1273">
                  <c:v>42426</c:v>
                </c:pt>
                <c:pt idx="1274">
                  <c:v>42429</c:v>
                </c:pt>
                <c:pt idx="1275">
                  <c:v>42431</c:v>
                </c:pt>
                <c:pt idx="1276">
                  <c:v>42432</c:v>
                </c:pt>
                <c:pt idx="1277">
                  <c:v>42433</c:v>
                </c:pt>
                <c:pt idx="1278">
                  <c:v>42436</c:v>
                </c:pt>
                <c:pt idx="1279">
                  <c:v>42437</c:v>
                </c:pt>
                <c:pt idx="1280">
                  <c:v>42438</c:v>
                </c:pt>
                <c:pt idx="1281">
                  <c:v>42439</c:v>
                </c:pt>
                <c:pt idx="1282">
                  <c:v>42440</c:v>
                </c:pt>
                <c:pt idx="1283">
                  <c:v>42443</c:v>
                </c:pt>
                <c:pt idx="1284">
                  <c:v>42444</c:v>
                </c:pt>
                <c:pt idx="1285">
                  <c:v>42445</c:v>
                </c:pt>
                <c:pt idx="1286">
                  <c:v>42446</c:v>
                </c:pt>
                <c:pt idx="1287">
                  <c:v>42447</c:v>
                </c:pt>
                <c:pt idx="1288">
                  <c:v>42450</c:v>
                </c:pt>
                <c:pt idx="1289">
                  <c:v>42451</c:v>
                </c:pt>
                <c:pt idx="1290">
                  <c:v>42452</c:v>
                </c:pt>
                <c:pt idx="1291">
                  <c:v>42453</c:v>
                </c:pt>
                <c:pt idx="1292">
                  <c:v>42454</c:v>
                </c:pt>
                <c:pt idx="1293">
                  <c:v>42457</c:v>
                </c:pt>
                <c:pt idx="1294">
                  <c:v>42458</c:v>
                </c:pt>
                <c:pt idx="1295">
                  <c:v>42459</c:v>
                </c:pt>
                <c:pt idx="1296">
                  <c:v>42460</c:v>
                </c:pt>
                <c:pt idx="1297">
                  <c:v>42461</c:v>
                </c:pt>
                <c:pt idx="1298">
                  <c:v>42464</c:v>
                </c:pt>
                <c:pt idx="1299">
                  <c:v>42465</c:v>
                </c:pt>
                <c:pt idx="1300">
                  <c:v>42466</c:v>
                </c:pt>
                <c:pt idx="1301">
                  <c:v>42467</c:v>
                </c:pt>
                <c:pt idx="1302">
                  <c:v>42468</c:v>
                </c:pt>
                <c:pt idx="1303">
                  <c:v>42471</c:v>
                </c:pt>
                <c:pt idx="1304">
                  <c:v>42472</c:v>
                </c:pt>
                <c:pt idx="1305">
                  <c:v>42474</c:v>
                </c:pt>
                <c:pt idx="1306">
                  <c:v>42475</c:v>
                </c:pt>
                <c:pt idx="1307">
                  <c:v>42478</c:v>
                </c:pt>
                <c:pt idx="1308">
                  <c:v>42479</c:v>
                </c:pt>
                <c:pt idx="1309">
                  <c:v>42480</c:v>
                </c:pt>
                <c:pt idx="1310">
                  <c:v>42481</c:v>
                </c:pt>
                <c:pt idx="1311">
                  <c:v>42482</c:v>
                </c:pt>
                <c:pt idx="1312">
                  <c:v>42485</c:v>
                </c:pt>
                <c:pt idx="1313">
                  <c:v>42486</c:v>
                </c:pt>
                <c:pt idx="1314">
                  <c:v>42487</c:v>
                </c:pt>
                <c:pt idx="1315">
                  <c:v>42488</c:v>
                </c:pt>
                <c:pt idx="1316">
                  <c:v>42489</c:v>
                </c:pt>
                <c:pt idx="1317">
                  <c:v>42492</c:v>
                </c:pt>
                <c:pt idx="1318">
                  <c:v>42493</c:v>
                </c:pt>
                <c:pt idx="1319">
                  <c:v>42494</c:v>
                </c:pt>
                <c:pt idx="1320">
                  <c:v>42499</c:v>
                </c:pt>
                <c:pt idx="1321">
                  <c:v>42500</c:v>
                </c:pt>
                <c:pt idx="1322">
                  <c:v>42501</c:v>
                </c:pt>
                <c:pt idx="1323">
                  <c:v>42502</c:v>
                </c:pt>
                <c:pt idx="1324">
                  <c:v>42503</c:v>
                </c:pt>
                <c:pt idx="1325">
                  <c:v>42506</c:v>
                </c:pt>
                <c:pt idx="1326">
                  <c:v>42507</c:v>
                </c:pt>
                <c:pt idx="1327">
                  <c:v>42508</c:v>
                </c:pt>
                <c:pt idx="1328">
                  <c:v>42509</c:v>
                </c:pt>
                <c:pt idx="1329">
                  <c:v>42510</c:v>
                </c:pt>
                <c:pt idx="1330">
                  <c:v>42513</c:v>
                </c:pt>
                <c:pt idx="1331">
                  <c:v>42514</c:v>
                </c:pt>
                <c:pt idx="1332">
                  <c:v>42515</c:v>
                </c:pt>
                <c:pt idx="1333">
                  <c:v>42516</c:v>
                </c:pt>
                <c:pt idx="1334">
                  <c:v>42517</c:v>
                </c:pt>
                <c:pt idx="1335">
                  <c:v>42520</c:v>
                </c:pt>
                <c:pt idx="1336">
                  <c:v>42521</c:v>
                </c:pt>
                <c:pt idx="1337">
                  <c:v>42522</c:v>
                </c:pt>
                <c:pt idx="1338">
                  <c:v>42523</c:v>
                </c:pt>
                <c:pt idx="1339">
                  <c:v>42524</c:v>
                </c:pt>
                <c:pt idx="1340">
                  <c:v>42528</c:v>
                </c:pt>
                <c:pt idx="1341">
                  <c:v>42529</c:v>
                </c:pt>
                <c:pt idx="1342">
                  <c:v>42530</c:v>
                </c:pt>
                <c:pt idx="1343">
                  <c:v>42531</c:v>
                </c:pt>
                <c:pt idx="1344">
                  <c:v>42534</c:v>
                </c:pt>
                <c:pt idx="1345">
                  <c:v>42535</c:v>
                </c:pt>
                <c:pt idx="1346">
                  <c:v>42536</c:v>
                </c:pt>
                <c:pt idx="1347">
                  <c:v>42537</c:v>
                </c:pt>
                <c:pt idx="1348">
                  <c:v>42538</c:v>
                </c:pt>
                <c:pt idx="1349">
                  <c:v>42541</c:v>
                </c:pt>
                <c:pt idx="1350">
                  <c:v>42542</c:v>
                </c:pt>
                <c:pt idx="1351">
                  <c:v>42543</c:v>
                </c:pt>
                <c:pt idx="1352">
                  <c:v>42544</c:v>
                </c:pt>
                <c:pt idx="1353">
                  <c:v>42545</c:v>
                </c:pt>
                <c:pt idx="1354">
                  <c:v>42548</c:v>
                </c:pt>
                <c:pt idx="1355">
                  <c:v>42549</c:v>
                </c:pt>
                <c:pt idx="1356">
                  <c:v>42550</c:v>
                </c:pt>
                <c:pt idx="1357">
                  <c:v>42551</c:v>
                </c:pt>
                <c:pt idx="1358">
                  <c:v>42552</c:v>
                </c:pt>
                <c:pt idx="1359">
                  <c:v>42555</c:v>
                </c:pt>
                <c:pt idx="1360">
                  <c:v>42556</c:v>
                </c:pt>
                <c:pt idx="1361">
                  <c:v>42557</c:v>
                </c:pt>
                <c:pt idx="1362">
                  <c:v>42558</c:v>
                </c:pt>
                <c:pt idx="1363">
                  <c:v>42559</c:v>
                </c:pt>
                <c:pt idx="1364">
                  <c:v>42562</c:v>
                </c:pt>
                <c:pt idx="1365">
                  <c:v>42563</c:v>
                </c:pt>
                <c:pt idx="1366">
                  <c:v>42564</c:v>
                </c:pt>
                <c:pt idx="1367">
                  <c:v>42565</c:v>
                </c:pt>
                <c:pt idx="1368">
                  <c:v>42566</c:v>
                </c:pt>
                <c:pt idx="1369">
                  <c:v>42569</c:v>
                </c:pt>
                <c:pt idx="1370">
                  <c:v>42570</c:v>
                </c:pt>
                <c:pt idx="1371">
                  <c:v>42571</c:v>
                </c:pt>
                <c:pt idx="1372">
                  <c:v>42572</c:v>
                </c:pt>
                <c:pt idx="1373">
                  <c:v>42573</c:v>
                </c:pt>
                <c:pt idx="1374">
                  <c:v>42576</c:v>
                </c:pt>
                <c:pt idx="1375">
                  <c:v>42577</c:v>
                </c:pt>
                <c:pt idx="1376">
                  <c:v>42578</c:v>
                </c:pt>
                <c:pt idx="1377">
                  <c:v>42579</c:v>
                </c:pt>
                <c:pt idx="1378">
                  <c:v>42580</c:v>
                </c:pt>
                <c:pt idx="1379">
                  <c:v>42583</c:v>
                </c:pt>
                <c:pt idx="1380">
                  <c:v>42584</c:v>
                </c:pt>
                <c:pt idx="1381">
                  <c:v>42585</c:v>
                </c:pt>
                <c:pt idx="1382">
                  <c:v>42586</c:v>
                </c:pt>
                <c:pt idx="1383">
                  <c:v>42587</c:v>
                </c:pt>
                <c:pt idx="1384">
                  <c:v>42590</c:v>
                </c:pt>
                <c:pt idx="1385">
                  <c:v>42591</c:v>
                </c:pt>
                <c:pt idx="1386">
                  <c:v>42592</c:v>
                </c:pt>
                <c:pt idx="1387">
                  <c:v>42593</c:v>
                </c:pt>
                <c:pt idx="1388">
                  <c:v>42594</c:v>
                </c:pt>
                <c:pt idx="1389">
                  <c:v>42598</c:v>
                </c:pt>
                <c:pt idx="1390">
                  <c:v>42599</c:v>
                </c:pt>
                <c:pt idx="1391">
                  <c:v>42600</c:v>
                </c:pt>
                <c:pt idx="1392">
                  <c:v>42601</c:v>
                </c:pt>
                <c:pt idx="1393">
                  <c:v>42604</c:v>
                </c:pt>
                <c:pt idx="1394">
                  <c:v>42605</c:v>
                </c:pt>
                <c:pt idx="1395">
                  <c:v>42606</c:v>
                </c:pt>
                <c:pt idx="1396">
                  <c:v>42607</c:v>
                </c:pt>
                <c:pt idx="1397">
                  <c:v>42608</c:v>
                </c:pt>
                <c:pt idx="1398">
                  <c:v>42611</c:v>
                </c:pt>
                <c:pt idx="1399">
                  <c:v>42612</c:v>
                </c:pt>
                <c:pt idx="1400">
                  <c:v>42613</c:v>
                </c:pt>
                <c:pt idx="1401">
                  <c:v>42614</c:v>
                </c:pt>
                <c:pt idx="1402">
                  <c:v>42615</c:v>
                </c:pt>
                <c:pt idx="1403">
                  <c:v>42618</c:v>
                </c:pt>
                <c:pt idx="1404">
                  <c:v>42619</c:v>
                </c:pt>
                <c:pt idx="1405">
                  <c:v>42620</c:v>
                </c:pt>
                <c:pt idx="1406">
                  <c:v>42621</c:v>
                </c:pt>
                <c:pt idx="1407">
                  <c:v>42622</c:v>
                </c:pt>
                <c:pt idx="1408">
                  <c:v>42625</c:v>
                </c:pt>
                <c:pt idx="1409">
                  <c:v>42626</c:v>
                </c:pt>
                <c:pt idx="1410">
                  <c:v>42632</c:v>
                </c:pt>
                <c:pt idx="1411">
                  <c:v>42633</c:v>
                </c:pt>
                <c:pt idx="1412">
                  <c:v>42634</c:v>
                </c:pt>
                <c:pt idx="1413">
                  <c:v>42635</c:v>
                </c:pt>
                <c:pt idx="1414">
                  <c:v>42636</c:v>
                </c:pt>
                <c:pt idx="1415">
                  <c:v>42639</c:v>
                </c:pt>
                <c:pt idx="1416">
                  <c:v>42640</c:v>
                </c:pt>
                <c:pt idx="1417">
                  <c:v>42641</c:v>
                </c:pt>
                <c:pt idx="1418">
                  <c:v>42642</c:v>
                </c:pt>
                <c:pt idx="1419">
                  <c:v>42643</c:v>
                </c:pt>
                <c:pt idx="1420">
                  <c:v>42647</c:v>
                </c:pt>
                <c:pt idx="1421">
                  <c:v>42648</c:v>
                </c:pt>
                <c:pt idx="1422">
                  <c:v>42649</c:v>
                </c:pt>
                <c:pt idx="1423">
                  <c:v>42650</c:v>
                </c:pt>
                <c:pt idx="1424">
                  <c:v>42653</c:v>
                </c:pt>
                <c:pt idx="1425">
                  <c:v>42654</c:v>
                </c:pt>
                <c:pt idx="1426">
                  <c:v>42655</c:v>
                </c:pt>
                <c:pt idx="1427">
                  <c:v>42656</c:v>
                </c:pt>
                <c:pt idx="1428">
                  <c:v>42657</c:v>
                </c:pt>
                <c:pt idx="1429">
                  <c:v>42660</c:v>
                </c:pt>
                <c:pt idx="1430">
                  <c:v>42661</c:v>
                </c:pt>
                <c:pt idx="1431">
                  <c:v>42662</c:v>
                </c:pt>
                <c:pt idx="1432">
                  <c:v>42663</c:v>
                </c:pt>
                <c:pt idx="1433">
                  <c:v>42664</c:v>
                </c:pt>
                <c:pt idx="1434">
                  <c:v>42667</c:v>
                </c:pt>
                <c:pt idx="1435">
                  <c:v>42668</c:v>
                </c:pt>
                <c:pt idx="1436">
                  <c:v>42669</c:v>
                </c:pt>
                <c:pt idx="1437">
                  <c:v>42670</c:v>
                </c:pt>
                <c:pt idx="1438">
                  <c:v>42671</c:v>
                </c:pt>
                <c:pt idx="1439">
                  <c:v>42674</c:v>
                </c:pt>
                <c:pt idx="1440">
                  <c:v>42675</c:v>
                </c:pt>
                <c:pt idx="1441">
                  <c:v>42676</c:v>
                </c:pt>
                <c:pt idx="1442">
                  <c:v>42677</c:v>
                </c:pt>
                <c:pt idx="1443">
                  <c:v>42678</c:v>
                </c:pt>
                <c:pt idx="1444">
                  <c:v>42681</c:v>
                </c:pt>
                <c:pt idx="1445">
                  <c:v>42682</c:v>
                </c:pt>
                <c:pt idx="1446">
                  <c:v>42683</c:v>
                </c:pt>
                <c:pt idx="1447">
                  <c:v>42684</c:v>
                </c:pt>
                <c:pt idx="1448">
                  <c:v>42685</c:v>
                </c:pt>
                <c:pt idx="1449">
                  <c:v>42688</c:v>
                </c:pt>
                <c:pt idx="1450">
                  <c:v>42689</c:v>
                </c:pt>
                <c:pt idx="1451">
                  <c:v>42690</c:v>
                </c:pt>
                <c:pt idx="1452">
                  <c:v>42691</c:v>
                </c:pt>
                <c:pt idx="1453">
                  <c:v>42692</c:v>
                </c:pt>
                <c:pt idx="1454">
                  <c:v>42695</c:v>
                </c:pt>
                <c:pt idx="1455">
                  <c:v>42696</c:v>
                </c:pt>
                <c:pt idx="1456">
                  <c:v>42697</c:v>
                </c:pt>
                <c:pt idx="1457">
                  <c:v>42698</c:v>
                </c:pt>
                <c:pt idx="1458">
                  <c:v>42699</c:v>
                </c:pt>
                <c:pt idx="1459">
                  <c:v>42702</c:v>
                </c:pt>
                <c:pt idx="1460">
                  <c:v>42703</c:v>
                </c:pt>
                <c:pt idx="1461">
                  <c:v>42704</c:v>
                </c:pt>
                <c:pt idx="1462">
                  <c:v>42705</c:v>
                </c:pt>
                <c:pt idx="1463">
                  <c:v>42706</c:v>
                </c:pt>
                <c:pt idx="1464">
                  <c:v>42709</c:v>
                </c:pt>
                <c:pt idx="1465">
                  <c:v>42710</c:v>
                </c:pt>
                <c:pt idx="1466">
                  <c:v>42711</c:v>
                </c:pt>
                <c:pt idx="1467">
                  <c:v>42712</c:v>
                </c:pt>
                <c:pt idx="1468">
                  <c:v>42713</c:v>
                </c:pt>
                <c:pt idx="1469">
                  <c:v>42716</c:v>
                </c:pt>
                <c:pt idx="1470">
                  <c:v>42717</c:v>
                </c:pt>
                <c:pt idx="1471">
                  <c:v>42718</c:v>
                </c:pt>
                <c:pt idx="1472">
                  <c:v>42719</c:v>
                </c:pt>
                <c:pt idx="1473">
                  <c:v>42720</c:v>
                </c:pt>
                <c:pt idx="1474">
                  <c:v>42723</c:v>
                </c:pt>
                <c:pt idx="1475">
                  <c:v>42724</c:v>
                </c:pt>
                <c:pt idx="1476">
                  <c:v>42725</c:v>
                </c:pt>
                <c:pt idx="1477">
                  <c:v>42726</c:v>
                </c:pt>
                <c:pt idx="1478">
                  <c:v>42727</c:v>
                </c:pt>
                <c:pt idx="1479">
                  <c:v>42730</c:v>
                </c:pt>
                <c:pt idx="1480">
                  <c:v>42731</c:v>
                </c:pt>
                <c:pt idx="1481">
                  <c:v>42732</c:v>
                </c:pt>
                <c:pt idx="1482">
                  <c:v>42733</c:v>
                </c:pt>
                <c:pt idx="1483">
                  <c:v>42737</c:v>
                </c:pt>
                <c:pt idx="1484">
                  <c:v>42738</c:v>
                </c:pt>
                <c:pt idx="1485">
                  <c:v>42739</c:v>
                </c:pt>
                <c:pt idx="1486">
                  <c:v>42740</c:v>
                </c:pt>
                <c:pt idx="1487">
                  <c:v>42741</c:v>
                </c:pt>
                <c:pt idx="1488">
                  <c:v>42744</c:v>
                </c:pt>
                <c:pt idx="1489">
                  <c:v>42745</c:v>
                </c:pt>
                <c:pt idx="1490">
                  <c:v>42746</c:v>
                </c:pt>
                <c:pt idx="1491">
                  <c:v>42747</c:v>
                </c:pt>
                <c:pt idx="1492">
                  <c:v>42748</c:v>
                </c:pt>
                <c:pt idx="1493">
                  <c:v>42751</c:v>
                </c:pt>
                <c:pt idx="1494">
                  <c:v>42752</c:v>
                </c:pt>
                <c:pt idx="1495">
                  <c:v>42753</c:v>
                </c:pt>
                <c:pt idx="1496">
                  <c:v>42754</c:v>
                </c:pt>
                <c:pt idx="1497">
                  <c:v>42755</c:v>
                </c:pt>
                <c:pt idx="1498">
                  <c:v>42758</c:v>
                </c:pt>
                <c:pt idx="1499">
                  <c:v>42759</c:v>
                </c:pt>
                <c:pt idx="1500">
                  <c:v>42760</c:v>
                </c:pt>
                <c:pt idx="1501">
                  <c:v>42761</c:v>
                </c:pt>
                <c:pt idx="1502">
                  <c:v>42766</c:v>
                </c:pt>
                <c:pt idx="1503">
                  <c:v>42767</c:v>
                </c:pt>
                <c:pt idx="1504">
                  <c:v>42768</c:v>
                </c:pt>
                <c:pt idx="1505">
                  <c:v>42769</c:v>
                </c:pt>
                <c:pt idx="1506">
                  <c:v>42772</c:v>
                </c:pt>
                <c:pt idx="1507">
                  <c:v>42773</c:v>
                </c:pt>
                <c:pt idx="1508">
                  <c:v>42774</c:v>
                </c:pt>
                <c:pt idx="1509">
                  <c:v>42775</c:v>
                </c:pt>
                <c:pt idx="1510">
                  <c:v>42776</c:v>
                </c:pt>
                <c:pt idx="1511">
                  <c:v>42779</c:v>
                </c:pt>
                <c:pt idx="1512">
                  <c:v>42780</c:v>
                </c:pt>
                <c:pt idx="1513">
                  <c:v>42781</c:v>
                </c:pt>
                <c:pt idx="1514">
                  <c:v>42782</c:v>
                </c:pt>
                <c:pt idx="1515">
                  <c:v>42783</c:v>
                </c:pt>
                <c:pt idx="1516">
                  <c:v>42786</c:v>
                </c:pt>
                <c:pt idx="1517">
                  <c:v>42787</c:v>
                </c:pt>
                <c:pt idx="1518">
                  <c:v>42788</c:v>
                </c:pt>
                <c:pt idx="1519">
                  <c:v>42789</c:v>
                </c:pt>
                <c:pt idx="1520">
                  <c:v>42790</c:v>
                </c:pt>
                <c:pt idx="1521">
                  <c:v>42793</c:v>
                </c:pt>
                <c:pt idx="1522">
                  <c:v>42794</c:v>
                </c:pt>
                <c:pt idx="1523">
                  <c:v>42796</c:v>
                </c:pt>
                <c:pt idx="1524">
                  <c:v>42797</c:v>
                </c:pt>
                <c:pt idx="1525">
                  <c:v>42800</c:v>
                </c:pt>
                <c:pt idx="1526">
                  <c:v>42801</c:v>
                </c:pt>
                <c:pt idx="1527">
                  <c:v>42802</c:v>
                </c:pt>
                <c:pt idx="1528">
                  <c:v>42803</c:v>
                </c:pt>
                <c:pt idx="1529">
                  <c:v>42804</c:v>
                </c:pt>
                <c:pt idx="1530">
                  <c:v>42807</c:v>
                </c:pt>
                <c:pt idx="1531">
                  <c:v>42808</c:v>
                </c:pt>
                <c:pt idx="1532">
                  <c:v>42809</c:v>
                </c:pt>
                <c:pt idx="1533">
                  <c:v>42810</c:v>
                </c:pt>
                <c:pt idx="1534">
                  <c:v>42811</c:v>
                </c:pt>
                <c:pt idx="1535">
                  <c:v>42814</c:v>
                </c:pt>
                <c:pt idx="1536">
                  <c:v>42815</c:v>
                </c:pt>
                <c:pt idx="1537">
                  <c:v>42816</c:v>
                </c:pt>
                <c:pt idx="1538">
                  <c:v>42817</c:v>
                </c:pt>
                <c:pt idx="1539">
                  <c:v>42818</c:v>
                </c:pt>
                <c:pt idx="1540">
                  <c:v>42821</c:v>
                </c:pt>
                <c:pt idx="1541">
                  <c:v>42822</c:v>
                </c:pt>
                <c:pt idx="1542">
                  <c:v>42823</c:v>
                </c:pt>
                <c:pt idx="1543">
                  <c:v>42824</c:v>
                </c:pt>
                <c:pt idx="1544">
                  <c:v>42825</c:v>
                </c:pt>
                <c:pt idx="1545">
                  <c:v>42828</c:v>
                </c:pt>
                <c:pt idx="1546">
                  <c:v>42829</c:v>
                </c:pt>
                <c:pt idx="1547">
                  <c:v>42830</c:v>
                </c:pt>
                <c:pt idx="1548">
                  <c:v>42831</c:v>
                </c:pt>
                <c:pt idx="1549">
                  <c:v>42832</c:v>
                </c:pt>
                <c:pt idx="1550">
                  <c:v>42835</c:v>
                </c:pt>
                <c:pt idx="1551">
                  <c:v>42836</c:v>
                </c:pt>
                <c:pt idx="1552">
                  <c:v>42837</c:v>
                </c:pt>
                <c:pt idx="1553">
                  <c:v>42838</c:v>
                </c:pt>
                <c:pt idx="1554">
                  <c:v>42839</c:v>
                </c:pt>
                <c:pt idx="1555">
                  <c:v>42842</c:v>
                </c:pt>
                <c:pt idx="1556">
                  <c:v>42843</c:v>
                </c:pt>
                <c:pt idx="1557">
                  <c:v>42844</c:v>
                </c:pt>
                <c:pt idx="1558">
                  <c:v>42845</c:v>
                </c:pt>
                <c:pt idx="1559">
                  <c:v>42846</c:v>
                </c:pt>
                <c:pt idx="1560">
                  <c:v>42849</c:v>
                </c:pt>
                <c:pt idx="1561">
                  <c:v>42850</c:v>
                </c:pt>
                <c:pt idx="1562">
                  <c:v>42851</c:v>
                </c:pt>
                <c:pt idx="1563">
                  <c:v>42852</c:v>
                </c:pt>
                <c:pt idx="1564">
                  <c:v>42853</c:v>
                </c:pt>
                <c:pt idx="1565">
                  <c:v>42857</c:v>
                </c:pt>
                <c:pt idx="1566">
                  <c:v>42859</c:v>
                </c:pt>
                <c:pt idx="1567">
                  <c:v>42863</c:v>
                </c:pt>
                <c:pt idx="1568">
                  <c:v>42865</c:v>
                </c:pt>
                <c:pt idx="1569">
                  <c:v>42866</c:v>
                </c:pt>
                <c:pt idx="1570">
                  <c:v>42867</c:v>
                </c:pt>
                <c:pt idx="1571">
                  <c:v>42870</c:v>
                </c:pt>
                <c:pt idx="1572">
                  <c:v>42871</c:v>
                </c:pt>
                <c:pt idx="1573">
                  <c:v>42872</c:v>
                </c:pt>
                <c:pt idx="1574">
                  <c:v>42873</c:v>
                </c:pt>
                <c:pt idx="1575">
                  <c:v>42874</c:v>
                </c:pt>
                <c:pt idx="1576">
                  <c:v>42877</c:v>
                </c:pt>
                <c:pt idx="1577">
                  <c:v>42878</c:v>
                </c:pt>
                <c:pt idx="1578">
                  <c:v>42879</c:v>
                </c:pt>
                <c:pt idx="1579">
                  <c:v>42880</c:v>
                </c:pt>
                <c:pt idx="1580">
                  <c:v>42881</c:v>
                </c:pt>
                <c:pt idx="1581">
                  <c:v>42884</c:v>
                </c:pt>
                <c:pt idx="1582">
                  <c:v>42885</c:v>
                </c:pt>
                <c:pt idx="1583">
                  <c:v>42886</c:v>
                </c:pt>
                <c:pt idx="1584">
                  <c:v>42887</c:v>
                </c:pt>
                <c:pt idx="1585">
                  <c:v>42888</c:v>
                </c:pt>
                <c:pt idx="1586">
                  <c:v>42891</c:v>
                </c:pt>
                <c:pt idx="1587">
                  <c:v>42893</c:v>
                </c:pt>
                <c:pt idx="1588">
                  <c:v>42894</c:v>
                </c:pt>
                <c:pt idx="1589">
                  <c:v>42895</c:v>
                </c:pt>
                <c:pt idx="1590">
                  <c:v>42898</c:v>
                </c:pt>
                <c:pt idx="1591">
                  <c:v>42899</c:v>
                </c:pt>
                <c:pt idx="1592">
                  <c:v>42900</c:v>
                </c:pt>
                <c:pt idx="1593">
                  <c:v>42901</c:v>
                </c:pt>
                <c:pt idx="1594">
                  <c:v>42902</c:v>
                </c:pt>
                <c:pt idx="1595">
                  <c:v>42905</c:v>
                </c:pt>
                <c:pt idx="1596">
                  <c:v>42906</c:v>
                </c:pt>
                <c:pt idx="1597">
                  <c:v>42907</c:v>
                </c:pt>
                <c:pt idx="1598">
                  <c:v>42908</c:v>
                </c:pt>
                <c:pt idx="1599">
                  <c:v>42909</c:v>
                </c:pt>
                <c:pt idx="1600">
                  <c:v>42912</c:v>
                </c:pt>
                <c:pt idx="1601">
                  <c:v>42913</c:v>
                </c:pt>
                <c:pt idx="1602">
                  <c:v>42914</c:v>
                </c:pt>
                <c:pt idx="1603">
                  <c:v>42915</c:v>
                </c:pt>
                <c:pt idx="1604">
                  <c:v>42916</c:v>
                </c:pt>
                <c:pt idx="1605">
                  <c:v>42919</c:v>
                </c:pt>
                <c:pt idx="1606">
                  <c:v>42920</c:v>
                </c:pt>
                <c:pt idx="1607">
                  <c:v>42921</c:v>
                </c:pt>
                <c:pt idx="1608">
                  <c:v>42922</c:v>
                </c:pt>
                <c:pt idx="1609">
                  <c:v>42923</c:v>
                </c:pt>
                <c:pt idx="1610">
                  <c:v>42926</c:v>
                </c:pt>
                <c:pt idx="1611">
                  <c:v>42927</c:v>
                </c:pt>
                <c:pt idx="1612">
                  <c:v>42928</c:v>
                </c:pt>
                <c:pt idx="1613">
                  <c:v>42929</c:v>
                </c:pt>
                <c:pt idx="1614">
                  <c:v>42930</c:v>
                </c:pt>
                <c:pt idx="1615">
                  <c:v>42933</c:v>
                </c:pt>
                <c:pt idx="1616">
                  <c:v>42934</c:v>
                </c:pt>
                <c:pt idx="1617">
                  <c:v>42935</c:v>
                </c:pt>
                <c:pt idx="1618">
                  <c:v>42936</c:v>
                </c:pt>
                <c:pt idx="1619">
                  <c:v>42937</c:v>
                </c:pt>
                <c:pt idx="1620">
                  <c:v>42940</c:v>
                </c:pt>
                <c:pt idx="1621">
                  <c:v>42941</c:v>
                </c:pt>
                <c:pt idx="1622">
                  <c:v>42942</c:v>
                </c:pt>
                <c:pt idx="1623">
                  <c:v>42943</c:v>
                </c:pt>
                <c:pt idx="1624">
                  <c:v>42944</c:v>
                </c:pt>
                <c:pt idx="1625">
                  <c:v>42947</c:v>
                </c:pt>
                <c:pt idx="1626">
                  <c:v>42948</c:v>
                </c:pt>
                <c:pt idx="1627">
                  <c:v>42949</c:v>
                </c:pt>
                <c:pt idx="1628">
                  <c:v>42950</c:v>
                </c:pt>
                <c:pt idx="1629">
                  <c:v>42951</c:v>
                </c:pt>
                <c:pt idx="1630">
                  <c:v>42954</c:v>
                </c:pt>
                <c:pt idx="1631">
                  <c:v>42955</c:v>
                </c:pt>
                <c:pt idx="1632">
                  <c:v>42956</c:v>
                </c:pt>
                <c:pt idx="1633">
                  <c:v>42957</c:v>
                </c:pt>
                <c:pt idx="1634">
                  <c:v>42958</c:v>
                </c:pt>
                <c:pt idx="1635">
                  <c:v>42961</c:v>
                </c:pt>
                <c:pt idx="1636">
                  <c:v>42963</c:v>
                </c:pt>
                <c:pt idx="1637">
                  <c:v>42964</c:v>
                </c:pt>
                <c:pt idx="1638">
                  <c:v>42965</c:v>
                </c:pt>
                <c:pt idx="1639">
                  <c:v>42968</c:v>
                </c:pt>
                <c:pt idx="1640">
                  <c:v>42969</c:v>
                </c:pt>
                <c:pt idx="1641">
                  <c:v>42970</c:v>
                </c:pt>
                <c:pt idx="1642">
                  <c:v>42971</c:v>
                </c:pt>
                <c:pt idx="1643">
                  <c:v>42972</c:v>
                </c:pt>
                <c:pt idx="1644">
                  <c:v>42975</c:v>
                </c:pt>
                <c:pt idx="1645">
                  <c:v>42976</c:v>
                </c:pt>
                <c:pt idx="1646">
                  <c:v>42977</c:v>
                </c:pt>
                <c:pt idx="1647">
                  <c:v>42978</c:v>
                </c:pt>
                <c:pt idx="1648">
                  <c:v>42979</c:v>
                </c:pt>
                <c:pt idx="1649">
                  <c:v>42982</c:v>
                </c:pt>
                <c:pt idx="1650">
                  <c:v>42983</c:v>
                </c:pt>
                <c:pt idx="1651">
                  <c:v>42984</c:v>
                </c:pt>
                <c:pt idx="1652">
                  <c:v>42985</c:v>
                </c:pt>
                <c:pt idx="1653">
                  <c:v>42986</c:v>
                </c:pt>
                <c:pt idx="1654">
                  <c:v>42989</c:v>
                </c:pt>
                <c:pt idx="1655">
                  <c:v>42990</c:v>
                </c:pt>
                <c:pt idx="1656">
                  <c:v>42991</c:v>
                </c:pt>
                <c:pt idx="1657">
                  <c:v>42992</c:v>
                </c:pt>
                <c:pt idx="1658">
                  <c:v>42993</c:v>
                </c:pt>
                <c:pt idx="1659">
                  <c:v>42996</c:v>
                </c:pt>
                <c:pt idx="1660">
                  <c:v>42997</c:v>
                </c:pt>
                <c:pt idx="1661">
                  <c:v>42998</c:v>
                </c:pt>
                <c:pt idx="1662">
                  <c:v>42999</c:v>
                </c:pt>
                <c:pt idx="1663">
                  <c:v>43000</c:v>
                </c:pt>
                <c:pt idx="1664">
                  <c:v>43003</c:v>
                </c:pt>
                <c:pt idx="1665">
                  <c:v>43004</c:v>
                </c:pt>
                <c:pt idx="1666">
                  <c:v>43005</c:v>
                </c:pt>
                <c:pt idx="1667">
                  <c:v>43006</c:v>
                </c:pt>
                <c:pt idx="1668">
                  <c:v>43007</c:v>
                </c:pt>
                <c:pt idx="1669">
                  <c:v>43018</c:v>
                </c:pt>
                <c:pt idx="1670">
                  <c:v>43019</c:v>
                </c:pt>
                <c:pt idx="1671">
                  <c:v>43020</c:v>
                </c:pt>
                <c:pt idx="1672">
                  <c:v>43021</c:v>
                </c:pt>
                <c:pt idx="1673">
                  <c:v>43024</c:v>
                </c:pt>
                <c:pt idx="1674">
                  <c:v>43025</c:v>
                </c:pt>
                <c:pt idx="1675">
                  <c:v>43026</c:v>
                </c:pt>
                <c:pt idx="1676">
                  <c:v>43027</c:v>
                </c:pt>
                <c:pt idx="1677">
                  <c:v>43028</c:v>
                </c:pt>
                <c:pt idx="1678">
                  <c:v>43031</c:v>
                </c:pt>
                <c:pt idx="1679">
                  <c:v>43032</c:v>
                </c:pt>
                <c:pt idx="1680">
                  <c:v>43033</c:v>
                </c:pt>
                <c:pt idx="1681">
                  <c:v>43034</c:v>
                </c:pt>
                <c:pt idx="1682">
                  <c:v>43035</c:v>
                </c:pt>
                <c:pt idx="1683">
                  <c:v>43038</c:v>
                </c:pt>
                <c:pt idx="1684">
                  <c:v>43039</c:v>
                </c:pt>
                <c:pt idx="1685">
                  <c:v>43040</c:v>
                </c:pt>
                <c:pt idx="1686">
                  <c:v>43041</c:v>
                </c:pt>
                <c:pt idx="1687">
                  <c:v>43042</c:v>
                </c:pt>
                <c:pt idx="1688">
                  <c:v>43045</c:v>
                </c:pt>
                <c:pt idx="1689">
                  <c:v>43046</c:v>
                </c:pt>
                <c:pt idx="1690">
                  <c:v>43047</c:v>
                </c:pt>
                <c:pt idx="1691">
                  <c:v>43048</c:v>
                </c:pt>
                <c:pt idx="1692">
                  <c:v>43049</c:v>
                </c:pt>
                <c:pt idx="1693">
                  <c:v>43052</c:v>
                </c:pt>
                <c:pt idx="1694">
                  <c:v>43053</c:v>
                </c:pt>
                <c:pt idx="1695">
                  <c:v>43054</c:v>
                </c:pt>
                <c:pt idx="1696">
                  <c:v>43055</c:v>
                </c:pt>
                <c:pt idx="1697">
                  <c:v>43056</c:v>
                </c:pt>
                <c:pt idx="1698">
                  <c:v>43059</c:v>
                </c:pt>
                <c:pt idx="1699">
                  <c:v>43060</c:v>
                </c:pt>
                <c:pt idx="1700">
                  <c:v>43061</c:v>
                </c:pt>
                <c:pt idx="1701">
                  <c:v>43062</c:v>
                </c:pt>
                <c:pt idx="1702">
                  <c:v>43063</c:v>
                </c:pt>
                <c:pt idx="1703">
                  <c:v>43066</c:v>
                </c:pt>
                <c:pt idx="1704">
                  <c:v>43067</c:v>
                </c:pt>
                <c:pt idx="1705">
                  <c:v>43068</c:v>
                </c:pt>
                <c:pt idx="1706">
                  <c:v>43069</c:v>
                </c:pt>
                <c:pt idx="1707">
                  <c:v>43070</c:v>
                </c:pt>
                <c:pt idx="1708">
                  <c:v>43073</c:v>
                </c:pt>
                <c:pt idx="1709">
                  <c:v>43074</c:v>
                </c:pt>
                <c:pt idx="1710">
                  <c:v>43075</c:v>
                </c:pt>
                <c:pt idx="1711">
                  <c:v>43076</c:v>
                </c:pt>
                <c:pt idx="1712">
                  <c:v>43077</c:v>
                </c:pt>
                <c:pt idx="1713">
                  <c:v>43080</c:v>
                </c:pt>
                <c:pt idx="1714">
                  <c:v>43081</c:v>
                </c:pt>
                <c:pt idx="1715">
                  <c:v>43082</c:v>
                </c:pt>
                <c:pt idx="1716">
                  <c:v>43083</c:v>
                </c:pt>
                <c:pt idx="1717">
                  <c:v>43084</c:v>
                </c:pt>
                <c:pt idx="1718">
                  <c:v>43087</c:v>
                </c:pt>
                <c:pt idx="1719">
                  <c:v>43088</c:v>
                </c:pt>
                <c:pt idx="1720">
                  <c:v>43089</c:v>
                </c:pt>
                <c:pt idx="1721">
                  <c:v>43090</c:v>
                </c:pt>
                <c:pt idx="1722">
                  <c:v>43091</c:v>
                </c:pt>
                <c:pt idx="1723">
                  <c:v>43095</c:v>
                </c:pt>
                <c:pt idx="1724">
                  <c:v>43096</c:v>
                </c:pt>
                <c:pt idx="1725">
                  <c:v>43097</c:v>
                </c:pt>
                <c:pt idx="1726">
                  <c:v>43102</c:v>
                </c:pt>
                <c:pt idx="1727">
                  <c:v>43103</c:v>
                </c:pt>
                <c:pt idx="1728">
                  <c:v>43104</c:v>
                </c:pt>
                <c:pt idx="1729">
                  <c:v>43105</c:v>
                </c:pt>
                <c:pt idx="1730">
                  <c:v>43108</c:v>
                </c:pt>
                <c:pt idx="1731">
                  <c:v>43109</c:v>
                </c:pt>
                <c:pt idx="1732">
                  <c:v>43110</c:v>
                </c:pt>
                <c:pt idx="1733">
                  <c:v>43111</c:v>
                </c:pt>
                <c:pt idx="1734">
                  <c:v>43112</c:v>
                </c:pt>
                <c:pt idx="1735">
                  <c:v>43115</c:v>
                </c:pt>
                <c:pt idx="1736">
                  <c:v>43116</c:v>
                </c:pt>
                <c:pt idx="1737">
                  <c:v>43117</c:v>
                </c:pt>
                <c:pt idx="1738">
                  <c:v>43118</c:v>
                </c:pt>
                <c:pt idx="1739">
                  <c:v>43119</c:v>
                </c:pt>
                <c:pt idx="1740">
                  <c:v>43122</c:v>
                </c:pt>
                <c:pt idx="1741">
                  <c:v>43123</c:v>
                </c:pt>
                <c:pt idx="1742">
                  <c:v>43124</c:v>
                </c:pt>
                <c:pt idx="1743">
                  <c:v>43125</c:v>
                </c:pt>
                <c:pt idx="1744">
                  <c:v>43126</c:v>
                </c:pt>
                <c:pt idx="1745">
                  <c:v>43129</c:v>
                </c:pt>
                <c:pt idx="1746">
                  <c:v>43130</c:v>
                </c:pt>
                <c:pt idx="1747">
                  <c:v>43131</c:v>
                </c:pt>
                <c:pt idx="1748">
                  <c:v>43132</c:v>
                </c:pt>
                <c:pt idx="1749">
                  <c:v>43133</c:v>
                </c:pt>
                <c:pt idx="1750">
                  <c:v>43136</c:v>
                </c:pt>
                <c:pt idx="1751">
                  <c:v>43137</c:v>
                </c:pt>
                <c:pt idx="1752">
                  <c:v>43138</c:v>
                </c:pt>
                <c:pt idx="1753">
                  <c:v>43139</c:v>
                </c:pt>
                <c:pt idx="1754">
                  <c:v>43140</c:v>
                </c:pt>
                <c:pt idx="1755">
                  <c:v>43143</c:v>
                </c:pt>
                <c:pt idx="1756">
                  <c:v>43144</c:v>
                </c:pt>
                <c:pt idx="1757">
                  <c:v>43145</c:v>
                </c:pt>
                <c:pt idx="1758">
                  <c:v>43150</c:v>
                </c:pt>
                <c:pt idx="1759">
                  <c:v>43151</c:v>
                </c:pt>
                <c:pt idx="1760">
                  <c:v>43152</c:v>
                </c:pt>
                <c:pt idx="1761">
                  <c:v>43153</c:v>
                </c:pt>
                <c:pt idx="1762">
                  <c:v>43154</c:v>
                </c:pt>
                <c:pt idx="1763">
                  <c:v>43157</c:v>
                </c:pt>
                <c:pt idx="1764">
                  <c:v>43158</c:v>
                </c:pt>
                <c:pt idx="1765">
                  <c:v>43159</c:v>
                </c:pt>
                <c:pt idx="1766">
                  <c:v>43161</c:v>
                </c:pt>
                <c:pt idx="1767">
                  <c:v>43164</c:v>
                </c:pt>
                <c:pt idx="1768">
                  <c:v>43165</c:v>
                </c:pt>
                <c:pt idx="1769">
                  <c:v>43166</c:v>
                </c:pt>
                <c:pt idx="1770">
                  <c:v>43167</c:v>
                </c:pt>
                <c:pt idx="1771">
                  <c:v>43168</c:v>
                </c:pt>
                <c:pt idx="1772">
                  <c:v>43171</c:v>
                </c:pt>
                <c:pt idx="1773">
                  <c:v>43172</c:v>
                </c:pt>
                <c:pt idx="1774">
                  <c:v>43173</c:v>
                </c:pt>
                <c:pt idx="1775">
                  <c:v>43174</c:v>
                </c:pt>
                <c:pt idx="1776">
                  <c:v>43175</c:v>
                </c:pt>
                <c:pt idx="1777">
                  <c:v>43178</c:v>
                </c:pt>
                <c:pt idx="1778">
                  <c:v>43179</c:v>
                </c:pt>
                <c:pt idx="1779">
                  <c:v>43180</c:v>
                </c:pt>
                <c:pt idx="1780">
                  <c:v>43181</c:v>
                </c:pt>
                <c:pt idx="1781">
                  <c:v>43182</c:v>
                </c:pt>
                <c:pt idx="1782">
                  <c:v>43185</c:v>
                </c:pt>
                <c:pt idx="1783">
                  <c:v>43186</c:v>
                </c:pt>
                <c:pt idx="1784">
                  <c:v>43187</c:v>
                </c:pt>
                <c:pt idx="1785">
                  <c:v>43188</c:v>
                </c:pt>
                <c:pt idx="1786">
                  <c:v>43189</c:v>
                </c:pt>
                <c:pt idx="1787">
                  <c:v>43192</c:v>
                </c:pt>
                <c:pt idx="1788">
                  <c:v>43193</c:v>
                </c:pt>
                <c:pt idx="1789">
                  <c:v>43194</c:v>
                </c:pt>
                <c:pt idx="1790">
                  <c:v>43195</c:v>
                </c:pt>
                <c:pt idx="1791">
                  <c:v>43196</c:v>
                </c:pt>
                <c:pt idx="1792">
                  <c:v>43199</c:v>
                </c:pt>
                <c:pt idx="1793">
                  <c:v>43200</c:v>
                </c:pt>
                <c:pt idx="1794">
                  <c:v>43201</c:v>
                </c:pt>
                <c:pt idx="1795">
                  <c:v>43202</c:v>
                </c:pt>
                <c:pt idx="1796">
                  <c:v>43203</c:v>
                </c:pt>
                <c:pt idx="1797">
                  <c:v>43206</c:v>
                </c:pt>
                <c:pt idx="1798">
                  <c:v>43207</c:v>
                </c:pt>
                <c:pt idx="1799">
                  <c:v>43208</c:v>
                </c:pt>
                <c:pt idx="1800">
                  <c:v>43209</c:v>
                </c:pt>
                <c:pt idx="1801">
                  <c:v>43210</c:v>
                </c:pt>
                <c:pt idx="1802">
                  <c:v>43213</c:v>
                </c:pt>
                <c:pt idx="1803">
                  <c:v>43214</c:v>
                </c:pt>
                <c:pt idx="1804">
                  <c:v>43215</c:v>
                </c:pt>
                <c:pt idx="1805">
                  <c:v>43216</c:v>
                </c:pt>
                <c:pt idx="1806">
                  <c:v>43217</c:v>
                </c:pt>
                <c:pt idx="1807">
                  <c:v>43220</c:v>
                </c:pt>
                <c:pt idx="1808">
                  <c:v>43222</c:v>
                </c:pt>
                <c:pt idx="1809">
                  <c:v>43223</c:v>
                </c:pt>
                <c:pt idx="1810">
                  <c:v>43224</c:v>
                </c:pt>
                <c:pt idx="1811">
                  <c:v>43228</c:v>
                </c:pt>
                <c:pt idx="1812">
                  <c:v>43229</c:v>
                </c:pt>
                <c:pt idx="1813">
                  <c:v>43230</c:v>
                </c:pt>
                <c:pt idx="1814">
                  <c:v>43231</c:v>
                </c:pt>
                <c:pt idx="1815">
                  <c:v>43234</c:v>
                </c:pt>
                <c:pt idx="1816">
                  <c:v>43235</c:v>
                </c:pt>
                <c:pt idx="1817">
                  <c:v>43236</c:v>
                </c:pt>
                <c:pt idx="1818">
                  <c:v>43237</c:v>
                </c:pt>
                <c:pt idx="1819">
                  <c:v>43238</c:v>
                </c:pt>
                <c:pt idx="1820">
                  <c:v>43241</c:v>
                </c:pt>
                <c:pt idx="1821">
                  <c:v>43243</c:v>
                </c:pt>
                <c:pt idx="1822">
                  <c:v>43244</c:v>
                </c:pt>
                <c:pt idx="1823">
                  <c:v>43245</c:v>
                </c:pt>
                <c:pt idx="1824">
                  <c:v>43248</c:v>
                </c:pt>
                <c:pt idx="1825">
                  <c:v>43249</c:v>
                </c:pt>
                <c:pt idx="1826">
                  <c:v>43250</c:v>
                </c:pt>
                <c:pt idx="1827">
                  <c:v>43251</c:v>
                </c:pt>
                <c:pt idx="1828">
                  <c:v>43252</c:v>
                </c:pt>
                <c:pt idx="1829">
                  <c:v>43255</c:v>
                </c:pt>
                <c:pt idx="1830">
                  <c:v>43256</c:v>
                </c:pt>
                <c:pt idx="1831">
                  <c:v>43258</c:v>
                </c:pt>
                <c:pt idx="1832">
                  <c:v>43259</c:v>
                </c:pt>
                <c:pt idx="1833">
                  <c:v>43262</c:v>
                </c:pt>
                <c:pt idx="1834">
                  <c:v>43263</c:v>
                </c:pt>
                <c:pt idx="1835">
                  <c:v>43265</c:v>
                </c:pt>
                <c:pt idx="1836">
                  <c:v>43266</c:v>
                </c:pt>
                <c:pt idx="1837">
                  <c:v>43269</c:v>
                </c:pt>
                <c:pt idx="1838">
                  <c:v>43270</c:v>
                </c:pt>
                <c:pt idx="1839">
                  <c:v>43271</c:v>
                </c:pt>
                <c:pt idx="1840">
                  <c:v>43272</c:v>
                </c:pt>
                <c:pt idx="1841">
                  <c:v>43273</c:v>
                </c:pt>
                <c:pt idx="1842">
                  <c:v>43276</c:v>
                </c:pt>
                <c:pt idx="1843">
                  <c:v>43277</c:v>
                </c:pt>
                <c:pt idx="1844">
                  <c:v>43278</c:v>
                </c:pt>
                <c:pt idx="1845">
                  <c:v>43279</c:v>
                </c:pt>
                <c:pt idx="1846">
                  <c:v>43280</c:v>
                </c:pt>
                <c:pt idx="1847">
                  <c:v>43283</c:v>
                </c:pt>
                <c:pt idx="1848">
                  <c:v>43284</c:v>
                </c:pt>
                <c:pt idx="1849">
                  <c:v>43285</c:v>
                </c:pt>
                <c:pt idx="1850">
                  <c:v>43286</c:v>
                </c:pt>
                <c:pt idx="1851">
                  <c:v>43287</c:v>
                </c:pt>
                <c:pt idx="1852">
                  <c:v>43290</c:v>
                </c:pt>
                <c:pt idx="1853">
                  <c:v>43291</c:v>
                </c:pt>
                <c:pt idx="1854">
                  <c:v>43292</c:v>
                </c:pt>
                <c:pt idx="1855">
                  <c:v>43293</c:v>
                </c:pt>
                <c:pt idx="1856">
                  <c:v>43294</c:v>
                </c:pt>
                <c:pt idx="1857">
                  <c:v>43297</c:v>
                </c:pt>
                <c:pt idx="1858">
                  <c:v>43298</c:v>
                </c:pt>
                <c:pt idx="1859">
                  <c:v>43299</c:v>
                </c:pt>
                <c:pt idx="1860">
                  <c:v>43300</c:v>
                </c:pt>
                <c:pt idx="1861">
                  <c:v>43301</c:v>
                </c:pt>
                <c:pt idx="1862">
                  <c:v>43304</c:v>
                </c:pt>
                <c:pt idx="1863">
                  <c:v>43305</c:v>
                </c:pt>
                <c:pt idx="1864">
                  <c:v>43306</c:v>
                </c:pt>
                <c:pt idx="1865">
                  <c:v>43307</c:v>
                </c:pt>
                <c:pt idx="1866">
                  <c:v>43308</c:v>
                </c:pt>
                <c:pt idx="1867">
                  <c:v>43311</c:v>
                </c:pt>
                <c:pt idx="1868">
                  <c:v>43312</c:v>
                </c:pt>
                <c:pt idx="1869">
                  <c:v>43313</c:v>
                </c:pt>
                <c:pt idx="1870">
                  <c:v>43314</c:v>
                </c:pt>
                <c:pt idx="1871">
                  <c:v>43315</c:v>
                </c:pt>
                <c:pt idx="1872">
                  <c:v>43318</c:v>
                </c:pt>
                <c:pt idx="1873">
                  <c:v>43319</c:v>
                </c:pt>
                <c:pt idx="1874">
                  <c:v>43320</c:v>
                </c:pt>
                <c:pt idx="1875">
                  <c:v>43321</c:v>
                </c:pt>
                <c:pt idx="1876">
                  <c:v>43322</c:v>
                </c:pt>
                <c:pt idx="1877">
                  <c:v>43325</c:v>
                </c:pt>
                <c:pt idx="1878">
                  <c:v>43326</c:v>
                </c:pt>
                <c:pt idx="1879">
                  <c:v>43328</c:v>
                </c:pt>
                <c:pt idx="1880">
                  <c:v>43329</c:v>
                </c:pt>
                <c:pt idx="1881">
                  <c:v>43332</c:v>
                </c:pt>
                <c:pt idx="1882">
                  <c:v>43333</c:v>
                </c:pt>
                <c:pt idx="1883">
                  <c:v>43334</c:v>
                </c:pt>
                <c:pt idx="1884">
                  <c:v>43335</c:v>
                </c:pt>
                <c:pt idx="1885">
                  <c:v>43336</c:v>
                </c:pt>
                <c:pt idx="1886">
                  <c:v>43339</c:v>
                </c:pt>
                <c:pt idx="1887">
                  <c:v>43340</c:v>
                </c:pt>
                <c:pt idx="1888">
                  <c:v>43341</c:v>
                </c:pt>
                <c:pt idx="1889">
                  <c:v>43342</c:v>
                </c:pt>
                <c:pt idx="1890">
                  <c:v>43343</c:v>
                </c:pt>
                <c:pt idx="1891">
                  <c:v>43346</c:v>
                </c:pt>
                <c:pt idx="1892">
                  <c:v>43347</c:v>
                </c:pt>
                <c:pt idx="1893">
                  <c:v>43348</c:v>
                </c:pt>
                <c:pt idx="1894">
                  <c:v>43349</c:v>
                </c:pt>
                <c:pt idx="1895">
                  <c:v>43350</c:v>
                </c:pt>
                <c:pt idx="1896">
                  <c:v>43353</c:v>
                </c:pt>
                <c:pt idx="1897">
                  <c:v>43354</c:v>
                </c:pt>
                <c:pt idx="1898">
                  <c:v>43355</c:v>
                </c:pt>
                <c:pt idx="1899">
                  <c:v>43356</c:v>
                </c:pt>
                <c:pt idx="1900">
                  <c:v>43357</c:v>
                </c:pt>
                <c:pt idx="1901">
                  <c:v>43360</c:v>
                </c:pt>
                <c:pt idx="1902">
                  <c:v>43361</c:v>
                </c:pt>
                <c:pt idx="1903">
                  <c:v>43362</c:v>
                </c:pt>
                <c:pt idx="1904">
                  <c:v>43363</c:v>
                </c:pt>
                <c:pt idx="1905">
                  <c:v>43364</c:v>
                </c:pt>
                <c:pt idx="1906">
                  <c:v>43370</c:v>
                </c:pt>
                <c:pt idx="1907">
                  <c:v>43371</c:v>
                </c:pt>
                <c:pt idx="1908">
                  <c:v>43374</c:v>
                </c:pt>
                <c:pt idx="1909">
                  <c:v>43375</c:v>
                </c:pt>
                <c:pt idx="1910">
                  <c:v>43377</c:v>
                </c:pt>
                <c:pt idx="1911">
                  <c:v>43378</c:v>
                </c:pt>
                <c:pt idx="1912">
                  <c:v>43381</c:v>
                </c:pt>
                <c:pt idx="1913">
                  <c:v>43383</c:v>
                </c:pt>
                <c:pt idx="1914">
                  <c:v>43384</c:v>
                </c:pt>
                <c:pt idx="1915">
                  <c:v>43385</c:v>
                </c:pt>
                <c:pt idx="1916">
                  <c:v>43388</c:v>
                </c:pt>
                <c:pt idx="1917">
                  <c:v>43389</c:v>
                </c:pt>
                <c:pt idx="1918">
                  <c:v>43390</c:v>
                </c:pt>
                <c:pt idx="1919">
                  <c:v>43391</c:v>
                </c:pt>
                <c:pt idx="1920">
                  <c:v>43392</c:v>
                </c:pt>
                <c:pt idx="1921">
                  <c:v>43395</c:v>
                </c:pt>
                <c:pt idx="1922">
                  <c:v>43396</c:v>
                </c:pt>
                <c:pt idx="1923">
                  <c:v>43397</c:v>
                </c:pt>
                <c:pt idx="1924">
                  <c:v>43398</c:v>
                </c:pt>
                <c:pt idx="1925">
                  <c:v>43399</c:v>
                </c:pt>
                <c:pt idx="1926">
                  <c:v>43402</c:v>
                </c:pt>
                <c:pt idx="1927">
                  <c:v>43403</c:v>
                </c:pt>
                <c:pt idx="1928">
                  <c:v>43404</c:v>
                </c:pt>
                <c:pt idx="1929">
                  <c:v>43405</c:v>
                </c:pt>
                <c:pt idx="1930">
                  <c:v>43406</c:v>
                </c:pt>
                <c:pt idx="1931">
                  <c:v>43409</c:v>
                </c:pt>
                <c:pt idx="1932">
                  <c:v>43410</c:v>
                </c:pt>
                <c:pt idx="1933">
                  <c:v>43411</c:v>
                </c:pt>
                <c:pt idx="1934">
                  <c:v>43412</c:v>
                </c:pt>
                <c:pt idx="1935">
                  <c:v>43413</c:v>
                </c:pt>
                <c:pt idx="1936">
                  <c:v>43416</c:v>
                </c:pt>
                <c:pt idx="1937">
                  <c:v>43417</c:v>
                </c:pt>
                <c:pt idx="1938">
                  <c:v>43418</c:v>
                </c:pt>
                <c:pt idx="1939">
                  <c:v>43419</c:v>
                </c:pt>
                <c:pt idx="1940">
                  <c:v>43420</c:v>
                </c:pt>
                <c:pt idx="1941">
                  <c:v>43423</c:v>
                </c:pt>
                <c:pt idx="1942">
                  <c:v>43424</c:v>
                </c:pt>
                <c:pt idx="1943">
                  <c:v>43425</c:v>
                </c:pt>
                <c:pt idx="1944">
                  <c:v>43426</c:v>
                </c:pt>
                <c:pt idx="1945">
                  <c:v>43427</c:v>
                </c:pt>
                <c:pt idx="1946">
                  <c:v>43430</c:v>
                </c:pt>
                <c:pt idx="1947">
                  <c:v>43431</c:v>
                </c:pt>
                <c:pt idx="1948">
                  <c:v>43432</c:v>
                </c:pt>
                <c:pt idx="1949">
                  <c:v>43433</c:v>
                </c:pt>
                <c:pt idx="1950">
                  <c:v>43434</c:v>
                </c:pt>
                <c:pt idx="1951">
                  <c:v>43437</c:v>
                </c:pt>
                <c:pt idx="1952">
                  <c:v>43438</c:v>
                </c:pt>
                <c:pt idx="1953">
                  <c:v>43439</c:v>
                </c:pt>
                <c:pt idx="1954">
                  <c:v>43440</c:v>
                </c:pt>
                <c:pt idx="1955">
                  <c:v>43441</c:v>
                </c:pt>
                <c:pt idx="1956">
                  <c:v>43444</c:v>
                </c:pt>
                <c:pt idx="1957">
                  <c:v>43445</c:v>
                </c:pt>
                <c:pt idx="1958">
                  <c:v>43446</c:v>
                </c:pt>
                <c:pt idx="1959">
                  <c:v>43447</c:v>
                </c:pt>
                <c:pt idx="1960">
                  <c:v>43448</c:v>
                </c:pt>
                <c:pt idx="1961">
                  <c:v>43451</c:v>
                </c:pt>
                <c:pt idx="1962">
                  <c:v>43452</c:v>
                </c:pt>
                <c:pt idx="1963">
                  <c:v>43453</c:v>
                </c:pt>
                <c:pt idx="1964">
                  <c:v>43454</c:v>
                </c:pt>
                <c:pt idx="1965">
                  <c:v>43455</c:v>
                </c:pt>
                <c:pt idx="1966">
                  <c:v>43458</c:v>
                </c:pt>
                <c:pt idx="1967">
                  <c:v>43460</c:v>
                </c:pt>
                <c:pt idx="1968">
                  <c:v>43461</c:v>
                </c:pt>
                <c:pt idx="1969">
                  <c:v>43462</c:v>
                </c:pt>
                <c:pt idx="1970">
                  <c:v>43467</c:v>
                </c:pt>
                <c:pt idx="1971">
                  <c:v>43468</c:v>
                </c:pt>
                <c:pt idx="1972">
                  <c:v>43469</c:v>
                </c:pt>
                <c:pt idx="1973">
                  <c:v>43472</c:v>
                </c:pt>
                <c:pt idx="1974">
                  <c:v>43473</c:v>
                </c:pt>
                <c:pt idx="1975">
                  <c:v>43474</c:v>
                </c:pt>
                <c:pt idx="1976">
                  <c:v>43475</c:v>
                </c:pt>
                <c:pt idx="1977">
                  <c:v>43476</c:v>
                </c:pt>
                <c:pt idx="1978">
                  <c:v>43479</c:v>
                </c:pt>
                <c:pt idx="1979">
                  <c:v>43480</c:v>
                </c:pt>
                <c:pt idx="1980">
                  <c:v>43481</c:v>
                </c:pt>
                <c:pt idx="1981">
                  <c:v>43482</c:v>
                </c:pt>
                <c:pt idx="1982">
                  <c:v>43483</c:v>
                </c:pt>
                <c:pt idx="1983">
                  <c:v>43486</c:v>
                </c:pt>
                <c:pt idx="1984">
                  <c:v>43487</c:v>
                </c:pt>
                <c:pt idx="1985">
                  <c:v>43488</c:v>
                </c:pt>
                <c:pt idx="1986">
                  <c:v>43489</c:v>
                </c:pt>
                <c:pt idx="1987">
                  <c:v>43490</c:v>
                </c:pt>
                <c:pt idx="1988">
                  <c:v>43493</c:v>
                </c:pt>
                <c:pt idx="1989">
                  <c:v>43494</c:v>
                </c:pt>
                <c:pt idx="1990">
                  <c:v>43495</c:v>
                </c:pt>
                <c:pt idx="1991">
                  <c:v>43496</c:v>
                </c:pt>
                <c:pt idx="1992">
                  <c:v>43497</c:v>
                </c:pt>
                <c:pt idx="1993">
                  <c:v>43503</c:v>
                </c:pt>
                <c:pt idx="1994">
                  <c:v>43504</c:v>
                </c:pt>
                <c:pt idx="1995">
                  <c:v>43507</c:v>
                </c:pt>
                <c:pt idx="1996">
                  <c:v>43508</c:v>
                </c:pt>
                <c:pt idx="1997">
                  <c:v>43509</c:v>
                </c:pt>
                <c:pt idx="1998">
                  <c:v>43510</c:v>
                </c:pt>
                <c:pt idx="1999">
                  <c:v>43511</c:v>
                </c:pt>
                <c:pt idx="2000">
                  <c:v>43514</c:v>
                </c:pt>
                <c:pt idx="2001">
                  <c:v>43515</c:v>
                </c:pt>
                <c:pt idx="2002">
                  <c:v>43516</c:v>
                </c:pt>
                <c:pt idx="2003">
                  <c:v>43517</c:v>
                </c:pt>
                <c:pt idx="2004">
                  <c:v>43518</c:v>
                </c:pt>
                <c:pt idx="2005">
                  <c:v>43521</c:v>
                </c:pt>
                <c:pt idx="2006">
                  <c:v>43522</c:v>
                </c:pt>
                <c:pt idx="2007">
                  <c:v>43523</c:v>
                </c:pt>
                <c:pt idx="2008">
                  <c:v>43524</c:v>
                </c:pt>
                <c:pt idx="2009">
                  <c:v>43528</c:v>
                </c:pt>
                <c:pt idx="2010">
                  <c:v>43529</c:v>
                </c:pt>
                <c:pt idx="2011">
                  <c:v>43530</c:v>
                </c:pt>
                <c:pt idx="2012">
                  <c:v>43531</c:v>
                </c:pt>
                <c:pt idx="2013">
                  <c:v>43532</c:v>
                </c:pt>
                <c:pt idx="2014">
                  <c:v>43535</c:v>
                </c:pt>
                <c:pt idx="2015">
                  <c:v>43536</c:v>
                </c:pt>
                <c:pt idx="2016">
                  <c:v>43537</c:v>
                </c:pt>
                <c:pt idx="2017">
                  <c:v>43538</c:v>
                </c:pt>
                <c:pt idx="2018">
                  <c:v>43539</c:v>
                </c:pt>
                <c:pt idx="2019">
                  <c:v>43542</c:v>
                </c:pt>
                <c:pt idx="2020">
                  <c:v>43543</c:v>
                </c:pt>
                <c:pt idx="2021">
                  <c:v>43544</c:v>
                </c:pt>
                <c:pt idx="2022">
                  <c:v>43545</c:v>
                </c:pt>
                <c:pt idx="2023">
                  <c:v>43546</c:v>
                </c:pt>
                <c:pt idx="2024">
                  <c:v>43549</c:v>
                </c:pt>
                <c:pt idx="2025">
                  <c:v>43550</c:v>
                </c:pt>
                <c:pt idx="2026">
                  <c:v>43551</c:v>
                </c:pt>
                <c:pt idx="2027">
                  <c:v>43552</c:v>
                </c:pt>
                <c:pt idx="2028">
                  <c:v>43553</c:v>
                </c:pt>
                <c:pt idx="2029">
                  <c:v>43556</c:v>
                </c:pt>
                <c:pt idx="2030">
                  <c:v>43557</c:v>
                </c:pt>
                <c:pt idx="2031">
                  <c:v>43558</c:v>
                </c:pt>
                <c:pt idx="2032">
                  <c:v>43559</c:v>
                </c:pt>
                <c:pt idx="2033">
                  <c:v>43560</c:v>
                </c:pt>
                <c:pt idx="2034">
                  <c:v>43563</c:v>
                </c:pt>
                <c:pt idx="2035">
                  <c:v>43564</c:v>
                </c:pt>
                <c:pt idx="2036">
                  <c:v>43565</c:v>
                </c:pt>
                <c:pt idx="2037">
                  <c:v>43566</c:v>
                </c:pt>
                <c:pt idx="2038">
                  <c:v>43567</c:v>
                </c:pt>
                <c:pt idx="2039">
                  <c:v>43570</c:v>
                </c:pt>
                <c:pt idx="2040">
                  <c:v>43571</c:v>
                </c:pt>
                <c:pt idx="2041">
                  <c:v>43572</c:v>
                </c:pt>
                <c:pt idx="2042">
                  <c:v>43573</c:v>
                </c:pt>
                <c:pt idx="2043">
                  <c:v>43574</c:v>
                </c:pt>
                <c:pt idx="2044">
                  <c:v>43577</c:v>
                </c:pt>
                <c:pt idx="2045">
                  <c:v>43578</c:v>
                </c:pt>
                <c:pt idx="2046">
                  <c:v>43579</c:v>
                </c:pt>
                <c:pt idx="2047">
                  <c:v>43580</c:v>
                </c:pt>
                <c:pt idx="2048">
                  <c:v>43581</c:v>
                </c:pt>
                <c:pt idx="2049">
                  <c:v>43584</c:v>
                </c:pt>
                <c:pt idx="2050">
                  <c:v>43585</c:v>
                </c:pt>
                <c:pt idx="2051">
                  <c:v>43587</c:v>
                </c:pt>
                <c:pt idx="2052">
                  <c:v>43588</c:v>
                </c:pt>
                <c:pt idx="2053">
                  <c:v>43592</c:v>
                </c:pt>
                <c:pt idx="2054">
                  <c:v>43593</c:v>
                </c:pt>
                <c:pt idx="2055">
                  <c:v>43594</c:v>
                </c:pt>
                <c:pt idx="2056">
                  <c:v>43595</c:v>
                </c:pt>
                <c:pt idx="2057">
                  <c:v>43598</c:v>
                </c:pt>
                <c:pt idx="2058">
                  <c:v>43599</c:v>
                </c:pt>
                <c:pt idx="2059">
                  <c:v>43600</c:v>
                </c:pt>
                <c:pt idx="2060">
                  <c:v>43601</c:v>
                </c:pt>
                <c:pt idx="2061">
                  <c:v>43602</c:v>
                </c:pt>
                <c:pt idx="2062">
                  <c:v>43605</c:v>
                </c:pt>
                <c:pt idx="2063">
                  <c:v>43606</c:v>
                </c:pt>
                <c:pt idx="2064">
                  <c:v>43607</c:v>
                </c:pt>
                <c:pt idx="2065">
                  <c:v>43608</c:v>
                </c:pt>
                <c:pt idx="2066">
                  <c:v>43609</c:v>
                </c:pt>
                <c:pt idx="2067">
                  <c:v>43612</c:v>
                </c:pt>
                <c:pt idx="2068">
                  <c:v>43613</c:v>
                </c:pt>
                <c:pt idx="2069">
                  <c:v>43614</c:v>
                </c:pt>
                <c:pt idx="2070">
                  <c:v>43615</c:v>
                </c:pt>
                <c:pt idx="2071">
                  <c:v>43616</c:v>
                </c:pt>
                <c:pt idx="2072">
                  <c:v>43619</c:v>
                </c:pt>
                <c:pt idx="2073">
                  <c:v>43620</c:v>
                </c:pt>
                <c:pt idx="2074">
                  <c:v>43621</c:v>
                </c:pt>
                <c:pt idx="2075">
                  <c:v>43623</c:v>
                </c:pt>
                <c:pt idx="2076">
                  <c:v>43626</c:v>
                </c:pt>
                <c:pt idx="2077">
                  <c:v>43627</c:v>
                </c:pt>
                <c:pt idx="2078">
                  <c:v>43628</c:v>
                </c:pt>
                <c:pt idx="2079">
                  <c:v>43629</c:v>
                </c:pt>
                <c:pt idx="2080">
                  <c:v>43630</c:v>
                </c:pt>
                <c:pt idx="2081">
                  <c:v>43633</c:v>
                </c:pt>
                <c:pt idx="2082">
                  <c:v>43634</c:v>
                </c:pt>
                <c:pt idx="2083">
                  <c:v>43635</c:v>
                </c:pt>
                <c:pt idx="2084">
                  <c:v>43636</c:v>
                </c:pt>
                <c:pt idx="2085">
                  <c:v>43637</c:v>
                </c:pt>
                <c:pt idx="2086">
                  <c:v>43640</c:v>
                </c:pt>
                <c:pt idx="2087">
                  <c:v>43641</c:v>
                </c:pt>
                <c:pt idx="2088">
                  <c:v>43642</c:v>
                </c:pt>
                <c:pt idx="2089">
                  <c:v>43643</c:v>
                </c:pt>
                <c:pt idx="2090">
                  <c:v>43644</c:v>
                </c:pt>
                <c:pt idx="2091">
                  <c:v>43647</c:v>
                </c:pt>
                <c:pt idx="2092">
                  <c:v>43648</c:v>
                </c:pt>
                <c:pt idx="2093">
                  <c:v>43649</c:v>
                </c:pt>
                <c:pt idx="2094">
                  <c:v>43650</c:v>
                </c:pt>
                <c:pt idx="2095">
                  <c:v>43651</c:v>
                </c:pt>
                <c:pt idx="2096">
                  <c:v>43654</c:v>
                </c:pt>
                <c:pt idx="2097">
                  <c:v>43655</c:v>
                </c:pt>
                <c:pt idx="2098">
                  <c:v>43656</c:v>
                </c:pt>
                <c:pt idx="2099">
                  <c:v>43657</c:v>
                </c:pt>
                <c:pt idx="2100">
                  <c:v>43658</c:v>
                </c:pt>
                <c:pt idx="2101">
                  <c:v>43661</c:v>
                </c:pt>
                <c:pt idx="2102">
                  <c:v>43662</c:v>
                </c:pt>
                <c:pt idx="2103">
                  <c:v>43663</c:v>
                </c:pt>
                <c:pt idx="2104">
                  <c:v>43664</c:v>
                </c:pt>
                <c:pt idx="2105">
                  <c:v>43665</c:v>
                </c:pt>
                <c:pt idx="2106">
                  <c:v>43668</c:v>
                </c:pt>
                <c:pt idx="2107">
                  <c:v>43669</c:v>
                </c:pt>
                <c:pt idx="2108">
                  <c:v>43670</c:v>
                </c:pt>
                <c:pt idx="2109">
                  <c:v>43671</c:v>
                </c:pt>
                <c:pt idx="2110">
                  <c:v>43672</c:v>
                </c:pt>
                <c:pt idx="2111">
                  <c:v>43675</c:v>
                </c:pt>
                <c:pt idx="2112">
                  <c:v>43676</c:v>
                </c:pt>
                <c:pt idx="2113">
                  <c:v>43677</c:v>
                </c:pt>
                <c:pt idx="2114">
                  <c:v>43678</c:v>
                </c:pt>
                <c:pt idx="2115">
                  <c:v>43679</c:v>
                </c:pt>
                <c:pt idx="2116">
                  <c:v>43682</c:v>
                </c:pt>
                <c:pt idx="2117">
                  <c:v>43683</c:v>
                </c:pt>
                <c:pt idx="2118">
                  <c:v>43684</c:v>
                </c:pt>
                <c:pt idx="2119">
                  <c:v>43685</c:v>
                </c:pt>
                <c:pt idx="2120">
                  <c:v>43686</c:v>
                </c:pt>
                <c:pt idx="2121">
                  <c:v>43689</c:v>
                </c:pt>
                <c:pt idx="2122">
                  <c:v>43690</c:v>
                </c:pt>
                <c:pt idx="2123">
                  <c:v>43691</c:v>
                </c:pt>
                <c:pt idx="2124">
                  <c:v>43693</c:v>
                </c:pt>
                <c:pt idx="2125">
                  <c:v>43696</c:v>
                </c:pt>
                <c:pt idx="2126">
                  <c:v>43697</c:v>
                </c:pt>
                <c:pt idx="2127">
                  <c:v>43698</c:v>
                </c:pt>
                <c:pt idx="2128">
                  <c:v>43699</c:v>
                </c:pt>
                <c:pt idx="2129">
                  <c:v>43700</c:v>
                </c:pt>
                <c:pt idx="2130">
                  <c:v>43703</c:v>
                </c:pt>
                <c:pt idx="2131">
                  <c:v>43704</c:v>
                </c:pt>
                <c:pt idx="2132">
                  <c:v>43705</c:v>
                </c:pt>
                <c:pt idx="2133">
                  <c:v>43706</c:v>
                </c:pt>
                <c:pt idx="2134">
                  <c:v>43707</c:v>
                </c:pt>
                <c:pt idx="2135">
                  <c:v>43710</c:v>
                </c:pt>
                <c:pt idx="2136">
                  <c:v>43711</c:v>
                </c:pt>
                <c:pt idx="2137">
                  <c:v>43712</c:v>
                </c:pt>
                <c:pt idx="2138">
                  <c:v>43713</c:v>
                </c:pt>
                <c:pt idx="2139">
                  <c:v>43714</c:v>
                </c:pt>
                <c:pt idx="2140">
                  <c:v>43717</c:v>
                </c:pt>
                <c:pt idx="2141">
                  <c:v>43718</c:v>
                </c:pt>
                <c:pt idx="2142">
                  <c:v>43719</c:v>
                </c:pt>
                <c:pt idx="2143">
                  <c:v>43724</c:v>
                </c:pt>
                <c:pt idx="2144">
                  <c:v>43725</c:v>
                </c:pt>
                <c:pt idx="2145">
                  <c:v>43726</c:v>
                </c:pt>
                <c:pt idx="2146">
                  <c:v>43727</c:v>
                </c:pt>
                <c:pt idx="2147">
                  <c:v>43728</c:v>
                </c:pt>
                <c:pt idx="2148">
                  <c:v>43731</c:v>
                </c:pt>
                <c:pt idx="2149">
                  <c:v>43732</c:v>
                </c:pt>
                <c:pt idx="2150">
                  <c:v>43733</c:v>
                </c:pt>
                <c:pt idx="2151">
                  <c:v>43734</c:v>
                </c:pt>
                <c:pt idx="2152">
                  <c:v>43735</c:v>
                </c:pt>
                <c:pt idx="2153">
                  <c:v>43738</c:v>
                </c:pt>
                <c:pt idx="2154">
                  <c:v>43739</c:v>
                </c:pt>
                <c:pt idx="2155">
                  <c:v>43740</c:v>
                </c:pt>
                <c:pt idx="2156">
                  <c:v>43742</c:v>
                </c:pt>
                <c:pt idx="2157">
                  <c:v>43745</c:v>
                </c:pt>
                <c:pt idx="2158">
                  <c:v>43746</c:v>
                </c:pt>
                <c:pt idx="2159">
                  <c:v>43748</c:v>
                </c:pt>
                <c:pt idx="2160">
                  <c:v>43749</c:v>
                </c:pt>
                <c:pt idx="2161">
                  <c:v>43752</c:v>
                </c:pt>
                <c:pt idx="2162">
                  <c:v>43753</c:v>
                </c:pt>
                <c:pt idx="2163">
                  <c:v>43754</c:v>
                </c:pt>
                <c:pt idx="2164">
                  <c:v>43755</c:v>
                </c:pt>
                <c:pt idx="2165">
                  <c:v>43756</c:v>
                </c:pt>
                <c:pt idx="2166">
                  <c:v>43759</c:v>
                </c:pt>
                <c:pt idx="2167">
                  <c:v>43760</c:v>
                </c:pt>
                <c:pt idx="2168">
                  <c:v>43761</c:v>
                </c:pt>
                <c:pt idx="2169">
                  <c:v>43762</c:v>
                </c:pt>
                <c:pt idx="2170">
                  <c:v>43763</c:v>
                </c:pt>
                <c:pt idx="2171">
                  <c:v>43766</c:v>
                </c:pt>
                <c:pt idx="2172">
                  <c:v>43767</c:v>
                </c:pt>
                <c:pt idx="2173">
                  <c:v>43768</c:v>
                </c:pt>
                <c:pt idx="2174">
                  <c:v>43769</c:v>
                </c:pt>
                <c:pt idx="2175">
                  <c:v>43770</c:v>
                </c:pt>
                <c:pt idx="2176">
                  <c:v>43773</c:v>
                </c:pt>
                <c:pt idx="2177">
                  <c:v>43774</c:v>
                </c:pt>
                <c:pt idx="2178">
                  <c:v>43775</c:v>
                </c:pt>
                <c:pt idx="2179">
                  <c:v>43776</c:v>
                </c:pt>
                <c:pt idx="2180">
                  <c:v>43777</c:v>
                </c:pt>
                <c:pt idx="2181">
                  <c:v>43780</c:v>
                </c:pt>
                <c:pt idx="2182">
                  <c:v>43781</c:v>
                </c:pt>
                <c:pt idx="2183">
                  <c:v>43782</c:v>
                </c:pt>
                <c:pt idx="2184">
                  <c:v>43783</c:v>
                </c:pt>
                <c:pt idx="2185">
                  <c:v>43784</c:v>
                </c:pt>
                <c:pt idx="2186">
                  <c:v>43787</c:v>
                </c:pt>
                <c:pt idx="2187">
                  <c:v>43788</c:v>
                </c:pt>
                <c:pt idx="2188">
                  <c:v>43789</c:v>
                </c:pt>
                <c:pt idx="2189">
                  <c:v>43790</c:v>
                </c:pt>
                <c:pt idx="2190">
                  <c:v>43791</c:v>
                </c:pt>
                <c:pt idx="2191">
                  <c:v>43794</c:v>
                </c:pt>
                <c:pt idx="2192">
                  <c:v>43795</c:v>
                </c:pt>
                <c:pt idx="2193">
                  <c:v>43796</c:v>
                </c:pt>
                <c:pt idx="2194">
                  <c:v>43797</c:v>
                </c:pt>
                <c:pt idx="2195">
                  <c:v>43798</c:v>
                </c:pt>
                <c:pt idx="2196">
                  <c:v>43801</c:v>
                </c:pt>
                <c:pt idx="2197">
                  <c:v>43802</c:v>
                </c:pt>
                <c:pt idx="2198">
                  <c:v>43803</c:v>
                </c:pt>
                <c:pt idx="2199">
                  <c:v>43804</c:v>
                </c:pt>
                <c:pt idx="2200">
                  <c:v>43805</c:v>
                </c:pt>
                <c:pt idx="2201">
                  <c:v>43808</c:v>
                </c:pt>
                <c:pt idx="2202">
                  <c:v>43809</c:v>
                </c:pt>
                <c:pt idx="2203">
                  <c:v>43810</c:v>
                </c:pt>
                <c:pt idx="2204">
                  <c:v>43811</c:v>
                </c:pt>
                <c:pt idx="2205">
                  <c:v>43812</c:v>
                </c:pt>
                <c:pt idx="2206">
                  <c:v>43815</c:v>
                </c:pt>
                <c:pt idx="2207">
                  <c:v>43816</c:v>
                </c:pt>
                <c:pt idx="2208">
                  <c:v>43817</c:v>
                </c:pt>
                <c:pt idx="2209">
                  <c:v>43818</c:v>
                </c:pt>
                <c:pt idx="2210">
                  <c:v>43819</c:v>
                </c:pt>
                <c:pt idx="2211">
                  <c:v>43822</c:v>
                </c:pt>
                <c:pt idx="2212">
                  <c:v>43823</c:v>
                </c:pt>
                <c:pt idx="2213">
                  <c:v>43825</c:v>
                </c:pt>
                <c:pt idx="2214">
                  <c:v>43826</c:v>
                </c:pt>
                <c:pt idx="2215">
                  <c:v>43829</c:v>
                </c:pt>
                <c:pt idx="2216">
                  <c:v>43832</c:v>
                </c:pt>
                <c:pt idx="2217">
                  <c:v>43833</c:v>
                </c:pt>
                <c:pt idx="2218">
                  <c:v>43836</c:v>
                </c:pt>
                <c:pt idx="2219">
                  <c:v>43837</c:v>
                </c:pt>
                <c:pt idx="2220">
                  <c:v>43838</c:v>
                </c:pt>
                <c:pt idx="2221">
                  <c:v>43839</c:v>
                </c:pt>
                <c:pt idx="2222">
                  <c:v>43840</c:v>
                </c:pt>
                <c:pt idx="2223">
                  <c:v>43843</c:v>
                </c:pt>
                <c:pt idx="2224">
                  <c:v>43844</c:v>
                </c:pt>
                <c:pt idx="2225">
                  <c:v>43845</c:v>
                </c:pt>
                <c:pt idx="2226">
                  <c:v>43846</c:v>
                </c:pt>
                <c:pt idx="2227">
                  <c:v>43847</c:v>
                </c:pt>
                <c:pt idx="2228">
                  <c:v>43850</c:v>
                </c:pt>
                <c:pt idx="2229">
                  <c:v>43851</c:v>
                </c:pt>
                <c:pt idx="2230">
                  <c:v>43852</c:v>
                </c:pt>
                <c:pt idx="2231">
                  <c:v>43853</c:v>
                </c:pt>
                <c:pt idx="2232">
                  <c:v>43858</c:v>
                </c:pt>
                <c:pt idx="2233">
                  <c:v>43859</c:v>
                </c:pt>
                <c:pt idx="2234">
                  <c:v>43860</c:v>
                </c:pt>
                <c:pt idx="2235">
                  <c:v>43861</c:v>
                </c:pt>
                <c:pt idx="2236">
                  <c:v>43864</c:v>
                </c:pt>
                <c:pt idx="2237">
                  <c:v>43865</c:v>
                </c:pt>
                <c:pt idx="2238">
                  <c:v>43866</c:v>
                </c:pt>
                <c:pt idx="2239">
                  <c:v>43867</c:v>
                </c:pt>
                <c:pt idx="2240">
                  <c:v>43868</c:v>
                </c:pt>
                <c:pt idx="2241">
                  <c:v>43871</c:v>
                </c:pt>
                <c:pt idx="2242">
                  <c:v>43872</c:v>
                </c:pt>
                <c:pt idx="2243">
                  <c:v>43873</c:v>
                </c:pt>
                <c:pt idx="2244">
                  <c:v>43874</c:v>
                </c:pt>
                <c:pt idx="2245">
                  <c:v>43875</c:v>
                </c:pt>
                <c:pt idx="2246">
                  <c:v>43878</c:v>
                </c:pt>
                <c:pt idx="2247">
                  <c:v>43879</c:v>
                </c:pt>
                <c:pt idx="2248">
                  <c:v>43880</c:v>
                </c:pt>
                <c:pt idx="2249">
                  <c:v>43881</c:v>
                </c:pt>
                <c:pt idx="2250">
                  <c:v>43882</c:v>
                </c:pt>
                <c:pt idx="2251">
                  <c:v>43885</c:v>
                </c:pt>
                <c:pt idx="2252">
                  <c:v>43886</c:v>
                </c:pt>
                <c:pt idx="2253">
                  <c:v>43887</c:v>
                </c:pt>
                <c:pt idx="2254">
                  <c:v>43888</c:v>
                </c:pt>
                <c:pt idx="2255">
                  <c:v>43889</c:v>
                </c:pt>
                <c:pt idx="2256">
                  <c:v>43892</c:v>
                </c:pt>
                <c:pt idx="2257">
                  <c:v>43893</c:v>
                </c:pt>
                <c:pt idx="2258">
                  <c:v>43894</c:v>
                </c:pt>
                <c:pt idx="2259">
                  <c:v>43895</c:v>
                </c:pt>
                <c:pt idx="2260">
                  <c:v>43896</c:v>
                </c:pt>
                <c:pt idx="2261">
                  <c:v>43899</c:v>
                </c:pt>
                <c:pt idx="2262">
                  <c:v>43900</c:v>
                </c:pt>
                <c:pt idx="2263">
                  <c:v>43901</c:v>
                </c:pt>
                <c:pt idx="2264">
                  <c:v>43902</c:v>
                </c:pt>
                <c:pt idx="2265">
                  <c:v>43903</c:v>
                </c:pt>
                <c:pt idx="2266">
                  <c:v>43906</c:v>
                </c:pt>
                <c:pt idx="2267">
                  <c:v>43907</c:v>
                </c:pt>
                <c:pt idx="2268">
                  <c:v>43908</c:v>
                </c:pt>
                <c:pt idx="2269">
                  <c:v>43909</c:v>
                </c:pt>
                <c:pt idx="2270">
                  <c:v>43910</c:v>
                </c:pt>
                <c:pt idx="2271">
                  <c:v>43913</c:v>
                </c:pt>
                <c:pt idx="2272">
                  <c:v>43914</c:v>
                </c:pt>
                <c:pt idx="2273">
                  <c:v>43915</c:v>
                </c:pt>
                <c:pt idx="2274">
                  <c:v>43916</c:v>
                </c:pt>
                <c:pt idx="2275">
                  <c:v>43917</c:v>
                </c:pt>
                <c:pt idx="2276">
                  <c:v>43920</c:v>
                </c:pt>
                <c:pt idx="2277">
                  <c:v>43921</c:v>
                </c:pt>
              </c:numCache>
            </c:numRef>
          </c:cat>
          <c:val>
            <c:numRef>
              <c:f>Sheet2!$P$2735:$P$5012</c:f>
              <c:numCache>
                <c:formatCode>0.0%</c:formatCode>
                <c:ptCount val="2278"/>
                <c:pt idx="0">
                  <c:v>0</c:v>
                </c:pt>
                <c:pt idx="1">
                  <c:v>-1.5198225561707801E-4</c:v>
                </c:pt>
                <c:pt idx="2">
                  <c:v>-4.052781103573988E-4</c:v>
                </c:pt>
                <c:pt idx="3">
                  <c:v>-3.2712029099757345E-4</c:v>
                </c:pt>
                <c:pt idx="4">
                  <c:v>-2.1998746693063786E-4</c:v>
                </c:pt>
                <c:pt idx="5">
                  <c:v>-3.5605307492603266E-4</c:v>
                </c:pt>
                <c:pt idx="6">
                  <c:v>-6.9306407105562684E-5</c:v>
                </c:pt>
                <c:pt idx="7">
                  <c:v>-2.1659841851939809E-4</c:v>
                </c:pt>
                <c:pt idx="8">
                  <c:v>-3.9074501718694421E-4</c:v>
                </c:pt>
                <c:pt idx="9">
                  <c:v>-2.6611845725876826E-4</c:v>
                </c:pt>
                <c:pt idx="10">
                  <c:v>-7.2726880489826229E-4</c:v>
                </c:pt>
                <c:pt idx="11">
                  <c:v>-4.5244146669376484E-4</c:v>
                </c:pt>
                <c:pt idx="12">
                  <c:v>-3.5577680579579329E-4</c:v>
                </c:pt>
                <c:pt idx="13">
                  <c:v>-8.9255296519041849E-4</c:v>
                </c:pt>
                <c:pt idx="14">
                  <c:v>-4.8168133984582973E-4</c:v>
                </c:pt>
                <c:pt idx="15">
                  <c:v>7.0155199683163971E-4</c:v>
                </c:pt>
                <c:pt idx="16">
                  <c:v>5.3271156862222391E-4</c:v>
                </c:pt>
                <c:pt idx="17">
                  <c:v>4.3638486936692367E-4</c:v>
                </c:pt>
                <c:pt idx="18">
                  <c:v>-1.4473388388980268E-4</c:v>
                </c:pt>
                <c:pt idx="19">
                  <c:v>-2.4513364122458192E-4</c:v>
                </c:pt>
                <c:pt idx="20">
                  <c:v>-4.41220432620959E-5</c:v>
                </c:pt>
                <c:pt idx="21">
                  <c:v>1.275509453321888E-3</c:v>
                </c:pt>
                <c:pt idx="22">
                  <c:v>1.2425216428424424E-3</c:v>
                </c:pt>
                <c:pt idx="23">
                  <c:v>1.0845967188777283E-3</c:v>
                </c:pt>
                <c:pt idx="24">
                  <c:v>1.3422598277834652E-3</c:v>
                </c:pt>
                <c:pt idx="25">
                  <c:v>1.6699913483220197E-3</c:v>
                </c:pt>
                <c:pt idx="26">
                  <c:v>1.7282984035205118E-3</c:v>
                </c:pt>
                <c:pt idx="27">
                  <c:v>1.1583161894063165E-3</c:v>
                </c:pt>
                <c:pt idx="28">
                  <c:v>2.5726958630541974E-3</c:v>
                </c:pt>
                <c:pt idx="29">
                  <c:v>2.509203281575445E-3</c:v>
                </c:pt>
                <c:pt idx="30">
                  <c:v>2.1705016787411102E-3</c:v>
                </c:pt>
                <c:pt idx="31">
                  <c:v>1.908338897536388E-3</c:v>
                </c:pt>
                <c:pt idx="32">
                  <c:v>2.9748114636287681E-3</c:v>
                </c:pt>
                <c:pt idx="33">
                  <c:v>2.8353439984892814E-3</c:v>
                </c:pt>
                <c:pt idx="34">
                  <c:v>2.1917073703279222E-3</c:v>
                </c:pt>
                <c:pt idx="35">
                  <c:v>1.9456350569565517E-3</c:v>
                </c:pt>
                <c:pt idx="36">
                  <c:v>1.5010501853450764E-3</c:v>
                </c:pt>
                <c:pt idx="37">
                  <c:v>2.0319892205087342E-3</c:v>
                </c:pt>
                <c:pt idx="38">
                  <c:v>1.1819720083685592E-3</c:v>
                </c:pt>
                <c:pt idx="39">
                  <c:v>6.6239392866318525E-4</c:v>
                </c:pt>
                <c:pt idx="40">
                  <c:v>2.9215467089276359E-3</c:v>
                </c:pt>
                <c:pt idx="41">
                  <c:v>4.220187748332993E-3</c:v>
                </c:pt>
                <c:pt idx="42">
                  <c:v>3.696445804625248E-3</c:v>
                </c:pt>
                <c:pt idx="43">
                  <c:v>4.1518942469227493E-3</c:v>
                </c:pt>
                <c:pt idx="44">
                  <c:v>4.241284483223251E-3</c:v>
                </c:pt>
                <c:pt idx="45">
                  <c:v>3.6715265523649121E-3</c:v>
                </c:pt>
                <c:pt idx="46">
                  <c:v>2.67347498324777E-3</c:v>
                </c:pt>
                <c:pt idx="47">
                  <c:v>4.0965519784756932E-3</c:v>
                </c:pt>
                <c:pt idx="48">
                  <c:v>2.3954866571334055E-3</c:v>
                </c:pt>
                <c:pt idx="49">
                  <c:v>4.6782469975639174E-3</c:v>
                </c:pt>
                <c:pt idx="50">
                  <c:v>4.7886984543771272E-3</c:v>
                </c:pt>
                <c:pt idx="51">
                  <c:v>5.5581767277904648E-3</c:v>
                </c:pt>
                <c:pt idx="52">
                  <c:v>6.1276887449815964E-3</c:v>
                </c:pt>
                <c:pt idx="53">
                  <c:v>6.3143313854049365E-3</c:v>
                </c:pt>
                <c:pt idx="54">
                  <c:v>6.2650461096210863E-3</c:v>
                </c:pt>
                <c:pt idx="55">
                  <c:v>6.7213752747374844E-3</c:v>
                </c:pt>
                <c:pt idx="56">
                  <c:v>6.8660076046431762E-3</c:v>
                </c:pt>
                <c:pt idx="57">
                  <c:v>6.8565988694688773E-3</c:v>
                </c:pt>
                <c:pt idx="58">
                  <c:v>6.7882761764488375E-3</c:v>
                </c:pt>
                <c:pt idx="59">
                  <c:v>6.5381252263760903E-3</c:v>
                </c:pt>
                <c:pt idx="60">
                  <c:v>6.2378443996933264E-3</c:v>
                </c:pt>
                <c:pt idx="61">
                  <c:v>5.8413304027422619E-3</c:v>
                </c:pt>
                <c:pt idx="62">
                  <c:v>6.0307413086453376E-3</c:v>
                </c:pt>
                <c:pt idx="63">
                  <c:v>5.5387095892520666E-3</c:v>
                </c:pt>
                <c:pt idx="64">
                  <c:v>5.7411665949251844E-3</c:v>
                </c:pt>
                <c:pt idx="65">
                  <c:v>5.9925608605015945E-3</c:v>
                </c:pt>
                <c:pt idx="66">
                  <c:v>5.8395910328985501E-3</c:v>
                </c:pt>
                <c:pt idx="67">
                  <c:v>5.9914151392994608E-3</c:v>
                </c:pt>
                <c:pt idx="68">
                  <c:v>7.1074224040581502E-3</c:v>
                </c:pt>
                <c:pt idx="69">
                  <c:v>6.4868385449463606E-3</c:v>
                </c:pt>
                <c:pt idx="70">
                  <c:v>5.851518628981589E-3</c:v>
                </c:pt>
                <c:pt idx="71">
                  <c:v>5.9646686253953529E-3</c:v>
                </c:pt>
                <c:pt idx="72">
                  <c:v>6.1717964486336374E-3</c:v>
                </c:pt>
                <c:pt idx="73">
                  <c:v>6.6779218280259567E-3</c:v>
                </c:pt>
                <c:pt idx="74">
                  <c:v>4.9909088525053047E-3</c:v>
                </c:pt>
                <c:pt idx="75">
                  <c:v>3.2930966359268066E-3</c:v>
                </c:pt>
                <c:pt idx="76">
                  <c:v>3.4637393260883442E-3</c:v>
                </c:pt>
                <c:pt idx="77">
                  <c:v>2.4931901301619153E-3</c:v>
                </c:pt>
                <c:pt idx="78">
                  <c:v>3.2453723547454238E-3</c:v>
                </c:pt>
                <c:pt idx="79">
                  <c:v>2.8682768843060202E-3</c:v>
                </c:pt>
                <c:pt idx="80">
                  <c:v>2.8292494636530385E-3</c:v>
                </c:pt>
                <c:pt idx="81">
                  <c:v>3.8138309819135685E-3</c:v>
                </c:pt>
                <c:pt idx="82">
                  <c:v>1.275876235340645E-3</c:v>
                </c:pt>
                <c:pt idx="83">
                  <c:v>3.655548709292411E-3</c:v>
                </c:pt>
                <c:pt idx="84">
                  <c:v>5.3850711347698255E-3</c:v>
                </c:pt>
                <c:pt idx="85">
                  <c:v>7.5612081912868057E-3</c:v>
                </c:pt>
                <c:pt idx="86">
                  <c:v>7.9146932630769218E-3</c:v>
                </c:pt>
                <c:pt idx="87">
                  <c:v>6.8208933002289474E-3</c:v>
                </c:pt>
                <c:pt idx="88">
                  <c:v>9.291826884087806E-3</c:v>
                </c:pt>
                <c:pt idx="89">
                  <c:v>9.3866594516289759E-3</c:v>
                </c:pt>
                <c:pt idx="90">
                  <c:v>9.8818674743690327E-3</c:v>
                </c:pt>
                <c:pt idx="91">
                  <c:v>9.8919900934599791E-3</c:v>
                </c:pt>
                <c:pt idx="92">
                  <c:v>9.2340311342455905E-3</c:v>
                </c:pt>
                <c:pt idx="93">
                  <c:v>1.0634687775906038E-2</c:v>
                </c:pt>
                <c:pt idx="94">
                  <c:v>1.0380910792716413E-2</c:v>
                </c:pt>
                <c:pt idx="95">
                  <c:v>1.1685507043175281E-2</c:v>
                </c:pt>
                <c:pt idx="96">
                  <c:v>1.1702127926583428E-2</c:v>
                </c:pt>
                <c:pt idx="97">
                  <c:v>1.1663107956976115E-2</c:v>
                </c:pt>
                <c:pt idx="98">
                  <c:v>1.2420827758726327E-2</c:v>
                </c:pt>
                <c:pt idx="99">
                  <c:v>1.2315632966065415E-2</c:v>
                </c:pt>
                <c:pt idx="100">
                  <c:v>1.2449966093810882E-2</c:v>
                </c:pt>
                <c:pt idx="101">
                  <c:v>1.1788834526156533E-2</c:v>
                </c:pt>
                <c:pt idx="102">
                  <c:v>1.1791550968594189E-2</c:v>
                </c:pt>
                <c:pt idx="103">
                  <c:v>1.2874340651692462E-2</c:v>
                </c:pt>
                <c:pt idx="104">
                  <c:v>1.2861319691647166E-2</c:v>
                </c:pt>
                <c:pt idx="105">
                  <c:v>1.3169697531292268E-2</c:v>
                </c:pt>
                <c:pt idx="106">
                  <c:v>1.3456825327685218E-2</c:v>
                </c:pt>
                <c:pt idx="107">
                  <c:v>1.3550619380435336E-2</c:v>
                </c:pt>
                <c:pt idx="108">
                  <c:v>1.352286681495074E-2</c:v>
                </c:pt>
                <c:pt idx="109">
                  <c:v>1.3598261924311461E-2</c:v>
                </c:pt>
                <c:pt idx="110">
                  <c:v>1.3910469007327286E-2</c:v>
                </c:pt>
                <c:pt idx="111">
                  <c:v>1.3891437309796695E-2</c:v>
                </c:pt>
                <c:pt idx="112">
                  <c:v>1.4146367033170737E-2</c:v>
                </c:pt>
                <c:pt idx="113">
                  <c:v>1.3854888518573194E-2</c:v>
                </c:pt>
                <c:pt idx="114">
                  <c:v>1.3522575173152918E-2</c:v>
                </c:pt>
                <c:pt idx="115">
                  <c:v>1.4506548499615191E-2</c:v>
                </c:pt>
                <c:pt idx="116">
                  <c:v>1.4750901274707018E-2</c:v>
                </c:pt>
                <c:pt idx="117">
                  <c:v>1.4663438136714224E-2</c:v>
                </c:pt>
                <c:pt idx="118">
                  <c:v>1.5164088188939884E-2</c:v>
                </c:pt>
                <c:pt idx="119">
                  <c:v>1.5250214960085939E-2</c:v>
                </c:pt>
                <c:pt idx="120">
                  <c:v>1.5201113578215186E-2</c:v>
                </c:pt>
                <c:pt idx="121">
                  <c:v>1.5517625326657569E-2</c:v>
                </c:pt>
                <c:pt idx="122">
                  <c:v>1.5497804061542775E-2</c:v>
                </c:pt>
                <c:pt idx="123">
                  <c:v>1.5316515973398559E-2</c:v>
                </c:pt>
                <c:pt idx="124">
                  <c:v>1.4894573062098182E-2</c:v>
                </c:pt>
                <c:pt idx="125">
                  <c:v>1.4403227348049219E-2</c:v>
                </c:pt>
                <c:pt idx="126">
                  <c:v>1.4054761214928435E-2</c:v>
                </c:pt>
                <c:pt idx="127">
                  <c:v>1.3756399692482102E-2</c:v>
                </c:pt>
                <c:pt idx="128">
                  <c:v>1.3763187815495792E-2</c:v>
                </c:pt>
                <c:pt idx="129">
                  <c:v>1.4979734126102651E-2</c:v>
                </c:pt>
                <c:pt idx="130">
                  <c:v>1.6564419311364986E-2</c:v>
                </c:pt>
                <c:pt idx="131">
                  <c:v>1.6414736661887863E-2</c:v>
                </c:pt>
                <c:pt idx="132">
                  <c:v>1.6451279776932948E-2</c:v>
                </c:pt>
                <c:pt idx="133">
                  <c:v>1.6266813837051197E-2</c:v>
                </c:pt>
                <c:pt idx="134">
                  <c:v>1.6726843456006835E-2</c:v>
                </c:pt>
                <c:pt idx="135">
                  <c:v>1.6737492498023698E-2</c:v>
                </c:pt>
                <c:pt idx="136">
                  <c:v>1.6437074693858023E-2</c:v>
                </c:pt>
                <c:pt idx="137">
                  <c:v>1.6654206470866795E-2</c:v>
                </c:pt>
                <c:pt idx="138">
                  <c:v>1.6156012006385057E-2</c:v>
                </c:pt>
                <c:pt idx="139">
                  <c:v>1.6848950415270902E-2</c:v>
                </c:pt>
                <c:pt idx="140">
                  <c:v>1.647443171416052E-2</c:v>
                </c:pt>
                <c:pt idx="141">
                  <c:v>1.6328946298091562E-2</c:v>
                </c:pt>
                <c:pt idx="142">
                  <c:v>1.6962104292837399E-2</c:v>
                </c:pt>
                <c:pt idx="143">
                  <c:v>1.7449268931258866E-2</c:v>
                </c:pt>
                <c:pt idx="144">
                  <c:v>1.6991756705634131E-2</c:v>
                </c:pt>
                <c:pt idx="145">
                  <c:v>1.8556438558254618E-2</c:v>
                </c:pt>
                <c:pt idx="146">
                  <c:v>1.881646599693132E-2</c:v>
                </c:pt>
                <c:pt idx="147">
                  <c:v>1.7724685497388259E-2</c:v>
                </c:pt>
                <c:pt idx="148">
                  <c:v>1.4395391990030593E-2</c:v>
                </c:pt>
                <c:pt idx="149">
                  <c:v>8.610507927085731E-3</c:v>
                </c:pt>
                <c:pt idx="150">
                  <c:v>8.1025711876714368E-4</c:v>
                </c:pt>
                <c:pt idx="151">
                  <c:v>4.8548914104995511E-4</c:v>
                </c:pt>
                <c:pt idx="152">
                  <c:v>1.3456544561863959E-3</c:v>
                </c:pt>
                <c:pt idx="153">
                  <c:v>-2.0726649743905146E-3</c:v>
                </c:pt>
                <c:pt idx="154">
                  <c:v>9.9021725226565716E-3</c:v>
                </c:pt>
                <c:pt idx="155">
                  <c:v>1.0618693073720098E-2</c:v>
                </c:pt>
                <c:pt idx="156">
                  <c:v>7.723346456874447E-3</c:v>
                </c:pt>
                <c:pt idx="157">
                  <c:v>-3.0676417693397129E-3</c:v>
                </c:pt>
                <c:pt idx="158">
                  <c:v>-7.4235998816620796E-3</c:v>
                </c:pt>
                <c:pt idx="159">
                  <c:v>1.1119501652137043E-3</c:v>
                </c:pt>
                <c:pt idx="160">
                  <c:v>-5.583282597753092E-4</c:v>
                </c:pt>
                <c:pt idx="161">
                  <c:v>6.4458274922163383E-4</c:v>
                </c:pt>
                <c:pt idx="162">
                  <c:v>1.8144818200674928E-3</c:v>
                </c:pt>
                <c:pt idx="163">
                  <c:v>5.4708458389258752E-3</c:v>
                </c:pt>
                <c:pt idx="164">
                  <c:v>6.1521431284585759E-3</c:v>
                </c:pt>
                <c:pt idx="165">
                  <c:v>7.5888101712960898E-3</c:v>
                </c:pt>
                <c:pt idx="166">
                  <c:v>7.6311083895548304E-3</c:v>
                </c:pt>
                <c:pt idx="167">
                  <c:v>7.1981369114553218E-3</c:v>
                </c:pt>
                <c:pt idx="168">
                  <c:v>4.330640963068455E-3</c:v>
                </c:pt>
                <c:pt idx="169">
                  <c:v>3.0657531541522509E-3</c:v>
                </c:pt>
                <c:pt idx="170">
                  <c:v>8.9739826884949192E-3</c:v>
                </c:pt>
                <c:pt idx="171">
                  <c:v>9.881069719625879E-3</c:v>
                </c:pt>
                <c:pt idx="172">
                  <c:v>8.2323165248848751E-3</c:v>
                </c:pt>
                <c:pt idx="173">
                  <c:v>4.4329176524656733E-3</c:v>
                </c:pt>
                <c:pt idx="174">
                  <c:v>6.7785704067465646E-3</c:v>
                </c:pt>
                <c:pt idx="175">
                  <c:v>1.2092722167135528E-2</c:v>
                </c:pt>
                <c:pt idx="176">
                  <c:v>1.1281927336905584E-2</c:v>
                </c:pt>
                <c:pt idx="177">
                  <c:v>1.2230477222328284E-2</c:v>
                </c:pt>
                <c:pt idx="178">
                  <c:v>1.2967451451571299E-2</c:v>
                </c:pt>
                <c:pt idx="179">
                  <c:v>1.057209549323479E-2</c:v>
                </c:pt>
                <c:pt idx="180">
                  <c:v>3.5681329679652096E-3</c:v>
                </c:pt>
                <c:pt idx="181">
                  <c:v>-3.9316474613726449E-4</c:v>
                </c:pt>
                <c:pt idx="182">
                  <c:v>1.0766003010104663E-2</c:v>
                </c:pt>
                <c:pt idx="183">
                  <c:v>9.9513796976259394E-3</c:v>
                </c:pt>
                <c:pt idx="184">
                  <c:v>1.3831505369048203E-2</c:v>
                </c:pt>
                <c:pt idx="185">
                  <c:v>1.3848625929210212E-2</c:v>
                </c:pt>
                <c:pt idx="186">
                  <c:v>1.0227819868179444E-2</c:v>
                </c:pt>
                <c:pt idx="187">
                  <c:v>7.225043322322211E-3</c:v>
                </c:pt>
                <c:pt idx="188">
                  <c:v>1.2339947272120289E-2</c:v>
                </c:pt>
                <c:pt idx="189">
                  <c:v>1.6201152865515489E-2</c:v>
                </c:pt>
                <c:pt idx="190">
                  <c:v>1.6449504917375957E-2</c:v>
                </c:pt>
                <c:pt idx="191">
                  <c:v>1.8190509400336397E-2</c:v>
                </c:pt>
                <c:pt idx="192">
                  <c:v>1.8816991933671701E-2</c:v>
                </c:pt>
                <c:pt idx="193">
                  <c:v>1.9230796801261496E-2</c:v>
                </c:pt>
                <c:pt idx="194">
                  <c:v>1.9630271333798244E-2</c:v>
                </c:pt>
                <c:pt idx="195">
                  <c:v>2.0441953028083715E-2</c:v>
                </c:pt>
                <c:pt idx="196">
                  <c:v>2.0024983584433276E-2</c:v>
                </c:pt>
                <c:pt idx="197">
                  <c:v>2.049059079889981E-2</c:v>
                </c:pt>
                <c:pt idx="198">
                  <c:v>1.9488564419673615E-2</c:v>
                </c:pt>
                <c:pt idx="199">
                  <c:v>2.0938843092681125E-2</c:v>
                </c:pt>
                <c:pt idx="200">
                  <c:v>2.2689719485433302E-2</c:v>
                </c:pt>
                <c:pt idx="201">
                  <c:v>2.2679079448569062E-2</c:v>
                </c:pt>
                <c:pt idx="202">
                  <c:v>2.2692231052450107E-2</c:v>
                </c:pt>
                <c:pt idx="203">
                  <c:v>2.2791665160568075E-2</c:v>
                </c:pt>
                <c:pt idx="204">
                  <c:v>2.2709569916760652E-2</c:v>
                </c:pt>
                <c:pt idx="205">
                  <c:v>2.2960871665094085E-2</c:v>
                </c:pt>
                <c:pt idx="206">
                  <c:v>2.2959673230421251E-2</c:v>
                </c:pt>
                <c:pt idx="207">
                  <c:v>2.3018236294436001E-2</c:v>
                </c:pt>
                <c:pt idx="208">
                  <c:v>2.2948038456739428E-2</c:v>
                </c:pt>
                <c:pt idx="209">
                  <c:v>2.3941400236547672E-2</c:v>
                </c:pt>
                <c:pt idx="210">
                  <c:v>2.4072488510359147E-2</c:v>
                </c:pt>
                <c:pt idx="211">
                  <c:v>2.4180387296846906E-2</c:v>
                </c:pt>
                <c:pt idx="212">
                  <c:v>2.419832588539228E-2</c:v>
                </c:pt>
                <c:pt idx="213">
                  <c:v>2.4244382500670403E-2</c:v>
                </c:pt>
                <c:pt idx="214">
                  <c:v>2.6707805245733574E-2</c:v>
                </c:pt>
                <c:pt idx="215">
                  <c:v>2.766216964386059E-2</c:v>
                </c:pt>
                <c:pt idx="216">
                  <c:v>2.7561129445475063E-2</c:v>
                </c:pt>
                <c:pt idx="217">
                  <c:v>2.7129820449410258E-2</c:v>
                </c:pt>
                <c:pt idx="218">
                  <c:v>2.7684200972307504E-2</c:v>
                </c:pt>
                <c:pt idx="219">
                  <c:v>2.69314839519601E-2</c:v>
                </c:pt>
                <c:pt idx="220">
                  <c:v>2.6150082895231797E-2</c:v>
                </c:pt>
                <c:pt idx="221">
                  <c:v>2.6558303045197795E-2</c:v>
                </c:pt>
                <c:pt idx="222">
                  <c:v>2.45843561461212E-2</c:v>
                </c:pt>
                <c:pt idx="223">
                  <c:v>2.5389932240253654E-2</c:v>
                </c:pt>
                <c:pt idx="224">
                  <c:v>2.4368621047737515E-2</c:v>
                </c:pt>
                <c:pt idx="225">
                  <c:v>2.7147521441543865E-2</c:v>
                </c:pt>
                <c:pt idx="226">
                  <c:v>2.9285564612397952E-2</c:v>
                </c:pt>
                <c:pt idx="227">
                  <c:v>2.9003581426666813E-2</c:v>
                </c:pt>
                <c:pt idx="228">
                  <c:v>3.1572675559867092E-2</c:v>
                </c:pt>
                <c:pt idx="229">
                  <c:v>3.1573614377642167E-2</c:v>
                </c:pt>
                <c:pt idx="230">
                  <c:v>3.1579312333367637E-2</c:v>
                </c:pt>
                <c:pt idx="231">
                  <c:v>3.1635408620838024E-2</c:v>
                </c:pt>
                <c:pt idx="232">
                  <c:v>3.1739387977185229E-2</c:v>
                </c:pt>
                <c:pt idx="233">
                  <c:v>3.1742897965896466E-2</c:v>
                </c:pt>
                <c:pt idx="234">
                  <c:v>3.1585204984082571E-2</c:v>
                </c:pt>
                <c:pt idx="235">
                  <c:v>3.2195768447206841E-2</c:v>
                </c:pt>
                <c:pt idx="236">
                  <c:v>3.1798818878921442E-2</c:v>
                </c:pt>
                <c:pt idx="237">
                  <c:v>3.1562220333339552E-2</c:v>
                </c:pt>
                <c:pt idx="238">
                  <c:v>3.022160167597121E-2</c:v>
                </c:pt>
                <c:pt idx="239">
                  <c:v>3.1412127241405963E-2</c:v>
                </c:pt>
                <c:pt idx="240">
                  <c:v>2.8934648820302167E-2</c:v>
                </c:pt>
                <c:pt idx="241">
                  <c:v>3.0017583223692301E-2</c:v>
                </c:pt>
                <c:pt idx="242">
                  <c:v>3.359503974142819E-2</c:v>
                </c:pt>
                <c:pt idx="243">
                  <c:v>3.3564465156715073E-2</c:v>
                </c:pt>
                <c:pt idx="244">
                  <c:v>3.4356119131504159E-2</c:v>
                </c:pt>
                <c:pt idx="245">
                  <c:v>3.4023726062134552E-2</c:v>
                </c:pt>
                <c:pt idx="246">
                  <c:v>3.3560286646308946E-2</c:v>
                </c:pt>
                <c:pt idx="247">
                  <c:v>3.2774752035315102E-2</c:v>
                </c:pt>
                <c:pt idx="248">
                  <c:v>3.2749208643694794E-2</c:v>
                </c:pt>
                <c:pt idx="249">
                  <c:v>3.2976545428599624E-2</c:v>
                </c:pt>
                <c:pt idx="250">
                  <c:v>3.5476164466919924E-2</c:v>
                </c:pt>
                <c:pt idx="251">
                  <c:v>3.5197081493694271E-2</c:v>
                </c:pt>
                <c:pt idx="252">
                  <c:v>3.5049710132783685E-2</c:v>
                </c:pt>
                <c:pt idx="253">
                  <c:v>3.4350313814161759E-2</c:v>
                </c:pt>
                <c:pt idx="254">
                  <c:v>3.3559253862761262E-2</c:v>
                </c:pt>
                <c:pt idx="255">
                  <c:v>3.4936156477381353E-2</c:v>
                </c:pt>
                <c:pt idx="256">
                  <c:v>3.4691834870510641E-2</c:v>
                </c:pt>
                <c:pt idx="257">
                  <c:v>3.549619420139194E-2</c:v>
                </c:pt>
                <c:pt idx="258">
                  <c:v>3.5933528546232218E-2</c:v>
                </c:pt>
                <c:pt idx="259">
                  <c:v>3.5508897984135146E-2</c:v>
                </c:pt>
                <c:pt idx="260">
                  <c:v>3.6687303668802573E-2</c:v>
                </c:pt>
                <c:pt idx="261">
                  <c:v>3.6688641765846408E-2</c:v>
                </c:pt>
                <c:pt idx="262">
                  <c:v>3.714941659437343E-2</c:v>
                </c:pt>
                <c:pt idx="263">
                  <c:v>3.7405106400312582E-2</c:v>
                </c:pt>
                <c:pt idx="264">
                  <c:v>3.7360717446389691E-2</c:v>
                </c:pt>
                <c:pt idx="265">
                  <c:v>3.7323833885719027E-2</c:v>
                </c:pt>
                <c:pt idx="266">
                  <c:v>3.7203364532269023E-2</c:v>
                </c:pt>
                <c:pt idx="267">
                  <c:v>3.7667491360328431E-2</c:v>
                </c:pt>
                <c:pt idx="268">
                  <c:v>3.7587735195513394E-2</c:v>
                </c:pt>
                <c:pt idx="269">
                  <c:v>3.7573426220386619E-2</c:v>
                </c:pt>
                <c:pt idx="270">
                  <c:v>3.7265963321517215E-2</c:v>
                </c:pt>
                <c:pt idx="271">
                  <c:v>3.7584782854358956E-2</c:v>
                </c:pt>
                <c:pt idx="272">
                  <c:v>3.7533153172512268E-2</c:v>
                </c:pt>
                <c:pt idx="273">
                  <c:v>3.7412119206074568E-2</c:v>
                </c:pt>
                <c:pt idx="274">
                  <c:v>3.6906803725817783E-2</c:v>
                </c:pt>
                <c:pt idx="275">
                  <c:v>3.6534023190039289E-2</c:v>
                </c:pt>
                <c:pt idx="276">
                  <c:v>3.7459635462962826E-2</c:v>
                </c:pt>
                <c:pt idx="277">
                  <c:v>3.7154453034399904E-2</c:v>
                </c:pt>
                <c:pt idx="278">
                  <c:v>3.7240530135820293E-2</c:v>
                </c:pt>
                <c:pt idx="279">
                  <c:v>3.645889247310885E-2</c:v>
                </c:pt>
                <c:pt idx="280">
                  <c:v>3.7696448913792424E-2</c:v>
                </c:pt>
                <c:pt idx="281">
                  <c:v>3.6877687544979554E-2</c:v>
                </c:pt>
                <c:pt idx="282">
                  <c:v>3.683795370032783E-2</c:v>
                </c:pt>
                <c:pt idx="283">
                  <c:v>3.6856488289240152E-2</c:v>
                </c:pt>
                <c:pt idx="284">
                  <c:v>3.6629010896812253E-2</c:v>
                </c:pt>
                <c:pt idx="285">
                  <c:v>3.7623139875769263E-2</c:v>
                </c:pt>
                <c:pt idx="286">
                  <c:v>3.7220696649425067E-2</c:v>
                </c:pt>
                <c:pt idx="287">
                  <c:v>3.8347298946214914E-2</c:v>
                </c:pt>
                <c:pt idx="288">
                  <c:v>3.7940015793867188E-2</c:v>
                </c:pt>
                <c:pt idx="289">
                  <c:v>3.7045798884912329E-2</c:v>
                </c:pt>
                <c:pt idx="290">
                  <c:v>3.6938873145660689E-2</c:v>
                </c:pt>
                <c:pt idx="291">
                  <c:v>3.7862728173263305E-2</c:v>
                </c:pt>
                <c:pt idx="292">
                  <c:v>3.8382720454366193E-2</c:v>
                </c:pt>
                <c:pt idx="293">
                  <c:v>3.8946798721240961E-2</c:v>
                </c:pt>
                <c:pt idx="294">
                  <c:v>3.854114010593479E-2</c:v>
                </c:pt>
                <c:pt idx="295">
                  <c:v>3.7919480343322265E-2</c:v>
                </c:pt>
                <c:pt idx="296">
                  <c:v>3.8470756319211485E-2</c:v>
                </c:pt>
                <c:pt idx="297">
                  <c:v>3.7694313021125803E-2</c:v>
                </c:pt>
                <c:pt idx="298">
                  <c:v>3.6738280143255753E-2</c:v>
                </c:pt>
                <c:pt idx="299">
                  <c:v>3.6774036859262837E-2</c:v>
                </c:pt>
                <c:pt idx="300">
                  <c:v>3.7362643337804591E-2</c:v>
                </c:pt>
                <c:pt idx="301">
                  <c:v>3.6647753855261977E-2</c:v>
                </c:pt>
                <c:pt idx="302">
                  <c:v>3.6888033576693458E-2</c:v>
                </c:pt>
                <c:pt idx="303">
                  <c:v>3.7629705459351626E-2</c:v>
                </c:pt>
                <c:pt idx="304">
                  <c:v>3.7564218784925996E-2</c:v>
                </c:pt>
                <c:pt idx="305">
                  <c:v>3.7574701683147582E-2</c:v>
                </c:pt>
                <c:pt idx="306">
                  <c:v>3.7762987389378666E-2</c:v>
                </c:pt>
                <c:pt idx="307">
                  <c:v>3.6657148582921573E-2</c:v>
                </c:pt>
                <c:pt idx="308">
                  <c:v>3.7103211921404311E-2</c:v>
                </c:pt>
                <c:pt idx="309">
                  <c:v>3.8081950465787218E-2</c:v>
                </c:pt>
                <c:pt idx="310">
                  <c:v>3.8261462368267107E-2</c:v>
                </c:pt>
                <c:pt idx="311">
                  <c:v>3.7508187282812799E-2</c:v>
                </c:pt>
                <c:pt idx="312">
                  <c:v>3.6215731528905226E-2</c:v>
                </c:pt>
                <c:pt idx="313">
                  <c:v>3.8108844944573339E-2</c:v>
                </c:pt>
                <c:pt idx="314">
                  <c:v>3.7533083072831541E-2</c:v>
                </c:pt>
                <c:pt idx="315">
                  <c:v>3.7529144636308298E-2</c:v>
                </c:pt>
                <c:pt idx="316">
                  <c:v>3.9140990415133414E-2</c:v>
                </c:pt>
                <c:pt idx="317">
                  <c:v>3.9285985050092065E-2</c:v>
                </c:pt>
                <c:pt idx="318">
                  <c:v>3.9682716607939872E-2</c:v>
                </c:pt>
                <c:pt idx="319">
                  <c:v>3.8980236939631041E-2</c:v>
                </c:pt>
                <c:pt idx="320">
                  <c:v>3.972331428289122E-2</c:v>
                </c:pt>
                <c:pt idx="321">
                  <c:v>4.0020043417950069E-2</c:v>
                </c:pt>
                <c:pt idx="322">
                  <c:v>3.9369954354397607E-2</c:v>
                </c:pt>
                <c:pt idx="323">
                  <c:v>3.9559419088045944E-2</c:v>
                </c:pt>
                <c:pt idx="324">
                  <c:v>4.0606492915926773E-2</c:v>
                </c:pt>
                <c:pt idx="325">
                  <c:v>4.0639780549781235E-2</c:v>
                </c:pt>
                <c:pt idx="326">
                  <c:v>4.0802158237902897E-2</c:v>
                </c:pt>
                <c:pt idx="327">
                  <c:v>4.0792690289623734E-2</c:v>
                </c:pt>
                <c:pt idx="328">
                  <c:v>4.0682772170629766E-2</c:v>
                </c:pt>
                <c:pt idx="329">
                  <c:v>4.0343818136865495E-2</c:v>
                </c:pt>
                <c:pt idx="330">
                  <c:v>4.0137482136800129E-2</c:v>
                </c:pt>
                <c:pt idx="331">
                  <c:v>3.957871958152126E-2</c:v>
                </c:pt>
                <c:pt idx="332">
                  <c:v>3.9748602720041659E-2</c:v>
                </c:pt>
                <c:pt idx="333">
                  <c:v>4.0225962307298357E-2</c:v>
                </c:pt>
                <c:pt idx="334">
                  <c:v>4.1382858134532241E-2</c:v>
                </c:pt>
                <c:pt idx="335">
                  <c:v>4.1203995372782631E-2</c:v>
                </c:pt>
                <c:pt idx="336">
                  <c:v>4.1584462887055085E-2</c:v>
                </c:pt>
                <c:pt idx="337">
                  <c:v>4.1678456368682282E-2</c:v>
                </c:pt>
                <c:pt idx="338">
                  <c:v>4.1996775519143159E-2</c:v>
                </c:pt>
                <c:pt idx="339">
                  <c:v>4.1998649146452238E-2</c:v>
                </c:pt>
                <c:pt idx="340">
                  <c:v>4.1973085498636209E-2</c:v>
                </c:pt>
                <c:pt idx="341">
                  <c:v>4.147476392654259E-2</c:v>
                </c:pt>
                <c:pt idx="342">
                  <c:v>4.1626876872619456E-2</c:v>
                </c:pt>
                <c:pt idx="343">
                  <c:v>3.9358456359889327E-2</c:v>
                </c:pt>
                <c:pt idx="344">
                  <c:v>4.0705916848978396E-2</c:v>
                </c:pt>
                <c:pt idx="345">
                  <c:v>4.2395075236156488E-2</c:v>
                </c:pt>
                <c:pt idx="346">
                  <c:v>4.1470095950455255E-2</c:v>
                </c:pt>
                <c:pt idx="347">
                  <c:v>4.1764238918056029E-2</c:v>
                </c:pt>
                <c:pt idx="348">
                  <c:v>4.2171396072987366E-2</c:v>
                </c:pt>
                <c:pt idx="349">
                  <c:v>4.3439473794027794E-2</c:v>
                </c:pt>
                <c:pt idx="350">
                  <c:v>4.3290687353146007E-2</c:v>
                </c:pt>
                <c:pt idx="351">
                  <c:v>4.3119939540714691E-2</c:v>
                </c:pt>
                <c:pt idx="352">
                  <c:v>4.2813083419633302E-2</c:v>
                </c:pt>
                <c:pt idx="353">
                  <c:v>4.07183341644759E-2</c:v>
                </c:pt>
                <c:pt idx="354">
                  <c:v>4.1925719699175357E-2</c:v>
                </c:pt>
                <c:pt idx="355">
                  <c:v>4.4771572134684967E-2</c:v>
                </c:pt>
                <c:pt idx="356">
                  <c:v>4.4297227809170225E-2</c:v>
                </c:pt>
                <c:pt idx="357">
                  <c:v>4.5709191254426407E-2</c:v>
                </c:pt>
                <c:pt idx="358">
                  <c:v>4.5347089484212733E-2</c:v>
                </c:pt>
                <c:pt idx="359">
                  <c:v>4.5503435496644706E-2</c:v>
                </c:pt>
                <c:pt idx="360">
                  <c:v>4.5849008678287784E-2</c:v>
                </c:pt>
                <c:pt idx="361">
                  <c:v>4.5467074270610142E-2</c:v>
                </c:pt>
                <c:pt idx="362">
                  <c:v>4.6608275121182485E-2</c:v>
                </c:pt>
                <c:pt idx="363">
                  <c:v>4.6601039968075963E-2</c:v>
                </c:pt>
                <c:pt idx="364">
                  <c:v>4.6797586773719591E-2</c:v>
                </c:pt>
                <c:pt idx="365">
                  <c:v>4.6595167097561951E-2</c:v>
                </c:pt>
                <c:pt idx="366">
                  <c:v>4.568604587887104E-2</c:v>
                </c:pt>
                <c:pt idx="367">
                  <c:v>4.4648793558334066E-2</c:v>
                </c:pt>
                <c:pt idx="368">
                  <c:v>4.4230663529994385E-2</c:v>
                </c:pt>
                <c:pt idx="369">
                  <c:v>4.4301635862294964E-2</c:v>
                </c:pt>
                <c:pt idx="370">
                  <c:v>4.435536002972762E-2</c:v>
                </c:pt>
                <c:pt idx="371">
                  <c:v>4.6372727785929491E-2</c:v>
                </c:pt>
                <c:pt idx="372">
                  <c:v>4.624502697691546E-2</c:v>
                </c:pt>
                <c:pt idx="373">
                  <c:v>4.6949784194438737E-2</c:v>
                </c:pt>
                <c:pt idx="374">
                  <c:v>4.7183644459863894E-2</c:v>
                </c:pt>
                <c:pt idx="375">
                  <c:v>4.716385770438325E-2</c:v>
                </c:pt>
                <c:pt idx="376">
                  <c:v>4.6586426325783248E-2</c:v>
                </c:pt>
                <c:pt idx="377">
                  <c:v>4.5626675317562815E-2</c:v>
                </c:pt>
                <c:pt idx="378">
                  <c:v>4.5310948501166792E-2</c:v>
                </c:pt>
                <c:pt idx="379">
                  <c:v>4.5098932118557089E-2</c:v>
                </c:pt>
                <c:pt idx="380">
                  <c:v>4.2792506422861143E-2</c:v>
                </c:pt>
                <c:pt idx="381">
                  <c:v>4.5055078115989189E-2</c:v>
                </c:pt>
                <c:pt idx="382">
                  <c:v>4.5334246510595477E-2</c:v>
                </c:pt>
                <c:pt idx="383">
                  <c:v>4.5682191267357397E-2</c:v>
                </c:pt>
                <c:pt idx="384">
                  <c:v>4.4117070556223714E-2</c:v>
                </c:pt>
                <c:pt idx="385">
                  <c:v>4.6167931239513793E-2</c:v>
                </c:pt>
                <c:pt idx="386">
                  <c:v>4.6130839247988775E-2</c:v>
                </c:pt>
                <c:pt idx="387">
                  <c:v>4.4224757968844064E-2</c:v>
                </c:pt>
                <c:pt idx="388">
                  <c:v>4.4702335090045175E-2</c:v>
                </c:pt>
                <c:pt idx="389">
                  <c:v>4.3095726728253791E-2</c:v>
                </c:pt>
                <c:pt idx="390">
                  <c:v>4.4177273164761055E-2</c:v>
                </c:pt>
                <c:pt idx="391">
                  <c:v>4.7920935063000769E-2</c:v>
                </c:pt>
                <c:pt idx="392">
                  <c:v>4.8805624377121437E-2</c:v>
                </c:pt>
                <c:pt idx="393">
                  <c:v>5.0559256399558494E-2</c:v>
                </c:pt>
                <c:pt idx="394">
                  <c:v>5.0470128859199215E-2</c:v>
                </c:pt>
                <c:pt idx="395">
                  <c:v>5.0134239424176941E-2</c:v>
                </c:pt>
                <c:pt idx="396">
                  <c:v>4.9392843352206839E-2</c:v>
                </c:pt>
                <c:pt idx="397">
                  <c:v>5.1154147228477109E-2</c:v>
                </c:pt>
                <c:pt idx="398">
                  <c:v>5.1159640196702494E-2</c:v>
                </c:pt>
                <c:pt idx="399">
                  <c:v>5.1606415459274579E-2</c:v>
                </c:pt>
                <c:pt idx="400">
                  <c:v>5.2247611093299895E-2</c:v>
                </c:pt>
                <c:pt idx="401">
                  <c:v>5.2243829577289125E-2</c:v>
                </c:pt>
                <c:pt idx="402">
                  <c:v>5.2300335162035028E-2</c:v>
                </c:pt>
                <c:pt idx="403">
                  <c:v>5.240877581096437E-2</c:v>
                </c:pt>
                <c:pt idx="404">
                  <c:v>5.2410366487359417E-2</c:v>
                </c:pt>
                <c:pt idx="405">
                  <c:v>5.2508655243048485E-2</c:v>
                </c:pt>
                <c:pt idx="406">
                  <c:v>5.2509589225880671E-2</c:v>
                </c:pt>
                <c:pt idx="407">
                  <c:v>5.2510273611569791E-2</c:v>
                </c:pt>
                <c:pt idx="408">
                  <c:v>5.2495013387367839E-2</c:v>
                </c:pt>
                <c:pt idx="409">
                  <c:v>5.2541943800391122E-2</c:v>
                </c:pt>
                <c:pt idx="410">
                  <c:v>5.247969130648733E-2</c:v>
                </c:pt>
                <c:pt idx="411">
                  <c:v>5.2377486089641767E-2</c:v>
                </c:pt>
                <c:pt idx="412">
                  <c:v>5.2351432998612557E-2</c:v>
                </c:pt>
                <c:pt idx="413">
                  <c:v>5.2574528210041493E-2</c:v>
                </c:pt>
                <c:pt idx="414">
                  <c:v>5.2265741096287122E-2</c:v>
                </c:pt>
                <c:pt idx="415">
                  <c:v>5.2195228281582517E-2</c:v>
                </c:pt>
                <c:pt idx="416">
                  <c:v>5.2319965813412028E-2</c:v>
                </c:pt>
                <c:pt idx="417">
                  <c:v>5.2206283844097756E-2</c:v>
                </c:pt>
                <c:pt idx="418">
                  <c:v>5.1310355603575442E-2</c:v>
                </c:pt>
                <c:pt idx="419">
                  <c:v>5.1630014963294002E-2</c:v>
                </c:pt>
                <c:pt idx="420">
                  <c:v>5.3667439248720528E-2</c:v>
                </c:pt>
                <c:pt idx="421">
                  <c:v>5.3598051998478002E-2</c:v>
                </c:pt>
                <c:pt idx="422">
                  <c:v>5.3517294546204686E-2</c:v>
                </c:pt>
                <c:pt idx="423">
                  <c:v>5.4109422944000896E-2</c:v>
                </c:pt>
                <c:pt idx="424">
                  <c:v>5.4106387379907139E-2</c:v>
                </c:pt>
                <c:pt idx="425">
                  <c:v>5.4431716682906583E-2</c:v>
                </c:pt>
                <c:pt idx="426">
                  <c:v>5.4594314490073348E-2</c:v>
                </c:pt>
                <c:pt idx="427">
                  <c:v>5.4558226112103814E-2</c:v>
                </c:pt>
                <c:pt idx="428">
                  <c:v>5.4532428480527639E-2</c:v>
                </c:pt>
                <c:pt idx="429">
                  <c:v>5.4893395051657023E-2</c:v>
                </c:pt>
                <c:pt idx="430">
                  <c:v>5.4775545314990071E-2</c:v>
                </c:pt>
                <c:pt idx="431">
                  <c:v>5.475841003274784E-2</c:v>
                </c:pt>
                <c:pt idx="432">
                  <c:v>5.4938839231331693E-2</c:v>
                </c:pt>
                <c:pt idx="433">
                  <c:v>5.5067677838103735E-2</c:v>
                </c:pt>
                <c:pt idx="434">
                  <c:v>5.501952635294971E-2</c:v>
                </c:pt>
                <c:pt idx="435">
                  <c:v>5.4959022827757775E-2</c:v>
                </c:pt>
                <c:pt idx="436">
                  <c:v>5.4959931819531183E-2</c:v>
                </c:pt>
                <c:pt idx="437">
                  <c:v>5.5010697441201795E-2</c:v>
                </c:pt>
                <c:pt idx="438">
                  <c:v>5.4999172615599279E-2</c:v>
                </c:pt>
                <c:pt idx="439">
                  <c:v>5.5156999893215986E-2</c:v>
                </c:pt>
                <c:pt idx="440">
                  <c:v>5.5171350978844402E-2</c:v>
                </c:pt>
                <c:pt idx="441">
                  <c:v>5.5265116290867056E-2</c:v>
                </c:pt>
                <c:pt idx="442">
                  <c:v>5.5052055480384721E-2</c:v>
                </c:pt>
                <c:pt idx="443">
                  <c:v>5.4992207049693875E-2</c:v>
                </c:pt>
                <c:pt idx="444">
                  <c:v>5.4832724023002544E-2</c:v>
                </c:pt>
                <c:pt idx="445">
                  <c:v>5.5300583728439157E-2</c:v>
                </c:pt>
                <c:pt idx="446">
                  <c:v>5.5554965338371676E-2</c:v>
                </c:pt>
                <c:pt idx="447">
                  <c:v>5.56415042499534E-2</c:v>
                </c:pt>
                <c:pt idx="448">
                  <c:v>5.5537641578381369E-2</c:v>
                </c:pt>
                <c:pt idx="449">
                  <c:v>5.5478641478330704E-2</c:v>
                </c:pt>
                <c:pt idx="450">
                  <c:v>5.5201182843376717E-2</c:v>
                </c:pt>
                <c:pt idx="451">
                  <c:v>5.4838237478681662E-2</c:v>
                </c:pt>
                <c:pt idx="452">
                  <c:v>5.5274641565467797E-2</c:v>
                </c:pt>
                <c:pt idx="453">
                  <c:v>5.4455564340166851E-2</c:v>
                </c:pt>
                <c:pt idx="454">
                  <c:v>5.459676257510937E-2</c:v>
                </c:pt>
                <c:pt idx="455">
                  <c:v>5.4839609703295489E-2</c:v>
                </c:pt>
                <c:pt idx="456">
                  <c:v>5.5273371280492367E-2</c:v>
                </c:pt>
                <c:pt idx="457">
                  <c:v>5.4754617295280861E-2</c:v>
                </c:pt>
                <c:pt idx="458">
                  <c:v>5.5650491861935825E-2</c:v>
                </c:pt>
                <c:pt idx="459">
                  <c:v>5.5340704509490357E-2</c:v>
                </c:pt>
                <c:pt idx="460">
                  <c:v>5.601062805880952E-2</c:v>
                </c:pt>
                <c:pt idx="461">
                  <c:v>5.6250281795375612E-2</c:v>
                </c:pt>
                <c:pt idx="462">
                  <c:v>5.5761353090584942E-2</c:v>
                </c:pt>
                <c:pt idx="463">
                  <c:v>5.5435961524139099E-2</c:v>
                </c:pt>
                <c:pt idx="464">
                  <c:v>5.5302564562078604E-2</c:v>
                </c:pt>
                <c:pt idx="465">
                  <c:v>5.4951687821749529E-2</c:v>
                </c:pt>
                <c:pt idx="466">
                  <c:v>5.5226856840173921E-2</c:v>
                </c:pt>
                <c:pt idx="467">
                  <c:v>5.4330347444077942E-2</c:v>
                </c:pt>
                <c:pt idx="468">
                  <c:v>5.3899130737334988E-2</c:v>
                </c:pt>
                <c:pt idx="469">
                  <c:v>5.4827577745199862E-2</c:v>
                </c:pt>
                <c:pt idx="470">
                  <c:v>5.546232700763154E-2</c:v>
                </c:pt>
                <c:pt idx="471">
                  <c:v>5.5260897445952417E-2</c:v>
                </c:pt>
                <c:pt idx="472">
                  <c:v>5.6020352824511344E-2</c:v>
                </c:pt>
                <c:pt idx="473">
                  <c:v>5.6492124427559798E-2</c:v>
                </c:pt>
                <c:pt idx="474">
                  <c:v>5.6351973331171035E-2</c:v>
                </c:pt>
                <c:pt idx="475">
                  <c:v>5.6927865054598348E-2</c:v>
                </c:pt>
                <c:pt idx="476">
                  <c:v>5.6674782412774571E-2</c:v>
                </c:pt>
                <c:pt idx="477">
                  <c:v>5.7251312019581335E-2</c:v>
                </c:pt>
                <c:pt idx="478">
                  <c:v>5.7194437125284603E-2</c:v>
                </c:pt>
                <c:pt idx="479">
                  <c:v>5.7366430786789602E-2</c:v>
                </c:pt>
                <c:pt idx="480">
                  <c:v>5.7293871886091585E-2</c:v>
                </c:pt>
                <c:pt idx="481">
                  <c:v>5.7503168349515188E-2</c:v>
                </c:pt>
                <c:pt idx="482">
                  <c:v>5.7549496495091446E-2</c:v>
                </c:pt>
                <c:pt idx="483">
                  <c:v>5.7635132695179059E-2</c:v>
                </c:pt>
                <c:pt idx="484">
                  <c:v>5.7640096149790598E-2</c:v>
                </c:pt>
                <c:pt idx="485">
                  <c:v>5.7655052767741188E-2</c:v>
                </c:pt>
                <c:pt idx="486">
                  <c:v>5.763501410392069E-2</c:v>
                </c:pt>
                <c:pt idx="487">
                  <c:v>5.7425890694631887E-2</c:v>
                </c:pt>
                <c:pt idx="488">
                  <c:v>5.7610809186796619E-2</c:v>
                </c:pt>
                <c:pt idx="489">
                  <c:v>5.782682614568424E-2</c:v>
                </c:pt>
                <c:pt idx="490">
                  <c:v>5.7715802080676837E-2</c:v>
                </c:pt>
                <c:pt idx="491">
                  <c:v>5.7654529519259978E-2</c:v>
                </c:pt>
                <c:pt idx="492">
                  <c:v>5.8015418475640623E-2</c:v>
                </c:pt>
                <c:pt idx="493">
                  <c:v>5.8003722298879179E-2</c:v>
                </c:pt>
                <c:pt idx="494">
                  <c:v>5.8011920504132841E-2</c:v>
                </c:pt>
                <c:pt idx="495">
                  <c:v>5.7972784424649593E-2</c:v>
                </c:pt>
                <c:pt idx="496">
                  <c:v>5.788288788752094E-2</c:v>
                </c:pt>
                <c:pt idx="497">
                  <c:v>5.7344304822765313E-2</c:v>
                </c:pt>
                <c:pt idx="498">
                  <c:v>5.7719640299009112E-2</c:v>
                </c:pt>
                <c:pt idx="499">
                  <c:v>5.7979615872016721E-2</c:v>
                </c:pt>
                <c:pt idx="500">
                  <c:v>5.8005857605493594E-2</c:v>
                </c:pt>
                <c:pt idx="501">
                  <c:v>5.8309242872800371E-2</c:v>
                </c:pt>
                <c:pt idx="502">
                  <c:v>5.8414521301259459E-2</c:v>
                </c:pt>
                <c:pt idx="503">
                  <c:v>5.8261981790231343E-2</c:v>
                </c:pt>
                <c:pt idx="504">
                  <c:v>5.8464589107479203E-2</c:v>
                </c:pt>
                <c:pt idx="505">
                  <c:v>5.8340156047038016E-2</c:v>
                </c:pt>
                <c:pt idx="506">
                  <c:v>5.8745124140294092E-2</c:v>
                </c:pt>
                <c:pt idx="507">
                  <c:v>5.8779397536546485E-2</c:v>
                </c:pt>
                <c:pt idx="508">
                  <c:v>5.8784596309227388E-2</c:v>
                </c:pt>
                <c:pt idx="509">
                  <c:v>5.8778552968429376E-2</c:v>
                </c:pt>
                <c:pt idx="510">
                  <c:v>5.8796177025574381E-2</c:v>
                </c:pt>
                <c:pt idx="511">
                  <c:v>5.8743179778772303E-2</c:v>
                </c:pt>
                <c:pt idx="512">
                  <c:v>5.8873769376536322E-2</c:v>
                </c:pt>
                <c:pt idx="513">
                  <c:v>5.8938590018364989E-2</c:v>
                </c:pt>
                <c:pt idx="514">
                  <c:v>5.8855730789588612E-2</c:v>
                </c:pt>
                <c:pt idx="515">
                  <c:v>5.871950946062543E-2</c:v>
                </c:pt>
                <c:pt idx="516">
                  <c:v>5.9056928992869961E-2</c:v>
                </c:pt>
                <c:pt idx="517">
                  <c:v>5.914403351498676E-2</c:v>
                </c:pt>
                <c:pt idx="518">
                  <c:v>5.9128354547116402E-2</c:v>
                </c:pt>
                <c:pt idx="519">
                  <c:v>5.9107277935231295E-2</c:v>
                </c:pt>
                <c:pt idx="520">
                  <c:v>5.9062599753482825E-2</c:v>
                </c:pt>
                <c:pt idx="521">
                  <c:v>5.8901130116971623E-2</c:v>
                </c:pt>
                <c:pt idx="522">
                  <c:v>5.8835265990909491E-2</c:v>
                </c:pt>
                <c:pt idx="523">
                  <c:v>5.8791348931189424E-2</c:v>
                </c:pt>
                <c:pt idx="524">
                  <c:v>5.9252604698380118E-2</c:v>
                </c:pt>
                <c:pt idx="525">
                  <c:v>5.9219840578608185E-2</c:v>
                </c:pt>
                <c:pt idx="526">
                  <c:v>5.9583913389840815E-2</c:v>
                </c:pt>
                <c:pt idx="527">
                  <c:v>5.9574737951677448E-2</c:v>
                </c:pt>
                <c:pt idx="528">
                  <c:v>5.9569577269383611E-2</c:v>
                </c:pt>
                <c:pt idx="529">
                  <c:v>5.9568886902944707E-2</c:v>
                </c:pt>
                <c:pt idx="530">
                  <c:v>5.9550332570064923E-2</c:v>
                </c:pt>
                <c:pt idx="531">
                  <c:v>5.926686512502044E-2</c:v>
                </c:pt>
                <c:pt idx="532">
                  <c:v>5.9498097416230022E-2</c:v>
                </c:pt>
                <c:pt idx="533">
                  <c:v>5.9450238590090021E-2</c:v>
                </c:pt>
                <c:pt idx="534">
                  <c:v>5.9640465577951884E-2</c:v>
                </c:pt>
                <c:pt idx="535">
                  <c:v>5.9825118393421084E-2</c:v>
                </c:pt>
                <c:pt idx="536">
                  <c:v>5.9786917842565179E-2</c:v>
                </c:pt>
                <c:pt idx="537">
                  <c:v>5.9445623849711748E-2</c:v>
                </c:pt>
                <c:pt idx="538">
                  <c:v>5.9794970287119442E-2</c:v>
                </c:pt>
                <c:pt idx="539">
                  <c:v>5.973868187238518E-2</c:v>
                </c:pt>
                <c:pt idx="540">
                  <c:v>5.9631828996332015E-2</c:v>
                </c:pt>
                <c:pt idx="541">
                  <c:v>6.0046367194924732E-2</c:v>
                </c:pt>
                <c:pt idx="542">
                  <c:v>6.0068796973125727E-2</c:v>
                </c:pt>
                <c:pt idx="543">
                  <c:v>6.0111496182534419E-2</c:v>
                </c:pt>
                <c:pt idx="544">
                  <c:v>6.026865127393799E-2</c:v>
                </c:pt>
                <c:pt idx="545">
                  <c:v>6.0224553371732381E-2</c:v>
                </c:pt>
                <c:pt idx="546">
                  <c:v>6.0221715441828305E-2</c:v>
                </c:pt>
                <c:pt idx="547">
                  <c:v>6.0403690788502717E-2</c:v>
                </c:pt>
                <c:pt idx="548">
                  <c:v>6.0427592320312695E-2</c:v>
                </c:pt>
                <c:pt idx="549">
                  <c:v>6.0507093420706926E-2</c:v>
                </c:pt>
                <c:pt idx="550">
                  <c:v>6.0460046710829385E-2</c:v>
                </c:pt>
                <c:pt idx="551">
                  <c:v>6.0356208662661226E-2</c:v>
                </c:pt>
                <c:pt idx="552">
                  <c:v>6.0299808524407639E-2</c:v>
                </c:pt>
                <c:pt idx="553">
                  <c:v>6.0840037568756111E-2</c:v>
                </c:pt>
                <c:pt idx="554">
                  <c:v>6.0863886984798166E-2</c:v>
                </c:pt>
                <c:pt idx="555">
                  <c:v>6.0865801697976951E-2</c:v>
                </c:pt>
                <c:pt idx="556">
                  <c:v>6.0865801697976951E-2</c:v>
                </c:pt>
                <c:pt idx="557">
                  <c:v>6.0818876495318697E-2</c:v>
                </c:pt>
                <c:pt idx="558">
                  <c:v>6.0894892112970611E-2</c:v>
                </c:pt>
                <c:pt idx="559">
                  <c:v>6.0954630554862388E-2</c:v>
                </c:pt>
                <c:pt idx="560">
                  <c:v>6.095633539137002E-2</c:v>
                </c:pt>
                <c:pt idx="561">
                  <c:v>6.0934595239092171E-2</c:v>
                </c:pt>
                <c:pt idx="562">
                  <c:v>6.0555583427359005E-2</c:v>
                </c:pt>
                <c:pt idx="563">
                  <c:v>6.0481493584286006E-2</c:v>
                </c:pt>
                <c:pt idx="564">
                  <c:v>6.051009218189185E-2</c:v>
                </c:pt>
                <c:pt idx="565">
                  <c:v>6.087364071798762E-2</c:v>
                </c:pt>
                <c:pt idx="566">
                  <c:v>6.1162388595703332E-2</c:v>
                </c:pt>
                <c:pt idx="567">
                  <c:v>6.0693066573394794E-2</c:v>
                </c:pt>
                <c:pt idx="568">
                  <c:v>6.0587160553102981E-2</c:v>
                </c:pt>
                <c:pt idx="569">
                  <c:v>6.0648755845074453E-2</c:v>
                </c:pt>
                <c:pt idx="570">
                  <c:v>6.0588939873356562E-2</c:v>
                </c:pt>
                <c:pt idx="571">
                  <c:v>5.9753929685367746E-2</c:v>
                </c:pt>
                <c:pt idx="572">
                  <c:v>6.0047311486337129E-2</c:v>
                </c:pt>
                <c:pt idx="573">
                  <c:v>6.0844902278822888E-2</c:v>
                </c:pt>
                <c:pt idx="574">
                  <c:v>6.0509236946289957E-2</c:v>
                </c:pt>
                <c:pt idx="575">
                  <c:v>6.1040796857392499E-2</c:v>
                </c:pt>
                <c:pt idx="576">
                  <c:v>6.1585844161017977E-2</c:v>
                </c:pt>
                <c:pt idx="577">
                  <c:v>6.1355763710561839E-2</c:v>
                </c:pt>
                <c:pt idx="578">
                  <c:v>6.1202275333749112E-2</c:v>
                </c:pt>
                <c:pt idx="579">
                  <c:v>6.1943610348493716E-2</c:v>
                </c:pt>
                <c:pt idx="580">
                  <c:v>6.1839566458605222E-2</c:v>
                </c:pt>
                <c:pt idx="581">
                  <c:v>6.2004179567660911E-2</c:v>
                </c:pt>
                <c:pt idx="582">
                  <c:v>6.1903395608611689E-2</c:v>
                </c:pt>
                <c:pt idx="583">
                  <c:v>6.1708927232952737E-2</c:v>
                </c:pt>
                <c:pt idx="584">
                  <c:v>6.1740674313760513E-2</c:v>
                </c:pt>
                <c:pt idx="585">
                  <c:v>6.2344328864622822E-2</c:v>
                </c:pt>
                <c:pt idx="586">
                  <c:v>6.1923656316819953E-2</c:v>
                </c:pt>
                <c:pt idx="587">
                  <c:v>6.2041703096769152E-2</c:v>
                </c:pt>
                <c:pt idx="588">
                  <c:v>6.2621371630559808E-2</c:v>
                </c:pt>
                <c:pt idx="589">
                  <c:v>6.2658844337518227E-2</c:v>
                </c:pt>
                <c:pt idx="590">
                  <c:v>6.2929693177657731E-2</c:v>
                </c:pt>
                <c:pt idx="591">
                  <c:v>6.2908026323885924E-2</c:v>
                </c:pt>
                <c:pt idx="592">
                  <c:v>6.2880690937374584E-2</c:v>
                </c:pt>
                <c:pt idx="593">
                  <c:v>6.3032137611573114E-2</c:v>
                </c:pt>
                <c:pt idx="594">
                  <c:v>6.293791271158744E-2</c:v>
                </c:pt>
                <c:pt idx="595">
                  <c:v>6.3013142184636162E-2</c:v>
                </c:pt>
                <c:pt idx="596">
                  <c:v>6.3098340436534173E-2</c:v>
                </c:pt>
                <c:pt idx="597">
                  <c:v>6.3129053555186831E-2</c:v>
                </c:pt>
                <c:pt idx="598">
                  <c:v>6.3285263096889643E-2</c:v>
                </c:pt>
                <c:pt idx="599">
                  <c:v>6.3288373769091244E-2</c:v>
                </c:pt>
                <c:pt idx="600">
                  <c:v>6.328932599147119E-2</c:v>
                </c:pt>
                <c:pt idx="601">
                  <c:v>6.3292478514800354E-2</c:v>
                </c:pt>
                <c:pt idx="602">
                  <c:v>6.3299037046871565E-2</c:v>
                </c:pt>
                <c:pt idx="603">
                  <c:v>6.3217858178833519E-2</c:v>
                </c:pt>
                <c:pt idx="604">
                  <c:v>6.2580868047494187E-2</c:v>
                </c:pt>
                <c:pt idx="605">
                  <c:v>6.2833019139851953E-2</c:v>
                </c:pt>
                <c:pt idx="606">
                  <c:v>6.2374981751426528E-2</c:v>
                </c:pt>
                <c:pt idx="607">
                  <c:v>6.1906424948684036E-2</c:v>
                </c:pt>
                <c:pt idx="608">
                  <c:v>6.0628390151582723E-2</c:v>
                </c:pt>
                <c:pt idx="609">
                  <c:v>6.0992067047597964E-2</c:v>
                </c:pt>
                <c:pt idx="610">
                  <c:v>6.0757894616932928E-2</c:v>
                </c:pt>
                <c:pt idx="611">
                  <c:v>6.1728582833115553E-2</c:v>
                </c:pt>
                <c:pt idx="612">
                  <c:v>6.112969437710114E-2</c:v>
                </c:pt>
                <c:pt idx="613">
                  <c:v>5.9079361698183952E-2</c:v>
                </c:pt>
                <c:pt idx="614">
                  <c:v>5.7143234294160905E-2</c:v>
                </c:pt>
                <c:pt idx="615">
                  <c:v>5.5233867043400053E-2</c:v>
                </c:pt>
                <c:pt idx="616">
                  <c:v>5.4042984435168973E-2</c:v>
                </c:pt>
                <c:pt idx="617">
                  <c:v>5.3874040758764119E-2</c:v>
                </c:pt>
                <c:pt idx="618">
                  <c:v>5.9151236548599662E-2</c:v>
                </c:pt>
                <c:pt idx="619">
                  <c:v>6.1221280231146702E-2</c:v>
                </c:pt>
                <c:pt idx="620">
                  <c:v>6.0629401145300799E-2</c:v>
                </c:pt>
                <c:pt idx="621">
                  <c:v>6.0500663930780352E-2</c:v>
                </c:pt>
                <c:pt idx="622">
                  <c:v>5.8327963666139349E-2</c:v>
                </c:pt>
                <c:pt idx="623">
                  <c:v>5.9532604099414521E-2</c:v>
                </c:pt>
                <c:pt idx="624">
                  <c:v>5.8793208593475477E-2</c:v>
                </c:pt>
                <c:pt idx="625">
                  <c:v>5.7477945163442068E-2</c:v>
                </c:pt>
                <c:pt idx="626">
                  <c:v>5.8682559998292749E-2</c:v>
                </c:pt>
                <c:pt idx="627">
                  <c:v>5.8243777314923584E-2</c:v>
                </c:pt>
                <c:pt idx="628">
                  <c:v>6.3103838975978599E-2</c:v>
                </c:pt>
                <c:pt idx="629">
                  <c:v>6.2575682721590864E-2</c:v>
                </c:pt>
                <c:pt idx="630">
                  <c:v>6.2919032438991662E-2</c:v>
                </c:pt>
                <c:pt idx="631">
                  <c:v>6.2261391014231893E-2</c:v>
                </c:pt>
                <c:pt idx="632">
                  <c:v>6.3663706136078746E-2</c:v>
                </c:pt>
                <c:pt idx="633">
                  <c:v>6.2839749771384956E-2</c:v>
                </c:pt>
                <c:pt idx="634">
                  <c:v>6.2412443233725856E-2</c:v>
                </c:pt>
                <c:pt idx="635">
                  <c:v>6.2989502897706884E-2</c:v>
                </c:pt>
                <c:pt idx="636">
                  <c:v>6.462488455319193E-2</c:v>
                </c:pt>
                <c:pt idx="637">
                  <c:v>6.5098597722693663E-2</c:v>
                </c:pt>
                <c:pt idx="638">
                  <c:v>6.5051499596553763E-2</c:v>
                </c:pt>
                <c:pt idx="639">
                  <c:v>6.508438991669474E-2</c:v>
                </c:pt>
                <c:pt idx="640">
                  <c:v>6.4623042222181626E-2</c:v>
                </c:pt>
                <c:pt idx="641">
                  <c:v>6.5510054384023353E-2</c:v>
                </c:pt>
                <c:pt idx="642">
                  <c:v>6.5241335647433285E-2</c:v>
                </c:pt>
                <c:pt idx="643">
                  <c:v>6.5564768832208964E-2</c:v>
                </c:pt>
                <c:pt idx="644">
                  <c:v>6.5713322858838907E-2</c:v>
                </c:pt>
                <c:pt idx="645">
                  <c:v>6.5360194069292166E-2</c:v>
                </c:pt>
                <c:pt idx="646">
                  <c:v>6.4847943532530539E-2</c:v>
                </c:pt>
                <c:pt idx="647">
                  <c:v>6.3273926207790043E-2</c:v>
                </c:pt>
                <c:pt idx="648">
                  <c:v>6.3586563970169041E-2</c:v>
                </c:pt>
                <c:pt idx="649">
                  <c:v>6.3463578315658076E-2</c:v>
                </c:pt>
                <c:pt idx="650">
                  <c:v>6.3775143880947516E-2</c:v>
                </c:pt>
                <c:pt idx="651">
                  <c:v>6.5824325703706443E-2</c:v>
                </c:pt>
                <c:pt idx="652">
                  <c:v>6.640488724984539E-2</c:v>
                </c:pt>
                <c:pt idx="653">
                  <c:v>6.6216461769173396E-2</c:v>
                </c:pt>
                <c:pt idx="654">
                  <c:v>6.6103004749610728E-2</c:v>
                </c:pt>
                <c:pt idx="655">
                  <c:v>6.4817280726309767E-2</c:v>
                </c:pt>
                <c:pt idx="656">
                  <c:v>6.367029414577019E-2</c:v>
                </c:pt>
                <c:pt idx="657">
                  <c:v>6.2612153077286181E-2</c:v>
                </c:pt>
                <c:pt idx="658">
                  <c:v>6.426495381622932E-2</c:v>
                </c:pt>
                <c:pt idx="659">
                  <c:v>6.5386186713607075E-2</c:v>
                </c:pt>
                <c:pt idx="660">
                  <c:v>6.5386186713607075E-2</c:v>
                </c:pt>
                <c:pt idx="661">
                  <c:v>6.5369265710131352E-2</c:v>
                </c:pt>
                <c:pt idx="662">
                  <c:v>6.6721806388615246E-2</c:v>
                </c:pt>
                <c:pt idx="663">
                  <c:v>6.7723270268751579E-2</c:v>
                </c:pt>
                <c:pt idx="664">
                  <c:v>6.7553206247332298E-2</c:v>
                </c:pt>
                <c:pt idx="665">
                  <c:v>6.7823316077252227E-2</c:v>
                </c:pt>
                <c:pt idx="666">
                  <c:v>6.7850456635639489E-2</c:v>
                </c:pt>
                <c:pt idx="667">
                  <c:v>6.8514850966963969E-2</c:v>
                </c:pt>
                <c:pt idx="668">
                  <c:v>6.8647004386210075E-2</c:v>
                </c:pt>
                <c:pt idx="669">
                  <c:v>6.9205374960975452E-2</c:v>
                </c:pt>
                <c:pt idx="670">
                  <c:v>6.9592997282309388E-2</c:v>
                </c:pt>
                <c:pt idx="671">
                  <c:v>6.9654570675641958E-2</c:v>
                </c:pt>
                <c:pt idx="672">
                  <c:v>6.965314555435631E-2</c:v>
                </c:pt>
                <c:pt idx="673">
                  <c:v>6.9615591016570777E-2</c:v>
                </c:pt>
                <c:pt idx="674">
                  <c:v>6.9801842762981958E-2</c:v>
                </c:pt>
                <c:pt idx="675">
                  <c:v>6.9816161076289518E-2</c:v>
                </c:pt>
                <c:pt idx="676">
                  <c:v>6.9825635798390406E-2</c:v>
                </c:pt>
                <c:pt idx="677">
                  <c:v>6.9823833357705256E-2</c:v>
                </c:pt>
                <c:pt idx="678">
                  <c:v>6.9804393189693892E-2</c:v>
                </c:pt>
                <c:pt idx="679">
                  <c:v>6.9863007209667649E-2</c:v>
                </c:pt>
                <c:pt idx="680">
                  <c:v>6.9867695760666537E-2</c:v>
                </c:pt>
                <c:pt idx="681">
                  <c:v>6.9843846334614157E-2</c:v>
                </c:pt>
                <c:pt idx="682">
                  <c:v>6.9878756455118984E-2</c:v>
                </c:pt>
                <c:pt idx="683">
                  <c:v>6.9897275899050593E-2</c:v>
                </c:pt>
                <c:pt idx="684">
                  <c:v>6.9893850094380539E-2</c:v>
                </c:pt>
                <c:pt idx="685">
                  <c:v>6.9896667077720576E-2</c:v>
                </c:pt>
                <c:pt idx="686">
                  <c:v>6.9946396008546352E-2</c:v>
                </c:pt>
                <c:pt idx="687">
                  <c:v>6.994459756106175E-2</c:v>
                </c:pt>
                <c:pt idx="688">
                  <c:v>6.9990499887820357E-2</c:v>
                </c:pt>
                <c:pt idx="689">
                  <c:v>7.0027801899878672E-2</c:v>
                </c:pt>
                <c:pt idx="690">
                  <c:v>6.9848075480707927E-2</c:v>
                </c:pt>
                <c:pt idx="691">
                  <c:v>6.9950260221587901E-2</c:v>
                </c:pt>
                <c:pt idx="692">
                  <c:v>6.9797457776086036E-2</c:v>
                </c:pt>
                <c:pt idx="693">
                  <c:v>6.9556099058906473E-2</c:v>
                </c:pt>
                <c:pt idx="694">
                  <c:v>6.9559817837660742E-2</c:v>
                </c:pt>
                <c:pt idx="695">
                  <c:v>6.9580217913963516E-2</c:v>
                </c:pt>
                <c:pt idx="696">
                  <c:v>7.0143223476153205E-2</c:v>
                </c:pt>
                <c:pt idx="697">
                  <c:v>7.0000309629375423E-2</c:v>
                </c:pt>
                <c:pt idx="698">
                  <c:v>7.0258300567903054E-2</c:v>
                </c:pt>
                <c:pt idx="699">
                  <c:v>7.0047758690942818E-2</c:v>
                </c:pt>
                <c:pt idx="700">
                  <c:v>6.9967900767415991E-2</c:v>
                </c:pt>
                <c:pt idx="701">
                  <c:v>6.978124018262355E-2</c:v>
                </c:pt>
                <c:pt idx="702">
                  <c:v>7.0636681463382645E-2</c:v>
                </c:pt>
                <c:pt idx="703">
                  <c:v>7.0503444985525632E-2</c:v>
                </c:pt>
                <c:pt idx="704">
                  <c:v>7.0745731012770485E-2</c:v>
                </c:pt>
                <c:pt idx="705">
                  <c:v>7.0858343715003436E-2</c:v>
                </c:pt>
                <c:pt idx="706">
                  <c:v>7.0868357934828707E-2</c:v>
                </c:pt>
                <c:pt idx="707">
                  <c:v>7.0895528089504056E-2</c:v>
                </c:pt>
                <c:pt idx="708">
                  <c:v>7.0867833440395822E-2</c:v>
                </c:pt>
                <c:pt idx="709">
                  <c:v>7.0838006435334111E-2</c:v>
                </c:pt>
                <c:pt idx="710">
                  <c:v>7.1071254404614148E-2</c:v>
                </c:pt>
                <c:pt idx="711">
                  <c:v>7.09564589789623E-2</c:v>
                </c:pt>
                <c:pt idx="712">
                  <c:v>7.1013034412231835E-2</c:v>
                </c:pt>
                <c:pt idx="713">
                  <c:v>7.1772161665849876E-2</c:v>
                </c:pt>
                <c:pt idx="714">
                  <c:v>7.1768603760424377E-2</c:v>
                </c:pt>
                <c:pt idx="715">
                  <c:v>7.1701160755347715E-2</c:v>
                </c:pt>
                <c:pt idx="716">
                  <c:v>7.18997323424867E-2</c:v>
                </c:pt>
                <c:pt idx="717">
                  <c:v>7.2027557499085404E-2</c:v>
                </c:pt>
                <c:pt idx="718">
                  <c:v>7.2104323057057162E-2</c:v>
                </c:pt>
                <c:pt idx="719">
                  <c:v>7.2113014627559591E-2</c:v>
                </c:pt>
                <c:pt idx="720">
                  <c:v>7.2085743944091618E-2</c:v>
                </c:pt>
                <c:pt idx="721">
                  <c:v>7.204016839933669E-2</c:v>
                </c:pt>
                <c:pt idx="722">
                  <c:v>7.1855007442394703E-2</c:v>
                </c:pt>
                <c:pt idx="723">
                  <c:v>7.1872370214553949E-2</c:v>
                </c:pt>
                <c:pt idx="724">
                  <c:v>7.2131909518082349E-2</c:v>
                </c:pt>
                <c:pt idx="725">
                  <c:v>7.235673180155755E-2</c:v>
                </c:pt>
                <c:pt idx="726">
                  <c:v>7.2408017686361625E-2</c:v>
                </c:pt>
                <c:pt idx="727">
                  <c:v>7.2382621721139517E-2</c:v>
                </c:pt>
                <c:pt idx="728">
                  <c:v>7.2352977785996919E-2</c:v>
                </c:pt>
                <c:pt idx="729">
                  <c:v>7.2608415268916926E-2</c:v>
                </c:pt>
                <c:pt idx="730">
                  <c:v>7.2594000167825246E-2</c:v>
                </c:pt>
                <c:pt idx="731">
                  <c:v>7.2511300371226772E-2</c:v>
                </c:pt>
                <c:pt idx="732">
                  <c:v>7.2375382031778179E-2</c:v>
                </c:pt>
                <c:pt idx="733">
                  <c:v>7.2247119535402526E-2</c:v>
                </c:pt>
                <c:pt idx="734">
                  <c:v>7.2225917634006875E-2</c:v>
                </c:pt>
                <c:pt idx="735">
                  <c:v>7.235286984638345E-2</c:v>
                </c:pt>
                <c:pt idx="736">
                  <c:v>7.2523108427398175E-2</c:v>
                </c:pt>
                <c:pt idx="737">
                  <c:v>7.2546181031367007E-2</c:v>
                </c:pt>
                <c:pt idx="738">
                  <c:v>7.2652726635335174E-2</c:v>
                </c:pt>
                <c:pt idx="739">
                  <c:v>7.279827266435468E-2</c:v>
                </c:pt>
                <c:pt idx="740">
                  <c:v>7.28073632488212E-2</c:v>
                </c:pt>
                <c:pt idx="741">
                  <c:v>7.2799386692881884E-2</c:v>
                </c:pt>
                <c:pt idx="742">
                  <c:v>7.2804305545292824E-2</c:v>
                </c:pt>
                <c:pt idx="743">
                  <c:v>7.2827156837642071E-2</c:v>
                </c:pt>
                <c:pt idx="744">
                  <c:v>7.2809110194037796E-2</c:v>
                </c:pt>
                <c:pt idx="745">
                  <c:v>7.2284755347362006E-2</c:v>
                </c:pt>
                <c:pt idx="746">
                  <c:v>7.2510761487683539E-2</c:v>
                </c:pt>
                <c:pt idx="747">
                  <c:v>7.2636557651113876E-2</c:v>
                </c:pt>
                <c:pt idx="748">
                  <c:v>7.2591018893346182E-2</c:v>
                </c:pt>
                <c:pt idx="749">
                  <c:v>7.2138822736694697E-2</c:v>
                </c:pt>
                <c:pt idx="750">
                  <c:v>7.1835175833624643E-2</c:v>
                </c:pt>
                <c:pt idx="751">
                  <c:v>7.2302165015613595E-2</c:v>
                </c:pt>
                <c:pt idx="752">
                  <c:v>7.2274272224973068E-2</c:v>
                </c:pt>
                <c:pt idx="753">
                  <c:v>7.2469000564296837E-2</c:v>
                </c:pt>
                <c:pt idx="754">
                  <c:v>7.2618921848443097E-2</c:v>
                </c:pt>
                <c:pt idx="755">
                  <c:v>7.2195538577800256E-2</c:v>
                </c:pt>
                <c:pt idx="756">
                  <c:v>7.2558607888115967E-2</c:v>
                </c:pt>
                <c:pt idx="757">
                  <c:v>7.2920602654035216E-2</c:v>
                </c:pt>
                <c:pt idx="758">
                  <c:v>7.3068579690884761E-2</c:v>
                </c:pt>
                <c:pt idx="759">
                  <c:v>7.2460036430169072E-2</c:v>
                </c:pt>
                <c:pt idx="760">
                  <c:v>7.2235895553844132E-2</c:v>
                </c:pt>
                <c:pt idx="761">
                  <c:v>7.1116025091158108E-2</c:v>
                </c:pt>
                <c:pt idx="762">
                  <c:v>7.1481403668293919E-2</c:v>
                </c:pt>
                <c:pt idx="763">
                  <c:v>7.2546997074989239E-2</c:v>
                </c:pt>
                <c:pt idx="764">
                  <c:v>7.1721325692685967E-2</c:v>
                </c:pt>
                <c:pt idx="765">
                  <c:v>7.0040756925451975E-2</c:v>
                </c:pt>
                <c:pt idx="766">
                  <c:v>7.0390284804577097E-2</c:v>
                </c:pt>
                <c:pt idx="767">
                  <c:v>7.1535842513990033E-2</c:v>
                </c:pt>
                <c:pt idx="768">
                  <c:v>7.2305269846039577E-2</c:v>
                </c:pt>
                <c:pt idx="769">
                  <c:v>7.2291348346473217E-2</c:v>
                </c:pt>
                <c:pt idx="770">
                  <c:v>7.2779948001705064E-2</c:v>
                </c:pt>
                <c:pt idx="771">
                  <c:v>7.2918773741865284E-2</c:v>
                </c:pt>
                <c:pt idx="772">
                  <c:v>7.2510142606833528E-2</c:v>
                </c:pt>
                <c:pt idx="773">
                  <c:v>7.3107252660393085E-2</c:v>
                </c:pt>
                <c:pt idx="774">
                  <c:v>7.3372822587799535E-2</c:v>
                </c:pt>
                <c:pt idx="775">
                  <c:v>7.337829277618424E-2</c:v>
                </c:pt>
                <c:pt idx="776">
                  <c:v>7.3176251714749951E-2</c:v>
                </c:pt>
                <c:pt idx="777">
                  <c:v>7.2603223285941154E-2</c:v>
                </c:pt>
                <c:pt idx="778">
                  <c:v>7.4049160467926423E-2</c:v>
                </c:pt>
                <c:pt idx="779">
                  <c:v>7.3761592373833729E-2</c:v>
                </c:pt>
                <c:pt idx="780">
                  <c:v>7.4356753084738547E-2</c:v>
                </c:pt>
                <c:pt idx="781">
                  <c:v>7.4585458887099221E-2</c:v>
                </c:pt>
                <c:pt idx="782">
                  <c:v>7.4767943987501528E-2</c:v>
                </c:pt>
                <c:pt idx="783">
                  <c:v>7.4789380872023359E-2</c:v>
                </c:pt>
                <c:pt idx="784">
                  <c:v>7.4446416363389556E-2</c:v>
                </c:pt>
                <c:pt idx="785">
                  <c:v>7.4124547288927922E-2</c:v>
                </c:pt>
                <c:pt idx="786">
                  <c:v>7.4753712410304707E-2</c:v>
                </c:pt>
                <c:pt idx="787">
                  <c:v>7.4816310713310741E-2</c:v>
                </c:pt>
                <c:pt idx="788">
                  <c:v>7.476541484765975E-2</c:v>
                </c:pt>
                <c:pt idx="789">
                  <c:v>7.4224397965492406E-2</c:v>
                </c:pt>
                <c:pt idx="790">
                  <c:v>7.4485241902939148E-2</c:v>
                </c:pt>
                <c:pt idx="791">
                  <c:v>7.3459942396956857E-2</c:v>
                </c:pt>
                <c:pt idx="792">
                  <c:v>7.345311892374673E-2</c:v>
                </c:pt>
                <c:pt idx="793">
                  <c:v>7.2745894830145486E-2</c:v>
                </c:pt>
                <c:pt idx="794">
                  <c:v>7.3188622463399078E-2</c:v>
                </c:pt>
                <c:pt idx="795">
                  <c:v>7.3816032503789208E-2</c:v>
                </c:pt>
                <c:pt idx="796">
                  <c:v>7.3637975403221367E-2</c:v>
                </c:pt>
                <c:pt idx="797">
                  <c:v>7.2748348877740066E-2</c:v>
                </c:pt>
                <c:pt idx="798">
                  <c:v>7.3550476352906902E-2</c:v>
                </c:pt>
                <c:pt idx="799">
                  <c:v>7.4126540966748311E-2</c:v>
                </c:pt>
                <c:pt idx="800">
                  <c:v>7.3890649252806528E-2</c:v>
                </c:pt>
                <c:pt idx="801">
                  <c:v>7.5061353700613176E-2</c:v>
                </c:pt>
                <c:pt idx="802">
                  <c:v>7.5604662847167381E-2</c:v>
                </c:pt>
                <c:pt idx="803">
                  <c:v>7.5640181849849109E-2</c:v>
                </c:pt>
                <c:pt idx="804">
                  <c:v>7.576949819060208E-2</c:v>
                </c:pt>
                <c:pt idx="805">
                  <c:v>7.5918149797640222E-2</c:v>
                </c:pt>
                <c:pt idx="806">
                  <c:v>7.6035798892253315E-2</c:v>
                </c:pt>
                <c:pt idx="807">
                  <c:v>7.5985790517846596E-2</c:v>
                </c:pt>
                <c:pt idx="808">
                  <c:v>7.6004974178867868E-2</c:v>
                </c:pt>
                <c:pt idx="809">
                  <c:v>7.6065642044481629E-2</c:v>
                </c:pt>
                <c:pt idx="810">
                  <c:v>7.6143582866699644E-2</c:v>
                </c:pt>
                <c:pt idx="811">
                  <c:v>7.6232743847515438E-2</c:v>
                </c:pt>
                <c:pt idx="812">
                  <c:v>7.6356071717199381E-2</c:v>
                </c:pt>
                <c:pt idx="813">
                  <c:v>7.6216768936192891E-2</c:v>
                </c:pt>
                <c:pt idx="814">
                  <c:v>7.6214377854732285E-2</c:v>
                </c:pt>
                <c:pt idx="815">
                  <c:v>7.6121951517790887E-2</c:v>
                </c:pt>
                <c:pt idx="816">
                  <c:v>7.6134423053131006E-2</c:v>
                </c:pt>
                <c:pt idx="817">
                  <c:v>7.611123285001431E-2</c:v>
                </c:pt>
                <c:pt idx="818">
                  <c:v>7.6372556141463432E-2</c:v>
                </c:pt>
                <c:pt idx="819">
                  <c:v>7.6312933453762777E-2</c:v>
                </c:pt>
                <c:pt idx="820">
                  <c:v>7.638513741081987E-2</c:v>
                </c:pt>
                <c:pt idx="821">
                  <c:v>7.6351705496540356E-2</c:v>
                </c:pt>
                <c:pt idx="822">
                  <c:v>7.6339233650150606E-2</c:v>
                </c:pt>
                <c:pt idx="823">
                  <c:v>7.5948295402399446E-2</c:v>
                </c:pt>
                <c:pt idx="824">
                  <c:v>7.5826829031791498E-2</c:v>
                </c:pt>
                <c:pt idx="825">
                  <c:v>7.5616000802607219E-2</c:v>
                </c:pt>
                <c:pt idx="826">
                  <c:v>7.5505588412721703E-2</c:v>
                </c:pt>
                <c:pt idx="827">
                  <c:v>7.5441571317571121E-2</c:v>
                </c:pt>
                <c:pt idx="828">
                  <c:v>7.4754865693313577E-2</c:v>
                </c:pt>
                <c:pt idx="829">
                  <c:v>7.5229344206227289E-2</c:v>
                </c:pt>
                <c:pt idx="830">
                  <c:v>7.5362307089194669E-2</c:v>
                </c:pt>
                <c:pt idx="831">
                  <c:v>7.5767055881665768E-2</c:v>
                </c:pt>
                <c:pt idx="832">
                  <c:v>7.6380918530995379E-2</c:v>
                </c:pt>
                <c:pt idx="833">
                  <c:v>7.7083537052266005E-2</c:v>
                </c:pt>
                <c:pt idx="834">
                  <c:v>7.7081162554695326E-2</c:v>
                </c:pt>
                <c:pt idx="835">
                  <c:v>7.7126688196600957E-2</c:v>
                </c:pt>
                <c:pt idx="836">
                  <c:v>7.7156490710391989E-2</c:v>
                </c:pt>
                <c:pt idx="837">
                  <c:v>7.7135418529157063E-2</c:v>
                </c:pt>
                <c:pt idx="838">
                  <c:v>7.7094087038627412E-2</c:v>
                </c:pt>
                <c:pt idx="839">
                  <c:v>7.7168457331626916E-2</c:v>
                </c:pt>
                <c:pt idx="840">
                  <c:v>7.7173654044987328E-2</c:v>
                </c:pt>
                <c:pt idx="841">
                  <c:v>7.7113068117115935E-2</c:v>
                </c:pt>
                <c:pt idx="842">
                  <c:v>7.6951853545602744E-2</c:v>
                </c:pt>
                <c:pt idx="843">
                  <c:v>7.7294870442036423E-2</c:v>
                </c:pt>
                <c:pt idx="844">
                  <c:v>7.7265598419678727E-2</c:v>
                </c:pt>
                <c:pt idx="845">
                  <c:v>7.7062835442995303E-2</c:v>
                </c:pt>
                <c:pt idx="846">
                  <c:v>7.7268405506013993E-2</c:v>
                </c:pt>
                <c:pt idx="847">
                  <c:v>7.73553172018282E-2</c:v>
                </c:pt>
                <c:pt idx="848">
                  <c:v>7.7211909027815162E-2</c:v>
                </c:pt>
                <c:pt idx="849">
                  <c:v>7.7100637465984501E-2</c:v>
                </c:pt>
                <c:pt idx="850">
                  <c:v>7.7537577518893896E-2</c:v>
                </c:pt>
                <c:pt idx="851">
                  <c:v>7.753602855760322E-2</c:v>
                </c:pt>
                <c:pt idx="852">
                  <c:v>7.7488492755547811E-2</c:v>
                </c:pt>
                <c:pt idx="853">
                  <c:v>7.7186666926646663E-2</c:v>
                </c:pt>
                <c:pt idx="854">
                  <c:v>7.7303435198264769E-2</c:v>
                </c:pt>
                <c:pt idx="855">
                  <c:v>7.7458897568226326E-2</c:v>
                </c:pt>
                <c:pt idx="856">
                  <c:v>7.7231253205647166E-2</c:v>
                </c:pt>
                <c:pt idx="857">
                  <c:v>7.7253785814679343E-2</c:v>
                </c:pt>
                <c:pt idx="858">
                  <c:v>7.665463371959913E-2</c:v>
                </c:pt>
                <c:pt idx="859">
                  <c:v>7.7028013152031782E-2</c:v>
                </c:pt>
                <c:pt idx="860">
                  <c:v>7.7686454956095385E-2</c:v>
                </c:pt>
                <c:pt idx="861">
                  <c:v>7.7447369622517526E-2</c:v>
                </c:pt>
                <c:pt idx="862">
                  <c:v>7.7800231535157915E-2</c:v>
                </c:pt>
                <c:pt idx="863">
                  <c:v>7.7619958601777506E-2</c:v>
                </c:pt>
                <c:pt idx="864">
                  <c:v>7.7930226832907845E-2</c:v>
                </c:pt>
                <c:pt idx="865">
                  <c:v>7.782202077872824E-2</c:v>
                </c:pt>
                <c:pt idx="866">
                  <c:v>7.8170846049694709E-2</c:v>
                </c:pt>
                <c:pt idx="867">
                  <c:v>7.80825284196901E-2</c:v>
                </c:pt>
                <c:pt idx="868">
                  <c:v>7.8023066000600716E-2</c:v>
                </c:pt>
                <c:pt idx="869">
                  <c:v>7.7934037824399338E-2</c:v>
                </c:pt>
                <c:pt idx="870">
                  <c:v>7.7931092751186037E-2</c:v>
                </c:pt>
                <c:pt idx="871">
                  <c:v>7.777449605580955E-2</c:v>
                </c:pt>
                <c:pt idx="872">
                  <c:v>7.7826463703353332E-2</c:v>
                </c:pt>
                <c:pt idx="873">
                  <c:v>7.7419645073978249E-2</c:v>
                </c:pt>
                <c:pt idx="874">
                  <c:v>7.7543554043420171E-2</c:v>
                </c:pt>
                <c:pt idx="875">
                  <c:v>7.8207568516442727E-2</c:v>
                </c:pt>
                <c:pt idx="876">
                  <c:v>7.8265564607583826E-2</c:v>
                </c:pt>
                <c:pt idx="877">
                  <c:v>7.8407694569313735E-2</c:v>
                </c:pt>
                <c:pt idx="878">
                  <c:v>7.8380268456130331E-2</c:v>
                </c:pt>
                <c:pt idx="879">
                  <c:v>7.8364060952526682E-2</c:v>
                </c:pt>
                <c:pt idx="880">
                  <c:v>7.8514780127933337E-2</c:v>
                </c:pt>
                <c:pt idx="881">
                  <c:v>7.8490934892381015E-2</c:v>
                </c:pt>
                <c:pt idx="882">
                  <c:v>7.8504802993678791E-2</c:v>
                </c:pt>
                <c:pt idx="883">
                  <c:v>7.8566938149358778E-2</c:v>
                </c:pt>
                <c:pt idx="884">
                  <c:v>7.8700714049252718E-2</c:v>
                </c:pt>
                <c:pt idx="885">
                  <c:v>7.8740387925860356E-2</c:v>
                </c:pt>
                <c:pt idx="886">
                  <c:v>7.8605042368474209E-2</c:v>
                </c:pt>
                <c:pt idx="887">
                  <c:v>7.8780268863107961E-2</c:v>
                </c:pt>
                <c:pt idx="888">
                  <c:v>7.8871815330103567E-2</c:v>
                </c:pt>
                <c:pt idx="889">
                  <c:v>7.8812064728796649E-2</c:v>
                </c:pt>
                <c:pt idx="890">
                  <c:v>7.8975284959698189E-2</c:v>
                </c:pt>
                <c:pt idx="891">
                  <c:v>7.9008334320154083E-2</c:v>
                </c:pt>
                <c:pt idx="892">
                  <c:v>7.9015379760942195E-2</c:v>
                </c:pt>
                <c:pt idx="893">
                  <c:v>7.8958470495716249E-2</c:v>
                </c:pt>
                <c:pt idx="894">
                  <c:v>7.9093096129071561E-2</c:v>
                </c:pt>
                <c:pt idx="895">
                  <c:v>7.909454820399564E-2</c:v>
                </c:pt>
                <c:pt idx="896">
                  <c:v>7.9279909992194142E-2</c:v>
                </c:pt>
                <c:pt idx="897">
                  <c:v>7.927957330453983E-2</c:v>
                </c:pt>
                <c:pt idx="898">
                  <c:v>7.9259990400008196E-2</c:v>
                </c:pt>
                <c:pt idx="899">
                  <c:v>7.9382378721545299E-2</c:v>
                </c:pt>
                <c:pt idx="900">
                  <c:v>7.9381526898760657E-2</c:v>
                </c:pt>
                <c:pt idx="901">
                  <c:v>7.94201870019281E-2</c:v>
                </c:pt>
                <c:pt idx="902">
                  <c:v>7.9583659997954137E-2</c:v>
                </c:pt>
                <c:pt idx="903">
                  <c:v>7.9594337405319959E-2</c:v>
                </c:pt>
                <c:pt idx="904">
                  <c:v>7.9627390438922863E-2</c:v>
                </c:pt>
                <c:pt idx="905">
                  <c:v>7.9651356126981265E-2</c:v>
                </c:pt>
                <c:pt idx="906">
                  <c:v>7.9655924726141802E-2</c:v>
                </c:pt>
                <c:pt idx="907">
                  <c:v>7.965020567187675E-2</c:v>
                </c:pt>
                <c:pt idx="908">
                  <c:v>7.9646559886757395E-2</c:v>
                </c:pt>
                <c:pt idx="909">
                  <c:v>7.9568379075856344E-2</c:v>
                </c:pt>
                <c:pt idx="910">
                  <c:v>7.9536537634091298E-2</c:v>
                </c:pt>
                <c:pt idx="911">
                  <c:v>7.9630186576486461E-2</c:v>
                </c:pt>
                <c:pt idx="912">
                  <c:v>7.9542330543004414E-2</c:v>
                </c:pt>
                <c:pt idx="913">
                  <c:v>7.9298940917917893E-2</c:v>
                </c:pt>
                <c:pt idx="914">
                  <c:v>7.9555767044509063E-2</c:v>
                </c:pt>
                <c:pt idx="915">
                  <c:v>7.9453063440704241E-2</c:v>
                </c:pt>
                <c:pt idx="916">
                  <c:v>7.9580909763948715E-2</c:v>
                </c:pt>
                <c:pt idx="917">
                  <c:v>7.9894357617195766E-2</c:v>
                </c:pt>
                <c:pt idx="918">
                  <c:v>7.9752774812924199E-2</c:v>
                </c:pt>
                <c:pt idx="919">
                  <c:v>7.9821835769523952E-2</c:v>
                </c:pt>
                <c:pt idx="920">
                  <c:v>7.959939858572429E-2</c:v>
                </c:pt>
                <c:pt idx="921">
                  <c:v>7.9342026091480555E-2</c:v>
                </c:pt>
                <c:pt idx="922">
                  <c:v>7.9418067525123481E-2</c:v>
                </c:pt>
                <c:pt idx="923">
                  <c:v>7.9340086057912984E-2</c:v>
                </c:pt>
                <c:pt idx="924">
                  <c:v>7.9314641750761306E-2</c:v>
                </c:pt>
                <c:pt idx="925">
                  <c:v>7.9239084718976449E-2</c:v>
                </c:pt>
                <c:pt idx="926">
                  <c:v>7.8993726702443867E-2</c:v>
                </c:pt>
                <c:pt idx="927">
                  <c:v>7.8058118451767466E-2</c:v>
                </c:pt>
                <c:pt idx="928">
                  <c:v>7.7144024109130571E-2</c:v>
                </c:pt>
                <c:pt idx="929">
                  <c:v>7.6797038446116295E-2</c:v>
                </c:pt>
                <c:pt idx="930">
                  <c:v>7.7107611642968754E-2</c:v>
                </c:pt>
                <c:pt idx="931">
                  <c:v>7.6476369101616037E-2</c:v>
                </c:pt>
                <c:pt idx="932">
                  <c:v>7.5024984430521413E-2</c:v>
                </c:pt>
                <c:pt idx="933">
                  <c:v>7.4567633416591783E-2</c:v>
                </c:pt>
                <c:pt idx="934">
                  <c:v>7.4724469329876309E-2</c:v>
                </c:pt>
                <c:pt idx="935">
                  <c:v>7.4404132610084384E-2</c:v>
                </c:pt>
                <c:pt idx="936">
                  <c:v>7.3812009793043365E-2</c:v>
                </c:pt>
                <c:pt idx="937">
                  <c:v>7.2118195908852489E-2</c:v>
                </c:pt>
                <c:pt idx="938">
                  <c:v>7.4738946628386871E-2</c:v>
                </c:pt>
                <c:pt idx="939">
                  <c:v>7.3407569144456675E-2</c:v>
                </c:pt>
                <c:pt idx="940">
                  <c:v>7.5014048220003238E-2</c:v>
                </c:pt>
                <c:pt idx="941">
                  <c:v>7.4609882244024095E-2</c:v>
                </c:pt>
                <c:pt idx="942">
                  <c:v>7.4344854742356969E-2</c:v>
                </c:pt>
                <c:pt idx="943">
                  <c:v>7.4908481316974695E-2</c:v>
                </c:pt>
                <c:pt idx="944">
                  <c:v>7.4582901543387647E-2</c:v>
                </c:pt>
                <c:pt idx="945">
                  <c:v>7.7605061774227213E-2</c:v>
                </c:pt>
                <c:pt idx="946">
                  <c:v>7.7693305738161467E-2</c:v>
                </c:pt>
                <c:pt idx="947">
                  <c:v>7.8395993255463869E-2</c:v>
                </c:pt>
                <c:pt idx="948">
                  <c:v>7.7695009899747203E-2</c:v>
                </c:pt>
                <c:pt idx="949">
                  <c:v>7.6734560602317647E-2</c:v>
                </c:pt>
                <c:pt idx="950">
                  <c:v>7.641408419804685E-2</c:v>
                </c:pt>
                <c:pt idx="951">
                  <c:v>7.7090505257473518E-2</c:v>
                </c:pt>
                <c:pt idx="952">
                  <c:v>7.7185911507397287E-2</c:v>
                </c:pt>
                <c:pt idx="953">
                  <c:v>7.872077051361448E-2</c:v>
                </c:pt>
                <c:pt idx="954">
                  <c:v>7.8645579121863984E-2</c:v>
                </c:pt>
                <c:pt idx="955">
                  <c:v>7.8969805190367892E-2</c:v>
                </c:pt>
                <c:pt idx="956">
                  <c:v>7.8531628832620215E-2</c:v>
                </c:pt>
                <c:pt idx="957">
                  <c:v>7.7743076804582478E-2</c:v>
                </c:pt>
                <c:pt idx="958">
                  <c:v>7.7797672373104421E-2</c:v>
                </c:pt>
                <c:pt idx="959">
                  <c:v>7.8860113774593232E-2</c:v>
                </c:pt>
                <c:pt idx="960">
                  <c:v>7.8733206269033795E-2</c:v>
                </c:pt>
                <c:pt idx="961">
                  <c:v>7.8179416215253483E-2</c:v>
                </c:pt>
                <c:pt idx="962">
                  <c:v>7.8590266313448565E-2</c:v>
                </c:pt>
                <c:pt idx="963">
                  <c:v>7.9602243356168834E-2</c:v>
                </c:pt>
                <c:pt idx="964">
                  <c:v>7.9380824885306955E-2</c:v>
                </c:pt>
                <c:pt idx="965">
                  <c:v>7.9484969545231765E-2</c:v>
                </c:pt>
                <c:pt idx="966">
                  <c:v>7.9959829414309458E-2</c:v>
                </c:pt>
                <c:pt idx="967">
                  <c:v>8.0093605856419448E-2</c:v>
                </c:pt>
                <c:pt idx="968">
                  <c:v>7.9408025639722268E-2</c:v>
                </c:pt>
                <c:pt idx="969">
                  <c:v>7.9340409196354877E-2</c:v>
                </c:pt>
                <c:pt idx="970">
                  <c:v>7.9431595070120986E-2</c:v>
                </c:pt>
                <c:pt idx="971">
                  <c:v>8.0333477446831503E-2</c:v>
                </c:pt>
                <c:pt idx="972">
                  <c:v>8.0390594374173063E-2</c:v>
                </c:pt>
                <c:pt idx="973">
                  <c:v>8.0224689252060832E-2</c:v>
                </c:pt>
                <c:pt idx="974">
                  <c:v>8.0061844828141937E-2</c:v>
                </c:pt>
                <c:pt idx="975">
                  <c:v>7.8758588679157526E-2</c:v>
                </c:pt>
                <c:pt idx="976">
                  <c:v>7.711622020107578E-2</c:v>
                </c:pt>
                <c:pt idx="977">
                  <c:v>7.7587168112273064E-2</c:v>
                </c:pt>
                <c:pt idx="978">
                  <c:v>7.7501843341099108E-2</c:v>
                </c:pt>
                <c:pt idx="979">
                  <c:v>7.6570870370359367E-2</c:v>
                </c:pt>
                <c:pt idx="980">
                  <c:v>7.6180276145786263E-2</c:v>
                </c:pt>
                <c:pt idx="981">
                  <c:v>7.6236985867346174E-2</c:v>
                </c:pt>
                <c:pt idx="982">
                  <c:v>7.8574909223356193E-2</c:v>
                </c:pt>
                <c:pt idx="983">
                  <c:v>7.9388761096950033E-2</c:v>
                </c:pt>
                <c:pt idx="984">
                  <c:v>7.9115751534633239E-2</c:v>
                </c:pt>
                <c:pt idx="985">
                  <c:v>7.956202914049082E-2</c:v>
                </c:pt>
                <c:pt idx="986">
                  <c:v>7.9553671102422507E-2</c:v>
                </c:pt>
                <c:pt idx="987">
                  <c:v>7.7984752643154631E-2</c:v>
                </c:pt>
                <c:pt idx="988">
                  <c:v>7.6839397019068167E-2</c:v>
                </c:pt>
                <c:pt idx="989">
                  <c:v>7.725610122500759E-2</c:v>
                </c:pt>
                <c:pt idx="990">
                  <c:v>7.6966960252201844E-2</c:v>
                </c:pt>
                <c:pt idx="991">
                  <c:v>7.4549977636954923E-2</c:v>
                </c:pt>
                <c:pt idx="992">
                  <c:v>7.4947863418591498E-2</c:v>
                </c:pt>
                <c:pt idx="993">
                  <c:v>7.7160607436652873E-2</c:v>
                </c:pt>
                <c:pt idx="994">
                  <c:v>7.8360934196752274E-2</c:v>
                </c:pt>
                <c:pt idx="995">
                  <c:v>7.8179249986441213E-2</c:v>
                </c:pt>
                <c:pt idx="996">
                  <c:v>7.8490438019885866E-2</c:v>
                </c:pt>
                <c:pt idx="997">
                  <c:v>7.8336408175336159E-2</c:v>
                </c:pt>
                <c:pt idx="998">
                  <c:v>7.8216674884293513E-2</c:v>
                </c:pt>
                <c:pt idx="999">
                  <c:v>7.6354432711972287E-2</c:v>
                </c:pt>
                <c:pt idx="1000">
                  <c:v>7.7919914597239348E-2</c:v>
                </c:pt>
                <c:pt idx="1001">
                  <c:v>7.9276002940687151E-2</c:v>
                </c:pt>
                <c:pt idx="1002">
                  <c:v>7.9941991702015436E-2</c:v>
                </c:pt>
                <c:pt idx="1003">
                  <c:v>7.9886624665190142E-2</c:v>
                </c:pt>
                <c:pt idx="1004">
                  <c:v>8.0745482093671606E-2</c:v>
                </c:pt>
                <c:pt idx="1005">
                  <c:v>8.0669778646547119E-2</c:v>
                </c:pt>
                <c:pt idx="1006">
                  <c:v>8.1544986975115918E-2</c:v>
                </c:pt>
                <c:pt idx="1007">
                  <c:v>8.1548749667207709E-2</c:v>
                </c:pt>
                <c:pt idx="1008">
                  <c:v>8.0890694678561137E-2</c:v>
                </c:pt>
                <c:pt idx="1009">
                  <c:v>8.0648291461853483E-2</c:v>
                </c:pt>
                <c:pt idx="1010">
                  <c:v>8.0963476347718166E-2</c:v>
                </c:pt>
                <c:pt idx="1011">
                  <c:v>8.0868152278575245E-2</c:v>
                </c:pt>
                <c:pt idx="1012">
                  <c:v>8.1380462578879764E-2</c:v>
                </c:pt>
                <c:pt idx="1013">
                  <c:v>8.0668737369110732E-2</c:v>
                </c:pt>
                <c:pt idx="1014">
                  <c:v>8.0833903734371826E-2</c:v>
                </c:pt>
                <c:pt idx="1015">
                  <c:v>8.04508393873824E-2</c:v>
                </c:pt>
                <c:pt idx="1016">
                  <c:v>7.9735474659043515E-2</c:v>
                </c:pt>
                <c:pt idx="1017">
                  <c:v>8.0094663444529868E-2</c:v>
                </c:pt>
                <c:pt idx="1018">
                  <c:v>7.9771847503553261E-2</c:v>
                </c:pt>
                <c:pt idx="1019">
                  <c:v>8.0764661405203775E-2</c:v>
                </c:pt>
                <c:pt idx="1020">
                  <c:v>8.0786459486922535E-2</c:v>
                </c:pt>
                <c:pt idx="1021">
                  <c:v>8.1029932492347578E-2</c:v>
                </c:pt>
                <c:pt idx="1022">
                  <c:v>8.1211173252596192E-2</c:v>
                </c:pt>
                <c:pt idx="1023">
                  <c:v>8.1408590216979104E-2</c:v>
                </c:pt>
                <c:pt idx="1024">
                  <c:v>8.2080415844928867E-2</c:v>
                </c:pt>
                <c:pt idx="1025">
                  <c:v>8.2069609144970967E-2</c:v>
                </c:pt>
                <c:pt idx="1026">
                  <c:v>8.1539032393313726E-2</c:v>
                </c:pt>
                <c:pt idx="1027">
                  <c:v>8.2406458888110046E-2</c:v>
                </c:pt>
                <c:pt idx="1028">
                  <c:v>8.2699263921467647E-2</c:v>
                </c:pt>
                <c:pt idx="1029">
                  <c:v>8.2637639266414764E-2</c:v>
                </c:pt>
                <c:pt idx="1030">
                  <c:v>8.2588310306290769E-2</c:v>
                </c:pt>
                <c:pt idx="1031">
                  <c:v>8.3186679185390355E-2</c:v>
                </c:pt>
                <c:pt idx="1032">
                  <c:v>8.2261757060307805E-2</c:v>
                </c:pt>
                <c:pt idx="1033">
                  <c:v>8.1887702956342623E-2</c:v>
                </c:pt>
                <c:pt idx="1034">
                  <c:v>8.204803632753721E-2</c:v>
                </c:pt>
                <c:pt idx="1035">
                  <c:v>8.1331136223006806E-2</c:v>
                </c:pt>
                <c:pt idx="1036">
                  <c:v>8.2141183235973747E-2</c:v>
                </c:pt>
                <c:pt idx="1037">
                  <c:v>8.2240381779983385E-2</c:v>
                </c:pt>
                <c:pt idx="1038">
                  <c:v>8.4394956509361796E-2</c:v>
                </c:pt>
                <c:pt idx="1039">
                  <c:v>8.4404636812620892E-2</c:v>
                </c:pt>
                <c:pt idx="1040">
                  <c:v>8.4590251297650632E-2</c:v>
                </c:pt>
                <c:pt idx="1041">
                  <c:v>8.4525631905359888E-2</c:v>
                </c:pt>
                <c:pt idx="1042">
                  <c:v>8.4583061987862473E-2</c:v>
                </c:pt>
                <c:pt idx="1043">
                  <c:v>8.4630057656423729E-2</c:v>
                </c:pt>
                <c:pt idx="1044">
                  <c:v>8.4581920396717303E-2</c:v>
                </c:pt>
                <c:pt idx="1045">
                  <c:v>8.3921017556753519E-2</c:v>
                </c:pt>
                <c:pt idx="1046">
                  <c:v>8.3788312295812517E-2</c:v>
                </c:pt>
                <c:pt idx="1047">
                  <c:v>8.3959451010748087E-2</c:v>
                </c:pt>
                <c:pt idx="1048">
                  <c:v>8.4304408098956007E-2</c:v>
                </c:pt>
                <c:pt idx="1049">
                  <c:v>8.3693538722324989E-2</c:v>
                </c:pt>
                <c:pt idx="1050">
                  <c:v>8.3699934581400348E-2</c:v>
                </c:pt>
                <c:pt idx="1051">
                  <c:v>8.4261934498622626E-2</c:v>
                </c:pt>
                <c:pt idx="1052">
                  <c:v>8.4311941600913487E-2</c:v>
                </c:pt>
                <c:pt idx="1053">
                  <c:v>8.429826426473408E-2</c:v>
                </c:pt>
                <c:pt idx="1054">
                  <c:v>8.4746080748089536E-2</c:v>
                </c:pt>
                <c:pt idx="1055">
                  <c:v>8.4703550509058312E-2</c:v>
                </c:pt>
                <c:pt idx="1056">
                  <c:v>8.5574361116580566E-2</c:v>
                </c:pt>
                <c:pt idx="1057">
                  <c:v>8.581273762973074E-2</c:v>
                </c:pt>
                <c:pt idx="1058">
                  <c:v>8.606290258496907E-2</c:v>
                </c:pt>
                <c:pt idx="1059">
                  <c:v>8.6076998500577595E-2</c:v>
                </c:pt>
                <c:pt idx="1060">
                  <c:v>8.6253171959847719E-2</c:v>
                </c:pt>
                <c:pt idx="1061">
                  <c:v>8.6252701996815562E-2</c:v>
                </c:pt>
                <c:pt idx="1062">
                  <c:v>8.6254538376836498E-2</c:v>
                </c:pt>
                <c:pt idx="1063">
                  <c:v>8.6254386249512205E-2</c:v>
                </c:pt>
                <c:pt idx="1064">
                  <c:v>8.62588188608433E-2</c:v>
                </c:pt>
                <c:pt idx="1065">
                  <c:v>8.6252091276784904E-2</c:v>
                </c:pt>
                <c:pt idx="1066">
                  <c:v>8.6396980395903933E-2</c:v>
                </c:pt>
                <c:pt idx="1067">
                  <c:v>8.6454317972837535E-2</c:v>
                </c:pt>
                <c:pt idx="1068">
                  <c:v>8.6504604090454573E-2</c:v>
                </c:pt>
                <c:pt idx="1069">
                  <c:v>8.6503427499381891E-2</c:v>
                </c:pt>
                <c:pt idx="1070">
                  <c:v>8.6479883842633054E-2</c:v>
                </c:pt>
                <c:pt idx="1071">
                  <c:v>8.6528159923335735E-2</c:v>
                </c:pt>
                <c:pt idx="1072">
                  <c:v>8.6424092340640302E-2</c:v>
                </c:pt>
                <c:pt idx="1073">
                  <c:v>8.6251242547384588E-2</c:v>
                </c:pt>
                <c:pt idx="1074">
                  <c:v>8.600552318139254E-2</c:v>
                </c:pt>
                <c:pt idx="1075">
                  <c:v>8.6133123500440778E-2</c:v>
                </c:pt>
                <c:pt idx="1076">
                  <c:v>8.6121114206858529E-2</c:v>
                </c:pt>
                <c:pt idx="1077">
                  <c:v>8.6438110501826926E-2</c:v>
                </c:pt>
                <c:pt idx="1078">
                  <c:v>8.6495363472371745E-2</c:v>
                </c:pt>
                <c:pt idx="1079">
                  <c:v>8.6212865511828607E-2</c:v>
                </c:pt>
                <c:pt idx="1080">
                  <c:v>8.6325619972810519E-2</c:v>
                </c:pt>
                <c:pt idx="1081">
                  <c:v>8.6478606664535218E-2</c:v>
                </c:pt>
                <c:pt idx="1082">
                  <c:v>8.6816769566518293E-2</c:v>
                </c:pt>
                <c:pt idx="1083">
                  <c:v>8.6597364753977835E-2</c:v>
                </c:pt>
                <c:pt idx="1084">
                  <c:v>8.708918850443903E-2</c:v>
                </c:pt>
                <c:pt idx="1085">
                  <c:v>8.704761584289078E-2</c:v>
                </c:pt>
                <c:pt idx="1086">
                  <c:v>8.661824675218488E-2</c:v>
                </c:pt>
                <c:pt idx="1087">
                  <c:v>8.6597371685907532E-2</c:v>
                </c:pt>
                <c:pt idx="1088">
                  <c:v>8.6667041672760958E-2</c:v>
                </c:pt>
                <c:pt idx="1089">
                  <c:v>8.6331577847862828E-2</c:v>
                </c:pt>
                <c:pt idx="1090">
                  <c:v>8.5737063187164675E-2</c:v>
                </c:pt>
                <c:pt idx="1091">
                  <c:v>8.5080301790957047E-2</c:v>
                </c:pt>
                <c:pt idx="1092">
                  <c:v>8.5560871572835318E-2</c:v>
                </c:pt>
                <c:pt idx="1093">
                  <c:v>8.5390576317320166E-2</c:v>
                </c:pt>
                <c:pt idx="1094">
                  <c:v>8.5146833831369007E-2</c:v>
                </c:pt>
                <c:pt idx="1095">
                  <c:v>8.4900967655664572E-2</c:v>
                </c:pt>
                <c:pt idx="1096">
                  <c:v>8.438595490072498E-2</c:v>
                </c:pt>
                <c:pt idx="1097">
                  <c:v>8.4470210326896611E-2</c:v>
                </c:pt>
                <c:pt idx="1098">
                  <c:v>8.4208688147862421E-2</c:v>
                </c:pt>
                <c:pt idx="1099">
                  <c:v>8.3829720291203835E-2</c:v>
                </c:pt>
                <c:pt idx="1100">
                  <c:v>8.2853680558349962E-2</c:v>
                </c:pt>
                <c:pt idx="1101">
                  <c:v>8.314135134320999E-2</c:v>
                </c:pt>
                <c:pt idx="1102">
                  <c:v>8.3420796301886146E-2</c:v>
                </c:pt>
                <c:pt idx="1103">
                  <c:v>8.3498944187519353E-2</c:v>
                </c:pt>
                <c:pt idx="1104">
                  <c:v>8.4022964092593244E-2</c:v>
                </c:pt>
                <c:pt idx="1105">
                  <c:v>8.5535762701922979E-2</c:v>
                </c:pt>
                <c:pt idx="1106">
                  <c:v>8.5681125954973236E-2</c:v>
                </c:pt>
                <c:pt idx="1107">
                  <c:v>8.5297888537322231E-2</c:v>
                </c:pt>
                <c:pt idx="1108">
                  <c:v>8.5544926539396715E-2</c:v>
                </c:pt>
                <c:pt idx="1109">
                  <c:v>8.4426842035470684E-2</c:v>
                </c:pt>
                <c:pt idx="1110">
                  <c:v>8.4855546928567227E-2</c:v>
                </c:pt>
                <c:pt idx="1111">
                  <c:v>8.597734577483751E-2</c:v>
                </c:pt>
                <c:pt idx="1112">
                  <c:v>8.6121428519640109E-2</c:v>
                </c:pt>
                <c:pt idx="1113">
                  <c:v>8.5848501061320359E-2</c:v>
                </c:pt>
                <c:pt idx="1114">
                  <c:v>8.3655159724020267E-2</c:v>
                </c:pt>
                <c:pt idx="1115">
                  <c:v>8.3530338861071862E-2</c:v>
                </c:pt>
                <c:pt idx="1116">
                  <c:v>8.195915490278316E-2</c:v>
                </c:pt>
                <c:pt idx="1117">
                  <c:v>8.3020030600435613E-2</c:v>
                </c:pt>
                <c:pt idx="1118">
                  <c:v>8.3052235473227154E-2</c:v>
                </c:pt>
                <c:pt idx="1119">
                  <c:v>8.4663575972076521E-2</c:v>
                </c:pt>
                <c:pt idx="1120">
                  <c:v>8.4105584967657299E-2</c:v>
                </c:pt>
                <c:pt idx="1121">
                  <c:v>8.4604028507608842E-2</c:v>
                </c:pt>
                <c:pt idx="1122">
                  <c:v>8.5458918898524971E-2</c:v>
                </c:pt>
                <c:pt idx="1123">
                  <c:v>8.4929449146517566E-2</c:v>
                </c:pt>
                <c:pt idx="1124">
                  <c:v>8.432692287723087E-2</c:v>
                </c:pt>
                <c:pt idx="1125">
                  <c:v>8.5029409696797176E-2</c:v>
                </c:pt>
                <c:pt idx="1126">
                  <c:v>8.3908069055553813E-2</c:v>
                </c:pt>
                <c:pt idx="1127">
                  <c:v>8.3615676695529051E-2</c:v>
                </c:pt>
                <c:pt idx="1128">
                  <c:v>8.2352133342696532E-2</c:v>
                </c:pt>
                <c:pt idx="1129">
                  <c:v>8.2392997549900038E-2</c:v>
                </c:pt>
                <c:pt idx="1130">
                  <c:v>8.2526885160690067E-2</c:v>
                </c:pt>
                <c:pt idx="1131">
                  <c:v>8.2965167964332509E-2</c:v>
                </c:pt>
                <c:pt idx="1132">
                  <c:v>8.1646454546471681E-2</c:v>
                </c:pt>
                <c:pt idx="1133">
                  <c:v>8.2070878825869609E-2</c:v>
                </c:pt>
                <c:pt idx="1134">
                  <c:v>8.038213965916563E-2</c:v>
                </c:pt>
                <c:pt idx="1135">
                  <c:v>8.1761339266518851E-2</c:v>
                </c:pt>
                <c:pt idx="1136">
                  <c:v>8.1495696982300747E-2</c:v>
                </c:pt>
                <c:pt idx="1137">
                  <c:v>7.9561602498393835E-2</c:v>
                </c:pt>
                <c:pt idx="1138">
                  <c:v>7.9386183758160089E-2</c:v>
                </c:pt>
                <c:pt idx="1139">
                  <c:v>7.8954554905055652E-2</c:v>
                </c:pt>
                <c:pt idx="1140">
                  <c:v>7.8037565999291236E-2</c:v>
                </c:pt>
                <c:pt idx="1141">
                  <c:v>7.7533587401230175E-2</c:v>
                </c:pt>
                <c:pt idx="1142">
                  <c:v>7.7595033977182259E-2</c:v>
                </c:pt>
                <c:pt idx="1143">
                  <c:v>7.6100958353858661E-2</c:v>
                </c:pt>
                <c:pt idx="1144">
                  <c:v>7.5962808162202911E-2</c:v>
                </c:pt>
                <c:pt idx="1145">
                  <c:v>7.5203307380032225E-2</c:v>
                </c:pt>
                <c:pt idx="1146">
                  <c:v>7.295551930809463E-2</c:v>
                </c:pt>
                <c:pt idx="1147">
                  <c:v>6.8938165090494108E-2</c:v>
                </c:pt>
                <c:pt idx="1148">
                  <c:v>6.3272314467417767E-2</c:v>
                </c:pt>
                <c:pt idx="1149">
                  <c:v>6.5036817617837639E-2</c:v>
                </c:pt>
                <c:pt idx="1150">
                  <c:v>7.0185783284645975E-2</c:v>
                </c:pt>
                <c:pt idx="1151">
                  <c:v>7.1418773861973817E-2</c:v>
                </c:pt>
                <c:pt idx="1152">
                  <c:v>7.473866408036256E-2</c:v>
                </c:pt>
                <c:pt idx="1153">
                  <c:v>7.5141110261302657E-2</c:v>
                </c:pt>
                <c:pt idx="1154">
                  <c:v>7.2268975860141582E-2</c:v>
                </c:pt>
                <c:pt idx="1155">
                  <c:v>7.2615100914705466E-2</c:v>
                </c:pt>
                <c:pt idx="1156">
                  <c:v>7.3082063148673715E-2</c:v>
                </c:pt>
                <c:pt idx="1157">
                  <c:v>7.0728422776043076E-2</c:v>
                </c:pt>
                <c:pt idx="1158">
                  <c:v>7.0137806731532693E-2</c:v>
                </c:pt>
                <c:pt idx="1159">
                  <c:v>7.0594551667121919E-2</c:v>
                </c:pt>
                <c:pt idx="1160">
                  <c:v>7.7263778270360572E-2</c:v>
                </c:pt>
                <c:pt idx="1161">
                  <c:v>7.9633193810486724E-2</c:v>
                </c:pt>
                <c:pt idx="1162">
                  <c:v>7.6923871919047926E-2</c:v>
                </c:pt>
                <c:pt idx="1163">
                  <c:v>7.6332406231796823E-2</c:v>
                </c:pt>
                <c:pt idx="1164">
                  <c:v>7.6801912367063019E-2</c:v>
                </c:pt>
                <c:pt idx="1165">
                  <c:v>8.1334907947874457E-2</c:v>
                </c:pt>
                <c:pt idx="1166">
                  <c:v>8.1719377796971804E-2</c:v>
                </c:pt>
                <c:pt idx="1167">
                  <c:v>8.3077027881114041E-2</c:v>
                </c:pt>
                <c:pt idx="1168">
                  <c:v>8.0000795565907001E-2</c:v>
                </c:pt>
                <c:pt idx="1169">
                  <c:v>8.1577840910585175E-2</c:v>
                </c:pt>
                <c:pt idx="1170">
                  <c:v>7.8223572552847953E-2</c:v>
                </c:pt>
                <c:pt idx="1171">
                  <c:v>7.8223572552847953E-2</c:v>
                </c:pt>
                <c:pt idx="1172">
                  <c:v>7.7817106989870766E-2</c:v>
                </c:pt>
                <c:pt idx="1173">
                  <c:v>8.037471958021003E-2</c:v>
                </c:pt>
                <c:pt idx="1174">
                  <c:v>8.1918147718974876E-2</c:v>
                </c:pt>
                <c:pt idx="1175">
                  <c:v>8.079575870400979E-2</c:v>
                </c:pt>
                <c:pt idx="1176">
                  <c:v>8.1458350970755822E-2</c:v>
                </c:pt>
                <c:pt idx="1177">
                  <c:v>8.3171841649049894E-2</c:v>
                </c:pt>
                <c:pt idx="1178">
                  <c:v>8.5602071237119493E-2</c:v>
                </c:pt>
                <c:pt idx="1179">
                  <c:v>8.7227514969747122E-2</c:v>
                </c:pt>
                <c:pt idx="1180">
                  <c:v>8.7505763616901766E-2</c:v>
                </c:pt>
                <c:pt idx="1181">
                  <c:v>8.7244316118562648E-2</c:v>
                </c:pt>
                <c:pt idx="1182">
                  <c:v>8.6593568481852623E-2</c:v>
                </c:pt>
                <c:pt idx="1183">
                  <c:v>8.8415354878728536E-2</c:v>
                </c:pt>
                <c:pt idx="1184">
                  <c:v>8.8129845520415806E-2</c:v>
                </c:pt>
                <c:pt idx="1185">
                  <c:v>8.818597553033336E-2</c:v>
                </c:pt>
                <c:pt idx="1186">
                  <c:v>8.8778464069268037E-2</c:v>
                </c:pt>
                <c:pt idx="1187">
                  <c:v>8.9163053476647769E-2</c:v>
                </c:pt>
                <c:pt idx="1188">
                  <c:v>8.8112966885207977E-2</c:v>
                </c:pt>
                <c:pt idx="1189">
                  <c:v>8.9351129856204414E-2</c:v>
                </c:pt>
                <c:pt idx="1190">
                  <c:v>8.9839782945310587E-2</c:v>
                </c:pt>
                <c:pt idx="1191">
                  <c:v>8.9682298462469112E-2</c:v>
                </c:pt>
                <c:pt idx="1192">
                  <c:v>8.9557381976545725E-2</c:v>
                </c:pt>
                <c:pt idx="1193">
                  <c:v>8.9122613522836569E-2</c:v>
                </c:pt>
                <c:pt idx="1194">
                  <c:v>8.9375005797216134E-2</c:v>
                </c:pt>
                <c:pt idx="1195">
                  <c:v>8.9987335924433531E-2</c:v>
                </c:pt>
                <c:pt idx="1196">
                  <c:v>9.0727182815637963E-2</c:v>
                </c:pt>
                <c:pt idx="1197">
                  <c:v>9.0821945495596856E-2</c:v>
                </c:pt>
                <c:pt idx="1198">
                  <c:v>9.0580931558592925E-2</c:v>
                </c:pt>
                <c:pt idx="1199">
                  <c:v>8.9874019523240811E-2</c:v>
                </c:pt>
                <c:pt idx="1200">
                  <c:v>8.9358771813460747E-2</c:v>
                </c:pt>
                <c:pt idx="1201">
                  <c:v>8.7616903249264744E-2</c:v>
                </c:pt>
                <c:pt idx="1202">
                  <c:v>8.7616903249264744E-2</c:v>
                </c:pt>
                <c:pt idx="1203">
                  <c:v>8.7185105600961599E-2</c:v>
                </c:pt>
                <c:pt idx="1204">
                  <c:v>8.5686580235381338E-2</c:v>
                </c:pt>
                <c:pt idx="1205">
                  <c:v>8.3097214106736206E-2</c:v>
                </c:pt>
                <c:pt idx="1206">
                  <c:v>8.4927792550333447E-2</c:v>
                </c:pt>
                <c:pt idx="1207">
                  <c:v>8.5055661317207876E-2</c:v>
                </c:pt>
                <c:pt idx="1208">
                  <c:v>8.7421297429344347E-2</c:v>
                </c:pt>
                <c:pt idx="1209">
                  <c:v>8.7427583443209778E-2</c:v>
                </c:pt>
                <c:pt idx="1210">
                  <c:v>8.8131354157756636E-2</c:v>
                </c:pt>
                <c:pt idx="1211">
                  <c:v>8.9088854553046493E-2</c:v>
                </c:pt>
                <c:pt idx="1212">
                  <c:v>8.8563286630351623E-2</c:v>
                </c:pt>
                <c:pt idx="1213">
                  <c:v>9.023633245793572E-2</c:v>
                </c:pt>
                <c:pt idx="1214">
                  <c:v>9.0048802270334183E-2</c:v>
                </c:pt>
                <c:pt idx="1215">
                  <c:v>8.7491914394140724E-2</c:v>
                </c:pt>
                <c:pt idx="1216">
                  <c:v>9.0368380493921041E-2</c:v>
                </c:pt>
                <c:pt idx="1217">
                  <c:v>8.9229726857269376E-2</c:v>
                </c:pt>
                <c:pt idx="1218">
                  <c:v>8.8093328520061021E-2</c:v>
                </c:pt>
                <c:pt idx="1219">
                  <c:v>8.6481105145582826E-2</c:v>
                </c:pt>
                <c:pt idx="1220">
                  <c:v>8.5456257552457227E-2</c:v>
                </c:pt>
                <c:pt idx="1221">
                  <c:v>8.4395083057920095E-2</c:v>
                </c:pt>
                <c:pt idx="1222">
                  <c:v>8.452530971770067E-2</c:v>
                </c:pt>
                <c:pt idx="1223">
                  <c:v>8.5439778442456427E-2</c:v>
                </c:pt>
                <c:pt idx="1224">
                  <c:v>8.5256260933313288E-2</c:v>
                </c:pt>
                <c:pt idx="1225">
                  <c:v>8.3643200701780107E-2</c:v>
                </c:pt>
                <c:pt idx="1226">
                  <c:v>8.4141846071381088E-2</c:v>
                </c:pt>
                <c:pt idx="1227">
                  <c:v>8.778491712742742E-2</c:v>
                </c:pt>
                <c:pt idx="1228">
                  <c:v>8.8239818443609508E-2</c:v>
                </c:pt>
                <c:pt idx="1229">
                  <c:v>8.7475708133173513E-2</c:v>
                </c:pt>
                <c:pt idx="1230">
                  <c:v>8.7992985762533782E-2</c:v>
                </c:pt>
                <c:pt idx="1231">
                  <c:v>8.9133137837782761E-2</c:v>
                </c:pt>
                <c:pt idx="1232">
                  <c:v>8.9787147801364431E-2</c:v>
                </c:pt>
                <c:pt idx="1233">
                  <c:v>8.9069098972439975E-2</c:v>
                </c:pt>
                <c:pt idx="1234">
                  <c:v>8.6850856046539748E-2</c:v>
                </c:pt>
                <c:pt idx="1235">
                  <c:v>8.6445722178575157E-2</c:v>
                </c:pt>
                <c:pt idx="1236">
                  <c:v>8.5837442771616201E-2</c:v>
                </c:pt>
                <c:pt idx="1237">
                  <c:v>8.156011185194012E-2</c:v>
                </c:pt>
                <c:pt idx="1238">
                  <c:v>8.2882881950913645E-2</c:v>
                </c:pt>
                <c:pt idx="1239">
                  <c:v>8.158703102738718E-2</c:v>
                </c:pt>
                <c:pt idx="1240">
                  <c:v>7.9229410304556769E-2</c:v>
                </c:pt>
                <c:pt idx="1241">
                  <c:v>8.0885279723150516E-2</c:v>
                </c:pt>
                <c:pt idx="1242">
                  <c:v>7.8304414250290111E-2</c:v>
                </c:pt>
                <c:pt idx="1243">
                  <c:v>7.8031952410054339E-2</c:v>
                </c:pt>
                <c:pt idx="1244">
                  <c:v>8.0941473530463659E-2</c:v>
                </c:pt>
                <c:pt idx="1245">
                  <c:v>7.8991857608810112E-2</c:v>
                </c:pt>
                <c:pt idx="1246">
                  <c:v>7.6491809417160161E-2</c:v>
                </c:pt>
                <c:pt idx="1247">
                  <c:v>7.6297427694305475E-2</c:v>
                </c:pt>
                <c:pt idx="1248">
                  <c:v>7.7828415937165607E-2</c:v>
                </c:pt>
                <c:pt idx="1249">
                  <c:v>7.2327815200178946E-2</c:v>
                </c:pt>
                <c:pt idx="1250">
                  <c:v>7.1506096401419916E-2</c:v>
                </c:pt>
                <c:pt idx="1251">
                  <c:v>7.7197036695221377E-2</c:v>
                </c:pt>
                <c:pt idx="1252">
                  <c:v>7.8658079313713269E-2</c:v>
                </c:pt>
                <c:pt idx="1253">
                  <c:v>7.5650351713798969E-2</c:v>
                </c:pt>
                <c:pt idx="1254">
                  <c:v>7.9674522652664725E-2</c:v>
                </c:pt>
                <c:pt idx="1255">
                  <c:v>8.0213966674880566E-2</c:v>
                </c:pt>
                <c:pt idx="1256">
                  <c:v>8.0785084231769777E-2</c:v>
                </c:pt>
                <c:pt idx="1257">
                  <c:v>8.2283264631281439E-2</c:v>
                </c:pt>
                <c:pt idx="1258">
                  <c:v>7.992440604894735E-2</c:v>
                </c:pt>
                <c:pt idx="1259">
                  <c:v>7.7840169857923192E-2</c:v>
                </c:pt>
                <c:pt idx="1260">
                  <c:v>8.1893254274076233E-2</c:v>
                </c:pt>
                <c:pt idx="1261">
                  <c:v>8.2259186161541376E-2</c:v>
                </c:pt>
                <c:pt idx="1262">
                  <c:v>7.61264593878338E-2</c:v>
                </c:pt>
                <c:pt idx="1263">
                  <c:v>7.4255610526719029E-2</c:v>
                </c:pt>
                <c:pt idx="1264">
                  <c:v>7.8113758298386626E-2</c:v>
                </c:pt>
                <c:pt idx="1265">
                  <c:v>8.1388417988446982E-2</c:v>
                </c:pt>
                <c:pt idx="1266">
                  <c:v>8.1799104207258777E-2</c:v>
                </c:pt>
                <c:pt idx="1267">
                  <c:v>8.4509654775192788E-2</c:v>
                </c:pt>
                <c:pt idx="1268">
                  <c:v>8.4988550664218621E-2</c:v>
                </c:pt>
                <c:pt idx="1269">
                  <c:v>8.4703349099407244E-2</c:v>
                </c:pt>
                <c:pt idx="1270">
                  <c:v>8.4775246832239692E-2</c:v>
                </c:pt>
                <c:pt idx="1271">
                  <c:v>8.4667623854868701E-2</c:v>
                </c:pt>
                <c:pt idx="1272">
                  <c:v>8.508146552199447E-2</c:v>
                </c:pt>
                <c:pt idx="1273">
                  <c:v>8.4948121838905433E-2</c:v>
                </c:pt>
                <c:pt idx="1274">
                  <c:v>8.4421573162875907E-2</c:v>
                </c:pt>
                <c:pt idx="1275">
                  <c:v>8.804652515543121E-2</c:v>
                </c:pt>
                <c:pt idx="1276">
                  <c:v>8.9235832202537613E-2</c:v>
                </c:pt>
                <c:pt idx="1277">
                  <c:v>8.8962555744746208E-2</c:v>
                </c:pt>
                <c:pt idx="1278">
                  <c:v>8.9333364480500999E-2</c:v>
                </c:pt>
                <c:pt idx="1279">
                  <c:v>8.7956255059779886E-2</c:v>
                </c:pt>
                <c:pt idx="1280">
                  <c:v>8.8521754563865351E-2</c:v>
                </c:pt>
                <c:pt idx="1281">
                  <c:v>9.0369893913665122E-2</c:v>
                </c:pt>
                <c:pt idx="1282">
                  <c:v>9.0775151083328898E-2</c:v>
                </c:pt>
                <c:pt idx="1283">
                  <c:v>9.0907978023701874E-2</c:v>
                </c:pt>
                <c:pt idx="1284">
                  <c:v>9.067318176878103E-2</c:v>
                </c:pt>
                <c:pt idx="1285">
                  <c:v>9.1058606326308356E-2</c:v>
                </c:pt>
                <c:pt idx="1286">
                  <c:v>9.2327268331398149E-2</c:v>
                </c:pt>
                <c:pt idx="1287">
                  <c:v>9.2699263541149768E-2</c:v>
                </c:pt>
                <c:pt idx="1288">
                  <c:v>9.2462547444005061E-2</c:v>
                </c:pt>
                <c:pt idx="1289">
                  <c:v>9.3236026232753511E-2</c:v>
                </c:pt>
                <c:pt idx="1290">
                  <c:v>9.3117532365182276E-2</c:v>
                </c:pt>
                <c:pt idx="1291">
                  <c:v>9.2355663980631442E-2</c:v>
                </c:pt>
                <c:pt idx="1292">
                  <c:v>9.2155737389078674E-2</c:v>
                </c:pt>
                <c:pt idx="1293">
                  <c:v>9.2267123556539654E-2</c:v>
                </c:pt>
                <c:pt idx="1294">
                  <c:v>9.3361178664155831E-2</c:v>
                </c:pt>
                <c:pt idx="1295">
                  <c:v>9.4023619484677745E-2</c:v>
                </c:pt>
                <c:pt idx="1296">
                  <c:v>9.3593547599972071E-2</c:v>
                </c:pt>
                <c:pt idx="1297">
                  <c:v>9.132436729710669E-2</c:v>
                </c:pt>
                <c:pt idx="1298">
                  <c:v>9.1828768436178376E-2</c:v>
                </c:pt>
                <c:pt idx="1299">
                  <c:v>9.0062724417588225E-2</c:v>
                </c:pt>
                <c:pt idx="1300">
                  <c:v>9.1152784954259047E-2</c:v>
                </c:pt>
                <c:pt idx="1301">
                  <c:v>9.1374923185617574E-2</c:v>
                </c:pt>
                <c:pt idx="1302">
                  <c:v>9.0993510452237247E-2</c:v>
                </c:pt>
                <c:pt idx="1303">
                  <c:v>9.1209739262793632E-2</c:v>
                </c:pt>
                <c:pt idx="1304">
                  <c:v>9.2428881535657537E-2</c:v>
                </c:pt>
                <c:pt idx="1305">
                  <c:v>9.6058641061141814E-2</c:v>
                </c:pt>
                <c:pt idx="1306">
                  <c:v>9.5848882835257276E-2</c:v>
                </c:pt>
                <c:pt idx="1307">
                  <c:v>9.5535626407055596E-2</c:v>
                </c:pt>
                <c:pt idx="1308">
                  <c:v>9.5463217505238118E-2</c:v>
                </c:pt>
                <c:pt idx="1309">
                  <c:v>9.5087372980793283E-2</c:v>
                </c:pt>
                <c:pt idx="1310">
                  <c:v>9.6409383549740713E-2</c:v>
                </c:pt>
                <c:pt idx="1311">
                  <c:v>9.5797848382425554E-2</c:v>
                </c:pt>
                <c:pt idx="1312">
                  <c:v>9.568450794345873E-2</c:v>
                </c:pt>
                <c:pt idx="1313">
                  <c:v>9.6159260190189166E-2</c:v>
                </c:pt>
                <c:pt idx="1314">
                  <c:v>9.6025254870845234E-2</c:v>
                </c:pt>
                <c:pt idx="1315">
                  <c:v>9.4602325160777045E-2</c:v>
                </c:pt>
                <c:pt idx="1316">
                  <c:v>9.3912346945230318E-2</c:v>
                </c:pt>
                <c:pt idx="1317">
                  <c:v>9.2753527058549334E-2</c:v>
                </c:pt>
                <c:pt idx="1318">
                  <c:v>9.3336027177254643E-2</c:v>
                </c:pt>
                <c:pt idx="1319">
                  <c:v>9.2658497557030151E-2</c:v>
                </c:pt>
                <c:pt idx="1320">
                  <c:v>9.188711491313728E-2</c:v>
                </c:pt>
                <c:pt idx="1321">
                  <c:v>9.2959354221285317E-2</c:v>
                </c:pt>
                <c:pt idx="1322">
                  <c:v>9.2528724387236694E-2</c:v>
                </c:pt>
                <c:pt idx="1323">
                  <c:v>9.2002997639954009E-2</c:v>
                </c:pt>
                <c:pt idx="1324">
                  <c:v>9.072026421763435E-2</c:v>
                </c:pt>
                <c:pt idx="1325">
                  <c:v>9.0891416374396461E-2</c:v>
                </c:pt>
                <c:pt idx="1326">
                  <c:v>9.1053715415197245E-2</c:v>
                </c:pt>
                <c:pt idx="1327">
                  <c:v>9.0124468142705583E-2</c:v>
                </c:pt>
                <c:pt idx="1328">
                  <c:v>8.9503388968507958E-2</c:v>
                </c:pt>
                <c:pt idx="1329">
                  <c:v>8.9259052713159037E-2</c:v>
                </c:pt>
                <c:pt idx="1330">
                  <c:v>9.0170850738700459E-2</c:v>
                </c:pt>
                <c:pt idx="1331">
                  <c:v>8.8420211001090543E-2</c:v>
                </c:pt>
                <c:pt idx="1332">
                  <c:v>9.1182670859116577E-2</c:v>
                </c:pt>
                <c:pt idx="1333">
                  <c:v>9.0927712605228139E-2</c:v>
                </c:pt>
                <c:pt idx="1334">
                  <c:v>9.1918672569191728E-2</c:v>
                </c:pt>
                <c:pt idx="1335">
                  <c:v>9.1828563079708658E-2</c:v>
                </c:pt>
                <c:pt idx="1336">
                  <c:v>9.3260599891775264E-2</c:v>
                </c:pt>
                <c:pt idx="1337">
                  <c:v>9.3225106070064068E-2</c:v>
                </c:pt>
                <c:pt idx="1338">
                  <c:v>9.3651729478172463E-2</c:v>
                </c:pt>
                <c:pt idx="1339">
                  <c:v>9.3798125769976926E-2</c:v>
                </c:pt>
                <c:pt idx="1340">
                  <c:v>9.6193302440654271E-2</c:v>
                </c:pt>
                <c:pt idx="1341">
                  <c:v>9.7535634515083625E-2</c:v>
                </c:pt>
                <c:pt idx="1342">
                  <c:v>9.7620006902301215E-2</c:v>
                </c:pt>
                <c:pt idx="1343">
                  <c:v>9.6932438599464876E-2</c:v>
                </c:pt>
                <c:pt idx="1344">
                  <c:v>9.4046706594249851E-2</c:v>
                </c:pt>
                <c:pt idx="1345">
                  <c:v>9.3553816702714787E-2</c:v>
                </c:pt>
                <c:pt idx="1346">
                  <c:v>9.3517794880514704E-2</c:v>
                </c:pt>
                <c:pt idx="1347">
                  <c:v>9.2298293937599252E-2</c:v>
                </c:pt>
                <c:pt idx="1348">
                  <c:v>9.2313516573178434E-2</c:v>
                </c:pt>
                <c:pt idx="1349">
                  <c:v>9.5006278591494353E-2</c:v>
                </c:pt>
                <c:pt idx="1350">
                  <c:v>9.512181463719438E-2</c:v>
                </c:pt>
                <c:pt idx="1351">
                  <c:v>9.6074521212457631E-2</c:v>
                </c:pt>
                <c:pt idx="1352">
                  <c:v>9.5791548652311986E-2</c:v>
                </c:pt>
                <c:pt idx="1353">
                  <c:v>9.1152720965893663E-2</c:v>
                </c:pt>
                <c:pt idx="1354">
                  <c:v>9.1210340466898576E-2</c:v>
                </c:pt>
                <c:pt idx="1355">
                  <c:v>9.1867550068406523E-2</c:v>
                </c:pt>
                <c:pt idx="1356">
                  <c:v>9.3666295939761612E-2</c:v>
                </c:pt>
                <c:pt idx="1357">
                  <c:v>9.5034058910000829E-2</c:v>
                </c:pt>
                <c:pt idx="1358">
                  <c:v>9.6722925294513096E-2</c:v>
                </c:pt>
                <c:pt idx="1359">
                  <c:v>9.7443344254184328E-2</c:v>
                </c:pt>
                <c:pt idx="1360">
                  <c:v>9.69963830867141E-2</c:v>
                </c:pt>
                <c:pt idx="1361">
                  <c:v>9.3733882043753769E-2</c:v>
                </c:pt>
                <c:pt idx="1362">
                  <c:v>9.5831703475448782E-2</c:v>
                </c:pt>
                <c:pt idx="1363">
                  <c:v>9.5009416808313207E-2</c:v>
                </c:pt>
                <c:pt idx="1364">
                  <c:v>9.7608445372554753E-2</c:v>
                </c:pt>
                <c:pt idx="1365">
                  <c:v>9.7705753725745192E-2</c:v>
                </c:pt>
                <c:pt idx="1366">
                  <c:v>9.9067226456727608E-2</c:v>
                </c:pt>
                <c:pt idx="1367">
                  <c:v>9.9395442165664427E-2</c:v>
                </c:pt>
                <c:pt idx="1368">
                  <c:v>0.100107967094754</c:v>
                </c:pt>
                <c:pt idx="1369">
                  <c:v>0.10038591662483243</c:v>
                </c:pt>
                <c:pt idx="1370">
                  <c:v>0.10008653282728064</c:v>
                </c:pt>
                <c:pt idx="1371">
                  <c:v>9.9913829108057239E-2</c:v>
                </c:pt>
                <c:pt idx="1372">
                  <c:v>9.9789682645273547E-2</c:v>
                </c:pt>
                <c:pt idx="1373">
                  <c:v>9.9561920559588901E-2</c:v>
                </c:pt>
                <c:pt idx="1374">
                  <c:v>9.9914921628301068E-2</c:v>
                </c:pt>
                <c:pt idx="1375">
                  <c:v>0.10108361798801946</c:v>
                </c:pt>
                <c:pt idx="1376">
                  <c:v>0.1010887880631135</c:v>
                </c:pt>
                <c:pt idx="1377">
                  <c:v>0.10063919313426339</c:v>
                </c:pt>
                <c:pt idx="1378">
                  <c:v>0.10043513060541731</c:v>
                </c:pt>
                <c:pt idx="1379">
                  <c:v>0.10170690497862311</c:v>
                </c:pt>
                <c:pt idx="1380">
                  <c:v>0.10078132960088304</c:v>
                </c:pt>
                <c:pt idx="1381">
                  <c:v>9.90225446712093E-2</c:v>
                </c:pt>
                <c:pt idx="1382">
                  <c:v>9.9384342036181184E-2</c:v>
                </c:pt>
                <c:pt idx="1383">
                  <c:v>0.10125503212022546</c:v>
                </c:pt>
                <c:pt idx="1384">
                  <c:v>0.10217937430649149</c:v>
                </c:pt>
                <c:pt idx="1385">
                  <c:v>0.10302839028456678</c:v>
                </c:pt>
                <c:pt idx="1386">
                  <c:v>0.10284026667103874</c:v>
                </c:pt>
                <c:pt idx="1387">
                  <c:v>0.103183509212187</c:v>
                </c:pt>
                <c:pt idx="1388">
                  <c:v>0.10317910583884826</c:v>
                </c:pt>
                <c:pt idx="1389">
                  <c:v>0.10317029445996562</c:v>
                </c:pt>
                <c:pt idx="1390">
                  <c:v>0.10312178091986157</c:v>
                </c:pt>
                <c:pt idx="1391">
                  <c:v>0.10403999336382941</c:v>
                </c:pt>
                <c:pt idx="1392">
                  <c:v>0.10426968724179275</c:v>
                </c:pt>
                <c:pt idx="1393">
                  <c:v>0.10372636394776025</c:v>
                </c:pt>
                <c:pt idx="1394">
                  <c:v>0.10420440587819579</c:v>
                </c:pt>
                <c:pt idx="1395">
                  <c:v>0.10376852912765011</c:v>
                </c:pt>
                <c:pt idx="1396">
                  <c:v>0.1037519201357191</c:v>
                </c:pt>
                <c:pt idx="1397">
                  <c:v>0.10332328438046579</c:v>
                </c:pt>
                <c:pt idx="1398">
                  <c:v>0.10343771004626001</c:v>
                </c:pt>
                <c:pt idx="1399">
                  <c:v>0.10387179416482273</c:v>
                </c:pt>
                <c:pt idx="1400">
                  <c:v>0.10361696329066394</c:v>
                </c:pt>
                <c:pt idx="1401">
                  <c:v>0.10325961972051556</c:v>
                </c:pt>
                <c:pt idx="1402">
                  <c:v>0.10346873394937284</c:v>
                </c:pt>
                <c:pt idx="1403">
                  <c:v>0.10483168428845313</c:v>
                </c:pt>
                <c:pt idx="1404">
                  <c:v>0.10529896232546787</c:v>
                </c:pt>
                <c:pt idx="1405">
                  <c:v>0.10509280475671778</c:v>
                </c:pt>
                <c:pt idx="1406">
                  <c:v>0.10528360002036297</c:v>
                </c:pt>
                <c:pt idx="1407">
                  <c:v>0.10409721154172713</c:v>
                </c:pt>
                <c:pt idx="1408">
                  <c:v>0.10126645494603737</c:v>
                </c:pt>
                <c:pt idx="1409">
                  <c:v>0.1019840432462531</c:v>
                </c:pt>
                <c:pt idx="1410">
                  <c:v>0.10317238908569504</c:v>
                </c:pt>
                <c:pt idx="1411">
                  <c:v>0.10375311427531342</c:v>
                </c:pt>
                <c:pt idx="1412">
                  <c:v>0.10443081812632216</c:v>
                </c:pt>
                <c:pt idx="1413">
                  <c:v>0.10523349436667284</c:v>
                </c:pt>
                <c:pt idx="1414">
                  <c:v>0.10524547147050523</c:v>
                </c:pt>
                <c:pt idx="1415">
                  <c:v>0.10489076810462417</c:v>
                </c:pt>
                <c:pt idx="1416">
                  <c:v>0.105766887768041</c:v>
                </c:pt>
                <c:pt idx="1417">
                  <c:v>0.10526198328517644</c:v>
                </c:pt>
                <c:pt idx="1418">
                  <c:v>0.10612411931109444</c:v>
                </c:pt>
                <c:pt idx="1419">
                  <c:v>0.10511227852166571</c:v>
                </c:pt>
                <c:pt idx="1420">
                  <c:v>0.10582318165751226</c:v>
                </c:pt>
                <c:pt idx="1421">
                  <c:v>0.10575063265953155</c:v>
                </c:pt>
                <c:pt idx="1422">
                  <c:v>0.10657717005562939</c:v>
                </c:pt>
                <c:pt idx="1423">
                  <c:v>0.10621640256394238</c:v>
                </c:pt>
                <c:pt idx="1424">
                  <c:v>0.10630690305788637</c:v>
                </c:pt>
                <c:pt idx="1425">
                  <c:v>0.10482499218548635</c:v>
                </c:pt>
                <c:pt idx="1426">
                  <c:v>0.10484768978241521</c:v>
                </c:pt>
                <c:pt idx="1427">
                  <c:v>0.10381984131917688</c:v>
                </c:pt>
                <c:pt idx="1428">
                  <c:v>0.10440648187595036</c:v>
                </c:pt>
                <c:pt idx="1429">
                  <c:v>0.10493342743872791</c:v>
                </c:pt>
                <c:pt idx="1430">
                  <c:v>0.10574560854728021</c:v>
                </c:pt>
                <c:pt idx="1431">
                  <c:v>0.10584051989633891</c:v>
                </c:pt>
                <c:pt idx="1432">
                  <c:v>0.10592198958320476</c:v>
                </c:pt>
                <c:pt idx="1433">
                  <c:v>0.10545884910519954</c:v>
                </c:pt>
                <c:pt idx="1434">
                  <c:v>0.10641216436377388</c:v>
                </c:pt>
                <c:pt idx="1435">
                  <c:v>0.10606766902179166</c:v>
                </c:pt>
                <c:pt idx="1436">
                  <c:v>0.10484869196011648</c:v>
                </c:pt>
                <c:pt idx="1437">
                  <c:v>0.10538559882090659</c:v>
                </c:pt>
                <c:pt idx="1438">
                  <c:v>0.10532778082275185</c:v>
                </c:pt>
                <c:pt idx="1439">
                  <c:v>0.10505912584154475</c:v>
                </c:pt>
                <c:pt idx="1440">
                  <c:v>0.10508682487468779</c:v>
                </c:pt>
                <c:pt idx="1441">
                  <c:v>0.10363238776198103</c:v>
                </c:pt>
                <c:pt idx="1442">
                  <c:v>0.1036697797703684</c:v>
                </c:pt>
                <c:pt idx="1443">
                  <c:v>0.10349403652608191</c:v>
                </c:pt>
                <c:pt idx="1444">
                  <c:v>0.10459061588627905</c:v>
                </c:pt>
                <c:pt idx="1445">
                  <c:v>0.10491644217149054</c:v>
                </c:pt>
                <c:pt idx="1446">
                  <c:v>0.10224177626172692</c:v>
                </c:pt>
                <c:pt idx="1447">
                  <c:v>0.10568477233581808</c:v>
                </c:pt>
                <c:pt idx="1448">
                  <c:v>0.1040807135434435</c:v>
                </c:pt>
                <c:pt idx="1449">
                  <c:v>0.10297041605236945</c:v>
                </c:pt>
                <c:pt idx="1450">
                  <c:v>0.10247891503535334</c:v>
                </c:pt>
                <c:pt idx="1451">
                  <c:v>0.10317951478265219</c:v>
                </c:pt>
                <c:pt idx="1452">
                  <c:v>0.10326348923782336</c:v>
                </c:pt>
                <c:pt idx="1453">
                  <c:v>0.1031143416842436</c:v>
                </c:pt>
                <c:pt idx="1454">
                  <c:v>0.10269268809295218</c:v>
                </c:pt>
                <c:pt idx="1455">
                  <c:v>0.10446175020678794</c:v>
                </c:pt>
                <c:pt idx="1456">
                  <c:v>0.10517555221602148</c:v>
                </c:pt>
                <c:pt idx="1457">
                  <c:v>0.10432186224918227</c:v>
                </c:pt>
                <c:pt idx="1458">
                  <c:v>0.10445102321467892</c:v>
                </c:pt>
                <c:pt idx="1459">
                  <c:v>0.10484041245602371</c:v>
                </c:pt>
                <c:pt idx="1460">
                  <c:v>0.10481340382081117</c:v>
                </c:pt>
                <c:pt idx="1461">
                  <c:v>0.10554419384726421</c:v>
                </c:pt>
                <c:pt idx="1462">
                  <c:v>0.10565647302082259</c:v>
                </c:pt>
                <c:pt idx="1463">
                  <c:v>0.10484800718055687</c:v>
                </c:pt>
                <c:pt idx="1464">
                  <c:v>0.10444661641879716</c:v>
                </c:pt>
                <c:pt idx="1465">
                  <c:v>0.10639938814854022</c:v>
                </c:pt>
                <c:pt idx="1466">
                  <c:v>0.10674030035702542</c:v>
                </c:pt>
                <c:pt idx="1467">
                  <c:v>0.10936560594800393</c:v>
                </c:pt>
                <c:pt idx="1468">
                  <c:v>0.10899918266553466</c:v>
                </c:pt>
                <c:pt idx="1469">
                  <c:v>0.1089305185246966</c:v>
                </c:pt>
                <c:pt idx="1470">
                  <c:v>0.10926337063081382</c:v>
                </c:pt>
                <c:pt idx="1471">
                  <c:v>0.10939097456793712</c:v>
                </c:pt>
                <c:pt idx="1472">
                  <c:v>0.10920597557648437</c:v>
                </c:pt>
                <c:pt idx="1473">
                  <c:v>0.10959343421878087</c:v>
                </c:pt>
                <c:pt idx="1474">
                  <c:v>0.10938957068924149</c:v>
                </c:pt>
                <c:pt idx="1475">
                  <c:v>0.10961274590928738</c:v>
                </c:pt>
                <c:pt idx="1476">
                  <c:v>0.10945448822257853</c:v>
                </c:pt>
                <c:pt idx="1477">
                  <c:v>0.10941103098840022</c:v>
                </c:pt>
                <c:pt idx="1478">
                  <c:v>0.10928960899495443</c:v>
                </c:pt>
                <c:pt idx="1479">
                  <c:v>0.10938983001220193</c:v>
                </c:pt>
                <c:pt idx="1480">
                  <c:v>0.10958978989475565</c:v>
                </c:pt>
                <c:pt idx="1481">
                  <c:v>0.10868206033814676</c:v>
                </c:pt>
                <c:pt idx="1482">
                  <c:v>0.10880306181156796</c:v>
                </c:pt>
                <c:pt idx="1483">
                  <c:v>0.10893717965134375</c:v>
                </c:pt>
                <c:pt idx="1484">
                  <c:v>0.10991629794128277</c:v>
                </c:pt>
                <c:pt idx="1485">
                  <c:v>0.10996363897615602</c:v>
                </c:pt>
                <c:pt idx="1486">
                  <c:v>0.1096077840954871</c:v>
                </c:pt>
                <c:pt idx="1487">
                  <c:v>0.11002078972640317</c:v>
                </c:pt>
                <c:pt idx="1488">
                  <c:v>0.11018848973286177</c:v>
                </c:pt>
                <c:pt idx="1489">
                  <c:v>0.11018550831416818</c:v>
                </c:pt>
                <c:pt idx="1490">
                  <c:v>0.11150431357994228</c:v>
                </c:pt>
                <c:pt idx="1491">
                  <c:v>0.1118611348629599</c:v>
                </c:pt>
                <c:pt idx="1492">
                  <c:v>0.111540736549949</c:v>
                </c:pt>
                <c:pt idx="1493">
                  <c:v>0.11118100476336046</c:v>
                </c:pt>
                <c:pt idx="1494">
                  <c:v>0.11148013435728565</c:v>
                </c:pt>
                <c:pt idx="1495">
                  <c:v>0.11141713912791851</c:v>
                </c:pt>
                <c:pt idx="1496">
                  <c:v>0.11155596302683557</c:v>
                </c:pt>
                <c:pt idx="1497">
                  <c:v>0.11130855607074941</c:v>
                </c:pt>
                <c:pt idx="1498">
                  <c:v>0.11145073019433849</c:v>
                </c:pt>
                <c:pt idx="1499">
                  <c:v>0.11149090135021877</c:v>
                </c:pt>
                <c:pt idx="1500">
                  <c:v>0.11167707808738381</c:v>
                </c:pt>
                <c:pt idx="1501">
                  <c:v>0.11214196577399038</c:v>
                </c:pt>
                <c:pt idx="1502">
                  <c:v>0.11179221784816185</c:v>
                </c:pt>
                <c:pt idx="1503">
                  <c:v>0.11208894124874602</c:v>
                </c:pt>
                <c:pt idx="1504">
                  <c:v>0.11190897085676321</c:v>
                </c:pt>
                <c:pt idx="1505">
                  <c:v>0.1119784243281372</c:v>
                </c:pt>
                <c:pt idx="1506">
                  <c:v>0.11209660051875503</c:v>
                </c:pt>
                <c:pt idx="1507">
                  <c:v>0.11200822512767294</c:v>
                </c:pt>
                <c:pt idx="1508">
                  <c:v>0.11178079263311225</c:v>
                </c:pt>
                <c:pt idx="1509">
                  <c:v>0.11177446699196647</c:v>
                </c:pt>
                <c:pt idx="1510">
                  <c:v>0.11197966598324693</c:v>
                </c:pt>
                <c:pt idx="1511">
                  <c:v>0.1120080606161179</c:v>
                </c:pt>
                <c:pt idx="1512">
                  <c:v>0.11183894014067786</c:v>
                </c:pt>
                <c:pt idx="1513">
                  <c:v>0.11202718713277315</c:v>
                </c:pt>
                <c:pt idx="1514">
                  <c:v>0.11204950581054174</c:v>
                </c:pt>
                <c:pt idx="1515">
                  <c:v>0.11203301528730114</c:v>
                </c:pt>
                <c:pt idx="1516">
                  <c:v>0.11219793260997657</c:v>
                </c:pt>
                <c:pt idx="1517">
                  <c:v>0.11259035132264406</c:v>
                </c:pt>
                <c:pt idx="1518">
                  <c:v>0.11267217932678908</c:v>
                </c:pt>
                <c:pt idx="1519">
                  <c:v>0.11267592303238205</c:v>
                </c:pt>
                <c:pt idx="1520">
                  <c:v>0.11244331597023149</c:v>
                </c:pt>
                <c:pt idx="1521">
                  <c:v>0.11223043629801233</c:v>
                </c:pt>
                <c:pt idx="1522">
                  <c:v>0.11243055845327665</c:v>
                </c:pt>
                <c:pt idx="1523">
                  <c:v>0.11284137131966576</c:v>
                </c:pt>
                <c:pt idx="1524">
                  <c:v>0.11255458780355465</c:v>
                </c:pt>
                <c:pt idx="1525">
                  <c:v>0.11266118395083191</c:v>
                </c:pt>
                <c:pt idx="1526">
                  <c:v>0.11288290836671055</c:v>
                </c:pt>
                <c:pt idx="1527">
                  <c:v>0.1129326592763078</c:v>
                </c:pt>
                <c:pt idx="1528">
                  <c:v>0.11285975904802648</c:v>
                </c:pt>
                <c:pt idx="1529">
                  <c:v>0.11294301278475405</c:v>
                </c:pt>
                <c:pt idx="1530">
                  <c:v>0.11328272574335596</c:v>
                </c:pt>
                <c:pt idx="1531">
                  <c:v>0.11337675062421981</c:v>
                </c:pt>
                <c:pt idx="1532">
                  <c:v>0.11337675062421981</c:v>
                </c:pt>
                <c:pt idx="1533">
                  <c:v>0.11333539647131163</c:v>
                </c:pt>
                <c:pt idx="1534">
                  <c:v>0.11321414156198184</c:v>
                </c:pt>
                <c:pt idx="1535">
                  <c:v>0.11333545369284159</c:v>
                </c:pt>
                <c:pt idx="1536">
                  <c:v>0.1130769466447179</c:v>
                </c:pt>
                <c:pt idx="1537">
                  <c:v>0.11326323162390806</c:v>
                </c:pt>
                <c:pt idx="1538">
                  <c:v>0.11324054998642175</c:v>
                </c:pt>
                <c:pt idx="1539">
                  <c:v>0.11330562290461244</c:v>
                </c:pt>
                <c:pt idx="1540">
                  <c:v>0.11353694597548136</c:v>
                </c:pt>
                <c:pt idx="1541">
                  <c:v>0.11347155566461253</c:v>
                </c:pt>
                <c:pt idx="1542">
                  <c:v>0.11341429292863292</c:v>
                </c:pt>
                <c:pt idx="1543">
                  <c:v>0.11343586692656693</c:v>
                </c:pt>
                <c:pt idx="1544">
                  <c:v>0.1135412000072592</c:v>
                </c:pt>
                <c:pt idx="1545">
                  <c:v>0.11346466151032053</c:v>
                </c:pt>
                <c:pt idx="1546">
                  <c:v>0.11353383602854439</c:v>
                </c:pt>
                <c:pt idx="1547">
                  <c:v>0.11354932560217856</c:v>
                </c:pt>
                <c:pt idx="1548">
                  <c:v>0.11365335328864468</c:v>
                </c:pt>
                <c:pt idx="1549">
                  <c:v>0.11367753831505634</c:v>
                </c:pt>
                <c:pt idx="1550">
                  <c:v>0.11375310512962333</c:v>
                </c:pt>
                <c:pt idx="1551">
                  <c:v>0.11375366259915276</c:v>
                </c:pt>
                <c:pt idx="1552">
                  <c:v>0.11378208124507294</c:v>
                </c:pt>
                <c:pt idx="1553">
                  <c:v>0.11384889296706058</c:v>
                </c:pt>
                <c:pt idx="1554">
                  <c:v>0.11392717359634041</c:v>
                </c:pt>
                <c:pt idx="1555">
                  <c:v>0.11392609373285234</c:v>
                </c:pt>
                <c:pt idx="1556">
                  <c:v>0.11392356184970542</c:v>
                </c:pt>
                <c:pt idx="1557">
                  <c:v>0.11396264759671437</c:v>
                </c:pt>
                <c:pt idx="1558">
                  <c:v>0.1139852381388603</c:v>
                </c:pt>
                <c:pt idx="1559">
                  <c:v>0.11395942448731955</c:v>
                </c:pt>
                <c:pt idx="1560">
                  <c:v>0.11383817518201111</c:v>
                </c:pt>
                <c:pt idx="1561">
                  <c:v>0.11346873029300875</c:v>
                </c:pt>
                <c:pt idx="1562">
                  <c:v>0.11321470222802921</c:v>
                </c:pt>
                <c:pt idx="1563">
                  <c:v>0.11309331937634326</c:v>
                </c:pt>
                <c:pt idx="1564">
                  <c:v>0.1131231672341837</c:v>
                </c:pt>
                <c:pt idx="1565">
                  <c:v>0.11257023848359915</c:v>
                </c:pt>
                <c:pt idx="1566">
                  <c:v>0.11177440857393106</c:v>
                </c:pt>
                <c:pt idx="1567">
                  <c:v>0.10921463369179985</c:v>
                </c:pt>
                <c:pt idx="1568">
                  <c:v>0.11109365156781625</c:v>
                </c:pt>
                <c:pt idx="1569">
                  <c:v>0.1099247759377544</c:v>
                </c:pt>
                <c:pt idx="1570">
                  <c:v>0.11053842379429923</c:v>
                </c:pt>
                <c:pt idx="1571">
                  <c:v>0.11030647707913777</c:v>
                </c:pt>
                <c:pt idx="1572">
                  <c:v>0.10999582892937054</c:v>
                </c:pt>
                <c:pt idx="1573">
                  <c:v>0.11013001520971533</c:v>
                </c:pt>
                <c:pt idx="1574">
                  <c:v>0.11047718146628682</c:v>
                </c:pt>
                <c:pt idx="1575">
                  <c:v>0.11062499648021684</c:v>
                </c:pt>
                <c:pt idx="1576">
                  <c:v>0.10968137183976223</c:v>
                </c:pt>
                <c:pt idx="1577">
                  <c:v>0.10936886882536312</c:v>
                </c:pt>
                <c:pt idx="1578">
                  <c:v>0.10921783113520478</c:v>
                </c:pt>
                <c:pt idx="1579">
                  <c:v>0.10771338226376348</c:v>
                </c:pt>
                <c:pt idx="1580">
                  <c:v>0.10683815959825038</c:v>
                </c:pt>
                <c:pt idx="1581">
                  <c:v>0.10705396733404227</c:v>
                </c:pt>
                <c:pt idx="1582">
                  <c:v>0.1079318430656222</c:v>
                </c:pt>
                <c:pt idx="1583">
                  <c:v>0.10789902018818531</c:v>
                </c:pt>
                <c:pt idx="1584">
                  <c:v>0.10816277783303141</c:v>
                </c:pt>
                <c:pt idx="1585">
                  <c:v>0.1066526436531503</c:v>
                </c:pt>
                <c:pt idx="1586">
                  <c:v>0.10689440815417806</c:v>
                </c:pt>
                <c:pt idx="1587">
                  <c:v>0.10765169167223609</c:v>
                </c:pt>
                <c:pt idx="1588">
                  <c:v>0.10741178020056585</c:v>
                </c:pt>
                <c:pt idx="1589">
                  <c:v>0.10605351410732688</c:v>
                </c:pt>
                <c:pt idx="1590">
                  <c:v>0.10763933187377717</c:v>
                </c:pt>
                <c:pt idx="1591">
                  <c:v>0.10691112017056281</c:v>
                </c:pt>
                <c:pt idx="1592">
                  <c:v>0.10694259936176453</c:v>
                </c:pt>
                <c:pt idx="1593">
                  <c:v>0.10750720121264346</c:v>
                </c:pt>
                <c:pt idx="1594">
                  <c:v>0.10746529360275403</c:v>
                </c:pt>
                <c:pt idx="1595">
                  <c:v>0.10669840181967993</c:v>
                </c:pt>
                <c:pt idx="1596">
                  <c:v>0.10637439327496945</c:v>
                </c:pt>
                <c:pt idx="1597">
                  <c:v>0.10723160418411282</c:v>
                </c:pt>
                <c:pt idx="1598">
                  <c:v>0.10637829758553696</c:v>
                </c:pt>
                <c:pt idx="1599">
                  <c:v>0.10599748888264737</c:v>
                </c:pt>
                <c:pt idx="1600">
                  <c:v>0.10518515774896819</c:v>
                </c:pt>
                <c:pt idx="1601">
                  <c:v>0.10506469204175195</c:v>
                </c:pt>
                <c:pt idx="1602">
                  <c:v>0.10571094843962925</c:v>
                </c:pt>
                <c:pt idx="1603">
                  <c:v>0.10489909224640881</c:v>
                </c:pt>
                <c:pt idx="1604">
                  <c:v>0.10530808306057415</c:v>
                </c:pt>
                <c:pt idx="1605">
                  <c:v>0.10500173823241465</c:v>
                </c:pt>
                <c:pt idx="1606">
                  <c:v>0.10596805115342556</c:v>
                </c:pt>
                <c:pt idx="1607">
                  <c:v>0.10537050165229278</c:v>
                </c:pt>
                <c:pt idx="1608">
                  <c:v>0.105317035124185</c:v>
                </c:pt>
                <c:pt idx="1609">
                  <c:v>0.10591310386103392</c:v>
                </c:pt>
                <c:pt idx="1610">
                  <c:v>0.10554470824008688</c:v>
                </c:pt>
                <c:pt idx="1611">
                  <c:v>0.1045248804401735</c:v>
                </c:pt>
                <c:pt idx="1612">
                  <c:v>0.10453015347862182</c:v>
                </c:pt>
                <c:pt idx="1613">
                  <c:v>0.10311267300071703</c:v>
                </c:pt>
                <c:pt idx="1614">
                  <c:v>0.10253798718015483</c:v>
                </c:pt>
                <c:pt idx="1615">
                  <c:v>0.10188658582023047</c:v>
                </c:pt>
                <c:pt idx="1616">
                  <c:v>0.1018126317443564</c:v>
                </c:pt>
                <c:pt idx="1617">
                  <c:v>0.1016684271619912</c:v>
                </c:pt>
                <c:pt idx="1618">
                  <c:v>0.1007186825986579</c:v>
                </c:pt>
                <c:pt idx="1619">
                  <c:v>0.10001824362069756</c:v>
                </c:pt>
                <c:pt idx="1620">
                  <c:v>9.9887233221369609E-2</c:v>
                </c:pt>
                <c:pt idx="1621">
                  <c:v>0.10097215163731899</c:v>
                </c:pt>
                <c:pt idx="1622">
                  <c:v>0.10134279634542942</c:v>
                </c:pt>
                <c:pt idx="1623">
                  <c:v>0.10079541753357013</c:v>
                </c:pt>
                <c:pt idx="1624">
                  <c:v>0.10427447270875145</c:v>
                </c:pt>
                <c:pt idx="1625">
                  <c:v>0.10408831965409426</c:v>
                </c:pt>
                <c:pt idx="1626">
                  <c:v>0.10309566705538287</c:v>
                </c:pt>
                <c:pt idx="1627">
                  <c:v>0.10279516567413993</c:v>
                </c:pt>
                <c:pt idx="1628">
                  <c:v>0.10537190491821047</c:v>
                </c:pt>
                <c:pt idx="1629">
                  <c:v>0.1049608896290648</c:v>
                </c:pt>
                <c:pt idx="1630">
                  <c:v>0.10477189102149809</c:v>
                </c:pt>
                <c:pt idx="1631">
                  <c:v>0.10498997334419236</c:v>
                </c:pt>
                <c:pt idx="1632">
                  <c:v>0.10645111008985531</c:v>
                </c:pt>
                <c:pt idx="1633">
                  <c:v>0.10678068504780702</c:v>
                </c:pt>
                <c:pt idx="1634">
                  <c:v>0.1082505289924085</c:v>
                </c:pt>
                <c:pt idx="1635">
                  <c:v>0.10796692032089794</c:v>
                </c:pt>
                <c:pt idx="1636">
                  <c:v>0.10756872713554566</c:v>
                </c:pt>
                <c:pt idx="1637">
                  <c:v>0.1071423304914334</c:v>
                </c:pt>
                <c:pt idx="1638">
                  <c:v>0.10731341977297038</c:v>
                </c:pt>
                <c:pt idx="1639">
                  <c:v>0.10737769945429054</c:v>
                </c:pt>
                <c:pt idx="1640">
                  <c:v>0.1070760301940139</c:v>
                </c:pt>
                <c:pt idx="1641">
                  <c:v>0.10697289083640804</c:v>
                </c:pt>
                <c:pt idx="1642">
                  <c:v>0.10667993168341017</c:v>
                </c:pt>
                <c:pt idx="1643">
                  <c:v>0.10653089754968392</c:v>
                </c:pt>
                <c:pt idx="1644">
                  <c:v>0.1070709482424026</c:v>
                </c:pt>
                <c:pt idx="1645">
                  <c:v>0.10732263348252191</c:v>
                </c:pt>
                <c:pt idx="1646">
                  <c:v>0.10705764899249415</c:v>
                </c:pt>
                <c:pt idx="1647">
                  <c:v>0.10744865376899049</c:v>
                </c:pt>
                <c:pt idx="1648">
                  <c:v>0.10757560668745647</c:v>
                </c:pt>
                <c:pt idx="1649">
                  <c:v>0.10844597457083571</c:v>
                </c:pt>
                <c:pt idx="1650">
                  <c:v>0.10846668331974718</c:v>
                </c:pt>
                <c:pt idx="1651">
                  <c:v>0.10860424627073684</c:v>
                </c:pt>
                <c:pt idx="1652">
                  <c:v>0.10808834066759898</c:v>
                </c:pt>
                <c:pt idx="1653">
                  <c:v>0.10798631658471836</c:v>
                </c:pt>
                <c:pt idx="1654">
                  <c:v>0.10742879205678602</c:v>
                </c:pt>
                <c:pt idx="1655">
                  <c:v>0.10725958276712233</c:v>
                </c:pt>
                <c:pt idx="1656">
                  <c:v>0.10738569610042092</c:v>
                </c:pt>
                <c:pt idx="1657">
                  <c:v>0.10665326661987073</c:v>
                </c:pt>
                <c:pt idx="1658">
                  <c:v>0.10624629057438062</c:v>
                </c:pt>
                <c:pt idx="1659">
                  <c:v>0.10428384551771752</c:v>
                </c:pt>
                <c:pt idx="1660">
                  <c:v>0.10449066681861408</c:v>
                </c:pt>
                <c:pt idx="1661">
                  <c:v>0.10450515118369541</c:v>
                </c:pt>
                <c:pt idx="1662">
                  <c:v>0.10461604014154169</c:v>
                </c:pt>
                <c:pt idx="1663">
                  <c:v>0.10535040643100269</c:v>
                </c:pt>
                <c:pt idx="1664">
                  <c:v>0.10548726057386859</c:v>
                </c:pt>
                <c:pt idx="1665">
                  <c:v>0.10640377590818151</c:v>
                </c:pt>
                <c:pt idx="1666">
                  <c:v>0.10658509338058408</c:v>
                </c:pt>
                <c:pt idx="1667">
                  <c:v>0.10657384289973981</c:v>
                </c:pt>
                <c:pt idx="1668">
                  <c:v>0.10566464378413243</c:v>
                </c:pt>
                <c:pt idx="1669">
                  <c:v>0.10298613676972512</c:v>
                </c:pt>
                <c:pt idx="1670">
                  <c:v>0.10091653530529254</c:v>
                </c:pt>
                <c:pt idx="1671">
                  <c:v>9.9632818690874148E-2</c:v>
                </c:pt>
                <c:pt idx="1672">
                  <c:v>0.10011722251966981</c:v>
                </c:pt>
                <c:pt idx="1673">
                  <c:v>9.9839278101357287E-2</c:v>
                </c:pt>
                <c:pt idx="1674">
                  <c:v>9.9423829797040675E-2</c:v>
                </c:pt>
                <c:pt idx="1675">
                  <c:v>9.9491791965878207E-2</c:v>
                </c:pt>
                <c:pt idx="1676">
                  <c:v>0.10066781166238492</c:v>
                </c:pt>
                <c:pt idx="1677">
                  <c:v>9.9300608341744701E-2</c:v>
                </c:pt>
                <c:pt idx="1678">
                  <c:v>9.8953482670765425E-2</c:v>
                </c:pt>
                <c:pt idx="1679">
                  <c:v>9.9260743577837651E-2</c:v>
                </c:pt>
                <c:pt idx="1680">
                  <c:v>9.9048066143331726E-2</c:v>
                </c:pt>
                <c:pt idx="1681">
                  <c:v>0.10047635286474188</c:v>
                </c:pt>
                <c:pt idx="1682">
                  <c:v>9.9216936833129488E-2</c:v>
                </c:pt>
                <c:pt idx="1683">
                  <c:v>9.8511888780582257E-2</c:v>
                </c:pt>
                <c:pt idx="1684">
                  <c:v>9.6472600444654333E-2</c:v>
                </c:pt>
                <c:pt idx="1685">
                  <c:v>9.2850802691804013E-2</c:v>
                </c:pt>
                <c:pt idx="1686">
                  <c:v>9.3796043825990605E-2</c:v>
                </c:pt>
                <c:pt idx="1687">
                  <c:v>9.2929294392042117E-2</c:v>
                </c:pt>
                <c:pt idx="1688">
                  <c:v>9.3925025600947842E-2</c:v>
                </c:pt>
                <c:pt idx="1689">
                  <c:v>9.4348728544495275E-2</c:v>
                </c:pt>
                <c:pt idx="1690">
                  <c:v>9.3675445623693676E-2</c:v>
                </c:pt>
                <c:pt idx="1691">
                  <c:v>9.4118353626113427E-2</c:v>
                </c:pt>
                <c:pt idx="1692">
                  <c:v>9.4892393361937666E-2</c:v>
                </c:pt>
                <c:pt idx="1693">
                  <c:v>9.5917524568421619E-2</c:v>
                </c:pt>
                <c:pt idx="1694">
                  <c:v>9.6337487763951568E-2</c:v>
                </c:pt>
                <c:pt idx="1695">
                  <c:v>9.7171591607596364E-2</c:v>
                </c:pt>
                <c:pt idx="1696">
                  <c:v>9.5984663158410477E-2</c:v>
                </c:pt>
                <c:pt idx="1697">
                  <c:v>9.6091164652269523E-2</c:v>
                </c:pt>
                <c:pt idx="1698">
                  <c:v>9.683149174895056E-2</c:v>
                </c:pt>
                <c:pt idx="1699">
                  <c:v>9.6501875667071246E-2</c:v>
                </c:pt>
                <c:pt idx="1700">
                  <c:v>9.5369069991531497E-2</c:v>
                </c:pt>
                <c:pt idx="1701">
                  <c:v>9.5973811876311155E-2</c:v>
                </c:pt>
                <c:pt idx="1702">
                  <c:v>9.5420802278011196E-2</c:v>
                </c:pt>
                <c:pt idx="1703">
                  <c:v>9.9060279937366102E-2</c:v>
                </c:pt>
                <c:pt idx="1704">
                  <c:v>9.8361802971387746E-2</c:v>
                </c:pt>
                <c:pt idx="1705">
                  <c:v>9.8520398400909315E-2</c:v>
                </c:pt>
                <c:pt idx="1706">
                  <c:v>0.10125990616856595</c:v>
                </c:pt>
                <c:pt idx="1707">
                  <c:v>0.10143778346950016</c:v>
                </c:pt>
                <c:pt idx="1708">
                  <c:v>9.9970586776662484E-2</c:v>
                </c:pt>
                <c:pt idx="1709">
                  <c:v>9.9586127358569199E-2</c:v>
                </c:pt>
                <c:pt idx="1710">
                  <c:v>0.10201310110153194</c:v>
                </c:pt>
                <c:pt idx="1711">
                  <c:v>0.10234680599233892</c:v>
                </c:pt>
                <c:pt idx="1712">
                  <c:v>0.10197888567560764</c:v>
                </c:pt>
                <c:pt idx="1713">
                  <c:v>0.10183033098499794</c:v>
                </c:pt>
                <c:pt idx="1714">
                  <c:v>0.10220943595923626</c:v>
                </c:pt>
                <c:pt idx="1715">
                  <c:v>0.10147446948540439</c:v>
                </c:pt>
                <c:pt idx="1716">
                  <c:v>0.10204493484895449</c:v>
                </c:pt>
                <c:pt idx="1717">
                  <c:v>0.10150383153265308</c:v>
                </c:pt>
                <c:pt idx="1718">
                  <c:v>0.10135694313976495</c:v>
                </c:pt>
                <c:pt idx="1719">
                  <c:v>0.10129207474573132</c:v>
                </c:pt>
                <c:pt idx="1720">
                  <c:v>0.10168887845846308</c:v>
                </c:pt>
                <c:pt idx="1721">
                  <c:v>0.10403724042452733</c:v>
                </c:pt>
                <c:pt idx="1722">
                  <c:v>0.10367104570329744</c:v>
                </c:pt>
                <c:pt idx="1723">
                  <c:v>0.10431969834969168</c:v>
                </c:pt>
                <c:pt idx="1724">
                  <c:v>0.10401193329786751</c:v>
                </c:pt>
                <c:pt idx="1725">
                  <c:v>0.10285719488699474</c:v>
                </c:pt>
                <c:pt idx="1726">
                  <c:v>0.10240592076787891</c:v>
                </c:pt>
                <c:pt idx="1727">
                  <c:v>0.10196887009748301</c:v>
                </c:pt>
                <c:pt idx="1728">
                  <c:v>0.1030206039688879</c:v>
                </c:pt>
                <c:pt idx="1729">
                  <c:v>0.1014672001157173</c:v>
                </c:pt>
                <c:pt idx="1730">
                  <c:v>0.10042170269700734</c:v>
                </c:pt>
                <c:pt idx="1731">
                  <c:v>0.10094173129198403</c:v>
                </c:pt>
                <c:pt idx="1732">
                  <c:v>0.10221244974003918</c:v>
                </c:pt>
                <c:pt idx="1733">
                  <c:v>0.10302856219915935</c:v>
                </c:pt>
                <c:pt idx="1734">
                  <c:v>0.10263355303915822</c:v>
                </c:pt>
                <c:pt idx="1735">
                  <c:v>0.10236551841656283</c:v>
                </c:pt>
                <c:pt idx="1736">
                  <c:v>0.10127330705125415</c:v>
                </c:pt>
                <c:pt idx="1737">
                  <c:v>0.10166734819993595</c:v>
                </c:pt>
                <c:pt idx="1738">
                  <c:v>0.10169469539321274</c:v>
                </c:pt>
                <c:pt idx="1739">
                  <c:v>0.10151747197242389</c:v>
                </c:pt>
                <c:pt idx="1740">
                  <c:v>0.10302318336760674</c:v>
                </c:pt>
                <c:pt idx="1741">
                  <c:v>0.10121278585584226</c:v>
                </c:pt>
                <c:pt idx="1742">
                  <c:v>0.10122264952261006</c:v>
                </c:pt>
                <c:pt idx="1743">
                  <c:v>9.9660702752078834E-2</c:v>
                </c:pt>
                <c:pt idx="1744">
                  <c:v>9.8927166454507276E-2</c:v>
                </c:pt>
                <c:pt idx="1745">
                  <c:v>9.7341835976983537E-2</c:v>
                </c:pt>
                <c:pt idx="1746">
                  <c:v>0.10038338073505026</c:v>
                </c:pt>
                <c:pt idx="1747">
                  <c:v>0.10039431481154848</c:v>
                </c:pt>
                <c:pt idx="1748">
                  <c:v>0.1004052397783386</c:v>
                </c:pt>
                <c:pt idx="1749">
                  <c:v>0.10387102440180929</c:v>
                </c:pt>
                <c:pt idx="1750">
                  <c:v>0.10535298632828227</c:v>
                </c:pt>
                <c:pt idx="1751">
                  <c:v>0.10700414358431587</c:v>
                </c:pt>
                <c:pt idx="1752">
                  <c:v>0.10843894083242001</c:v>
                </c:pt>
                <c:pt idx="1753">
                  <c:v>0.1084217916318857</c:v>
                </c:pt>
                <c:pt idx="1754">
                  <c:v>0.10869932466241328</c:v>
                </c:pt>
                <c:pt idx="1755">
                  <c:v>0.10908535677501541</c:v>
                </c:pt>
                <c:pt idx="1756">
                  <c:v>0.10920255636446718</c:v>
                </c:pt>
                <c:pt idx="1757">
                  <c:v>0.10913566016845033</c:v>
                </c:pt>
                <c:pt idx="1758">
                  <c:v>0.10891847966848833</c:v>
                </c:pt>
                <c:pt idx="1759">
                  <c:v>0.10947844365769699</c:v>
                </c:pt>
                <c:pt idx="1760">
                  <c:v>0.10937805475564599</c:v>
                </c:pt>
                <c:pt idx="1761">
                  <c:v>0.10960409094874879</c:v>
                </c:pt>
                <c:pt idx="1762">
                  <c:v>0.10939231788216497</c:v>
                </c:pt>
                <c:pt idx="1763">
                  <c:v>0.1093130819553243</c:v>
                </c:pt>
                <c:pt idx="1764">
                  <c:v>0.10939545655878069</c:v>
                </c:pt>
                <c:pt idx="1765">
                  <c:v>0.10999062810397042</c:v>
                </c:pt>
                <c:pt idx="1766">
                  <c:v>0.11025495146361286</c:v>
                </c:pt>
                <c:pt idx="1767">
                  <c:v>0.11008416211045313</c:v>
                </c:pt>
                <c:pt idx="1768">
                  <c:v>0.11086004024537166</c:v>
                </c:pt>
                <c:pt idx="1769">
                  <c:v>0.11086072474570652</c:v>
                </c:pt>
                <c:pt idx="1770">
                  <c:v>0.11080834580270027</c:v>
                </c:pt>
                <c:pt idx="1771">
                  <c:v>0.11053081606122483</c:v>
                </c:pt>
                <c:pt idx="1772">
                  <c:v>0.11004297503861871</c:v>
                </c:pt>
                <c:pt idx="1773">
                  <c:v>0.1095206408402587</c:v>
                </c:pt>
                <c:pt idx="1774">
                  <c:v>0.10979828554397719</c:v>
                </c:pt>
                <c:pt idx="1775">
                  <c:v>0.10960484273413162</c:v>
                </c:pt>
                <c:pt idx="1776">
                  <c:v>0.10956635722707397</c:v>
                </c:pt>
                <c:pt idx="1777">
                  <c:v>0.1102698761182761</c:v>
                </c:pt>
                <c:pt idx="1778">
                  <c:v>0.10995274526821364</c:v>
                </c:pt>
                <c:pt idx="1779">
                  <c:v>0.11000076680500026</c:v>
                </c:pt>
                <c:pt idx="1780">
                  <c:v>0.10957346206307572</c:v>
                </c:pt>
                <c:pt idx="1781">
                  <c:v>0.11270434327249568</c:v>
                </c:pt>
                <c:pt idx="1782">
                  <c:v>0.11262679614323168</c:v>
                </c:pt>
                <c:pt idx="1783">
                  <c:v>0.11250077802386382</c:v>
                </c:pt>
                <c:pt idx="1784">
                  <c:v>0.11304257958434238</c:v>
                </c:pt>
                <c:pt idx="1785">
                  <c:v>0.11301141711929086</c:v>
                </c:pt>
                <c:pt idx="1786">
                  <c:v>0.11296343973398271</c:v>
                </c:pt>
                <c:pt idx="1787">
                  <c:v>0.11301137087765634</c:v>
                </c:pt>
                <c:pt idx="1788">
                  <c:v>0.11305150678333775</c:v>
                </c:pt>
                <c:pt idx="1789">
                  <c:v>0.11329673834896781</c:v>
                </c:pt>
                <c:pt idx="1790">
                  <c:v>0.11356967592548206</c:v>
                </c:pt>
                <c:pt idx="1791">
                  <c:v>0.11362653209717877</c:v>
                </c:pt>
                <c:pt idx="1792">
                  <c:v>0.11361320403069497</c:v>
                </c:pt>
                <c:pt idx="1793">
                  <c:v>0.1135893675551336</c:v>
                </c:pt>
                <c:pt idx="1794">
                  <c:v>0.11364908646276595</c:v>
                </c:pt>
                <c:pt idx="1795">
                  <c:v>0.11363872274643327</c:v>
                </c:pt>
                <c:pt idx="1796">
                  <c:v>0.11356763716021989</c:v>
                </c:pt>
                <c:pt idx="1797">
                  <c:v>0.11354275353665644</c:v>
                </c:pt>
                <c:pt idx="1798">
                  <c:v>0.11358901135950572</c:v>
                </c:pt>
                <c:pt idx="1799">
                  <c:v>0.11328795727848351</c:v>
                </c:pt>
                <c:pt idx="1800">
                  <c:v>0.11304426563492753</c:v>
                </c:pt>
                <c:pt idx="1801">
                  <c:v>0.1134857884539211</c:v>
                </c:pt>
                <c:pt idx="1802">
                  <c:v>0.1134857884539211</c:v>
                </c:pt>
                <c:pt idx="1803">
                  <c:v>0.11378455812449983</c:v>
                </c:pt>
                <c:pt idx="1804">
                  <c:v>0.11397333230461504</c:v>
                </c:pt>
                <c:pt idx="1805">
                  <c:v>0.11373453495384211</c:v>
                </c:pt>
                <c:pt idx="1806">
                  <c:v>0.11332725874788574</c:v>
                </c:pt>
                <c:pt idx="1807">
                  <c:v>0.11274560733552885</c:v>
                </c:pt>
                <c:pt idx="1808">
                  <c:v>0.11302642877559999</c:v>
                </c:pt>
                <c:pt idx="1809">
                  <c:v>0.11351998491106086</c:v>
                </c:pt>
                <c:pt idx="1810">
                  <c:v>0.1142959832200916</c:v>
                </c:pt>
                <c:pt idx="1811">
                  <c:v>0.11439914831189624</c:v>
                </c:pt>
                <c:pt idx="1812">
                  <c:v>0.11454020026767253</c:v>
                </c:pt>
                <c:pt idx="1813">
                  <c:v>0.1143542697890565</c:v>
                </c:pt>
                <c:pt idx="1814">
                  <c:v>0.11419935767232481</c:v>
                </c:pt>
                <c:pt idx="1815">
                  <c:v>0.11432269648673099</c:v>
                </c:pt>
                <c:pt idx="1816">
                  <c:v>0.11470694192248576</c:v>
                </c:pt>
                <c:pt idx="1817">
                  <c:v>0.11462989375054589</c:v>
                </c:pt>
                <c:pt idx="1818">
                  <c:v>0.11479456022887513</c:v>
                </c:pt>
                <c:pt idx="1819">
                  <c:v>0.11472994444158968</c:v>
                </c:pt>
                <c:pt idx="1820">
                  <c:v>0.11465588104686564</c:v>
                </c:pt>
                <c:pt idx="1821">
                  <c:v>0.11444163528546936</c:v>
                </c:pt>
                <c:pt idx="1822">
                  <c:v>0.11456636262997644</c:v>
                </c:pt>
                <c:pt idx="1823">
                  <c:v>0.11449142986799776</c:v>
                </c:pt>
                <c:pt idx="1824">
                  <c:v>0.11435576546413939</c:v>
                </c:pt>
                <c:pt idx="1825">
                  <c:v>0.1148175429545788</c:v>
                </c:pt>
                <c:pt idx="1826">
                  <c:v>0.11552460805427045</c:v>
                </c:pt>
                <c:pt idx="1827">
                  <c:v>0.11562174424466565</c:v>
                </c:pt>
                <c:pt idx="1828">
                  <c:v>0.11567052909038811</c:v>
                </c:pt>
                <c:pt idx="1829">
                  <c:v>0.11562132774578071</c:v>
                </c:pt>
                <c:pt idx="1830">
                  <c:v>0.11555988891105806</c:v>
                </c:pt>
                <c:pt idx="1831">
                  <c:v>0.11539275522891868</c:v>
                </c:pt>
                <c:pt idx="1832">
                  <c:v>0.11574481805414161</c:v>
                </c:pt>
                <c:pt idx="1833">
                  <c:v>0.11558984323139487</c:v>
                </c:pt>
                <c:pt idx="1834">
                  <c:v>0.11563519283192192</c:v>
                </c:pt>
                <c:pt idx="1835">
                  <c:v>0.1162598093495979</c:v>
                </c:pt>
                <c:pt idx="1836">
                  <c:v>0.11621299543788766</c:v>
                </c:pt>
                <c:pt idx="1837">
                  <c:v>0.11595891651666079</c:v>
                </c:pt>
                <c:pt idx="1838">
                  <c:v>0.11534959323705318</c:v>
                </c:pt>
                <c:pt idx="1839">
                  <c:v>0.11600062402277</c:v>
                </c:pt>
                <c:pt idx="1840">
                  <c:v>0.11544833942031274</c:v>
                </c:pt>
                <c:pt idx="1841">
                  <c:v>0.11612245898335738</c:v>
                </c:pt>
                <c:pt idx="1842">
                  <c:v>0.11606077787458036</c:v>
                </c:pt>
                <c:pt idx="1843">
                  <c:v>0.11593878875683639</c:v>
                </c:pt>
                <c:pt idx="1844">
                  <c:v>0.11582976347643292</c:v>
                </c:pt>
                <c:pt idx="1845">
                  <c:v>0.11493080445600135</c:v>
                </c:pt>
                <c:pt idx="1846">
                  <c:v>0.11537396688363155</c:v>
                </c:pt>
                <c:pt idx="1847">
                  <c:v>0.1134552045112176</c:v>
                </c:pt>
                <c:pt idx="1848">
                  <c:v>0.11364018547077093</c:v>
                </c:pt>
                <c:pt idx="1849">
                  <c:v>0.11317042410418288</c:v>
                </c:pt>
                <c:pt idx="1850">
                  <c:v>0.11288336836542534</c:v>
                </c:pt>
                <c:pt idx="1851">
                  <c:v>0.11357879153299744</c:v>
                </c:pt>
                <c:pt idx="1852">
                  <c:v>0.11449144609501238</c:v>
                </c:pt>
                <c:pt idx="1853">
                  <c:v>0.11487743196173505</c:v>
                </c:pt>
                <c:pt idx="1854">
                  <c:v>0.11423038958469878</c:v>
                </c:pt>
                <c:pt idx="1855">
                  <c:v>0.11422223843793755</c:v>
                </c:pt>
                <c:pt idx="1856">
                  <c:v>0.11595219358386388</c:v>
                </c:pt>
                <c:pt idx="1857">
                  <c:v>0.11555056754525683</c:v>
                </c:pt>
                <c:pt idx="1858">
                  <c:v>0.11538262120714404</c:v>
                </c:pt>
                <c:pt idx="1859">
                  <c:v>0.11523755870618657</c:v>
                </c:pt>
                <c:pt idx="1860">
                  <c:v>0.11503061133239534</c:v>
                </c:pt>
                <c:pt idx="1861">
                  <c:v>0.1154253469280665</c:v>
                </c:pt>
                <c:pt idx="1862">
                  <c:v>0.11458321982580078</c:v>
                </c:pt>
                <c:pt idx="1863">
                  <c:v>0.11496141692892503</c:v>
                </c:pt>
                <c:pt idx="1864">
                  <c:v>0.11471452530940085</c:v>
                </c:pt>
                <c:pt idx="1865">
                  <c:v>0.11555499644613176</c:v>
                </c:pt>
                <c:pt idx="1866">
                  <c:v>0.11584817539050829</c:v>
                </c:pt>
                <c:pt idx="1867">
                  <c:v>0.11568423435838415</c:v>
                </c:pt>
                <c:pt idx="1868">
                  <c:v>0.11573953597423658</c:v>
                </c:pt>
                <c:pt idx="1869">
                  <c:v>0.11616365447961741</c:v>
                </c:pt>
                <c:pt idx="1870">
                  <c:v>0.11454866294625488</c:v>
                </c:pt>
                <c:pt idx="1871">
                  <c:v>0.11543872569981706</c:v>
                </c:pt>
                <c:pt idx="1872">
                  <c:v>0.1152959128393356</c:v>
                </c:pt>
                <c:pt idx="1873">
                  <c:v>0.1160609069975006</c:v>
                </c:pt>
                <c:pt idx="1874">
                  <c:v>0.11606441605732809</c:v>
                </c:pt>
                <c:pt idx="1875">
                  <c:v>0.11614156581356394</c:v>
                </c:pt>
                <c:pt idx="1876">
                  <c:v>0.11483817045328615</c:v>
                </c:pt>
                <c:pt idx="1877">
                  <c:v>0.1132018409609904</c:v>
                </c:pt>
                <c:pt idx="1878">
                  <c:v>0.11383926695122137</c:v>
                </c:pt>
                <c:pt idx="1879">
                  <c:v>0.11244582259814118</c:v>
                </c:pt>
                <c:pt idx="1880">
                  <c:v>0.11262905064093853</c:v>
                </c:pt>
                <c:pt idx="1881">
                  <c:v>0.11265096320491852</c:v>
                </c:pt>
                <c:pt idx="1882">
                  <c:v>0.11446671606270198</c:v>
                </c:pt>
                <c:pt idx="1883">
                  <c:v>0.11497283092389654</c:v>
                </c:pt>
                <c:pt idx="1884">
                  <c:v>0.11555204294351973</c:v>
                </c:pt>
                <c:pt idx="1885">
                  <c:v>0.11607714923033152</c:v>
                </c:pt>
                <c:pt idx="1886">
                  <c:v>0.11658290835598117</c:v>
                </c:pt>
                <c:pt idx="1887">
                  <c:v>0.11672453482216316</c:v>
                </c:pt>
                <c:pt idx="1888">
                  <c:v>0.11701866698478813</c:v>
                </c:pt>
                <c:pt idx="1889">
                  <c:v>0.11701866698478813</c:v>
                </c:pt>
                <c:pt idx="1890">
                  <c:v>0.11769686600131335</c:v>
                </c:pt>
                <c:pt idx="1891">
                  <c:v>0.11694719104556295</c:v>
                </c:pt>
                <c:pt idx="1892">
                  <c:v>0.1174045862732116</c:v>
                </c:pt>
                <c:pt idx="1893">
                  <c:v>0.11617656467208681</c:v>
                </c:pt>
                <c:pt idx="1894">
                  <c:v>0.11589955921069295</c:v>
                </c:pt>
                <c:pt idx="1895">
                  <c:v>0.11529932444985214</c:v>
                </c:pt>
                <c:pt idx="1896">
                  <c:v>0.11568136828811115</c:v>
                </c:pt>
                <c:pt idx="1897">
                  <c:v>0.11514077352388019</c:v>
                </c:pt>
                <c:pt idx="1898">
                  <c:v>0.11508973479272855</c:v>
                </c:pt>
                <c:pt idx="1899">
                  <c:v>0.11512238733850066</c:v>
                </c:pt>
                <c:pt idx="1900">
                  <c:v>0.11738640149873936</c:v>
                </c:pt>
                <c:pt idx="1901">
                  <c:v>0.11665080367391267</c:v>
                </c:pt>
                <c:pt idx="1902">
                  <c:v>0.11700207264731077</c:v>
                </c:pt>
                <c:pt idx="1903">
                  <c:v>0.11720956325467913</c:v>
                </c:pt>
                <c:pt idx="1904">
                  <c:v>0.118102639913505</c:v>
                </c:pt>
                <c:pt idx="1905">
                  <c:v>0.11866648145328895</c:v>
                </c:pt>
                <c:pt idx="1906">
                  <c:v>0.11916304942992828</c:v>
                </c:pt>
                <c:pt idx="1907">
                  <c:v>0.11866558688933271</c:v>
                </c:pt>
                <c:pt idx="1908">
                  <c:v>0.11856825266102078</c:v>
                </c:pt>
                <c:pt idx="1909">
                  <c:v>0.11749833444364222</c:v>
                </c:pt>
                <c:pt idx="1910">
                  <c:v>0.11570846477090957</c:v>
                </c:pt>
                <c:pt idx="1911">
                  <c:v>0.11546577407743852</c:v>
                </c:pt>
                <c:pt idx="1912">
                  <c:v>0.11478537355352969</c:v>
                </c:pt>
                <c:pt idx="1913">
                  <c:v>0.11369853534645225</c:v>
                </c:pt>
                <c:pt idx="1914">
                  <c:v>0.10640570219231171</c:v>
                </c:pt>
                <c:pt idx="1915">
                  <c:v>0.11008952399404082</c:v>
                </c:pt>
                <c:pt idx="1916">
                  <c:v>0.10838977743588785</c:v>
                </c:pt>
                <c:pt idx="1917">
                  <c:v>0.10814937301922467</c:v>
                </c:pt>
                <c:pt idx="1918">
                  <c:v>0.1107811717565772</c:v>
                </c:pt>
                <c:pt idx="1919">
                  <c:v>0.10881348116013068</c:v>
                </c:pt>
                <c:pt idx="1920">
                  <c:v>0.10976085646423761</c:v>
                </c:pt>
                <c:pt idx="1921">
                  <c:v>0.11037541226040937</c:v>
                </c:pt>
                <c:pt idx="1922">
                  <c:v>0.10501839397767654</c:v>
                </c:pt>
                <c:pt idx="1923">
                  <c:v>0.10391084922028815</c:v>
                </c:pt>
                <c:pt idx="1924">
                  <c:v>9.9432533985243765E-2</c:v>
                </c:pt>
                <c:pt idx="1925">
                  <c:v>9.5116662216593206E-2</c:v>
                </c:pt>
                <c:pt idx="1926">
                  <c:v>9.2210167971396584E-2</c:v>
                </c:pt>
                <c:pt idx="1927">
                  <c:v>9.4989774052318787E-2</c:v>
                </c:pt>
                <c:pt idx="1928">
                  <c:v>9.6789281009702521E-2</c:v>
                </c:pt>
                <c:pt idx="1929">
                  <c:v>9.5586999090023661E-2</c:v>
                </c:pt>
                <c:pt idx="1930">
                  <c:v>0.1067159440901001</c:v>
                </c:pt>
                <c:pt idx="1931">
                  <c:v>0.10434927948668615</c:v>
                </c:pt>
                <c:pt idx="1932">
                  <c:v>0.10585927772174242</c:v>
                </c:pt>
                <c:pt idx="1933">
                  <c:v>0.10476917186253643</c:v>
                </c:pt>
                <c:pt idx="1934">
                  <c:v>0.10642660950440264</c:v>
                </c:pt>
                <c:pt idx="1935">
                  <c:v>0.1056765889177691</c:v>
                </c:pt>
                <c:pt idx="1936">
                  <c:v>0.10591156219617293</c:v>
                </c:pt>
                <c:pt idx="1937">
                  <c:v>0.1040907546849823</c:v>
                </c:pt>
                <c:pt idx="1938">
                  <c:v>0.10325780239787297</c:v>
                </c:pt>
                <c:pt idx="1939">
                  <c:v>0.10600873462755467</c:v>
                </c:pt>
                <c:pt idx="1940">
                  <c:v>0.10611601714017482</c:v>
                </c:pt>
                <c:pt idx="1941">
                  <c:v>0.10675808984390089</c:v>
                </c:pt>
                <c:pt idx="1942">
                  <c:v>0.10414242665928775</c:v>
                </c:pt>
                <c:pt idx="1943">
                  <c:v>0.10280653145771612</c:v>
                </c:pt>
                <c:pt idx="1944">
                  <c:v>0.1022714429226782</c:v>
                </c:pt>
                <c:pt idx="1945">
                  <c:v>0.10075476368110059</c:v>
                </c:pt>
                <c:pt idx="1946">
                  <c:v>0.10453568175208583</c:v>
                </c:pt>
                <c:pt idx="1947">
                  <c:v>0.10686324807808667</c:v>
                </c:pt>
                <c:pt idx="1948">
                  <c:v>0.10818619870516977</c:v>
                </c:pt>
                <c:pt idx="1949">
                  <c:v>0.10885018759574572</c:v>
                </c:pt>
                <c:pt idx="1950">
                  <c:v>0.10626675548270936</c:v>
                </c:pt>
                <c:pt idx="1951">
                  <c:v>0.11101374568527611</c:v>
                </c:pt>
                <c:pt idx="1952">
                  <c:v>0.10847984887204887</c:v>
                </c:pt>
                <c:pt idx="1953">
                  <c:v>0.1067842179951578</c:v>
                </c:pt>
                <c:pt idx="1954">
                  <c:v>0.10254970507190009</c:v>
                </c:pt>
                <c:pt idx="1955">
                  <c:v>0.10373802995656078</c:v>
                </c:pt>
                <c:pt idx="1956">
                  <c:v>0.10064443136715473</c:v>
                </c:pt>
                <c:pt idx="1957">
                  <c:v>9.9903926673578614E-2</c:v>
                </c:pt>
                <c:pt idx="1958">
                  <c:v>0.10420083304357175</c:v>
                </c:pt>
                <c:pt idx="1959">
                  <c:v>0.10519116983184928</c:v>
                </c:pt>
                <c:pt idx="1960">
                  <c:v>0.10120517078307578</c:v>
                </c:pt>
                <c:pt idx="1961">
                  <c:v>0.10207880858157603</c:v>
                </c:pt>
                <c:pt idx="1962">
                  <c:v>0.10081071073777326</c:v>
                </c:pt>
                <c:pt idx="1963">
                  <c:v>0.10321434551870268</c:v>
                </c:pt>
                <c:pt idx="1964">
                  <c:v>0.10051105495066015</c:v>
                </c:pt>
                <c:pt idx="1965">
                  <c:v>0.10079546123804239</c:v>
                </c:pt>
                <c:pt idx="1966">
                  <c:v>0.1001049091045495</c:v>
                </c:pt>
                <c:pt idx="1967">
                  <c:v>9.6129351875084645E-2</c:v>
                </c:pt>
                <c:pt idx="1968">
                  <c:v>9.562745384743121E-2</c:v>
                </c:pt>
                <c:pt idx="1969">
                  <c:v>9.7366409285182143E-2</c:v>
                </c:pt>
                <c:pt idx="1970">
                  <c:v>9.2858840162103218E-2</c:v>
                </c:pt>
                <c:pt idx="1971">
                  <c:v>8.9693112382132179E-2</c:v>
                </c:pt>
                <c:pt idx="1972">
                  <c:v>9.2538725666842181E-2</c:v>
                </c:pt>
                <c:pt idx="1973">
                  <c:v>9.7305740107019201E-2</c:v>
                </c:pt>
                <c:pt idx="1974">
                  <c:v>9.497393345759686E-2</c:v>
                </c:pt>
                <c:pt idx="1975">
                  <c:v>0.10245666882546567</c:v>
                </c:pt>
                <c:pt idx="1976">
                  <c:v>0.10240027206804658</c:v>
                </c:pt>
                <c:pt idx="1977">
                  <c:v>0.10418417013700898</c:v>
                </c:pt>
                <c:pt idx="1978">
                  <c:v>0.10184289549214265</c:v>
                </c:pt>
                <c:pt idx="1979">
                  <c:v>0.10748496041164968</c:v>
                </c:pt>
                <c:pt idx="1980">
                  <c:v>0.10882925817916445</c:v>
                </c:pt>
                <c:pt idx="1981">
                  <c:v>0.10948267796704203</c:v>
                </c:pt>
                <c:pt idx="1982">
                  <c:v>0.11146431751025698</c:v>
                </c:pt>
                <c:pt idx="1983">
                  <c:v>0.11157790994207939</c:v>
                </c:pt>
                <c:pt idx="1984">
                  <c:v>0.1103602371134772</c:v>
                </c:pt>
                <c:pt idx="1985">
                  <c:v>0.11148868047837213</c:v>
                </c:pt>
                <c:pt idx="1986">
                  <c:v>0.1140836614469648</c:v>
                </c:pt>
                <c:pt idx="1987">
                  <c:v>0.11857016969169321</c:v>
                </c:pt>
                <c:pt idx="1988">
                  <c:v>0.11854688916638245</c:v>
                </c:pt>
                <c:pt idx="1989">
                  <c:v>0.11960318125489766</c:v>
                </c:pt>
                <c:pt idx="1990">
                  <c:v>0.12230572211700164</c:v>
                </c:pt>
                <c:pt idx="1991">
                  <c:v>0.12181881264282279</c:v>
                </c:pt>
                <c:pt idx="1992">
                  <c:v>0.12175048393743482</c:v>
                </c:pt>
                <c:pt idx="1993">
                  <c:v>0.12165451207020916</c:v>
                </c:pt>
                <c:pt idx="1994">
                  <c:v>0.11878980889651369</c:v>
                </c:pt>
                <c:pt idx="1995">
                  <c:v>0.11926718253876001</c:v>
                </c:pt>
                <c:pt idx="1996">
                  <c:v>0.12048995054391021</c:v>
                </c:pt>
                <c:pt idx="1997">
                  <c:v>0.12142928768816497</c:v>
                </c:pt>
                <c:pt idx="1998">
                  <c:v>0.12404671444065329</c:v>
                </c:pt>
                <c:pt idx="1999">
                  <c:v>0.12111380558236506</c:v>
                </c:pt>
                <c:pt idx="2000">
                  <c:v>0.12251599356505505</c:v>
                </c:pt>
                <c:pt idx="2001">
                  <c:v>0.12183497869463022</c:v>
                </c:pt>
                <c:pt idx="2002">
                  <c:v>0.12431283012299688</c:v>
                </c:pt>
                <c:pt idx="2003">
                  <c:v>0.12431916327336723</c:v>
                </c:pt>
                <c:pt idx="2004">
                  <c:v>0.12452808386385517</c:v>
                </c:pt>
                <c:pt idx="2005">
                  <c:v>0.1246907824144845</c:v>
                </c:pt>
                <c:pt idx="2006">
                  <c:v>0.1240025958890465</c:v>
                </c:pt>
                <c:pt idx="2007">
                  <c:v>0.12456354005330783</c:v>
                </c:pt>
                <c:pt idx="2008">
                  <c:v>0.12146116973053978</c:v>
                </c:pt>
                <c:pt idx="2009">
                  <c:v>0.12050955456934165</c:v>
                </c:pt>
                <c:pt idx="2010">
                  <c:v>0.11893058462475981</c:v>
                </c:pt>
                <c:pt idx="2011">
                  <c:v>0.11844301635232424</c:v>
                </c:pt>
                <c:pt idx="2012">
                  <c:v>0.11763355817028009</c:v>
                </c:pt>
                <c:pt idx="2013">
                  <c:v>0.11421678205540797</c:v>
                </c:pt>
                <c:pt idx="2014">
                  <c:v>0.11442329962823861</c:v>
                </c:pt>
                <c:pt idx="2015">
                  <c:v>0.1169166301413409</c:v>
                </c:pt>
                <c:pt idx="2016">
                  <c:v>0.1154027530300018</c:v>
                </c:pt>
                <c:pt idx="2017">
                  <c:v>0.11598755443445974</c:v>
                </c:pt>
                <c:pt idx="2018">
                  <c:v>0.11889315225755714</c:v>
                </c:pt>
                <c:pt idx="2019">
                  <c:v>0.1189428701749754</c:v>
                </c:pt>
                <c:pt idx="2020">
                  <c:v>0.11885186724347452</c:v>
                </c:pt>
                <c:pt idx="2021">
                  <c:v>0.11893484163590384</c:v>
                </c:pt>
                <c:pt idx="2022">
                  <c:v>0.1209705488949615</c:v>
                </c:pt>
                <c:pt idx="2023">
                  <c:v>0.12155056280785126</c:v>
                </c:pt>
                <c:pt idx="2024">
                  <c:v>0.11725229967527206</c:v>
                </c:pt>
                <c:pt idx="2025">
                  <c:v>0.11738512269616819</c:v>
                </c:pt>
                <c:pt idx="2026">
                  <c:v>0.11710283209907024</c:v>
                </c:pt>
                <c:pt idx="2027">
                  <c:v>0.11514643511110279</c:v>
                </c:pt>
                <c:pt idx="2028">
                  <c:v>0.11646034788428405</c:v>
                </c:pt>
                <c:pt idx="2029">
                  <c:v>0.119945470381149</c:v>
                </c:pt>
                <c:pt idx="2030">
                  <c:v>0.12109836908220273</c:v>
                </c:pt>
                <c:pt idx="2031">
                  <c:v>0.12421319905472594</c:v>
                </c:pt>
                <c:pt idx="2032">
                  <c:v>0.12456647175989122</c:v>
                </c:pt>
                <c:pt idx="2033">
                  <c:v>0.12493507013775407</c:v>
                </c:pt>
                <c:pt idx="2034">
                  <c:v>0.12472995159167022</c:v>
                </c:pt>
                <c:pt idx="2035">
                  <c:v>0.12495778131964985</c:v>
                </c:pt>
                <c:pt idx="2036">
                  <c:v>0.12578430586063605</c:v>
                </c:pt>
                <c:pt idx="2037">
                  <c:v>0.12545613660569455</c:v>
                </c:pt>
                <c:pt idx="2038">
                  <c:v>0.12609021760105732</c:v>
                </c:pt>
                <c:pt idx="2039">
                  <c:v>0.12674312305989976</c:v>
                </c:pt>
                <c:pt idx="2040">
                  <c:v>0.12751701442025665</c:v>
                </c:pt>
                <c:pt idx="2041">
                  <c:v>0.12734396959007277</c:v>
                </c:pt>
                <c:pt idx="2042">
                  <c:v>0.12462377185336282</c:v>
                </c:pt>
                <c:pt idx="2043">
                  <c:v>0.12467310837331336</c:v>
                </c:pt>
                <c:pt idx="2044">
                  <c:v>0.12465904327643718</c:v>
                </c:pt>
                <c:pt idx="2045">
                  <c:v>0.12508126242377926</c:v>
                </c:pt>
                <c:pt idx="2046">
                  <c:v>0.1231688119408012</c:v>
                </c:pt>
                <c:pt idx="2047">
                  <c:v>0.12251416469942655</c:v>
                </c:pt>
                <c:pt idx="2048">
                  <c:v>0.12136414297501397</c:v>
                </c:pt>
                <c:pt idx="2049">
                  <c:v>0.12575168755739774</c:v>
                </c:pt>
                <c:pt idx="2050">
                  <c:v>0.12446800984820872</c:v>
                </c:pt>
                <c:pt idx="2051">
                  <c:v>0.12534184561663442</c:v>
                </c:pt>
                <c:pt idx="2052">
                  <c:v>0.12362268003604759</c:v>
                </c:pt>
                <c:pt idx="2053">
                  <c:v>0.12183735706776955</c:v>
                </c:pt>
                <c:pt idx="2054">
                  <c:v>0.12089862050677314</c:v>
                </c:pt>
                <c:pt idx="2055">
                  <c:v>0.11325764891936807</c:v>
                </c:pt>
                <c:pt idx="2056">
                  <c:v>0.11436511153421303</c:v>
                </c:pt>
                <c:pt idx="2057">
                  <c:v>0.11095365245413236</c:v>
                </c:pt>
                <c:pt idx="2058">
                  <c:v>0.11078921138095776</c:v>
                </c:pt>
                <c:pt idx="2059">
                  <c:v>0.11196577985288636</c:v>
                </c:pt>
                <c:pt idx="2060">
                  <c:v>0.10803837719825859</c:v>
                </c:pt>
                <c:pt idx="2061">
                  <c:v>0.10613938842184156</c:v>
                </c:pt>
                <c:pt idx="2062">
                  <c:v>0.10686800150326636</c:v>
                </c:pt>
                <c:pt idx="2063">
                  <c:v>0.10823793427888007</c:v>
                </c:pt>
                <c:pt idx="2064">
                  <c:v>0.10885030275433105</c:v>
                </c:pt>
                <c:pt idx="2065">
                  <c:v>0.10854150257304629</c:v>
                </c:pt>
                <c:pt idx="2066">
                  <c:v>0.1062881167190538</c:v>
                </c:pt>
                <c:pt idx="2067">
                  <c:v>0.10626424889554853</c:v>
                </c:pt>
                <c:pt idx="2068">
                  <c:v>0.10662239905579862</c:v>
                </c:pt>
                <c:pt idx="2069">
                  <c:v>0.10266901802200923</c:v>
                </c:pt>
                <c:pt idx="2070">
                  <c:v>0.10589933638534299</c:v>
                </c:pt>
                <c:pt idx="2071">
                  <c:v>0.10585110672333731</c:v>
                </c:pt>
                <c:pt idx="2072">
                  <c:v>0.11100340304692546</c:v>
                </c:pt>
                <c:pt idx="2073">
                  <c:v>0.11044657906009503</c:v>
                </c:pt>
                <c:pt idx="2074">
                  <c:v>0.11081773977774834</c:v>
                </c:pt>
                <c:pt idx="2075">
                  <c:v>0.11113062250915495</c:v>
                </c:pt>
                <c:pt idx="2076">
                  <c:v>0.11538671294964375</c:v>
                </c:pt>
                <c:pt idx="2077">
                  <c:v>0.11652747996846602</c:v>
                </c:pt>
                <c:pt idx="2078">
                  <c:v>0.1160559441074106</c:v>
                </c:pt>
                <c:pt idx="2079">
                  <c:v>0.11442391838875754</c:v>
                </c:pt>
                <c:pt idx="2080">
                  <c:v>0.11374174347929777</c:v>
                </c:pt>
                <c:pt idx="2081">
                  <c:v>0.11332681868131256</c:v>
                </c:pt>
                <c:pt idx="2082">
                  <c:v>0.1146889538058059</c:v>
                </c:pt>
                <c:pt idx="2083">
                  <c:v>0.11881509152121528</c:v>
                </c:pt>
                <c:pt idx="2084">
                  <c:v>0.1194860344975428</c:v>
                </c:pt>
                <c:pt idx="2085">
                  <c:v>0.11898621707529489</c:v>
                </c:pt>
                <c:pt idx="2086">
                  <c:v>0.11908169636260069</c:v>
                </c:pt>
                <c:pt idx="2087">
                  <c:v>0.11879592157379859</c:v>
                </c:pt>
                <c:pt idx="2088">
                  <c:v>0.11903572732264545</c:v>
                </c:pt>
                <c:pt idx="2089">
                  <c:v>0.12115294221731199</c:v>
                </c:pt>
                <c:pt idx="2090">
                  <c:v>0.12092669031393899</c:v>
                </c:pt>
                <c:pt idx="2091">
                  <c:v>0.12071726615001843</c:v>
                </c:pt>
                <c:pt idx="2092">
                  <c:v>0.11952694828456079</c:v>
                </c:pt>
                <c:pt idx="2093">
                  <c:v>0.11612672604748708</c:v>
                </c:pt>
                <c:pt idx="2094">
                  <c:v>0.11835129865330596</c:v>
                </c:pt>
                <c:pt idx="2095">
                  <c:v>0.11816556210313456</c:v>
                </c:pt>
                <c:pt idx="2096">
                  <c:v>0.11247133488677363</c:v>
                </c:pt>
                <c:pt idx="2097">
                  <c:v>0.1115477683451005</c:v>
                </c:pt>
                <c:pt idx="2098">
                  <c:v>0.11271282682778749</c:v>
                </c:pt>
                <c:pt idx="2099">
                  <c:v>0.11607144993394791</c:v>
                </c:pt>
                <c:pt idx="2100">
                  <c:v>0.11700948651324306</c:v>
                </c:pt>
                <c:pt idx="2101">
                  <c:v>0.11696858860058568</c:v>
                </c:pt>
                <c:pt idx="2102">
                  <c:v>0.11841148604610385</c:v>
                </c:pt>
                <c:pt idx="2103">
                  <c:v>0.11586115751718429</c:v>
                </c:pt>
                <c:pt idx="2104">
                  <c:v>0.11501093991439737</c:v>
                </c:pt>
                <c:pt idx="2105">
                  <c:v>0.11915320939729768</c:v>
                </c:pt>
                <c:pt idx="2106">
                  <c:v>0.11915320939729768</c:v>
                </c:pt>
                <c:pt idx="2107">
                  <c:v>0.1205000703595337</c:v>
                </c:pt>
                <c:pt idx="2108">
                  <c:v>0.11792694938998383</c:v>
                </c:pt>
                <c:pt idx="2109">
                  <c:v>0.11774457024760521</c:v>
                </c:pt>
                <c:pt idx="2110">
                  <c:v>0.11694098667920494</c:v>
                </c:pt>
                <c:pt idx="2111">
                  <c:v>0.11228489151558951</c:v>
                </c:pt>
                <c:pt idx="2112">
                  <c:v>0.11364774905456954</c:v>
                </c:pt>
                <c:pt idx="2113">
                  <c:v>0.11075235834550079</c:v>
                </c:pt>
                <c:pt idx="2114">
                  <c:v>0.11004017160679203</c:v>
                </c:pt>
                <c:pt idx="2115">
                  <c:v>0.10680419552530518</c:v>
                </c:pt>
                <c:pt idx="2116">
                  <c:v>9.959992196815648E-2</c:v>
                </c:pt>
                <c:pt idx="2117">
                  <c:v>9.4409993099323408E-2</c:v>
                </c:pt>
                <c:pt idx="2118">
                  <c:v>9.2354755417091483E-2</c:v>
                </c:pt>
                <c:pt idx="2119">
                  <c:v>9.2950308418337402E-2</c:v>
                </c:pt>
                <c:pt idx="2120">
                  <c:v>9.6576494631750331E-2</c:v>
                </c:pt>
                <c:pt idx="2121">
                  <c:v>9.7289779679914146E-2</c:v>
                </c:pt>
                <c:pt idx="2122">
                  <c:v>9.3722550500048629E-2</c:v>
                </c:pt>
                <c:pt idx="2123">
                  <c:v>9.6710069949371258E-2</c:v>
                </c:pt>
                <c:pt idx="2124">
                  <c:v>9.5339875495220716E-2</c:v>
                </c:pt>
                <c:pt idx="2125">
                  <c:v>9.7092596209828685E-2</c:v>
                </c:pt>
                <c:pt idx="2126">
                  <c:v>0.10127322168483821</c:v>
                </c:pt>
                <c:pt idx="2127">
                  <c:v>0.10172133155465524</c:v>
                </c:pt>
                <c:pt idx="2128">
                  <c:v>9.8884978716578309E-2</c:v>
                </c:pt>
                <c:pt idx="2129">
                  <c:v>9.8647435829899655E-2</c:v>
                </c:pt>
                <c:pt idx="2130">
                  <c:v>9.315527896342668E-2</c:v>
                </c:pt>
                <c:pt idx="2131">
                  <c:v>9.5105608351395921E-2</c:v>
                </c:pt>
                <c:pt idx="2132">
                  <c:v>9.8069579903472204E-2</c:v>
                </c:pt>
                <c:pt idx="2133">
                  <c:v>9.6342413459104992E-2</c:v>
                </c:pt>
                <c:pt idx="2134">
                  <c:v>0.10310876705131933</c:v>
                </c:pt>
                <c:pt idx="2135">
                  <c:v>0.10321606772667224</c:v>
                </c:pt>
                <c:pt idx="2136">
                  <c:v>0.10210428524087789</c:v>
                </c:pt>
                <c:pt idx="2137">
                  <c:v>0.10677524324837018</c:v>
                </c:pt>
                <c:pt idx="2138">
                  <c:v>0.11030367676965969</c:v>
                </c:pt>
                <c:pt idx="2139">
                  <c:v>0.11163689754535955</c:v>
                </c:pt>
                <c:pt idx="2140">
                  <c:v>0.11387946958754014</c:v>
                </c:pt>
                <c:pt idx="2141">
                  <c:v>0.11545482547772712</c:v>
                </c:pt>
                <c:pt idx="2142">
                  <c:v>0.11780222586921962</c:v>
                </c:pt>
                <c:pt idx="2143">
                  <c:v>0.11908030123166935</c:v>
                </c:pt>
                <c:pt idx="2144">
                  <c:v>0.11872083651729604</c:v>
                </c:pt>
                <c:pt idx="2145">
                  <c:v>0.12019018274553861</c:v>
                </c:pt>
                <c:pt idx="2146">
                  <c:v>0.12211438336881786</c:v>
                </c:pt>
                <c:pt idx="2147">
                  <c:v>0.12362503022400251</c:v>
                </c:pt>
                <c:pt idx="2148">
                  <c:v>0.12382674995815224</c:v>
                </c:pt>
                <c:pt idx="2149">
                  <c:v>0.12508860526261967</c:v>
                </c:pt>
                <c:pt idx="2150">
                  <c:v>0.12179764123421177</c:v>
                </c:pt>
                <c:pt idx="2151">
                  <c:v>0.1222705489219641</c:v>
                </c:pt>
                <c:pt idx="2152">
                  <c:v>0.11872528653654646</c:v>
                </c:pt>
                <c:pt idx="2153">
                  <c:v>0.12111231612781381</c:v>
                </c:pt>
                <c:pt idx="2154">
                  <c:v>0.12200561863980075</c:v>
                </c:pt>
                <c:pt idx="2155">
                  <c:v>0.11609040596557263</c:v>
                </c:pt>
                <c:pt idx="2156">
                  <c:v>0.11476837316022004</c:v>
                </c:pt>
                <c:pt idx="2157">
                  <c:v>0.1150946586957533</c:v>
                </c:pt>
                <c:pt idx="2158">
                  <c:v>0.11937193742675856</c:v>
                </c:pt>
                <c:pt idx="2159">
                  <c:v>0.1166094241689154</c:v>
                </c:pt>
                <c:pt idx="2160">
                  <c:v>0.11944925473115298</c:v>
                </c:pt>
                <c:pt idx="2161">
                  <c:v>0.12261797237063221</c:v>
                </c:pt>
                <c:pt idx="2162">
                  <c:v>0.12272992466882859</c:v>
                </c:pt>
                <c:pt idx="2163">
                  <c:v>0.12474028034750684</c:v>
                </c:pt>
                <c:pt idx="2164">
                  <c:v>0.12401119085913392</c:v>
                </c:pt>
                <c:pt idx="2165">
                  <c:v>0.12128251798777423</c:v>
                </c:pt>
                <c:pt idx="2166">
                  <c:v>0.12231144859212095</c:v>
                </c:pt>
                <c:pt idx="2167">
                  <c:v>0.12603450172654274</c:v>
                </c:pt>
                <c:pt idx="2168">
                  <c:v>0.12491356531952658</c:v>
                </c:pt>
                <c:pt idx="2169">
                  <c:v>0.12537227888839464</c:v>
                </c:pt>
                <c:pt idx="2170">
                  <c:v>0.12572957908920002</c:v>
                </c:pt>
                <c:pt idx="2171">
                  <c:v>0.12640944443750757</c:v>
                </c:pt>
                <c:pt idx="2172">
                  <c:v>0.12619278548441215</c:v>
                </c:pt>
                <c:pt idx="2173">
                  <c:v>0.12426079628003017</c:v>
                </c:pt>
                <c:pt idx="2174">
                  <c:v>0.12456838177216234</c:v>
                </c:pt>
                <c:pt idx="2175">
                  <c:v>0.12714029541680139</c:v>
                </c:pt>
                <c:pt idx="2176">
                  <c:v>0.13095683168814543</c:v>
                </c:pt>
                <c:pt idx="2177">
                  <c:v>0.13250172018335926</c:v>
                </c:pt>
                <c:pt idx="2178">
                  <c:v>0.13261364431146772</c:v>
                </c:pt>
                <c:pt idx="2179">
                  <c:v>0.13249418663474111</c:v>
                </c:pt>
                <c:pt idx="2180">
                  <c:v>0.13150258225025491</c:v>
                </c:pt>
                <c:pt idx="2181">
                  <c:v>0.12961693910641503</c:v>
                </c:pt>
                <c:pt idx="2182">
                  <c:v>0.13207399949939846</c:v>
                </c:pt>
                <c:pt idx="2183">
                  <c:v>0.1301385800252689</c:v>
                </c:pt>
                <c:pt idx="2184">
                  <c:v>0.13244174288494515</c:v>
                </c:pt>
                <c:pt idx="2185">
                  <c:v>0.13516828034471751</c:v>
                </c:pt>
                <c:pt idx="2186">
                  <c:v>0.1350870391761112</c:v>
                </c:pt>
                <c:pt idx="2187">
                  <c:v>0.13438311580754703</c:v>
                </c:pt>
                <c:pt idx="2188">
                  <c:v>0.13132028708953813</c:v>
                </c:pt>
                <c:pt idx="2189">
                  <c:v>0.12797424650979428</c:v>
                </c:pt>
                <c:pt idx="2190">
                  <c:v>0.12905396959364834</c:v>
                </c:pt>
                <c:pt idx="2191">
                  <c:v>0.13157593779027321</c:v>
                </c:pt>
                <c:pt idx="2192">
                  <c:v>0.1312685764758571</c:v>
                </c:pt>
                <c:pt idx="2193">
                  <c:v>0.13214750117272089</c:v>
                </c:pt>
                <c:pt idx="2194">
                  <c:v>0.13078768919954475</c:v>
                </c:pt>
                <c:pt idx="2195">
                  <c:v>0.1268933096603434</c:v>
                </c:pt>
                <c:pt idx="2196">
                  <c:v>0.12753638165130243</c:v>
                </c:pt>
                <c:pt idx="2197">
                  <c:v>0.12633649637838396</c:v>
                </c:pt>
                <c:pt idx="2198">
                  <c:v>0.12432209410773387</c:v>
                </c:pt>
                <c:pt idx="2199">
                  <c:v>0.12344444086076267</c:v>
                </c:pt>
                <c:pt idx="2200">
                  <c:v>0.12687146777930569</c:v>
                </c:pt>
                <c:pt idx="2201">
                  <c:v>0.12831291077010654</c:v>
                </c:pt>
                <c:pt idx="2202">
                  <c:v>0.12952699780312749</c:v>
                </c:pt>
                <c:pt idx="2203">
                  <c:v>0.1304199442727999</c:v>
                </c:pt>
                <c:pt idx="2204">
                  <c:v>0.13476387751227137</c:v>
                </c:pt>
                <c:pt idx="2205">
                  <c:v>0.13874007575038272</c:v>
                </c:pt>
                <c:pt idx="2206">
                  <c:v>0.13849944636517109</c:v>
                </c:pt>
                <c:pt idx="2207">
                  <c:v>0.14172514030416428</c:v>
                </c:pt>
                <c:pt idx="2208">
                  <c:v>0.14161802197280204</c:v>
                </c:pt>
                <c:pt idx="2209">
                  <c:v>0.14167193631837205</c:v>
                </c:pt>
                <c:pt idx="2210">
                  <c:v>0.14226901319111207</c:v>
                </c:pt>
                <c:pt idx="2211">
                  <c:v>0.14201590767865102</c:v>
                </c:pt>
                <c:pt idx="2212">
                  <c:v>0.14086366445997955</c:v>
                </c:pt>
                <c:pt idx="2213">
                  <c:v>0.14159255041659025</c:v>
                </c:pt>
                <c:pt idx="2214">
                  <c:v>0.14228000991395418</c:v>
                </c:pt>
                <c:pt idx="2215">
                  <c:v>0.14145324952746097</c:v>
                </c:pt>
                <c:pt idx="2216">
                  <c:v>0.13936829119815453</c:v>
                </c:pt>
                <c:pt idx="2217">
                  <c:v>0.13963561575177341</c:v>
                </c:pt>
                <c:pt idx="2218">
                  <c:v>0.13807194027628866</c:v>
                </c:pt>
                <c:pt idx="2219">
                  <c:v>0.14011012538131074</c:v>
                </c:pt>
                <c:pt idx="2220">
                  <c:v>0.13890252801956726</c:v>
                </c:pt>
                <c:pt idx="2221">
                  <c:v>0.14243081688702319</c:v>
                </c:pt>
                <c:pt idx="2222">
                  <c:v>0.14401985266994599</c:v>
                </c:pt>
                <c:pt idx="2223">
                  <c:v>0.14568419680709299</c:v>
                </c:pt>
                <c:pt idx="2224">
                  <c:v>0.14635004582460565</c:v>
                </c:pt>
                <c:pt idx="2225">
                  <c:v>0.14555331468348709</c:v>
                </c:pt>
                <c:pt idx="2226">
                  <c:v>0.1470262537318896</c:v>
                </c:pt>
                <c:pt idx="2227">
                  <c:v>0.14724394778929573</c:v>
                </c:pt>
                <c:pt idx="2228">
                  <c:v>0.14817254700534632</c:v>
                </c:pt>
                <c:pt idx="2229">
                  <c:v>0.14693115789090505</c:v>
                </c:pt>
                <c:pt idx="2230">
                  <c:v>0.14865638884912014</c:v>
                </c:pt>
                <c:pt idx="2231">
                  <c:v>0.14734832715830382</c:v>
                </c:pt>
                <c:pt idx="2232">
                  <c:v>0.14321952210692701</c:v>
                </c:pt>
                <c:pt idx="2233">
                  <c:v>0.1440034219565991</c:v>
                </c:pt>
                <c:pt idx="2234">
                  <c:v>0.14051670765051139</c:v>
                </c:pt>
                <c:pt idx="2235">
                  <c:v>0.13765016123021034</c:v>
                </c:pt>
                <c:pt idx="2236">
                  <c:v>0.13808254708252266</c:v>
                </c:pt>
                <c:pt idx="2237">
                  <c:v>0.14270013190343256</c:v>
                </c:pt>
                <c:pt idx="2238">
                  <c:v>0.14363758921040437</c:v>
                </c:pt>
                <c:pt idx="2239">
                  <c:v>0.14942378055969174</c:v>
                </c:pt>
                <c:pt idx="2240">
                  <c:v>0.14823434348304776</c:v>
                </c:pt>
                <c:pt idx="2241">
                  <c:v>0.14716830694781158</c:v>
                </c:pt>
                <c:pt idx="2242">
                  <c:v>0.14894485646605826</c:v>
                </c:pt>
                <c:pt idx="2243">
                  <c:v>0.15011725031159784</c:v>
                </c:pt>
                <c:pt idx="2244">
                  <c:v>0.1498306483946259</c:v>
                </c:pt>
                <c:pt idx="2245">
                  <c:v>0.15083563985349246</c:v>
                </c:pt>
                <c:pt idx="2246">
                  <c:v>0.15072610981024837</c:v>
                </c:pt>
                <c:pt idx="2247">
                  <c:v>0.14849935647638024</c:v>
                </c:pt>
                <c:pt idx="2248">
                  <c:v>0.14882674267043594</c:v>
                </c:pt>
                <c:pt idx="2249">
                  <c:v>0.14791609030837094</c:v>
                </c:pt>
                <c:pt idx="2250">
                  <c:v>0.14546739768860184</c:v>
                </c:pt>
                <c:pt idx="2251">
                  <c:v>0.13780165025123892</c:v>
                </c:pt>
                <c:pt idx="2252">
                  <c:v>0.14079940095047494</c:v>
                </c:pt>
                <c:pt idx="2253">
                  <c:v>0.13709406000455515</c:v>
                </c:pt>
                <c:pt idx="2254">
                  <c:v>0.13436747275703509</c:v>
                </c:pt>
                <c:pt idx="2255">
                  <c:v>0.1251221826360327</c:v>
                </c:pt>
                <c:pt idx="2256">
                  <c:v>0.12799685822727758</c:v>
                </c:pt>
                <c:pt idx="2257">
                  <c:v>0.12939232137122636</c:v>
                </c:pt>
                <c:pt idx="2258">
                  <c:v>0.13692759596923043</c:v>
                </c:pt>
                <c:pt idx="2259">
                  <c:v>0.140202225703839</c:v>
                </c:pt>
                <c:pt idx="2260">
                  <c:v>0.13431261679747653</c:v>
                </c:pt>
                <c:pt idx="2261">
                  <c:v>0.12139616865401404</c:v>
                </c:pt>
                <c:pt idx="2262">
                  <c:v>0.12350100699046063</c:v>
                </c:pt>
                <c:pt idx="2263">
                  <c:v>0.11342290386656195</c:v>
                </c:pt>
                <c:pt idx="2264">
                  <c:v>9.9465035965169424E-2</c:v>
                </c:pt>
                <c:pt idx="2265">
                  <c:v>8.7635022352895886E-2</c:v>
                </c:pt>
                <c:pt idx="2266">
                  <c:v>7.3410234023159271E-2</c:v>
                </c:pt>
                <c:pt idx="2267">
                  <c:v>6.2540307766566827E-2</c:v>
                </c:pt>
                <c:pt idx="2268">
                  <c:v>4.4703987566520054E-2</c:v>
                </c:pt>
                <c:pt idx="2269">
                  <c:v>1.7932437778569676E-2</c:v>
                </c:pt>
                <c:pt idx="2270">
                  <c:v>4.0339318124978263E-2</c:v>
                </c:pt>
                <c:pt idx="2271">
                  <c:v>3.3749888220186763E-2</c:v>
                </c:pt>
                <c:pt idx="2272">
                  <c:v>4.896403004604899E-2</c:v>
                </c:pt>
                <c:pt idx="2273">
                  <c:v>5.4806230463416483E-2</c:v>
                </c:pt>
                <c:pt idx="2274">
                  <c:v>5.4039672586123966E-2</c:v>
                </c:pt>
                <c:pt idx="2275">
                  <c:v>5.5336789238222051E-2</c:v>
                </c:pt>
                <c:pt idx="2276">
                  <c:v>5.5068765334865821E-2</c:v>
                </c:pt>
                <c:pt idx="2277">
                  <c:v>5.6066206458647017E-2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D21-4357-BBAA-DBB799D5685D}"/>
            </c:ext>
          </c:extLst>
        </c:ser>
        <c:ser>
          <c:idx val="2"/>
          <c:order val="2"/>
          <c:tx>
            <c:strRef>
              <c:f>Sheet2!$Q$2734</c:f>
              <c:strCache>
                <c:ptCount val="1"/>
                <c:pt idx="0">
                  <c:v>초과성과(2)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Sheet2!$I$2735:$I$5012</c:f>
              <c:numCache>
                <c:formatCode>m/d/yyyy</c:formatCode>
                <c:ptCount val="2278"/>
                <c:pt idx="0">
                  <c:v>40542</c:v>
                </c:pt>
                <c:pt idx="1">
                  <c:v>40546</c:v>
                </c:pt>
                <c:pt idx="2">
                  <c:v>40547</c:v>
                </c:pt>
                <c:pt idx="3">
                  <c:v>40548</c:v>
                </c:pt>
                <c:pt idx="4">
                  <c:v>40549</c:v>
                </c:pt>
                <c:pt idx="5">
                  <c:v>40550</c:v>
                </c:pt>
                <c:pt idx="6">
                  <c:v>40553</c:v>
                </c:pt>
                <c:pt idx="7">
                  <c:v>40554</c:v>
                </c:pt>
                <c:pt idx="8">
                  <c:v>40555</c:v>
                </c:pt>
                <c:pt idx="9">
                  <c:v>40556</c:v>
                </c:pt>
                <c:pt idx="10">
                  <c:v>40557</c:v>
                </c:pt>
                <c:pt idx="11">
                  <c:v>40560</c:v>
                </c:pt>
                <c:pt idx="12">
                  <c:v>40561</c:v>
                </c:pt>
                <c:pt idx="13">
                  <c:v>40562</c:v>
                </c:pt>
                <c:pt idx="14">
                  <c:v>40563</c:v>
                </c:pt>
                <c:pt idx="15">
                  <c:v>40564</c:v>
                </c:pt>
                <c:pt idx="16">
                  <c:v>40567</c:v>
                </c:pt>
                <c:pt idx="17">
                  <c:v>40568</c:v>
                </c:pt>
                <c:pt idx="18">
                  <c:v>40569</c:v>
                </c:pt>
                <c:pt idx="19">
                  <c:v>40570</c:v>
                </c:pt>
                <c:pt idx="20">
                  <c:v>40571</c:v>
                </c:pt>
                <c:pt idx="21">
                  <c:v>40574</c:v>
                </c:pt>
                <c:pt idx="22">
                  <c:v>40575</c:v>
                </c:pt>
                <c:pt idx="23">
                  <c:v>40581</c:v>
                </c:pt>
                <c:pt idx="24">
                  <c:v>40582</c:v>
                </c:pt>
                <c:pt idx="25">
                  <c:v>40583</c:v>
                </c:pt>
                <c:pt idx="26">
                  <c:v>40584</c:v>
                </c:pt>
                <c:pt idx="27">
                  <c:v>40585</c:v>
                </c:pt>
                <c:pt idx="28">
                  <c:v>40588</c:v>
                </c:pt>
                <c:pt idx="29">
                  <c:v>40589</c:v>
                </c:pt>
                <c:pt idx="30">
                  <c:v>40590</c:v>
                </c:pt>
                <c:pt idx="31">
                  <c:v>40591</c:v>
                </c:pt>
                <c:pt idx="32">
                  <c:v>40592</c:v>
                </c:pt>
                <c:pt idx="33">
                  <c:v>40595</c:v>
                </c:pt>
                <c:pt idx="34">
                  <c:v>40596</c:v>
                </c:pt>
                <c:pt idx="35">
                  <c:v>40597</c:v>
                </c:pt>
                <c:pt idx="36">
                  <c:v>40598</c:v>
                </c:pt>
                <c:pt idx="37">
                  <c:v>40599</c:v>
                </c:pt>
                <c:pt idx="38">
                  <c:v>40602</c:v>
                </c:pt>
                <c:pt idx="39">
                  <c:v>40604</c:v>
                </c:pt>
                <c:pt idx="40">
                  <c:v>40605</c:v>
                </c:pt>
                <c:pt idx="41">
                  <c:v>40606</c:v>
                </c:pt>
                <c:pt idx="42">
                  <c:v>40609</c:v>
                </c:pt>
                <c:pt idx="43">
                  <c:v>40610</c:v>
                </c:pt>
                <c:pt idx="44">
                  <c:v>40611</c:v>
                </c:pt>
                <c:pt idx="45">
                  <c:v>40612</c:v>
                </c:pt>
                <c:pt idx="46">
                  <c:v>40613</c:v>
                </c:pt>
                <c:pt idx="47">
                  <c:v>40616</c:v>
                </c:pt>
                <c:pt idx="48">
                  <c:v>40617</c:v>
                </c:pt>
                <c:pt idx="49">
                  <c:v>40618</c:v>
                </c:pt>
                <c:pt idx="50">
                  <c:v>40619</c:v>
                </c:pt>
                <c:pt idx="51">
                  <c:v>40620</c:v>
                </c:pt>
                <c:pt idx="52">
                  <c:v>40623</c:v>
                </c:pt>
                <c:pt idx="53">
                  <c:v>40624</c:v>
                </c:pt>
                <c:pt idx="54">
                  <c:v>40625</c:v>
                </c:pt>
                <c:pt idx="55">
                  <c:v>40626</c:v>
                </c:pt>
                <c:pt idx="56">
                  <c:v>40627</c:v>
                </c:pt>
                <c:pt idx="57">
                  <c:v>40630</c:v>
                </c:pt>
                <c:pt idx="58">
                  <c:v>40631</c:v>
                </c:pt>
                <c:pt idx="59">
                  <c:v>40632</c:v>
                </c:pt>
                <c:pt idx="60">
                  <c:v>40633</c:v>
                </c:pt>
                <c:pt idx="61">
                  <c:v>40634</c:v>
                </c:pt>
                <c:pt idx="62">
                  <c:v>40637</c:v>
                </c:pt>
                <c:pt idx="63">
                  <c:v>40638</c:v>
                </c:pt>
                <c:pt idx="64">
                  <c:v>40639</c:v>
                </c:pt>
                <c:pt idx="65">
                  <c:v>40640</c:v>
                </c:pt>
                <c:pt idx="66">
                  <c:v>40641</c:v>
                </c:pt>
                <c:pt idx="67">
                  <c:v>40644</c:v>
                </c:pt>
                <c:pt idx="68">
                  <c:v>40645</c:v>
                </c:pt>
                <c:pt idx="69">
                  <c:v>40646</c:v>
                </c:pt>
                <c:pt idx="70">
                  <c:v>40647</c:v>
                </c:pt>
                <c:pt idx="71">
                  <c:v>40648</c:v>
                </c:pt>
                <c:pt idx="72">
                  <c:v>40651</c:v>
                </c:pt>
                <c:pt idx="73">
                  <c:v>40652</c:v>
                </c:pt>
                <c:pt idx="74">
                  <c:v>40653</c:v>
                </c:pt>
                <c:pt idx="75">
                  <c:v>40654</c:v>
                </c:pt>
                <c:pt idx="76">
                  <c:v>40655</c:v>
                </c:pt>
                <c:pt idx="77">
                  <c:v>40658</c:v>
                </c:pt>
                <c:pt idx="78">
                  <c:v>40659</c:v>
                </c:pt>
                <c:pt idx="79">
                  <c:v>40660</c:v>
                </c:pt>
                <c:pt idx="80">
                  <c:v>40661</c:v>
                </c:pt>
                <c:pt idx="81">
                  <c:v>40662</c:v>
                </c:pt>
                <c:pt idx="82">
                  <c:v>40665</c:v>
                </c:pt>
                <c:pt idx="83">
                  <c:v>40666</c:v>
                </c:pt>
                <c:pt idx="84">
                  <c:v>40667</c:v>
                </c:pt>
                <c:pt idx="85">
                  <c:v>40669</c:v>
                </c:pt>
                <c:pt idx="86">
                  <c:v>40672</c:v>
                </c:pt>
                <c:pt idx="87">
                  <c:v>40674</c:v>
                </c:pt>
                <c:pt idx="88">
                  <c:v>40675</c:v>
                </c:pt>
                <c:pt idx="89">
                  <c:v>40676</c:v>
                </c:pt>
                <c:pt idx="90">
                  <c:v>40679</c:v>
                </c:pt>
                <c:pt idx="91">
                  <c:v>40680</c:v>
                </c:pt>
                <c:pt idx="92">
                  <c:v>40681</c:v>
                </c:pt>
                <c:pt idx="93">
                  <c:v>40682</c:v>
                </c:pt>
                <c:pt idx="94">
                  <c:v>40683</c:v>
                </c:pt>
                <c:pt idx="95">
                  <c:v>40686</c:v>
                </c:pt>
                <c:pt idx="96">
                  <c:v>40687</c:v>
                </c:pt>
                <c:pt idx="97">
                  <c:v>40688</c:v>
                </c:pt>
                <c:pt idx="98">
                  <c:v>40689</c:v>
                </c:pt>
                <c:pt idx="99">
                  <c:v>40690</c:v>
                </c:pt>
                <c:pt idx="100">
                  <c:v>40693</c:v>
                </c:pt>
                <c:pt idx="101">
                  <c:v>40694</c:v>
                </c:pt>
                <c:pt idx="102">
                  <c:v>40695</c:v>
                </c:pt>
                <c:pt idx="103">
                  <c:v>40696</c:v>
                </c:pt>
                <c:pt idx="104">
                  <c:v>40697</c:v>
                </c:pt>
                <c:pt idx="105">
                  <c:v>40701</c:v>
                </c:pt>
                <c:pt idx="106">
                  <c:v>40702</c:v>
                </c:pt>
                <c:pt idx="107">
                  <c:v>40703</c:v>
                </c:pt>
                <c:pt idx="108">
                  <c:v>40704</c:v>
                </c:pt>
                <c:pt idx="109">
                  <c:v>40707</c:v>
                </c:pt>
                <c:pt idx="110">
                  <c:v>40708</c:v>
                </c:pt>
                <c:pt idx="111">
                  <c:v>40709</c:v>
                </c:pt>
                <c:pt idx="112">
                  <c:v>40710</c:v>
                </c:pt>
                <c:pt idx="113">
                  <c:v>40711</c:v>
                </c:pt>
                <c:pt idx="114">
                  <c:v>40714</c:v>
                </c:pt>
                <c:pt idx="115">
                  <c:v>40715</c:v>
                </c:pt>
                <c:pt idx="116">
                  <c:v>40716</c:v>
                </c:pt>
                <c:pt idx="117">
                  <c:v>40717</c:v>
                </c:pt>
                <c:pt idx="118">
                  <c:v>40718</c:v>
                </c:pt>
                <c:pt idx="119">
                  <c:v>40721</c:v>
                </c:pt>
                <c:pt idx="120">
                  <c:v>40722</c:v>
                </c:pt>
                <c:pt idx="121">
                  <c:v>40723</c:v>
                </c:pt>
                <c:pt idx="122">
                  <c:v>40724</c:v>
                </c:pt>
                <c:pt idx="123">
                  <c:v>40725</c:v>
                </c:pt>
                <c:pt idx="124">
                  <c:v>40728</c:v>
                </c:pt>
                <c:pt idx="125">
                  <c:v>40729</c:v>
                </c:pt>
                <c:pt idx="126">
                  <c:v>40730</c:v>
                </c:pt>
                <c:pt idx="127">
                  <c:v>40731</c:v>
                </c:pt>
                <c:pt idx="128">
                  <c:v>40732</c:v>
                </c:pt>
                <c:pt idx="129">
                  <c:v>40735</c:v>
                </c:pt>
                <c:pt idx="130">
                  <c:v>40736</c:v>
                </c:pt>
                <c:pt idx="131">
                  <c:v>40737</c:v>
                </c:pt>
                <c:pt idx="132">
                  <c:v>40738</c:v>
                </c:pt>
                <c:pt idx="133">
                  <c:v>40739</c:v>
                </c:pt>
                <c:pt idx="134">
                  <c:v>40742</c:v>
                </c:pt>
                <c:pt idx="135">
                  <c:v>40743</c:v>
                </c:pt>
                <c:pt idx="136">
                  <c:v>40744</c:v>
                </c:pt>
                <c:pt idx="137">
                  <c:v>40745</c:v>
                </c:pt>
                <c:pt idx="138">
                  <c:v>40746</c:v>
                </c:pt>
                <c:pt idx="139">
                  <c:v>40749</c:v>
                </c:pt>
                <c:pt idx="140">
                  <c:v>40750</c:v>
                </c:pt>
                <c:pt idx="141">
                  <c:v>40751</c:v>
                </c:pt>
                <c:pt idx="142">
                  <c:v>40752</c:v>
                </c:pt>
                <c:pt idx="143">
                  <c:v>40753</c:v>
                </c:pt>
                <c:pt idx="144">
                  <c:v>40756</c:v>
                </c:pt>
                <c:pt idx="145">
                  <c:v>40757</c:v>
                </c:pt>
                <c:pt idx="146">
                  <c:v>40758</c:v>
                </c:pt>
                <c:pt idx="147">
                  <c:v>40759</c:v>
                </c:pt>
                <c:pt idx="148">
                  <c:v>40760</c:v>
                </c:pt>
                <c:pt idx="149">
                  <c:v>40763</c:v>
                </c:pt>
                <c:pt idx="150">
                  <c:v>40764</c:v>
                </c:pt>
                <c:pt idx="151">
                  <c:v>40765</c:v>
                </c:pt>
                <c:pt idx="152">
                  <c:v>40766</c:v>
                </c:pt>
                <c:pt idx="153">
                  <c:v>40767</c:v>
                </c:pt>
                <c:pt idx="154">
                  <c:v>40771</c:v>
                </c:pt>
                <c:pt idx="155">
                  <c:v>40772</c:v>
                </c:pt>
                <c:pt idx="156">
                  <c:v>40773</c:v>
                </c:pt>
                <c:pt idx="157">
                  <c:v>40774</c:v>
                </c:pt>
                <c:pt idx="158">
                  <c:v>40777</c:v>
                </c:pt>
                <c:pt idx="159">
                  <c:v>40778</c:v>
                </c:pt>
                <c:pt idx="160">
                  <c:v>40779</c:v>
                </c:pt>
                <c:pt idx="161">
                  <c:v>40780</c:v>
                </c:pt>
                <c:pt idx="162">
                  <c:v>40781</c:v>
                </c:pt>
                <c:pt idx="163">
                  <c:v>40784</c:v>
                </c:pt>
                <c:pt idx="164">
                  <c:v>40785</c:v>
                </c:pt>
                <c:pt idx="165">
                  <c:v>40786</c:v>
                </c:pt>
                <c:pt idx="166">
                  <c:v>40787</c:v>
                </c:pt>
                <c:pt idx="167">
                  <c:v>40788</c:v>
                </c:pt>
                <c:pt idx="168">
                  <c:v>40791</c:v>
                </c:pt>
                <c:pt idx="169">
                  <c:v>40792</c:v>
                </c:pt>
                <c:pt idx="170">
                  <c:v>40793</c:v>
                </c:pt>
                <c:pt idx="171">
                  <c:v>40794</c:v>
                </c:pt>
                <c:pt idx="172">
                  <c:v>40795</c:v>
                </c:pt>
                <c:pt idx="173">
                  <c:v>40800</c:v>
                </c:pt>
                <c:pt idx="174">
                  <c:v>40801</c:v>
                </c:pt>
                <c:pt idx="175">
                  <c:v>40802</c:v>
                </c:pt>
                <c:pt idx="176">
                  <c:v>40805</c:v>
                </c:pt>
                <c:pt idx="177">
                  <c:v>40806</c:v>
                </c:pt>
                <c:pt idx="178">
                  <c:v>40807</c:v>
                </c:pt>
                <c:pt idx="179">
                  <c:v>40808</c:v>
                </c:pt>
                <c:pt idx="180">
                  <c:v>40809</c:v>
                </c:pt>
                <c:pt idx="181">
                  <c:v>40812</c:v>
                </c:pt>
                <c:pt idx="182">
                  <c:v>40813</c:v>
                </c:pt>
                <c:pt idx="183">
                  <c:v>40814</c:v>
                </c:pt>
                <c:pt idx="184">
                  <c:v>40815</c:v>
                </c:pt>
                <c:pt idx="185">
                  <c:v>40816</c:v>
                </c:pt>
                <c:pt idx="186">
                  <c:v>40820</c:v>
                </c:pt>
                <c:pt idx="187">
                  <c:v>40821</c:v>
                </c:pt>
                <c:pt idx="188">
                  <c:v>40822</c:v>
                </c:pt>
                <c:pt idx="189">
                  <c:v>40823</c:v>
                </c:pt>
                <c:pt idx="190">
                  <c:v>40826</c:v>
                </c:pt>
                <c:pt idx="191">
                  <c:v>40827</c:v>
                </c:pt>
                <c:pt idx="192">
                  <c:v>40828</c:v>
                </c:pt>
                <c:pt idx="193">
                  <c:v>40829</c:v>
                </c:pt>
                <c:pt idx="194">
                  <c:v>40830</c:v>
                </c:pt>
                <c:pt idx="195">
                  <c:v>40833</c:v>
                </c:pt>
                <c:pt idx="196">
                  <c:v>40834</c:v>
                </c:pt>
                <c:pt idx="197">
                  <c:v>40835</c:v>
                </c:pt>
                <c:pt idx="198">
                  <c:v>40836</c:v>
                </c:pt>
                <c:pt idx="199">
                  <c:v>40837</c:v>
                </c:pt>
                <c:pt idx="200">
                  <c:v>40840</c:v>
                </c:pt>
                <c:pt idx="201">
                  <c:v>40841</c:v>
                </c:pt>
                <c:pt idx="202">
                  <c:v>40842</c:v>
                </c:pt>
                <c:pt idx="203">
                  <c:v>40843</c:v>
                </c:pt>
                <c:pt idx="204">
                  <c:v>40844</c:v>
                </c:pt>
                <c:pt idx="205">
                  <c:v>40847</c:v>
                </c:pt>
                <c:pt idx="206">
                  <c:v>40848</c:v>
                </c:pt>
                <c:pt idx="207">
                  <c:v>40849</c:v>
                </c:pt>
                <c:pt idx="208">
                  <c:v>40850</c:v>
                </c:pt>
                <c:pt idx="209">
                  <c:v>40851</c:v>
                </c:pt>
                <c:pt idx="210">
                  <c:v>40854</c:v>
                </c:pt>
                <c:pt idx="211">
                  <c:v>40855</c:v>
                </c:pt>
                <c:pt idx="212">
                  <c:v>40856</c:v>
                </c:pt>
                <c:pt idx="213">
                  <c:v>40857</c:v>
                </c:pt>
                <c:pt idx="214">
                  <c:v>40858</c:v>
                </c:pt>
                <c:pt idx="215">
                  <c:v>40861</c:v>
                </c:pt>
                <c:pt idx="216">
                  <c:v>40862</c:v>
                </c:pt>
                <c:pt idx="217">
                  <c:v>40863</c:v>
                </c:pt>
                <c:pt idx="218">
                  <c:v>40864</c:v>
                </c:pt>
                <c:pt idx="219">
                  <c:v>40865</c:v>
                </c:pt>
                <c:pt idx="220">
                  <c:v>40868</c:v>
                </c:pt>
                <c:pt idx="221">
                  <c:v>40869</c:v>
                </c:pt>
                <c:pt idx="222">
                  <c:v>40870</c:v>
                </c:pt>
                <c:pt idx="223">
                  <c:v>40871</c:v>
                </c:pt>
                <c:pt idx="224">
                  <c:v>40872</c:v>
                </c:pt>
                <c:pt idx="225">
                  <c:v>40875</c:v>
                </c:pt>
                <c:pt idx="226">
                  <c:v>40876</c:v>
                </c:pt>
                <c:pt idx="227">
                  <c:v>40877</c:v>
                </c:pt>
                <c:pt idx="228">
                  <c:v>40878</c:v>
                </c:pt>
                <c:pt idx="229">
                  <c:v>40879</c:v>
                </c:pt>
                <c:pt idx="230">
                  <c:v>40882</c:v>
                </c:pt>
                <c:pt idx="231">
                  <c:v>40883</c:v>
                </c:pt>
                <c:pt idx="232">
                  <c:v>40884</c:v>
                </c:pt>
                <c:pt idx="233">
                  <c:v>40885</c:v>
                </c:pt>
                <c:pt idx="234">
                  <c:v>40886</c:v>
                </c:pt>
                <c:pt idx="235">
                  <c:v>40889</c:v>
                </c:pt>
                <c:pt idx="236">
                  <c:v>40890</c:v>
                </c:pt>
                <c:pt idx="237">
                  <c:v>40891</c:v>
                </c:pt>
                <c:pt idx="238">
                  <c:v>40892</c:v>
                </c:pt>
                <c:pt idx="239">
                  <c:v>40893</c:v>
                </c:pt>
                <c:pt idx="240">
                  <c:v>40896</c:v>
                </c:pt>
                <c:pt idx="241">
                  <c:v>40897</c:v>
                </c:pt>
                <c:pt idx="242">
                  <c:v>40898</c:v>
                </c:pt>
                <c:pt idx="243">
                  <c:v>40899</c:v>
                </c:pt>
                <c:pt idx="244">
                  <c:v>40900</c:v>
                </c:pt>
                <c:pt idx="245">
                  <c:v>40903</c:v>
                </c:pt>
                <c:pt idx="246">
                  <c:v>40904</c:v>
                </c:pt>
                <c:pt idx="247">
                  <c:v>40905</c:v>
                </c:pt>
                <c:pt idx="248">
                  <c:v>40906</c:v>
                </c:pt>
                <c:pt idx="249">
                  <c:v>40910</c:v>
                </c:pt>
                <c:pt idx="250">
                  <c:v>40911</c:v>
                </c:pt>
                <c:pt idx="251">
                  <c:v>40912</c:v>
                </c:pt>
                <c:pt idx="252">
                  <c:v>40913</c:v>
                </c:pt>
                <c:pt idx="253">
                  <c:v>40914</c:v>
                </c:pt>
                <c:pt idx="254">
                  <c:v>40917</c:v>
                </c:pt>
                <c:pt idx="255">
                  <c:v>40918</c:v>
                </c:pt>
                <c:pt idx="256">
                  <c:v>40919</c:v>
                </c:pt>
                <c:pt idx="257">
                  <c:v>40920</c:v>
                </c:pt>
                <c:pt idx="258">
                  <c:v>40921</c:v>
                </c:pt>
                <c:pt idx="259">
                  <c:v>40924</c:v>
                </c:pt>
                <c:pt idx="260">
                  <c:v>40925</c:v>
                </c:pt>
                <c:pt idx="261">
                  <c:v>40926</c:v>
                </c:pt>
                <c:pt idx="262">
                  <c:v>40927</c:v>
                </c:pt>
                <c:pt idx="263">
                  <c:v>40928</c:v>
                </c:pt>
                <c:pt idx="264">
                  <c:v>40933</c:v>
                </c:pt>
                <c:pt idx="265">
                  <c:v>40934</c:v>
                </c:pt>
                <c:pt idx="266">
                  <c:v>40935</c:v>
                </c:pt>
                <c:pt idx="267">
                  <c:v>40938</c:v>
                </c:pt>
                <c:pt idx="268">
                  <c:v>40939</c:v>
                </c:pt>
                <c:pt idx="269">
                  <c:v>40940</c:v>
                </c:pt>
                <c:pt idx="270">
                  <c:v>40941</c:v>
                </c:pt>
                <c:pt idx="271">
                  <c:v>40942</c:v>
                </c:pt>
                <c:pt idx="272">
                  <c:v>40945</c:v>
                </c:pt>
                <c:pt idx="273">
                  <c:v>40946</c:v>
                </c:pt>
                <c:pt idx="274">
                  <c:v>40947</c:v>
                </c:pt>
                <c:pt idx="275">
                  <c:v>40948</c:v>
                </c:pt>
                <c:pt idx="276">
                  <c:v>40949</c:v>
                </c:pt>
                <c:pt idx="277">
                  <c:v>40952</c:v>
                </c:pt>
                <c:pt idx="278">
                  <c:v>40953</c:v>
                </c:pt>
                <c:pt idx="279">
                  <c:v>40954</c:v>
                </c:pt>
                <c:pt idx="280">
                  <c:v>40955</c:v>
                </c:pt>
                <c:pt idx="281">
                  <c:v>40956</c:v>
                </c:pt>
                <c:pt idx="282">
                  <c:v>40959</c:v>
                </c:pt>
                <c:pt idx="283">
                  <c:v>40960</c:v>
                </c:pt>
                <c:pt idx="284">
                  <c:v>40961</c:v>
                </c:pt>
                <c:pt idx="285">
                  <c:v>40962</c:v>
                </c:pt>
                <c:pt idx="286">
                  <c:v>40963</c:v>
                </c:pt>
                <c:pt idx="287">
                  <c:v>40966</c:v>
                </c:pt>
                <c:pt idx="288">
                  <c:v>40967</c:v>
                </c:pt>
                <c:pt idx="289">
                  <c:v>40968</c:v>
                </c:pt>
                <c:pt idx="290">
                  <c:v>40970</c:v>
                </c:pt>
                <c:pt idx="291">
                  <c:v>40973</c:v>
                </c:pt>
                <c:pt idx="292">
                  <c:v>40974</c:v>
                </c:pt>
                <c:pt idx="293">
                  <c:v>40975</c:v>
                </c:pt>
                <c:pt idx="294">
                  <c:v>40976</c:v>
                </c:pt>
                <c:pt idx="295">
                  <c:v>40977</c:v>
                </c:pt>
                <c:pt idx="296">
                  <c:v>40980</c:v>
                </c:pt>
                <c:pt idx="297">
                  <c:v>40981</c:v>
                </c:pt>
                <c:pt idx="298">
                  <c:v>40982</c:v>
                </c:pt>
                <c:pt idx="299">
                  <c:v>40983</c:v>
                </c:pt>
                <c:pt idx="300">
                  <c:v>40984</c:v>
                </c:pt>
                <c:pt idx="301">
                  <c:v>40987</c:v>
                </c:pt>
                <c:pt idx="302">
                  <c:v>40988</c:v>
                </c:pt>
                <c:pt idx="303">
                  <c:v>40989</c:v>
                </c:pt>
                <c:pt idx="304">
                  <c:v>40990</c:v>
                </c:pt>
                <c:pt idx="305">
                  <c:v>40991</c:v>
                </c:pt>
                <c:pt idx="306">
                  <c:v>40994</c:v>
                </c:pt>
                <c:pt idx="307">
                  <c:v>40995</c:v>
                </c:pt>
                <c:pt idx="308">
                  <c:v>40996</c:v>
                </c:pt>
                <c:pt idx="309">
                  <c:v>40997</c:v>
                </c:pt>
                <c:pt idx="310">
                  <c:v>40998</c:v>
                </c:pt>
                <c:pt idx="311">
                  <c:v>41001</c:v>
                </c:pt>
                <c:pt idx="312">
                  <c:v>41002</c:v>
                </c:pt>
                <c:pt idx="313">
                  <c:v>41003</c:v>
                </c:pt>
                <c:pt idx="314">
                  <c:v>41004</c:v>
                </c:pt>
                <c:pt idx="315">
                  <c:v>41005</c:v>
                </c:pt>
                <c:pt idx="316">
                  <c:v>41008</c:v>
                </c:pt>
                <c:pt idx="317">
                  <c:v>41009</c:v>
                </c:pt>
                <c:pt idx="318">
                  <c:v>41011</c:v>
                </c:pt>
                <c:pt idx="319">
                  <c:v>41012</c:v>
                </c:pt>
                <c:pt idx="320">
                  <c:v>41015</c:v>
                </c:pt>
                <c:pt idx="321">
                  <c:v>41016</c:v>
                </c:pt>
                <c:pt idx="322">
                  <c:v>41017</c:v>
                </c:pt>
                <c:pt idx="323">
                  <c:v>41018</c:v>
                </c:pt>
                <c:pt idx="324">
                  <c:v>41019</c:v>
                </c:pt>
                <c:pt idx="325">
                  <c:v>41022</c:v>
                </c:pt>
                <c:pt idx="326">
                  <c:v>41023</c:v>
                </c:pt>
                <c:pt idx="327">
                  <c:v>41024</c:v>
                </c:pt>
                <c:pt idx="328">
                  <c:v>41025</c:v>
                </c:pt>
                <c:pt idx="329">
                  <c:v>41026</c:v>
                </c:pt>
                <c:pt idx="330">
                  <c:v>41029</c:v>
                </c:pt>
                <c:pt idx="331">
                  <c:v>41031</c:v>
                </c:pt>
                <c:pt idx="332">
                  <c:v>41032</c:v>
                </c:pt>
                <c:pt idx="333">
                  <c:v>41033</c:v>
                </c:pt>
                <c:pt idx="334">
                  <c:v>41036</c:v>
                </c:pt>
                <c:pt idx="335">
                  <c:v>41037</c:v>
                </c:pt>
                <c:pt idx="336">
                  <c:v>41038</c:v>
                </c:pt>
                <c:pt idx="337">
                  <c:v>41039</c:v>
                </c:pt>
                <c:pt idx="338">
                  <c:v>41040</c:v>
                </c:pt>
                <c:pt idx="339">
                  <c:v>41043</c:v>
                </c:pt>
                <c:pt idx="340">
                  <c:v>41044</c:v>
                </c:pt>
                <c:pt idx="341">
                  <c:v>41045</c:v>
                </c:pt>
                <c:pt idx="342">
                  <c:v>41046</c:v>
                </c:pt>
                <c:pt idx="343">
                  <c:v>41047</c:v>
                </c:pt>
                <c:pt idx="344">
                  <c:v>41050</c:v>
                </c:pt>
                <c:pt idx="345">
                  <c:v>41051</c:v>
                </c:pt>
                <c:pt idx="346">
                  <c:v>41052</c:v>
                </c:pt>
                <c:pt idx="347">
                  <c:v>41053</c:v>
                </c:pt>
                <c:pt idx="348">
                  <c:v>41054</c:v>
                </c:pt>
                <c:pt idx="349">
                  <c:v>41058</c:v>
                </c:pt>
                <c:pt idx="350">
                  <c:v>41059</c:v>
                </c:pt>
                <c:pt idx="351">
                  <c:v>41060</c:v>
                </c:pt>
                <c:pt idx="352">
                  <c:v>41061</c:v>
                </c:pt>
                <c:pt idx="353">
                  <c:v>41064</c:v>
                </c:pt>
                <c:pt idx="354">
                  <c:v>41065</c:v>
                </c:pt>
                <c:pt idx="355">
                  <c:v>41067</c:v>
                </c:pt>
                <c:pt idx="356">
                  <c:v>41068</c:v>
                </c:pt>
                <c:pt idx="357">
                  <c:v>41071</c:v>
                </c:pt>
                <c:pt idx="358">
                  <c:v>41072</c:v>
                </c:pt>
                <c:pt idx="359">
                  <c:v>41073</c:v>
                </c:pt>
                <c:pt idx="360">
                  <c:v>41074</c:v>
                </c:pt>
                <c:pt idx="361">
                  <c:v>41075</c:v>
                </c:pt>
                <c:pt idx="362">
                  <c:v>41078</c:v>
                </c:pt>
                <c:pt idx="363">
                  <c:v>41079</c:v>
                </c:pt>
                <c:pt idx="364">
                  <c:v>41080</c:v>
                </c:pt>
                <c:pt idx="365">
                  <c:v>41081</c:v>
                </c:pt>
                <c:pt idx="366">
                  <c:v>41082</c:v>
                </c:pt>
                <c:pt idx="367">
                  <c:v>41085</c:v>
                </c:pt>
                <c:pt idx="368">
                  <c:v>41086</c:v>
                </c:pt>
                <c:pt idx="369">
                  <c:v>41087</c:v>
                </c:pt>
                <c:pt idx="370">
                  <c:v>41088</c:v>
                </c:pt>
                <c:pt idx="371">
                  <c:v>41089</c:v>
                </c:pt>
                <c:pt idx="372">
                  <c:v>41092</c:v>
                </c:pt>
                <c:pt idx="373">
                  <c:v>41093</c:v>
                </c:pt>
                <c:pt idx="374">
                  <c:v>41094</c:v>
                </c:pt>
                <c:pt idx="375">
                  <c:v>41095</c:v>
                </c:pt>
                <c:pt idx="376">
                  <c:v>41096</c:v>
                </c:pt>
                <c:pt idx="377">
                  <c:v>41099</c:v>
                </c:pt>
                <c:pt idx="378">
                  <c:v>41100</c:v>
                </c:pt>
                <c:pt idx="379">
                  <c:v>41101</c:v>
                </c:pt>
                <c:pt idx="380">
                  <c:v>41102</c:v>
                </c:pt>
                <c:pt idx="381">
                  <c:v>41103</c:v>
                </c:pt>
                <c:pt idx="382">
                  <c:v>41106</c:v>
                </c:pt>
                <c:pt idx="383">
                  <c:v>41107</c:v>
                </c:pt>
                <c:pt idx="384">
                  <c:v>41108</c:v>
                </c:pt>
                <c:pt idx="385">
                  <c:v>41109</c:v>
                </c:pt>
                <c:pt idx="386">
                  <c:v>41110</c:v>
                </c:pt>
                <c:pt idx="387">
                  <c:v>41113</c:v>
                </c:pt>
                <c:pt idx="388">
                  <c:v>41114</c:v>
                </c:pt>
                <c:pt idx="389">
                  <c:v>41115</c:v>
                </c:pt>
                <c:pt idx="390">
                  <c:v>41116</c:v>
                </c:pt>
                <c:pt idx="391">
                  <c:v>41117</c:v>
                </c:pt>
                <c:pt idx="392">
                  <c:v>41120</c:v>
                </c:pt>
                <c:pt idx="393">
                  <c:v>41121</c:v>
                </c:pt>
                <c:pt idx="394">
                  <c:v>41122</c:v>
                </c:pt>
                <c:pt idx="395">
                  <c:v>41123</c:v>
                </c:pt>
                <c:pt idx="396">
                  <c:v>41124</c:v>
                </c:pt>
                <c:pt idx="397">
                  <c:v>41127</c:v>
                </c:pt>
                <c:pt idx="398">
                  <c:v>41128</c:v>
                </c:pt>
                <c:pt idx="399">
                  <c:v>41129</c:v>
                </c:pt>
                <c:pt idx="400">
                  <c:v>41130</c:v>
                </c:pt>
                <c:pt idx="401">
                  <c:v>41131</c:v>
                </c:pt>
                <c:pt idx="402">
                  <c:v>41134</c:v>
                </c:pt>
                <c:pt idx="403">
                  <c:v>41135</c:v>
                </c:pt>
                <c:pt idx="404">
                  <c:v>41137</c:v>
                </c:pt>
                <c:pt idx="405">
                  <c:v>41138</c:v>
                </c:pt>
                <c:pt idx="406">
                  <c:v>41141</c:v>
                </c:pt>
                <c:pt idx="407">
                  <c:v>41142</c:v>
                </c:pt>
                <c:pt idx="408">
                  <c:v>41143</c:v>
                </c:pt>
                <c:pt idx="409">
                  <c:v>41144</c:v>
                </c:pt>
                <c:pt idx="410">
                  <c:v>41145</c:v>
                </c:pt>
                <c:pt idx="411">
                  <c:v>41148</c:v>
                </c:pt>
                <c:pt idx="412">
                  <c:v>41149</c:v>
                </c:pt>
                <c:pt idx="413">
                  <c:v>41150</c:v>
                </c:pt>
                <c:pt idx="414">
                  <c:v>41151</c:v>
                </c:pt>
                <c:pt idx="415">
                  <c:v>41152</c:v>
                </c:pt>
                <c:pt idx="416">
                  <c:v>41155</c:v>
                </c:pt>
                <c:pt idx="417">
                  <c:v>41156</c:v>
                </c:pt>
                <c:pt idx="418">
                  <c:v>41157</c:v>
                </c:pt>
                <c:pt idx="419">
                  <c:v>41158</c:v>
                </c:pt>
                <c:pt idx="420">
                  <c:v>41159</c:v>
                </c:pt>
                <c:pt idx="421">
                  <c:v>41162</c:v>
                </c:pt>
                <c:pt idx="422">
                  <c:v>41163</c:v>
                </c:pt>
                <c:pt idx="423">
                  <c:v>41164</c:v>
                </c:pt>
                <c:pt idx="424">
                  <c:v>41165</c:v>
                </c:pt>
                <c:pt idx="425">
                  <c:v>41166</c:v>
                </c:pt>
                <c:pt idx="426">
                  <c:v>41169</c:v>
                </c:pt>
                <c:pt idx="427">
                  <c:v>41170</c:v>
                </c:pt>
                <c:pt idx="428">
                  <c:v>41171</c:v>
                </c:pt>
                <c:pt idx="429">
                  <c:v>41172</c:v>
                </c:pt>
                <c:pt idx="430">
                  <c:v>41173</c:v>
                </c:pt>
                <c:pt idx="431">
                  <c:v>41176</c:v>
                </c:pt>
                <c:pt idx="432">
                  <c:v>41177</c:v>
                </c:pt>
                <c:pt idx="433">
                  <c:v>41178</c:v>
                </c:pt>
                <c:pt idx="434">
                  <c:v>41179</c:v>
                </c:pt>
                <c:pt idx="435">
                  <c:v>41180</c:v>
                </c:pt>
                <c:pt idx="436">
                  <c:v>41184</c:v>
                </c:pt>
                <c:pt idx="437">
                  <c:v>41186</c:v>
                </c:pt>
                <c:pt idx="438">
                  <c:v>41187</c:v>
                </c:pt>
                <c:pt idx="439">
                  <c:v>41190</c:v>
                </c:pt>
                <c:pt idx="440">
                  <c:v>41191</c:v>
                </c:pt>
                <c:pt idx="441">
                  <c:v>41192</c:v>
                </c:pt>
                <c:pt idx="442">
                  <c:v>41193</c:v>
                </c:pt>
                <c:pt idx="443">
                  <c:v>41194</c:v>
                </c:pt>
                <c:pt idx="444">
                  <c:v>41197</c:v>
                </c:pt>
                <c:pt idx="445">
                  <c:v>41198</c:v>
                </c:pt>
                <c:pt idx="446">
                  <c:v>41199</c:v>
                </c:pt>
                <c:pt idx="447">
                  <c:v>41200</c:v>
                </c:pt>
                <c:pt idx="448">
                  <c:v>41201</c:v>
                </c:pt>
                <c:pt idx="449">
                  <c:v>41204</c:v>
                </c:pt>
                <c:pt idx="450">
                  <c:v>41205</c:v>
                </c:pt>
                <c:pt idx="451">
                  <c:v>41206</c:v>
                </c:pt>
                <c:pt idx="452">
                  <c:v>41207</c:v>
                </c:pt>
                <c:pt idx="453">
                  <c:v>41208</c:v>
                </c:pt>
                <c:pt idx="454">
                  <c:v>41211</c:v>
                </c:pt>
                <c:pt idx="455">
                  <c:v>41212</c:v>
                </c:pt>
                <c:pt idx="456">
                  <c:v>41213</c:v>
                </c:pt>
                <c:pt idx="457">
                  <c:v>41214</c:v>
                </c:pt>
                <c:pt idx="458">
                  <c:v>41215</c:v>
                </c:pt>
                <c:pt idx="459">
                  <c:v>41218</c:v>
                </c:pt>
                <c:pt idx="460">
                  <c:v>41219</c:v>
                </c:pt>
                <c:pt idx="461">
                  <c:v>41220</c:v>
                </c:pt>
                <c:pt idx="462">
                  <c:v>41221</c:v>
                </c:pt>
                <c:pt idx="463">
                  <c:v>41222</c:v>
                </c:pt>
                <c:pt idx="464">
                  <c:v>41225</c:v>
                </c:pt>
                <c:pt idx="465">
                  <c:v>41226</c:v>
                </c:pt>
                <c:pt idx="466">
                  <c:v>41227</c:v>
                </c:pt>
                <c:pt idx="467">
                  <c:v>41228</c:v>
                </c:pt>
                <c:pt idx="468">
                  <c:v>41229</c:v>
                </c:pt>
                <c:pt idx="469">
                  <c:v>41232</c:v>
                </c:pt>
                <c:pt idx="470">
                  <c:v>41233</c:v>
                </c:pt>
                <c:pt idx="471">
                  <c:v>41234</c:v>
                </c:pt>
                <c:pt idx="472">
                  <c:v>41235</c:v>
                </c:pt>
                <c:pt idx="473">
                  <c:v>41236</c:v>
                </c:pt>
                <c:pt idx="474">
                  <c:v>41239</c:v>
                </c:pt>
                <c:pt idx="475">
                  <c:v>41240</c:v>
                </c:pt>
                <c:pt idx="476">
                  <c:v>41241</c:v>
                </c:pt>
                <c:pt idx="477">
                  <c:v>41242</c:v>
                </c:pt>
                <c:pt idx="478">
                  <c:v>41243</c:v>
                </c:pt>
                <c:pt idx="479">
                  <c:v>41246</c:v>
                </c:pt>
                <c:pt idx="480">
                  <c:v>41247</c:v>
                </c:pt>
                <c:pt idx="481">
                  <c:v>41248</c:v>
                </c:pt>
                <c:pt idx="482">
                  <c:v>41249</c:v>
                </c:pt>
                <c:pt idx="483">
                  <c:v>41250</c:v>
                </c:pt>
                <c:pt idx="484">
                  <c:v>41253</c:v>
                </c:pt>
                <c:pt idx="485">
                  <c:v>41254</c:v>
                </c:pt>
                <c:pt idx="486">
                  <c:v>41255</c:v>
                </c:pt>
                <c:pt idx="487">
                  <c:v>41256</c:v>
                </c:pt>
                <c:pt idx="488">
                  <c:v>41257</c:v>
                </c:pt>
                <c:pt idx="489">
                  <c:v>41260</c:v>
                </c:pt>
                <c:pt idx="490">
                  <c:v>41261</c:v>
                </c:pt>
                <c:pt idx="491">
                  <c:v>41263</c:v>
                </c:pt>
                <c:pt idx="492">
                  <c:v>41264</c:v>
                </c:pt>
                <c:pt idx="493">
                  <c:v>41267</c:v>
                </c:pt>
                <c:pt idx="494">
                  <c:v>41269</c:v>
                </c:pt>
                <c:pt idx="495">
                  <c:v>41270</c:v>
                </c:pt>
                <c:pt idx="496">
                  <c:v>41271</c:v>
                </c:pt>
                <c:pt idx="497">
                  <c:v>41276</c:v>
                </c:pt>
                <c:pt idx="498">
                  <c:v>41277</c:v>
                </c:pt>
                <c:pt idx="499">
                  <c:v>41278</c:v>
                </c:pt>
                <c:pt idx="500">
                  <c:v>41281</c:v>
                </c:pt>
                <c:pt idx="501">
                  <c:v>41282</c:v>
                </c:pt>
                <c:pt idx="502">
                  <c:v>41283</c:v>
                </c:pt>
                <c:pt idx="503">
                  <c:v>41284</c:v>
                </c:pt>
                <c:pt idx="504">
                  <c:v>41285</c:v>
                </c:pt>
                <c:pt idx="505">
                  <c:v>41288</c:v>
                </c:pt>
                <c:pt idx="506">
                  <c:v>41289</c:v>
                </c:pt>
                <c:pt idx="507">
                  <c:v>41290</c:v>
                </c:pt>
                <c:pt idx="508">
                  <c:v>41291</c:v>
                </c:pt>
                <c:pt idx="509">
                  <c:v>41292</c:v>
                </c:pt>
                <c:pt idx="510">
                  <c:v>41295</c:v>
                </c:pt>
                <c:pt idx="511">
                  <c:v>41296</c:v>
                </c:pt>
                <c:pt idx="512">
                  <c:v>41297</c:v>
                </c:pt>
                <c:pt idx="513">
                  <c:v>41298</c:v>
                </c:pt>
                <c:pt idx="514">
                  <c:v>41299</c:v>
                </c:pt>
                <c:pt idx="515">
                  <c:v>41302</c:v>
                </c:pt>
                <c:pt idx="516">
                  <c:v>41303</c:v>
                </c:pt>
                <c:pt idx="517">
                  <c:v>41304</c:v>
                </c:pt>
                <c:pt idx="518">
                  <c:v>41305</c:v>
                </c:pt>
                <c:pt idx="519">
                  <c:v>41306</c:v>
                </c:pt>
                <c:pt idx="520">
                  <c:v>41309</c:v>
                </c:pt>
                <c:pt idx="521">
                  <c:v>41310</c:v>
                </c:pt>
                <c:pt idx="522">
                  <c:v>41311</c:v>
                </c:pt>
                <c:pt idx="523">
                  <c:v>41312</c:v>
                </c:pt>
                <c:pt idx="524">
                  <c:v>41313</c:v>
                </c:pt>
                <c:pt idx="525">
                  <c:v>41317</c:v>
                </c:pt>
                <c:pt idx="526">
                  <c:v>41318</c:v>
                </c:pt>
                <c:pt idx="527">
                  <c:v>41319</c:v>
                </c:pt>
                <c:pt idx="528">
                  <c:v>41320</c:v>
                </c:pt>
                <c:pt idx="529">
                  <c:v>41323</c:v>
                </c:pt>
                <c:pt idx="530">
                  <c:v>41324</c:v>
                </c:pt>
                <c:pt idx="531">
                  <c:v>41325</c:v>
                </c:pt>
                <c:pt idx="532">
                  <c:v>41326</c:v>
                </c:pt>
                <c:pt idx="533">
                  <c:v>41327</c:v>
                </c:pt>
                <c:pt idx="534">
                  <c:v>41330</c:v>
                </c:pt>
                <c:pt idx="535">
                  <c:v>41331</c:v>
                </c:pt>
                <c:pt idx="536">
                  <c:v>41332</c:v>
                </c:pt>
                <c:pt idx="537">
                  <c:v>41333</c:v>
                </c:pt>
                <c:pt idx="538">
                  <c:v>41337</c:v>
                </c:pt>
                <c:pt idx="539">
                  <c:v>41338</c:v>
                </c:pt>
                <c:pt idx="540">
                  <c:v>41339</c:v>
                </c:pt>
                <c:pt idx="541">
                  <c:v>41340</c:v>
                </c:pt>
                <c:pt idx="542">
                  <c:v>41341</c:v>
                </c:pt>
                <c:pt idx="543">
                  <c:v>41344</c:v>
                </c:pt>
                <c:pt idx="544">
                  <c:v>41345</c:v>
                </c:pt>
                <c:pt idx="545">
                  <c:v>41346</c:v>
                </c:pt>
                <c:pt idx="546">
                  <c:v>41347</c:v>
                </c:pt>
                <c:pt idx="547">
                  <c:v>41348</c:v>
                </c:pt>
                <c:pt idx="548">
                  <c:v>41351</c:v>
                </c:pt>
                <c:pt idx="549">
                  <c:v>41352</c:v>
                </c:pt>
                <c:pt idx="550">
                  <c:v>41353</c:v>
                </c:pt>
                <c:pt idx="551">
                  <c:v>41354</c:v>
                </c:pt>
                <c:pt idx="552">
                  <c:v>41355</c:v>
                </c:pt>
                <c:pt idx="553">
                  <c:v>41358</c:v>
                </c:pt>
                <c:pt idx="554">
                  <c:v>41359</c:v>
                </c:pt>
                <c:pt idx="555">
                  <c:v>41360</c:v>
                </c:pt>
                <c:pt idx="556">
                  <c:v>41361</c:v>
                </c:pt>
                <c:pt idx="557">
                  <c:v>41362</c:v>
                </c:pt>
                <c:pt idx="558">
                  <c:v>41365</c:v>
                </c:pt>
                <c:pt idx="559">
                  <c:v>41366</c:v>
                </c:pt>
                <c:pt idx="560">
                  <c:v>41367</c:v>
                </c:pt>
                <c:pt idx="561">
                  <c:v>41368</c:v>
                </c:pt>
                <c:pt idx="562">
                  <c:v>41369</c:v>
                </c:pt>
                <c:pt idx="563">
                  <c:v>41372</c:v>
                </c:pt>
                <c:pt idx="564">
                  <c:v>41373</c:v>
                </c:pt>
                <c:pt idx="565">
                  <c:v>41374</c:v>
                </c:pt>
                <c:pt idx="566">
                  <c:v>41375</c:v>
                </c:pt>
                <c:pt idx="567">
                  <c:v>41376</c:v>
                </c:pt>
                <c:pt idx="568">
                  <c:v>41379</c:v>
                </c:pt>
                <c:pt idx="569">
                  <c:v>41380</c:v>
                </c:pt>
                <c:pt idx="570">
                  <c:v>41381</c:v>
                </c:pt>
                <c:pt idx="571">
                  <c:v>41382</c:v>
                </c:pt>
                <c:pt idx="572">
                  <c:v>41383</c:v>
                </c:pt>
                <c:pt idx="573">
                  <c:v>41386</c:v>
                </c:pt>
                <c:pt idx="574">
                  <c:v>41387</c:v>
                </c:pt>
                <c:pt idx="575">
                  <c:v>41388</c:v>
                </c:pt>
                <c:pt idx="576">
                  <c:v>41389</c:v>
                </c:pt>
                <c:pt idx="577">
                  <c:v>41390</c:v>
                </c:pt>
                <c:pt idx="578">
                  <c:v>41393</c:v>
                </c:pt>
                <c:pt idx="579">
                  <c:v>41394</c:v>
                </c:pt>
                <c:pt idx="580">
                  <c:v>41396</c:v>
                </c:pt>
                <c:pt idx="581">
                  <c:v>41397</c:v>
                </c:pt>
                <c:pt idx="582">
                  <c:v>41400</c:v>
                </c:pt>
                <c:pt idx="583">
                  <c:v>41401</c:v>
                </c:pt>
                <c:pt idx="584">
                  <c:v>41402</c:v>
                </c:pt>
                <c:pt idx="585">
                  <c:v>41403</c:v>
                </c:pt>
                <c:pt idx="586">
                  <c:v>41404</c:v>
                </c:pt>
                <c:pt idx="587">
                  <c:v>41407</c:v>
                </c:pt>
                <c:pt idx="588">
                  <c:v>41408</c:v>
                </c:pt>
                <c:pt idx="589">
                  <c:v>41409</c:v>
                </c:pt>
                <c:pt idx="590">
                  <c:v>41410</c:v>
                </c:pt>
                <c:pt idx="591">
                  <c:v>41414</c:v>
                </c:pt>
                <c:pt idx="592">
                  <c:v>41415</c:v>
                </c:pt>
                <c:pt idx="593">
                  <c:v>41416</c:v>
                </c:pt>
                <c:pt idx="594">
                  <c:v>41417</c:v>
                </c:pt>
                <c:pt idx="595">
                  <c:v>41418</c:v>
                </c:pt>
                <c:pt idx="596">
                  <c:v>41421</c:v>
                </c:pt>
                <c:pt idx="597">
                  <c:v>41422</c:v>
                </c:pt>
                <c:pt idx="598">
                  <c:v>41423</c:v>
                </c:pt>
                <c:pt idx="599">
                  <c:v>41424</c:v>
                </c:pt>
                <c:pt idx="600">
                  <c:v>41425</c:v>
                </c:pt>
                <c:pt idx="601">
                  <c:v>41428</c:v>
                </c:pt>
                <c:pt idx="602">
                  <c:v>41429</c:v>
                </c:pt>
                <c:pt idx="603">
                  <c:v>41430</c:v>
                </c:pt>
                <c:pt idx="604">
                  <c:v>41432</c:v>
                </c:pt>
                <c:pt idx="605">
                  <c:v>41435</c:v>
                </c:pt>
                <c:pt idx="606">
                  <c:v>41436</c:v>
                </c:pt>
                <c:pt idx="607">
                  <c:v>41437</c:v>
                </c:pt>
                <c:pt idx="608">
                  <c:v>41438</c:v>
                </c:pt>
                <c:pt idx="609">
                  <c:v>41439</c:v>
                </c:pt>
                <c:pt idx="610">
                  <c:v>41442</c:v>
                </c:pt>
                <c:pt idx="611">
                  <c:v>41443</c:v>
                </c:pt>
                <c:pt idx="612">
                  <c:v>41444</c:v>
                </c:pt>
                <c:pt idx="613">
                  <c:v>41445</c:v>
                </c:pt>
                <c:pt idx="614">
                  <c:v>41446</c:v>
                </c:pt>
                <c:pt idx="615">
                  <c:v>41449</c:v>
                </c:pt>
                <c:pt idx="616">
                  <c:v>41450</c:v>
                </c:pt>
                <c:pt idx="617">
                  <c:v>41451</c:v>
                </c:pt>
                <c:pt idx="618">
                  <c:v>41452</c:v>
                </c:pt>
                <c:pt idx="619">
                  <c:v>41453</c:v>
                </c:pt>
                <c:pt idx="620">
                  <c:v>41456</c:v>
                </c:pt>
                <c:pt idx="621">
                  <c:v>41457</c:v>
                </c:pt>
                <c:pt idx="622">
                  <c:v>41458</c:v>
                </c:pt>
                <c:pt idx="623">
                  <c:v>41459</c:v>
                </c:pt>
                <c:pt idx="624">
                  <c:v>41460</c:v>
                </c:pt>
                <c:pt idx="625">
                  <c:v>41463</c:v>
                </c:pt>
                <c:pt idx="626">
                  <c:v>41464</c:v>
                </c:pt>
                <c:pt idx="627">
                  <c:v>41465</c:v>
                </c:pt>
                <c:pt idx="628">
                  <c:v>41466</c:v>
                </c:pt>
                <c:pt idx="629">
                  <c:v>41467</c:v>
                </c:pt>
                <c:pt idx="630">
                  <c:v>41470</c:v>
                </c:pt>
                <c:pt idx="631">
                  <c:v>41471</c:v>
                </c:pt>
                <c:pt idx="632">
                  <c:v>41472</c:v>
                </c:pt>
                <c:pt idx="633">
                  <c:v>41473</c:v>
                </c:pt>
                <c:pt idx="634">
                  <c:v>41474</c:v>
                </c:pt>
                <c:pt idx="635">
                  <c:v>41477</c:v>
                </c:pt>
                <c:pt idx="636">
                  <c:v>41478</c:v>
                </c:pt>
                <c:pt idx="637">
                  <c:v>41479</c:v>
                </c:pt>
                <c:pt idx="638">
                  <c:v>41480</c:v>
                </c:pt>
                <c:pt idx="639">
                  <c:v>41481</c:v>
                </c:pt>
                <c:pt idx="640">
                  <c:v>41484</c:v>
                </c:pt>
                <c:pt idx="641">
                  <c:v>41485</c:v>
                </c:pt>
                <c:pt idx="642">
                  <c:v>41486</c:v>
                </c:pt>
                <c:pt idx="643">
                  <c:v>41487</c:v>
                </c:pt>
                <c:pt idx="644">
                  <c:v>41488</c:v>
                </c:pt>
                <c:pt idx="645">
                  <c:v>41491</c:v>
                </c:pt>
                <c:pt idx="646">
                  <c:v>41492</c:v>
                </c:pt>
                <c:pt idx="647">
                  <c:v>41493</c:v>
                </c:pt>
                <c:pt idx="648">
                  <c:v>41494</c:v>
                </c:pt>
                <c:pt idx="649">
                  <c:v>41495</c:v>
                </c:pt>
                <c:pt idx="650">
                  <c:v>41498</c:v>
                </c:pt>
                <c:pt idx="651">
                  <c:v>41499</c:v>
                </c:pt>
                <c:pt idx="652">
                  <c:v>41500</c:v>
                </c:pt>
                <c:pt idx="653">
                  <c:v>41502</c:v>
                </c:pt>
                <c:pt idx="654">
                  <c:v>41505</c:v>
                </c:pt>
                <c:pt idx="655">
                  <c:v>41506</c:v>
                </c:pt>
                <c:pt idx="656">
                  <c:v>41507</c:v>
                </c:pt>
                <c:pt idx="657">
                  <c:v>41508</c:v>
                </c:pt>
                <c:pt idx="658">
                  <c:v>41509</c:v>
                </c:pt>
                <c:pt idx="659">
                  <c:v>41512</c:v>
                </c:pt>
                <c:pt idx="660">
                  <c:v>41513</c:v>
                </c:pt>
                <c:pt idx="661">
                  <c:v>41514</c:v>
                </c:pt>
                <c:pt idx="662">
                  <c:v>41515</c:v>
                </c:pt>
                <c:pt idx="663">
                  <c:v>41516</c:v>
                </c:pt>
                <c:pt idx="664">
                  <c:v>41519</c:v>
                </c:pt>
                <c:pt idx="665">
                  <c:v>41520</c:v>
                </c:pt>
                <c:pt idx="666">
                  <c:v>41521</c:v>
                </c:pt>
                <c:pt idx="667">
                  <c:v>41522</c:v>
                </c:pt>
                <c:pt idx="668">
                  <c:v>41523</c:v>
                </c:pt>
                <c:pt idx="669">
                  <c:v>41526</c:v>
                </c:pt>
                <c:pt idx="670">
                  <c:v>41527</c:v>
                </c:pt>
                <c:pt idx="671">
                  <c:v>41528</c:v>
                </c:pt>
                <c:pt idx="672">
                  <c:v>41529</c:v>
                </c:pt>
                <c:pt idx="673">
                  <c:v>41530</c:v>
                </c:pt>
                <c:pt idx="674">
                  <c:v>41533</c:v>
                </c:pt>
                <c:pt idx="675">
                  <c:v>41534</c:v>
                </c:pt>
                <c:pt idx="676">
                  <c:v>41540</c:v>
                </c:pt>
                <c:pt idx="677">
                  <c:v>41541</c:v>
                </c:pt>
                <c:pt idx="678">
                  <c:v>41542</c:v>
                </c:pt>
                <c:pt idx="679">
                  <c:v>41543</c:v>
                </c:pt>
                <c:pt idx="680">
                  <c:v>41544</c:v>
                </c:pt>
                <c:pt idx="681">
                  <c:v>41547</c:v>
                </c:pt>
                <c:pt idx="682">
                  <c:v>41548</c:v>
                </c:pt>
                <c:pt idx="683">
                  <c:v>41549</c:v>
                </c:pt>
                <c:pt idx="684">
                  <c:v>41551</c:v>
                </c:pt>
                <c:pt idx="685">
                  <c:v>41554</c:v>
                </c:pt>
                <c:pt idx="686">
                  <c:v>41555</c:v>
                </c:pt>
                <c:pt idx="687">
                  <c:v>41557</c:v>
                </c:pt>
                <c:pt idx="688">
                  <c:v>41558</c:v>
                </c:pt>
                <c:pt idx="689">
                  <c:v>41561</c:v>
                </c:pt>
                <c:pt idx="690">
                  <c:v>41562</c:v>
                </c:pt>
                <c:pt idx="691">
                  <c:v>41563</c:v>
                </c:pt>
                <c:pt idx="692">
                  <c:v>41564</c:v>
                </c:pt>
                <c:pt idx="693">
                  <c:v>41565</c:v>
                </c:pt>
                <c:pt idx="694">
                  <c:v>41568</c:v>
                </c:pt>
                <c:pt idx="695">
                  <c:v>41569</c:v>
                </c:pt>
                <c:pt idx="696">
                  <c:v>41570</c:v>
                </c:pt>
                <c:pt idx="697">
                  <c:v>41571</c:v>
                </c:pt>
                <c:pt idx="698">
                  <c:v>41572</c:v>
                </c:pt>
                <c:pt idx="699">
                  <c:v>41575</c:v>
                </c:pt>
                <c:pt idx="700">
                  <c:v>41576</c:v>
                </c:pt>
                <c:pt idx="701">
                  <c:v>41577</c:v>
                </c:pt>
                <c:pt idx="702">
                  <c:v>41578</c:v>
                </c:pt>
                <c:pt idx="703">
                  <c:v>41579</c:v>
                </c:pt>
                <c:pt idx="704">
                  <c:v>41582</c:v>
                </c:pt>
                <c:pt idx="705">
                  <c:v>41583</c:v>
                </c:pt>
                <c:pt idx="706">
                  <c:v>41584</c:v>
                </c:pt>
                <c:pt idx="707">
                  <c:v>41585</c:v>
                </c:pt>
                <c:pt idx="708">
                  <c:v>41586</c:v>
                </c:pt>
                <c:pt idx="709">
                  <c:v>41589</c:v>
                </c:pt>
                <c:pt idx="710">
                  <c:v>41590</c:v>
                </c:pt>
                <c:pt idx="711">
                  <c:v>41591</c:v>
                </c:pt>
                <c:pt idx="712">
                  <c:v>41592</c:v>
                </c:pt>
                <c:pt idx="713">
                  <c:v>41593</c:v>
                </c:pt>
                <c:pt idx="714">
                  <c:v>41596</c:v>
                </c:pt>
                <c:pt idx="715">
                  <c:v>41597</c:v>
                </c:pt>
                <c:pt idx="716">
                  <c:v>41598</c:v>
                </c:pt>
                <c:pt idx="717">
                  <c:v>41599</c:v>
                </c:pt>
                <c:pt idx="718">
                  <c:v>41600</c:v>
                </c:pt>
                <c:pt idx="719">
                  <c:v>41603</c:v>
                </c:pt>
                <c:pt idx="720">
                  <c:v>41604</c:v>
                </c:pt>
                <c:pt idx="721">
                  <c:v>41605</c:v>
                </c:pt>
                <c:pt idx="722">
                  <c:v>41606</c:v>
                </c:pt>
                <c:pt idx="723">
                  <c:v>41607</c:v>
                </c:pt>
                <c:pt idx="724">
                  <c:v>41610</c:v>
                </c:pt>
                <c:pt idx="725">
                  <c:v>41611</c:v>
                </c:pt>
                <c:pt idx="726">
                  <c:v>41612</c:v>
                </c:pt>
                <c:pt idx="727">
                  <c:v>41613</c:v>
                </c:pt>
                <c:pt idx="728">
                  <c:v>41614</c:v>
                </c:pt>
                <c:pt idx="729">
                  <c:v>41617</c:v>
                </c:pt>
                <c:pt idx="730">
                  <c:v>41618</c:v>
                </c:pt>
                <c:pt idx="731">
                  <c:v>41619</c:v>
                </c:pt>
                <c:pt idx="732">
                  <c:v>41620</c:v>
                </c:pt>
                <c:pt idx="733">
                  <c:v>41621</c:v>
                </c:pt>
                <c:pt idx="734">
                  <c:v>41624</c:v>
                </c:pt>
                <c:pt idx="735">
                  <c:v>41625</c:v>
                </c:pt>
                <c:pt idx="736">
                  <c:v>41626</c:v>
                </c:pt>
                <c:pt idx="737">
                  <c:v>41627</c:v>
                </c:pt>
                <c:pt idx="738">
                  <c:v>41628</c:v>
                </c:pt>
                <c:pt idx="739">
                  <c:v>41631</c:v>
                </c:pt>
                <c:pt idx="740">
                  <c:v>41632</c:v>
                </c:pt>
                <c:pt idx="741">
                  <c:v>41634</c:v>
                </c:pt>
                <c:pt idx="742">
                  <c:v>41635</c:v>
                </c:pt>
                <c:pt idx="743">
                  <c:v>41638</c:v>
                </c:pt>
                <c:pt idx="744">
                  <c:v>41641</c:v>
                </c:pt>
                <c:pt idx="745">
                  <c:v>41642</c:v>
                </c:pt>
                <c:pt idx="746">
                  <c:v>41645</c:v>
                </c:pt>
                <c:pt idx="747">
                  <c:v>41646</c:v>
                </c:pt>
                <c:pt idx="748">
                  <c:v>41647</c:v>
                </c:pt>
                <c:pt idx="749">
                  <c:v>41648</c:v>
                </c:pt>
                <c:pt idx="750">
                  <c:v>41649</c:v>
                </c:pt>
                <c:pt idx="751">
                  <c:v>41652</c:v>
                </c:pt>
                <c:pt idx="752">
                  <c:v>41653</c:v>
                </c:pt>
                <c:pt idx="753">
                  <c:v>41654</c:v>
                </c:pt>
                <c:pt idx="754">
                  <c:v>41655</c:v>
                </c:pt>
                <c:pt idx="755">
                  <c:v>41656</c:v>
                </c:pt>
                <c:pt idx="756">
                  <c:v>41659</c:v>
                </c:pt>
                <c:pt idx="757">
                  <c:v>41660</c:v>
                </c:pt>
                <c:pt idx="758">
                  <c:v>41661</c:v>
                </c:pt>
                <c:pt idx="759">
                  <c:v>41662</c:v>
                </c:pt>
                <c:pt idx="760">
                  <c:v>41663</c:v>
                </c:pt>
                <c:pt idx="761">
                  <c:v>41666</c:v>
                </c:pt>
                <c:pt idx="762">
                  <c:v>41667</c:v>
                </c:pt>
                <c:pt idx="763">
                  <c:v>41668</c:v>
                </c:pt>
                <c:pt idx="764">
                  <c:v>41673</c:v>
                </c:pt>
                <c:pt idx="765">
                  <c:v>41674</c:v>
                </c:pt>
                <c:pt idx="766">
                  <c:v>41675</c:v>
                </c:pt>
                <c:pt idx="767">
                  <c:v>41676</c:v>
                </c:pt>
                <c:pt idx="768">
                  <c:v>41677</c:v>
                </c:pt>
                <c:pt idx="769">
                  <c:v>41680</c:v>
                </c:pt>
                <c:pt idx="770">
                  <c:v>41681</c:v>
                </c:pt>
                <c:pt idx="771">
                  <c:v>41682</c:v>
                </c:pt>
                <c:pt idx="772">
                  <c:v>41683</c:v>
                </c:pt>
                <c:pt idx="773">
                  <c:v>41684</c:v>
                </c:pt>
                <c:pt idx="774">
                  <c:v>41687</c:v>
                </c:pt>
                <c:pt idx="775">
                  <c:v>41688</c:v>
                </c:pt>
                <c:pt idx="776">
                  <c:v>41689</c:v>
                </c:pt>
                <c:pt idx="777">
                  <c:v>41690</c:v>
                </c:pt>
                <c:pt idx="778">
                  <c:v>41691</c:v>
                </c:pt>
                <c:pt idx="779">
                  <c:v>41694</c:v>
                </c:pt>
                <c:pt idx="780">
                  <c:v>41695</c:v>
                </c:pt>
                <c:pt idx="781">
                  <c:v>41696</c:v>
                </c:pt>
                <c:pt idx="782">
                  <c:v>41697</c:v>
                </c:pt>
                <c:pt idx="783">
                  <c:v>41698</c:v>
                </c:pt>
                <c:pt idx="784">
                  <c:v>41701</c:v>
                </c:pt>
                <c:pt idx="785">
                  <c:v>41702</c:v>
                </c:pt>
                <c:pt idx="786">
                  <c:v>41703</c:v>
                </c:pt>
                <c:pt idx="787">
                  <c:v>41704</c:v>
                </c:pt>
                <c:pt idx="788">
                  <c:v>41705</c:v>
                </c:pt>
                <c:pt idx="789">
                  <c:v>41708</c:v>
                </c:pt>
                <c:pt idx="790">
                  <c:v>41709</c:v>
                </c:pt>
                <c:pt idx="791">
                  <c:v>41710</c:v>
                </c:pt>
                <c:pt idx="792">
                  <c:v>41711</c:v>
                </c:pt>
                <c:pt idx="793">
                  <c:v>41712</c:v>
                </c:pt>
                <c:pt idx="794">
                  <c:v>41715</c:v>
                </c:pt>
                <c:pt idx="795">
                  <c:v>41716</c:v>
                </c:pt>
                <c:pt idx="796">
                  <c:v>41717</c:v>
                </c:pt>
                <c:pt idx="797">
                  <c:v>41718</c:v>
                </c:pt>
                <c:pt idx="798">
                  <c:v>41719</c:v>
                </c:pt>
                <c:pt idx="799">
                  <c:v>41722</c:v>
                </c:pt>
                <c:pt idx="800">
                  <c:v>41723</c:v>
                </c:pt>
                <c:pt idx="801">
                  <c:v>41724</c:v>
                </c:pt>
                <c:pt idx="802">
                  <c:v>41725</c:v>
                </c:pt>
                <c:pt idx="803">
                  <c:v>41726</c:v>
                </c:pt>
                <c:pt idx="804">
                  <c:v>41729</c:v>
                </c:pt>
                <c:pt idx="805">
                  <c:v>41730</c:v>
                </c:pt>
                <c:pt idx="806">
                  <c:v>41731</c:v>
                </c:pt>
                <c:pt idx="807">
                  <c:v>41732</c:v>
                </c:pt>
                <c:pt idx="808">
                  <c:v>41733</c:v>
                </c:pt>
                <c:pt idx="809">
                  <c:v>41736</c:v>
                </c:pt>
                <c:pt idx="810">
                  <c:v>41737</c:v>
                </c:pt>
                <c:pt idx="811">
                  <c:v>41738</c:v>
                </c:pt>
                <c:pt idx="812">
                  <c:v>41739</c:v>
                </c:pt>
                <c:pt idx="813">
                  <c:v>41740</c:v>
                </c:pt>
                <c:pt idx="814">
                  <c:v>41743</c:v>
                </c:pt>
                <c:pt idx="815">
                  <c:v>41744</c:v>
                </c:pt>
                <c:pt idx="816">
                  <c:v>41745</c:v>
                </c:pt>
                <c:pt idx="817">
                  <c:v>41746</c:v>
                </c:pt>
                <c:pt idx="818">
                  <c:v>41747</c:v>
                </c:pt>
                <c:pt idx="819">
                  <c:v>41750</c:v>
                </c:pt>
                <c:pt idx="820">
                  <c:v>41751</c:v>
                </c:pt>
                <c:pt idx="821">
                  <c:v>41752</c:v>
                </c:pt>
                <c:pt idx="822">
                  <c:v>41753</c:v>
                </c:pt>
                <c:pt idx="823">
                  <c:v>41754</c:v>
                </c:pt>
                <c:pt idx="824">
                  <c:v>41757</c:v>
                </c:pt>
                <c:pt idx="825">
                  <c:v>41758</c:v>
                </c:pt>
                <c:pt idx="826">
                  <c:v>41759</c:v>
                </c:pt>
                <c:pt idx="827">
                  <c:v>41761</c:v>
                </c:pt>
                <c:pt idx="828">
                  <c:v>41766</c:v>
                </c:pt>
                <c:pt idx="829">
                  <c:v>41767</c:v>
                </c:pt>
                <c:pt idx="830">
                  <c:v>41768</c:v>
                </c:pt>
                <c:pt idx="831">
                  <c:v>41771</c:v>
                </c:pt>
                <c:pt idx="832">
                  <c:v>41772</c:v>
                </c:pt>
                <c:pt idx="833">
                  <c:v>41773</c:v>
                </c:pt>
                <c:pt idx="834">
                  <c:v>41774</c:v>
                </c:pt>
                <c:pt idx="835">
                  <c:v>41775</c:v>
                </c:pt>
                <c:pt idx="836">
                  <c:v>41778</c:v>
                </c:pt>
                <c:pt idx="837">
                  <c:v>41779</c:v>
                </c:pt>
                <c:pt idx="838">
                  <c:v>41780</c:v>
                </c:pt>
                <c:pt idx="839">
                  <c:v>41781</c:v>
                </c:pt>
                <c:pt idx="840">
                  <c:v>41782</c:v>
                </c:pt>
                <c:pt idx="841">
                  <c:v>41785</c:v>
                </c:pt>
                <c:pt idx="842">
                  <c:v>41786</c:v>
                </c:pt>
                <c:pt idx="843">
                  <c:v>41787</c:v>
                </c:pt>
                <c:pt idx="844">
                  <c:v>41788</c:v>
                </c:pt>
                <c:pt idx="845">
                  <c:v>41789</c:v>
                </c:pt>
                <c:pt idx="846">
                  <c:v>41792</c:v>
                </c:pt>
                <c:pt idx="847">
                  <c:v>41793</c:v>
                </c:pt>
                <c:pt idx="848">
                  <c:v>41795</c:v>
                </c:pt>
                <c:pt idx="849">
                  <c:v>41799</c:v>
                </c:pt>
                <c:pt idx="850">
                  <c:v>41800</c:v>
                </c:pt>
                <c:pt idx="851">
                  <c:v>41801</c:v>
                </c:pt>
                <c:pt idx="852">
                  <c:v>41802</c:v>
                </c:pt>
                <c:pt idx="853">
                  <c:v>41803</c:v>
                </c:pt>
                <c:pt idx="854">
                  <c:v>41806</c:v>
                </c:pt>
                <c:pt idx="855">
                  <c:v>41807</c:v>
                </c:pt>
                <c:pt idx="856">
                  <c:v>41808</c:v>
                </c:pt>
                <c:pt idx="857">
                  <c:v>41809</c:v>
                </c:pt>
                <c:pt idx="858">
                  <c:v>41810</c:v>
                </c:pt>
                <c:pt idx="859">
                  <c:v>41813</c:v>
                </c:pt>
                <c:pt idx="860">
                  <c:v>41814</c:v>
                </c:pt>
                <c:pt idx="861">
                  <c:v>41815</c:v>
                </c:pt>
                <c:pt idx="862">
                  <c:v>41816</c:v>
                </c:pt>
                <c:pt idx="863">
                  <c:v>41817</c:v>
                </c:pt>
                <c:pt idx="864">
                  <c:v>41820</c:v>
                </c:pt>
                <c:pt idx="865">
                  <c:v>41821</c:v>
                </c:pt>
                <c:pt idx="866">
                  <c:v>41822</c:v>
                </c:pt>
                <c:pt idx="867">
                  <c:v>41823</c:v>
                </c:pt>
                <c:pt idx="868">
                  <c:v>41824</c:v>
                </c:pt>
                <c:pt idx="869">
                  <c:v>41827</c:v>
                </c:pt>
                <c:pt idx="870">
                  <c:v>41828</c:v>
                </c:pt>
                <c:pt idx="871">
                  <c:v>41829</c:v>
                </c:pt>
                <c:pt idx="872">
                  <c:v>41830</c:v>
                </c:pt>
                <c:pt idx="873">
                  <c:v>41831</c:v>
                </c:pt>
                <c:pt idx="874">
                  <c:v>41834</c:v>
                </c:pt>
                <c:pt idx="875">
                  <c:v>41835</c:v>
                </c:pt>
                <c:pt idx="876">
                  <c:v>41836</c:v>
                </c:pt>
                <c:pt idx="877">
                  <c:v>41837</c:v>
                </c:pt>
                <c:pt idx="878">
                  <c:v>41838</c:v>
                </c:pt>
                <c:pt idx="879">
                  <c:v>41841</c:v>
                </c:pt>
                <c:pt idx="880">
                  <c:v>41842</c:v>
                </c:pt>
                <c:pt idx="881">
                  <c:v>41843</c:v>
                </c:pt>
                <c:pt idx="882">
                  <c:v>41844</c:v>
                </c:pt>
                <c:pt idx="883">
                  <c:v>41845</c:v>
                </c:pt>
                <c:pt idx="884">
                  <c:v>41848</c:v>
                </c:pt>
                <c:pt idx="885">
                  <c:v>41849</c:v>
                </c:pt>
                <c:pt idx="886">
                  <c:v>41850</c:v>
                </c:pt>
                <c:pt idx="887">
                  <c:v>41851</c:v>
                </c:pt>
                <c:pt idx="888">
                  <c:v>41852</c:v>
                </c:pt>
                <c:pt idx="889">
                  <c:v>41855</c:v>
                </c:pt>
                <c:pt idx="890">
                  <c:v>41856</c:v>
                </c:pt>
                <c:pt idx="891">
                  <c:v>41857</c:v>
                </c:pt>
                <c:pt idx="892">
                  <c:v>41858</c:v>
                </c:pt>
                <c:pt idx="893">
                  <c:v>41859</c:v>
                </c:pt>
                <c:pt idx="894">
                  <c:v>41862</c:v>
                </c:pt>
                <c:pt idx="895">
                  <c:v>41863</c:v>
                </c:pt>
                <c:pt idx="896">
                  <c:v>41864</c:v>
                </c:pt>
                <c:pt idx="897">
                  <c:v>41865</c:v>
                </c:pt>
                <c:pt idx="898">
                  <c:v>41869</c:v>
                </c:pt>
                <c:pt idx="899">
                  <c:v>41870</c:v>
                </c:pt>
                <c:pt idx="900">
                  <c:v>41871</c:v>
                </c:pt>
                <c:pt idx="901">
                  <c:v>41872</c:v>
                </c:pt>
                <c:pt idx="902">
                  <c:v>41873</c:v>
                </c:pt>
                <c:pt idx="903">
                  <c:v>41876</c:v>
                </c:pt>
                <c:pt idx="904">
                  <c:v>41877</c:v>
                </c:pt>
                <c:pt idx="905">
                  <c:v>41878</c:v>
                </c:pt>
                <c:pt idx="906">
                  <c:v>41879</c:v>
                </c:pt>
                <c:pt idx="907">
                  <c:v>41880</c:v>
                </c:pt>
                <c:pt idx="908">
                  <c:v>41883</c:v>
                </c:pt>
                <c:pt idx="909">
                  <c:v>41884</c:v>
                </c:pt>
                <c:pt idx="910">
                  <c:v>41885</c:v>
                </c:pt>
                <c:pt idx="911">
                  <c:v>41886</c:v>
                </c:pt>
                <c:pt idx="912">
                  <c:v>41887</c:v>
                </c:pt>
                <c:pt idx="913">
                  <c:v>41893</c:v>
                </c:pt>
                <c:pt idx="914">
                  <c:v>41894</c:v>
                </c:pt>
                <c:pt idx="915">
                  <c:v>41897</c:v>
                </c:pt>
                <c:pt idx="916">
                  <c:v>41898</c:v>
                </c:pt>
                <c:pt idx="917">
                  <c:v>41899</c:v>
                </c:pt>
                <c:pt idx="918">
                  <c:v>41900</c:v>
                </c:pt>
                <c:pt idx="919">
                  <c:v>41901</c:v>
                </c:pt>
                <c:pt idx="920">
                  <c:v>41904</c:v>
                </c:pt>
                <c:pt idx="921">
                  <c:v>41905</c:v>
                </c:pt>
                <c:pt idx="922">
                  <c:v>41906</c:v>
                </c:pt>
                <c:pt idx="923">
                  <c:v>41907</c:v>
                </c:pt>
                <c:pt idx="924">
                  <c:v>41908</c:v>
                </c:pt>
                <c:pt idx="925">
                  <c:v>41911</c:v>
                </c:pt>
                <c:pt idx="926">
                  <c:v>41912</c:v>
                </c:pt>
                <c:pt idx="927">
                  <c:v>41913</c:v>
                </c:pt>
                <c:pt idx="928">
                  <c:v>41914</c:v>
                </c:pt>
                <c:pt idx="929">
                  <c:v>41918</c:v>
                </c:pt>
                <c:pt idx="930">
                  <c:v>41919</c:v>
                </c:pt>
                <c:pt idx="931">
                  <c:v>41920</c:v>
                </c:pt>
                <c:pt idx="932">
                  <c:v>41922</c:v>
                </c:pt>
                <c:pt idx="933">
                  <c:v>41925</c:v>
                </c:pt>
                <c:pt idx="934">
                  <c:v>41926</c:v>
                </c:pt>
                <c:pt idx="935">
                  <c:v>41927</c:v>
                </c:pt>
                <c:pt idx="936">
                  <c:v>41928</c:v>
                </c:pt>
                <c:pt idx="937">
                  <c:v>41929</c:v>
                </c:pt>
                <c:pt idx="938">
                  <c:v>41932</c:v>
                </c:pt>
                <c:pt idx="939">
                  <c:v>41933</c:v>
                </c:pt>
                <c:pt idx="940">
                  <c:v>41934</c:v>
                </c:pt>
                <c:pt idx="941">
                  <c:v>41935</c:v>
                </c:pt>
                <c:pt idx="942">
                  <c:v>41936</c:v>
                </c:pt>
                <c:pt idx="943">
                  <c:v>41939</c:v>
                </c:pt>
                <c:pt idx="944">
                  <c:v>41940</c:v>
                </c:pt>
                <c:pt idx="945">
                  <c:v>41941</c:v>
                </c:pt>
                <c:pt idx="946">
                  <c:v>41942</c:v>
                </c:pt>
                <c:pt idx="947">
                  <c:v>41943</c:v>
                </c:pt>
                <c:pt idx="948">
                  <c:v>41946</c:v>
                </c:pt>
                <c:pt idx="949">
                  <c:v>41947</c:v>
                </c:pt>
                <c:pt idx="950">
                  <c:v>41948</c:v>
                </c:pt>
                <c:pt idx="951">
                  <c:v>41949</c:v>
                </c:pt>
                <c:pt idx="952">
                  <c:v>41950</c:v>
                </c:pt>
                <c:pt idx="953">
                  <c:v>41953</c:v>
                </c:pt>
                <c:pt idx="954">
                  <c:v>41954</c:v>
                </c:pt>
                <c:pt idx="955">
                  <c:v>41955</c:v>
                </c:pt>
                <c:pt idx="956">
                  <c:v>41956</c:v>
                </c:pt>
                <c:pt idx="957">
                  <c:v>41957</c:v>
                </c:pt>
                <c:pt idx="958">
                  <c:v>41960</c:v>
                </c:pt>
                <c:pt idx="959">
                  <c:v>41961</c:v>
                </c:pt>
                <c:pt idx="960">
                  <c:v>41962</c:v>
                </c:pt>
                <c:pt idx="961">
                  <c:v>41963</c:v>
                </c:pt>
                <c:pt idx="962">
                  <c:v>41964</c:v>
                </c:pt>
                <c:pt idx="963">
                  <c:v>41967</c:v>
                </c:pt>
                <c:pt idx="964">
                  <c:v>41968</c:v>
                </c:pt>
                <c:pt idx="965">
                  <c:v>41969</c:v>
                </c:pt>
                <c:pt idx="966">
                  <c:v>41970</c:v>
                </c:pt>
                <c:pt idx="967">
                  <c:v>41971</c:v>
                </c:pt>
                <c:pt idx="968">
                  <c:v>41974</c:v>
                </c:pt>
                <c:pt idx="969">
                  <c:v>41975</c:v>
                </c:pt>
                <c:pt idx="970">
                  <c:v>41976</c:v>
                </c:pt>
                <c:pt idx="971">
                  <c:v>41977</c:v>
                </c:pt>
                <c:pt idx="972">
                  <c:v>41978</c:v>
                </c:pt>
                <c:pt idx="973">
                  <c:v>41981</c:v>
                </c:pt>
                <c:pt idx="974">
                  <c:v>41982</c:v>
                </c:pt>
                <c:pt idx="975">
                  <c:v>41983</c:v>
                </c:pt>
                <c:pt idx="976">
                  <c:v>41984</c:v>
                </c:pt>
                <c:pt idx="977">
                  <c:v>41985</c:v>
                </c:pt>
                <c:pt idx="978">
                  <c:v>41988</c:v>
                </c:pt>
                <c:pt idx="979">
                  <c:v>41989</c:v>
                </c:pt>
                <c:pt idx="980">
                  <c:v>41990</c:v>
                </c:pt>
                <c:pt idx="981">
                  <c:v>41991</c:v>
                </c:pt>
                <c:pt idx="982">
                  <c:v>41992</c:v>
                </c:pt>
                <c:pt idx="983">
                  <c:v>41995</c:v>
                </c:pt>
                <c:pt idx="984">
                  <c:v>41996</c:v>
                </c:pt>
                <c:pt idx="985">
                  <c:v>41997</c:v>
                </c:pt>
                <c:pt idx="986">
                  <c:v>41999</c:v>
                </c:pt>
                <c:pt idx="987">
                  <c:v>42002</c:v>
                </c:pt>
                <c:pt idx="988">
                  <c:v>42003</c:v>
                </c:pt>
                <c:pt idx="989">
                  <c:v>42006</c:v>
                </c:pt>
                <c:pt idx="990">
                  <c:v>42009</c:v>
                </c:pt>
                <c:pt idx="991">
                  <c:v>42010</c:v>
                </c:pt>
                <c:pt idx="992">
                  <c:v>42011</c:v>
                </c:pt>
                <c:pt idx="993">
                  <c:v>42012</c:v>
                </c:pt>
                <c:pt idx="994">
                  <c:v>42013</c:v>
                </c:pt>
                <c:pt idx="995">
                  <c:v>42016</c:v>
                </c:pt>
                <c:pt idx="996">
                  <c:v>42017</c:v>
                </c:pt>
                <c:pt idx="997">
                  <c:v>42018</c:v>
                </c:pt>
                <c:pt idx="998">
                  <c:v>42019</c:v>
                </c:pt>
                <c:pt idx="999">
                  <c:v>42020</c:v>
                </c:pt>
                <c:pt idx="1000">
                  <c:v>42023</c:v>
                </c:pt>
                <c:pt idx="1001">
                  <c:v>42024</c:v>
                </c:pt>
                <c:pt idx="1002">
                  <c:v>42025</c:v>
                </c:pt>
                <c:pt idx="1003">
                  <c:v>42026</c:v>
                </c:pt>
                <c:pt idx="1004">
                  <c:v>42027</c:v>
                </c:pt>
                <c:pt idx="1005">
                  <c:v>42030</c:v>
                </c:pt>
                <c:pt idx="1006">
                  <c:v>42031</c:v>
                </c:pt>
                <c:pt idx="1007">
                  <c:v>42032</c:v>
                </c:pt>
                <c:pt idx="1008">
                  <c:v>42033</c:v>
                </c:pt>
                <c:pt idx="1009">
                  <c:v>42034</c:v>
                </c:pt>
                <c:pt idx="1010">
                  <c:v>42037</c:v>
                </c:pt>
                <c:pt idx="1011">
                  <c:v>42038</c:v>
                </c:pt>
                <c:pt idx="1012">
                  <c:v>42039</c:v>
                </c:pt>
                <c:pt idx="1013">
                  <c:v>42040</c:v>
                </c:pt>
                <c:pt idx="1014">
                  <c:v>42041</c:v>
                </c:pt>
                <c:pt idx="1015">
                  <c:v>42044</c:v>
                </c:pt>
                <c:pt idx="1016">
                  <c:v>42045</c:v>
                </c:pt>
                <c:pt idx="1017">
                  <c:v>42046</c:v>
                </c:pt>
                <c:pt idx="1018">
                  <c:v>42047</c:v>
                </c:pt>
                <c:pt idx="1019">
                  <c:v>42048</c:v>
                </c:pt>
                <c:pt idx="1020">
                  <c:v>42051</c:v>
                </c:pt>
                <c:pt idx="1021">
                  <c:v>42052</c:v>
                </c:pt>
                <c:pt idx="1022">
                  <c:v>42058</c:v>
                </c:pt>
                <c:pt idx="1023">
                  <c:v>42059</c:v>
                </c:pt>
                <c:pt idx="1024">
                  <c:v>42060</c:v>
                </c:pt>
                <c:pt idx="1025">
                  <c:v>42061</c:v>
                </c:pt>
                <c:pt idx="1026">
                  <c:v>42062</c:v>
                </c:pt>
                <c:pt idx="1027">
                  <c:v>42065</c:v>
                </c:pt>
                <c:pt idx="1028">
                  <c:v>42066</c:v>
                </c:pt>
                <c:pt idx="1029">
                  <c:v>42067</c:v>
                </c:pt>
                <c:pt idx="1030">
                  <c:v>42068</c:v>
                </c:pt>
                <c:pt idx="1031">
                  <c:v>42069</c:v>
                </c:pt>
                <c:pt idx="1032">
                  <c:v>42072</c:v>
                </c:pt>
                <c:pt idx="1033">
                  <c:v>42073</c:v>
                </c:pt>
                <c:pt idx="1034">
                  <c:v>42074</c:v>
                </c:pt>
                <c:pt idx="1035">
                  <c:v>42075</c:v>
                </c:pt>
                <c:pt idx="1036">
                  <c:v>42076</c:v>
                </c:pt>
                <c:pt idx="1037">
                  <c:v>42079</c:v>
                </c:pt>
                <c:pt idx="1038">
                  <c:v>42080</c:v>
                </c:pt>
                <c:pt idx="1039">
                  <c:v>42081</c:v>
                </c:pt>
                <c:pt idx="1040">
                  <c:v>42082</c:v>
                </c:pt>
                <c:pt idx="1041">
                  <c:v>42083</c:v>
                </c:pt>
                <c:pt idx="1042">
                  <c:v>42086</c:v>
                </c:pt>
                <c:pt idx="1043">
                  <c:v>42087</c:v>
                </c:pt>
                <c:pt idx="1044">
                  <c:v>42088</c:v>
                </c:pt>
                <c:pt idx="1045">
                  <c:v>42089</c:v>
                </c:pt>
                <c:pt idx="1046">
                  <c:v>42090</c:v>
                </c:pt>
                <c:pt idx="1047">
                  <c:v>42093</c:v>
                </c:pt>
                <c:pt idx="1048">
                  <c:v>42094</c:v>
                </c:pt>
                <c:pt idx="1049">
                  <c:v>42095</c:v>
                </c:pt>
                <c:pt idx="1050">
                  <c:v>42096</c:v>
                </c:pt>
                <c:pt idx="1051">
                  <c:v>42097</c:v>
                </c:pt>
                <c:pt idx="1052">
                  <c:v>42100</c:v>
                </c:pt>
                <c:pt idx="1053">
                  <c:v>42101</c:v>
                </c:pt>
                <c:pt idx="1054">
                  <c:v>42102</c:v>
                </c:pt>
                <c:pt idx="1055">
                  <c:v>42103</c:v>
                </c:pt>
                <c:pt idx="1056">
                  <c:v>42104</c:v>
                </c:pt>
                <c:pt idx="1057">
                  <c:v>42107</c:v>
                </c:pt>
                <c:pt idx="1058">
                  <c:v>42108</c:v>
                </c:pt>
                <c:pt idx="1059">
                  <c:v>42109</c:v>
                </c:pt>
                <c:pt idx="1060">
                  <c:v>42110</c:v>
                </c:pt>
                <c:pt idx="1061">
                  <c:v>42111</c:v>
                </c:pt>
                <c:pt idx="1062">
                  <c:v>42114</c:v>
                </c:pt>
                <c:pt idx="1063">
                  <c:v>42115</c:v>
                </c:pt>
                <c:pt idx="1064">
                  <c:v>42116</c:v>
                </c:pt>
                <c:pt idx="1065">
                  <c:v>42117</c:v>
                </c:pt>
                <c:pt idx="1066">
                  <c:v>42118</c:v>
                </c:pt>
                <c:pt idx="1067">
                  <c:v>42121</c:v>
                </c:pt>
                <c:pt idx="1068">
                  <c:v>42122</c:v>
                </c:pt>
                <c:pt idx="1069">
                  <c:v>42123</c:v>
                </c:pt>
                <c:pt idx="1070">
                  <c:v>42124</c:v>
                </c:pt>
                <c:pt idx="1071">
                  <c:v>42128</c:v>
                </c:pt>
                <c:pt idx="1072">
                  <c:v>42130</c:v>
                </c:pt>
                <c:pt idx="1073">
                  <c:v>42131</c:v>
                </c:pt>
                <c:pt idx="1074">
                  <c:v>42132</c:v>
                </c:pt>
                <c:pt idx="1075">
                  <c:v>42135</c:v>
                </c:pt>
                <c:pt idx="1076">
                  <c:v>42136</c:v>
                </c:pt>
                <c:pt idx="1077">
                  <c:v>42137</c:v>
                </c:pt>
                <c:pt idx="1078">
                  <c:v>42138</c:v>
                </c:pt>
                <c:pt idx="1079">
                  <c:v>42139</c:v>
                </c:pt>
                <c:pt idx="1080">
                  <c:v>42142</c:v>
                </c:pt>
                <c:pt idx="1081">
                  <c:v>42143</c:v>
                </c:pt>
                <c:pt idx="1082">
                  <c:v>42144</c:v>
                </c:pt>
                <c:pt idx="1083">
                  <c:v>42145</c:v>
                </c:pt>
                <c:pt idx="1084">
                  <c:v>42146</c:v>
                </c:pt>
                <c:pt idx="1085">
                  <c:v>42150</c:v>
                </c:pt>
                <c:pt idx="1086">
                  <c:v>42151</c:v>
                </c:pt>
                <c:pt idx="1087">
                  <c:v>42152</c:v>
                </c:pt>
                <c:pt idx="1088">
                  <c:v>42153</c:v>
                </c:pt>
                <c:pt idx="1089">
                  <c:v>42156</c:v>
                </c:pt>
                <c:pt idx="1090">
                  <c:v>42157</c:v>
                </c:pt>
                <c:pt idx="1091">
                  <c:v>42158</c:v>
                </c:pt>
                <c:pt idx="1092">
                  <c:v>42159</c:v>
                </c:pt>
                <c:pt idx="1093">
                  <c:v>42160</c:v>
                </c:pt>
                <c:pt idx="1094">
                  <c:v>42163</c:v>
                </c:pt>
                <c:pt idx="1095">
                  <c:v>42164</c:v>
                </c:pt>
                <c:pt idx="1096">
                  <c:v>42165</c:v>
                </c:pt>
                <c:pt idx="1097">
                  <c:v>42166</c:v>
                </c:pt>
                <c:pt idx="1098">
                  <c:v>42167</c:v>
                </c:pt>
                <c:pt idx="1099">
                  <c:v>42170</c:v>
                </c:pt>
                <c:pt idx="1100">
                  <c:v>42171</c:v>
                </c:pt>
                <c:pt idx="1101">
                  <c:v>42172</c:v>
                </c:pt>
                <c:pt idx="1102">
                  <c:v>42173</c:v>
                </c:pt>
                <c:pt idx="1103">
                  <c:v>42174</c:v>
                </c:pt>
                <c:pt idx="1104">
                  <c:v>42177</c:v>
                </c:pt>
                <c:pt idx="1105">
                  <c:v>42178</c:v>
                </c:pt>
                <c:pt idx="1106">
                  <c:v>42179</c:v>
                </c:pt>
                <c:pt idx="1107">
                  <c:v>42180</c:v>
                </c:pt>
                <c:pt idx="1108">
                  <c:v>42181</c:v>
                </c:pt>
                <c:pt idx="1109">
                  <c:v>42184</c:v>
                </c:pt>
                <c:pt idx="1110">
                  <c:v>42185</c:v>
                </c:pt>
                <c:pt idx="1111">
                  <c:v>42186</c:v>
                </c:pt>
                <c:pt idx="1112">
                  <c:v>42187</c:v>
                </c:pt>
                <c:pt idx="1113">
                  <c:v>42188</c:v>
                </c:pt>
                <c:pt idx="1114">
                  <c:v>42191</c:v>
                </c:pt>
                <c:pt idx="1115">
                  <c:v>42192</c:v>
                </c:pt>
                <c:pt idx="1116">
                  <c:v>42193</c:v>
                </c:pt>
                <c:pt idx="1117">
                  <c:v>42194</c:v>
                </c:pt>
                <c:pt idx="1118">
                  <c:v>42195</c:v>
                </c:pt>
                <c:pt idx="1119">
                  <c:v>42198</c:v>
                </c:pt>
                <c:pt idx="1120">
                  <c:v>42199</c:v>
                </c:pt>
                <c:pt idx="1121">
                  <c:v>42200</c:v>
                </c:pt>
                <c:pt idx="1122">
                  <c:v>42201</c:v>
                </c:pt>
                <c:pt idx="1123">
                  <c:v>42202</c:v>
                </c:pt>
                <c:pt idx="1124">
                  <c:v>42205</c:v>
                </c:pt>
                <c:pt idx="1125">
                  <c:v>42206</c:v>
                </c:pt>
                <c:pt idx="1126">
                  <c:v>42207</c:v>
                </c:pt>
                <c:pt idx="1127">
                  <c:v>42208</c:v>
                </c:pt>
                <c:pt idx="1128">
                  <c:v>42209</c:v>
                </c:pt>
                <c:pt idx="1129">
                  <c:v>42212</c:v>
                </c:pt>
                <c:pt idx="1130">
                  <c:v>42213</c:v>
                </c:pt>
                <c:pt idx="1131">
                  <c:v>42214</c:v>
                </c:pt>
                <c:pt idx="1132">
                  <c:v>42215</c:v>
                </c:pt>
                <c:pt idx="1133">
                  <c:v>42216</c:v>
                </c:pt>
                <c:pt idx="1134">
                  <c:v>42219</c:v>
                </c:pt>
                <c:pt idx="1135">
                  <c:v>42220</c:v>
                </c:pt>
                <c:pt idx="1136">
                  <c:v>42221</c:v>
                </c:pt>
                <c:pt idx="1137">
                  <c:v>42222</c:v>
                </c:pt>
                <c:pt idx="1138">
                  <c:v>42223</c:v>
                </c:pt>
                <c:pt idx="1139">
                  <c:v>42226</c:v>
                </c:pt>
                <c:pt idx="1140">
                  <c:v>42227</c:v>
                </c:pt>
                <c:pt idx="1141">
                  <c:v>42228</c:v>
                </c:pt>
                <c:pt idx="1142">
                  <c:v>42229</c:v>
                </c:pt>
                <c:pt idx="1143">
                  <c:v>42233</c:v>
                </c:pt>
                <c:pt idx="1144">
                  <c:v>42234</c:v>
                </c:pt>
                <c:pt idx="1145">
                  <c:v>42235</c:v>
                </c:pt>
                <c:pt idx="1146">
                  <c:v>42236</c:v>
                </c:pt>
                <c:pt idx="1147">
                  <c:v>42237</c:v>
                </c:pt>
                <c:pt idx="1148">
                  <c:v>42240</c:v>
                </c:pt>
                <c:pt idx="1149">
                  <c:v>42241</c:v>
                </c:pt>
                <c:pt idx="1150">
                  <c:v>42242</c:v>
                </c:pt>
                <c:pt idx="1151">
                  <c:v>42243</c:v>
                </c:pt>
                <c:pt idx="1152">
                  <c:v>42244</c:v>
                </c:pt>
                <c:pt idx="1153">
                  <c:v>42247</c:v>
                </c:pt>
                <c:pt idx="1154">
                  <c:v>42248</c:v>
                </c:pt>
                <c:pt idx="1155">
                  <c:v>42249</c:v>
                </c:pt>
                <c:pt idx="1156">
                  <c:v>42250</c:v>
                </c:pt>
                <c:pt idx="1157">
                  <c:v>42251</c:v>
                </c:pt>
                <c:pt idx="1158">
                  <c:v>42254</c:v>
                </c:pt>
                <c:pt idx="1159">
                  <c:v>42255</c:v>
                </c:pt>
                <c:pt idx="1160">
                  <c:v>42256</c:v>
                </c:pt>
                <c:pt idx="1161">
                  <c:v>42257</c:v>
                </c:pt>
                <c:pt idx="1162">
                  <c:v>42258</c:v>
                </c:pt>
                <c:pt idx="1163">
                  <c:v>42261</c:v>
                </c:pt>
                <c:pt idx="1164">
                  <c:v>42262</c:v>
                </c:pt>
                <c:pt idx="1165">
                  <c:v>42263</c:v>
                </c:pt>
                <c:pt idx="1166">
                  <c:v>42264</c:v>
                </c:pt>
                <c:pt idx="1167">
                  <c:v>42265</c:v>
                </c:pt>
                <c:pt idx="1168">
                  <c:v>42268</c:v>
                </c:pt>
                <c:pt idx="1169">
                  <c:v>42269</c:v>
                </c:pt>
                <c:pt idx="1170">
                  <c:v>42270</c:v>
                </c:pt>
                <c:pt idx="1171">
                  <c:v>42271</c:v>
                </c:pt>
                <c:pt idx="1172">
                  <c:v>42272</c:v>
                </c:pt>
                <c:pt idx="1173">
                  <c:v>42277</c:v>
                </c:pt>
                <c:pt idx="1174">
                  <c:v>42278</c:v>
                </c:pt>
                <c:pt idx="1175">
                  <c:v>42279</c:v>
                </c:pt>
                <c:pt idx="1176">
                  <c:v>42282</c:v>
                </c:pt>
                <c:pt idx="1177">
                  <c:v>42283</c:v>
                </c:pt>
                <c:pt idx="1178">
                  <c:v>42284</c:v>
                </c:pt>
                <c:pt idx="1179">
                  <c:v>42285</c:v>
                </c:pt>
                <c:pt idx="1180">
                  <c:v>42289</c:v>
                </c:pt>
                <c:pt idx="1181">
                  <c:v>42290</c:v>
                </c:pt>
                <c:pt idx="1182">
                  <c:v>42291</c:v>
                </c:pt>
                <c:pt idx="1183">
                  <c:v>42292</c:v>
                </c:pt>
                <c:pt idx="1184">
                  <c:v>42293</c:v>
                </c:pt>
                <c:pt idx="1185">
                  <c:v>42296</c:v>
                </c:pt>
                <c:pt idx="1186">
                  <c:v>42297</c:v>
                </c:pt>
                <c:pt idx="1187">
                  <c:v>42298</c:v>
                </c:pt>
                <c:pt idx="1188">
                  <c:v>42299</c:v>
                </c:pt>
                <c:pt idx="1189">
                  <c:v>42300</c:v>
                </c:pt>
                <c:pt idx="1190">
                  <c:v>42303</c:v>
                </c:pt>
                <c:pt idx="1191">
                  <c:v>42304</c:v>
                </c:pt>
                <c:pt idx="1192">
                  <c:v>42305</c:v>
                </c:pt>
                <c:pt idx="1193">
                  <c:v>42306</c:v>
                </c:pt>
                <c:pt idx="1194">
                  <c:v>42307</c:v>
                </c:pt>
                <c:pt idx="1195">
                  <c:v>42310</c:v>
                </c:pt>
                <c:pt idx="1196">
                  <c:v>42311</c:v>
                </c:pt>
                <c:pt idx="1197">
                  <c:v>42312</c:v>
                </c:pt>
                <c:pt idx="1198">
                  <c:v>42313</c:v>
                </c:pt>
                <c:pt idx="1199">
                  <c:v>42314</c:v>
                </c:pt>
                <c:pt idx="1200">
                  <c:v>42317</c:v>
                </c:pt>
                <c:pt idx="1201">
                  <c:v>42318</c:v>
                </c:pt>
                <c:pt idx="1202">
                  <c:v>42319</c:v>
                </c:pt>
                <c:pt idx="1203">
                  <c:v>42320</c:v>
                </c:pt>
                <c:pt idx="1204">
                  <c:v>42321</c:v>
                </c:pt>
                <c:pt idx="1205">
                  <c:v>42324</c:v>
                </c:pt>
                <c:pt idx="1206">
                  <c:v>42325</c:v>
                </c:pt>
                <c:pt idx="1207">
                  <c:v>42326</c:v>
                </c:pt>
                <c:pt idx="1208">
                  <c:v>42327</c:v>
                </c:pt>
                <c:pt idx="1209">
                  <c:v>42328</c:v>
                </c:pt>
                <c:pt idx="1210">
                  <c:v>42331</c:v>
                </c:pt>
                <c:pt idx="1211">
                  <c:v>42332</c:v>
                </c:pt>
                <c:pt idx="1212">
                  <c:v>42333</c:v>
                </c:pt>
                <c:pt idx="1213">
                  <c:v>42334</c:v>
                </c:pt>
                <c:pt idx="1214">
                  <c:v>42335</c:v>
                </c:pt>
                <c:pt idx="1215">
                  <c:v>42338</c:v>
                </c:pt>
                <c:pt idx="1216">
                  <c:v>42339</c:v>
                </c:pt>
                <c:pt idx="1217">
                  <c:v>42340</c:v>
                </c:pt>
                <c:pt idx="1218">
                  <c:v>42341</c:v>
                </c:pt>
                <c:pt idx="1219">
                  <c:v>42342</c:v>
                </c:pt>
                <c:pt idx="1220">
                  <c:v>42345</c:v>
                </c:pt>
                <c:pt idx="1221">
                  <c:v>42346</c:v>
                </c:pt>
                <c:pt idx="1222">
                  <c:v>42347</c:v>
                </c:pt>
                <c:pt idx="1223">
                  <c:v>42348</c:v>
                </c:pt>
                <c:pt idx="1224">
                  <c:v>42349</c:v>
                </c:pt>
                <c:pt idx="1225">
                  <c:v>42352</c:v>
                </c:pt>
                <c:pt idx="1226">
                  <c:v>42353</c:v>
                </c:pt>
                <c:pt idx="1227">
                  <c:v>42354</c:v>
                </c:pt>
                <c:pt idx="1228">
                  <c:v>42355</c:v>
                </c:pt>
                <c:pt idx="1229">
                  <c:v>42356</c:v>
                </c:pt>
                <c:pt idx="1230">
                  <c:v>42359</c:v>
                </c:pt>
                <c:pt idx="1231">
                  <c:v>42360</c:v>
                </c:pt>
                <c:pt idx="1232">
                  <c:v>42361</c:v>
                </c:pt>
                <c:pt idx="1233">
                  <c:v>42362</c:v>
                </c:pt>
                <c:pt idx="1234">
                  <c:v>42366</c:v>
                </c:pt>
                <c:pt idx="1235">
                  <c:v>42367</c:v>
                </c:pt>
                <c:pt idx="1236">
                  <c:v>42368</c:v>
                </c:pt>
                <c:pt idx="1237">
                  <c:v>42373</c:v>
                </c:pt>
                <c:pt idx="1238">
                  <c:v>42374</c:v>
                </c:pt>
                <c:pt idx="1239">
                  <c:v>42375</c:v>
                </c:pt>
                <c:pt idx="1240">
                  <c:v>42376</c:v>
                </c:pt>
                <c:pt idx="1241">
                  <c:v>42377</c:v>
                </c:pt>
                <c:pt idx="1242">
                  <c:v>42380</c:v>
                </c:pt>
                <c:pt idx="1243">
                  <c:v>42381</c:v>
                </c:pt>
                <c:pt idx="1244">
                  <c:v>42382</c:v>
                </c:pt>
                <c:pt idx="1245">
                  <c:v>42383</c:v>
                </c:pt>
                <c:pt idx="1246">
                  <c:v>42384</c:v>
                </c:pt>
                <c:pt idx="1247">
                  <c:v>42387</c:v>
                </c:pt>
                <c:pt idx="1248">
                  <c:v>42388</c:v>
                </c:pt>
                <c:pt idx="1249">
                  <c:v>42389</c:v>
                </c:pt>
                <c:pt idx="1250">
                  <c:v>42390</c:v>
                </c:pt>
                <c:pt idx="1251">
                  <c:v>42391</c:v>
                </c:pt>
                <c:pt idx="1252">
                  <c:v>42394</c:v>
                </c:pt>
                <c:pt idx="1253">
                  <c:v>42395</c:v>
                </c:pt>
                <c:pt idx="1254">
                  <c:v>42396</c:v>
                </c:pt>
                <c:pt idx="1255">
                  <c:v>42397</c:v>
                </c:pt>
                <c:pt idx="1256">
                  <c:v>42398</c:v>
                </c:pt>
                <c:pt idx="1257">
                  <c:v>42401</c:v>
                </c:pt>
                <c:pt idx="1258">
                  <c:v>42402</c:v>
                </c:pt>
                <c:pt idx="1259">
                  <c:v>42403</c:v>
                </c:pt>
                <c:pt idx="1260">
                  <c:v>42404</c:v>
                </c:pt>
                <c:pt idx="1261">
                  <c:v>42405</c:v>
                </c:pt>
                <c:pt idx="1262">
                  <c:v>42411</c:v>
                </c:pt>
                <c:pt idx="1263">
                  <c:v>42412</c:v>
                </c:pt>
                <c:pt idx="1264">
                  <c:v>42415</c:v>
                </c:pt>
                <c:pt idx="1265">
                  <c:v>42416</c:v>
                </c:pt>
                <c:pt idx="1266">
                  <c:v>42417</c:v>
                </c:pt>
                <c:pt idx="1267">
                  <c:v>42418</c:v>
                </c:pt>
                <c:pt idx="1268">
                  <c:v>42419</c:v>
                </c:pt>
                <c:pt idx="1269">
                  <c:v>42422</c:v>
                </c:pt>
                <c:pt idx="1270">
                  <c:v>42423</c:v>
                </c:pt>
                <c:pt idx="1271">
                  <c:v>42424</c:v>
                </c:pt>
                <c:pt idx="1272">
                  <c:v>42425</c:v>
                </c:pt>
                <c:pt idx="1273">
                  <c:v>42426</c:v>
                </c:pt>
                <c:pt idx="1274">
                  <c:v>42429</c:v>
                </c:pt>
                <c:pt idx="1275">
                  <c:v>42431</c:v>
                </c:pt>
                <c:pt idx="1276">
                  <c:v>42432</c:v>
                </c:pt>
                <c:pt idx="1277">
                  <c:v>42433</c:v>
                </c:pt>
                <c:pt idx="1278">
                  <c:v>42436</c:v>
                </c:pt>
                <c:pt idx="1279">
                  <c:v>42437</c:v>
                </c:pt>
                <c:pt idx="1280">
                  <c:v>42438</c:v>
                </c:pt>
                <c:pt idx="1281">
                  <c:v>42439</c:v>
                </c:pt>
                <c:pt idx="1282">
                  <c:v>42440</c:v>
                </c:pt>
                <c:pt idx="1283">
                  <c:v>42443</c:v>
                </c:pt>
                <c:pt idx="1284">
                  <c:v>42444</c:v>
                </c:pt>
                <c:pt idx="1285">
                  <c:v>42445</c:v>
                </c:pt>
                <c:pt idx="1286">
                  <c:v>42446</c:v>
                </c:pt>
                <c:pt idx="1287">
                  <c:v>42447</c:v>
                </c:pt>
                <c:pt idx="1288">
                  <c:v>42450</c:v>
                </c:pt>
                <c:pt idx="1289">
                  <c:v>42451</c:v>
                </c:pt>
                <c:pt idx="1290">
                  <c:v>42452</c:v>
                </c:pt>
                <c:pt idx="1291">
                  <c:v>42453</c:v>
                </c:pt>
                <c:pt idx="1292">
                  <c:v>42454</c:v>
                </c:pt>
                <c:pt idx="1293">
                  <c:v>42457</c:v>
                </c:pt>
                <c:pt idx="1294">
                  <c:v>42458</c:v>
                </c:pt>
                <c:pt idx="1295">
                  <c:v>42459</c:v>
                </c:pt>
                <c:pt idx="1296">
                  <c:v>42460</c:v>
                </c:pt>
                <c:pt idx="1297">
                  <c:v>42461</c:v>
                </c:pt>
                <c:pt idx="1298">
                  <c:v>42464</c:v>
                </c:pt>
                <c:pt idx="1299">
                  <c:v>42465</c:v>
                </c:pt>
                <c:pt idx="1300">
                  <c:v>42466</c:v>
                </c:pt>
                <c:pt idx="1301">
                  <c:v>42467</c:v>
                </c:pt>
                <c:pt idx="1302">
                  <c:v>42468</c:v>
                </c:pt>
                <c:pt idx="1303">
                  <c:v>42471</c:v>
                </c:pt>
                <c:pt idx="1304">
                  <c:v>42472</c:v>
                </c:pt>
                <c:pt idx="1305">
                  <c:v>42474</c:v>
                </c:pt>
                <c:pt idx="1306">
                  <c:v>42475</c:v>
                </c:pt>
                <c:pt idx="1307">
                  <c:v>42478</c:v>
                </c:pt>
                <c:pt idx="1308">
                  <c:v>42479</c:v>
                </c:pt>
                <c:pt idx="1309">
                  <c:v>42480</c:v>
                </c:pt>
                <c:pt idx="1310">
                  <c:v>42481</c:v>
                </c:pt>
                <c:pt idx="1311">
                  <c:v>42482</c:v>
                </c:pt>
                <c:pt idx="1312">
                  <c:v>42485</c:v>
                </c:pt>
                <c:pt idx="1313">
                  <c:v>42486</c:v>
                </c:pt>
                <c:pt idx="1314">
                  <c:v>42487</c:v>
                </c:pt>
                <c:pt idx="1315">
                  <c:v>42488</c:v>
                </c:pt>
                <c:pt idx="1316">
                  <c:v>42489</c:v>
                </c:pt>
                <c:pt idx="1317">
                  <c:v>42492</c:v>
                </c:pt>
                <c:pt idx="1318">
                  <c:v>42493</c:v>
                </c:pt>
                <c:pt idx="1319">
                  <c:v>42494</c:v>
                </c:pt>
                <c:pt idx="1320">
                  <c:v>42499</c:v>
                </c:pt>
                <c:pt idx="1321">
                  <c:v>42500</c:v>
                </c:pt>
                <c:pt idx="1322">
                  <c:v>42501</c:v>
                </c:pt>
                <c:pt idx="1323">
                  <c:v>42502</c:v>
                </c:pt>
                <c:pt idx="1324">
                  <c:v>42503</c:v>
                </c:pt>
                <c:pt idx="1325">
                  <c:v>42506</c:v>
                </c:pt>
                <c:pt idx="1326">
                  <c:v>42507</c:v>
                </c:pt>
                <c:pt idx="1327">
                  <c:v>42508</c:v>
                </c:pt>
                <c:pt idx="1328">
                  <c:v>42509</c:v>
                </c:pt>
                <c:pt idx="1329">
                  <c:v>42510</c:v>
                </c:pt>
                <c:pt idx="1330">
                  <c:v>42513</c:v>
                </c:pt>
                <c:pt idx="1331">
                  <c:v>42514</c:v>
                </c:pt>
                <c:pt idx="1332">
                  <c:v>42515</c:v>
                </c:pt>
                <c:pt idx="1333">
                  <c:v>42516</c:v>
                </c:pt>
                <c:pt idx="1334">
                  <c:v>42517</c:v>
                </c:pt>
                <c:pt idx="1335">
                  <c:v>42520</c:v>
                </c:pt>
                <c:pt idx="1336">
                  <c:v>42521</c:v>
                </c:pt>
                <c:pt idx="1337">
                  <c:v>42522</c:v>
                </c:pt>
                <c:pt idx="1338">
                  <c:v>42523</c:v>
                </c:pt>
                <c:pt idx="1339">
                  <c:v>42524</c:v>
                </c:pt>
                <c:pt idx="1340">
                  <c:v>42528</c:v>
                </c:pt>
                <c:pt idx="1341">
                  <c:v>42529</c:v>
                </c:pt>
                <c:pt idx="1342">
                  <c:v>42530</c:v>
                </c:pt>
                <c:pt idx="1343">
                  <c:v>42531</c:v>
                </c:pt>
                <c:pt idx="1344">
                  <c:v>42534</c:v>
                </c:pt>
                <c:pt idx="1345">
                  <c:v>42535</c:v>
                </c:pt>
                <c:pt idx="1346">
                  <c:v>42536</c:v>
                </c:pt>
                <c:pt idx="1347">
                  <c:v>42537</c:v>
                </c:pt>
                <c:pt idx="1348">
                  <c:v>42538</c:v>
                </c:pt>
                <c:pt idx="1349">
                  <c:v>42541</c:v>
                </c:pt>
                <c:pt idx="1350">
                  <c:v>42542</c:v>
                </c:pt>
                <c:pt idx="1351">
                  <c:v>42543</c:v>
                </c:pt>
                <c:pt idx="1352">
                  <c:v>42544</c:v>
                </c:pt>
                <c:pt idx="1353">
                  <c:v>42545</c:v>
                </c:pt>
                <c:pt idx="1354">
                  <c:v>42548</c:v>
                </c:pt>
                <c:pt idx="1355">
                  <c:v>42549</c:v>
                </c:pt>
                <c:pt idx="1356">
                  <c:v>42550</c:v>
                </c:pt>
                <c:pt idx="1357">
                  <c:v>42551</c:v>
                </c:pt>
                <c:pt idx="1358">
                  <c:v>42552</c:v>
                </c:pt>
                <c:pt idx="1359">
                  <c:v>42555</c:v>
                </c:pt>
                <c:pt idx="1360">
                  <c:v>42556</c:v>
                </c:pt>
                <c:pt idx="1361">
                  <c:v>42557</c:v>
                </c:pt>
                <c:pt idx="1362">
                  <c:v>42558</c:v>
                </c:pt>
                <c:pt idx="1363">
                  <c:v>42559</c:v>
                </c:pt>
                <c:pt idx="1364">
                  <c:v>42562</c:v>
                </c:pt>
                <c:pt idx="1365">
                  <c:v>42563</c:v>
                </c:pt>
                <c:pt idx="1366">
                  <c:v>42564</c:v>
                </c:pt>
                <c:pt idx="1367">
                  <c:v>42565</c:v>
                </c:pt>
                <c:pt idx="1368">
                  <c:v>42566</c:v>
                </c:pt>
                <c:pt idx="1369">
                  <c:v>42569</c:v>
                </c:pt>
                <c:pt idx="1370">
                  <c:v>42570</c:v>
                </c:pt>
                <c:pt idx="1371">
                  <c:v>42571</c:v>
                </c:pt>
                <c:pt idx="1372">
                  <c:v>42572</c:v>
                </c:pt>
                <c:pt idx="1373">
                  <c:v>42573</c:v>
                </c:pt>
                <c:pt idx="1374">
                  <c:v>42576</c:v>
                </c:pt>
                <c:pt idx="1375">
                  <c:v>42577</c:v>
                </c:pt>
                <c:pt idx="1376">
                  <c:v>42578</c:v>
                </c:pt>
                <c:pt idx="1377">
                  <c:v>42579</c:v>
                </c:pt>
                <c:pt idx="1378">
                  <c:v>42580</c:v>
                </c:pt>
                <c:pt idx="1379">
                  <c:v>42583</c:v>
                </c:pt>
                <c:pt idx="1380">
                  <c:v>42584</c:v>
                </c:pt>
                <c:pt idx="1381">
                  <c:v>42585</c:v>
                </c:pt>
                <c:pt idx="1382">
                  <c:v>42586</c:v>
                </c:pt>
                <c:pt idx="1383">
                  <c:v>42587</c:v>
                </c:pt>
                <c:pt idx="1384">
                  <c:v>42590</c:v>
                </c:pt>
                <c:pt idx="1385">
                  <c:v>42591</c:v>
                </c:pt>
                <c:pt idx="1386">
                  <c:v>42592</c:v>
                </c:pt>
                <c:pt idx="1387">
                  <c:v>42593</c:v>
                </c:pt>
                <c:pt idx="1388">
                  <c:v>42594</c:v>
                </c:pt>
                <c:pt idx="1389">
                  <c:v>42598</c:v>
                </c:pt>
                <c:pt idx="1390">
                  <c:v>42599</c:v>
                </c:pt>
                <c:pt idx="1391">
                  <c:v>42600</c:v>
                </c:pt>
                <c:pt idx="1392">
                  <c:v>42601</c:v>
                </c:pt>
                <c:pt idx="1393">
                  <c:v>42604</c:v>
                </c:pt>
                <c:pt idx="1394">
                  <c:v>42605</c:v>
                </c:pt>
                <c:pt idx="1395">
                  <c:v>42606</c:v>
                </c:pt>
                <c:pt idx="1396">
                  <c:v>42607</c:v>
                </c:pt>
                <c:pt idx="1397">
                  <c:v>42608</c:v>
                </c:pt>
                <c:pt idx="1398">
                  <c:v>42611</c:v>
                </c:pt>
                <c:pt idx="1399">
                  <c:v>42612</c:v>
                </c:pt>
                <c:pt idx="1400">
                  <c:v>42613</c:v>
                </c:pt>
                <c:pt idx="1401">
                  <c:v>42614</c:v>
                </c:pt>
                <c:pt idx="1402">
                  <c:v>42615</c:v>
                </c:pt>
                <c:pt idx="1403">
                  <c:v>42618</c:v>
                </c:pt>
                <c:pt idx="1404">
                  <c:v>42619</c:v>
                </c:pt>
                <c:pt idx="1405">
                  <c:v>42620</c:v>
                </c:pt>
                <c:pt idx="1406">
                  <c:v>42621</c:v>
                </c:pt>
                <c:pt idx="1407">
                  <c:v>42622</c:v>
                </c:pt>
                <c:pt idx="1408">
                  <c:v>42625</c:v>
                </c:pt>
                <c:pt idx="1409">
                  <c:v>42626</c:v>
                </c:pt>
                <c:pt idx="1410">
                  <c:v>42632</c:v>
                </c:pt>
                <c:pt idx="1411">
                  <c:v>42633</c:v>
                </c:pt>
                <c:pt idx="1412">
                  <c:v>42634</c:v>
                </c:pt>
                <c:pt idx="1413">
                  <c:v>42635</c:v>
                </c:pt>
                <c:pt idx="1414">
                  <c:v>42636</c:v>
                </c:pt>
                <c:pt idx="1415">
                  <c:v>42639</c:v>
                </c:pt>
                <c:pt idx="1416">
                  <c:v>42640</c:v>
                </c:pt>
                <c:pt idx="1417">
                  <c:v>42641</c:v>
                </c:pt>
                <c:pt idx="1418">
                  <c:v>42642</c:v>
                </c:pt>
                <c:pt idx="1419">
                  <c:v>42643</c:v>
                </c:pt>
                <c:pt idx="1420">
                  <c:v>42647</c:v>
                </c:pt>
                <c:pt idx="1421">
                  <c:v>42648</c:v>
                </c:pt>
                <c:pt idx="1422">
                  <c:v>42649</c:v>
                </c:pt>
                <c:pt idx="1423">
                  <c:v>42650</c:v>
                </c:pt>
                <c:pt idx="1424">
                  <c:v>42653</c:v>
                </c:pt>
                <c:pt idx="1425">
                  <c:v>42654</c:v>
                </c:pt>
                <c:pt idx="1426">
                  <c:v>42655</c:v>
                </c:pt>
                <c:pt idx="1427">
                  <c:v>42656</c:v>
                </c:pt>
                <c:pt idx="1428">
                  <c:v>42657</c:v>
                </c:pt>
                <c:pt idx="1429">
                  <c:v>42660</c:v>
                </c:pt>
                <c:pt idx="1430">
                  <c:v>42661</c:v>
                </c:pt>
                <c:pt idx="1431">
                  <c:v>42662</c:v>
                </c:pt>
                <c:pt idx="1432">
                  <c:v>42663</c:v>
                </c:pt>
                <c:pt idx="1433">
                  <c:v>42664</c:v>
                </c:pt>
                <c:pt idx="1434">
                  <c:v>42667</c:v>
                </c:pt>
                <c:pt idx="1435">
                  <c:v>42668</c:v>
                </c:pt>
                <c:pt idx="1436">
                  <c:v>42669</c:v>
                </c:pt>
                <c:pt idx="1437">
                  <c:v>42670</c:v>
                </c:pt>
                <c:pt idx="1438">
                  <c:v>42671</c:v>
                </c:pt>
                <c:pt idx="1439">
                  <c:v>42674</c:v>
                </c:pt>
                <c:pt idx="1440">
                  <c:v>42675</c:v>
                </c:pt>
                <c:pt idx="1441">
                  <c:v>42676</c:v>
                </c:pt>
                <c:pt idx="1442">
                  <c:v>42677</c:v>
                </c:pt>
                <c:pt idx="1443">
                  <c:v>42678</c:v>
                </c:pt>
                <c:pt idx="1444">
                  <c:v>42681</c:v>
                </c:pt>
                <c:pt idx="1445">
                  <c:v>42682</c:v>
                </c:pt>
                <c:pt idx="1446">
                  <c:v>42683</c:v>
                </c:pt>
                <c:pt idx="1447">
                  <c:v>42684</c:v>
                </c:pt>
                <c:pt idx="1448">
                  <c:v>42685</c:v>
                </c:pt>
                <c:pt idx="1449">
                  <c:v>42688</c:v>
                </c:pt>
                <c:pt idx="1450">
                  <c:v>42689</c:v>
                </c:pt>
                <c:pt idx="1451">
                  <c:v>42690</c:v>
                </c:pt>
                <c:pt idx="1452">
                  <c:v>42691</c:v>
                </c:pt>
                <c:pt idx="1453">
                  <c:v>42692</c:v>
                </c:pt>
                <c:pt idx="1454">
                  <c:v>42695</c:v>
                </c:pt>
                <c:pt idx="1455">
                  <c:v>42696</c:v>
                </c:pt>
                <c:pt idx="1456">
                  <c:v>42697</c:v>
                </c:pt>
                <c:pt idx="1457">
                  <c:v>42698</c:v>
                </c:pt>
                <c:pt idx="1458">
                  <c:v>42699</c:v>
                </c:pt>
                <c:pt idx="1459">
                  <c:v>42702</c:v>
                </c:pt>
                <c:pt idx="1460">
                  <c:v>42703</c:v>
                </c:pt>
                <c:pt idx="1461">
                  <c:v>42704</c:v>
                </c:pt>
                <c:pt idx="1462">
                  <c:v>42705</c:v>
                </c:pt>
                <c:pt idx="1463">
                  <c:v>42706</c:v>
                </c:pt>
                <c:pt idx="1464">
                  <c:v>42709</c:v>
                </c:pt>
                <c:pt idx="1465">
                  <c:v>42710</c:v>
                </c:pt>
                <c:pt idx="1466">
                  <c:v>42711</c:v>
                </c:pt>
                <c:pt idx="1467">
                  <c:v>42712</c:v>
                </c:pt>
                <c:pt idx="1468">
                  <c:v>42713</c:v>
                </c:pt>
                <c:pt idx="1469">
                  <c:v>42716</c:v>
                </c:pt>
                <c:pt idx="1470">
                  <c:v>42717</c:v>
                </c:pt>
                <c:pt idx="1471">
                  <c:v>42718</c:v>
                </c:pt>
                <c:pt idx="1472">
                  <c:v>42719</c:v>
                </c:pt>
                <c:pt idx="1473">
                  <c:v>42720</c:v>
                </c:pt>
                <c:pt idx="1474">
                  <c:v>42723</c:v>
                </c:pt>
                <c:pt idx="1475">
                  <c:v>42724</c:v>
                </c:pt>
                <c:pt idx="1476">
                  <c:v>42725</c:v>
                </c:pt>
                <c:pt idx="1477">
                  <c:v>42726</c:v>
                </c:pt>
                <c:pt idx="1478">
                  <c:v>42727</c:v>
                </c:pt>
                <c:pt idx="1479">
                  <c:v>42730</c:v>
                </c:pt>
                <c:pt idx="1480">
                  <c:v>42731</c:v>
                </c:pt>
                <c:pt idx="1481">
                  <c:v>42732</c:v>
                </c:pt>
                <c:pt idx="1482">
                  <c:v>42733</c:v>
                </c:pt>
                <c:pt idx="1483">
                  <c:v>42737</c:v>
                </c:pt>
                <c:pt idx="1484">
                  <c:v>42738</c:v>
                </c:pt>
                <c:pt idx="1485">
                  <c:v>42739</c:v>
                </c:pt>
                <c:pt idx="1486">
                  <c:v>42740</c:v>
                </c:pt>
                <c:pt idx="1487">
                  <c:v>42741</c:v>
                </c:pt>
                <c:pt idx="1488">
                  <c:v>42744</c:v>
                </c:pt>
                <c:pt idx="1489">
                  <c:v>42745</c:v>
                </c:pt>
                <c:pt idx="1490">
                  <c:v>42746</c:v>
                </c:pt>
                <c:pt idx="1491">
                  <c:v>42747</c:v>
                </c:pt>
                <c:pt idx="1492">
                  <c:v>42748</c:v>
                </c:pt>
                <c:pt idx="1493">
                  <c:v>42751</c:v>
                </c:pt>
                <c:pt idx="1494">
                  <c:v>42752</c:v>
                </c:pt>
                <c:pt idx="1495">
                  <c:v>42753</c:v>
                </c:pt>
                <c:pt idx="1496">
                  <c:v>42754</c:v>
                </c:pt>
                <c:pt idx="1497">
                  <c:v>42755</c:v>
                </c:pt>
                <c:pt idx="1498">
                  <c:v>42758</c:v>
                </c:pt>
                <c:pt idx="1499">
                  <c:v>42759</c:v>
                </c:pt>
                <c:pt idx="1500">
                  <c:v>42760</c:v>
                </c:pt>
                <c:pt idx="1501">
                  <c:v>42761</c:v>
                </c:pt>
                <c:pt idx="1502">
                  <c:v>42766</c:v>
                </c:pt>
                <c:pt idx="1503">
                  <c:v>42767</c:v>
                </c:pt>
                <c:pt idx="1504">
                  <c:v>42768</c:v>
                </c:pt>
                <c:pt idx="1505">
                  <c:v>42769</c:v>
                </c:pt>
                <c:pt idx="1506">
                  <c:v>42772</c:v>
                </c:pt>
                <c:pt idx="1507">
                  <c:v>42773</c:v>
                </c:pt>
                <c:pt idx="1508">
                  <c:v>42774</c:v>
                </c:pt>
                <c:pt idx="1509">
                  <c:v>42775</c:v>
                </c:pt>
                <c:pt idx="1510">
                  <c:v>42776</c:v>
                </c:pt>
                <c:pt idx="1511">
                  <c:v>42779</c:v>
                </c:pt>
                <c:pt idx="1512">
                  <c:v>42780</c:v>
                </c:pt>
                <c:pt idx="1513">
                  <c:v>42781</c:v>
                </c:pt>
                <c:pt idx="1514">
                  <c:v>42782</c:v>
                </c:pt>
                <c:pt idx="1515">
                  <c:v>42783</c:v>
                </c:pt>
                <c:pt idx="1516">
                  <c:v>42786</c:v>
                </c:pt>
                <c:pt idx="1517">
                  <c:v>42787</c:v>
                </c:pt>
                <c:pt idx="1518">
                  <c:v>42788</c:v>
                </c:pt>
                <c:pt idx="1519">
                  <c:v>42789</c:v>
                </c:pt>
                <c:pt idx="1520">
                  <c:v>42790</c:v>
                </c:pt>
                <c:pt idx="1521">
                  <c:v>42793</c:v>
                </c:pt>
                <c:pt idx="1522">
                  <c:v>42794</c:v>
                </c:pt>
                <c:pt idx="1523">
                  <c:v>42796</c:v>
                </c:pt>
                <c:pt idx="1524">
                  <c:v>42797</c:v>
                </c:pt>
                <c:pt idx="1525">
                  <c:v>42800</c:v>
                </c:pt>
                <c:pt idx="1526">
                  <c:v>42801</c:v>
                </c:pt>
                <c:pt idx="1527">
                  <c:v>42802</c:v>
                </c:pt>
                <c:pt idx="1528">
                  <c:v>42803</c:v>
                </c:pt>
                <c:pt idx="1529">
                  <c:v>42804</c:v>
                </c:pt>
                <c:pt idx="1530">
                  <c:v>42807</c:v>
                </c:pt>
                <c:pt idx="1531">
                  <c:v>42808</c:v>
                </c:pt>
                <c:pt idx="1532">
                  <c:v>42809</c:v>
                </c:pt>
                <c:pt idx="1533">
                  <c:v>42810</c:v>
                </c:pt>
                <c:pt idx="1534">
                  <c:v>42811</c:v>
                </c:pt>
                <c:pt idx="1535">
                  <c:v>42814</c:v>
                </c:pt>
                <c:pt idx="1536">
                  <c:v>42815</c:v>
                </c:pt>
                <c:pt idx="1537">
                  <c:v>42816</c:v>
                </c:pt>
                <c:pt idx="1538">
                  <c:v>42817</c:v>
                </c:pt>
                <c:pt idx="1539">
                  <c:v>42818</c:v>
                </c:pt>
                <c:pt idx="1540">
                  <c:v>42821</c:v>
                </c:pt>
                <c:pt idx="1541">
                  <c:v>42822</c:v>
                </c:pt>
                <c:pt idx="1542">
                  <c:v>42823</c:v>
                </c:pt>
                <c:pt idx="1543">
                  <c:v>42824</c:v>
                </c:pt>
                <c:pt idx="1544">
                  <c:v>42825</c:v>
                </c:pt>
                <c:pt idx="1545">
                  <c:v>42828</c:v>
                </c:pt>
                <c:pt idx="1546">
                  <c:v>42829</c:v>
                </c:pt>
                <c:pt idx="1547">
                  <c:v>42830</c:v>
                </c:pt>
                <c:pt idx="1548">
                  <c:v>42831</c:v>
                </c:pt>
                <c:pt idx="1549">
                  <c:v>42832</c:v>
                </c:pt>
                <c:pt idx="1550">
                  <c:v>42835</c:v>
                </c:pt>
                <c:pt idx="1551">
                  <c:v>42836</c:v>
                </c:pt>
                <c:pt idx="1552">
                  <c:v>42837</c:v>
                </c:pt>
                <c:pt idx="1553">
                  <c:v>42838</c:v>
                </c:pt>
                <c:pt idx="1554">
                  <c:v>42839</c:v>
                </c:pt>
                <c:pt idx="1555">
                  <c:v>42842</c:v>
                </c:pt>
                <c:pt idx="1556">
                  <c:v>42843</c:v>
                </c:pt>
                <c:pt idx="1557">
                  <c:v>42844</c:v>
                </c:pt>
                <c:pt idx="1558">
                  <c:v>42845</c:v>
                </c:pt>
                <c:pt idx="1559">
                  <c:v>42846</c:v>
                </c:pt>
                <c:pt idx="1560">
                  <c:v>42849</c:v>
                </c:pt>
                <c:pt idx="1561">
                  <c:v>42850</c:v>
                </c:pt>
                <c:pt idx="1562">
                  <c:v>42851</c:v>
                </c:pt>
                <c:pt idx="1563">
                  <c:v>42852</c:v>
                </c:pt>
                <c:pt idx="1564">
                  <c:v>42853</c:v>
                </c:pt>
                <c:pt idx="1565">
                  <c:v>42857</c:v>
                </c:pt>
                <c:pt idx="1566">
                  <c:v>42859</c:v>
                </c:pt>
                <c:pt idx="1567">
                  <c:v>42863</c:v>
                </c:pt>
                <c:pt idx="1568">
                  <c:v>42865</c:v>
                </c:pt>
                <c:pt idx="1569">
                  <c:v>42866</c:v>
                </c:pt>
                <c:pt idx="1570">
                  <c:v>42867</c:v>
                </c:pt>
                <c:pt idx="1571">
                  <c:v>42870</c:v>
                </c:pt>
                <c:pt idx="1572">
                  <c:v>42871</c:v>
                </c:pt>
                <c:pt idx="1573">
                  <c:v>42872</c:v>
                </c:pt>
                <c:pt idx="1574">
                  <c:v>42873</c:v>
                </c:pt>
                <c:pt idx="1575">
                  <c:v>42874</c:v>
                </c:pt>
                <c:pt idx="1576">
                  <c:v>42877</c:v>
                </c:pt>
                <c:pt idx="1577">
                  <c:v>42878</c:v>
                </c:pt>
                <c:pt idx="1578">
                  <c:v>42879</c:v>
                </c:pt>
                <c:pt idx="1579">
                  <c:v>42880</c:v>
                </c:pt>
                <c:pt idx="1580">
                  <c:v>42881</c:v>
                </c:pt>
                <c:pt idx="1581">
                  <c:v>42884</c:v>
                </c:pt>
                <c:pt idx="1582">
                  <c:v>42885</c:v>
                </c:pt>
                <c:pt idx="1583">
                  <c:v>42886</c:v>
                </c:pt>
                <c:pt idx="1584">
                  <c:v>42887</c:v>
                </c:pt>
                <c:pt idx="1585">
                  <c:v>42888</c:v>
                </c:pt>
                <c:pt idx="1586">
                  <c:v>42891</c:v>
                </c:pt>
                <c:pt idx="1587">
                  <c:v>42893</c:v>
                </c:pt>
                <c:pt idx="1588">
                  <c:v>42894</c:v>
                </c:pt>
                <c:pt idx="1589">
                  <c:v>42895</c:v>
                </c:pt>
                <c:pt idx="1590">
                  <c:v>42898</c:v>
                </c:pt>
                <c:pt idx="1591">
                  <c:v>42899</c:v>
                </c:pt>
                <c:pt idx="1592">
                  <c:v>42900</c:v>
                </c:pt>
                <c:pt idx="1593">
                  <c:v>42901</c:v>
                </c:pt>
                <c:pt idx="1594">
                  <c:v>42902</c:v>
                </c:pt>
                <c:pt idx="1595">
                  <c:v>42905</c:v>
                </c:pt>
                <c:pt idx="1596">
                  <c:v>42906</c:v>
                </c:pt>
                <c:pt idx="1597">
                  <c:v>42907</c:v>
                </c:pt>
                <c:pt idx="1598">
                  <c:v>42908</c:v>
                </c:pt>
                <c:pt idx="1599">
                  <c:v>42909</c:v>
                </c:pt>
                <c:pt idx="1600">
                  <c:v>42912</c:v>
                </c:pt>
                <c:pt idx="1601">
                  <c:v>42913</c:v>
                </c:pt>
                <c:pt idx="1602">
                  <c:v>42914</c:v>
                </c:pt>
                <c:pt idx="1603">
                  <c:v>42915</c:v>
                </c:pt>
                <c:pt idx="1604">
                  <c:v>42916</c:v>
                </c:pt>
                <c:pt idx="1605">
                  <c:v>42919</c:v>
                </c:pt>
                <c:pt idx="1606">
                  <c:v>42920</c:v>
                </c:pt>
                <c:pt idx="1607">
                  <c:v>42921</c:v>
                </c:pt>
                <c:pt idx="1608">
                  <c:v>42922</c:v>
                </c:pt>
                <c:pt idx="1609">
                  <c:v>42923</c:v>
                </c:pt>
                <c:pt idx="1610">
                  <c:v>42926</c:v>
                </c:pt>
                <c:pt idx="1611">
                  <c:v>42927</c:v>
                </c:pt>
                <c:pt idx="1612">
                  <c:v>42928</c:v>
                </c:pt>
                <c:pt idx="1613">
                  <c:v>42929</c:v>
                </c:pt>
                <c:pt idx="1614">
                  <c:v>42930</c:v>
                </c:pt>
                <c:pt idx="1615">
                  <c:v>42933</c:v>
                </c:pt>
                <c:pt idx="1616">
                  <c:v>42934</c:v>
                </c:pt>
                <c:pt idx="1617">
                  <c:v>42935</c:v>
                </c:pt>
                <c:pt idx="1618">
                  <c:v>42936</c:v>
                </c:pt>
                <c:pt idx="1619">
                  <c:v>42937</c:v>
                </c:pt>
                <c:pt idx="1620">
                  <c:v>42940</c:v>
                </c:pt>
                <c:pt idx="1621">
                  <c:v>42941</c:v>
                </c:pt>
                <c:pt idx="1622">
                  <c:v>42942</c:v>
                </c:pt>
                <c:pt idx="1623">
                  <c:v>42943</c:v>
                </c:pt>
                <c:pt idx="1624">
                  <c:v>42944</c:v>
                </c:pt>
                <c:pt idx="1625">
                  <c:v>42947</c:v>
                </c:pt>
                <c:pt idx="1626">
                  <c:v>42948</c:v>
                </c:pt>
                <c:pt idx="1627">
                  <c:v>42949</c:v>
                </c:pt>
                <c:pt idx="1628">
                  <c:v>42950</c:v>
                </c:pt>
                <c:pt idx="1629">
                  <c:v>42951</c:v>
                </c:pt>
                <c:pt idx="1630">
                  <c:v>42954</c:v>
                </c:pt>
                <c:pt idx="1631">
                  <c:v>42955</c:v>
                </c:pt>
                <c:pt idx="1632">
                  <c:v>42956</c:v>
                </c:pt>
                <c:pt idx="1633">
                  <c:v>42957</c:v>
                </c:pt>
                <c:pt idx="1634">
                  <c:v>42958</c:v>
                </c:pt>
                <c:pt idx="1635">
                  <c:v>42961</c:v>
                </c:pt>
                <c:pt idx="1636">
                  <c:v>42963</c:v>
                </c:pt>
                <c:pt idx="1637">
                  <c:v>42964</c:v>
                </c:pt>
                <c:pt idx="1638">
                  <c:v>42965</c:v>
                </c:pt>
                <c:pt idx="1639">
                  <c:v>42968</c:v>
                </c:pt>
                <c:pt idx="1640">
                  <c:v>42969</c:v>
                </c:pt>
                <c:pt idx="1641">
                  <c:v>42970</c:v>
                </c:pt>
                <c:pt idx="1642">
                  <c:v>42971</c:v>
                </c:pt>
                <c:pt idx="1643">
                  <c:v>42972</c:v>
                </c:pt>
                <c:pt idx="1644">
                  <c:v>42975</c:v>
                </c:pt>
                <c:pt idx="1645">
                  <c:v>42976</c:v>
                </c:pt>
                <c:pt idx="1646">
                  <c:v>42977</c:v>
                </c:pt>
                <c:pt idx="1647">
                  <c:v>42978</c:v>
                </c:pt>
                <c:pt idx="1648">
                  <c:v>42979</c:v>
                </c:pt>
                <c:pt idx="1649">
                  <c:v>42982</c:v>
                </c:pt>
                <c:pt idx="1650">
                  <c:v>42983</c:v>
                </c:pt>
                <c:pt idx="1651">
                  <c:v>42984</c:v>
                </c:pt>
                <c:pt idx="1652">
                  <c:v>42985</c:v>
                </c:pt>
                <c:pt idx="1653">
                  <c:v>42986</c:v>
                </c:pt>
                <c:pt idx="1654">
                  <c:v>42989</c:v>
                </c:pt>
                <c:pt idx="1655">
                  <c:v>42990</c:v>
                </c:pt>
                <c:pt idx="1656">
                  <c:v>42991</c:v>
                </c:pt>
                <c:pt idx="1657">
                  <c:v>42992</c:v>
                </c:pt>
                <c:pt idx="1658">
                  <c:v>42993</c:v>
                </c:pt>
                <c:pt idx="1659">
                  <c:v>42996</c:v>
                </c:pt>
                <c:pt idx="1660">
                  <c:v>42997</c:v>
                </c:pt>
                <c:pt idx="1661">
                  <c:v>42998</c:v>
                </c:pt>
                <c:pt idx="1662">
                  <c:v>42999</c:v>
                </c:pt>
                <c:pt idx="1663">
                  <c:v>43000</c:v>
                </c:pt>
                <c:pt idx="1664">
                  <c:v>43003</c:v>
                </c:pt>
                <c:pt idx="1665">
                  <c:v>43004</c:v>
                </c:pt>
                <c:pt idx="1666">
                  <c:v>43005</c:v>
                </c:pt>
                <c:pt idx="1667">
                  <c:v>43006</c:v>
                </c:pt>
                <c:pt idx="1668">
                  <c:v>43007</c:v>
                </c:pt>
                <c:pt idx="1669">
                  <c:v>43018</c:v>
                </c:pt>
                <c:pt idx="1670">
                  <c:v>43019</c:v>
                </c:pt>
                <c:pt idx="1671">
                  <c:v>43020</c:v>
                </c:pt>
                <c:pt idx="1672">
                  <c:v>43021</c:v>
                </c:pt>
                <c:pt idx="1673">
                  <c:v>43024</c:v>
                </c:pt>
                <c:pt idx="1674">
                  <c:v>43025</c:v>
                </c:pt>
                <c:pt idx="1675">
                  <c:v>43026</c:v>
                </c:pt>
                <c:pt idx="1676">
                  <c:v>43027</c:v>
                </c:pt>
                <c:pt idx="1677">
                  <c:v>43028</c:v>
                </c:pt>
                <c:pt idx="1678">
                  <c:v>43031</c:v>
                </c:pt>
                <c:pt idx="1679">
                  <c:v>43032</c:v>
                </c:pt>
                <c:pt idx="1680">
                  <c:v>43033</c:v>
                </c:pt>
                <c:pt idx="1681">
                  <c:v>43034</c:v>
                </c:pt>
                <c:pt idx="1682">
                  <c:v>43035</c:v>
                </c:pt>
                <c:pt idx="1683">
                  <c:v>43038</c:v>
                </c:pt>
                <c:pt idx="1684">
                  <c:v>43039</c:v>
                </c:pt>
                <c:pt idx="1685">
                  <c:v>43040</c:v>
                </c:pt>
                <c:pt idx="1686">
                  <c:v>43041</c:v>
                </c:pt>
                <c:pt idx="1687">
                  <c:v>43042</c:v>
                </c:pt>
                <c:pt idx="1688">
                  <c:v>43045</c:v>
                </c:pt>
                <c:pt idx="1689">
                  <c:v>43046</c:v>
                </c:pt>
                <c:pt idx="1690">
                  <c:v>43047</c:v>
                </c:pt>
                <c:pt idx="1691">
                  <c:v>43048</c:v>
                </c:pt>
                <c:pt idx="1692">
                  <c:v>43049</c:v>
                </c:pt>
                <c:pt idx="1693">
                  <c:v>43052</c:v>
                </c:pt>
                <c:pt idx="1694">
                  <c:v>43053</c:v>
                </c:pt>
                <c:pt idx="1695">
                  <c:v>43054</c:v>
                </c:pt>
                <c:pt idx="1696">
                  <c:v>43055</c:v>
                </c:pt>
                <c:pt idx="1697">
                  <c:v>43056</c:v>
                </c:pt>
                <c:pt idx="1698">
                  <c:v>43059</c:v>
                </c:pt>
                <c:pt idx="1699">
                  <c:v>43060</c:v>
                </c:pt>
                <c:pt idx="1700">
                  <c:v>43061</c:v>
                </c:pt>
                <c:pt idx="1701">
                  <c:v>43062</c:v>
                </c:pt>
                <c:pt idx="1702">
                  <c:v>43063</c:v>
                </c:pt>
                <c:pt idx="1703">
                  <c:v>43066</c:v>
                </c:pt>
                <c:pt idx="1704">
                  <c:v>43067</c:v>
                </c:pt>
                <c:pt idx="1705">
                  <c:v>43068</c:v>
                </c:pt>
                <c:pt idx="1706">
                  <c:v>43069</c:v>
                </c:pt>
                <c:pt idx="1707">
                  <c:v>43070</c:v>
                </c:pt>
                <c:pt idx="1708">
                  <c:v>43073</c:v>
                </c:pt>
                <c:pt idx="1709">
                  <c:v>43074</c:v>
                </c:pt>
                <c:pt idx="1710">
                  <c:v>43075</c:v>
                </c:pt>
                <c:pt idx="1711">
                  <c:v>43076</c:v>
                </c:pt>
                <c:pt idx="1712">
                  <c:v>43077</c:v>
                </c:pt>
                <c:pt idx="1713">
                  <c:v>43080</c:v>
                </c:pt>
                <c:pt idx="1714">
                  <c:v>43081</c:v>
                </c:pt>
                <c:pt idx="1715">
                  <c:v>43082</c:v>
                </c:pt>
                <c:pt idx="1716">
                  <c:v>43083</c:v>
                </c:pt>
                <c:pt idx="1717">
                  <c:v>43084</c:v>
                </c:pt>
                <c:pt idx="1718">
                  <c:v>43087</c:v>
                </c:pt>
                <c:pt idx="1719">
                  <c:v>43088</c:v>
                </c:pt>
                <c:pt idx="1720">
                  <c:v>43089</c:v>
                </c:pt>
                <c:pt idx="1721">
                  <c:v>43090</c:v>
                </c:pt>
                <c:pt idx="1722">
                  <c:v>43091</c:v>
                </c:pt>
                <c:pt idx="1723">
                  <c:v>43095</c:v>
                </c:pt>
                <c:pt idx="1724">
                  <c:v>43096</c:v>
                </c:pt>
                <c:pt idx="1725">
                  <c:v>43097</c:v>
                </c:pt>
                <c:pt idx="1726">
                  <c:v>43102</c:v>
                </c:pt>
                <c:pt idx="1727">
                  <c:v>43103</c:v>
                </c:pt>
                <c:pt idx="1728">
                  <c:v>43104</c:v>
                </c:pt>
                <c:pt idx="1729">
                  <c:v>43105</c:v>
                </c:pt>
                <c:pt idx="1730">
                  <c:v>43108</c:v>
                </c:pt>
                <c:pt idx="1731">
                  <c:v>43109</c:v>
                </c:pt>
                <c:pt idx="1732">
                  <c:v>43110</c:v>
                </c:pt>
                <c:pt idx="1733">
                  <c:v>43111</c:v>
                </c:pt>
                <c:pt idx="1734">
                  <c:v>43112</c:v>
                </c:pt>
                <c:pt idx="1735">
                  <c:v>43115</c:v>
                </c:pt>
                <c:pt idx="1736">
                  <c:v>43116</c:v>
                </c:pt>
                <c:pt idx="1737">
                  <c:v>43117</c:v>
                </c:pt>
                <c:pt idx="1738">
                  <c:v>43118</c:v>
                </c:pt>
                <c:pt idx="1739">
                  <c:v>43119</c:v>
                </c:pt>
                <c:pt idx="1740">
                  <c:v>43122</c:v>
                </c:pt>
                <c:pt idx="1741">
                  <c:v>43123</c:v>
                </c:pt>
                <c:pt idx="1742">
                  <c:v>43124</c:v>
                </c:pt>
                <c:pt idx="1743">
                  <c:v>43125</c:v>
                </c:pt>
                <c:pt idx="1744">
                  <c:v>43126</c:v>
                </c:pt>
                <c:pt idx="1745">
                  <c:v>43129</c:v>
                </c:pt>
                <c:pt idx="1746">
                  <c:v>43130</c:v>
                </c:pt>
                <c:pt idx="1747">
                  <c:v>43131</c:v>
                </c:pt>
                <c:pt idx="1748">
                  <c:v>43132</c:v>
                </c:pt>
                <c:pt idx="1749">
                  <c:v>43133</c:v>
                </c:pt>
                <c:pt idx="1750">
                  <c:v>43136</c:v>
                </c:pt>
                <c:pt idx="1751">
                  <c:v>43137</c:v>
                </c:pt>
                <c:pt idx="1752">
                  <c:v>43138</c:v>
                </c:pt>
                <c:pt idx="1753">
                  <c:v>43139</c:v>
                </c:pt>
                <c:pt idx="1754">
                  <c:v>43140</c:v>
                </c:pt>
                <c:pt idx="1755">
                  <c:v>43143</c:v>
                </c:pt>
                <c:pt idx="1756">
                  <c:v>43144</c:v>
                </c:pt>
                <c:pt idx="1757">
                  <c:v>43145</c:v>
                </c:pt>
                <c:pt idx="1758">
                  <c:v>43150</c:v>
                </c:pt>
                <c:pt idx="1759">
                  <c:v>43151</c:v>
                </c:pt>
                <c:pt idx="1760">
                  <c:v>43152</c:v>
                </c:pt>
                <c:pt idx="1761">
                  <c:v>43153</c:v>
                </c:pt>
                <c:pt idx="1762">
                  <c:v>43154</c:v>
                </c:pt>
                <c:pt idx="1763">
                  <c:v>43157</c:v>
                </c:pt>
                <c:pt idx="1764">
                  <c:v>43158</c:v>
                </c:pt>
                <c:pt idx="1765">
                  <c:v>43159</c:v>
                </c:pt>
                <c:pt idx="1766">
                  <c:v>43161</c:v>
                </c:pt>
                <c:pt idx="1767">
                  <c:v>43164</c:v>
                </c:pt>
                <c:pt idx="1768">
                  <c:v>43165</c:v>
                </c:pt>
                <c:pt idx="1769">
                  <c:v>43166</c:v>
                </c:pt>
                <c:pt idx="1770">
                  <c:v>43167</c:v>
                </c:pt>
                <c:pt idx="1771">
                  <c:v>43168</c:v>
                </c:pt>
                <c:pt idx="1772">
                  <c:v>43171</c:v>
                </c:pt>
                <c:pt idx="1773">
                  <c:v>43172</c:v>
                </c:pt>
                <c:pt idx="1774">
                  <c:v>43173</c:v>
                </c:pt>
                <c:pt idx="1775">
                  <c:v>43174</c:v>
                </c:pt>
                <c:pt idx="1776">
                  <c:v>43175</c:v>
                </c:pt>
                <c:pt idx="1777">
                  <c:v>43178</c:v>
                </c:pt>
                <c:pt idx="1778">
                  <c:v>43179</c:v>
                </c:pt>
                <c:pt idx="1779">
                  <c:v>43180</c:v>
                </c:pt>
                <c:pt idx="1780">
                  <c:v>43181</c:v>
                </c:pt>
                <c:pt idx="1781">
                  <c:v>43182</c:v>
                </c:pt>
                <c:pt idx="1782">
                  <c:v>43185</c:v>
                </c:pt>
                <c:pt idx="1783">
                  <c:v>43186</c:v>
                </c:pt>
                <c:pt idx="1784">
                  <c:v>43187</c:v>
                </c:pt>
                <c:pt idx="1785">
                  <c:v>43188</c:v>
                </c:pt>
                <c:pt idx="1786">
                  <c:v>43189</c:v>
                </c:pt>
                <c:pt idx="1787">
                  <c:v>43192</c:v>
                </c:pt>
                <c:pt idx="1788">
                  <c:v>43193</c:v>
                </c:pt>
                <c:pt idx="1789">
                  <c:v>43194</c:v>
                </c:pt>
                <c:pt idx="1790">
                  <c:v>43195</c:v>
                </c:pt>
                <c:pt idx="1791">
                  <c:v>43196</c:v>
                </c:pt>
                <c:pt idx="1792">
                  <c:v>43199</c:v>
                </c:pt>
                <c:pt idx="1793">
                  <c:v>43200</c:v>
                </c:pt>
                <c:pt idx="1794">
                  <c:v>43201</c:v>
                </c:pt>
                <c:pt idx="1795">
                  <c:v>43202</c:v>
                </c:pt>
                <c:pt idx="1796">
                  <c:v>43203</c:v>
                </c:pt>
                <c:pt idx="1797">
                  <c:v>43206</c:v>
                </c:pt>
                <c:pt idx="1798">
                  <c:v>43207</c:v>
                </c:pt>
                <c:pt idx="1799">
                  <c:v>43208</c:v>
                </c:pt>
                <c:pt idx="1800">
                  <c:v>43209</c:v>
                </c:pt>
                <c:pt idx="1801">
                  <c:v>43210</c:v>
                </c:pt>
                <c:pt idx="1802">
                  <c:v>43213</c:v>
                </c:pt>
                <c:pt idx="1803">
                  <c:v>43214</c:v>
                </c:pt>
                <c:pt idx="1804">
                  <c:v>43215</c:v>
                </c:pt>
                <c:pt idx="1805">
                  <c:v>43216</c:v>
                </c:pt>
                <c:pt idx="1806">
                  <c:v>43217</c:v>
                </c:pt>
                <c:pt idx="1807">
                  <c:v>43220</c:v>
                </c:pt>
                <c:pt idx="1808">
                  <c:v>43222</c:v>
                </c:pt>
                <c:pt idx="1809">
                  <c:v>43223</c:v>
                </c:pt>
                <c:pt idx="1810">
                  <c:v>43224</c:v>
                </c:pt>
                <c:pt idx="1811">
                  <c:v>43228</c:v>
                </c:pt>
                <c:pt idx="1812">
                  <c:v>43229</c:v>
                </c:pt>
                <c:pt idx="1813">
                  <c:v>43230</c:v>
                </c:pt>
                <c:pt idx="1814">
                  <c:v>43231</c:v>
                </c:pt>
                <c:pt idx="1815">
                  <c:v>43234</c:v>
                </c:pt>
                <c:pt idx="1816">
                  <c:v>43235</c:v>
                </c:pt>
                <c:pt idx="1817">
                  <c:v>43236</c:v>
                </c:pt>
                <c:pt idx="1818">
                  <c:v>43237</c:v>
                </c:pt>
                <c:pt idx="1819">
                  <c:v>43238</c:v>
                </c:pt>
                <c:pt idx="1820">
                  <c:v>43241</c:v>
                </c:pt>
                <c:pt idx="1821">
                  <c:v>43243</c:v>
                </c:pt>
                <c:pt idx="1822">
                  <c:v>43244</c:v>
                </c:pt>
                <c:pt idx="1823">
                  <c:v>43245</c:v>
                </c:pt>
                <c:pt idx="1824">
                  <c:v>43248</c:v>
                </c:pt>
                <c:pt idx="1825">
                  <c:v>43249</c:v>
                </c:pt>
                <c:pt idx="1826">
                  <c:v>43250</c:v>
                </c:pt>
                <c:pt idx="1827">
                  <c:v>43251</c:v>
                </c:pt>
                <c:pt idx="1828">
                  <c:v>43252</c:v>
                </c:pt>
                <c:pt idx="1829">
                  <c:v>43255</c:v>
                </c:pt>
                <c:pt idx="1830">
                  <c:v>43256</c:v>
                </c:pt>
                <c:pt idx="1831">
                  <c:v>43258</c:v>
                </c:pt>
                <c:pt idx="1832">
                  <c:v>43259</c:v>
                </c:pt>
                <c:pt idx="1833">
                  <c:v>43262</c:v>
                </c:pt>
                <c:pt idx="1834">
                  <c:v>43263</c:v>
                </c:pt>
                <c:pt idx="1835">
                  <c:v>43265</c:v>
                </c:pt>
                <c:pt idx="1836">
                  <c:v>43266</c:v>
                </c:pt>
                <c:pt idx="1837">
                  <c:v>43269</c:v>
                </c:pt>
                <c:pt idx="1838">
                  <c:v>43270</c:v>
                </c:pt>
                <c:pt idx="1839">
                  <c:v>43271</c:v>
                </c:pt>
                <c:pt idx="1840">
                  <c:v>43272</c:v>
                </c:pt>
                <c:pt idx="1841">
                  <c:v>43273</c:v>
                </c:pt>
                <c:pt idx="1842">
                  <c:v>43276</c:v>
                </c:pt>
                <c:pt idx="1843">
                  <c:v>43277</c:v>
                </c:pt>
                <c:pt idx="1844">
                  <c:v>43278</c:v>
                </c:pt>
                <c:pt idx="1845">
                  <c:v>43279</c:v>
                </c:pt>
                <c:pt idx="1846">
                  <c:v>43280</c:v>
                </c:pt>
                <c:pt idx="1847">
                  <c:v>43283</c:v>
                </c:pt>
                <c:pt idx="1848">
                  <c:v>43284</c:v>
                </c:pt>
                <c:pt idx="1849">
                  <c:v>43285</c:v>
                </c:pt>
                <c:pt idx="1850">
                  <c:v>43286</c:v>
                </c:pt>
                <c:pt idx="1851">
                  <c:v>43287</c:v>
                </c:pt>
                <c:pt idx="1852">
                  <c:v>43290</c:v>
                </c:pt>
                <c:pt idx="1853">
                  <c:v>43291</c:v>
                </c:pt>
                <c:pt idx="1854">
                  <c:v>43292</c:v>
                </c:pt>
                <c:pt idx="1855">
                  <c:v>43293</c:v>
                </c:pt>
                <c:pt idx="1856">
                  <c:v>43294</c:v>
                </c:pt>
                <c:pt idx="1857">
                  <c:v>43297</c:v>
                </c:pt>
                <c:pt idx="1858">
                  <c:v>43298</c:v>
                </c:pt>
                <c:pt idx="1859">
                  <c:v>43299</c:v>
                </c:pt>
                <c:pt idx="1860">
                  <c:v>43300</c:v>
                </c:pt>
                <c:pt idx="1861">
                  <c:v>43301</c:v>
                </c:pt>
                <c:pt idx="1862">
                  <c:v>43304</c:v>
                </c:pt>
                <c:pt idx="1863">
                  <c:v>43305</c:v>
                </c:pt>
                <c:pt idx="1864">
                  <c:v>43306</c:v>
                </c:pt>
                <c:pt idx="1865">
                  <c:v>43307</c:v>
                </c:pt>
                <c:pt idx="1866">
                  <c:v>43308</c:v>
                </c:pt>
                <c:pt idx="1867">
                  <c:v>43311</c:v>
                </c:pt>
                <c:pt idx="1868">
                  <c:v>43312</c:v>
                </c:pt>
                <c:pt idx="1869">
                  <c:v>43313</c:v>
                </c:pt>
                <c:pt idx="1870">
                  <c:v>43314</c:v>
                </c:pt>
                <c:pt idx="1871">
                  <c:v>43315</c:v>
                </c:pt>
                <c:pt idx="1872">
                  <c:v>43318</c:v>
                </c:pt>
                <c:pt idx="1873">
                  <c:v>43319</c:v>
                </c:pt>
                <c:pt idx="1874">
                  <c:v>43320</c:v>
                </c:pt>
                <c:pt idx="1875">
                  <c:v>43321</c:v>
                </c:pt>
                <c:pt idx="1876">
                  <c:v>43322</c:v>
                </c:pt>
                <c:pt idx="1877">
                  <c:v>43325</c:v>
                </c:pt>
                <c:pt idx="1878">
                  <c:v>43326</c:v>
                </c:pt>
                <c:pt idx="1879">
                  <c:v>43328</c:v>
                </c:pt>
                <c:pt idx="1880">
                  <c:v>43329</c:v>
                </c:pt>
                <c:pt idx="1881">
                  <c:v>43332</c:v>
                </c:pt>
                <c:pt idx="1882">
                  <c:v>43333</c:v>
                </c:pt>
                <c:pt idx="1883">
                  <c:v>43334</c:v>
                </c:pt>
                <c:pt idx="1884">
                  <c:v>43335</c:v>
                </c:pt>
                <c:pt idx="1885">
                  <c:v>43336</c:v>
                </c:pt>
                <c:pt idx="1886">
                  <c:v>43339</c:v>
                </c:pt>
                <c:pt idx="1887">
                  <c:v>43340</c:v>
                </c:pt>
                <c:pt idx="1888">
                  <c:v>43341</c:v>
                </c:pt>
                <c:pt idx="1889">
                  <c:v>43342</c:v>
                </c:pt>
                <c:pt idx="1890">
                  <c:v>43343</c:v>
                </c:pt>
                <c:pt idx="1891">
                  <c:v>43346</c:v>
                </c:pt>
                <c:pt idx="1892">
                  <c:v>43347</c:v>
                </c:pt>
                <c:pt idx="1893">
                  <c:v>43348</c:v>
                </c:pt>
                <c:pt idx="1894">
                  <c:v>43349</c:v>
                </c:pt>
                <c:pt idx="1895">
                  <c:v>43350</c:v>
                </c:pt>
                <c:pt idx="1896">
                  <c:v>43353</c:v>
                </c:pt>
                <c:pt idx="1897">
                  <c:v>43354</c:v>
                </c:pt>
                <c:pt idx="1898">
                  <c:v>43355</c:v>
                </c:pt>
                <c:pt idx="1899">
                  <c:v>43356</c:v>
                </c:pt>
                <c:pt idx="1900">
                  <c:v>43357</c:v>
                </c:pt>
                <c:pt idx="1901">
                  <c:v>43360</c:v>
                </c:pt>
                <c:pt idx="1902">
                  <c:v>43361</c:v>
                </c:pt>
                <c:pt idx="1903">
                  <c:v>43362</c:v>
                </c:pt>
                <c:pt idx="1904">
                  <c:v>43363</c:v>
                </c:pt>
                <c:pt idx="1905">
                  <c:v>43364</c:v>
                </c:pt>
                <c:pt idx="1906">
                  <c:v>43370</c:v>
                </c:pt>
                <c:pt idx="1907">
                  <c:v>43371</c:v>
                </c:pt>
                <c:pt idx="1908">
                  <c:v>43374</c:v>
                </c:pt>
                <c:pt idx="1909">
                  <c:v>43375</c:v>
                </c:pt>
                <c:pt idx="1910">
                  <c:v>43377</c:v>
                </c:pt>
                <c:pt idx="1911">
                  <c:v>43378</c:v>
                </c:pt>
                <c:pt idx="1912">
                  <c:v>43381</c:v>
                </c:pt>
                <c:pt idx="1913">
                  <c:v>43383</c:v>
                </c:pt>
                <c:pt idx="1914">
                  <c:v>43384</c:v>
                </c:pt>
                <c:pt idx="1915">
                  <c:v>43385</c:v>
                </c:pt>
                <c:pt idx="1916">
                  <c:v>43388</c:v>
                </c:pt>
                <c:pt idx="1917">
                  <c:v>43389</c:v>
                </c:pt>
                <c:pt idx="1918">
                  <c:v>43390</c:v>
                </c:pt>
                <c:pt idx="1919">
                  <c:v>43391</c:v>
                </c:pt>
                <c:pt idx="1920">
                  <c:v>43392</c:v>
                </c:pt>
                <c:pt idx="1921">
                  <c:v>43395</c:v>
                </c:pt>
                <c:pt idx="1922">
                  <c:v>43396</c:v>
                </c:pt>
                <c:pt idx="1923">
                  <c:v>43397</c:v>
                </c:pt>
                <c:pt idx="1924">
                  <c:v>43398</c:v>
                </c:pt>
                <c:pt idx="1925">
                  <c:v>43399</c:v>
                </c:pt>
                <c:pt idx="1926">
                  <c:v>43402</c:v>
                </c:pt>
                <c:pt idx="1927">
                  <c:v>43403</c:v>
                </c:pt>
                <c:pt idx="1928">
                  <c:v>43404</c:v>
                </c:pt>
                <c:pt idx="1929">
                  <c:v>43405</c:v>
                </c:pt>
                <c:pt idx="1930">
                  <c:v>43406</c:v>
                </c:pt>
                <c:pt idx="1931">
                  <c:v>43409</c:v>
                </c:pt>
                <c:pt idx="1932">
                  <c:v>43410</c:v>
                </c:pt>
                <c:pt idx="1933">
                  <c:v>43411</c:v>
                </c:pt>
                <c:pt idx="1934">
                  <c:v>43412</c:v>
                </c:pt>
                <c:pt idx="1935">
                  <c:v>43413</c:v>
                </c:pt>
                <c:pt idx="1936">
                  <c:v>43416</c:v>
                </c:pt>
                <c:pt idx="1937">
                  <c:v>43417</c:v>
                </c:pt>
                <c:pt idx="1938">
                  <c:v>43418</c:v>
                </c:pt>
                <c:pt idx="1939">
                  <c:v>43419</c:v>
                </c:pt>
                <c:pt idx="1940">
                  <c:v>43420</c:v>
                </c:pt>
                <c:pt idx="1941">
                  <c:v>43423</c:v>
                </c:pt>
                <c:pt idx="1942">
                  <c:v>43424</c:v>
                </c:pt>
                <c:pt idx="1943">
                  <c:v>43425</c:v>
                </c:pt>
                <c:pt idx="1944">
                  <c:v>43426</c:v>
                </c:pt>
                <c:pt idx="1945">
                  <c:v>43427</c:v>
                </c:pt>
                <c:pt idx="1946">
                  <c:v>43430</c:v>
                </c:pt>
                <c:pt idx="1947">
                  <c:v>43431</c:v>
                </c:pt>
                <c:pt idx="1948">
                  <c:v>43432</c:v>
                </c:pt>
                <c:pt idx="1949">
                  <c:v>43433</c:v>
                </c:pt>
                <c:pt idx="1950">
                  <c:v>43434</c:v>
                </c:pt>
                <c:pt idx="1951">
                  <c:v>43437</c:v>
                </c:pt>
                <c:pt idx="1952">
                  <c:v>43438</c:v>
                </c:pt>
                <c:pt idx="1953">
                  <c:v>43439</c:v>
                </c:pt>
                <c:pt idx="1954">
                  <c:v>43440</c:v>
                </c:pt>
                <c:pt idx="1955">
                  <c:v>43441</c:v>
                </c:pt>
                <c:pt idx="1956">
                  <c:v>43444</c:v>
                </c:pt>
                <c:pt idx="1957">
                  <c:v>43445</c:v>
                </c:pt>
                <c:pt idx="1958">
                  <c:v>43446</c:v>
                </c:pt>
                <c:pt idx="1959">
                  <c:v>43447</c:v>
                </c:pt>
                <c:pt idx="1960">
                  <c:v>43448</c:v>
                </c:pt>
                <c:pt idx="1961">
                  <c:v>43451</c:v>
                </c:pt>
                <c:pt idx="1962">
                  <c:v>43452</c:v>
                </c:pt>
                <c:pt idx="1963">
                  <c:v>43453</c:v>
                </c:pt>
                <c:pt idx="1964">
                  <c:v>43454</c:v>
                </c:pt>
                <c:pt idx="1965">
                  <c:v>43455</c:v>
                </c:pt>
                <c:pt idx="1966">
                  <c:v>43458</c:v>
                </c:pt>
                <c:pt idx="1967">
                  <c:v>43460</c:v>
                </c:pt>
                <c:pt idx="1968">
                  <c:v>43461</c:v>
                </c:pt>
                <c:pt idx="1969">
                  <c:v>43462</c:v>
                </c:pt>
                <c:pt idx="1970">
                  <c:v>43467</c:v>
                </c:pt>
                <c:pt idx="1971">
                  <c:v>43468</c:v>
                </c:pt>
                <c:pt idx="1972">
                  <c:v>43469</c:v>
                </c:pt>
                <c:pt idx="1973">
                  <c:v>43472</c:v>
                </c:pt>
                <c:pt idx="1974">
                  <c:v>43473</c:v>
                </c:pt>
                <c:pt idx="1975">
                  <c:v>43474</c:v>
                </c:pt>
                <c:pt idx="1976">
                  <c:v>43475</c:v>
                </c:pt>
                <c:pt idx="1977">
                  <c:v>43476</c:v>
                </c:pt>
                <c:pt idx="1978">
                  <c:v>43479</c:v>
                </c:pt>
                <c:pt idx="1979">
                  <c:v>43480</c:v>
                </c:pt>
                <c:pt idx="1980">
                  <c:v>43481</c:v>
                </c:pt>
                <c:pt idx="1981">
                  <c:v>43482</c:v>
                </c:pt>
                <c:pt idx="1982">
                  <c:v>43483</c:v>
                </c:pt>
                <c:pt idx="1983">
                  <c:v>43486</c:v>
                </c:pt>
                <c:pt idx="1984">
                  <c:v>43487</c:v>
                </c:pt>
                <c:pt idx="1985">
                  <c:v>43488</c:v>
                </c:pt>
                <c:pt idx="1986">
                  <c:v>43489</c:v>
                </c:pt>
                <c:pt idx="1987">
                  <c:v>43490</c:v>
                </c:pt>
                <c:pt idx="1988">
                  <c:v>43493</c:v>
                </c:pt>
                <c:pt idx="1989">
                  <c:v>43494</c:v>
                </c:pt>
                <c:pt idx="1990">
                  <c:v>43495</c:v>
                </c:pt>
                <c:pt idx="1991">
                  <c:v>43496</c:v>
                </c:pt>
                <c:pt idx="1992">
                  <c:v>43497</c:v>
                </c:pt>
                <c:pt idx="1993">
                  <c:v>43503</c:v>
                </c:pt>
                <c:pt idx="1994">
                  <c:v>43504</c:v>
                </c:pt>
                <c:pt idx="1995">
                  <c:v>43507</c:v>
                </c:pt>
                <c:pt idx="1996">
                  <c:v>43508</c:v>
                </c:pt>
                <c:pt idx="1997">
                  <c:v>43509</c:v>
                </c:pt>
                <c:pt idx="1998">
                  <c:v>43510</c:v>
                </c:pt>
                <c:pt idx="1999">
                  <c:v>43511</c:v>
                </c:pt>
                <c:pt idx="2000">
                  <c:v>43514</c:v>
                </c:pt>
                <c:pt idx="2001">
                  <c:v>43515</c:v>
                </c:pt>
                <c:pt idx="2002">
                  <c:v>43516</c:v>
                </c:pt>
                <c:pt idx="2003">
                  <c:v>43517</c:v>
                </c:pt>
                <c:pt idx="2004">
                  <c:v>43518</c:v>
                </c:pt>
                <c:pt idx="2005">
                  <c:v>43521</c:v>
                </c:pt>
                <c:pt idx="2006">
                  <c:v>43522</c:v>
                </c:pt>
                <c:pt idx="2007">
                  <c:v>43523</c:v>
                </c:pt>
                <c:pt idx="2008">
                  <c:v>43524</c:v>
                </c:pt>
                <c:pt idx="2009">
                  <c:v>43528</c:v>
                </c:pt>
                <c:pt idx="2010">
                  <c:v>43529</c:v>
                </c:pt>
                <c:pt idx="2011">
                  <c:v>43530</c:v>
                </c:pt>
                <c:pt idx="2012">
                  <c:v>43531</c:v>
                </c:pt>
                <c:pt idx="2013">
                  <c:v>43532</c:v>
                </c:pt>
                <c:pt idx="2014">
                  <c:v>43535</c:v>
                </c:pt>
                <c:pt idx="2015">
                  <c:v>43536</c:v>
                </c:pt>
                <c:pt idx="2016">
                  <c:v>43537</c:v>
                </c:pt>
                <c:pt idx="2017">
                  <c:v>43538</c:v>
                </c:pt>
                <c:pt idx="2018">
                  <c:v>43539</c:v>
                </c:pt>
                <c:pt idx="2019">
                  <c:v>43542</c:v>
                </c:pt>
                <c:pt idx="2020">
                  <c:v>43543</c:v>
                </c:pt>
                <c:pt idx="2021">
                  <c:v>43544</c:v>
                </c:pt>
                <c:pt idx="2022">
                  <c:v>43545</c:v>
                </c:pt>
                <c:pt idx="2023">
                  <c:v>43546</c:v>
                </c:pt>
                <c:pt idx="2024">
                  <c:v>43549</c:v>
                </c:pt>
                <c:pt idx="2025">
                  <c:v>43550</c:v>
                </c:pt>
                <c:pt idx="2026">
                  <c:v>43551</c:v>
                </c:pt>
                <c:pt idx="2027">
                  <c:v>43552</c:v>
                </c:pt>
                <c:pt idx="2028">
                  <c:v>43553</c:v>
                </c:pt>
                <c:pt idx="2029">
                  <c:v>43556</c:v>
                </c:pt>
                <c:pt idx="2030">
                  <c:v>43557</c:v>
                </c:pt>
                <c:pt idx="2031">
                  <c:v>43558</c:v>
                </c:pt>
                <c:pt idx="2032">
                  <c:v>43559</c:v>
                </c:pt>
                <c:pt idx="2033">
                  <c:v>43560</c:v>
                </c:pt>
                <c:pt idx="2034">
                  <c:v>43563</c:v>
                </c:pt>
                <c:pt idx="2035">
                  <c:v>43564</c:v>
                </c:pt>
                <c:pt idx="2036">
                  <c:v>43565</c:v>
                </c:pt>
                <c:pt idx="2037">
                  <c:v>43566</c:v>
                </c:pt>
                <c:pt idx="2038">
                  <c:v>43567</c:v>
                </c:pt>
                <c:pt idx="2039">
                  <c:v>43570</c:v>
                </c:pt>
                <c:pt idx="2040">
                  <c:v>43571</c:v>
                </c:pt>
                <c:pt idx="2041">
                  <c:v>43572</c:v>
                </c:pt>
                <c:pt idx="2042">
                  <c:v>43573</c:v>
                </c:pt>
                <c:pt idx="2043">
                  <c:v>43574</c:v>
                </c:pt>
                <c:pt idx="2044">
                  <c:v>43577</c:v>
                </c:pt>
                <c:pt idx="2045">
                  <c:v>43578</c:v>
                </c:pt>
                <c:pt idx="2046">
                  <c:v>43579</c:v>
                </c:pt>
                <c:pt idx="2047">
                  <c:v>43580</c:v>
                </c:pt>
                <c:pt idx="2048">
                  <c:v>43581</c:v>
                </c:pt>
                <c:pt idx="2049">
                  <c:v>43584</c:v>
                </c:pt>
                <c:pt idx="2050">
                  <c:v>43585</c:v>
                </c:pt>
                <c:pt idx="2051">
                  <c:v>43587</c:v>
                </c:pt>
                <c:pt idx="2052">
                  <c:v>43588</c:v>
                </c:pt>
                <c:pt idx="2053">
                  <c:v>43592</c:v>
                </c:pt>
                <c:pt idx="2054">
                  <c:v>43593</c:v>
                </c:pt>
                <c:pt idx="2055">
                  <c:v>43594</c:v>
                </c:pt>
                <c:pt idx="2056">
                  <c:v>43595</c:v>
                </c:pt>
                <c:pt idx="2057">
                  <c:v>43598</c:v>
                </c:pt>
                <c:pt idx="2058">
                  <c:v>43599</c:v>
                </c:pt>
                <c:pt idx="2059">
                  <c:v>43600</c:v>
                </c:pt>
                <c:pt idx="2060">
                  <c:v>43601</c:v>
                </c:pt>
                <c:pt idx="2061">
                  <c:v>43602</c:v>
                </c:pt>
                <c:pt idx="2062">
                  <c:v>43605</c:v>
                </c:pt>
                <c:pt idx="2063">
                  <c:v>43606</c:v>
                </c:pt>
                <c:pt idx="2064">
                  <c:v>43607</c:v>
                </c:pt>
                <c:pt idx="2065">
                  <c:v>43608</c:v>
                </c:pt>
                <c:pt idx="2066">
                  <c:v>43609</c:v>
                </c:pt>
                <c:pt idx="2067">
                  <c:v>43612</c:v>
                </c:pt>
                <c:pt idx="2068">
                  <c:v>43613</c:v>
                </c:pt>
                <c:pt idx="2069">
                  <c:v>43614</c:v>
                </c:pt>
                <c:pt idx="2070">
                  <c:v>43615</c:v>
                </c:pt>
                <c:pt idx="2071">
                  <c:v>43616</c:v>
                </c:pt>
                <c:pt idx="2072">
                  <c:v>43619</c:v>
                </c:pt>
                <c:pt idx="2073">
                  <c:v>43620</c:v>
                </c:pt>
                <c:pt idx="2074">
                  <c:v>43621</c:v>
                </c:pt>
                <c:pt idx="2075">
                  <c:v>43623</c:v>
                </c:pt>
                <c:pt idx="2076">
                  <c:v>43626</c:v>
                </c:pt>
                <c:pt idx="2077">
                  <c:v>43627</c:v>
                </c:pt>
                <c:pt idx="2078">
                  <c:v>43628</c:v>
                </c:pt>
                <c:pt idx="2079">
                  <c:v>43629</c:v>
                </c:pt>
                <c:pt idx="2080">
                  <c:v>43630</c:v>
                </c:pt>
                <c:pt idx="2081">
                  <c:v>43633</c:v>
                </c:pt>
                <c:pt idx="2082">
                  <c:v>43634</c:v>
                </c:pt>
                <c:pt idx="2083">
                  <c:v>43635</c:v>
                </c:pt>
                <c:pt idx="2084">
                  <c:v>43636</c:v>
                </c:pt>
                <c:pt idx="2085">
                  <c:v>43637</c:v>
                </c:pt>
                <c:pt idx="2086">
                  <c:v>43640</c:v>
                </c:pt>
                <c:pt idx="2087">
                  <c:v>43641</c:v>
                </c:pt>
                <c:pt idx="2088">
                  <c:v>43642</c:v>
                </c:pt>
                <c:pt idx="2089">
                  <c:v>43643</c:v>
                </c:pt>
                <c:pt idx="2090">
                  <c:v>43644</c:v>
                </c:pt>
                <c:pt idx="2091">
                  <c:v>43647</c:v>
                </c:pt>
                <c:pt idx="2092">
                  <c:v>43648</c:v>
                </c:pt>
                <c:pt idx="2093">
                  <c:v>43649</c:v>
                </c:pt>
                <c:pt idx="2094">
                  <c:v>43650</c:v>
                </c:pt>
                <c:pt idx="2095">
                  <c:v>43651</c:v>
                </c:pt>
                <c:pt idx="2096">
                  <c:v>43654</c:v>
                </c:pt>
                <c:pt idx="2097">
                  <c:v>43655</c:v>
                </c:pt>
                <c:pt idx="2098">
                  <c:v>43656</c:v>
                </c:pt>
                <c:pt idx="2099">
                  <c:v>43657</c:v>
                </c:pt>
                <c:pt idx="2100">
                  <c:v>43658</c:v>
                </c:pt>
                <c:pt idx="2101">
                  <c:v>43661</c:v>
                </c:pt>
                <c:pt idx="2102">
                  <c:v>43662</c:v>
                </c:pt>
                <c:pt idx="2103">
                  <c:v>43663</c:v>
                </c:pt>
                <c:pt idx="2104">
                  <c:v>43664</c:v>
                </c:pt>
                <c:pt idx="2105">
                  <c:v>43665</c:v>
                </c:pt>
                <c:pt idx="2106">
                  <c:v>43668</c:v>
                </c:pt>
                <c:pt idx="2107">
                  <c:v>43669</c:v>
                </c:pt>
                <c:pt idx="2108">
                  <c:v>43670</c:v>
                </c:pt>
                <c:pt idx="2109">
                  <c:v>43671</c:v>
                </c:pt>
                <c:pt idx="2110">
                  <c:v>43672</c:v>
                </c:pt>
                <c:pt idx="2111">
                  <c:v>43675</c:v>
                </c:pt>
                <c:pt idx="2112">
                  <c:v>43676</c:v>
                </c:pt>
                <c:pt idx="2113">
                  <c:v>43677</c:v>
                </c:pt>
                <c:pt idx="2114">
                  <c:v>43678</c:v>
                </c:pt>
                <c:pt idx="2115">
                  <c:v>43679</c:v>
                </c:pt>
                <c:pt idx="2116">
                  <c:v>43682</c:v>
                </c:pt>
                <c:pt idx="2117">
                  <c:v>43683</c:v>
                </c:pt>
                <c:pt idx="2118">
                  <c:v>43684</c:v>
                </c:pt>
                <c:pt idx="2119">
                  <c:v>43685</c:v>
                </c:pt>
                <c:pt idx="2120">
                  <c:v>43686</c:v>
                </c:pt>
                <c:pt idx="2121">
                  <c:v>43689</c:v>
                </c:pt>
                <c:pt idx="2122">
                  <c:v>43690</c:v>
                </c:pt>
                <c:pt idx="2123">
                  <c:v>43691</c:v>
                </c:pt>
                <c:pt idx="2124">
                  <c:v>43693</c:v>
                </c:pt>
                <c:pt idx="2125">
                  <c:v>43696</c:v>
                </c:pt>
                <c:pt idx="2126">
                  <c:v>43697</c:v>
                </c:pt>
                <c:pt idx="2127">
                  <c:v>43698</c:v>
                </c:pt>
                <c:pt idx="2128">
                  <c:v>43699</c:v>
                </c:pt>
                <c:pt idx="2129">
                  <c:v>43700</c:v>
                </c:pt>
                <c:pt idx="2130">
                  <c:v>43703</c:v>
                </c:pt>
                <c:pt idx="2131">
                  <c:v>43704</c:v>
                </c:pt>
                <c:pt idx="2132">
                  <c:v>43705</c:v>
                </c:pt>
                <c:pt idx="2133">
                  <c:v>43706</c:v>
                </c:pt>
                <c:pt idx="2134">
                  <c:v>43707</c:v>
                </c:pt>
                <c:pt idx="2135">
                  <c:v>43710</c:v>
                </c:pt>
                <c:pt idx="2136">
                  <c:v>43711</c:v>
                </c:pt>
                <c:pt idx="2137">
                  <c:v>43712</c:v>
                </c:pt>
                <c:pt idx="2138">
                  <c:v>43713</c:v>
                </c:pt>
                <c:pt idx="2139">
                  <c:v>43714</c:v>
                </c:pt>
                <c:pt idx="2140">
                  <c:v>43717</c:v>
                </c:pt>
                <c:pt idx="2141">
                  <c:v>43718</c:v>
                </c:pt>
                <c:pt idx="2142">
                  <c:v>43719</c:v>
                </c:pt>
                <c:pt idx="2143">
                  <c:v>43724</c:v>
                </c:pt>
                <c:pt idx="2144">
                  <c:v>43725</c:v>
                </c:pt>
                <c:pt idx="2145">
                  <c:v>43726</c:v>
                </c:pt>
                <c:pt idx="2146">
                  <c:v>43727</c:v>
                </c:pt>
                <c:pt idx="2147">
                  <c:v>43728</c:v>
                </c:pt>
                <c:pt idx="2148">
                  <c:v>43731</c:v>
                </c:pt>
                <c:pt idx="2149">
                  <c:v>43732</c:v>
                </c:pt>
                <c:pt idx="2150">
                  <c:v>43733</c:v>
                </c:pt>
                <c:pt idx="2151">
                  <c:v>43734</c:v>
                </c:pt>
                <c:pt idx="2152">
                  <c:v>43735</c:v>
                </c:pt>
                <c:pt idx="2153">
                  <c:v>43738</c:v>
                </c:pt>
                <c:pt idx="2154">
                  <c:v>43739</c:v>
                </c:pt>
                <c:pt idx="2155">
                  <c:v>43740</c:v>
                </c:pt>
                <c:pt idx="2156">
                  <c:v>43742</c:v>
                </c:pt>
                <c:pt idx="2157">
                  <c:v>43745</c:v>
                </c:pt>
                <c:pt idx="2158">
                  <c:v>43746</c:v>
                </c:pt>
                <c:pt idx="2159">
                  <c:v>43748</c:v>
                </c:pt>
                <c:pt idx="2160">
                  <c:v>43749</c:v>
                </c:pt>
                <c:pt idx="2161">
                  <c:v>43752</c:v>
                </c:pt>
                <c:pt idx="2162">
                  <c:v>43753</c:v>
                </c:pt>
                <c:pt idx="2163">
                  <c:v>43754</c:v>
                </c:pt>
                <c:pt idx="2164">
                  <c:v>43755</c:v>
                </c:pt>
                <c:pt idx="2165">
                  <c:v>43756</c:v>
                </c:pt>
                <c:pt idx="2166">
                  <c:v>43759</c:v>
                </c:pt>
                <c:pt idx="2167">
                  <c:v>43760</c:v>
                </c:pt>
                <c:pt idx="2168">
                  <c:v>43761</c:v>
                </c:pt>
                <c:pt idx="2169">
                  <c:v>43762</c:v>
                </c:pt>
                <c:pt idx="2170">
                  <c:v>43763</c:v>
                </c:pt>
                <c:pt idx="2171">
                  <c:v>43766</c:v>
                </c:pt>
                <c:pt idx="2172">
                  <c:v>43767</c:v>
                </c:pt>
                <c:pt idx="2173">
                  <c:v>43768</c:v>
                </c:pt>
                <c:pt idx="2174">
                  <c:v>43769</c:v>
                </c:pt>
                <c:pt idx="2175">
                  <c:v>43770</c:v>
                </c:pt>
                <c:pt idx="2176">
                  <c:v>43773</c:v>
                </c:pt>
                <c:pt idx="2177">
                  <c:v>43774</c:v>
                </c:pt>
                <c:pt idx="2178">
                  <c:v>43775</c:v>
                </c:pt>
                <c:pt idx="2179">
                  <c:v>43776</c:v>
                </c:pt>
                <c:pt idx="2180">
                  <c:v>43777</c:v>
                </c:pt>
                <c:pt idx="2181">
                  <c:v>43780</c:v>
                </c:pt>
                <c:pt idx="2182">
                  <c:v>43781</c:v>
                </c:pt>
                <c:pt idx="2183">
                  <c:v>43782</c:v>
                </c:pt>
                <c:pt idx="2184">
                  <c:v>43783</c:v>
                </c:pt>
                <c:pt idx="2185">
                  <c:v>43784</c:v>
                </c:pt>
                <c:pt idx="2186">
                  <c:v>43787</c:v>
                </c:pt>
                <c:pt idx="2187">
                  <c:v>43788</c:v>
                </c:pt>
                <c:pt idx="2188">
                  <c:v>43789</c:v>
                </c:pt>
                <c:pt idx="2189">
                  <c:v>43790</c:v>
                </c:pt>
                <c:pt idx="2190">
                  <c:v>43791</c:v>
                </c:pt>
                <c:pt idx="2191">
                  <c:v>43794</c:v>
                </c:pt>
                <c:pt idx="2192">
                  <c:v>43795</c:v>
                </c:pt>
                <c:pt idx="2193">
                  <c:v>43796</c:v>
                </c:pt>
                <c:pt idx="2194">
                  <c:v>43797</c:v>
                </c:pt>
                <c:pt idx="2195">
                  <c:v>43798</c:v>
                </c:pt>
                <c:pt idx="2196">
                  <c:v>43801</c:v>
                </c:pt>
                <c:pt idx="2197">
                  <c:v>43802</c:v>
                </c:pt>
                <c:pt idx="2198">
                  <c:v>43803</c:v>
                </c:pt>
                <c:pt idx="2199">
                  <c:v>43804</c:v>
                </c:pt>
                <c:pt idx="2200">
                  <c:v>43805</c:v>
                </c:pt>
                <c:pt idx="2201">
                  <c:v>43808</c:v>
                </c:pt>
                <c:pt idx="2202">
                  <c:v>43809</c:v>
                </c:pt>
                <c:pt idx="2203">
                  <c:v>43810</c:v>
                </c:pt>
                <c:pt idx="2204">
                  <c:v>43811</c:v>
                </c:pt>
                <c:pt idx="2205">
                  <c:v>43812</c:v>
                </c:pt>
                <c:pt idx="2206">
                  <c:v>43815</c:v>
                </c:pt>
                <c:pt idx="2207">
                  <c:v>43816</c:v>
                </c:pt>
                <c:pt idx="2208">
                  <c:v>43817</c:v>
                </c:pt>
                <c:pt idx="2209">
                  <c:v>43818</c:v>
                </c:pt>
                <c:pt idx="2210">
                  <c:v>43819</c:v>
                </c:pt>
                <c:pt idx="2211">
                  <c:v>43822</c:v>
                </c:pt>
                <c:pt idx="2212">
                  <c:v>43823</c:v>
                </c:pt>
                <c:pt idx="2213">
                  <c:v>43825</c:v>
                </c:pt>
                <c:pt idx="2214">
                  <c:v>43826</c:v>
                </c:pt>
                <c:pt idx="2215">
                  <c:v>43829</c:v>
                </c:pt>
                <c:pt idx="2216">
                  <c:v>43832</c:v>
                </c:pt>
                <c:pt idx="2217">
                  <c:v>43833</c:v>
                </c:pt>
                <c:pt idx="2218">
                  <c:v>43836</c:v>
                </c:pt>
                <c:pt idx="2219">
                  <c:v>43837</c:v>
                </c:pt>
                <c:pt idx="2220">
                  <c:v>43838</c:v>
                </c:pt>
                <c:pt idx="2221">
                  <c:v>43839</c:v>
                </c:pt>
                <c:pt idx="2222">
                  <c:v>43840</c:v>
                </c:pt>
                <c:pt idx="2223">
                  <c:v>43843</c:v>
                </c:pt>
                <c:pt idx="2224">
                  <c:v>43844</c:v>
                </c:pt>
                <c:pt idx="2225">
                  <c:v>43845</c:v>
                </c:pt>
                <c:pt idx="2226">
                  <c:v>43846</c:v>
                </c:pt>
                <c:pt idx="2227">
                  <c:v>43847</c:v>
                </c:pt>
                <c:pt idx="2228">
                  <c:v>43850</c:v>
                </c:pt>
                <c:pt idx="2229">
                  <c:v>43851</c:v>
                </c:pt>
                <c:pt idx="2230">
                  <c:v>43852</c:v>
                </c:pt>
                <c:pt idx="2231">
                  <c:v>43853</c:v>
                </c:pt>
                <c:pt idx="2232">
                  <c:v>43858</c:v>
                </c:pt>
                <c:pt idx="2233">
                  <c:v>43859</c:v>
                </c:pt>
                <c:pt idx="2234">
                  <c:v>43860</c:v>
                </c:pt>
                <c:pt idx="2235">
                  <c:v>43861</c:v>
                </c:pt>
                <c:pt idx="2236">
                  <c:v>43864</c:v>
                </c:pt>
                <c:pt idx="2237">
                  <c:v>43865</c:v>
                </c:pt>
                <c:pt idx="2238">
                  <c:v>43866</c:v>
                </c:pt>
                <c:pt idx="2239">
                  <c:v>43867</c:v>
                </c:pt>
                <c:pt idx="2240">
                  <c:v>43868</c:v>
                </c:pt>
                <c:pt idx="2241">
                  <c:v>43871</c:v>
                </c:pt>
                <c:pt idx="2242">
                  <c:v>43872</c:v>
                </c:pt>
                <c:pt idx="2243">
                  <c:v>43873</c:v>
                </c:pt>
                <c:pt idx="2244">
                  <c:v>43874</c:v>
                </c:pt>
                <c:pt idx="2245">
                  <c:v>43875</c:v>
                </c:pt>
                <c:pt idx="2246">
                  <c:v>43878</c:v>
                </c:pt>
                <c:pt idx="2247">
                  <c:v>43879</c:v>
                </c:pt>
                <c:pt idx="2248">
                  <c:v>43880</c:v>
                </c:pt>
                <c:pt idx="2249">
                  <c:v>43881</c:v>
                </c:pt>
                <c:pt idx="2250">
                  <c:v>43882</c:v>
                </c:pt>
                <c:pt idx="2251">
                  <c:v>43885</c:v>
                </c:pt>
                <c:pt idx="2252">
                  <c:v>43886</c:v>
                </c:pt>
                <c:pt idx="2253">
                  <c:v>43887</c:v>
                </c:pt>
                <c:pt idx="2254">
                  <c:v>43888</c:v>
                </c:pt>
                <c:pt idx="2255">
                  <c:v>43889</c:v>
                </c:pt>
                <c:pt idx="2256">
                  <c:v>43892</c:v>
                </c:pt>
                <c:pt idx="2257">
                  <c:v>43893</c:v>
                </c:pt>
                <c:pt idx="2258">
                  <c:v>43894</c:v>
                </c:pt>
                <c:pt idx="2259">
                  <c:v>43895</c:v>
                </c:pt>
                <c:pt idx="2260">
                  <c:v>43896</c:v>
                </c:pt>
                <c:pt idx="2261">
                  <c:v>43899</c:v>
                </c:pt>
                <c:pt idx="2262">
                  <c:v>43900</c:v>
                </c:pt>
                <c:pt idx="2263">
                  <c:v>43901</c:v>
                </c:pt>
                <c:pt idx="2264">
                  <c:v>43902</c:v>
                </c:pt>
                <c:pt idx="2265">
                  <c:v>43903</c:v>
                </c:pt>
                <c:pt idx="2266">
                  <c:v>43906</c:v>
                </c:pt>
                <c:pt idx="2267">
                  <c:v>43907</c:v>
                </c:pt>
                <c:pt idx="2268">
                  <c:v>43908</c:v>
                </c:pt>
                <c:pt idx="2269">
                  <c:v>43909</c:v>
                </c:pt>
                <c:pt idx="2270">
                  <c:v>43910</c:v>
                </c:pt>
                <c:pt idx="2271">
                  <c:v>43913</c:v>
                </c:pt>
                <c:pt idx="2272">
                  <c:v>43914</c:v>
                </c:pt>
                <c:pt idx="2273">
                  <c:v>43915</c:v>
                </c:pt>
                <c:pt idx="2274">
                  <c:v>43916</c:v>
                </c:pt>
                <c:pt idx="2275">
                  <c:v>43917</c:v>
                </c:pt>
                <c:pt idx="2276">
                  <c:v>43920</c:v>
                </c:pt>
                <c:pt idx="2277">
                  <c:v>43921</c:v>
                </c:pt>
              </c:numCache>
            </c:numRef>
          </c:cat>
          <c:val>
            <c:numRef>
              <c:f>Sheet2!$Q$2735:$Q$5012</c:f>
              <c:numCache>
                <c:formatCode>0.0%</c:formatCode>
                <c:ptCount val="2278"/>
                <c:pt idx="0">
                  <c:v>0</c:v>
                </c:pt>
                <c:pt idx="1">
                  <c:v>-8.2108905474775895E-7</c:v>
                </c:pt>
                <c:pt idx="2">
                  <c:v>-3.1068875021578179E-6</c:v>
                </c:pt>
                <c:pt idx="3">
                  <c:v>-2.2418769836107799E-6</c:v>
                </c:pt>
                <c:pt idx="4">
                  <c:v>-1.1221740763289745E-6</c:v>
                </c:pt>
                <c:pt idx="5">
                  <c:v>-2.3370927662025309E-6</c:v>
                </c:pt>
                <c:pt idx="6">
                  <c:v>9.6882225264494082E-7</c:v>
                </c:pt>
                <c:pt idx="7">
                  <c:v>2.7792168855178545E-7</c:v>
                </c:pt>
                <c:pt idx="8">
                  <c:v>-1.5460953062262917E-6</c:v>
                </c:pt>
                <c:pt idx="9">
                  <c:v>3.1558751323323975E-7</c:v>
                </c:pt>
                <c:pt idx="10">
                  <c:v>-5.2083189383544948E-6</c:v>
                </c:pt>
                <c:pt idx="11">
                  <c:v>9.6386318881869215E-7</c:v>
                </c:pt>
                <c:pt idx="12">
                  <c:v>2.7280327647982716E-6</c:v>
                </c:pt>
                <c:pt idx="13">
                  <c:v>-5.8420781963164359E-6</c:v>
                </c:pt>
                <c:pt idx="14">
                  <c:v>5.4331949452812722E-6</c:v>
                </c:pt>
                <c:pt idx="15">
                  <c:v>3.0283442615131051E-5</c:v>
                </c:pt>
                <c:pt idx="16">
                  <c:v>3.8834054026049003E-5</c:v>
                </c:pt>
                <c:pt idx="17">
                  <c:v>3.9593409676630387E-5</c:v>
                </c:pt>
                <c:pt idx="18">
                  <c:v>3.856380151523453E-5</c:v>
                </c:pt>
                <c:pt idx="19">
                  <c:v>3.5416740833404958E-5</c:v>
                </c:pt>
                <c:pt idx="20">
                  <c:v>4.213540444930608E-5</c:v>
                </c:pt>
                <c:pt idx="21">
                  <c:v>8.0299290211138796E-5</c:v>
                </c:pt>
                <c:pt idx="22">
                  <c:v>8.2416559269660183E-5</c:v>
                </c:pt>
                <c:pt idx="23">
                  <c:v>9.047433820530415E-5</c:v>
                </c:pt>
                <c:pt idx="24">
                  <c:v>8.7616715935601164E-5</c:v>
                </c:pt>
                <c:pt idx="25">
                  <c:v>6.6150132772446746E-5</c:v>
                </c:pt>
                <c:pt idx="26">
                  <c:v>-2.0506041630841132E-5</c:v>
                </c:pt>
                <c:pt idx="27">
                  <c:v>-1.5732543383684128E-4</c:v>
                </c:pt>
                <c:pt idx="28">
                  <c:v>1.0237162904846997E-4</c:v>
                </c:pt>
                <c:pt idx="29">
                  <c:v>8.4881490252985969E-5</c:v>
                </c:pt>
                <c:pt idx="30">
                  <c:v>-1.1793078296129522E-6</c:v>
                </c:pt>
                <c:pt idx="31">
                  <c:v>-5.4769578360480686E-5</c:v>
                </c:pt>
                <c:pt idx="32">
                  <c:v>1.5133440384318408E-4</c:v>
                </c:pt>
                <c:pt idx="33">
                  <c:v>1.1573690583854823E-4</c:v>
                </c:pt>
                <c:pt idx="34">
                  <c:v>-3.1231736978498681E-5</c:v>
                </c:pt>
                <c:pt idx="35">
                  <c:v>-7.8012100981794674E-5</c:v>
                </c:pt>
                <c:pt idx="36">
                  <c:v>-1.6096211243377123E-4</c:v>
                </c:pt>
                <c:pt idx="37">
                  <c:v>-6.4109646429999501E-5</c:v>
                </c:pt>
                <c:pt idx="38">
                  <c:v>-2.223312061544469E-4</c:v>
                </c:pt>
                <c:pt idx="39">
                  <c:v>-3.1624066029234399E-4</c:v>
                </c:pt>
                <c:pt idx="40">
                  <c:v>8.8894998556909854E-5</c:v>
                </c:pt>
                <c:pt idx="41">
                  <c:v>3.2900666739199558E-4</c:v>
                </c:pt>
                <c:pt idx="42">
                  <c:v>2.2564680713954566E-4</c:v>
                </c:pt>
                <c:pt idx="43">
                  <c:v>3.1115297241546269E-4</c:v>
                </c:pt>
                <c:pt idx="44">
                  <c:v>3.2811135002630554E-4</c:v>
                </c:pt>
                <c:pt idx="45">
                  <c:v>2.1979710051878154E-4</c:v>
                </c:pt>
                <c:pt idx="46">
                  <c:v>3.0664476936337337E-5</c:v>
                </c:pt>
                <c:pt idx="47">
                  <c:v>3.0162814404244287E-4</c:v>
                </c:pt>
                <c:pt idx="48">
                  <c:v>-1.799552118897374E-5</c:v>
                </c:pt>
                <c:pt idx="49">
                  <c:v>4.2271638316715432E-4</c:v>
                </c:pt>
                <c:pt idx="50">
                  <c:v>4.4344448828192995E-4</c:v>
                </c:pt>
                <c:pt idx="51">
                  <c:v>5.8732679654982523E-4</c:v>
                </c:pt>
                <c:pt idx="52">
                  <c:v>6.894333010992737E-4</c:v>
                </c:pt>
                <c:pt idx="53">
                  <c:v>7.2004711442708036E-4</c:v>
                </c:pt>
                <c:pt idx="54">
                  <c:v>7.1262493402135529E-4</c:v>
                </c:pt>
                <c:pt idx="55">
                  <c:v>7.8380006465883501E-4</c:v>
                </c:pt>
                <c:pt idx="56">
                  <c:v>7.8930711935687459E-4</c:v>
                </c:pt>
                <c:pt idx="57">
                  <c:v>7.8230506633181207E-4</c:v>
                </c:pt>
                <c:pt idx="58">
                  <c:v>7.449240923187439E-4</c:v>
                </c:pt>
                <c:pt idx="59">
                  <c:v>6.5660376603315918E-4</c:v>
                </c:pt>
                <c:pt idx="60">
                  <c:v>5.6563428281442008E-4</c:v>
                </c:pt>
                <c:pt idx="61">
                  <c:v>4.5050999921669721E-4</c:v>
                </c:pt>
                <c:pt idx="62">
                  <c:v>5.0414161135492463E-4</c:v>
                </c:pt>
                <c:pt idx="63">
                  <c:v>3.6377626058770041E-4</c:v>
                </c:pt>
                <c:pt idx="64">
                  <c:v>4.2062312330526375E-4</c:v>
                </c:pt>
                <c:pt idx="65">
                  <c:v>4.9147645159042241E-4</c:v>
                </c:pt>
                <c:pt idx="66">
                  <c:v>4.4817006754849231E-4</c:v>
                </c:pt>
                <c:pt idx="67">
                  <c:v>4.9105677676841708E-4</c:v>
                </c:pt>
                <c:pt idx="68">
                  <c:v>8.066898957814761E-4</c:v>
                </c:pt>
                <c:pt idx="69">
                  <c:v>6.2983749058242999E-4</c:v>
                </c:pt>
                <c:pt idx="70">
                  <c:v>4.4903490402314894E-4</c:v>
                </c:pt>
                <c:pt idx="71">
                  <c:v>4.8132826316082955E-4</c:v>
                </c:pt>
                <c:pt idx="72">
                  <c:v>5.403968586470409E-4</c:v>
                </c:pt>
                <c:pt idx="73">
                  <c:v>6.843800444744641E-4</c:v>
                </c:pt>
                <c:pt idx="74">
                  <c:v>2.0951655255618817E-4</c:v>
                </c:pt>
                <c:pt idx="75">
                  <c:v>-2.8480405022079935E-4</c:v>
                </c:pt>
                <c:pt idx="76">
                  <c:v>-2.3449416824750102E-4</c:v>
                </c:pt>
                <c:pt idx="77">
                  <c:v>-5.2032629462450686E-4</c:v>
                </c:pt>
                <c:pt idx="78">
                  <c:v>-2.972556488622935E-4</c:v>
                </c:pt>
                <c:pt idx="79">
                  <c:v>-4.0844307799958735E-4</c:v>
                </c:pt>
                <c:pt idx="80">
                  <c:v>-4.1999196586450793E-4</c:v>
                </c:pt>
                <c:pt idx="81">
                  <c:v>-1.2852240894645206E-4</c:v>
                </c:pt>
                <c:pt idx="82">
                  <c:v>-8.7076045314282702E-4</c:v>
                </c:pt>
                <c:pt idx="83">
                  <c:v>-1.5244854753371229E-4</c:v>
                </c:pt>
                <c:pt idx="84">
                  <c:v>3.563738827383478E-4</c:v>
                </c:pt>
                <c:pt idx="85">
                  <c:v>9.7503848875613031E-4</c:v>
                </c:pt>
                <c:pt idx="86">
                  <c:v>1.0662526234648251E-3</c:v>
                </c:pt>
                <c:pt idx="87">
                  <c:v>7.9435567158792075E-4</c:v>
                </c:pt>
                <c:pt idx="88">
                  <c:v>1.4755718445382815E-3</c:v>
                </c:pt>
                <c:pt idx="89">
                  <c:v>1.4953904025902798E-3</c:v>
                </c:pt>
                <c:pt idx="90">
                  <c:v>1.5946171552003729E-3</c:v>
                </c:pt>
                <c:pt idx="91">
                  <c:v>1.5958899446619768E-3</c:v>
                </c:pt>
                <c:pt idx="92">
                  <c:v>1.5152998672396389E-3</c:v>
                </c:pt>
                <c:pt idx="93">
                  <c:v>1.8505874797949406E-3</c:v>
                </c:pt>
                <c:pt idx="94">
                  <c:v>1.8331277927632339E-3</c:v>
                </c:pt>
                <c:pt idx="95">
                  <c:v>2.0548380147896728E-3</c:v>
                </c:pt>
                <c:pt idx="96">
                  <c:v>2.0839503052854091E-3</c:v>
                </c:pt>
                <c:pt idx="97">
                  <c:v>1.9476212331855924E-3</c:v>
                </c:pt>
                <c:pt idx="98">
                  <c:v>2.5425764593709488E-3</c:v>
                </c:pt>
                <c:pt idx="99">
                  <c:v>2.5391536764991507E-3</c:v>
                </c:pt>
                <c:pt idx="100">
                  <c:v>2.553952225561984E-3</c:v>
                </c:pt>
                <c:pt idx="101">
                  <c:v>2.5342874133300608E-3</c:v>
                </c:pt>
                <c:pt idx="102">
                  <c:v>2.5350134164867644E-3</c:v>
                </c:pt>
                <c:pt idx="103">
                  <c:v>2.824243321045472E-3</c:v>
                </c:pt>
                <c:pt idx="104">
                  <c:v>2.8220914856489365E-3</c:v>
                </c:pt>
                <c:pt idx="105">
                  <c:v>2.8740901155843712E-3</c:v>
                </c:pt>
                <c:pt idx="106">
                  <c:v>2.8896832274134532E-3</c:v>
                </c:pt>
                <c:pt idx="107">
                  <c:v>2.8430046986955837E-3</c:v>
                </c:pt>
                <c:pt idx="108">
                  <c:v>2.6836044253284452E-3</c:v>
                </c:pt>
                <c:pt idx="109">
                  <c:v>2.7492206710439948E-3</c:v>
                </c:pt>
                <c:pt idx="110">
                  <c:v>3.0541289127135052E-3</c:v>
                </c:pt>
                <c:pt idx="111">
                  <c:v>3.0822192624078149E-3</c:v>
                </c:pt>
                <c:pt idx="112">
                  <c:v>2.9563070198292962E-3</c:v>
                </c:pt>
                <c:pt idx="113">
                  <c:v>2.7096049872675776E-3</c:v>
                </c:pt>
                <c:pt idx="114">
                  <c:v>2.479269359554892E-3</c:v>
                </c:pt>
                <c:pt idx="115">
                  <c:v>3.1131685462996161E-3</c:v>
                </c:pt>
                <c:pt idx="116">
                  <c:v>3.3113060225292701E-3</c:v>
                </c:pt>
                <c:pt idx="117">
                  <c:v>3.2149288080055571E-3</c:v>
                </c:pt>
                <c:pt idx="118">
                  <c:v>3.6517553448636164E-3</c:v>
                </c:pt>
                <c:pt idx="119">
                  <c:v>3.5794005658583705E-3</c:v>
                </c:pt>
                <c:pt idx="120">
                  <c:v>3.5147681198629543E-3</c:v>
                </c:pt>
                <c:pt idx="121">
                  <c:v>3.8349975932625568E-3</c:v>
                </c:pt>
                <c:pt idx="122">
                  <c:v>3.8472230772221838E-3</c:v>
                </c:pt>
                <c:pt idx="123">
                  <c:v>3.89914307747663E-3</c:v>
                </c:pt>
                <c:pt idx="124">
                  <c:v>3.8032461485206781E-3</c:v>
                </c:pt>
                <c:pt idx="125">
                  <c:v>3.6447053449089051E-3</c:v>
                </c:pt>
                <c:pt idx="126">
                  <c:v>3.5188092241893454E-3</c:v>
                </c:pt>
                <c:pt idx="127">
                  <c:v>3.4062890456976191E-3</c:v>
                </c:pt>
                <c:pt idx="128">
                  <c:v>3.4089194309807613E-3</c:v>
                </c:pt>
                <c:pt idx="129">
                  <c:v>3.8800739742022028E-3</c:v>
                </c:pt>
                <c:pt idx="130">
                  <c:v>4.406555821475866E-3</c:v>
                </c:pt>
                <c:pt idx="131">
                  <c:v>4.441703649731954E-3</c:v>
                </c:pt>
                <c:pt idx="132">
                  <c:v>4.4473732587357873E-3</c:v>
                </c:pt>
                <c:pt idx="133">
                  <c:v>4.4233558504396253E-3</c:v>
                </c:pt>
                <c:pt idx="134">
                  <c:v>4.5321151030881524E-3</c:v>
                </c:pt>
                <c:pt idx="135">
                  <c:v>4.531529228199993E-3</c:v>
                </c:pt>
                <c:pt idx="136">
                  <c:v>4.5560774356490086E-3</c:v>
                </c:pt>
                <c:pt idx="137">
                  <c:v>4.6156839052531318E-3</c:v>
                </c:pt>
                <c:pt idx="138">
                  <c:v>4.5098405764252281E-3</c:v>
                </c:pt>
                <c:pt idx="139">
                  <c:v>4.7480443912155668E-3</c:v>
                </c:pt>
                <c:pt idx="140">
                  <c:v>4.66066800706888E-3</c:v>
                </c:pt>
                <c:pt idx="141">
                  <c:v>4.6128238055880288E-3</c:v>
                </c:pt>
                <c:pt idx="142">
                  <c:v>4.8323983544302784E-3</c:v>
                </c:pt>
                <c:pt idx="143">
                  <c:v>4.9532713856599297E-3</c:v>
                </c:pt>
                <c:pt idx="144">
                  <c:v>4.9772932917904189E-3</c:v>
                </c:pt>
                <c:pt idx="145">
                  <c:v>5.5041901472132615E-3</c:v>
                </c:pt>
                <c:pt idx="146">
                  <c:v>5.2289913870242621E-3</c:v>
                </c:pt>
                <c:pt idx="147">
                  <c:v>4.2304241917351382E-3</c:v>
                </c:pt>
                <c:pt idx="148">
                  <c:v>1.7103904407435033E-3</c:v>
                </c:pt>
                <c:pt idx="149">
                  <c:v>-2.2794541799565637E-3</c:v>
                </c:pt>
                <c:pt idx="150">
                  <c:v>-7.4807365944059567E-3</c:v>
                </c:pt>
                <c:pt idx="151">
                  <c:v>-7.6945480437500269E-3</c:v>
                </c:pt>
                <c:pt idx="152">
                  <c:v>-7.0191205814646995E-3</c:v>
                </c:pt>
                <c:pt idx="153">
                  <c:v>-9.7515049203000803E-3</c:v>
                </c:pt>
                <c:pt idx="154">
                  <c:v>-3.5718749060820176E-4</c:v>
                </c:pt>
                <c:pt idx="155">
                  <c:v>3.6075257614875955E-4</c:v>
                </c:pt>
                <c:pt idx="156">
                  <c:v>-2.5985102257506387E-3</c:v>
                </c:pt>
                <c:pt idx="157">
                  <c:v>-1.2833976257580315E-2</c:v>
                </c:pt>
                <c:pt idx="158">
                  <c:v>-1.5699689346890366E-2</c:v>
                </c:pt>
                <c:pt idx="159">
                  <c:v>-9.4166669982282958E-3</c:v>
                </c:pt>
                <c:pt idx="160">
                  <c:v>-1.1813472124979518E-2</c:v>
                </c:pt>
                <c:pt idx="161">
                  <c:v>-1.037216565693222E-2</c:v>
                </c:pt>
                <c:pt idx="162">
                  <c:v>-8.808753148683568E-3</c:v>
                </c:pt>
                <c:pt idx="163">
                  <c:v>-3.2901791941174485E-3</c:v>
                </c:pt>
                <c:pt idx="164">
                  <c:v>-1.9702390546764148E-3</c:v>
                </c:pt>
                <c:pt idx="165">
                  <c:v>1.086876474230003E-3</c:v>
                </c:pt>
                <c:pt idx="166">
                  <c:v>1.2121168535942362E-3</c:v>
                </c:pt>
                <c:pt idx="167">
                  <c:v>-9.7527254177109945E-5</c:v>
                </c:pt>
                <c:pt idx="168">
                  <c:v>-7.2326248221099565E-3</c:v>
                </c:pt>
                <c:pt idx="169">
                  <c:v>-9.0827189106790218E-3</c:v>
                </c:pt>
                <c:pt idx="170">
                  <c:v>-1.5298148967718417E-3</c:v>
                </c:pt>
                <c:pt idx="171">
                  <c:v>1.4982493164683586E-4</c:v>
                </c:pt>
                <c:pt idx="172">
                  <c:v>-3.2538959251289246E-3</c:v>
                </c:pt>
                <c:pt idx="173">
                  <c:v>-9.5949954506586721E-3</c:v>
                </c:pt>
                <c:pt idx="174">
                  <c:v>-6.9102735145266658E-3</c:v>
                </c:pt>
                <c:pt idx="175">
                  <c:v>4.4354044165284545E-4</c:v>
                </c:pt>
                <c:pt idx="176">
                  <c:v>-1.0682881795393007E-3</c:v>
                </c:pt>
                <c:pt idx="177">
                  <c:v>5.5730239662588055E-4</c:v>
                </c:pt>
                <c:pt idx="178">
                  <c:v>1.9303332546679597E-3</c:v>
                </c:pt>
                <c:pt idx="179">
                  <c:v>-2.9606885253067317E-3</c:v>
                </c:pt>
                <c:pt idx="180">
                  <c:v>-1.3775016221652781E-2</c:v>
                </c:pt>
                <c:pt idx="181">
                  <c:v>-1.6903289072211947E-2</c:v>
                </c:pt>
                <c:pt idx="182">
                  <c:v>-9.6778083132590398E-3</c:v>
                </c:pt>
                <c:pt idx="183">
                  <c:v>-1.0815733055076771E-2</c:v>
                </c:pt>
                <c:pt idx="184">
                  <c:v>-5.8637817420383875E-3</c:v>
                </c:pt>
                <c:pt idx="185">
                  <c:v>-5.8312702174009301E-3</c:v>
                </c:pt>
                <c:pt idx="186">
                  <c:v>-1.2716874995878147E-2</c:v>
                </c:pt>
                <c:pt idx="187">
                  <c:v>-1.6049681975200958E-2</c:v>
                </c:pt>
                <c:pt idx="188">
                  <c:v>-1.1628136590326577E-2</c:v>
                </c:pt>
                <c:pt idx="189">
                  <c:v>-6.9116608256908352E-3</c:v>
                </c:pt>
                <c:pt idx="190">
                  <c:v>-6.4719827249438699E-3</c:v>
                </c:pt>
                <c:pt idx="191">
                  <c:v>-3.3353258844950329E-3</c:v>
                </c:pt>
                <c:pt idx="192">
                  <c:v>-2.0195555053720282E-3</c:v>
                </c:pt>
                <c:pt idx="193">
                  <c:v>-1.0623407209168212E-3</c:v>
                </c:pt>
                <c:pt idx="194">
                  <c:v>-5.1092421527565435E-5</c:v>
                </c:pt>
                <c:pt idx="195">
                  <c:v>2.26968309716713E-3</c:v>
                </c:pt>
                <c:pt idx="196">
                  <c:v>3.6326426329791328E-4</c:v>
                </c:pt>
                <c:pt idx="197">
                  <c:v>1.7077566913344944E-3</c:v>
                </c:pt>
                <c:pt idx="198">
                  <c:v>-1.9517706526935852E-3</c:v>
                </c:pt>
                <c:pt idx="199">
                  <c:v>1.1689131077871062E-3</c:v>
                </c:pt>
                <c:pt idx="200">
                  <c:v>6.1533355749013863E-3</c:v>
                </c:pt>
                <c:pt idx="201">
                  <c:v>5.7079007838011231E-3</c:v>
                </c:pt>
                <c:pt idx="202">
                  <c:v>5.8743926986389861E-3</c:v>
                </c:pt>
                <c:pt idx="203">
                  <c:v>7.5299868456554231E-3</c:v>
                </c:pt>
                <c:pt idx="204">
                  <c:v>8.0104121135045059E-3</c:v>
                </c:pt>
                <c:pt idx="205">
                  <c:v>7.1006824203228014E-3</c:v>
                </c:pt>
                <c:pt idx="206">
                  <c:v>7.1169836092559446E-3</c:v>
                </c:pt>
                <c:pt idx="207">
                  <c:v>6.3483872859662061E-3</c:v>
                </c:pt>
                <c:pt idx="208">
                  <c:v>4.5829783372758337E-3</c:v>
                </c:pt>
                <c:pt idx="209">
                  <c:v>9.0026022093979696E-3</c:v>
                </c:pt>
                <c:pt idx="210">
                  <c:v>8.440317577130152E-3</c:v>
                </c:pt>
                <c:pt idx="211">
                  <c:v>7.4687434849241008E-3</c:v>
                </c:pt>
                <c:pt idx="212">
                  <c:v>7.8781397718369339E-3</c:v>
                </c:pt>
                <c:pt idx="213">
                  <c:v>2.2013714859845379E-3</c:v>
                </c:pt>
                <c:pt idx="214">
                  <c:v>7.3762984303950008E-3</c:v>
                </c:pt>
                <c:pt idx="215">
                  <c:v>1.049098141902205E-2</c:v>
                </c:pt>
                <c:pt idx="216">
                  <c:v>9.5152199750594413E-3</c:v>
                </c:pt>
                <c:pt idx="217">
                  <c:v>7.3134367285887514E-3</c:v>
                </c:pt>
                <c:pt idx="218">
                  <c:v>8.9331839092139376E-3</c:v>
                </c:pt>
                <c:pt idx="219">
                  <c:v>6.0427334196837545E-3</c:v>
                </c:pt>
                <c:pt idx="220">
                  <c:v>4.1449445167073273E-3</c:v>
                </c:pt>
                <c:pt idx="221">
                  <c:v>5.0096639645895724E-3</c:v>
                </c:pt>
                <c:pt idx="222">
                  <c:v>6.1164797456869646E-4</c:v>
                </c:pt>
                <c:pt idx="223">
                  <c:v>2.0570965692006116E-3</c:v>
                </c:pt>
                <c:pt idx="224">
                  <c:v>1.3960183347550004E-4</c:v>
                </c:pt>
                <c:pt idx="225">
                  <c:v>5.0430542121914224E-3</c:v>
                </c:pt>
                <c:pt idx="226">
                  <c:v>9.4943907729977406E-3</c:v>
                </c:pt>
                <c:pt idx="227">
                  <c:v>8.6864775668855643E-3</c:v>
                </c:pt>
                <c:pt idx="228">
                  <c:v>1.5379809401857347E-2</c:v>
                </c:pt>
                <c:pt idx="229">
                  <c:v>1.5243601719974853E-2</c:v>
                </c:pt>
                <c:pt idx="230">
                  <c:v>1.5676813804502143E-2</c:v>
                </c:pt>
                <c:pt idx="231">
                  <c:v>1.4591385287614278E-2</c:v>
                </c:pt>
                <c:pt idx="232">
                  <c:v>1.555797175301421E-2</c:v>
                </c:pt>
                <c:pt idx="233">
                  <c:v>1.5038061793293589E-2</c:v>
                </c:pt>
                <c:pt idx="234">
                  <c:v>1.2653596941983314E-2</c:v>
                </c:pt>
                <c:pt idx="235">
                  <c:v>1.474144776468822E-2</c:v>
                </c:pt>
                <c:pt idx="236">
                  <c:v>1.2258482776205781E-2</c:v>
                </c:pt>
                <c:pt idx="237">
                  <c:v>1.1561806874688108E-2</c:v>
                </c:pt>
                <c:pt idx="238">
                  <c:v>7.9333173144229274E-3</c:v>
                </c:pt>
                <c:pt idx="239">
                  <c:v>1.0374111469761749E-2</c:v>
                </c:pt>
                <c:pt idx="240">
                  <c:v>4.6278519301051757E-3</c:v>
                </c:pt>
                <c:pt idx="241">
                  <c:v>6.551753227338919E-3</c:v>
                </c:pt>
                <c:pt idx="242">
                  <c:v>1.3221033124184767E-2</c:v>
                </c:pt>
                <c:pt idx="243">
                  <c:v>1.3146104709966466E-2</c:v>
                </c:pt>
                <c:pt idx="244">
                  <c:v>1.5074816650253675E-2</c:v>
                </c:pt>
                <c:pt idx="245">
                  <c:v>1.4105538422145125E-2</c:v>
                </c:pt>
                <c:pt idx="246">
                  <c:v>1.2895972953391399E-2</c:v>
                </c:pt>
                <c:pt idx="247">
                  <c:v>1.1044402676661402E-2</c:v>
                </c:pt>
                <c:pt idx="248">
                  <c:v>1.0990519174142066E-2</c:v>
                </c:pt>
                <c:pt idx="249">
                  <c:v>1.1468890832107226E-2</c:v>
                </c:pt>
                <c:pt idx="250">
                  <c:v>1.6823276471510717E-2</c:v>
                </c:pt>
                <c:pt idx="251">
                  <c:v>1.592133846342636E-2</c:v>
                </c:pt>
                <c:pt idx="252">
                  <c:v>1.5507444123978531E-2</c:v>
                </c:pt>
                <c:pt idx="253">
                  <c:v>1.3645639293627054E-2</c:v>
                </c:pt>
                <c:pt idx="254">
                  <c:v>1.1869609448563856E-2</c:v>
                </c:pt>
                <c:pt idx="255">
                  <c:v>1.4653207820169545E-2</c:v>
                </c:pt>
                <c:pt idx="256">
                  <c:v>1.4084502920643449E-2</c:v>
                </c:pt>
                <c:pt idx="257">
                  <c:v>1.5871215991815291E-2</c:v>
                </c:pt>
                <c:pt idx="258">
                  <c:v>1.697910260864377E-2</c:v>
                </c:pt>
                <c:pt idx="259">
                  <c:v>1.5761061011942523E-2</c:v>
                </c:pt>
                <c:pt idx="260">
                  <c:v>1.8640815732469562E-2</c:v>
                </c:pt>
                <c:pt idx="261">
                  <c:v>1.8645709166425384E-2</c:v>
                </c:pt>
                <c:pt idx="262">
                  <c:v>2.0320750229105955E-2</c:v>
                </c:pt>
                <c:pt idx="263">
                  <c:v>2.2431153668112658E-2</c:v>
                </c:pt>
                <c:pt idx="264">
                  <c:v>2.2568410596924271E-2</c:v>
                </c:pt>
                <c:pt idx="265">
                  <c:v>2.2660727765668853E-2</c:v>
                </c:pt>
                <c:pt idx="266">
                  <c:v>2.292171510853025E-2</c:v>
                </c:pt>
                <c:pt idx="267">
                  <c:v>2.2231469029029283E-2</c:v>
                </c:pt>
                <c:pt idx="268">
                  <c:v>2.2717675772061741E-2</c:v>
                </c:pt>
                <c:pt idx="269">
                  <c:v>2.2756508534206632E-2</c:v>
                </c:pt>
                <c:pt idx="270">
                  <c:v>2.3533469801698237E-2</c:v>
                </c:pt>
                <c:pt idx="271">
                  <c:v>2.3258621379385058E-2</c:v>
                </c:pt>
                <c:pt idx="272">
                  <c:v>2.333686861705031E-2</c:v>
                </c:pt>
                <c:pt idx="273">
                  <c:v>2.3496826395560388E-2</c:v>
                </c:pt>
                <c:pt idx="274">
                  <c:v>2.3999903558938107E-2</c:v>
                </c:pt>
                <c:pt idx="275">
                  <c:v>2.4124227454370262E-2</c:v>
                </c:pt>
                <c:pt idx="276">
                  <c:v>2.3993698794343432E-2</c:v>
                </c:pt>
                <c:pt idx="277">
                  <c:v>2.4190143657028984E-2</c:v>
                </c:pt>
                <c:pt idx="278">
                  <c:v>2.4159041253949742E-2</c:v>
                </c:pt>
                <c:pt idx="279">
                  <c:v>2.4487055519680556E-2</c:v>
                </c:pt>
                <c:pt idx="280">
                  <c:v>2.4464704540822613E-2</c:v>
                </c:pt>
                <c:pt idx="281">
                  <c:v>2.489129924679756E-2</c:v>
                </c:pt>
                <c:pt idx="282">
                  <c:v>2.4892618849607029E-2</c:v>
                </c:pt>
                <c:pt idx="283">
                  <c:v>2.4892179712769691E-2</c:v>
                </c:pt>
                <c:pt idx="284">
                  <c:v>2.4898734257362221E-2</c:v>
                </c:pt>
                <c:pt idx="285">
                  <c:v>2.4928417051320206E-2</c:v>
                </c:pt>
                <c:pt idx="286">
                  <c:v>2.5040606003065236E-2</c:v>
                </c:pt>
                <c:pt idx="287">
                  <c:v>2.4928205266167902E-2</c:v>
                </c:pt>
                <c:pt idx="288">
                  <c:v>2.5207911778725167E-2</c:v>
                </c:pt>
                <c:pt idx="289">
                  <c:v>2.5488171990085129E-2</c:v>
                </c:pt>
                <c:pt idx="290">
                  <c:v>2.5483299628930811E-2</c:v>
                </c:pt>
                <c:pt idx="291">
                  <c:v>2.5543051848696208E-2</c:v>
                </c:pt>
                <c:pt idx="292">
                  <c:v>2.5452308070679885E-2</c:v>
                </c:pt>
                <c:pt idx="293">
                  <c:v>2.5211695158078973E-2</c:v>
                </c:pt>
                <c:pt idx="294">
                  <c:v>2.5612854080010239E-2</c:v>
                </c:pt>
                <c:pt idx="295">
                  <c:v>2.5882391103808411E-2</c:v>
                </c:pt>
                <c:pt idx="296">
                  <c:v>2.5830344921178083E-2</c:v>
                </c:pt>
                <c:pt idx="297">
                  <c:v>2.6071184850725349E-2</c:v>
                </c:pt>
                <c:pt idx="298">
                  <c:v>2.6064476322363639E-2</c:v>
                </c:pt>
                <c:pt idx="299">
                  <c:v>2.6071278332330805E-2</c:v>
                </c:pt>
                <c:pt idx="300">
                  <c:v>2.617822812204984E-2</c:v>
                </c:pt>
                <c:pt idx="301">
                  <c:v>2.6112641728084363E-2</c:v>
                </c:pt>
                <c:pt idx="302">
                  <c:v>2.6161160196839006E-2</c:v>
                </c:pt>
                <c:pt idx="303">
                  <c:v>2.6286786184489763E-2</c:v>
                </c:pt>
                <c:pt idx="304">
                  <c:v>2.6283410075664482E-2</c:v>
                </c:pt>
                <c:pt idx="305">
                  <c:v>2.6284082081018956E-2</c:v>
                </c:pt>
                <c:pt idx="306">
                  <c:v>2.6295640018536348E-2</c:v>
                </c:pt>
                <c:pt idx="307">
                  <c:v>2.6269904726274551E-2</c:v>
                </c:pt>
                <c:pt idx="308">
                  <c:v>2.6367047037529678E-2</c:v>
                </c:pt>
                <c:pt idx="309">
                  <c:v>2.6527036858698505E-2</c:v>
                </c:pt>
                <c:pt idx="310">
                  <c:v>2.6527076172425779E-2</c:v>
                </c:pt>
                <c:pt idx="311">
                  <c:v>2.6557973979831617E-2</c:v>
                </c:pt>
                <c:pt idx="312">
                  <c:v>2.6388053704761716E-2</c:v>
                </c:pt>
                <c:pt idx="313">
                  <c:v>2.6953428959892944E-2</c:v>
                </c:pt>
                <c:pt idx="314">
                  <c:v>2.6901894400012005E-2</c:v>
                </c:pt>
                <c:pt idx="315">
                  <c:v>2.6901153593413274E-2</c:v>
                </c:pt>
                <c:pt idx="316">
                  <c:v>2.7210198198282298E-2</c:v>
                </c:pt>
                <c:pt idx="317">
                  <c:v>2.7196016801441014E-2</c:v>
                </c:pt>
                <c:pt idx="318">
                  <c:v>2.7139714341830046E-2</c:v>
                </c:pt>
                <c:pt idx="319">
                  <c:v>2.7355320737972866E-2</c:v>
                </c:pt>
                <c:pt idx="320">
                  <c:v>2.7355414560869207E-2</c:v>
                </c:pt>
                <c:pt idx="321">
                  <c:v>2.728646839435922E-2</c:v>
                </c:pt>
                <c:pt idx="322">
                  <c:v>2.7537537405879164E-2</c:v>
                </c:pt>
                <c:pt idx="323">
                  <c:v>2.7529935778140779E-2</c:v>
                </c:pt>
                <c:pt idx="324">
                  <c:v>2.7431410237715226E-2</c:v>
                </c:pt>
                <c:pt idx="325">
                  <c:v>2.7409694581581379E-2</c:v>
                </c:pt>
                <c:pt idx="326">
                  <c:v>2.7299629791687541E-2</c:v>
                </c:pt>
                <c:pt idx="327">
                  <c:v>2.7308130757561E-2</c:v>
                </c:pt>
                <c:pt idx="328">
                  <c:v>2.7402419874539619E-2</c:v>
                </c:pt>
                <c:pt idx="329">
                  <c:v>2.7624200099145235E-2</c:v>
                </c:pt>
                <c:pt idx="330">
                  <c:v>2.7682976700277417E-2</c:v>
                </c:pt>
                <c:pt idx="331">
                  <c:v>2.7767548919160778E-2</c:v>
                </c:pt>
                <c:pt idx="332">
                  <c:v>2.7780055097772482E-2</c:v>
                </c:pt>
                <c:pt idx="333">
                  <c:v>2.7797994312242946E-2</c:v>
                </c:pt>
                <c:pt idx="334">
                  <c:v>2.766909028105291E-2</c:v>
                </c:pt>
                <c:pt idx="335">
                  <c:v>2.7869835855955594E-2</c:v>
                </c:pt>
                <c:pt idx="336">
                  <c:v>2.7622388853776436E-2</c:v>
                </c:pt>
                <c:pt idx="337">
                  <c:v>2.7475716820710927E-2</c:v>
                </c:pt>
                <c:pt idx="338">
                  <c:v>2.6763656270221148E-2</c:v>
                </c:pt>
                <c:pt idx="339">
                  <c:v>2.679439367328651E-2</c:v>
                </c:pt>
                <c:pt idx="340">
                  <c:v>2.6304547303054315E-2</c:v>
                </c:pt>
                <c:pt idx="341">
                  <c:v>2.3651285594528559E-2</c:v>
                </c:pt>
                <c:pt idx="342">
                  <c:v>2.3944297964488492E-2</c:v>
                </c:pt>
                <c:pt idx="343">
                  <c:v>1.9500546221481563E-2</c:v>
                </c:pt>
                <c:pt idx="344">
                  <c:v>2.1540954894405329E-2</c:v>
                </c:pt>
                <c:pt idx="345">
                  <c:v>2.4216944022998899E-2</c:v>
                </c:pt>
                <c:pt idx="346">
                  <c:v>2.2601175565276854E-2</c:v>
                </c:pt>
                <c:pt idx="347">
                  <c:v>2.3072114268062882E-2</c:v>
                </c:pt>
                <c:pt idx="348">
                  <c:v>2.3731826739739281E-2</c:v>
                </c:pt>
                <c:pt idx="349">
                  <c:v>2.5834772776548554E-2</c:v>
                </c:pt>
                <c:pt idx="350">
                  <c:v>2.5556662851895062E-2</c:v>
                </c:pt>
                <c:pt idx="351">
                  <c:v>2.5247750039271821E-2</c:v>
                </c:pt>
                <c:pt idx="352">
                  <c:v>2.4710070243902038E-2</c:v>
                </c:pt>
                <c:pt idx="353">
                  <c:v>2.1204184795095005E-2</c:v>
                </c:pt>
                <c:pt idx="354">
                  <c:v>2.2930114268386093E-2</c:v>
                </c:pt>
                <c:pt idx="355">
                  <c:v>2.7134906745422627E-2</c:v>
                </c:pt>
                <c:pt idx="356">
                  <c:v>2.6304526571044984E-2</c:v>
                </c:pt>
                <c:pt idx="357">
                  <c:v>2.8603205683896293E-2</c:v>
                </c:pt>
                <c:pt idx="358">
                  <c:v>2.7890179550666305E-2</c:v>
                </c:pt>
                <c:pt idx="359">
                  <c:v>2.8166991779934425E-2</c:v>
                </c:pt>
                <c:pt idx="360">
                  <c:v>2.8793785571556207E-2</c:v>
                </c:pt>
                <c:pt idx="361">
                  <c:v>2.8043504059269253E-2</c:v>
                </c:pt>
                <c:pt idx="362">
                  <c:v>3.0035595208362853E-2</c:v>
                </c:pt>
                <c:pt idx="363">
                  <c:v>3.0017979020865337E-2</c:v>
                </c:pt>
                <c:pt idx="364">
                  <c:v>3.0489973387779812E-2</c:v>
                </c:pt>
                <c:pt idx="365">
                  <c:v>2.9871521992781425E-2</c:v>
                </c:pt>
                <c:pt idx="366">
                  <c:v>2.7899788593663932E-2</c:v>
                </c:pt>
                <c:pt idx="367">
                  <c:v>2.6291825845034422E-2</c:v>
                </c:pt>
                <c:pt idx="368">
                  <c:v>2.5696455983130417E-2</c:v>
                </c:pt>
                <c:pt idx="369">
                  <c:v>2.5795067822815265E-2</c:v>
                </c:pt>
                <c:pt idx="370">
                  <c:v>2.586938049904608E-2</c:v>
                </c:pt>
                <c:pt idx="371">
                  <c:v>2.8647343984001705E-2</c:v>
                </c:pt>
                <c:pt idx="372">
                  <c:v>2.8453713789869051E-2</c:v>
                </c:pt>
                <c:pt idx="373">
                  <c:v>2.9501164301295013E-2</c:v>
                </c:pt>
                <c:pt idx="374">
                  <c:v>2.9871657281443476E-2</c:v>
                </c:pt>
                <c:pt idx="375">
                  <c:v>2.9839419793798116E-2</c:v>
                </c:pt>
                <c:pt idx="376">
                  <c:v>2.8912801093746832E-2</c:v>
                </c:pt>
                <c:pt idx="377">
                  <c:v>2.7517406891468421E-2</c:v>
                </c:pt>
                <c:pt idx="378">
                  <c:v>2.7094436095452923E-2</c:v>
                </c:pt>
                <c:pt idx="379">
                  <c:v>2.6817218510737706E-2</c:v>
                </c:pt>
                <c:pt idx="380">
                  <c:v>2.3856908615426331E-2</c:v>
                </c:pt>
                <c:pt idx="381">
                  <c:v>2.6576179188699034E-2</c:v>
                </c:pt>
                <c:pt idx="382">
                  <c:v>2.6920504015251034E-2</c:v>
                </c:pt>
                <c:pt idx="383">
                  <c:v>2.7348516842121806E-2</c:v>
                </c:pt>
                <c:pt idx="384">
                  <c:v>2.5424555113668923E-2</c:v>
                </c:pt>
                <c:pt idx="385">
                  <c:v>2.7841616386297563E-2</c:v>
                </c:pt>
                <c:pt idx="386">
                  <c:v>2.779684467279242E-2</c:v>
                </c:pt>
                <c:pt idx="387">
                  <c:v>2.5518324958112792E-2</c:v>
                </c:pt>
                <c:pt idx="388">
                  <c:v>2.6065111915654304E-2</c:v>
                </c:pt>
                <c:pt idx="389">
                  <c:v>2.4233346823284041E-2</c:v>
                </c:pt>
                <c:pt idx="390">
                  <c:v>2.5436319206805669E-2</c:v>
                </c:pt>
                <c:pt idx="391">
                  <c:v>2.9592200133748525E-2</c:v>
                </c:pt>
                <c:pt idx="392">
                  <c:v>3.0600748220859564E-2</c:v>
                </c:pt>
                <c:pt idx="393">
                  <c:v>3.2614967916046567E-2</c:v>
                </c:pt>
                <c:pt idx="394">
                  <c:v>3.2505468842478513E-2</c:v>
                </c:pt>
                <c:pt idx="395">
                  <c:v>3.2102645925158213E-2</c:v>
                </c:pt>
                <c:pt idx="396">
                  <c:v>3.1251011053793576E-2</c:v>
                </c:pt>
                <c:pt idx="397">
                  <c:v>3.319475240271752E-2</c:v>
                </c:pt>
                <c:pt idx="398">
                  <c:v>3.3201133090302259E-2</c:v>
                </c:pt>
                <c:pt idx="399">
                  <c:v>3.3717439141181638E-2</c:v>
                </c:pt>
                <c:pt idx="400">
                  <c:v>3.4504891698633355E-2</c:v>
                </c:pt>
                <c:pt idx="401">
                  <c:v>3.4524592239746243E-2</c:v>
                </c:pt>
                <c:pt idx="402">
                  <c:v>3.4512176951193796E-2</c:v>
                </c:pt>
                <c:pt idx="403">
                  <c:v>3.4735481781118627E-2</c:v>
                </c:pt>
                <c:pt idx="404">
                  <c:v>3.4736025464534803E-2</c:v>
                </c:pt>
                <c:pt idx="405">
                  <c:v>3.4763532420374443E-2</c:v>
                </c:pt>
                <c:pt idx="406">
                  <c:v>3.4757734732441148E-2</c:v>
                </c:pt>
                <c:pt idx="407">
                  <c:v>3.4736658564188283E-2</c:v>
                </c:pt>
                <c:pt idx="408">
                  <c:v>3.466591367231131E-2</c:v>
                </c:pt>
                <c:pt idx="409">
                  <c:v>3.4762410473481054E-2</c:v>
                </c:pt>
                <c:pt idx="410">
                  <c:v>3.4524380679960665E-2</c:v>
                </c:pt>
                <c:pt idx="411">
                  <c:v>3.4371588115398644E-2</c:v>
                </c:pt>
                <c:pt idx="412">
                  <c:v>3.4334439508884929E-2</c:v>
                </c:pt>
                <c:pt idx="413">
                  <c:v>3.4653093541087587E-2</c:v>
                </c:pt>
                <c:pt idx="414">
                  <c:v>3.4148968077066688E-2</c:v>
                </c:pt>
                <c:pt idx="415">
                  <c:v>3.4053605487769589E-2</c:v>
                </c:pt>
                <c:pt idx="416">
                  <c:v>3.4220875725796351E-2</c:v>
                </c:pt>
                <c:pt idx="417">
                  <c:v>3.406415681557351E-2</c:v>
                </c:pt>
                <c:pt idx="418">
                  <c:v>3.2854603264899973E-2</c:v>
                </c:pt>
                <c:pt idx="419">
                  <c:v>3.3243845934282423E-2</c:v>
                </c:pt>
                <c:pt idx="420">
                  <c:v>3.5775664226046944E-2</c:v>
                </c:pt>
                <c:pt idx="421">
                  <c:v>3.5661891981643823E-2</c:v>
                </c:pt>
                <c:pt idx="422">
                  <c:v>3.5534883974709719E-2</c:v>
                </c:pt>
                <c:pt idx="423">
                  <c:v>3.6433749576842644E-2</c:v>
                </c:pt>
                <c:pt idx="424">
                  <c:v>3.6424791036192339E-2</c:v>
                </c:pt>
                <c:pt idx="425">
                  <c:v>3.7377367497557268E-2</c:v>
                </c:pt>
                <c:pt idx="426">
                  <c:v>3.7457309844548425E-2</c:v>
                </c:pt>
                <c:pt idx="427">
                  <c:v>3.7444010668044037E-2</c:v>
                </c:pt>
                <c:pt idx="428">
                  <c:v>3.7434176588004298E-2</c:v>
                </c:pt>
                <c:pt idx="429">
                  <c:v>3.7572852582371863E-2</c:v>
                </c:pt>
                <c:pt idx="430">
                  <c:v>3.7592225787743239E-2</c:v>
                </c:pt>
                <c:pt idx="431">
                  <c:v>3.7588844960510737E-2</c:v>
                </c:pt>
                <c:pt idx="432">
                  <c:v>3.7622980449872001E-2</c:v>
                </c:pt>
                <c:pt idx="433">
                  <c:v>3.7590706607077862E-2</c:v>
                </c:pt>
                <c:pt idx="434">
                  <c:v>3.7666830151870667E-2</c:v>
                </c:pt>
                <c:pt idx="435">
                  <c:v>3.7699187599350981E-2</c:v>
                </c:pt>
                <c:pt idx="436">
                  <c:v>3.7699001382217712E-2</c:v>
                </c:pt>
                <c:pt idx="437">
                  <c:v>3.7686787701638358E-2</c:v>
                </c:pt>
                <c:pt idx="438">
                  <c:v>3.7692683256224435E-2</c:v>
                </c:pt>
                <c:pt idx="439">
                  <c:v>3.7615231737292087E-2</c:v>
                </c:pt>
                <c:pt idx="440">
                  <c:v>3.757393238729545E-2</c:v>
                </c:pt>
                <c:pt idx="441">
                  <c:v>3.7097326697760336E-2</c:v>
                </c:pt>
                <c:pt idx="442">
                  <c:v>3.6584867947150213E-2</c:v>
                </c:pt>
                <c:pt idx="443">
                  <c:v>3.6472303044111309E-2</c:v>
                </c:pt>
                <c:pt idx="444">
                  <c:v>3.6179420933286299E-2</c:v>
                </c:pt>
                <c:pt idx="445">
                  <c:v>3.6989927867106198E-2</c:v>
                </c:pt>
                <c:pt idx="446">
                  <c:v>3.7526800856238718E-2</c:v>
                </c:pt>
                <c:pt idx="447">
                  <c:v>3.7778700673296028E-2</c:v>
                </c:pt>
                <c:pt idx="448">
                  <c:v>3.7332305660674026E-2</c:v>
                </c:pt>
                <c:pt idx="449">
                  <c:v>3.7193605860224133E-2</c:v>
                </c:pt>
                <c:pt idx="450">
                  <c:v>3.6581685239512995E-2</c:v>
                </c:pt>
                <c:pt idx="451">
                  <c:v>3.592346570339755E-2</c:v>
                </c:pt>
                <c:pt idx="452">
                  <c:v>3.6636160242350502E-2</c:v>
                </c:pt>
                <c:pt idx="453">
                  <c:v>3.5163367109534382E-2</c:v>
                </c:pt>
                <c:pt idx="454">
                  <c:v>3.5374097496652213E-2</c:v>
                </c:pt>
                <c:pt idx="455">
                  <c:v>3.5741122204581477E-2</c:v>
                </c:pt>
                <c:pt idx="456">
                  <c:v>3.6413605403233573E-2</c:v>
                </c:pt>
                <c:pt idx="457">
                  <c:v>3.5557591308435166E-2</c:v>
                </c:pt>
                <c:pt idx="458">
                  <c:v>3.6914955173982689E-2</c:v>
                </c:pt>
                <c:pt idx="459">
                  <c:v>3.6384254645340119E-2</c:v>
                </c:pt>
                <c:pt idx="460">
                  <c:v>3.7458209960579913E-2</c:v>
                </c:pt>
                <c:pt idx="461">
                  <c:v>3.7899125888524066E-2</c:v>
                </c:pt>
                <c:pt idx="462">
                  <c:v>3.6896853860106771E-2</c:v>
                </c:pt>
                <c:pt idx="463">
                  <c:v>3.6363137914857457E-2</c:v>
                </c:pt>
                <c:pt idx="464">
                  <c:v>3.6155842932093396E-2</c:v>
                </c:pt>
                <c:pt idx="465">
                  <c:v>3.561783855877565E-2</c:v>
                </c:pt>
                <c:pt idx="466">
                  <c:v>3.6025169604935181E-2</c:v>
                </c:pt>
                <c:pt idx="467">
                  <c:v>3.4665344168870793E-2</c:v>
                </c:pt>
                <c:pt idx="468">
                  <c:v>3.4059072405354884E-2</c:v>
                </c:pt>
                <c:pt idx="469">
                  <c:v>3.5337104683519138E-2</c:v>
                </c:pt>
                <c:pt idx="470">
                  <c:v>3.6251429026339821E-2</c:v>
                </c:pt>
                <c:pt idx="471">
                  <c:v>3.594668524573208E-2</c:v>
                </c:pt>
                <c:pt idx="472">
                  <c:v>3.7076546618846851E-2</c:v>
                </c:pt>
                <c:pt idx="473">
                  <c:v>3.7836709599753049E-2</c:v>
                </c:pt>
                <c:pt idx="474">
                  <c:v>3.7589385651369045E-2</c:v>
                </c:pt>
                <c:pt idx="475">
                  <c:v>3.8574664582689322E-2</c:v>
                </c:pt>
                <c:pt idx="476">
                  <c:v>3.8060672548752783E-2</c:v>
                </c:pt>
                <c:pt idx="477">
                  <c:v>3.9107261954427153E-2</c:v>
                </c:pt>
                <c:pt idx="478">
                  <c:v>3.8975108397744873E-2</c:v>
                </c:pt>
                <c:pt idx="479">
                  <c:v>3.9355921128819915E-2</c:v>
                </c:pt>
                <c:pt idx="480">
                  <c:v>3.9166165050105395E-2</c:v>
                </c:pt>
                <c:pt idx="481">
                  <c:v>3.9661437186564119E-2</c:v>
                </c:pt>
                <c:pt idx="482">
                  <c:v>3.9809530549005379E-2</c:v>
                </c:pt>
                <c:pt idx="483">
                  <c:v>4.0136277971004497E-2</c:v>
                </c:pt>
                <c:pt idx="484">
                  <c:v>4.0181276646120589E-2</c:v>
                </c:pt>
                <c:pt idx="485">
                  <c:v>4.0371687526440048E-2</c:v>
                </c:pt>
                <c:pt idx="486">
                  <c:v>4.0603153737058584E-2</c:v>
                </c:pt>
                <c:pt idx="487">
                  <c:v>4.1066782877782537E-2</c:v>
                </c:pt>
                <c:pt idx="488">
                  <c:v>4.1049067614830292E-2</c:v>
                </c:pt>
                <c:pt idx="489">
                  <c:v>4.0964394198234055E-2</c:v>
                </c:pt>
                <c:pt idx="490">
                  <c:v>4.1102954147089865E-2</c:v>
                </c:pt>
                <c:pt idx="491">
                  <c:v>4.1136196389486623E-2</c:v>
                </c:pt>
                <c:pt idx="492">
                  <c:v>4.0991977266489399E-2</c:v>
                </c:pt>
                <c:pt idx="493">
                  <c:v>4.101941069482129E-2</c:v>
                </c:pt>
                <c:pt idx="494">
                  <c:v>4.100243804787429E-2</c:v>
                </c:pt>
                <c:pt idx="495">
                  <c:v>4.1092364321801189E-2</c:v>
                </c:pt>
                <c:pt idx="496">
                  <c:v>4.1229930774777879E-2</c:v>
                </c:pt>
                <c:pt idx="497">
                  <c:v>4.1662135770453967E-2</c:v>
                </c:pt>
                <c:pt idx="498">
                  <c:v>4.1730637569470819E-2</c:v>
                </c:pt>
                <c:pt idx="499">
                  <c:v>4.1728317633752732E-2</c:v>
                </c:pt>
                <c:pt idx="500">
                  <c:v>4.1721766971867025E-2</c:v>
                </c:pt>
                <c:pt idx="501">
                  <c:v>4.1630309718659109E-2</c:v>
                </c:pt>
                <c:pt idx="502">
                  <c:v>4.1528177043752557E-2</c:v>
                </c:pt>
                <c:pt idx="503">
                  <c:v>4.1784605441977263E-2</c:v>
                </c:pt>
                <c:pt idx="504">
                  <c:v>4.1659244447103227E-2</c:v>
                </c:pt>
                <c:pt idx="505">
                  <c:v>4.1836174300872941E-2</c:v>
                </c:pt>
                <c:pt idx="506">
                  <c:v>4.1547289115375086E-2</c:v>
                </c:pt>
                <c:pt idx="507">
                  <c:v>4.1385736119284311E-2</c:v>
                </c:pt>
                <c:pt idx="508">
                  <c:v>4.1308894052031087E-2</c:v>
                </c:pt>
                <c:pt idx="509">
                  <c:v>4.1644226946069951E-2</c:v>
                </c:pt>
                <c:pt idx="510">
                  <c:v>4.1574370289667817E-2</c:v>
                </c:pt>
                <c:pt idx="511">
                  <c:v>4.1867821025328378E-2</c:v>
                </c:pt>
                <c:pt idx="512">
                  <c:v>4.1606727757984574E-2</c:v>
                </c:pt>
                <c:pt idx="513">
                  <c:v>4.1157089265502544E-2</c:v>
                </c:pt>
                <c:pt idx="514">
                  <c:v>4.0486974267041176E-2</c:v>
                </c:pt>
                <c:pt idx="515">
                  <c:v>4.0043428257817482E-2</c:v>
                </c:pt>
                <c:pt idx="516">
                  <c:v>4.0942761340092337E-2</c:v>
                </c:pt>
                <c:pt idx="517">
                  <c:v>4.1303666742157352E-2</c:v>
                </c:pt>
                <c:pt idx="518">
                  <c:v>4.1200461111469799E-2</c:v>
                </c:pt>
                <c:pt idx="519">
                  <c:v>4.1085139734070908E-2</c:v>
                </c:pt>
                <c:pt idx="520">
                  <c:v>4.0875970798055938E-2</c:v>
                </c:pt>
                <c:pt idx="521">
                  <c:v>4.0260284406220204E-2</c:v>
                </c:pt>
                <c:pt idx="522">
                  <c:v>4.0082629718477092E-2</c:v>
                </c:pt>
                <c:pt idx="523">
                  <c:v>3.9970871578018929E-2</c:v>
                </c:pt>
                <c:pt idx="524">
                  <c:v>4.1106913705277859E-2</c:v>
                </c:pt>
                <c:pt idx="525">
                  <c:v>4.0978414012355024E-2</c:v>
                </c:pt>
                <c:pt idx="526">
                  <c:v>4.2269035005451761E-2</c:v>
                </c:pt>
                <c:pt idx="527">
                  <c:v>4.237214273623835E-2</c:v>
                </c:pt>
                <c:pt idx="528">
                  <c:v>4.2403680601412863E-2</c:v>
                </c:pt>
                <c:pt idx="529">
                  <c:v>4.2407304811246882E-2</c:v>
                </c:pt>
                <c:pt idx="530">
                  <c:v>4.2503044024357117E-2</c:v>
                </c:pt>
                <c:pt idx="531">
                  <c:v>4.3491264455854606E-2</c:v>
                </c:pt>
                <c:pt idx="532">
                  <c:v>4.3460318848817181E-2</c:v>
                </c:pt>
                <c:pt idx="533">
                  <c:v>4.3477017698661302E-2</c:v>
                </c:pt>
                <c:pt idx="534">
                  <c:v>4.3421837810803776E-2</c:v>
                </c:pt>
                <c:pt idx="535">
                  <c:v>4.3319932282976148E-2</c:v>
                </c:pt>
                <c:pt idx="536">
                  <c:v>4.3359298282950709E-2</c:v>
                </c:pt>
                <c:pt idx="537">
                  <c:v>4.3658205756007207E-2</c:v>
                </c:pt>
                <c:pt idx="538">
                  <c:v>4.3604772411859782E-2</c:v>
                </c:pt>
                <c:pt idx="539">
                  <c:v>4.3634950992947674E-2</c:v>
                </c:pt>
                <c:pt idx="540">
                  <c:v>4.3681756277039296E-2</c:v>
                </c:pt>
                <c:pt idx="541">
                  <c:v>4.3561975722500645E-2</c:v>
                </c:pt>
                <c:pt idx="542">
                  <c:v>4.3538954824258402E-2</c:v>
                </c:pt>
                <c:pt idx="543">
                  <c:v>4.3490746666487778E-2</c:v>
                </c:pt>
                <c:pt idx="544">
                  <c:v>4.3275272157457412E-2</c:v>
                </c:pt>
                <c:pt idx="545">
                  <c:v>4.3426592312638901E-2</c:v>
                </c:pt>
                <c:pt idx="546">
                  <c:v>4.3432435908042355E-2</c:v>
                </c:pt>
                <c:pt idx="547">
                  <c:v>4.3065911586876116E-2</c:v>
                </c:pt>
                <c:pt idx="548">
                  <c:v>4.2538876861467512E-2</c:v>
                </c:pt>
                <c:pt idx="549">
                  <c:v>4.2940822637852372E-2</c:v>
                </c:pt>
                <c:pt idx="550">
                  <c:v>4.230228833968952E-2</c:v>
                </c:pt>
                <c:pt idx="551">
                  <c:v>4.1937171502991033E-2</c:v>
                </c:pt>
                <c:pt idx="552">
                  <c:v>4.1776392330136192E-2</c:v>
                </c:pt>
                <c:pt idx="553">
                  <c:v>4.3215351906735311E-2</c:v>
                </c:pt>
                <c:pt idx="554">
                  <c:v>4.3440515324525752E-2</c:v>
                </c:pt>
                <c:pt idx="555">
                  <c:v>4.3718022662223577E-2</c:v>
                </c:pt>
                <c:pt idx="556">
                  <c:v>4.3718022662223577E-2</c:v>
                </c:pt>
                <c:pt idx="557">
                  <c:v>4.3988249901893983E-2</c:v>
                </c:pt>
                <c:pt idx="558">
                  <c:v>4.3832835657381164E-2</c:v>
                </c:pt>
                <c:pt idx="559">
                  <c:v>4.3587827731515816E-2</c:v>
                </c:pt>
                <c:pt idx="560">
                  <c:v>4.3501297596652555E-2</c:v>
                </c:pt>
                <c:pt idx="561">
                  <c:v>4.2802499809429406E-2</c:v>
                </c:pt>
                <c:pt idx="562">
                  <c:v>4.1550115563848911E-2</c:v>
                </c:pt>
                <c:pt idx="563">
                  <c:v>4.1398892770998841E-2</c:v>
                </c:pt>
                <c:pt idx="564">
                  <c:v>4.1455603242764205E-2</c:v>
                </c:pt>
                <c:pt idx="565">
                  <c:v>4.2179415193785652E-2</c:v>
                </c:pt>
                <c:pt idx="566">
                  <c:v>4.2830707829268344E-2</c:v>
                </c:pt>
                <c:pt idx="567">
                  <c:v>4.1545266546028303E-2</c:v>
                </c:pt>
                <c:pt idx="568">
                  <c:v>4.134409953358853E-2</c:v>
                </c:pt>
                <c:pt idx="569">
                  <c:v>4.1457799021459962E-2</c:v>
                </c:pt>
                <c:pt idx="570">
                  <c:v>4.1346246197234593E-2</c:v>
                </c:pt>
                <c:pt idx="571">
                  <c:v>3.9815914558216869E-2</c:v>
                </c:pt>
                <c:pt idx="572">
                  <c:v>4.0282949663187018E-2</c:v>
                </c:pt>
                <c:pt idx="573">
                  <c:v>4.1583599583891018E-2</c:v>
                </c:pt>
                <c:pt idx="574">
                  <c:v>4.097973980221814E-2</c:v>
                </c:pt>
                <c:pt idx="575">
                  <c:v>4.1876442258289015E-2</c:v>
                </c:pt>
                <c:pt idx="576">
                  <c:v>4.2874958383502748E-2</c:v>
                </c:pt>
                <c:pt idx="577">
                  <c:v>4.2382476725424278E-2</c:v>
                </c:pt>
                <c:pt idx="578">
                  <c:v>4.2086491508359636E-2</c:v>
                </c:pt>
                <c:pt idx="579">
                  <c:v>4.3450996719494817E-2</c:v>
                </c:pt>
                <c:pt idx="580">
                  <c:v>4.3204199827863055E-2</c:v>
                </c:pt>
                <c:pt idx="581">
                  <c:v>4.356423782956742E-2</c:v>
                </c:pt>
                <c:pt idx="582">
                  <c:v>4.3318639301294759E-2</c:v>
                </c:pt>
                <c:pt idx="583">
                  <c:v>4.2885491114834751E-2</c:v>
                </c:pt>
                <c:pt idx="584">
                  <c:v>4.2948628510923736E-2</c:v>
                </c:pt>
                <c:pt idx="585">
                  <c:v>4.4160384558771915E-2</c:v>
                </c:pt>
                <c:pt idx="586">
                  <c:v>4.2910026988747685E-2</c:v>
                </c:pt>
                <c:pt idx="587">
                  <c:v>4.3126312163769165E-2</c:v>
                </c:pt>
                <c:pt idx="588">
                  <c:v>4.4221022527717091E-2</c:v>
                </c:pt>
                <c:pt idx="589">
                  <c:v>4.4311523824885679E-2</c:v>
                </c:pt>
                <c:pt idx="590">
                  <c:v>4.4991727358491662E-2</c:v>
                </c:pt>
                <c:pt idx="591">
                  <c:v>4.4903208239580827E-2</c:v>
                </c:pt>
                <c:pt idx="592">
                  <c:v>4.4803588574777398E-2</c:v>
                </c:pt>
                <c:pt idx="593">
                  <c:v>4.5303888121576374E-2</c:v>
                </c:pt>
                <c:pt idx="594">
                  <c:v>4.4592662706351538E-2</c:v>
                </c:pt>
                <c:pt idx="595">
                  <c:v>4.4784912026590518E-2</c:v>
                </c:pt>
                <c:pt idx="596">
                  <c:v>4.5025839624668107E-2</c:v>
                </c:pt>
                <c:pt idx="597">
                  <c:v>4.5128704312588974E-2</c:v>
                </c:pt>
                <c:pt idx="598">
                  <c:v>4.5709270031257243E-2</c:v>
                </c:pt>
                <c:pt idx="599">
                  <c:v>4.5765665208688189E-2</c:v>
                </c:pt>
                <c:pt idx="600">
                  <c:v>4.5814866984576597E-2</c:v>
                </c:pt>
                <c:pt idx="601">
                  <c:v>4.5597231171791819E-2</c:v>
                </c:pt>
                <c:pt idx="602">
                  <c:v>4.5650988314217433E-2</c:v>
                </c:pt>
                <c:pt idx="603">
                  <c:v>4.480267992081699E-2</c:v>
                </c:pt>
                <c:pt idx="604">
                  <c:v>4.3144722607890595E-2</c:v>
                </c:pt>
                <c:pt idx="605">
                  <c:v>4.3591406238755681E-2</c:v>
                </c:pt>
                <c:pt idx="606">
                  <c:v>4.2740026006051757E-2</c:v>
                </c:pt>
                <c:pt idx="607">
                  <c:v>4.193943222181562E-2</c:v>
                </c:pt>
                <c:pt idx="608">
                  <c:v>3.9870556889904152E-2</c:v>
                </c:pt>
                <c:pt idx="609">
                  <c:v>4.0406019774607893E-2</c:v>
                </c:pt>
                <c:pt idx="610">
                  <c:v>4.0055494838437622E-2</c:v>
                </c:pt>
                <c:pt idx="611">
                  <c:v>4.1491247958351907E-2</c:v>
                </c:pt>
                <c:pt idx="612">
                  <c:v>4.0560206396248688E-2</c:v>
                </c:pt>
                <c:pt idx="613">
                  <c:v>3.7491018101504014E-2</c:v>
                </c:pt>
                <c:pt idx="614">
                  <c:v>3.4830358798378036E-2</c:v>
                </c:pt>
                <c:pt idx="615">
                  <c:v>3.2315330920967611E-2</c:v>
                </c:pt>
                <c:pt idx="616">
                  <c:v>3.0791178574500533E-2</c:v>
                </c:pt>
                <c:pt idx="617">
                  <c:v>3.0578074081234141E-2</c:v>
                </c:pt>
                <c:pt idx="618">
                  <c:v>3.7214856945952834E-2</c:v>
                </c:pt>
                <c:pt idx="619">
                  <c:v>3.9969854959631679E-2</c:v>
                </c:pt>
                <c:pt idx="620">
                  <c:v>3.9147562872688391E-2</c:v>
                </c:pt>
                <c:pt idx="621">
                  <c:v>3.897152710340368E-2</c:v>
                </c:pt>
                <c:pt idx="622">
                  <c:v>3.6009358740508146E-2</c:v>
                </c:pt>
                <c:pt idx="623">
                  <c:v>3.7579129391365873E-2</c:v>
                </c:pt>
                <c:pt idx="624">
                  <c:v>3.6598803550867642E-2</c:v>
                </c:pt>
                <c:pt idx="625">
                  <c:v>3.4878669112754612E-2</c:v>
                </c:pt>
                <c:pt idx="626">
                  <c:v>3.6422662879256551E-2</c:v>
                </c:pt>
                <c:pt idx="627">
                  <c:v>3.5852537376477533E-2</c:v>
                </c:pt>
                <c:pt idx="628">
                  <c:v>4.2121586067387806E-2</c:v>
                </c:pt>
                <c:pt idx="629">
                  <c:v>4.1381055422026525E-2</c:v>
                </c:pt>
                <c:pt idx="630">
                  <c:v>4.1854668738935175E-2</c:v>
                </c:pt>
                <c:pt idx="631">
                  <c:v>4.0938065150225023E-2</c:v>
                </c:pt>
                <c:pt idx="632">
                  <c:v>4.2857371125717081E-2</c:v>
                </c:pt>
                <c:pt idx="633">
                  <c:v>4.1682345092192929E-2</c:v>
                </c:pt>
                <c:pt idx="634">
                  <c:v>4.1089982922077439E-2</c:v>
                </c:pt>
                <c:pt idx="635">
                  <c:v>4.1880708530830368E-2</c:v>
                </c:pt>
                <c:pt idx="636">
                  <c:v>4.4158742917040028E-2</c:v>
                </c:pt>
                <c:pt idx="637">
                  <c:v>4.4857915178695085E-2</c:v>
                </c:pt>
                <c:pt idx="638">
                  <c:v>4.4786522461692457E-2</c:v>
                </c:pt>
                <c:pt idx="639">
                  <c:v>4.4836339621981303E-2</c:v>
                </c:pt>
                <c:pt idx="640">
                  <c:v>4.4134759948112556E-2</c:v>
                </c:pt>
                <c:pt idx="641">
                  <c:v>4.5450706522824347E-2</c:v>
                </c:pt>
                <c:pt idx="642">
                  <c:v>4.5030626499233506E-2</c:v>
                </c:pt>
                <c:pt idx="643">
                  <c:v>4.5527129474545847E-2</c:v>
                </c:pt>
                <c:pt idx="644">
                  <c:v>4.5760425561763296E-2</c:v>
                </c:pt>
                <c:pt idx="645">
                  <c:v>4.5199450714854983E-2</c:v>
                </c:pt>
                <c:pt idx="646">
                  <c:v>4.4408105381378293E-2</c:v>
                </c:pt>
                <c:pt idx="647">
                  <c:v>4.2054078872792666E-2</c:v>
                </c:pt>
                <c:pt idx="648">
                  <c:v>4.2490265119119242E-2</c:v>
                </c:pt>
                <c:pt idx="649">
                  <c:v>4.2317306627181583E-2</c:v>
                </c:pt>
                <c:pt idx="650">
                  <c:v>4.275333241025292E-2</c:v>
                </c:pt>
                <c:pt idx="651">
                  <c:v>4.5644102101838668E-2</c:v>
                </c:pt>
                <c:pt idx="652">
                  <c:v>4.6530274783836645E-2</c:v>
                </c:pt>
                <c:pt idx="653">
                  <c:v>4.6231268110734303E-2</c:v>
                </c:pt>
                <c:pt idx="654">
                  <c:v>4.6054322453775054E-2</c:v>
                </c:pt>
                <c:pt idx="655">
                  <c:v>4.407083314253557E-2</c:v>
                </c:pt>
                <c:pt idx="656">
                  <c:v>4.2436636601069111E-2</c:v>
                </c:pt>
                <c:pt idx="657">
                  <c:v>4.0989977611360806E-2</c:v>
                </c:pt>
                <c:pt idx="658">
                  <c:v>4.318778404644541E-2</c:v>
                </c:pt>
                <c:pt idx="659">
                  <c:v>4.4729348486808873E-2</c:v>
                </c:pt>
                <c:pt idx="660">
                  <c:v>4.4729348486808873E-2</c:v>
                </c:pt>
                <c:pt idx="661">
                  <c:v>4.4705352636860485E-2</c:v>
                </c:pt>
                <c:pt idx="662">
                  <c:v>4.6619400547052048E-2</c:v>
                </c:pt>
                <c:pt idx="663">
                  <c:v>4.8125161031973951E-2</c:v>
                </c:pt>
                <c:pt idx="664">
                  <c:v>4.7848610575269679E-2</c:v>
                </c:pt>
                <c:pt idx="665">
                  <c:v>4.827911469815438E-2</c:v>
                </c:pt>
                <c:pt idx="666">
                  <c:v>4.8323686265596799E-2</c:v>
                </c:pt>
                <c:pt idx="667">
                  <c:v>4.9418989765219856E-2</c:v>
                </c:pt>
                <c:pt idx="668">
                  <c:v>4.9661030787930716E-2</c:v>
                </c:pt>
                <c:pt idx="669">
                  <c:v>5.0721086442679808E-2</c:v>
                </c:pt>
                <c:pt idx="670">
                  <c:v>5.1649531346819821E-2</c:v>
                </c:pt>
                <c:pt idx="671">
                  <c:v>5.1919433239205559E-2</c:v>
                </c:pt>
                <c:pt idx="672">
                  <c:v>5.190737534685963E-2</c:v>
                </c:pt>
                <c:pt idx="673">
                  <c:v>5.1604436061031378E-2</c:v>
                </c:pt>
                <c:pt idx="674">
                  <c:v>5.2333470453232001E-2</c:v>
                </c:pt>
                <c:pt idx="675">
                  <c:v>5.2114574674215097E-2</c:v>
                </c:pt>
                <c:pt idx="676">
                  <c:v>5.2206921194317801E-2</c:v>
                </c:pt>
                <c:pt idx="677">
                  <c:v>5.2170941071738586E-2</c:v>
                </c:pt>
                <c:pt idx="678">
                  <c:v>5.1903387638707721E-2</c:v>
                </c:pt>
                <c:pt idx="679">
                  <c:v>5.2183035263328903E-2</c:v>
                </c:pt>
                <c:pt idx="680">
                  <c:v>5.2234352879367063E-2</c:v>
                </c:pt>
                <c:pt idx="681">
                  <c:v>5.1846291569359826E-2</c:v>
                </c:pt>
                <c:pt idx="682">
                  <c:v>5.1983489073793132E-2</c:v>
                </c:pt>
                <c:pt idx="683">
                  <c:v>5.2071878226510937E-2</c:v>
                </c:pt>
                <c:pt idx="684">
                  <c:v>5.2052335206577371E-2</c:v>
                </c:pt>
                <c:pt idx="685">
                  <c:v>5.2067698455145695E-2</c:v>
                </c:pt>
                <c:pt idx="686">
                  <c:v>5.2348654538272976E-2</c:v>
                </c:pt>
                <c:pt idx="687">
                  <c:v>5.2303865528298465E-2</c:v>
                </c:pt>
                <c:pt idx="688">
                  <c:v>5.296802507670928E-2</c:v>
                </c:pt>
                <c:pt idx="689">
                  <c:v>5.2908576375429894E-2</c:v>
                </c:pt>
                <c:pt idx="690">
                  <c:v>5.3305440651674862E-2</c:v>
                </c:pt>
                <c:pt idx="691">
                  <c:v>5.3268976261919732E-2</c:v>
                </c:pt>
                <c:pt idx="692">
                  <c:v>5.335874862761858E-2</c:v>
                </c:pt>
                <c:pt idx="693">
                  <c:v>5.3418096017471939E-2</c:v>
                </c:pt>
                <c:pt idx="694">
                  <c:v>5.341813909150428E-2</c:v>
                </c:pt>
                <c:pt idx="695">
                  <c:v>5.3418124373025178E-2</c:v>
                </c:pt>
                <c:pt idx="696">
                  <c:v>5.340367600820084E-2</c:v>
                </c:pt>
                <c:pt idx="697">
                  <c:v>5.3512526569319041E-2</c:v>
                </c:pt>
                <c:pt idx="698">
                  <c:v>5.341826261128868E-2</c:v>
                </c:pt>
                <c:pt idx="699">
                  <c:v>5.3635185491421322E-2</c:v>
                </c:pt>
                <c:pt idx="700">
                  <c:v>5.3659452208349445E-2</c:v>
                </c:pt>
                <c:pt idx="701">
                  <c:v>5.3698181245407262E-2</c:v>
                </c:pt>
                <c:pt idx="702">
                  <c:v>5.3665701643378139E-2</c:v>
                </c:pt>
                <c:pt idx="703">
                  <c:v>5.3873589609863326E-2</c:v>
                </c:pt>
                <c:pt idx="704">
                  <c:v>5.3708466763005225E-2</c:v>
                </c:pt>
                <c:pt idx="705">
                  <c:v>5.34920291715828E-2</c:v>
                </c:pt>
                <c:pt idx="706">
                  <c:v>5.3432756429559247E-2</c:v>
                </c:pt>
                <c:pt idx="707">
                  <c:v>5.3197019549144464E-2</c:v>
                </c:pt>
                <c:pt idx="708">
                  <c:v>5.258799333754649E-2</c:v>
                </c:pt>
                <c:pt idx="709">
                  <c:v>5.2478912532700872E-2</c:v>
                </c:pt>
                <c:pt idx="710">
                  <c:v>5.3269502995719198E-2</c:v>
                </c:pt>
                <c:pt idx="711">
                  <c:v>5.2150991370623512E-2</c:v>
                </c:pt>
                <c:pt idx="712">
                  <c:v>5.2292269740175756E-2</c:v>
                </c:pt>
                <c:pt idx="713">
                  <c:v>5.4273512488936526E-2</c:v>
                </c:pt>
                <c:pt idx="714">
                  <c:v>5.4446473503324544E-2</c:v>
                </c:pt>
                <c:pt idx="715">
                  <c:v>5.4974312027769701E-2</c:v>
                </c:pt>
                <c:pt idx="716">
                  <c:v>5.4700724684798585E-2</c:v>
                </c:pt>
                <c:pt idx="717">
                  <c:v>5.4083936170763458E-2</c:v>
                </c:pt>
                <c:pt idx="718">
                  <c:v>5.4525326949800501E-2</c:v>
                </c:pt>
                <c:pt idx="719">
                  <c:v>5.4832696099792466E-2</c:v>
                </c:pt>
                <c:pt idx="720">
                  <c:v>5.5039686730459891E-2</c:v>
                </c:pt>
                <c:pt idx="721">
                  <c:v>5.5194271792943783E-2</c:v>
                </c:pt>
                <c:pt idx="722">
                  <c:v>5.558701218323514E-2</c:v>
                </c:pt>
                <c:pt idx="723">
                  <c:v>5.5574682472617876E-2</c:v>
                </c:pt>
                <c:pt idx="724">
                  <c:v>5.5375847596452754E-2</c:v>
                </c:pt>
                <c:pt idx="725">
                  <c:v>5.4964449847602181E-2</c:v>
                </c:pt>
                <c:pt idx="726">
                  <c:v>5.4229532832645311E-2</c:v>
                </c:pt>
                <c:pt idx="727">
                  <c:v>5.4114716623339998E-2</c:v>
                </c:pt>
                <c:pt idx="728">
                  <c:v>5.3992913036736145E-2</c:v>
                </c:pt>
                <c:pt idx="729">
                  <c:v>5.4956887763847106E-2</c:v>
                </c:pt>
                <c:pt idx="730">
                  <c:v>5.4700274494521528E-2</c:v>
                </c:pt>
                <c:pt idx="731">
                  <c:v>5.4109956952478888E-2</c:v>
                </c:pt>
                <c:pt idx="732">
                  <c:v>5.3615196744649873E-2</c:v>
                </c:pt>
                <c:pt idx="733">
                  <c:v>5.3244824426234239E-2</c:v>
                </c:pt>
                <c:pt idx="734">
                  <c:v>5.3190029049884346E-2</c:v>
                </c:pt>
                <c:pt idx="735">
                  <c:v>5.351368698372494E-2</c:v>
                </c:pt>
                <c:pt idx="736">
                  <c:v>5.3985975873070746E-2</c:v>
                </c:pt>
                <c:pt idx="737">
                  <c:v>5.4061740533525859E-2</c:v>
                </c:pt>
                <c:pt idx="738">
                  <c:v>5.4424361419181166E-2</c:v>
                </c:pt>
                <c:pt idx="739">
                  <c:v>5.5040112491356541E-2</c:v>
                </c:pt>
                <c:pt idx="740">
                  <c:v>5.5130206010076788E-2</c:v>
                </c:pt>
                <c:pt idx="741">
                  <c:v>5.5019770813036439E-2</c:v>
                </c:pt>
                <c:pt idx="742">
                  <c:v>5.5065188845407564E-2</c:v>
                </c:pt>
                <c:pt idx="743">
                  <c:v>5.5307049344988535E-2</c:v>
                </c:pt>
                <c:pt idx="744">
                  <c:v>5.3717194061543516E-2</c:v>
                </c:pt>
                <c:pt idx="745">
                  <c:v>5.2438413063067735E-2</c:v>
                </c:pt>
                <c:pt idx="746">
                  <c:v>5.2886195115589341E-2</c:v>
                </c:pt>
                <c:pt idx="747">
                  <c:v>5.3147393178821889E-2</c:v>
                </c:pt>
                <c:pt idx="748">
                  <c:v>5.3049799817849186E-2</c:v>
                </c:pt>
                <c:pt idx="749">
                  <c:v>5.2096642034029528E-2</c:v>
                </c:pt>
                <c:pt idx="750">
                  <c:v>5.152385659850689E-2</c:v>
                </c:pt>
                <c:pt idx="751">
                  <c:v>5.2363229682228951E-2</c:v>
                </c:pt>
                <c:pt idx="752">
                  <c:v>5.2309905447269989E-2</c:v>
                </c:pt>
                <c:pt idx="753">
                  <c:v>5.267954375008177E-2</c:v>
                </c:pt>
                <c:pt idx="754">
                  <c:v>5.2973831499803725E-2</c:v>
                </c:pt>
                <c:pt idx="755">
                  <c:v>5.2117197709990792E-2</c:v>
                </c:pt>
                <c:pt idx="756">
                  <c:v>5.2787098966549983E-2</c:v>
                </c:pt>
                <c:pt idx="757">
                  <c:v>5.3494865983879314E-2</c:v>
                </c:pt>
                <c:pt idx="758">
                  <c:v>5.3809503214425902E-2</c:v>
                </c:pt>
                <c:pt idx="759">
                  <c:v>5.2450316127551688E-2</c:v>
                </c:pt>
                <c:pt idx="760">
                  <c:v>5.2035250823294854E-2</c:v>
                </c:pt>
                <c:pt idx="761">
                  <c:v>5.0033541921578717E-2</c:v>
                </c:pt>
                <c:pt idx="762">
                  <c:v>5.0613145214213673E-2</c:v>
                </c:pt>
                <c:pt idx="763">
                  <c:v>5.2339045048117705E-2</c:v>
                </c:pt>
                <c:pt idx="764">
                  <c:v>5.0879149638680343E-2</c:v>
                </c:pt>
                <c:pt idx="765">
                  <c:v>4.8163455780760089E-2</c:v>
                </c:pt>
                <c:pt idx="766">
                  <c:v>4.8675373150876E-2</c:v>
                </c:pt>
                <c:pt idx="767">
                  <c:v>5.0371294356987062E-2</c:v>
                </c:pt>
                <c:pt idx="768">
                  <c:v>5.1563955444828502E-2</c:v>
                </c:pt>
                <c:pt idx="769">
                  <c:v>5.1541399211104344E-2</c:v>
                </c:pt>
                <c:pt idx="770">
                  <c:v>5.2331096185893711E-2</c:v>
                </c:pt>
                <c:pt idx="771">
                  <c:v>5.2564182462753739E-2</c:v>
                </c:pt>
                <c:pt idx="772">
                  <c:v>5.1869225912440364E-2</c:v>
                </c:pt>
                <c:pt idx="773">
                  <c:v>5.2844229798901576E-2</c:v>
                </c:pt>
                <c:pt idx="774">
                  <c:v>5.330153850052699E-2</c:v>
                </c:pt>
                <c:pt idx="775">
                  <c:v>5.3311265845505162E-2</c:v>
                </c:pt>
                <c:pt idx="776">
                  <c:v>5.2951977000016415E-2</c:v>
                </c:pt>
                <c:pt idx="777">
                  <c:v>5.1960854893916664E-2</c:v>
                </c:pt>
                <c:pt idx="778">
                  <c:v>5.4309875663362206E-2</c:v>
                </c:pt>
                <c:pt idx="779">
                  <c:v>5.3768032495138396E-2</c:v>
                </c:pt>
                <c:pt idx="780">
                  <c:v>5.4830461738693215E-2</c:v>
                </c:pt>
                <c:pt idx="781">
                  <c:v>5.5282382733023883E-2</c:v>
                </c:pt>
                <c:pt idx="782">
                  <c:v>5.5666563316607243E-2</c:v>
                </c:pt>
                <c:pt idx="783">
                  <c:v>5.5714875607675074E-2</c:v>
                </c:pt>
                <c:pt idx="784">
                  <c:v>5.4935580594199451E-2</c:v>
                </c:pt>
                <c:pt idx="785">
                  <c:v>5.430417901861373E-2</c:v>
                </c:pt>
                <c:pt idx="786">
                  <c:v>5.5447483973185885E-2</c:v>
                </c:pt>
                <c:pt idx="787">
                  <c:v>5.5577021140863492E-2</c:v>
                </c:pt>
                <c:pt idx="788">
                  <c:v>5.5469562839469022E-2</c:v>
                </c:pt>
                <c:pt idx="789">
                  <c:v>5.4351936883069496E-2</c:v>
                </c:pt>
                <c:pt idx="790">
                  <c:v>5.4814894025375538E-2</c:v>
                </c:pt>
                <c:pt idx="791">
                  <c:v>5.2919007313495747E-2</c:v>
                </c:pt>
                <c:pt idx="792">
                  <c:v>5.2908229663185979E-2</c:v>
                </c:pt>
                <c:pt idx="793">
                  <c:v>5.1794822757171066E-2</c:v>
                </c:pt>
                <c:pt idx="794">
                  <c:v>5.2457746051691845E-2</c:v>
                </c:pt>
                <c:pt idx="795">
                  <c:v>5.3417379250991659E-2</c:v>
                </c:pt>
                <c:pt idx="796">
                  <c:v>5.3133864565151789E-2</c:v>
                </c:pt>
                <c:pt idx="797">
                  <c:v>5.1741228805500472E-2</c:v>
                </c:pt>
                <c:pt idx="798">
                  <c:v>5.2922092201136306E-2</c:v>
                </c:pt>
                <c:pt idx="799">
                  <c:v>5.380451985326351E-2</c:v>
                </c:pt>
                <c:pt idx="800">
                  <c:v>5.3428333473391043E-2</c:v>
                </c:pt>
                <c:pt idx="801">
                  <c:v>5.5254835882258324E-2</c:v>
                </c:pt>
                <c:pt idx="802">
                  <c:v>5.6202642728604757E-2</c:v>
                </c:pt>
                <c:pt idx="803">
                  <c:v>5.6271526492917556E-2</c:v>
                </c:pt>
                <c:pt idx="804">
                  <c:v>5.6525159461872532E-2</c:v>
                </c:pt>
                <c:pt idx="805">
                  <c:v>5.6829456643066822E-2</c:v>
                </c:pt>
                <c:pt idx="806">
                  <c:v>5.7085855579714795E-2</c:v>
                </c:pt>
                <c:pt idx="807">
                  <c:v>5.6969368811596643E-2</c:v>
                </c:pt>
                <c:pt idx="808">
                  <c:v>5.7012531659611176E-2</c:v>
                </c:pt>
                <c:pt idx="809">
                  <c:v>5.7150490614004457E-2</c:v>
                </c:pt>
                <c:pt idx="810">
                  <c:v>5.7334986744409844E-2</c:v>
                </c:pt>
                <c:pt idx="811">
                  <c:v>5.7560008722400413E-2</c:v>
                </c:pt>
                <c:pt idx="812">
                  <c:v>5.7903623486396216E-2</c:v>
                </c:pt>
                <c:pt idx="813">
                  <c:v>5.7418524198947218E-2</c:v>
                </c:pt>
                <c:pt idx="814">
                  <c:v>5.7412433284523168E-2</c:v>
                </c:pt>
                <c:pt idx="815">
                  <c:v>5.7176937824103935E-2</c:v>
                </c:pt>
                <c:pt idx="816">
                  <c:v>5.7206207122800778E-2</c:v>
                </c:pt>
                <c:pt idx="817">
                  <c:v>5.7151196172054441E-2</c:v>
                </c:pt>
                <c:pt idx="818">
                  <c:v>5.7761380420667141E-2</c:v>
                </c:pt>
                <c:pt idx="819">
                  <c:v>5.7585057962830977E-2</c:v>
                </c:pt>
                <c:pt idx="820">
                  <c:v>5.7780274578402624E-2</c:v>
                </c:pt>
                <c:pt idx="821">
                  <c:v>5.7680300369568727E-2</c:v>
                </c:pt>
                <c:pt idx="822">
                  <c:v>5.7644892483073473E-2</c:v>
                </c:pt>
                <c:pt idx="823">
                  <c:v>5.6549602339975968E-2</c:v>
                </c:pt>
                <c:pt idx="824">
                  <c:v>5.6307935363814954E-2</c:v>
                </c:pt>
                <c:pt idx="825">
                  <c:v>5.5902601093244186E-2</c:v>
                </c:pt>
                <c:pt idx="826">
                  <c:v>5.5700423749205696E-2</c:v>
                </c:pt>
                <c:pt idx="827">
                  <c:v>5.5585536013399328E-2</c:v>
                </c:pt>
                <c:pt idx="828">
                  <c:v>5.4366372233085491E-2</c:v>
                </c:pt>
                <c:pt idx="829">
                  <c:v>5.5133073301286029E-2</c:v>
                </c:pt>
                <c:pt idx="830">
                  <c:v>5.5358178922815915E-2</c:v>
                </c:pt>
                <c:pt idx="831">
                  <c:v>5.6054711836683424E-2</c:v>
                </c:pt>
                <c:pt idx="832">
                  <c:v>5.7177357093286085E-2</c:v>
                </c:pt>
                <c:pt idx="833">
                  <c:v>5.8667961556443937E-2</c:v>
                </c:pt>
                <c:pt idx="834">
                  <c:v>5.8659717428336644E-2</c:v>
                </c:pt>
                <c:pt idx="835">
                  <c:v>5.8817254117724094E-2</c:v>
                </c:pt>
                <c:pt idx="836">
                  <c:v>5.8935848556445958E-2</c:v>
                </c:pt>
                <c:pt idx="837">
                  <c:v>5.8839596913727865E-2</c:v>
                </c:pt>
                <c:pt idx="838">
                  <c:v>5.8670958296287989E-2</c:v>
                </c:pt>
                <c:pt idx="839">
                  <c:v>5.8931251997989653E-2</c:v>
                </c:pt>
                <c:pt idx="840">
                  <c:v>5.8954492275088533E-2</c:v>
                </c:pt>
                <c:pt idx="841">
                  <c:v>5.867464888115137E-2</c:v>
                </c:pt>
                <c:pt idx="842">
                  <c:v>5.8116172255786469E-2</c:v>
                </c:pt>
                <c:pt idx="843">
                  <c:v>5.8994847707289355E-2</c:v>
                </c:pt>
                <c:pt idx="844">
                  <c:v>5.8876595720543157E-2</c:v>
                </c:pt>
                <c:pt idx="845">
                  <c:v>5.8141164447714444E-2</c:v>
                </c:pt>
                <c:pt idx="846">
                  <c:v>5.8643509508712111E-2</c:v>
                </c:pt>
                <c:pt idx="847">
                  <c:v>5.8897260508010918E-2</c:v>
                </c:pt>
                <c:pt idx="848">
                  <c:v>5.841563220731727E-2</c:v>
                </c:pt>
                <c:pt idx="849">
                  <c:v>5.8124663736013549E-2</c:v>
                </c:pt>
                <c:pt idx="850">
                  <c:v>5.9166059512211544E-2</c:v>
                </c:pt>
                <c:pt idx="851">
                  <c:v>5.9160432351979653E-2</c:v>
                </c:pt>
                <c:pt idx="852">
                  <c:v>5.8988437884957445E-2</c:v>
                </c:pt>
                <c:pt idx="853">
                  <c:v>5.8020599841721365E-2</c:v>
                </c:pt>
                <c:pt idx="854">
                  <c:v>5.8276507812888845E-2</c:v>
                </c:pt>
                <c:pt idx="855">
                  <c:v>5.8636779593039479E-2</c:v>
                </c:pt>
                <c:pt idx="856">
                  <c:v>5.8053494046518717E-2</c:v>
                </c:pt>
                <c:pt idx="857">
                  <c:v>5.8102870682578911E-2</c:v>
                </c:pt>
                <c:pt idx="858">
                  <c:v>5.6773910085380352E-2</c:v>
                </c:pt>
                <c:pt idx="859">
                  <c:v>5.7451806235450653E-2</c:v>
                </c:pt>
                <c:pt idx="860">
                  <c:v>5.8734703907632135E-2</c:v>
                </c:pt>
                <c:pt idx="861">
                  <c:v>5.8160931859659648E-2</c:v>
                </c:pt>
                <c:pt idx="862">
                  <c:v>5.8910325827385202E-2</c:v>
                </c:pt>
                <c:pt idx="863">
                  <c:v>5.8463767438928449E-2</c:v>
                </c:pt>
                <c:pt idx="864">
                  <c:v>5.9155888654259803E-2</c:v>
                </c:pt>
                <c:pt idx="865">
                  <c:v>5.8870405737255216E-2</c:v>
                </c:pt>
                <c:pt idx="866">
                  <c:v>5.9721785772559932E-2</c:v>
                </c:pt>
                <c:pt idx="867">
                  <c:v>5.9432531379789988E-2</c:v>
                </c:pt>
                <c:pt idx="868">
                  <c:v>5.9261239818232725E-2</c:v>
                </c:pt>
                <c:pt idx="869">
                  <c:v>5.9018243891593936E-2</c:v>
                </c:pt>
                <c:pt idx="870">
                  <c:v>5.9010727896118276E-2</c:v>
                </c:pt>
                <c:pt idx="871">
                  <c:v>5.8610067399567645E-2</c:v>
                </c:pt>
                <c:pt idx="872">
                  <c:v>5.873167023173731E-2</c:v>
                </c:pt>
                <c:pt idx="873">
                  <c:v>5.7751950162551635E-2</c:v>
                </c:pt>
                <c:pt idx="874">
                  <c:v>5.8005720723873777E-2</c:v>
                </c:pt>
                <c:pt idx="875">
                  <c:v>5.9414129013686034E-2</c:v>
                </c:pt>
                <c:pt idx="876">
                  <c:v>5.9572743634486836E-2</c:v>
                </c:pt>
                <c:pt idx="877">
                  <c:v>5.998339813448117E-2</c:v>
                </c:pt>
                <c:pt idx="878">
                  <c:v>5.9890063371853874E-2</c:v>
                </c:pt>
                <c:pt idx="879">
                  <c:v>5.9836877091083651E-2</c:v>
                </c:pt>
                <c:pt idx="880">
                  <c:v>6.0322724486445822E-2</c:v>
                </c:pt>
                <c:pt idx="881">
                  <c:v>6.022388397470757E-2</c:v>
                </c:pt>
                <c:pt idx="882">
                  <c:v>6.0278049182475035E-2</c:v>
                </c:pt>
                <c:pt idx="883">
                  <c:v>6.0530539883060119E-2</c:v>
                </c:pt>
                <c:pt idx="884">
                  <c:v>6.1190641146453784E-2</c:v>
                </c:pt>
                <c:pt idx="885">
                  <c:v>6.18685904953723E-2</c:v>
                </c:pt>
                <c:pt idx="886">
                  <c:v>6.2553208010998618E-2</c:v>
                </c:pt>
                <c:pt idx="887">
                  <c:v>6.2338522837368182E-2</c:v>
                </c:pt>
                <c:pt idx="888">
                  <c:v>6.213432821396947E-2</c:v>
                </c:pt>
                <c:pt idx="889">
                  <c:v>6.2364705636500428E-2</c:v>
                </c:pt>
                <c:pt idx="890">
                  <c:v>6.1986332476935191E-2</c:v>
                </c:pt>
                <c:pt idx="891">
                  <c:v>6.1741002088407937E-2</c:v>
                </c:pt>
                <c:pt idx="892">
                  <c:v>6.1486618742991439E-2</c:v>
                </c:pt>
                <c:pt idx="893">
                  <c:v>6.0437558982155859E-2</c:v>
                </c:pt>
                <c:pt idx="894">
                  <c:v>6.0930885336288654E-2</c:v>
                </c:pt>
                <c:pt idx="895">
                  <c:v>6.0937880594225668E-2</c:v>
                </c:pt>
                <c:pt idx="896">
                  <c:v>6.1839047191699525E-2</c:v>
                </c:pt>
                <c:pt idx="897">
                  <c:v>6.1830313695373618E-2</c:v>
                </c:pt>
                <c:pt idx="898">
                  <c:v>6.1348700394972089E-2</c:v>
                </c:pt>
                <c:pt idx="899">
                  <c:v>6.2146962465319699E-2</c:v>
                </c:pt>
                <c:pt idx="900">
                  <c:v>6.2194708887344352E-2</c:v>
                </c:pt>
                <c:pt idx="901">
                  <c:v>6.1006139497212231E-2</c:v>
                </c:pt>
                <c:pt idx="902">
                  <c:v>6.1672063036521174E-2</c:v>
                </c:pt>
                <c:pt idx="903">
                  <c:v>6.1741094234422311E-2</c:v>
                </c:pt>
                <c:pt idx="904">
                  <c:v>6.197350188457873E-2</c:v>
                </c:pt>
                <c:pt idx="905">
                  <c:v>6.2215489492597364E-2</c:v>
                </c:pt>
                <c:pt idx="906">
                  <c:v>6.2311871152101572E-2</c:v>
                </c:pt>
                <c:pt idx="907">
                  <c:v>6.2073605652096187E-2</c:v>
                </c:pt>
                <c:pt idx="908">
                  <c:v>6.202790362711752E-2</c:v>
                </c:pt>
                <c:pt idx="909">
                  <c:v>6.1144388216134438E-2</c:v>
                </c:pt>
                <c:pt idx="910">
                  <c:v>6.10088687207333E-2</c:v>
                </c:pt>
                <c:pt idx="911">
                  <c:v>6.1384569933105482E-2</c:v>
                </c:pt>
                <c:pt idx="912">
                  <c:v>6.0957750687391288E-2</c:v>
                </c:pt>
                <c:pt idx="913">
                  <c:v>6.0004751477258256E-2</c:v>
                </c:pt>
                <c:pt idx="914">
                  <c:v>6.0756448306610533E-2</c:v>
                </c:pt>
                <c:pt idx="915">
                  <c:v>6.0394785306276288E-2</c:v>
                </c:pt>
                <c:pt idx="916">
                  <c:v>6.0801235067172943E-2</c:v>
                </c:pt>
                <c:pt idx="917">
                  <c:v>6.1918165142631376E-2</c:v>
                </c:pt>
                <c:pt idx="918">
                  <c:v>6.1055884262758986E-2</c:v>
                </c:pt>
                <c:pt idx="919">
                  <c:v>6.1311213185859637E-2</c:v>
                </c:pt>
                <c:pt idx="920">
                  <c:v>6.0405476101529354E-2</c:v>
                </c:pt>
                <c:pt idx="921">
                  <c:v>5.9622186497850116E-2</c:v>
                </c:pt>
                <c:pt idx="922">
                  <c:v>5.9821757790969765E-2</c:v>
                </c:pt>
                <c:pt idx="923">
                  <c:v>5.9610917604367542E-2</c:v>
                </c:pt>
                <c:pt idx="924">
                  <c:v>5.9544395904502001E-2</c:v>
                </c:pt>
                <c:pt idx="925">
                  <c:v>5.9348858908805369E-2</c:v>
                </c:pt>
                <c:pt idx="926">
                  <c:v>5.8731608922732326E-2</c:v>
                </c:pt>
                <c:pt idx="927">
                  <c:v>5.6549779910623266E-2</c:v>
                </c:pt>
                <c:pt idx="928">
                  <c:v>5.4771861551539569E-2</c:v>
                </c:pt>
                <c:pt idx="929">
                  <c:v>5.4152484242213084E-2</c:v>
                </c:pt>
                <c:pt idx="930">
                  <c:v>5.4693852070035853E-2</c:v>
                </c:pt>
                <c:pt idx="931">
                  <c:v>5.3575264842132819E-2</c:v>
                </c:pt>
                <c:pt idx="932">
                  <c:v>5.1104084103123282E-2</c:v>
                </c:pt>
                <c:pt idx="933">
                  <c:v>5.0375923430007075E-2</c:v>
                </c:pt>
                <c:pt idx="934">
                  <c:v>5.0621485552952428E-2</c:v>
                </c:pt>
                <c:pt idx="935">
                  <c:v>5.0118751103314652E-2</c:v>
                </c:pt>
                <c:pt idx="936">
                  <c:v>4.920035872833517E-2</c:v>
                </c:pt>
                <c:pt idx="937">
                  <c:v>4.6621139044370041E-2</c:v>
                </c:pt>
                <c:pt idx="938">
                  <c:v>5.0451476350724223E-2</c:v>
                </c:pt>
                <c:pt idx="939">
                  <c:v>4.8405589723039877E-2</c:v>
                </c:pt>
                <c:pt idx="940">
                  <c:v>5.0784979620631776E-2</c:v>
                </c:pt>
                <c:pt idx="941">
                  <c:v>5.0166244125838921E-2</c:v>
                </c:pt>
                <c:pt idx="942">
                  <c:v>4.9766263244605646E-2</c:v>
                </c:pt>
                <c:pt idx="943">
                  <c:v>5.0608514454044351E-2</c:v>
                </c:pt>
                <c:pt idx="944">
                  <c:v>5.0117008554453113E-2</c:v>
                </c:pt>
                <c:pt idx="945">
                  <c:v>5.4624164978654188E-2</c:v>
                </c:pt>
                <c:pt idx="946">
                  <c:v>5.4767367805854783E-2</c:v>
                </c:pt>
                <c:pt idx="947">
                  <c:v>5.5908392089633385E-2</c:v>
                </c:pt>
                <c:pt idx="948">
                  <c:v>5.4732039462823123E-2</c:v>
                </c:pt>
                <c:pt idx="949">
                  <c:v>5.3187278141964445E-2</c:v>
                </c:pt>
                <c:pt idx="950">
                  <c:v>5.2693906450879013E-2</c:v>
                </c:pt>
                <c:pt idx="951">
                  <c:v>5.3720619723099938E-2</c:v>
                </c:pt>
                <c:pt idx="952">
                  <c:v>5.3868141953601012E-2</c:v>
                </c:pt>
                <c:pt idx="953">
                  <c:v>5.6240922974744256E-2</c:v>
                </c:pt>
                <c:pt idx="954">
                  <c:v>5.6117169648258747E-2</c:v>
                </c:pt>
                <c:pt idx="955">
                  <c:v>5.6646815808164219E-2</c:v>
                </c:pt>
                <c:pt idx="956">
                  <c:v>5.5919047708045566E-2</c:v>
                </c:pt>
                <c:pt idx="957">
                  <c:v>5.4647301845015761E-2</c:v>
                </c:pt>
                <c:pt idx="958">
                  <c:v>5.4731756560448819E-2</c:v>
                </c:pt>
                <c:pt idx="959">
                  <c:v>5.6375043965021576E-2</c:v>
                </c:pt>
                <c:pt idx="960">
                  <c:v>5.6169483984687463E-2</c:v>
                </c:pt>
                <c:pt idx="961">
                  <c:v>5.5280338104412685E-2</c:v>
                </c:pt>
                <c:pt idx="962">
                  <c:v>5.5920054036634137E-2</c:v>
                </c:pt>
                <c:pt idx="963">
                  <c:v>5.7523683128014813E-2</c:v>
                </c:pt>
                <c:pt idx="964">
                  <c:v>5.7152532498441433E-2</c:v>
                </c:pt>
                <c:pt idx="965">
                  <c:v>5.7323945021634071E-2</c:v>
                </c:pt>
                <c:pt idx="966">
                  <c:v>5.8109237142302983E-2</c:v>
                </c:pt>
                <c:pt idx="967">
                  <c:v>5.8337828262639779E-2</c:v>
                </c:pt>
                <c:pt idx="968">
                  <c:v>5.7154923933826707E-2</c:v>
                </c:pt>
                <c:pt idx="969">
                  <c:v>5.7045033751515817E-2</c:v>
                </c:pt>
                <c:pt idx="970">
                  <c:v>5.7192268103407273E-2</c:v>
                </c:pt>
                <c:pt idx="971">
                  <c:v>5.8653347534310618E-2</c:v>
                </c:pt>
                <c:pt idx="972">
                  <c:v>5.8751934699117547E-2</c:v>
                </c:pt>
                <c:pt idx="973">
                  <c:v>5.8464675427087109E-2</c:v>
                </c:pt>
                <c:pt idx="974">
                  <c:v>5.8188185593014086E-2</c:v>
                </c:pt>
                <c:pt idx="975">
                  <c:v>5.6014252632419215E-2</c:v>
                </c:pt>
                <c:pt idx="976">
                  <c:v>5.3518131053024165E-2</c:v>
                </c:pt>
                <c:pt idx="977">
                  <c:v>5.4189307469539982E-2</c:v>
                </c:pt>
                <c:pt idx="978">
                  <c:v>5.4066462137779658E-2</c:v>
                </c:pt>
                <c:pt idx="979">
                  <c:v>5.2732314492428656E-2</c:v>
                </c:pt>
                <c:pt idx="980">
                  <c:v>5.2187228151810539E-2</c:v>
                </c:pt>
                <c:pt idx="981">
                  <c:v>5.2265484849354449E-2</c:v>
                </c:pt>
                <c:pt idx="982">
                  <c:v>5.5486733499859553E-2</c:v>
                </c:pt>
                <c:pt idx="983">
                  <c:v>5.666846172393758E-2</c:v>
                </c:pt>
                <c:pt idx="984">
                  <c:v>5.6260934032693388E-2</c:v>
                </c:pt>
                <c:pt idx="985">
                  <c:v>5.6918624251624417E-2</c:v>
                </c:pt>
                <c:pt idx="986">
                  <c:v>5.6906099221903261E-2</c:v>
                </c:pt>
                <c:pt idx="987">
                  <c:v>5.4559313047098046E-2</c:v>
                </c:pt>
                <c:pt idx="988">
                  <c:v>5.2949361118584504E-2</c:v>
                </c:pt>
                <c:pt idx="989">
                  <c:v>5.3517799431067603E-2</c:v>
                </c:pt>
                <c:pt idx="990">
                  <c:v>5.3120999855603812E-2</c:v>
                </c:pt>
                <c:pt idx="991">
                  <c:v>4.9833250761360248E-2</c:v>
                </c:pt>
                <c:pt idx="992">
                  <c:v>5.0350584488751626E-2</c:v>
                </c:pt>
                <c:pt idx="993">
                  <c:v>5.3233182541968849E-2</c:v>
                </c:pt>
                <c:pt idx="994">
                  <c:v>5.4842380699511084E-2</c:v>
                </c:pt>
                <c:pt idx="995">
                  <c:v>5.4593686574416767E-2</c:v>
                </c:pt>
                <c:pt idx="996">
                  <c:v>5.5017106311669561E-2</c:v>
                </c:pt>
                <c:pt idx="997">
                  <c:v>5.4806295831632768E-2</c:v>
                </c:pt>
                <c:pt idx="998">
                  <c:v>5.4643251267957771E-2</c:v>
                </c:pt>
                <c:pt idx="999">
                  <c:v>5.2118137271150222E-2</c:v>
                </c:pt>
                <c:pt idx="1000">
                  <c:v>5.4160615112475829E-2</c:v>
                </c:pt>
                <c:pt idx="1001">
                  <c:v>5.5971808899679898E-2</c:v>
                </c:pt>
                <c:pt idx="1002">
                  <c:v>5.6886319041952738E-2</c:v>
                </c:pt>
                <c:pt idx="1003">
                  <c:v>5.6808954043407467E-2</c:v>
                </c:pt>
                <c:pt idx="1004">
                  <c:v>5.800591293831836E-2</c:v>
                </c:pt>
                <c:pt idx="1005">
                  <c:v>5.7897444371943996E-2</c:v>
                </c:pt>
                <c:pt idx="1006">
                  <c:v>5.9146559346950678E-2</c:v>
                </c:pt>
                <c:pt idx="1007">
                  <c:v>5.9152132862023143E-2</c:v>
                </c:pt>
                <c:pt idx="1008">
                  <c:v>5.8177657868659693E-2</c:v>
                </c:pt>
                <c:pt idx="1009">
                  <c:v>5.7830594145706793E-2</c:v>
                </c:pt>
                <c:pt idx="1010">
                  <c:v>5.8277014021112516E-2</c:v>
                </c:pt>
                <c:pt idx="1011">
                  <c:v>5.8140441133765042E-2</c:v>
                </c:pt>
                <c:pt idx="1012">
                  <c:v>5.8871273319958672E-2</c:v>
                </c:pt>
                <c:pt idx="1013">
                  <c:v>5.7833388264676211E-2</c:v>
                </c:pt>
                <c:pt idx="1014">
                  <c:v>5.8066750328152894E-2</c:v>
                </c:pt>
                <c:pt idx="1015">
                  <c:v>5.7522474516858213E-2</c:v>
                </c:pt>
                <c:pt idx="1016">
                  <c:v>5.6520423004429499E-2</c:v>
                </c:pt>
                <c:pt idx="1017">
                  <c:v>5.7012558118712975E-2</c:v>
                </c:pt>
                <c:pt idx="1018">
                  <c:v>5.6565688889144483E-2</c:v>
                </c:pt>
                <c:pt idx="1019">
                  <c:v>5.7927097925673299E-2</c:v>
                </c:pt>
                <c:pt idx="1020">
                  <c:v>5.7957867284908704E-2</c:v>
                </c:pt>
                <c:pt idx="1021">
                  <c:v>5.8301776506595737E-2</c:v>
                </c:pt>
                <c:pt idx="1022">
                  <c:v>5.8560036287528261E-2</c:v>
                </c:pt>
                <c:pt idx="1023">
                  <c:v>5.8843323182344975E-2</c:v>
                </c:pt>
                <c:pt idx="1024">
                  <c:v>5.9815629976821993E-2</c:v>
                </c:pt>
                <c:pt idx="1025">
                  <c:v>5.9799464085106391E-2</c:v>
                </c:pt>
                <c:pt idx="1026">
                  <c:v>5.9006387959845474E-2</c:v>
                </c:pt>
                <c:pt idx="1027">
                  <c:v>6.0264853326533085E-2</c:v>
                </c:pt>
                <c:pt idx="1028">
                  <c:v>6.0709229462519332E-2</c:v>
                </c:pt>
                <c:pt idx="1029">
                  <c:v>6.0613678893440048E-2</c:v>
                </c:pt>
                <c:pt idx="1030">
                  <c:v>6.0537576317679975E-2</c:v>
                </c:pt>
                <c:pt idx="1031">
                  <c:v>6.1457294676036445E-2</c:v>
                </c:pt>
                <c:pt idx="1032">
                  <c:v>5.9963767968058801E-2</c:v>
                </c:pt>
                <c:pt idx="1033">
                  <c:v>5.9407918475625321E-2</c:v>
                </c:pt>
                <c:pt idx="1034">
                  <c:v>5.9641105085801782E-2</c:v>
                </c:pt>
                <c:pt idx="1035">
                  <c:v>5.8591493009427342E-2</c:v>
                </c:pt>
                <c:pt idx="1036">
                  <c:v>5.9737114194846397E-2</c:v>
                </c:pt>
                <c:pt idx="1037">
                  <c:v>5.9882092188039193E-2</c:v>
                </c:pt>
                <c:pt idx="1038">
                  <c:v>6.3044204156353034E-2</c:v>
                </c:pt>
                <c:pt idx="1039">
                  <c:v>6.3060876133834376E-2</c:v>
                </c:pt>
                <c:pt idx="1040">
                  <c:v>6.3381144548373847E-2</c:v>
                </c:pt>
                <c:pt idx="1041">
                  <c:v>6.3265710334198255E-2</c:v>
                </c:pt>
                <c:pt idx="1042">
                  <c:v>6.3367037629322165E-2</c:v>
                </c:pt>
                <c:pt idx="1043">
                  <c:v>6.3451063583728096E-2</c:v>
                </c:pt>
                <c:pt idx="1044">
                  <c:v>6.3363962495591508E-2</c:v>
                </c:pt>
                <c:pt idx="1045">
                  <c:v>6.2177609984458093E-2</c:v>
                </c:pt>
                <c:pt idx="1046">
                  <c:v>6.1964300628756463E-2</c:v>
                </c:pt>
                <c:pt idx="1047">
                  <c:v>6.2235990037580735E-2</c:v>
                </c:pt>
                <c:pt idx="1048">
                  <c:v>6.2793296948499777E-2</c:v>
                </c:pt>
                <c:pt idx="1049">
                  <c:v>6.1765133748905354E-2</c:v>
                </c:pt>
                <c:pt idx="1050">
                  <c:v>6.1775157736843611E-2</c:v>
                </c:pt>
                <c:pt idx="1051">
                  <c:v>6.2656906802255996E-2</c:v>
                </c:pt>
                <c:pt idx="1052">
                  <c:v>6.273966526579533E-2</c:v>
                </c:pt>
                <c:pt idx="1053">
                  <c:v>6.2716882164125298E-2</c:v>
                </c:pt>
                <c:pt idx="1054">
                  <c:v>6.3461494344746017E-2</c:v>
                </c:pt>
                <c:pt idx="1055">
                  <c:v>6.3386209913139924E-2</c:v>
                </c:pt>
                <c:pt idx="1056">
                  <c:v>6.4915915437407601E-2</c:v>
                </c:pt>
                <c:pt idx="1057">
                  <c:v>6.5432493129202296E-2</c:v>
                </c:pt>
                <c:pt idx="1058">
                  <c:v>6.6063054111358932E-2</c:v>
                </c:pt>
                <c:pt idx="1059">
                  <c:v>6.6113620869846845E-2</c:v>
                </c:pt>
                <c:pt idx="1060">
                  <c:v>6.6780121717123109E-2</c:v>
                </c:pt>
                <c:pt idx="1061">
                  <c:v>6.674846417419289E-2</c:v>
                </c:pt>
                <c:pt idx="1062">
                  <c:v>6.6800049521363425E-2</c:v>
                </c:pt>
                <c:pt idx="1063">
                  <c:v>6.6729616003264103E-2</c:v>
                </c:pt>
                <c:pt idx="1064">
                  <c:v>6.6821270502991914E-2</c:v>
                </c:pt>
                <c:pt idx="1065">
                  <c:v>6.7550514470372636E-2</c:v>
                </c:pt>
                <c:pt idx="1066">
                  <c:v>6.7407435128944981E-2</c:v>
                </c:pt>
                <c:pt idx="1067">
                  <c:v>6.727646728987513E-2</c:v>
                </c:pt>
                <c:pt idx="1068">
                  <c:v>6.7042585034451929E-2</c:v>
                </c:pt>
                <c:pt idx="1069">
                  <c:v>6.6942333803061027E-2</c:v>
                </c:pt>
                <c:pt idx="1070">
                  <c:v>6.6610879172844473E-2</c:v>
                </c:pt>
                <c:pt idx="1071">
                  <c:v>6.6833896642328638E-2</c:v>
                </c:pt>
                <c:pt idx="1072">
                  <c:v>6.6094649534002681E-2</c:v>
                </c:pt>
                <c:pt idx="1073">
                  <c:v>6.5620366156166177E-2</c:v>
                </c:pt>
                <c:pt idx="1074">
                  <c:v>6.5053289871751629E-2</c:v>
                </c:pt>
                <c:pt idx="1075">
                  <c:v>6.531292475874606E-2</c:v>
                </c:pt>
                <c:pt idx="1076">
                  <c:v>6.5287297367382147E-2</c:v>
                </c:pt>
                <c:pt idx="1077">
                  <c:v>6.5961359978326417E-2</c:v>
                </c:pt>
                <c:pt idx="1078">
                  <c:v>6.6104698580293442E-2</c:v>
                </c:pt>
                <c:pt idx="1079">
                  <c:v>6.5358595630487626E-2</c:v>
                </c:pt>
                <c:pt idx="1080">
                  <c:v>6.5597858720005009E-2</c:v>
                </c:pt>
                <c:pt idx="1081">
                  <c:v>6.5939313175838898E-2</c:v>
                </c:pt>
                <c:pt idx="1082">
                  <c:v>6.6763298208950439E-2</c:v>
                </c:pt>
                <c:pt idx="1083">
                  <c:v>6.6004666988788041E-2</c:v>
                </c:pt>
                <c:pt idx="1084">
                  <c:v>6.7172265154068156E-2</c:v>
                </c:pt>
                <c:pt idx="1085">
                  <c:v>6.7006430231903114E-2</c:v>
                </c:pt>
                <c:pt idx="1086">
                  <c:v>6.5522785366865843E-2</c:v>
                </c:pt>
                <c:pt idx="1087">
                  <c:v>6.5481781887673063E-2</c:v>
                </c:pt>
                <c:pt idx="1088">
                  <c:v>6.5617765237827697E-2</c:v>
                </c:pt>
                <c:pt idx="1089">
                  <c:v>6.4951266016235132E-2</c:v>
                </c:pt>
                <c:pt idx="1090">
                  <c:v>6.3865556979312621E-2</c:v>
                </c:pt>
                <c:pt idx="1091">
                  <c:v>6.2772558826560299E-2</c:v>
                </c:pt>
                <c:pt idx="1092">
                  <c:v>6.3524374912920512E-2</c:v>
                </c:pt>
                <c:pt idx="1093">
                  <c:v>6.3248863724548188E-2</c:v>
                </c:pt>
                <c:pt idx="1094">
                  <c:v>6.2860557970628173E-2</c:v>
                </c:pt>
                <c:pt idx="1095">
                  <c:v>6.2476647120437989E-2</c:v>
                </c:pt>
                <c:pt idx="1096">
                  <c:v>6.1686746126538905E-2</c:v>
                </c:pt>
                <c:pt idx="1097">
                  <c:v>6.1812105553430419E-2</c:v>
                </c:pt>
                <c:pt idx="1098">
                  <c:v>6.1422057765302074E-2</c:v>
                </c:pt>
                <c:pt idx="1099">
                  <c:v>6.0864879882893241E-2</c:v>
                </c:pt>
                <c:pt idx="1100">
                  <c:v>5.9455039333934701E-2</c:v>
                </c:pt>
                <c:pt idx="1101">
                  <c:v>5.9855961807482427E-2</c:v>
                </c:pt>
                <c:pt idx="1102">
                  <c:v>6.024773724395982E-2</c:v>
                </c:pt>
                <c:pt idx="1103">
                  <c:v>6.0357998032089411E-2</c:v>
                </c:pt>
                <c:pt idx="1104">
                  <c:v>6.1097714271584502E-2</c:v>
                </c:pt>
                <c:pt idx="1105">
                  <c:v>6.3269086444984746E-2</c:v>
                </c:pt>
                <c:pt idx="1106">
                  <c:v>6.3492369832505058E-2</c:v>
                </c:pt>
                <c:pt idx="1107">
                  <c:v>6.2898362117632334E-2</c:v>
                </c:pt>
                <c:pt idx="1108">
                  <c:v>6.3270890831782389E-2</c:v>
                </c:pt>
                <c:pt idx="1109">
                  <c:v>6.1560359224634764E-2</c:v>
                </c:pt>
                <c:pt idx="1110">
                  <c:v>6.2174965753582723E-2</c:v>
                </c:pt>
                <c:pt idx="1111">
                  <c:v>6.3810390606707013E-2</c:v>
                </c:pt>
                <c:pt idx="1112">
                  <c:v>6.4032962347528755E-2</c:v>
                </c:pt>
                <c:pt idx="1113">
                  <c:v>6.360699264276426E-2</c:v>
                </c:pt>
                <c:pt idx="1114">
                  <c:v>6.0257683020181863E-2</c:v>
                </c:pt>
                <c:pt idx="1115">
                  <c:v>6.0087454040982258E-2</c:v>
                </c:pt>
                <c:pt idx="1116">
                  <c:v>5.7955468273182986E-2</c:v>
                </c:pt>
                <c:pt idx="1117">
                  <c:v>5.934430228653742E-2</c:v>
                </c:pt>
                <c:pt idx="1118">
                  <c:v>5.9387142382590352E-2</c:v>
                </c:pt>
                <c:pt idx="1119">
                  <c:v>6.1527308760248367E-2</c:v>
                </c:pt>
                <c:pt idx="1120">
                  <c:v>6.076043884288107E-2</c:v>
                </c:pt>
                <c:pt idx="1121">
                  <c:v>6.1433653060448679E-2</c:v>
                </c:pt>
                <c:pt idx="1122">
                  <c:v>6.2601190535840567E-2</c:v>
                </c:pt>
                <c:pt idx="1123">
                  <c:v>6.1860024362845434E-2</c:v>
                </c:pt>
                <c:pt idx="1124">
                  <c:v>6.1033144050913757E-2</c:v>
                </c:pt>
                <c:pt idx="1125">
                  <c:v>6.1979489319184067E-2</c:v>
                </c:pt>
                <c:pt idx="1126">
                  <c:v>6.0442217340235915E-2</c:v>
                </c:pt>
                <c:pt idx="1127">
                  <c:v>6.0054387671611531E-2</c:v>
                </c:pt>
                <c:pt idx="1128">
                  <c:v>5.8392298015985555E-2</c:v>
                </c:pt>
                <c:pt idx="1129">
                  <c:v>5.84446827808911E-2</c:v>
                </c:pt>
                <c:pt idx="1130">
                  <c:v>5.8615999680897923E-2</c:v>
                </c:pt>
                <c:pt idx="1131">
                  <c:v>5.9176575107880325E-2</c:v>
                </c:pt>
                <c:pt idx="1132">
                  <c:v>5.7482783140697546E-2</c:v>
                </c:pt>
                <c:pt idx="1133">
                  <c:v>5.8015688768201956E-2</c:v>
                </c:pt>
                <c:pt idx="1134">
                  <c:v>5.5889659882074949E-2</c:v>
                </c:pt>
                <c:pt idx="1135">
                  <c:v>5.7585715863777587E-2</c:v>
                </c:pt>
                <c:pt idx="1136">
                  <c:v>5.7255463846419996E-2</c:v>
                </c:pt>
                <c:pt idx="1137">
                  <c:v>5.4867097875361592E-2</c:v>
                </c:pt>
                <c:pt idx="1138">
                  <c:v>5.4655588055315008E-2</c:v>
                </c:pt>
                <c:pt idx="1139">
                  <c:v>5.4137997952675598E-2</c:v>
                </c:pt>
                <c:pt idx="1140">
                  <c:v>5.3046250053735311E-2</c:v>
                </c:pt>
                <c:pt idx="1141">
                  <c:v>5.2452431334121696E-2</c:v>
                </c:pt>
                <c:pt idx="1142">
                  <c:v>5.2524330124899876E-2</c:v>
                </c:pt>
                <c:pt idx="1143">
                  <c:v>5.0782150578282059E-2</c:v>
                </c:pt>
                <c:pt idx="1144">
                  <c:v>5.0622913102739808E-2</c:v>
                </c:pt>
                <c:pt idx="1145">
                  <c:v>4.9750890759092004E-2</c:v>
                </c:pt>
                <c:pt idx="1146">
                  <c:v>4.7187436018453877E-2</c:v>
                </c:pt>
                <c:pt idx="1147">
                  <c:v>4.2660306211120935E-2</c:v>
                </c:pt>
                <c:pt idx="1148">
                  <c:v>3.6373292005184132E-2</c:v>
                </c:pt>
                <c:pt idx="1149">
                  <c:v>3.8162459978821395E-2</c:v>
                </c:pt>
                <c:pt idx="1150">
                  <c:v>4.3651818273852006E-2</c:v>
                </c:pt>
                <c:pt idx="1151">
                  <c:v>4.4998713937085988E-2</c:v>
                </c:pt>
                <c:pt idx="1152">
                  <c:v>4.8617865042585584E-2</c:v>
                </c:pt>
                <c:pt idx="1153">
                  <c:v>4.9057909775283015E-2</c:v>
                </c:pt>
                <c:pt idx="1154">
                  <c:v>4.5926530458769932E-2</c:v>
                </c:pt>
                <c:pt idx="1155">
                  <c:v>4.6300114603129106E-2</c:v>
                </c:pt>
                <c:pt idx="1156">
                  <c:v>4.6802349160811052E-2</c:v>
                </c:pt>
                <c:pt idx="1157">
                  <c:v>4.4279632506827316E-2</c:v>
                </c:pt>
                <c:pt idx="1158">
                  <c:v>4.3651539674718798E-2</c:v>
                </c:pt>
                <c:pt idx="1159">
                  <c:v>4.4134845947409129E-2</c:v>
                </c:pt>
                <c:pt idx="1160">
                  <c:v>5.1165190982814024E-2</c:v>
                </c:pt>
                <c:pt idx="1161">
                  <c:v>5.3672920036080707E-2</c:v>
                </c:pt>
                <c:pt idx="1162">
                  <c:v>5.0804174090319343E-2</c:v>
                </c:pt>
                <c:pt idx="1163">
                  <c:v>5.0183042977866354E-2</c:v>
                </c:pt>
                <c:pt idx="1164">
                  <c:v>5.0673960650562622E-2</c:v>
                </c:pt>
                <c:pt idx="1165">
                  <c:v>5.5400485371933983E-2</c:v>
                </c:pt>
                <c:pt idx="1166">
                  <c:v>5.5802151698733593E-2</c:v>
                </c:pt>
                <c:pt idx="1167">
                  <c:v>5.7216970183559979E-2</c:v>
                </c:pt>
                <c:pt idx="1168">
                  <c:v>5.4014787307479994E-2</c:v>
                </c:pt>
                <c:pt idx="1169">
                  <c:v>5.5643500864496986E-2</c:v>
                </c:pt>
                <c:pt idx="1170">
                  <c:v>5.218590389730704E-2</c:v>
                </c:pt>
                <c:pt idx="1171">
                  <c:v>5.218590389730704E-2</c:v>
                </c:pt>
                <c:pt idx="1172">
                  <c:v>5.177093811395117E-2</c:v>
                </c:pt>
                <c:pt idx="1173">
                  <c:v>5.4373450757036257E-2</c:v>
                </c:pt>
                <c:pt idx="1174">
                  <c:v>5.5940358448597793E-2</c:v>
                </c:pt>
                <c:pt idx="1175">
                  <c:v>5.4803697180926814E-2</c:v>
                </c:pt>
                <c:pt idx="1176">
                  <c:v>5.5472627483164172E-2</c:v>
                </c:pt>
                <c:pt idx="1177">
                  <c:v>5.7197666838992967E-2</c:v>
                </c:pt>
                <c:pt idx="1178">
                  <c:v>5.9637924118991048E-2</c:v>
                </c:pt>
                <c:pt idx="1179">
                  <c:v>6.1266835680096055E-2</c:v>
                </c:pt>
                <c:pt idx="1180">
                  <c:v>6.1545323955877973E-2</c:v>
                </c:pt>
                <c:pt idx="1181">
                  <c:v>6.128381090946311E-2</c:v>
                </c:pt>
                <c:pt idx="1182">
                  <c:v>6.0633256594120222E-2</c:v>
                </c:pt>
                <c:pt idx="1183">
                  <c:v>6.2454079054026335E-2</c:v>
                </c:pt>
                <c:pt idx="1184">
                  <c:v>6.2168866892980179E-2</c:v>
                </c:pt>
                <c:pt idx="1185">
                  <c:v>6.2224981268705015E-2</c:v>
                </c:pt>
                <c:pt idx="1186">
                  <c:v>6.2817605847537705E-2</c:v>
                </c:pt>
                <c:pt idx="1187">
                  <c:v>6.3202488118615729E-2</c:v>
                </c:pt>
                <c:pt idx="1188">
                  <c:v>6.2150528489253398E-2</c:v>
                </c:pt>
                <c:pt idx="1189">
                  <c:v>6.3393112934177709E-2</c:v>
                </c:pt>
                <c:pt idx="1190">
                  <c:v>6.3883840630181932E-2</c:v>
                </c:pt>
                <c:pt idx="1191">
                  <c:v>6.3725430011101314E-2</c:v>
                </c:pt>
                <c:pt idx="1192">
                  <c:v>6.3599628401016073E-2</c:v>
                </c:pt>
                <c:pt idx="1193">
                  <c:v>6.3161228723289553E-2</c:v>
                </c:pt>
                <c:pt idx="1194">
                  <c:v>6.3416008430527637E-2</c:v>
                </c:pt>
                <c:pt idx="1195">
                  <c:v>6.4034813678860325E-2</c:v>
                </c:pt>
                <c:pt idx="1196">
                  <c:v>6.4783719383469385E-2</c:v>
                </c:pt>
                <c:pt idx="1197">
                  <c:v>6.4879752823313042E-2</c:v>
                </c:pt>
                <c:pt idx="1198">
                  <c:v>6.4635300669635964E-2</c:v>
                </c:pt>
                <c:pt idx="1199">
                  <c:v>6.3918231811916693E-2</c:v>
                </c:pt>
                <c:pt idx="1200">
                  <c:v>6.3395683066772235E-2</c:v>
                </c:pt>
                <c:pt idx="1201">
                  <c:v>6.1628773416646632E-2</c:v>
                </c:pt>
                <c:pt idx="1202">
                  <c:v>6.1628773416646632E-2</c:v>
                </c:pt>
                <c:pt idx="1203">
                  <c:v>6.1191256533216665E-2</c:v>
                </c:pt>
                <c:pt idx="1204">
                  <c:v>5.9673672702931779E-2</c:v>
                </c:pt>
                <c:pt idx="1205">
                  <c:v>5.7055655632571423E-2</c:v>
                </c:pt>
                <c:pt idx="1206">
                  <c:v>5.8902894747976942E-2</c:v>
                </c:pt>
                <c:pt idx="1207">
                  <c:v>5.9031744110655149E-2</c:v>
                </c:pt>
                <c:pt idx="1208">
                  <c:v>6.1412442108140231E-2</c:v>
                </c:pt>
                <c:pt idx="1209">
                  <c:v>6.1418763364746942E-2</c:v>
                </c:pt>
                <c:pt idx="1210">
                  <c:v>6.2126073265894255E-2</c:v>
                </c:pt>
                <c:pt idx="1211">
                  <c:v>6.3087489868309476E-2</c:v>
                </c:pt>
                <c:pt idx="1212">
                  <c:v>6.2560168030135754E-2</c:v>
                </c:pt>
                <c:pt idx="1213">
                  <c:v>6.4238369257107464E-2</c:v>
                </c:pt>
                <c:pt idx="1214">
                  <c:v>6.4050386286490291E-2</c:v>
                </c:pt>
                <c:pt idx="1215">
                  <c:v>6.1488750847121354E-2</c:v>
                </c:pt>
                <c:pt idx="1216">
                  <c:v>6.4370068448298845E-2</c:v>
                </c:pt>
                <c:pt idx="1217">
                  <c:v>6.3231517325994413E-2</c:v>
                </c:pt>
                <c:pt idx="1218">
                  <c:v>6.2095833761029673E-2</c:v>
                </c:pt>
                <c:pt idx="1219">
                  <c:v>6.0486074161536729E-2</c:v>
                </c:pt>
                <c:pt idx="1220">
                  <c:v>5.9463425676343884E-2</c:v>
                </c:pt>
                <c:pt idx="1221">
                  <c:v>5.8405668680415523E-2</c:v>
                </c:pt>
                <c:pt idx="1222">
                  <c:v>5.8535316264898385E-2</c:v>
                </c:pt>
                <c:pt idx="1223">
                  <c:v>5.9443746983193546E-2</c:v>
                </c:pt>
                <c:pt idx="1224">
                  <c:v>5.9261914632107726E-2</c:v>
                </c:pt>
                <c:pt idx="1225">
                  <c:v>5.7666586746385029E-2</c:v>
                </c:pt>
                <c:pt idx="1226">
                  <c:v>5.8159352654181928E-2</c:v>
                </c:pt>
                <c:pt idx="1227">
                  <c:v>6.1752786883715771E-2</c:v>
                </c:pt>
                <c:pt idx="1228">
                  <c:v>6.219973829104064E-2</c:v>
                </c:pt>
                <c:pt idx="1229">
                  <c:v>6.1449730091732824E-2</c:v>
                </c:pt>
                <c:pt idx="1230">
                  <c:v>6.1957759814340485E-2</c:v>
                </c:pt>
                <c:pt idx="1231">
                  <c:v>6.3076616644167749E-2</c:v>
                </c:pt>
                <c:pt idx="1232">
                  <c:v>6.3717477538392742E-2</c:v>
                </c:pt>
                <c:pt idx="1233">
                  <c:v>6.3014359517831076E-2</c:v>
                </c:pt>
                <c:pt idx="1234">
                  <c:v>6.0840334401770502E-2</c:v>
                </c:pt>
                <c:pt idx="1235">
                  <c:v>6.0442407124018271E-2</c:v>
                </c:pt>
                <c:pt idx="1236">
                  <c:v>5.9845348808898358E-2</c:v>
                </c:pt>
                <c:pt idx="1237">
                  <c:v>5.5649796589751221E-2</c:v>
                </c:pt>
                <c:pt idx="1238">
                  <c:v>5.6950529167320685E-2</c:v>
                </c:pt>
                <c:pt idx="1239">
                  <c:v>5.5679293919612682E-2</c:v>
                </c:pt>
                <c:pt idx="1240">
                  <c:v>5.3366430764110184E-2</c:v>
                </c:pt>
                <c:pt idx="1241">
                  <c:v>5.4991582688664442E-2</c:v>
                </c:pt>
                <c:pt idx="1242">
                  <c:v>5.2465051016988729E-2</c:v>
                </c:pt>
                <c:pt idx="1243">
                  <c:v>5.2198014767544154E-2</c:v>
                </c:pt>
                <c:pt idx="1244">
                  <c:v>5.5047035343545714E-2</c:v>
                </c:pt>
                <c:pt idx="1245">
                  <c:v>5.3144810717170476E-2</c:v>
                </c:pt>
                <c:pt idx="1246">
                  <c:v>5.0705198647373773E-2</c:v>
                </c:pt>
                <c:pt idx="1247">
                  <c:v>5.0515466769528228E-2</c:v>
                </c:pt>
                <c:pt idx="1248">
                  <c:v>5.2007164169410647E-2</c:v>
                </c:pt>
                <c:pt idx="1249">
                  <c:v>4.6664243907837077E-2</c:v>
                </c:pt>
                <c:pt idx="1250">
                  <c:v>4.5863978469624311E-2</c:v>
                </c:pt>
                <c:pt idx="1251">
                  <c:v>5.1399477457414466E-2</c:v>
                </c:pt>
                <c:pt idx="1252">
                  <c:v>5.2811913642881958E-2</c:v>
                </c:pt>
                <c:pt idx="1253">
                  <c:v>4.9914259306157005E-2</c:v>
                </c:pt>
                <c:pt idx="1254">
                  <c:v>5.3794960299161754E-2</c:v>
                </c:pt>
                <c:pt idx="1255">
                  <c:v>5.4311895392152754E-2</c:v>
                </c:pt>
                <c:pt idx="1256">
                  <c:v>5.4857560546291095E-2</c:v>
                </c:pt>
                <c:pt idx="1257">
                  <c:v>5.6284664891087632E-2</c:v>
                </c:pt>
                <c:pt idx="1258">
                  <c:v>5.4048389415090714E-2</c:v>
                </c:pt>
                <c:pt idx="1259">
                  <c:v>5.2069402373062568E-2</c:v>
                </c:pt>
                <c:pt idx="1260">
                  <c:v>5.5920517810235548E-2</c:v>
                </c:pt>
                <c:pt idx="1261">
                  <c:v>5.6265347197043014E-2</c:v>
                </c:pt>
                <c:pt idx="1262">
                  <c:v>5.0502915549873295E-2</c:v>
                </c:pt>
                <c:pt idx="1263">
                  <c:v>4.8730103892619892E-2</c:v>
                </c:pt>
                <c:pt idx="1264">
                  <c:v>5.2384570386010965E-2</c:v>
                </c:pt>
                <c:pt idx="1265">
                  <c:v>5.546301331781589E-2</c:v>
                </c:pt>
                <c:pt idx="1266">
                  <c:v>5.5846076568560998E-2</c:v>
                </c:pt>
                <c:pt idx="1267">
                  <c:v>5.8366847363995444E-2</c:v>
                </c:pt>
                <c:pt idx="1268">
                  <c:v>5.8808710485508175E-2</c:v>
                </c:pt>
                <c:pt idx="1269">
                  <c:v>5.8546363023875836E-2</c:v>
                </c:pt>
                <c:pt idx="1270">
                  <c:v>5.8612443846213336E-2</c:v>
                </c:pt>
                <c:pt idx="1271">
                  <c:v>5.8513740411847648E-2</c:v>
                </c:pt>
                <c:pt idx="1272">
                  <c:v>5.8892660157554677E-2</c:v>
                </c:pt>
                <c:pt idx="1273">
                  <c:v>5.877096574570928E-2</c:v>
                </c:pt>
                <c:pt idx="1274">
                  <c:v>5.8291216554636538E-2</c:v>
                </c:pt>
                <c:pt idx="1275">
                  <c:v>6.159219243384928E-2</c:v>
                </c:pt>
                <c:pt idx="1276">
                  <c:v>6.2659567085212586E-2</c:v>
                </c:pt>
                <c:pt idx="1277">
                  <c:v>6.2416124896807812E-2</c:v>
                </c:pt>
                <c:pt idx="1278">
                  <c:v>6.2746319210918444E-2</c:v>
                </c:pt>
                <c:pt idx="1279">
                  <c:v>6.1524923991719715E-2</c:v>
                </c:pt>
                <c:pt idx="1280">
                  <c:v>6.2028803010379385E-2</c:v>
                </c:pt>
                <c:pt idx="1281">
                  <c:v>6.3667366001603276E-2</c:v>
                </c:pt>
                <c:pt idx="1282">
                  <c:v>6.4022391519025224E-2</c:v>
                </c:pt>
                <c:pt idx="1283">
                  <c:v>6.4138180012148993E-2</c:v>
                </c:pt>
                <c:pt idx="1284">
                  <c:v>6.3934049638757373E-2</c:v>
                </c:pt>
                <c:pt idx="1285">
                  <c:v>6.4269131875543173E-2</c:v>
                </c:pt>
                <c:pt idx="1286">
                  <c:v>6.5367322685196738E-2</c:v>
                </c:pt>
                <c:pt idx="1287">
                  <c:v>6.5685854940413013E-2</c:v>
                </c:pt>
                <c:pt idx="1288">
                  <c:v>6.5484110203807622E-2</c:v>
                </c:pt>
                <c:pt idx="1289">
                  <c:v>6.6143796058175108E-2</c:v>
                </c:pt>
                <c:pt idx="1290">
                  <c:v>6.6043719895338415E-2</c:v>
                </c:pt>
                <c:pt idx="1291">
                  <c:v>6.5401083329977183E-2</c:v>
                </c:pt>
                <c:pt idx="1292">
                  <c:v>6.5231620333199403E-2</c:v>
                </c:pt>
                <c:pt idx="1293">
                  <c:v>6.5325950176843506E-2</c:v>
                </c:pt>
                <c:pt idx="1294">
                  <c:v>6.6248944723516834E-2</c:v>
                </c:pt>
                <c:pt idx="1295">
                  <c:v>6.680020896513239E-2</c:v>
                </c:pt>
                <c:pt idx="1296">
                  <c:v>6.6446038292951481E-2</c:v>
                </c:pt>
                <c:pt idx="1297">
                  <c:v>6.4570793656298364E-2</c:v>
                </c:pt>
                <c:pt idx="1298">
                  <c:v>6.4997081537679247E-2</c:v>
                </c:pt>
                <c:pt idx="1299">
                  <c:v>6.3514505087315931E-2</c:v>
                </c:pt>
                <c:pt idx="1300">
                  <c:v>6.4440949925624214E-2</c:v>
                </c:pt>
                <c:pt idx="1301">
                  <c:v>6.4627763268472194E-2</c:v>
                </c:pt>
                <c:pt idx="1302">
                  <c:v>6.4308324906226288E-2</c:v>
                </c:pt>
                <c:pt idx="1303">
                  <c:v>6.4489552346199464E-2</c:v>
                </c:pt>
                <c:pt idx="1304">
                  <c:v>6.5506779630511658E-2</c:v>
                </c:pt>
                <c:pt idx="1305">
                  <c:v>6.8493460417462404E-2</c:v>
                </c:pt>
                <c:pt idx="1306">
                  <c:v>6.8329139404974093E-2</c:v>
                </c:pt>
                <c:pt idx="1307">
                  <c:v>6.8083289533092617E-2</c:v>
                </c:pt>
                <c:pt idx="1308">
                  <c:v>6.8026310504232579E-2</c:v>
                </c:pt>
                <c:pt idx="1309">
                  <c:v>6.7731224090825992E-2</c:v>
                </c:pt>
                <c:pt idx="1310">
                  <c:v>6.8771762956454041E-2</c:v>
                </c:pt>
                <c:pt idx="1311">
                  <c:v>6.8303980097455419E-2</c:v>
                </c:pt>
                <c:pt idx="1312">
                  <c:v>6.8216550407052656E-2</c:v>
                </c:pt>
                <c:pt idx="1313">
                  <c:v>6.8581831672223537E-2</c:v>
                </c:pt>
                <c:pt idx="1314">
                  <c:v>6.8480231638872846E-2</c:v>
                </c:pt>
                <c:pt idx="1315">
                  <c:v>6.7403370046614008E-2</c:v>
                </c:pt>
                <c:pt idx="1316">
                  <c:v>6.686859657498001E-2</c:v>
                </c:pt>
                <c:pt idx="1317">
                  <c:v>6.5965800213694914E-2</c:v>
                </c:pt>
                <c:pt idx="1318">
                  <c:v>6.6424618831053661E-2</c:v>
                </c:pt>
                <c:pt idx="1319">
                  <c:v>6.5897930651933057E-2</c:v>
                </c:pt>
                <c:pt idx="1320">
                  <c:v>6.529568576786382E-2</c:v>
                </c:pt>
                <c:pt idx="1321">
                  <c:v>6.6136863493766795E-2</c:v>
                </c:pt>
                <c:pt idx="1322">
                  <c:v>6.5805157861422159E-2</c:v>
                </c:pt>
                <c:pt idx="1323">
                  <c:v>6.5399741783967458E-2</c:v>
                </c:pt>
                <c:pt idx="1324">
                  <c:v>6.4407776069906442E-2</c:v>
                </c:pt>
                <c:pt idx="1325">
                  <c:v>6.4541693553666901E-2</c:v>
                </c:pt>
                <c:pt idx="1326">
                  <c:v>6.4667975587126225E-2</c:v>
                </c:pt>
                <c:pt idx="1327">
                  <c:v>6.3949057085682215E-2</c:v>
                </c:pt>
                <c:pt idx="1328">
                  <c:v>6.3465282433644354E-2</c:v>
                </c:pt>
                <c:pt idx="1329">
                  <c:v>6.3274537896756744E-2</c:v>
                </c:pt>
                <c:pt idx="1330">
                  <c:v>6.3984953402649869E-2</c:v>
                </c:pt>
                <c:pt idx="1331">
                  <c:v>6.2639159349470286E-2</c:v>
                </c:pt>
                <c:pt idx="1332">
                  <c:v>6.4793957558574311E-2</c:v>
                </c:pt>
                <c:pt idx="1333">
                  <c:v>6.4601505654976799E-2</c:v>
                </c:pt>
                <c:pt idx="1334">
                  <c:v>6.5348404278004923E-2</c:v>
                </c:pt>
                <c:pt idx="1335">
                  <c:v>6.5281658810144694E-2</c:v>
                </c:pt>
                <c:pt idx="1336">
                  <c:v>6.6338569626379407E-2</c:v>
                </c:pt>
                <c:pt idx="1337">
                  <c:v>6.6313084153762469E-2</c:v>
                </c:pt>
                <c:pt idx="1338">
                  <c:v>6.6618523906965654E-2</c:v>
                </c:pt>
                <c:pt idx="1339">
                  <c:v>6.6722123383829324E-2</c:v>
                </c:pt>
                <c:pt idx="1340">
                  <c:v>6.8406025338075827E-2</c:v>
                </c:pt>
                <c:pt idx="1341">
                  <c:v>6.9294524392020773E-2</c:v>
                </c:pt>
                <c:pt idx="1342">
                  <c:v>6.9347668086180536E-2</c:v>
                </c:pt>
                <c:pt idx="1343">
                  <c:v>6.8916699764835165E-2</c:v>
                </c:pt>
                <c:pt idx="1344">
                  <c:v>6.7057769729891969E-2</c:v>
                </c:pt>
                <c:pt idx="1345">
                  <c:v>6.6711577297649094E-2</c:v>
                </c:pt>
                <c:pt idx="1346">
                  <c:v>6.6686086680057044E-2</c:v>
                </c:pt>
                <c:pt idx="1347">
                  <c:v>6.5824364024022031E-2</c:v>
                </c:pt>
                <c:pt idx="1348">
                  <c:v>6.5835335192707567E-2</c:v>
                </c:pt>
                <c:pt idx="1349">
                  <c:v>6.777154106423311E-2</c:v>
                </c:pt>
                <c:pt idx="1350">
                  <c:v>6.7850544184213768E-2</c:v>
                </c:pt>
                <c:pt idx="1351">
                  <c:v>6.8499414887906562E-2</c:v>
                </c:pt>
                <c:pt idx="1352">
                  <c:v>6.8311421980149278E-2</c:v>
                </c:pt>
                <c:pt idx="1353">
                  <c:v>6.5206807466299366E-2</c:v>
                </c:pt>
                <c:pt idx="1354">
                  <c:v>6.5249296722568073E-2</c:v>
                </c:pt>
                <c:pt idx="1355">
                  <c:v>6.5732680116051267E-2</c:v>
                </c:pt>
                <c:pt idx="1356">
                  <c:v>6.7041840194611235E-2</c:v>
                </c:pt>
                <c:pt idx="1357">
                  <c:v>6.8008845202580215E-2</c:v>
                </c:pt>
                <c:pt idx="1358">
                  <c:v>6.9170290240038734E-2</c:v>
                </c:pt>
                <c:pt idx="1359">
                  <c:v>6.9645740018730251E-2</c:v>
                </c:pt>
                <c:pt idx="1360">
                  <c:v>6.9357512668911214E-2</c:v>
                </c:pt>
                <c:pt idx="1361">
                  <c:v>6.7225819621553051E-2</c:v>
                </c:pt>
                <c:pt idx="1362">
                  <c:v>6.8709024104976146E-2</c:v>
                </c:pt>
                <c:pt idx="1363">
                  <c:v>6.8150931664020975E-2</c:v>
                </c:pt>
                <c:pt idx="1364">
                  <c:v>6.9942058906169668E-2</c:v>
                </c:pt>
                <c:pt idx="1365">
                  <c:v>7.0005133456143787E-2</c:v>
                </c:pt>
                <c:pt idx="1366">
                  <c:v>7.0884757528447584E-2</c:v>
                </c:pt>
                <c:pt idx="1367">
                  <c:v>7.1087285810978007E-2</c:v>
                </c:pt>
                <c:pt idx="1368">
                  <c:v>7.1521516476740765E-2</c:v>
                </c:pt>
                <c:pt idx="1369">
                  <c:v>7.1685543382854044E-2</c:v>
                </c:pt>
                <c:pt idx="1370">
                  <c:v>7.1511252932964564E-2</c:v>
                </c:pt>
                <c:pt idx="1371">
                  <c:v>7.1408998321648709E-2</c:v>
                </c:pt>
                <c:pt idx="1372">
                  <c:v>7.1334794082406949E-2</c:v>
                </c:pt>
                <c:pt idx="1373">
                  <c:v>7.119779228110712E-2</c:v>
                </c:pt>
                <c:pt idx="1374">
                  <c:v>7.1412327102381656E-2</c:v>
                </c:pt>
                <c:pt idx="1375">
                  <c:v>7.2111067187112798E-2</c:v>
                </c:pt>
                <c:pt idx="1376">
                  <c:v>7.2113968052960997E-2</c:v>
                </c:pt>
                <c:pt idx="1377">
                  <c:v>7.1861586798236288E-2</c:v>
                </c:pt>
                <c:pt idx="1378">
                  <c:v>7.1743468380960018E-2</c:v>
                </c:pt>
                <c:pt idx="1379">
                  <c:v>7.248935973536863E-2</c:v>
                </c:pt>
                <c:pt idx="1380">
                  <c:v>7.1987030697440169E-2</c:v>
                </c:pt>
                <c:pt idx="1381">
                  <c:v>7.0963597791605104E-2</c:v>
                </c:pt>
                <c:pt idx="1382">
                  <c:v>7.1193588973452182E-2</c:v>
                </c:pt>
                <c:pt idx="1383">
                  <c:v>7.236804624884996E-2</c:v>
                </c:pt>
                <c:pt idx="1384">
                  <c:v>7.2902654275369905E-2</c:v>
                </c:pt>
                <c:pt idx="1385">
                  <c:v>7.3365432897113281E-2</c:v>
                </c:pt>
                <c:pt idx="1386">
                  <c:v>7.3270053998331641E-2</c:v>
                </c:pt>
                <c:pt idx="1387">
                  <c:v>7.3448587793592535E-2</c:v>
                </c:pt>
                <c:pt idx="1388">
                  <c:v>7.3446368900941694E-2</c:v>
                </c:pt>
                <c:pt idx="1389">
                  <c:v>7.3441895624066E-2</c:v>
                </c:pt>
                <c:pt idx="1390">
                  <c:v>7.3417069497866083E-2</c:v>
                </c:pt>
                <c:pt idx="1391">
                  <c:v>7.3892885121178642E-2</c:v>
                </c:pt>
                <c:pt idx="1392">
                  <c:v>7.3999566357665025E-2</c:v>
                </c:pt>
                <c:pt idx="1393">
                  <c:v>7.3754666956134418E-2</c:v>
                </c:pt>
                <c:pt idx="1394">
                  <c:v>7.3993409732739601E-2</c:v>
                </c:pt>
                <c:pt idx="1395">
                  <c:v>7.3788356842674374E-2</c:v>
                </c:pt>
                <c:pt idx="1396">
                  <c:v>7.3779902804317343E-2</c:v>
                </c:pt>
                <c:pt idx="1397">
                  <c:v>7.3559044160821152E-2</c:v>
                </c:pt>
                <c:pt idx="1398">
                  <c:v>7.3621651895046658E-2</c:v>
                </c:pt>
                <c:pt idx="1399">
                  <c:v>7.385907564255989E-2</c:v>
                </c:pt>
                <c:pt idx="1400">
                  <c:v>7.3724272734246754E-2</c:v>
                </c:pt>
                <c:pt idx="1401">
                  <c:v>7.3526927951694021E-2</c:v>
                </c:pt>
                <c:pt idx="1402">
                  <c:v>7.3647791045347022E-2</c:v>
                </c:pt>
                <c:pt idx="1403">
                  <c:v>7.4428883706299742E-2</c:v>
                </c:pt>
                <c:pt idx="1404">
                  <c:v>7.4659805546910873E-2</c:v>
                </c:pt>
                <c:pt idx="1405">
                  <c:v>7.4565756524909044E-2</c:v>
                </c:pt>
                <c:pt idx="1406">
                  <c:v>7.4658681064935006E-2</c:v>
                </c:pt>
                <c:pt idx="1407">
                  <c:v>7.4094309257331292E-2</c:v>
                </c:pt>
                <c:pt idx="1408">
                  <c:v>7.2431405496161561E-2</c:v>
                </c:pt>
                <c:pt idx="1409">
                  <c:v>7.2939248528298029E-2</c:v>
                </c:pt>
                <c:pt idx="1410">
                  <c:v>7.3766745207689E-2</c:v>
                </c:pt>
                <c:pt idx="1411">
                  <c:v>7.4156125586658406E-2</c:v>
                </c:pt>
                <c:pt idx="1412">
                  <c:v>7.4600497127210952E-2</c:v>
                </c:pt>
                <c:pt idx="1413">
                  <c:v>7.5109169577413204E-2</c:v>
                </c:pt>
                <c:pt idx="1414">
                  <c:v>7.5116361383279928E-2</c:v>
                </c:pt>
                <c:pt idx="1415">
                  <c:v>7.4901543048297548E-2</c:v>
                </c:pt>
                <c:pt idx="1416">
                  <c:v>7.5454065687275973E-2</c:v>
                </c:pt>
                <c:pt idx="1417">
                  <c:v>7.5157464105599203E-2</c:v>
                </c:pt>
                <c:pt idx="1418">
                  <c:v>7.5696062266380371E-2</c:v>
                </c:pt>
                <c:pt idx="1419">
                  <c:v>7.5112257108877256E-2</c:v>
                </c:pt>
                <c:pt idx="1420">
                  <c:v>7.5574207169372354E-2</c:v>
                </c:pt>
                <c:pt idx="1421">
                  <c:v>7.5529325352058363E-2</c:v>
                </c:pt>
                <c:pt idx="1422">
                  <c:v>7.6049202131592608E-2</c:v>
                </c:pt>
                <c:pt idx="1423">
                  <c:v>7.583943777203106E-2</c:v>
                </c:pt>
                <c:pt idx="1424">
                  <c:v>7.5895299523979776E-2</c:v>
                </c:pt>
                <c:pt idx="1425">
                  <c:v>7.4980792800103169E-2</c:v>
                </c:pt>
                <c:pt idx="1426">
                  <c:v>7.4996783979633386E-2</c:v>
                </c:pt>
                <c:pt idx="1427">
                  <c:v>7.4269334623633276E-2</c:v>
                </c:pt>
                <c:pt idx="1428">
                  <c:v>7.4704623994826136E-2</c:v>
                </c:pt>
                <c:pt idx="1429">
                  <c:v>7.5089435336933463E-2</c:v>
                </c:pt>
                <c:pt idx="1430">
                  <c:v>7.5672235318294923E-2</c:v>
                </c:pt>
                <c:pt idx="1431">
                  <c:v>7.5737881020382702E-2</c:v>
                </c:pt>
                <c:pt idx="1432">
                  <c:v>7.5794123329559593E-2</c:v>
                </c:pt>
                <c:pt idx="1433">
                  <c:v>7.547469534868112E-2</c:v>
                </c:pt>
                <c:pt idx="1434">
                  <c:v>7.6153604529360153E-2</c:v>
                </c:pt>
                <c:pt idx="1435">
                  <c:v>7.5920856273435033E-2</c:v>
                </c:pt>
                <c:pt idx="1436">
                  <c:v>7.5072690851144763E-2</c:v>
                </c:pt>
                <c:pt idx="1437">
                  <c:v>7.5472420109104266E-2</c:v>
                </c:pt>
                <c:pt idx="1438">
                  <c:v>7.5430163011140694E-2</c:v>
                </c:pt>
                <c:pt idx="1439">
                  <c:v>7.5232884608090744E-2</c:v>
                </c:pt>
                <c:pt idx="1440">
                  <c:v>7.5253502693087282E-2</c:v>
                </c:pt>
                <c:pt idx="1441">
                  <c:v>7.416996452935154E-2</c:v>
                </c:pt>
                <c:pt idx="1442">
                  <c:v>7.4199191743424153E-2</c:v>
                </c:pt>
                <c:pt idx="1443">
                  <c:v>7.4061848338473402E-2</c:v>
                </c:pt>
                <c:pt idx="1444">
                  <c:v>7.4922881138923092E-2</c:v>
                </c:pt>
                <c:pt idx="1445">
                  <c:v>7.5172294728088618E-2</c:v>
                </c:pt>
                <c:pt idx="1446">
                  <c:v>7.3142129736417205E-2</c:v>
                </c:pt>
                <c:pt idx="1447">
                  <c:v>7.593930621572087E-2</c:v>
                </c:pt>
                <c:pt idx="1448">
                  <c:v>7.4717179994741034E-2</c:v>
                </c:pt>
                <c:pt idx="1449">
                  <c:v>7.3833709972509376E-2</c:v>
                </c:pt>
                <c:pt idx="1450">
                  <c:v>7.343489656585267E-2</c:v>
                </c:pt>
                <c:pt idx="1451">
                  <c:v>7.4007359744427736E-2</c:v>
                </c:pt>
                <c:pt idx="1452">
                  <c:v>7.4075308165335696E-2</c:v>
                </c:pt>
                <c:pt idx="1453">
                  <c:v>7.3954669181195976E-2</c:v>
                </c:pt>
                <c:pt idx="1454">
                  <c:v>7.3612507574023822E-2</c:v>
                </c:pt>
                <c:pt idx="1455">
                  <c:v>7.5058355208139527E-2</c:v>
                </c:pt>
                <c:pt idx="1456">
                  <c:v>7.5627019902441361E-2</c:v>
                </c:pt>
                <c:pt idx="1457">
                  <c:v>7.495472756506727E-2</c:v>
                </c:pt>
                <c:pt idx="1458">
                  <c:v>7.5058592355748188E-2</c:v>
                </c:pt>
                <c:pt idx="1459">
                  <c:v>7.5371706685794293E-2</c:v>
                </c:pt>
                <c:pt idx="1460">
                  <c:v>7.5350111431030986E-2</c:v>
                </c:pt>
                <c:pt idx="1461">
                  <c:v>7.5935829113578657E-2</c:v>
                </c:pt>
                <c:pt idx="1462">
                  <c:v>7.6024601984019391E-2</c:v>
                </c:pt>
                <c:pt idx="1463">
                  <c:v>7.5386041722696473E-2</c:v>
                </c:pt>
                <c:pt idx="1464">
                  <c:v>7.5062586322691915E-2</c:v>
                </c:pt>
                <c:pt idx="1465">
                  <c:v>7.6649152699574841E-2</c:v>
                </c:pt>
                <c:pt idx="1466">
                  <c:v>7.6915649509645134E-2</c:v>
                </c:pt>
                <c:pt idx="1467">
                  <c:v>7.8953763709776248E-2</c:v>
                </c:pt>
                <c:pt idx="1468">
                  <c:v>7.8699918184736317E-2</c:v>
                </c:pt>
                <c:pt idx="1469">
                  <c:v>7.8650585870398748E-2</c:v>
                </c:pt>
                <c:pt idx="1470">
                  <c:v>7.8892268898053564E-2</c:v>
                </c:pt>
                <c:pt idx="1471">
                  <c:v>7.8983434694477883E-2</c:v>
                </c:pt>
                <c:pt idx="1472">
                  <c:v>7.8851531198445679E-2</c:v>
                </c:pt>
                <c:pt idx="1473">
                  <c:v>7.9134229052340133E-2</c:v>
                </c:pt>
                <c:pt idx="1474">
                  <c:v>7.8988568626498168E-2</c:v>
                </c:pt>
                <c:pt idx="1475">
                  <c:v>7.9152150726716775E-2</c:v>
                </c:pt>
                <c:pt idx="1476">
                  <c:v>7.9037166217622579E-2</c:v>
                </c:pt>
                <c:pt idx="1477">
                  <c:v>7.9004891123691245E-2</c:v>
                </c:pt>
                <c:pt idx="1478">
                  <c:v>7.8913651144171038E-2</c:v>
                </c:pt>
                <c:pt idx="1479">
                  <c:v>7.8990072907554443E-2</c:v>
                </c:pt>
                <c:pt idx="1480">
                  <c:v>7.9142581012815905E-2</c:v>
                </c:pt>
                <c:pt idx="1481">
                  <c:v>7.8454360133074053E-2</c:v>
                </c:pt>
                <c:pt idx="1482">
                  <c:v>7.8551577969409703E-2</c:v>
                </c:pt>
                <c:pt idx="1483">
                  <c:v>7.8659315127003304E-2</c:v>
                </c:pt>
                <c:pt idx="1484">
                  <c:v>7.9445044269047194E-2</c:v>
                </c:pt>
                <c:pt idx="1485">
                  <c:v>7.9481462684585891E-2</c:v>
                </c:pt>
                <c:pt idx="1486">
                  <c:v>7.9206366579383403E-2</c:v>
                </c:pt>
                <c:pt idx="1487">
                  <c:v>7.9535539783346376E-2</c:v>
                </c:pt>
                <c:pt idx="1488">
                  <c:v>7.9667181630264983E-2</c:v>
                </c:pt>
                <c:pt idx="1489">
                  <c:v>7.9664842223579058E-2</c:v>
                </c:pt>
                <c:pt idx="1490">
                  <c:v>8.0711072502447245E-2</c:v>
                </c:pt>
                <c:pt idx="1491">
                  <c:v>8.0961134451294825E-2</c:v>
                </c:pt>
                <c:pt idx="1492">
                  <c:v>8.0755403235051593E-2</c:v>
                </c:pt>
                <c:pt idx="1493">
                  <c:v>8.0488661314522147E-2</c:v>
                </c:pt>
                <c:pt idx="1494">
                  <c:v>8.072750855328048E-2</c:v>
                </c:pt>
                <c:pt idx="1495">
                  <c:v>8.0677947011433826E-2</c:v>
                </c:pt>
                <c:pt idx="1496">
                  <c:v>8.0789947555902297E-2</c:v>
                </c:pt>
                <c:pt idx="1497">
                  <c:v>8.0589886102758079E-2</c:v>
                </c:pt>
                <c:pt idx="1498">
                  <c:v>8.0710101193206651E-2</c:v>
                </c:pt>
                <c:pt idx="1499">
                  <c:v>8.0744281288929298E-2</c:v>
                </c:pt>
                <c:pt idx="1500">
                  <c:v>8.0904952345692283E-2</c:v>
                </c:pt>
                <c:pt idx="1501">
                  <c:v>8.1308461675804411E-2</c:v>
                </c:pt>
                <c:pt idx="1502">
                  <c:v>8.1012889642399166E-2</c:v>
                </c:pt>
                <c:pt idx="1503">
                  <c:v>8.1281912683630608E-2</c:v>
                </c:pt>
                <c:pt idx="1504">
                  <c:v>8.1118626822272888E-2</c:v>
                </c:pt>
                <c:pt idx="1505">
                  <c:v>8.1183827010846588E-2</c:v>
                </c:pt>
                <c:pt idx="1506">
                  <c:v>8.1296555470898424E-2</c:v>
                </c:pt>
                <c:pt idx="1507">
                  <c:v>8.1210906906025393E-2</c:v>
                </c:pt>
                <c:pt idx="1508">
                  <c:v>8.0985836230586195E-2</c:v>
                </c:pt>
                <c:pt idx="1509">
                  <c:v>8.0979469984768016E-2</c:v>
                </c:pt>
                <c:pt idx="1510">
                  <c:v>8.1189143549990184E-2</c:v>
                </c:pt>
                <c:pt idx="1511">
                  <c:v>8.1218732623746015E-2</c:v>
                </c:pt>
                <c:pt idx="1512">
                  <c:v>8.1039473510462146E-2</c:v>
                </c:pt>
                <c:pt idx="1513">
                  <c:v>8.124080300096248E-2</c:v>
                </c:pt>
                <c:pt idx="1514">
                  <c:v>8.1265272069960703E-2</c:v>
                </c:pt>
                <c:pt idx="1515">
                  <c:v>8.1246826763022417E-2</c:v>
                </c:pt>
                <c:pt idx="1516">
                  <c:v>8.1434248487798899E-2</c:v>
                </c:pt>
                <c:pt idx="1517">
                  <c:v>8.1894583643711272E-2</c:v>
                </c:pt>
                <c:pt idx="1518">
                  <c:v>8.1999888199428828E-2</c:v>
                </c:pt>
                <c:pt idx="1519">
                  <c:v>8.2005031584489907E-2</c:v>
                </c:pt>
                <c:pt idx="1520">
                  <c:v>8.1676238013033253E-2</c:v>
                </c:pt>
                <c:pt idx="1521">
                  <c:v>8.1404344450868527E-2</c:v>
                </c:pt>
                <c:pt idx="1522">
                  <c:v>8.1653635393323265E-2</c:v>
                </c:pt>
                <c:pt idx="1523">
                  <c:v>8.2189000598193895E-2</c:v>
                </c:pt>
                <c:pt idx="1524">
                  <c:v>8.1755269993941337E-2</c:v>
                </c:pt>
                <c:pt idx="1525">
                  <c:v>8.1896774107570236E-2</c:v>
                </c:pt>
                <c:pt idx="1526">
                  <c:v>8.2202653745388266E-2</c:v>
                </c:pt>
                <c:pt idx="1527">
                  <c:v>8.2277779736423695E-2</c:v>
                </c:pt>
                <c:pt idx="1528">
                  <c:v>8.2162494466837765E-2</c:v>
                </c:pt>
                <c:pt idx="1529">
                  <c:v>8.2290128718464084E-2</c:v>
                </c:pt>
                <c:pt idx="1530">
                  <c:v>8.2845238105336283E-2</c:v>
                </c:pt>
                <c:pt idx="1531">
                  <c:v>8.311750786225236E-2</c:v>
                </c:pt>
                <c:pt idx="1532">
                  <c:v>8.311750786225236E-2</c:v>
                </c:pt>
                <c:pt idx="1533">
                  <c:v>8.3249729199128986E-2</c:v>
                </c:pt>
                <c:pt idx="1534">
                  <c:v>8.327065663752542E-2</c:v>
                </c:pt>
                <c:pt idx="1535">
                  <c:v>8.3298179262499827E-2</c:v>
                </c:pt>
                <c:pt idx="1536">
                  <c:v>8.3311861917009677E-2</c:v>
                </c:pt>
                <c:pt idx="1537">
                  <c:v>8.3387697222121138E-2</c:v>
                </c:pt>
                <c:pt idx="1538">
                  <c:v>8.3382089906891554E-2</c:v>
                </c:pt>
                <c:pt idx="1539">
                  <c:v>8.3398059757867848E-2</c:v>
                </c:pt>
                <c:pt idx="1540">
                  <c:v>8.3431179141483125E-2</c:v>
                </c:pt>
                <c:pt idx="1541">
                  <c:v>8.3459290126900343E-2</c:v>
                </c:pt>
                <c:pt idx="1542">
                  <c:v>8.3467986935030547E-2</c:v>
                </c:pt>
                <c:pt idx="1543">
                  <c:v>8.3467284380283724E-2</c:v>
                </c:pt>
                <c:pt idx="1544">
                  <c:v>8.3455557582542084E-2</c:v>
                </c:pt>
                <c:pt idx="1545">
                  <c:v>8.3492473347008156E-2</c:v>
                </c:pt>
                <c:pt idx="1546">
                  <c:v>8.3479202180951506E-2</c:v>
                </c:pt>
                <c:pt idx="1547">
                  <c:v>8.3472295006319586E-2</c:v>
                </c:pt>
                <c:pt idx="1548">
                  <c:v>8.3414307259516152E-2</c:v>
                </c:pt>
                <c:pt idx="1549">
                  <c:v>8.3378201273007657E-2</c:v>
                </c:pt>
                <c:pt idx="1550">
                  <c:v>8.3211948056455043E-2</c:v>
                </c:pt>
                <c:pt idx="1551">
                  <c:v>8.2975323361176856E-2</c:v>
                </c:pt>
                <c:pt idx="1552">
                  <c:v>8.3105400833010989E-2</c:v>
                </c:pt>
                <c:pt idx="1553">
                  <c:v>8.3591584436476518E-2</c:v>
                </c:pt>
                <c:pt idx="1554">
                  <c:v>8.3403885654440013E-2</c:v>
                </c:pt>
                <c:pt idx="1555">
                  <c:v>8.3521619825552396E-2</c:v>
                </c:pt>
                <c:pt idx="1556">
                  <c:v>8.3539022827659237E-2</c:v>
                </c:pt>
                <c:pt idx="1557">
                  <c:v>8.3306680131097099E-2</c:v>
                </c:pt>
                <c:pt idx="1558">
                  <c:v>8.3531001789514669E-2</c:v>
                </c:pt>
                <c:pt idx="1559">
                  <c:v>8.3874643542953042E-2</c:v>
                </c:pt>
                <c:pt idx="1560">
                  <c:v>8.4066357411827997E-2</c:v>
                </c:pt>
                <c:pt idx="1561">
                  <c:v>8.4271837086061452E-2</c:v>
                </c:pt>
                <c:pt idx="1562">
                  <c:v>8.4249747233259287E-2</c:v>
                </c:pt>
                <c:pt idx="1563">
                  <c:v>8.4224950530804144E-2</c:v>
                </c:pt>
                <c:pt idx="1564">
                  <c:v>8.4231939327019667E-2</c:v>
                </c:pt>
                <c:pt idx="1565">
                  <c:v>8.4116359732156143E-2</c:v>
                </c:pt>
                <c:pt idx="1566">
                  <c:v>8.3835006298732417E-2</c:v>
                </c:pt>
                <c:pt idx="1567">
                  <c:v>8.2649579921348248E-2</c:v>
                </c:pt>
                <c:pt idx="1568">
                  <c:v>8.3833330015033347E-2</c:v>
                </c:pt>
                <c:pt idx="1569">
                  <c:v>8.3006675194325696E-2</c:v>
                </c:pt>
                <c:pt idx="1570">
                  <c:v>8.346999071034733E-2</c:v>
                </c:pt>
                <c:pt idx="1571">
                  <c:v>8.3302947286826523E-2</c:v>
                </c:pt>
                <c:pt idx="1572">
                  <c:v>8.3079747857237596E-2</c:v>
                </c:pt>
                <c:pt idx="1573">
                  <c:v>8.3176359394531829E-2</c:v>
                </c:pt>
                <c:pt idx="1574">
                  <c:v>8.3420328290394252E-2</c:v>
                </c:pt>
                <c:pt idx="1575">
                  <c:v>8.3519996009005171E-2</c:v>
                </c:pt>
                <c:pt idx="1576">
                  <c:v>8.2903555574523891E-2</c:v>
                </c:pt>
                <c:pt idx="1577">
                  <c:v>8.2688014886938666E-2</c:v>
                </c:pt>
                <c:pt idx="1578">
                  <c:v>8.2580523563881014E-2</c:v>
                </c:pt>
                <c:pt idx="1579">
                  <c:v>8.1492023373664679E-2</c:v>
                </c:pt>
                <c:pt idx="1580">
                  <c:v>8.0822181852052921E-2</c:v>
                </c:pt>
                <c:pt idx="1581">
                  <c:v>8.1006742613946248E-2</c:v>
                </c:pt>
                <c:pt idx="1582">
                  <c:v>8.1786202647303963E-2</c:v>
                </c:pt>
                <c:pt idx="1583">
                  <c:v>8.1757920083898483E-2</c:v>
                </c:pt>
                <c:pt idx="1584">
                  <c:v>8.1982029041507865E-2</c:v>
                </c:pt>
                <c:pt idx="1585">
                  <c:v>8.0727472632049269E-2</c:v>
                </c:pt>
                <c:pt idx="1586">
                  <c:v>8.0933266518316449E-2</c:v>
                </c:pt>
                <c:pt idx="1587">
                  <c:v>8.1584480753730482E-2</c:v>
                </c:pt>
                <c:pt idx="1588">
                  <c:v>8.1384287912669162E-2</c:v>
                </c:pt>
                <c:pt idx="1589">
                  <c:v>8.0259868723031591E-2</c:v>
                </c:pt>
                <c:pt idx="1590">
                  <c:v>8.159624422001488E-2</c:v>
                </c:pt>
                <c:pt idx="1591">
                  <c:v>8.09783189533273E-2</c:v>
                </c:pt>
                <c:pt idx="1592">
                  <c:v>8.1005137370813607E-2</c:v>
                </c:pt>
                <c:pt idx="1593">
                  <c:v>8.1479773526683674E-2</c:v>
                </c:pt>
                <c:pt idx="1594">
                  <c:v>8.1445501617649629E-2</c:v>
                </c:pt>
                <c:pt idx="1595">
                  <c:v>8.0826281578539438E-2</c:v>
                </c:pt>
                <c:pt idx="1596">
                  <c:v>8.0562499620413064E-2</c:v>
                </c:pt>
                <c:pt idx="1597">
                  <c:v>8.1256367666722173E-2</c:v>
                </c:pt>
                <c:pt idx="1598">
                  <c:v>8.0591931338444223E-2</c:v>
                </c:pt>
                <c:pt idx="1599">
                  <c:v>8.029165596208454E-2</c:v>
                </c:pt>
                <c:pt idx="1600">
                  <c:v>7.9651395775833578E-2</c:v>
                </c:pt>
                <c:pt idx="1601">
                  <c:v>7.955366570102429E-2</c:v>
                </c:pt>
                <c:pt idx="1602">
                  <c:v>8.0097442059884338E-2</c:v>
                </c:pt>
                <c:pt idx="1603">
                  <c:v>7.9426889665707767E-2</c:v>
                </c:pt>
                <c:pt idx="1604">
                  <c:v>7.9766147591226133E-2</c:v>
                </c:pt>
                <c:pt idx="1605">
                  <c:v>7.9514320724035192E-2</c:v>
                </c:pt>
                <c:pt idx="1606">
                  <c:v>8.0302641627741034E-2</c:v>
                </c:pt>
                <c:pt idx="1607">
                  <c:v>7.98338483193477E-2</c:v>
                </c:pt>
                <c:pt idx="1608">
                  <c:v>7.9791776244947821E-2</c:v>
                </c:pt>
                <c:pt idx="1609">
                  <c:v>8.0254825968462562E-2</c:v>
                </c:pt>
                <c:pt idx="1610">
                  <c:v>7.9978056733079228E-2</c:v>
                </c:pt>
                <c:pt idx="1611">
                  <c:v>7.9212899254806013E-2</c:v>
                </c:pt>
                <c:pt idx="1612">
                  <c:v>7.9216927380691082E-2</c:v>
                </c:pt>
                <c:pt idx="1613">
                  <c:v>7.8117649616205709E-2</c:v>
                </c:pt>
                <c:pt idx="1614">
                  <c:v>7.7662962411946257E-2</c:v>
                </c:pt>
                <c:pt idx="1615">
                  <c:v>7.711084861984463E-2</c:v>
                </c:pt>
                <c:pt idx="1616">
                  <c:v>7.7046737684690836E-2</c:v>
                </c:pt>
                <c:pt idx="1617">
                  <c:v>7.6919218582673032E-2</c:v>
                </c:pt>
                <c:pt idx="1618">
                  <c:v>7.6084718236779647E-2</c:v>
                </c:pt>
                <c:pt idx="1619">
                  <c:v>7.5465968588485977E-2</c:v>
                </c:pt>
                <c:pt idx="1620">
                  <c:v>7.5345866306037124E-2</c:v>
                </c:pt>
                <c:pt idx="1621">
                  <c:v>7.6360252507533533E-2</c:v>
                </c:pt>
                <c:pt idx="1622">
                  <c:v>7.6702836796074259E-2</c:v>
                </c:pt>
                <c:pt idx="1623">
                  <c:v>7.6204134946263213E-2</c:v>
                </c:pt>
                <c:pt idx="1624">
                  <c:v>7.9353162068896532E-2</c:v>
                </c:pt>
                <c:pt idx="1625">
                  <c:v>7.919451794435961E-2</c:v>
                </c:pt>
                <c:pt idx="1626">
                  <c:v>7.8357104737204919E-2</c:v>
                </c:pt>
                <c:pt idx="1627">
                  <c:v>7.8100965943951106E-2</c:v>
                </c:pt>
                <c:pt idx="1628">
                  <c:v>8.0281526981214268E-2</c:v>
                </c:pt>
                <c:pt idx="1629">
                  <c:v>7.9963819054484908E-2</c:v>
                </c:pt>
                <c:pt idx="1630">
                  <c:v>7.9817080121211248E-2</c:v>
                </c:pt>
                <c:pt idx="1631">
                  <c:v>7.9985132061952013E-2</c:v>
                </c:pt>
                <c:pt idx="1632">
                  <c:v>8.1079482367076405E-2</c:v>
                </c:pt>
                <c:pt idx="1633">
                  <c:v>8.1293352153026133E-2</c:v>
                </c:pt>
                <c:pt idx="1634">
                  <c:v>8.2165283070322115E-2</c:v>
                </c:pt>
                <c:pt idx="1635">
                  <c:v>8.2128743070148058E-2</c:v>
                </c:pt>
                <c:pt idx="1636">
                  <c:v>8.1987949073007549E-2</c:v>
                </c:pt>
                <c:pt idx="1637">
                  <c:v>8.1783082918679195E-2</c:v>
                </c:pt>
                <c:pt idx="1638">
                  <c:v>8.1876642448017511E-2</c:v>
                </c:pt>
                <c:pt idx="1639">
                  <c:v>8.190901196900735E-2</c:v>
                </c:pt>
                <c:pt idx="1640">
                  <c:v>8.1765853226693386E-2</c:v>
                </c:pt>
                <c:pt idx="1641">
                  <c:v>8.1713112572300073E-2</c:v>
                </c:pt>
                <c:pt idx="1642">
                  <c:v>8.1563572508076998E-2</c:v>
                </c:pt>
                <c:pt idx="1643">
                  <c:v>8.1484014200510879E-2</c:v>
                </c:pt>
                <c:pt idx="1644">
                  <c:v>8.1773707271588947E-2</c:v>
                </c:pt>
                <c:pt idx="1645">
                  <c:v>8.1888416111800533E-2</c:v>
                </c:pt>
                <c:pt idx="1646">
                  <c:v>8.1783434656593101E-2</c:v>
                </c:pt>
                <c:pt idx="1647">
                  <c:v>8.1951774117475562E-2</c:v>
                </c:pt>
                <c:pt idx="1648">
                  <c:v>8.1995104793426643E-2</c:v>
                </c:pt>
                <c:pt idx="1649">
                  <c:v>8.2248917065867566E-2</c:v>
                </c:pt>
                <c:pt idx="1650">
                  <c:v>8.2246625549048602E-2</c:v>
                </c:pt>
                <c:pt idx="1651">
                  <c:v>8.2224952014428254E-2</c:v>
                </c:pt>
                <c:pt idx="1652">
                  <c:v>8.2410937657052985E-2</c:v>
                </c:pt>
                <c:pt idx="1653">
                  <c:v>8.2395547592052143E-2</c:v>
                </c:pt>
                <c:pt idx="1654">
                  <c:v>8.230002220666055E-2</c:v>
                </c:pt>
                <c:pt idx="1655">
                  <c:v>8.2246476574147298E-2</c:v>
                </c:pt>
                <c:pt idx="1656">
                  <c:v>8.2288562208545635E-2</c:v>
                </c:pt>
                <c:pt idx="1657">
                  <c:v>8.2071226272103504E-2</c:v>
                </c:pt>
                <c:pt idx="1658">
                  <c:v>8.1907647858392441E-2</c:v>
                </c:pt>
                <c:pt idx="1659">
                  <c:v>8.1058140030380033E-2</c:v>
                </c:pt>
                <c:pt idx="1660">
                  <c:v>8.1174036228191859E-2</c:v>
                </c:pt>
                <c:pt idx="1661">
                  <c:v>8.1181860518780624E-2</c:v>
                </c:pt>
                <c:pt idx="1662">
                  <c:v>8.1240478565499652E-2</c:v>
                </c:pt>
                <c:pt idx="1663">
                  <c:v>8.1616814812067062E-2</c:v>
                </c:pt>
                <c:pt idx="1664">
                  <c:v>8.1679929920522643E-2</c:v>
                </c:pt>
                <c:pt idx="1665">
                  <c:v>8.2084215966243157E-2</c:v>
                </c:pt>
                <c:pt idx="1666">
                  <c:v>8.214896297614116E-2</c:v>
                </c:pt>
                <c:pt idx="1667">
                  <c:v>8.2145297888191804E-2</c:v>
                </c:pt>
                <c:pt idx="1668">
                  <c:v>8.1858958812398797E-2</c:v>
                </c:pt>
                <c:pt idx="1669">
                  <c:v>8.0806997822608473E-2</c:v>
                </c:pt>
                <c:pt idx="1670">
                  <c:v>7.9699085283634563E-2</c:v>
                </c:pt>
                <c:pt idx="1671">
                  <c:v>7.8937552106364661E-2</c:v>
                </c:pt>
                <c:pt idx="1672">
                  <c:v>7.9258918389429889E-2</c:v>
                </c:pt>
                <c:pt idx="1673">
                  <c:v>7.907104037992263E-2</c:v>
                </c:pt>
                <c:pt idx="1674">
                  <c:v>7.8791456008538985E-2</c:v>
                </c:pt>
                <c:pt idx="1675">
                  <c:v>7.883717187984729E-2</c:v>
                </c:pt>
                <c:pt idx="1676">
                  <c:v>7.9623780495267527E-2</c:v>
                </c:pt>
                <c:pt idx="1677">
                  <c:v>7.8759714142643045E-2</c:v>
                </c:pt>
                <c:pt idx="1678">
                  <c:v>7.853190794702325E-2</c:v>
                </c:pt>
                <c:pt idx="1679">
                  <c:v>7.8734643564690066E-2</c:v>
                </c:pt>
                <c:pt idx="1680">
                  <c:v>7.8595855665557712E-2</c:v>
                </c:pt>
                <c:pt idx="1681">
                  <c:v>7.952107596401059E-2</c:v>
                </c:pt>
                <c:pt idx="1682">
                  <c:v>7.8761192868360252E-2</c:v>
                </c:pt>
                <c:pt idx="1683">
                  <c:v>7.8318451929410449E-2</c:v>
                </c:pt>
                <c:pt idx="1684">
                  <c:v>7.7024135799083737E-2</c:v>
                </c:pt>
                <c:pt idx="1685">
                  <c:v>7.4570608079830292E-2</c:v>
                </c:pt>
                <c:pt idx="1686">
                  <c:v>7.5289651006441138E-2</c:v>
                </c:pt>
                <c:pt idx="1687">
                  <c:v>7.4574785746345684E-2</c:v>
                </c:pt>
                <c:pt idx="1688">
                  <c:v>7.5394667618513989E-2</c:v>
                </c:pt>
                <c:pt idx="1689">
                  <c:v>7.5736351080483821E-2</c:v>
                </c:pt>
                <c:pt idx="1690">
                  <c:v>7.5203036730148165E-2</c:v>
                </c:pt>
                <c:pt idx="1691">
                  <c:v>7.5553089523767269E-2</c:v>
                </c:pt>
                <c:pt idx="1692">
                  <c:v>7.6153452569958535E-2</c:v>
                </c:pt>
                <c:pt idx="1693">
                  <c:v>7.6927660124459729E-2</c:v>
                </c:pt>
                <c:pt idx="1694">
                  <c:v>7.7233512514614411E-2</c:v>
                </c:pt>
                <c:pt idx="1695">
                  <c:v>7.7825130296363731E-2</c:v>
                </c:pt>
                <c:pt idx="1696">
                  <c:v>7.7018673492382339E-2</c:v>
                </c:pt>
                <c:pt idx="1697">
                  <c:v>7.7092895068986644E-2</c:v>
                </c:pt>
                <c:pt idx="1698">
                  <c:v>7.7598966440189932E-2</c:v>
                </c:pt>
                <c:pt idx="1699">
                  <c:v>7.7382846734014965E-2</c:v>
                </c:pt>
                <c:pt idx="1700">
                  <c:v>7.6643178176450943E-2</c:v>
                </c:pt>
                <c:pt idx="1701">
                  <c:v>7.7047399529266869E-2</c:v>
                </c:pt>
                <c:pt idx="1702">
                  <c:v>7.6691051541350586E-2</c:v>
                </c:pt>
                <c:pt idx="1703">
                  <c:v>7.90434194684142E-2</c:v>
                </c:pt>
                <c:pt idx="1704">
                  <c:v>7.8674406505409911E-2</c:v>
                </c:pt>
                <c:pt idx="1705">
                  <c:v>7.8761222326596547E-2</c:v>
                </c:pt>
                <c:pt idx="1706">
                  <c:v>8.0208590452650608E-2</c:v>
                </c:pt>
                <c:pt idx="1707">
                  <c:v>8.0271139786324941E-2</c:v>
                </c:pt>
                <c:pt idx="1708">
                  <c:v>7.9806245369753004E-2</c:v>
                </c:pt>
                <c:pt idx="1709">
                  <c:v>7.9636895786442841E-2</c:v>
                </c:pt>
                <c:pt idx="1710">
                  <c:v>8.0730650274252636E-2</c:v>
                </c:pt>
                <c:pt idx="1711">
                  <c:v>8.0814039243523039E-2</c:v>
                </c:pt>
                <c:pt idx="1712">
                  <c:v>8.0745969608131629E-2</c:v>
                </c:pt>
                <c:pt idx="1713">
                  <c:v>8.0712379101271381E-2</c:v>
                </c:pt>
                <c:pt idx="1714">
                  <c:v>8.0799838348959652E-2</c:v>
                </c:pt>
                <c:pt idx="1715">
                  <c:v>8.0680819656297142E-2</c:v>
                </c:pt>
                <c:pt idx="1716">
                  <c:v>8.0823355823991916E-2</c:v>
                </c:pt>
                <c:pt idx="1717">
                  <c:v>8.0733939294063362E-2</c:v>
                </c:pt>
                <c:pt idx="1718">
                  <c:v>8.0701127634762004E-2</c:v>
                </c:pt>
                <c:pt idx="1719">
                  <c:v>8.0686412456524081E-2</c:v>
                </c:pt>
                <c:pt idx="1720">
                  <c:v>8.0774033832166747E-2</c:v>
                </c:pt>
                <c:pt idx="1721">
                  <c:v>8.1153877344744885E-2</c:v>
                </c:pt>
                <c:pt idx="1722">
                  <c:v>8.1280781943169345E-2</c:v>
                </c:pt>
                <c:pt idx="1723">
                  <c:v>8.1151393207851807E-2</c:v>
                </c:pt>
                <c:pt idx="1724">
                  <c:v>8.1307151475327633E-2</c:v>
                </c:pt>
                <c:pt idx="1725">
                  <c:v>8.1702276935652351E-2</c:v>
                </c:pt>
                <c:pt idx="1726">
                  <c:v>8.1690751076125334E-2</c:v>
                </c:pt>
                <c:pt idx="1727">
                  <c:v>8.165351620614425E-2</c:v>
                </c:pt>
                <c:pt idx="1728">
                  <c:v>8.1790349712182575E-2</c:v>
                </c:pt>
                <c:pt idx="1729">
                  <c:v>8.1837601914588554E-2</c:v>
                </c:pt>
                <c:pt idx="1730">
                  <c:v>8.1644162903774742E-2</c:v>
                </c:pt>
                <c:pt idx="1731">
                  <c:v>8.1779155628654898E-2</c:v>
                </c:pt>
                <c:pt idx="1732">
                  <c:v>8.2047849210575396E-2</c:v>
                </c:pt>
                <c:pt idx="1733">
                  <c:v>8.2115634292837747E-2</c:v>
                </c:pt>
                <c:pt idx="1734">
                  <c:v>8.2131791093641215E-2</c:v>
                </c:pt>
                <c:pt idx="1735">
                  <c:v>8.2129524821491051E-2</c:v>
                </c:pt>
                <c:pt idx="1736">
                  <c:v>8.2093854521055221E-2</c:v>
                </c:pt>
                <c:pt idx="1737">
                  <c:v>8.2150544165026096E-2</c:v>
                </c:pt>
                <c:pt idx="1738">
                  <c:v>8.2153166017695511E-2</c:v>
                </c:pt>
                <c:pt idx="1739">
                  <c:v>8.2138745957964998E-2</c:v>
                </c:pt>
                <c:pt idx="1740">
                  <c:v>8.2270766059539202E-2</c:v>
                </c:pt>
                <c:pt idx="1741">
                  <c:v>8.2457815289801228E-2</c:v>
                </c:pt>
                <c:pt idx="1742">
                  <c:v>8.245902735605215E-2</c:v>
                </c:pt>
                <c:pt idx="1743">
                  <c:v>8.2284228082452948E-2</c:v>
                </c:pt>
                <c:pt idx="1744">
                  <c:v>8.2125515987939712E-2</c:v>
                </c:pt>
                <c:pt idx="1745">
                  <c:v>8.1734812892478192E-2</c:v>
                </c:pt>
                <c:pt idx="1746">
                  <c:v>8.2672393003790257E-2</c:v>
                </c:pt>
                <c:pt idx="1747">
                  <c:v>8.2674148132794611E-2</c:v>
                </c:pt>
                <c:pt idx="1748">
                  <c:v>8.2675787561157676E-2</c:v>
                </c:pt>
                <c:pt idx="1749">
                  <c:v>8.3159073807224759E-2</c:v>
                </c:pt>
                <c:pt idx="1750">
                  <c:v>8.2869516873775417E-2</c:v>
                </c:pt>
                <c:pt idx="1751">
                  <c:v>8.1976538251980813E-2</c:v>
                </c:pt>
                <c:pt idx="1752">
                  <c:v>7.9740378110896959E-2</c:v>
                </c:pt>
                <c:pt idx="1753">
                  <c:v>8.0285506444686572E-2</c:v>
                </c:pt>
                <c:pt idx="1754">
                  <c:v>7.7191061068085931E-2</c:v>
                </c:pt>
                <c:pt idx="1755">
                  <c:v>7.9233209732940235E-2</c:v>
                </c:pt>
                <c:pt idx="1756">
                  <c:v>8.073205547172857E-2</c:v>
                </c:pt>
                <c:pt idx="1757">
                  <c:v>8.2455031581800453E-2</c:v>
                </c:pt>
                <c:pt idx="1758">
                  <c:v>8.3364685086056767E-2</c:v>
                </c:pt>
                <c:pt idx="1759">
                  <c:v>8.1984313059964009E-2</c:v>
                </c:pt>
                <c:pt idx="1760">
                  <c:v>8.2733795157715839E-2</c:v>
                </c:pt>
                <c:pt idx="1761">
                  <c:v>8.175983542387133E-2</c:v>
                </c:pt>
                <c:pt idx="1762">
                  <c:v>8.3989160034647181E-2</c:v>
                </c:pt>
                <c:pt idx="1763">
                  <c:v>8.4190262298154295E-2</c:v>
                </c:pt>
                <c:pt idx="1764">
                  <c:v>8.4000819200178878E-2</c:v>
                </c:pt>
                <c:pt idx="1765">
                  <c:v>8.2463411812455423E-2</c:v>
                </c:pt>
                <c:pt idx="1766">
                  <c:v>8.0283433476733279E-2</c:v>
                </c:pt>
                <c:pt idx="1767">
                  <c:v>7.8051866630886479E-2</c:v>
                </c:pt>
                <c:pt idx="1768">
                  <c:v>8.2066141508419843E-2</c:v>
                </c:pt>
                <c:pt idx="1769">
                  <c:v>8.2442522783388039E-2</c:v>
                </c:pt>
                <c:pt idx="1770">
                  <c:v>8.4412691255081551E-2</c:v>
                </c:pt>
                <c:pt idx="1771">
                  <c:v>8.5748775735676963E-2</c:v>
                </c:pt>
                <c:pt idx="1772">
                  <c:v>8.6962791456961064E-2</c:v>
                </c:pt>
                <c:pt idx="1773">
                  <c:v>8.7729383169464326E-2</c:v>
                </c:pt>
                <c:pt idx="1774">
                  <c:v>8.7443474177910208E-2</c:v>
                </c:pt>
                <c:pt idx="1775">
                  <c:v>8.7680256932098244E-2</c:v>
                </c:pt>
                <c:pt idx="1776">
                  <c:v>8.772267831968672E-2</c:v>
                </c:pt>
                <c:pt idx="1777">
                  <c:v>8.6953040318208163E-2</c:v>
                </c:pt>
                <c:pt idx="1778">
                  <c:v>8.7481085813828852E-2</c:v>
                </c:pt>
                <c:pt idx="1779">
                  <c:v>8.7416854592476501E-2</c:v>
                </c:pt>
                <c:pt idx="1780">
                  <c:v>8.8013054607883667E-2</c:v>
                </c:pt>
                <c:pt idx="1781">
                  <c:v>8.4614802226296026E-2</c:v>
                </c:pt>
                <c:pt idx="1782">
                  <c:v>8.6030723289993949E-2</c:v>
                </c:pt>
                <c:pt idx="1783">
                  <c:v>8.6785335557153509E-2</c:v>
                </c:pt>
                <c:pt idx="1784">
                  <c:v>8.4562180379828877E-2</c:v>
                </c:pt>
                <c:pt idx="1785">
                  <c:v>8.576548897915548E-2</c:v>
                </c:pt>
                <c:pt idx="1786">
                  <c:v>8.6204594912652199E-2</c:v>
                </c:pt>
                <c:pt idx="1787">
                  <c:v>8.587470663032204E-2</c:v>
                </c:pt>
                <c:pt idx="1788">
                  <c:v>8.5529085551409034E-2</c:v>
                </c:pt>
                <c:pt idx="1789">
                  <c:v>8.2749072504092691E-2</c:v>
                </c:pt>
                <c:pt idx="1790">
                  <c:v>8.5849893905024954E-2</c:v>
                </c:pt>
                <c:pt idx="1791">
                  <c:v>8.5005556790633374E-2</c:v>
                </c:pt>
                <c:pt idx="1792">
                  <c:v>8.6157452193135198E-2</c:v>
                </c:pt>
                <c:pt idx="1793">
                  <c:v>8.6445131614582671E-2</c:v>
                </c:pt>
                <c:pt idx="1794">
                  <c:v>8.5866362860596679E-2</c:v>
                </c:pt>
                <c:pt idx="1795">
                  <c:v>8.6035608498087113E-2</c:v>
                </c:pt>
                <c:pt idx="1796">
                  <c:v>8.7021150513045598E-2</c:v>
                </c:pt>
                <c:pt idx="1797">
                  <c:v>8.7196806494123091E-2</c:v>
                </c:pt>
                <c:pt idx="1798">
                  <c:v>8.6898640417820694E-2</c:v>
                </c:pt>
                <c:pt idx="1799">
                  <c:v>8.9209355701579618E-2</c:v>
                </c:pt>
                <c:pt idx="1800">
                  <c:v>8.9935975098790255E-2</c:v>
                </c:pt>
                <c:pt idx="1801">
                  <c:v>8.8908137298016943E-2</c:v>
                </c:pt>
                <c:pt idx="1802">
                  <c:v>8.8908137298016943E-2</c:v>
                </c:pt>
                <c:pt idx="1803">
                  <c:v>8.7853971357273908E-2</c:v>
                </c:pt>
                <c:pt idx="1804">
                  <c:v>8.6789349043683517E-2</c:v>
                </c:pt>
                <c:pt idx="1805">
                  <c:v>8.9305810836552979E-2</c:v>
                </c:pt>
                <c:pt idx="1806">
                  <c:v>9.0738583106237947E-2</c:v>
                </c:pt>
                <c:pt idx="1807">
                  <c:v>9.2032954972059322E-2</c:v>
                </c:pt>
                <c:pt idx="1808">
                  <c:v>9.1610123247857E-2</c:v>
                </c:pt>
                <c:pt idx="1809">
                  <c:v>9.0742925972660426E-2</c:v>
                </c:pt>
                <c:pt idx="1810">
                  <c:v>8.8892204039555445E-2</c:v>
                </c:pt>
                <c:pt idx="1811">
                  <c:v>8.8383721288423533E-2</c:v>
                </c:pt>
                <c:pt idx="1812">
                  <c:v>8.751241167267243E-2</c:v>
                </c:pt>
                <c:pt idx="1813">
                  <c:v>8.9352369312532653E-2</c:v>
                </c:pt>
                <c:pt idx="1814">
                  <c:v>9.0041386052544636E-2</c:v>
                </c:pt>
                <c:pt idx="1815">
                  <c:v>8.9607092778048569E-2</c:v>
                </c:pt>
                <c:pt idx="1816">
                  <c:v>8.802116124465198E-2</c:v>
                </c:pt>
                <c:pt idx="1817">
                  <c:v>8.8676853540731626E-2</c:v>
                </c:pt>
                <c:pt idx="1818">
                  <c:v>8.7643042582647546E-2</c:v>
                </c:pt>
                <c:pt idx="1819">
                  <c:v>8.8350599569119392E-2</c:v>
                </c:pt>
                <c:pt idx="1820">
                  <c:v>8.8907126151167581E-2</c:v>
                </c:pt>
                <c:pt idx="1821">
                  <c:v>9.0171921730332727E-2</c:v>
                </c:pt>
                <c:pt idx="1822">
                  <c:v>8.9699441199023733E-2</c:v>
                </c:pt>
                <c:pt idx="1823">
                  <c:v>9.0035684264093252E-2</c:v>
                </c:pt>
                <c:pt idx="1824">
                  <c:v>9.0579616575858335E-2</c:v>
                </c:pt>
                <c:pt idx="1825">
                  <c:v>8.9019623889029731E-2</c:v>
                </c:pt>
                <c:pt idx="1826">
                  <c:v>8.4683507358933374E-2</c:v>
                </c:pt>
                <c:pt idx="1827">
                  <c:v>8.5990385576478534E-2</c:v>
                </c:pt>
                <c:pt idx="1828">
                  <c:v>8.7716997366378502E-2</c:v>
                </c:pt>
                <c:pt idx="1829">
                  <c:v>8.8850843098829957E-2</c:v>
                </c:pt>
                <c:pt idx="1830">
                  <c:v>8.9462179158271926E-2</c:v>
                </c:pt>
                <c:pt idx="1831">
                  <c:v>9.0693439431093426E-2</c:v>
                </c:pt>
                <c:pt idx="1832">
                  <c:v>8.9066696814446233E-2</c:v>
                </c:pt>
                <c:pt idx="1833">
                  <c:v>9.0563382323094688E-2</c:v>
                </c:pt>
                <c:pt idx="1834">
                  <c:v>9.0329452257864151E-2</c:v>
                </c:pt>
                <c:pt idx="1835">
                  <c:v>8.6802227647380326E-2</c:v>
                </c:pt>
                <c:pt idx="1836">
                  <c:v>8.4933476213809644E-2</c:v>
                </c:pt>
                <c:pt idx="1837">
                  <c:v>8.218472484912831E-2</c:v>
                </c:pt>
                <c:pt idx="1838">
                  <c:v>7.8621919690331721E-2</c:v>
                </c:pt>
                <c:pt idx="1839">
                  <c:v>8.1244868295492045E-2</c:v>
                </c:pt>
                <c:pt idx="1840">
                  <c:v>7.8478788031311586E-2</c:v>
                </c:pt>
                <c:pt idx="1841">
                  <c:v>8.112216694790364E-2</c:v>
                </c:pt>
                <c:pt idx="1842">
                  <c:v>8.0824677222955277E-2</c:v>
                </c:pt>
                <c:pt idx="1843">
                  <c:v>8.0253428970942897E-2</c:v>
                </c:pt>
                <c:pt idx="1844">
                  <c:v>7.9769008697274879E-2</c:v>
                </c:pt>
                <c:pt idx="1845">
                  <c:v>7.5934576264666376E-2</c:v>
                </c:pt>
                <c:pt idx="1846">
                  <c:v>7.7407407732119182E-2</c:v>
                </c:pt>
                <c:pt idx="1847">
                  <c:v>7.0546372571688831E-2</c:v>
                </c:pt>
                <c:pt idx="1848">
                  <c:v>7.1039544495448137E-2</c:v>
                </c:pt>
                <c:pt idx="1849">
                  <c:v>6.9771600790615951E-2</c:v>
                </c:pt>
                <c:pt idx="1850">
                  <c:v>6.9024209402552605E-2</c:v>
                </c:pt>
                <c:pt idx="1851">
                  <c:v>7.0798367165428977E-2</c:v>
                </c:pt>
                <c:pt idx="1852">
                  <c:v>7.3229784067334824E-2</c:v>
                </c:pt>
                <c:pt idx="1853">
                  <c:v>7.4333111984171141E-2</c:v>
                </c:pt>
                <c:pt idx="1854">
                  <c:v>7.2413719203556992E-2</c:v>
                </c:pt>
                <c:pt idx="1855">
                  <c:v>7.2391140895902706E-2</c:v>
                </c:pt>
                <c:pt idx="1856">
                  <c:v>7.7172096849126071E-2</c:v>
                </c:pt>
                <c:pt idx="1857">
                  <c:v>7.5852123461374932E-2</c:v>
                </c:pt>
                <c:pt idx="1858">
                  <c:v>7.5333165656312318E-2</c:v>
                </c:pt>
                <c:pt idx="1859">
                  <c:v>7.489498831213115E-2</c:v>
                </c:pt>
                <c:pt idx="1860">
                  <c:v>7.4281397460158605E-2</c:v>
                </c:pt>
                <c:pt idx="1861">
                  <c:v>7.5423737678095848E-2</c:v>
                </c:pt>
                <c:pt idx="1862">
                  <c:v>7.2883900407431756E-2</c:v>
                </c:pt>
                <c:pt idx="1863">
                  <c:v>7.3921282424797452E-2</c:v>
                </c:pt>
                <c:pt idx="1864">
                  <c:v>7.3222061601143418E-2</c:v>
                </c:pt>
                <c:pt idx="1865">
                  <c:v>7.554226590009705E-2</c:v>
                </c:pt>
                <c:pt idx="1866">
                  <c:v>7.6418211071229036E-2</c:v>
                </c:pt>
                <c:pt idx="1867">
                  <c:v>7.5911361144951783E-2</c:v>
                </c:pt>
                <c:pt idx="1868">
                  <c:v>7.6078290110414004E-2</c:v>
                </c:pt>
                <c:pt idx="1869">
                  <c:v>7.7364701358781263E-2</c:v>
                </c:pt>
                <c:pt idx="1870">
                  <c:v>7.2188338427092491E-2</c:v>
                </c:pt>
                <c:pt idx="1871">
                  <c:v>7.4501519762628199E-2</c:v>
                </c:pt>
                <c:pt idx="1872">
                  <c:v>7.4104283576739149E-2</c:v>
                </c:pt>
                <c:pt idx="1873">
                  <c:v>7.6198304022758179E-2</c:v>
                </c:pt>
                <c:pt idx="1874">
                  <c:v>7.6208636672657759E-2</c:v>
                </c:pt>
                <c:pt idx="1875">
                  <c:v>7.6435364884069101E-2</c:v>
                </c:pt>
                <c:pt idx="1876">
                  <c:v>7.257537780444423E-2</c:v>
                </c:pt>
                <c:pt idx="1877">
                  <c:v>6.8374335553692656E-2</c:v>
                </c:pt>
                <c:pt idx="1878">
                  <c:v>6.9841516639677526E-2</c:v>
                </c:pt>
                <c:pt idx="1879">
                  <c:v>6.6540988318540051E-2</c:v>
                </c:pt>
                <c:pt idx="1880">
                  <c:v>6.694518191798593E-2</c:v>
                </c:pt>
                <c:pt idx="1881">
                  <c:v>6.6993770139870734E-2</c:v>
                </c:pt>
                <c:pt idx="1882">
                  <c:v>7.1014668977085638E-2</c:v>
                </c:pt>
                <c:pt idx="1883">
                  <c:v>7.2228310386600048E-2</c:v>
                </c:pt>
                <c:pt idx="1884">
                  <c:v>7.3658039610980719E-2</c:v>
                </c:pt>
                <c:pt idx="1885">
                  <c:v>7.5005156829749287E-2</c:v>
                </c:pt>
                <c:pt idx="1886">
                  <c:v>7.6357970964377908E-2</c:v>
                </c:pt>
                <c:pt idx="1887">
                  <c:v>7.6755263903108717E-2</c:v>
                </c:pt>
                <c:pt idx="1888">
                  <c:v>7.7592611443699777E-2</c:v>
                </c:pt>
                <c:pt idx="1889">
                  <c:v>7.7592611443699777E-2</c:v>
                </c:pt>
                <c:pt idx="1890">
                  <c:v>7.9588173463580381E-2</c:v>
                </c:pt>
                <c:pt idx="1891">
                  <c:v>7.7159068664678698E-2</c:v>
                </c:pt>
                <c:pt idx="1892">
                  <c:v>7.8468334720850796E-2</c:v>
                </c:pt>
                <c:pt idx="1893">
                  <c:v>7.4748493385056736E-2</c:v>
                </c:pt>
                <c:pt idx="1894">
                  <c:v>7.4030763128143051E-2</c:v>
                </c:pt>
                <c:pt idx="1895">
                  <c:v>7.2512449989619032E-2</c:v>
                </c:pt>
                <c:pt idx="1896">
                  <c:v>7.3436412731833101E-2</c:v>
                </c:pt>
                <c:pt idx="1897">
                  <c:v>7.2097966103038647E-2</c:v>
                </c:pt>
                <c:pt idx="1898">
                  <c:v>7.1976313521546653E-2</c:v>
                </c:pt>
                <c:pt idx="1899">
                  <c:v>7.2053789813313229E-2</c:v>
                </c:pt>
                <c:pt idx="1900">
                  <c:v>7.7428537915091411E-2</c:v>
                </c:pt>
                <c:pt idx="1901">
                  <c:v>7.5380742694743041E-2</c:v>
                </c:pt>
                <c:pt idx="1902">
                  <c:v>7.628582653688587E-2</c:v>
                </c:pt>
                <c:pt idx="1903">
                  <c:v>7.6836579289689566E-2</c:v>
                </c:pt>
                <c:pt idx="1904">
                  <c:v>7.9252485434948117E-2</c:v>
                </c:pt>
                <c:pt idx="1905">
                  <c:v>8.0937002036388206E-2</c:v>
                </c:pt>
                <c:pt idx="1906">
                  <c:v>8.2558292995299043E-2</c:v>
                </c:pt>
                <c:pt idx="1907">
                  <c:v>8.0748952814566621E-2</c:v>
                </c:pt>
                <c:pt idx="1908">
                  <c:v>8.0437349092242316E-2</c:v>
                </c:pt>
                <c:pt idx="1909">
                  <c:v>7.7077772229992458E-2</c:v>
                </c:pt>
                <c:pt idx="1910">
                  <c:v>7.2304533595362375E-2</c:v>
                </c:pt>
                <c:pt idx="1911">
                  <c:v>7.1748687144242096E-2</c:v>
                </c:pt>
                <c:pt idx="1912">
                  <c:v>7.0214052674543059E-2</c:v>
                </c:pt>
                <c:pt idx="1913">
                  <c:v>6.7848352424432212E-2</c:v>
                </c:pt>
                <c:pt idx="1914">
                  <c:v>5.2706205394149941E-2</c:v>
                </c:pt>
                <c:pt idx="1915">
                  <c:v>5.8472839893276674E-2</c:v>
                </c:pt>
                <c:pt idx="1916">
                  <c:v>5.5448607571453756E-2</c:v>
                </c:pt>
                <c:pt idx="1917">
                  <c:v>5.5044751169678552E-2</c:v>
                </c:pt>
                <c:pt idx="1918">
                  <c:v>5.9419341918489521E-2</c:v>
                </c:pt>
                <c:pt idx="1919">
                  <c:v>5.5924032419731984E-2</c:v>
                </c:pt>
                <c:pt idx="1920">
                  <c:v>5.7530403706363531E-2</c:v>
                </c:pt>
                <c:pt idx="1921">
                  <c:v>5.8595721612811125E-2</c:v>
                </c:pt>
                <c:pt idx="1922">
                  <c:v>4.9261366876165558E-2</c:v>
                </c:pt>
                <c:pt idx="1923">
                  <c:v>4.7689841956056633E-2</c:v>
                </c:pt>
                <c:pt idx="1924">
                  <c:v>4.158218660532953E-2</c:v>
                </c:pt>
                <c:pt idx="1925">
                  <c:v>3.6525336023351618E-2</c:v>
                </c:pt>
                <c:pt idx="1926">
                  <c:v>3.3519641614051299E-2</c:v>
                </c:pt>
                <c:pt idx="1927">
                  <c:v>3.6187930021738035E-2</c:v>
                </c:pt>
                <c:pt idx="1928">
                  <c:v>3.8033931352926098E-2</c:v>
                </c:pt>
                <c:pt idx="1929">
                  <c:v>3.6742769931759844E-2</c:v>
                </c:pt>
                <c:pt idx="1930">
                  <c:v>4.8318440290389564E-2</c:v>
                </c:pt>
                <c:pt idx="1931">
                  <c:v>4.5026578590434352E-2</c:v>
                </c:pt>
                <c:pt idx="1932">
                  <c:v>4.6960570412708735E-2</c:v>
                </c:pt>
                <c:pt idx="1933">
                  <c:v>4.5494946401990588E-2</c:v>
                </c:pt>
                <c:pt idx="1934">
                  <c:v>4.764299240746217E-2</c:v>
                </c:pt>
                <c:pt idx="1935">
                  <c:v>4.6617032409467907E-2</c:v>
                </c:pt>
                <c:pt idx="1936">
                  <c:v>4.6930273352413399E-2</c:v>
                </c:pt>
                <c:pt idx="1937">
                  <c:v>4.4483792529958377E-2</c:v>
                </c:pt>
                <c:pt idx="1938">
                  <c:v>4.3431030958379413E-2</c:v>
                </c:pt>
                <c:pt idx="1939">
                  <c:v>4.6817872596543131E-2</c:v>
                </c:pt>
                <c:pt idx="1940">
                  <c:v>4.6961656908907412E-2</c:v>
                </c:pt>
                <c:pt idx="1941">
                  <c:v>4.7825303633987737E-2</c:v>
                </c:pt>
                <c:pt idx="1942">
                  <c:v>4.42296359697123E-2</c:v>
                </c:pt>
                <c:pt idx="1943">
                  <c:v>4.2551185039505057E-2</c:v>
                </c:pt>
                <c:pt idx="1944">
                  <c:v>4.1906392578182405E-2</c:v>
                </c:pt>
                <c:pt idx="1945">
                  <c:v>4.0107821630869789E-2</c:v>
                </c:pt>
                <c:pt idx="1946">
                  <c:v>4.439587573079784E-2</c:v>
                </c:pt>
                <c:pt idx="1947">
                  <c:v>4.733368962811968E-2</c:v>
                </c:pt>
                <c:pt idx="1948">
                  <c:v>4.9131334023511219E-2</c:v>
                </c:pt>
                <c:pt idx="1949">
                  <c:v>5.0041041822902477E-2</c:v>
                </c:pt>
                <c:pt idx="1950">
                  <c:v>4.6505896858903162E-2</c:v>
                </c:pt>
                <c:pt idx="1951">
                  <c:v>5.2802457351672549E-2</c:v>
                </c:pt>
                <c:pt idx="1952">
                  <c:v>4.9336128152350667E-2</c:v>
                </c:pt>
                <c:pt idx="1953">
                  <c:v>4.7070904869046859E-2</c:v>
                </c:pt>
                <c:pt idx="1954">
                  <c:v>4.1503060525051594E-2</c:v>
                </c:pt>
                <c:pt idx="1955">
                  <c:v>4.2880369661682294E-2</c:v>
                </c:pt>
                <c:pt idx="1956">
                  <c:v>3.9170664093184149E-2</c:v>
                </c:pt>
                <c:pt idx="1957">
                  <c:v>3.8360121901178212E-2</c:v>
                </c:pt>
                <c:pt idx="1958">
                  <c:v>4.2970520073420615E-2</c:v>
                </c:pt>
                <c:pt idx="1959">
                  <c:v>4.4161468262850501E-2</c:v>
                </c:pt>
                <c:pt idx="1960">
                  <c:v>3.9224585499248121E-2</c:v>
                </c:pt>
                <c:pt idx="1961">
                  <c:v>4.0182889440996239E-2</c:v>
                </c:pt>
                <c:pt idx="1962">
                  <c:v>3.8758638776071663E-2</c:v>
                </c:pt>
                <c:pt idx="1963">
                  <c:v>4.1365257618546813E-2</c:v>
                </c:pt>
                <c:pt idx="1964">
                  <c:v>3.8238791016151574E-2</c:v>
                </c:pt>
                <c:pt idx="1965">
                  <c:v>3.8543377410258595E-2</c:v>
                </c:pt>
                <c:pt idx="1966">
                  <c:v>3.7798255592226382E-2</c:v>
                </c:pt>
                <c:pt idx="1967">
                  <c:v>3.3586522460375301E-2</c:v>
                </c:pt>
                <c:pt idx="1968">
                  <c:v>3.3107133233981956E-2</c:v>
                </c:pt>
                <c:pt idx="1969">
                  <c:v>3.4748517411272939E-2</c:v>
                </c:pt>
                <c:pt idx="1970">
                  <c:v>3.0317396899003923E-2</c:v>
                </c:pt>
                <c:pt idx="1971">
                  <c:v>2.752808693722486E-2</c:v>
                </c:pt>
                <c:pt idx="1972">
                  <c:v>2.9866599310864661E-2</c:v>
                </c:pt>
                <c:pt idx="1973">
                  <c:v>3.4021046695733581E-2</c:v>
                </c:pt>
                <c:pt idx="1974">
                  <c:v>3.1767266223615032E-2</c:v>
                </c:pt>
                <c:pt idx="1975">
                  <c:v>3.8607528532928592E-2</c:v>
                </c:pt>
                <c:pt idx="1976">
                  <c:v>3.8546428315557213E-2</c:v>
                </c:pt>
                <c:pt idx="1977">
                  <c:v>4.0476194420679845E-2</c:v>
                </c:pt>
                <c:pt idx="1978">
                  <c:v>3.7891088053835564E-2</c:v>
                </c:pt>
                <c:pt idx="1979">
                  <c:v>4.3890362740226396E-2</c:v>
                </c:pt>
                <c:pt idx="1980">
                  <c:v>4.5360765728546748E-2</c:v>
                </c:pt>
                <c:pt idx="1981">
                  <c:v>4.607231515295751E-2</c:v>
                </c:pt>
                <c:pt idx="1982">
                  <c:v>4.8217851547148971E-2</c:v>
                </c:pt>
                <c:pt idx="1983">
                  <c:v>4.8340357036698256E-2</c:v>
                </c:pt>
                <c:pt idx="1984">
                  <c:v>4.7035045517957119E-2</c:v>
                </c:pt>
                <c:pt idx="1985">
                  <c:v>4.8235852770931564E-2</c:v>
                </c:pt>
                <c:pt idx="1986">
                  <c:v>5.0983314254739232E-2</c:v>
                </c:pt>
                <c:pt idx="1987">
                  <c:v>5.5715280614347051E-2</c:v>
                </c:pt>
                <c:pt idx="1988">
                  <c:v>5.5690775212141053E-2</c:v>
                </c:pt>
                <c:pt idx="1989">
                  <c:v>5.6795247455634912E-2</c:v>
                </c:pt>
                <c:pt idx="1990">
                  <c:v>5.9605154293291274E-2</c:v>
                </c:pt>
                <c:pt idx="1991">
                  <c:v>5.9101091301672293E-2</c:v>
                </c:pt>
                <c:pt idx="1992">
                  <c:v>5.9030831261960071E-2</c:v>
                </c:pt>
                <c:pt idx="1993">
                  <c:v>5.8932861787840851E-2</c:v>
                </c:pt>
                <c:pt idx="1994">
                  <c:v>5.6029794564637414E-2</c:v>
                </c:pt>
                <c:pt idx="1995">
                  <c:v>5.6510038367132087E-2</c:v>
                </c:pt>
                <c:pt idx="1996">
                  <c:v>5.7730025233818538E-2</c:v>
                </c:pt>
                <c:pt idx="1997">
                  <c:v>5.8658212398971288E-2</c:v>
                </c:pt>
                <c:pt idx="1998">
                  <c:v>6.122110890969279E-2</c:v>
                </c:pt>
                <c:pt idx="1999">
                  <c:v>5.8386727143872053E-2</c:v>
                </c:pt>
                <c:pt idx="2000">
                  <c:v>5.9740901657676537E-2</c:v>
                </c:pt>
                <c:pt idx="2001">
                  <c:v>5.9089794171701793E-2</c:v>
                </c:pt>
                <c:pt idx="2002">
                  <c:v>6.1448707657662527E-2</c:v>
                </c:pt>
                <c:pt idx="2003">
                  <c:v>6.145465743472478E-2</c:v>
                </c:pt>
                <c:pt idx="2004">
                  <c:v>6.1650177621828339E-2</c:v>
                </c:pt>
                <c:pt idx="2005">
                  <c:v>6.1801678364614587E-2</c:v>
                </c:pt>
                <c:pt idx="2006">
                  <c:v>6.1163151774383806E-2</c:v>
                </c:pt>
                <c:pt idx="2007">
                  <c:v>6.168368316532824E-2</c:v>
                </c:pt>
                <c:pt idx="2008">
                  <c:v>5.8824336449033066E-2</c:v>
                </c:pt>
                <c:pt idx="2009">
                  <c:v>5.7938000334552209E-2</c:v>
                </c:pt>
                <c:pt idx="2010">
                  <c:v>5.6469932432173797E-2</c:v>
                </c:pt>
                <c:pt idx="2011">
                  <c:v>5.6016310753906673E-2</c:v>
                </c:pt>
                <c:pt idx="2012">
                  <c:v>5.5265752924918754E-2</c:v>
                </c:pt>
                <c:pt idx="2013">
                  <c:v>5.2104180904239517E-2</c:v>
                </c:pt>
                <c:pt idx="2014">
                  <c:v>5.2296074794037861E-2</c:v>
                </c:pt>
                <c:pt idx="2015">
                  <c:v>5.4599107103794786E-2</c:v>
                </c:pt>
                <c:pt idx="2016">
                  <c:v>5.3217688240251304E-2</c:v>
                </c:pt>
                <c:pt idx="2017">
                  <c:v>5.3751329070212406E-2</c:v>
                </c:pt>
                <c:pt idx="2018">
                  <c:v>5.6387024707758804E-2</c:v>
                </c:pt>
                <c:pt idx="2019">
                  <c:v>5.6431505851088359E-2</c:v>
                </c:pt>
                <c:pt idx="2020">
                  <c:v>5.6350462652146494E-2</c:v>
                </c:pt>
                <c:pt idx="2021">
                  <c:v>5.6424052929827773E-2</c:v>
                </c:pt>
                <c:pt idx="2022">
                  <c:v>5.8219556302425479E-2</c:v>
                </c:pt>
                <c:pt idx="2023">
                  <c:v>5.8722846184343425E-2</c:v>
                </c:pt>
                <c:pt idx="2024">
                  <c:v>5.5030355678144405E-2</c:v>
                </c:pt>
                <c:pt idx="2025">
                  <c:v>5.5146707745834522E-2</c:v>
                </c:pt>
                <c:pt idx="2026">
                  <c:v>5.4901170776824215E-2</c:v>
                </c:pt>
                <c:pt idx="2027">
                  <c:v>5.3208513026035464E-2</c:v>
                </c:pt>
                <c:pt idx="2028">
                  <c:v>5.4348056731122307E-2</c:v>
                </c:pt>
                <c:pt idx="2029">
                  <c:v>5.7334075872297219E-2</c:v>
                </c:pt>
                <c:pt idx="2030">
                  <c:v>5.8296758961474682E-2</c:v>
                </c:pt>
                <c:pt idx="2031">
                  <c:v>6.0858573380311087E-2</c:v>
                </c:pt>
                <c:pt idx="2032">
                  <c:v>6.1138836297642496E-2</c:v>
                </c:pt>
                <c:pt idx="2033">
                  <c:v>6.1428513937174967E-2</c:v>
                </c:pt>
                <c:pt idx="2034">
                  <c:v>6.1269003075193007E-2</c:v>
                </c:pt>
                <c:pt idx="2035">
                  <c:v>6.1445646818689359E-2</c:v>
                </c:pt>
                <c:pt idx="2036">
                  <c:v>6.208122123333315E-2</c:v>
                </c:pt>
                <c:pt idx="2037">
                  <c:v>6.1833475726326026E-2</c:v>
                </c:pt>
                <c:pt idx="2038">
                  <c:v>6.2312181452795934E-2</c:v>
                </c:pt>
                <c:pt idx="2039">
                  <c:v>6.279694098670241E-2</c:v>
                </c:pt>
                <c:pt idx="2040">
                  <c:v>6.3360981033355968E-2</c:v>
                </c:pt>
                <c:pt idx="2041">
                  <c:v>6.3237634583511837E-2</c:v>
                </c:pt>
                <c:pt idx="2042">
                  <c:v>6.1300516473463795E-2</c:v>
                </c:pt>
                <c:pt idx="2043">
                  <c:v>6.1337597773584829E-2</c:v>
                </c:pt>
                <c:pt idx="2044">
                  <c:v>6.1327092352516654E-2</c:v>
                </c:pt>
                <c:pt idx="2045">
                  <c:v>6.1640755121399771E-2</c:v>
                </c:pt>
                <c:pt idx="2046">
                  <c:v>6.02375822398592E-2</c:v>
                </c:pt>
                <c:pt idx="2047">
                  <c:v>5.9744930207999647E-2</c:v>
                </c:pt>
                <c:pt idx="2048">
                  <c:v>5.8877078362379542E-2</c:v>
                </c:pt>
                <c:pt idx="2049">
                  <c:v>6.2215012780957979E-2</c:v>
                </c:pt>
                <c:pt idx="2050">
                  <c:v>6.1299695293283829E-2</c:v>
                </c:pt>
                <c:pt idx="2051">
                  <c:v>6.1933404691918992E-2</c:v>
                </c:pt>
                <c:pt idx="2052">
                  <c:v>6.071423017314348E-2</c:v>
                </c:pt>
                <c:pt idx="2053">
                  <c:v>5.9417686934472469E-2</c:v>
                </c:pt>
                <c:pt idx="2054">
                  <c:v>5.8723067987850208E-2</c:v>
                </c:pt>
                <c:pt idx="2055">
                  <c:v>5.3040194891567194E-2</c:v>
                </c:pt>
                <c:pt idx="2056">
                  <c:v>5.3918672247301624E-2</c:v>
                </c:pt>
                <c:pt idx="2057">
                  <c:v>5.1247299671338564E-2</c:v>
                </c:pt>
                <c:pt idx="2058">
                  <c:v>5.1116848953913885E-2</c:v>
                </c:pt>
                <c:pt idx="2059">
                  <c:v>5.204403250434475E-2</c:v>
                </c:pt>
                <c:pt idx="2060">
                  <c:v>4.8991198501760036E-2</c:v>
                </c:pt>
                <c:pt idx="2061">
                  <c:v>4.7493839230777546E-2</c:v>
                </c:pt>
                <c:pt idx="2062">
                  <c:v>4.8069647803026583E-2</c:v>
                </c:pt>
                <c:pt idx="2063">
                  <c:v>4.9141898324682631E-2</c:v>
                </c:pt>
                <c:pt idx="2064">
                  <c:v>4.9615118944162262E-2</c:v>
                </c:pt>
                <c:pt idx="2065">
                  <c:v>4.9378839325072921E-2</c:v>
                </c:pt>
                <c:pt idx="2066">
                  <c:v>4.7663690190271391E-2</c:v>
                </c:pt>
                <c:pt idx="2067">
                  <c:v>4.764542779598413E-2</c:v>
                </c:pt>
                <c:pt idx="2068">
                  <c:v>4.7917736646014841E-2</c:v>
                </c:pt>
                <c:pt idx="2069">
                  <c:v>4.4937406535846103E-2</c:v>
                </c:pt>
                <c:pt idx="2070">
                  <c:v>4.7406455596301633E-2</c:v>
                </c:pt>
                <c:pt idx="2071">
                  <c:v>4.7370392648428905E-2</c:v>
                </c:pt>
                <c:pt idx="2072">
                  <c:v>5.1197739435443923E-2</c:v>
                </c:pt>
                <c:pt idx="2073">
                  <c:v>5.0799575602874958E-2</c:v>
                </c:pt>
                <c:pt idx="2074">
                  <c:v>5.1064164392719436E-2</c:v>
                </c:pt>
                <c:pt idx="2075">
                  <c:v>5.1284973974209946E-2</c:v>
                </c:pt>
                <c:pt idx="2076">
                  <c:v>5.4258786000144443E-2</c:v>
                </c:pt>
                <c:pt idx="2077">
                  <c:v>5.5021346040632135E-2</c:v>
                </c:pt>
                <c:pt idx="2078">
                  <c:v>5.4711919907164841E-2</c:v>
                </c:pt>
                <c:pt idx="2079">
                  <c:v>5.3641768314190763E-2</c:v>
                </c:pt>
                <c:pt idx="2080">
                  <c:v>5.3189237658901489E-2</c:v>
                </c:pt>
                <c:pt idx="2081">
                  <c:v>5.2913989130204619E-2</c:v>
                </c:pt>
                <c:pt idx="2082">
                  <c:v>5.3814819669469771E-2</c:v>
                </c:pt>
                <c:pt idx="2083">
                  <c:v>5.6484221257547707E-2</c:v>
                </c:pt>
                <c:pt idx="2084">
                  <c:v>5.68933422987562E-2</c:v>
                </c:pt>
                <c:pt idx="2085">
                  <c:v>5.6594263957451929E-2</c:v>
                </c:pt>
                <c:pt idx="2086">
                  <c:v>5.6651419500605149E-2</c:v>
                </c:pt>
                <c:pt idx="2087">
                  <c:v>5.6481780665785353E-2</c:v>
                </c:pt>
                <c:pt idx="2088">
                  <c:v>5.662392288829643E-2</c:v>
                </c:pt>
                <c:pt idx="2089">
                  <c:v>5.7866767087650595E-2</c:v>
                </c:pt>
                <c:pt idx="2090">
                  <c:v>5.7739696217297576E-2</c:v>
                </c:pt>
                <c:pt idx="2091">
                  <c:v>5.7622144486804361E-2</c:v>
                </c:pt>
                <c:pt idx="2092">
                  <c:v>5.6954237460085433E-2</c:v>
                </c:pt>
                <c:pt idx="2093">
                  <c:v>5.5010269816584967E-2</c:v>
                </c:pt>
                <c:pt idx="2094">
                  <c:v>5.6351420132962016E-2</c:v>
                </c:pt>
                <c:pt idx="2095">
                  <c:v>5.6243677497394451E-2</c:v>
                </c:pt>
                <c:pt idx="2096">
                  <c:v>5.2947110309096268E-2</c:v>
                </c:pt>
                <c:pt idx="2097">
                  <c:v>5.2368305801489878E-2</c:v>
                </c:pt>
                <c:pt idx="2098">
                  <c:v>5.3102181809765781E-2</c:v>
                </c:pt>
                <c:pt idx="2099">
                  <c:v>5.5184159007032552E-2</c:v>
                </c:pt>
                <c:pt idx="2100">
                  <c:v>5.574047341451005E-2</c:v>
                </c:pt>
                <c:pt idx="2101">
                  <c:v>5.5716627447826239E-2</c:v>
                </c:pt>
                <c:pt idx="2102">
                  <c:v>5.6555739020280327E-2</c:v>
                </c:pt>
                <c:pt idx="2103">
                  <c:v>5.5111579552595269E-2</c:v>
                </c:pt>
                <c:pt idx="2104">
                  <c:v>5.4611584819025061E-2</c:v>
                </c:pt>
                <c:pt idx="2105">
                  <c:v>5.7066542777607365E-2</c:v>
                </c:pt>
                <c:pt idx="2106">
                  <c:v>5.7066542777607365E-2</c:v>
                </c:pt>
                <c:pt idx="2107">
                  <c:v>5.7811093869849395E-2</c:v>
                </c:pt>
                <c:pt idx="2108">
                  <c:v>5.6431994155604182E-2</c:v>
                </c:pt>
                <c:pt idx="2109">
                  <c:v>5.6329576445447449E-2</c:v>
                </c:pt>
                <c:pt idx="2110">
                  <c:v>5.5878855565349994E-2</c:v>
                </c:pt>
                <c:pt idx="2111">
                  <c:v>5.3243363900713048E-2</c:v>
                </c:pt>
                <c:pt idx="2112">
                  <c:v>5.4064881338437565E-2</c:v>
                </c:pt>
                <c:pt idx="2113">
                  <c:v>5.2355197374092666E-2</c:v>
                </c:pt>
                <c:pt idx="2114">
                  <c:v>5.1921631345762331E-2</c:v>
                </c:pt>
                <c:pt idx="2115">
                  <c:v>4.9945480841229073E-2</c:v>
                </c:pt>
                <c:pt idx="2116">
                  <c:v>4.5424538080569787E-2</c:v>
                </c:pt>
                <c:pt idx="2117">
                  <c:v>4.1995300000593594E-2</c:v>
                </c:pt>
                <c:pt idx="2118">
                  <c:v>4.0602687061368825E-2</c:v>
                </c:pt>
                <c:pt idx="2119">
                  <c:v>4.1008334237163324E-2</c:v>
                </c:pt>
                <c:pt idx="2120">
                  <c:v>4.3458571768142829E-2</c:v>
                </c:pt>
                <c:pt idx="2121">
                  <c:v>4.3929107357474351E-2</c:v>
                </c:pt>
                <c:pt idx="2122">
                  <c:v>4.1596216474352743E-2</c:v>
                </c:pt>
                <c:pt idx="2123">
                  <c:v>4.3580848305462272E-2</c:v>
                </c:pt>
                <c:pt idx="2124">
                  <c:v>4.2689687085433081E-2</c:v>
                </c:pt>
                <c:pt idx="2125">
                  <c:v>4.3832996259290158E-2</c:v>
                </c:pt>
                <c:pt idx="2126">
                  <c:v>4.6518219269378158E-2</c:v>
                </c:pt>
                <c:pt idx="2127">
                  <c:v>4.6796825241679052E-2</c:v>
                </c:pt>
                <c:pt idx="2128">
                  <c:v>4.5047326281045463E-2</c:v>
                </c:pt>
                <c:pt idx="2129">
                  <c:v>4.4898301857953293E-2</c:v>
                </c:pt>
                <c:pt idx="2130">
                  <c:v>4.1461991552605437E-2</c:v>
                </c:pt>
                <c:pt idx="2131">
                  <c:v>4.2721367001083865E-2</c:v>
                </c:pt>
                <c:pt idx="2132">
                  <c:v>4.4606268256875303E-2</c:v>
                </c:pt>
                <c:pt idx="2133">
                  <c:v>4.3532523041502014E-2</c:v>
                </c:pt>
                <c:pt idx="2134">
                  <c:v>4.7768938169000186E-2</c:v>
                </c:pt>
                <c:pt idx="2135">
                  <c:v>4.783270628539571E-2</c:v>
                </c:pt>
                <c:pt idx="2136">
                  <c:v>4.7175761216134648E-2</c:v>
                </c:pt>
                <c:pt idx="2137">
                  <c:v>4.9948188542462857E-2</c:v>
                </c:pt>
                <c:pt idx="2138">
                  <c:v>5.1946391301443962E-2</c:v>
                </c:pt>
                <c:pt idx="2139">
                  <c:v>5.2668634835323247E-2</c:v>
                </c:pt>
                <c:pt idx="2140">
                  <c:v>5.3856091031434294E-2</c:v>
                </c:pt>
                <c:pt idx="2141">
                  <c:v>5.4659165529429177E-2</c:v>
                </c:pt>
                <c:pt idx="2142">
                  <c:v>5.5817955835830046E-2</c:v>
                </c:pt>
                <c:pt idx="2143">
                  <c:v>5.6417989767486354E-2</c:v>
                </c:pt>
                <c:pt idx="2144">
                  <c:v>5.6254915755498236E-2</c:v>
                </c:pt>
                <c:pt idx="2145">
                  <c:v>5.6923921637418995E-2</c:v>
                </c:pt>
                <c:pt idx="2146">
                  <c:v>5.7764925718000959E-2</c:v>
                </c:pt>
                <c:pt idx="2147">
                  <c:v>5.8387152111058382E-2</c:v>
                </c:pt>
                <c:pt idx="2148">
                  <c:v>5.8465712386959079E-2</c:v>
                </c:pt>
                <c:pt idx="2149">
                  <c:v>5.8951292637382524E-2</c:v>
                </c:pt>
                <c:pt idx="2150">
                  <c:v>5.7753866397782128E-2</c:v>
                </c:pt>
                <c:pt idx="2151">
                  <c:v>5.7949025618546202E-2</c:v>
                </c:pt>
                <c:pt idx="2152">
                  <c:v>5.6516011705607827E-2</c:v>
                </c:pt>
                <c:pt idx="2153">
                  <c:v>5.7581703778370352E-2</c:v>
                </c:pt>
                <c:pt idx="2154">
                  <c:v>5.7954853846378662E-2</c:v>
                </c:pt>
                <c:pt idx="2155">
                  <c:v>5.5563364347900435E-2</c:v>
                </c:pt>
                <c:pt idx="2156">
                  <c:v>5.494028526584438E-2</c:v>
                </c:pt>
                <c:pt idx="2157">
                  <c:v>5.5096906042047866E-2</c:v>
                </c:pt>
                <c:pt idx="2158">
                  <c:v>5.7124126987432078E-2</c:v>
                </c:pt>
                <c:pt idx="2159">
                  <c:v>5.5931991305878559E-2</c:v>
                </c:pt>
                <c:pt idx="2160">
                  <c:v>5.723090383746221E-2</c:v>
                </c:pt>
                <c:pt idx="2161">
                  <c:v>5.8584871992997556E-2</c:v>
                </c:pt>
                <c:pt idx="2162">
                  <c:v>5.8628452023866129E-2</c:v>
                </c:pt>
                <c:pt idx="2163">
                  <c:v>5.9404709006797396E-2</c:v>
                </c:pt>
                <c:pt idx="2164">
                  <c:v>5.91443029340184E-2</c:v>
                </c:pt>
                <c:pt idx="2165">
                  <c:v>5.8143428695827559E-2</c:v>
                </c:pt>
                <c:pt idx="2166">
                  <c:v>5.8559041325571104E-2</c:v>
                </c:pt>
                <c:pt idx="2167">
                  <c:v>6.0014118770724267E-2</c:v>
                </c:pt>
                <c:pt idx="2168">
                  <c:v>5.9633043294498367E-2</c:v>
                </c:pt>
                <c:pt idx="2169">
                  <c:v>5.9797115368230513E-2</c:v>
                </c:pt>
                <c:pt idx="2170">
                  <c:v>5.9922321072525486E-2</c:v>
                </c:pt>
                <c:pt idx="2171">
                  <c:v>6.0156751478625425E-2</c:v>
                </c:pt>
                <c:pt idx="2172">
                  <c:v>6.0084429677763507E-2</c:v>
                </c:pt>
                <c:pt idx="2173">
                  <c:v>5.9432940106793453E-2</c:v>
                </c:pt>
                <c:pt idx="2174">
                  <c:v>5.9546115598718363E-2</c:v>
                </c:pt>
                <c:pt idx="2175">
                  <c:v>6.048218610992484E-2</c:v>
                </c:pt>
                <c:pt idx="2176">
                  <c:v>6.1725591679679392E-2</c:v>
                </c:pt>
                <c:pt idx="2177">
                  <c:v>6.2120704546195338E-2</c:v>
                </c:pt>
                <c:pt idx="2178">
                  <c:v>6.2145404687760308E-2</c:v>
                </c:pt>
                <c:pt idx="2179">
                  <c:v>6.2119115544665648E-2</c:v>
                </c:pt>
                <c:pt idx="2180">
                  <c:v>6.189546477123431E-2</c:v>
                </c:pt>
                <c:pt idx="2181">
                  <c:v>6.1417444672164478E-2</c:v>
                </c:pt>
                <c:pt idx="2182">
                  <c:v>6.214884262808551E-2</c:v>
                </c:pt>
                <c:pt idx="2183">
                  <c:v>6.1672079712173256E-2</c:v>
                </c:pt>
                <c:pt idx="2184">
                  <c:v>6.2347456896596154E-2</c:v>
                </c:pt>
                <c:pt idx="2185">
                  <c:v>6.3012949233834048E-2</c:v>
                </c:pt>
                <c:pt idx="2186">
                  <c:v>6.2999082629245029E-2</c:v>
                </c:pt>
                <c:pt idx="2187">
                  <c:v>6.2875676288432159E-2</c:v>
                </c:pt>
                <c:pt idx="2188">
                  <c:v>6.2263572549277391E-2</c:v>
                </c:pt>
                <c:pt idx="2189">
                  <c:v>6.130678308833748E-2</c:v>
                </c:pt>
                <c:pt idx="2190">
                  <c:v>6.1688987209528756E-2</c:v>
                </c:pt>
                <c:pt idx="2191">
                  <c:v>6.2538455640985702E-2</c:v>
                </c:pt>
                <c:pt idx="2192">
                  <c:v>6.2449039765059999E-2</c:v>
                </c:pt>
                <c:pt idx="2193">
                  <c:v>6.2711386827914439E-2</c:v>
                </c:pt>
                <c:pt idx="2194">
                  <c:v>6.2329141966078305E-2</c:v>
                </c:pt>
                <c:pt idx="2195">
                  <c:v>6.1113862504611816E-2</c:v>
                </c:pt>
                <c:pt idx="2196">
                  <c:v>6.1360550896022215E-2</c:v>
                </c:pt>
                <c:pt idx="2197">
                  <c:v>6.0910253765001587E-2</c:v>
                </c:pt>
                <c:pt idx="2198">
                  <c:v>6.0117609171926212E-2</c:v>
                </c:pt>
                <c:pt idx="2199">
                  <c:v>5.9748602407778462E-2</c:v>
                </c:pt>
                <c:pt idx="2200">
                  <c:v>6.1225184455614645E-2</c:v>
                </c:pt>
                <c:pt idx="2201">
                  <c:v>6.1786769440083655E-2</c:v>
                </c:pt>
                <c:pt idx="2202">
                  <c:v>6.2235238775295354E-2</c:v>
                </c:pt>
                <c:pt idx="2203">
                  <c:v>6.254809747164447E-2</c:v>
                </c:pt>
                <c:pt idx="2204">
                  <c:v>6.400599333382051E-2</c:v>
                </c:pt>
                <c:pt idx="2205">
                  <c:v>6.4997400836114161E-2</c:v>
                </c:pt>
                <c:pt idx="2206">
                  <c:v>6.4965239373190209E-2</c:v>
                </c:pt>
                <c:pt idx="2207">
                  <c:v>6.5436168353451341E-2</c:v>
                </c:pt>
                <c:pt idx="2208">
                  <c:v>6.543557780750886E-2</c:v>
                </c:pt>
                <c:pt idx="2209">
                  <c:v>6.5436456658412689E-2</c:v>
                </c:pt>
                <c:pt idx="2210">
                  <c:v>6.5446464038275143E-2</c:v>
                </c:pt>
                <c:pt idx="2211">
                  <c:v>6.5450745271670052E-2</c:v>
                </c:pt>
                <c:pt idx="2212">
                  <c:v>6.5445857912212468E-2</c:v>
                </c:pt>
                <c:pt idx="2213">
                  <c:v>6.5502098084759153E-2</c:v>
                </c:pt>
                <c:pt idx="2214">
                  <c:v>6.5531141871850163E-2</c:v>
                </c:pt>
                <c:pt idx="2215">
                  <c:v>6.5527092745566007E-2</c:v>
                </c:pt>
                <c:pt idx="2216">
                  <c:v>6.5400630169261342E-2</c:v>
                </c:pt>
                <c:pt idx="2217">
                  <c:v>6.5445653354485933E-2</c:v>
                </c:pt>
                <c:pt idx="2218">
                  <c:v>6.5193585648181784E-2</c:v>
                </c:pt>
                <c:pt idx="2219">
                  <c:v>6.5649443247122186E-2</c:v>
                </c:pt>
                <c:pt idx="2220">
                  <c:v>6.5460698613180379E-2</c:v>
                </c:pt>
                <c:pt idx="2221">
                  <c:v>6.6193109140410211E-2</c:v>
                </c:pt>
                <c:pt idx="2222">
                  <c:v>6.630356780385982E-2</c:v>
                </c:pt>
                <c:pt idx="2223">
                  <c:v>6.6264325474938435E-2</c:v>
                </c:pt>
                <c:pt idx="2224">
                  <c:v>6.6157576662156714E-2</c:v>
                </c:pt>
                <c:pt idx="2225">
                  <c:v>6.6343095480320802E-2</c:v>
                </c:pt>
                <c:pt idx="2226">
                  <c:v>6.615862436154285E-2</c:v>
                </c:pt>
                <c:pt idx="2227">
                  <c:v>6.6094214510269644E-2</c:v>
                </c:pt>
                <c:pt idx="2228">
                  <c:v>6.5792882414030807E-2</c:v>
                </c:pt>
                <c:pt idx="2229">
                  <c:v>6.6413350608152677E-2</c:v>
                </c:pt>
                <c:pt idx="2230">
                  <c:v>6.6022549030083644E-2</c:v>
                </c:pt>
                <c:pt idx="2231">
                  <c:v>6.6703930345387574E-2</c:v>
                </c:pt>
                <c:pt idx="2232">
                  <c:v>6.7616822016089984E-2</c:v>
                </c:pt>
                <c:pt idx="2233">
                  <c:v>6.776650992500266E-2</c:v>
                </c:pt>
                <c:pt idx="2234">
                  <c:v>6.7211341813778969E-2</c:v>
                </c:pt>
                <c:pt idx="2235">
                  <c:v>6.6343178861292595E-2</c:v>
                </c:pt>
                <c:pt idx="2236">
                  <c:v>6.650582166014507E-2</c:v>
                </c:pt>
                <c:pt idx="2237">
                  <c:v>6.8208142238205482E-2</c:v>
                </c:pt>
                <c:pt idx="2238">
                  <c:v>6.8452274372924005E-2</c:v>
                </c:pt>
                <c:pt idx="2239">
                  <c:v>6.977959358170327E-2</c:v>
                </c:pt>
                <c:pt idx="2240">
                  <c:v>6.9849741727835868E-2</c:v>
                </c:pt>
                <c:pt idx="2241">
                  <c:v>6.9797305393424436E-2</c:v>
                </c:pt>
                <c:pt idx="2242">
                  <c:v>7.0013253483019566E-2</c:v>
                </c:pt>
                <c:pt idx="2243">
                  <c:v>7.002717673112524E-2</c:v>
                </c:pt>
                <c:pt idx="2244">
                  <c:v>7.0052603729960694E-2</c:v>
                </c:pt>
                <c:pt idx="2245">
                  <c:v>6.9996636384876521E-2</c:v>
                </c:pt>
                <c:pt idx="2246">
                  <c:v>7.001423104022475E-2</c:v>
                </c:pt>
                <c:pt idx="2247">
                  <c:v>7.0330898737067549E-2</c:v>
                </c:pt>
                <c:pt idx="2248">
                  <c:v>7.0360542958124217E-2</c:v>
                </c:pt>
                <c:pt idx="2249">
                  <c:v>7.0295838730299209E-2</c:v>
                </c:pt>
                <c:pt idx="2250">
                  <c:v>6.9972959635651977E-2</c:v>
                </c:pt>
                <c:pt idx="2251">
                  <c:v>6.8019921507121106E-2</c:v>
                </c:pt>
                <c:pt idx="2252">
                  <c:v>6.9409018032523195E-2</c:v>
                </c:pt>
                <c:pt idx="2253">
                  <c:v>6.7854549942918396E-2</c:v>
                </c:pt>
                <c:pt idx="2254">
                  <c:v>6.6553685011397801E-2</c:v>
                </c:pt>
                <c:pt idx="2255">
                  <c:v>6.1850982666421861E-2</c:v>
                </c:pt>
                <c:pt idx="2256">
                  <c:v>6.3548038778044269E-2</c:v>
                </c:pt>
                <c:pt idx="2257">
                  <c:v>6.4344379881270397E-2</c:v>
                </c:pt>
                <c:pt idx="2258">
                  <c:v>6.8559639758563828E-2</c:v>
                </c:pt>
                <c:pt idx="2259">
                  <c:v>7.0184626691595531E-2</c:v>
                </c:pt>
                <c:pt idx="2260">
                  <c:v>6.7487694107350893E-2</c:v>
                </c:pt>
                <c:pt idx="2261">
                  <c:v>6.0661356358209462E-2</c:v>
                </c:pt>
                <c:pt idx="2262">
                  <c:v>6.1975073277073078E-2</c:v>
                </c:pt>
                <c:pt idx="2263">
                  <c:v>5.5795704964885395E-2</c:v>
                </c:pt>
                <c:pt idx="2264">
                  <c:v>4.6621215629165658E-2</c:v>
                </c:pt>
                <c:pt idx="2265">
                  <c:v>3.8343822275543227E-2</c:v>
                </c:pt>
                <c:pt idx="2266">
                  <c:v>2.9546316306765519E-2</c:v>
                </c:pt>
                <c:pt idx="2267">
                  <c:v>2.3192385335600085E-2</c:v>
                </c:pt>
                <c:pt idx="2268">
                  <c:v>1.2483286104691294E-2</c:v>
                </c:pt>
                <c:pt idx="2269">
                  <c:v>-1.2305092186539746E-3</c:v>
                </c:pt>
                <c:pt idx="2270">
                  <c:v>7.7435081379778614E-3</c:v>
                </c:pt>
                <c:pt idx="2271">
                  <c:v>-1.2733408953410352E-3</c:v>
                </c:pt>
                <c:pt idx="2272">
                  <c:v>1.0297827608301779E-2</c:v>
                </c:pt>
                <c:pt idx="2273">
                  <c:v>2.0365643645610443E-2</c:v>
                </c:pt>
                <c:pt idx="2274">
                  <c:v>1.7052464261136935E-2</c:v>
                </c:pt>
                <c:pt idx="2275">
                  <c:v>2.1021165085268856E-2</c:v>
                </c:pt>
                <c:pt idx="2276">
                  <c:v>1.975975375444794E-2</c:v>
                </c:pt>
                <c:pt idx="2277">
                  <c:v>2.3805623434966505E-2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D21-4357-BBAA-DBB799D5685D}"/>
            </c:ext>
          </c:extLst>
        </c:ser>
        <c:ser>
          <c:idx val="3"/>
          <c:order val="3"/>
          <c:tx>
            <c:strRef>
              <c:f>Sheet2!$R$2734</c:f>
              <c:strCache>
                <c:ptCount val="1"/>
                <c:pt idx="0">
                  <c:v>초과성과(3)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Sheet2!$I$2735:$I$5012</c:f>
              <c:numCache>
                <c:formatCode>m/d/yyyy</c:formatCode>
                <c:ptCount val="2278"/>
                <c:pt idx="0">
                  <c:v>40542</c:v>
                </c:pt>
                <c:pt idx="1">
                  <c:v>40546</c:v>
                </c:pt>
                <c:pt idx="2">
                  <c:v>40547</c:v>
                </c:pt>
                <c:pt idx="3">
                  <c:v>40548</c:v>
                </c:pt>
                <c:pt idx="4">
                  <c:v>40549</c:v>
                </c:pt>
                <c:pt idx="5">
                  <c:v>40550</c:v>
                </c:pt>
                <c:pt idx="6">
                  <c:v>40553</c:v>
                </c:pt>
                <c:pt idx="7">
                  <c:v>40554</c:v>
                </c:pt>
                <c:pt idx="8">
                  <c:v>40555</c:v>
                </c:pt>
                <c:pt idx="9">
                  <c:v>40556</c:v>
                </c:pt>
                <c:pt idx="10">
                  <c:v>40557</c:v>
                </c:pt>
                <c:pt idx="11">
                  <c:v>40560</c:v>
                </c:pt>
                <c:pt idx="12">
                  <c:v>40561</c:v>
                </c:pt>
                <c:pt idx="13">
                  <c:v>40562</c:v>
                </c:pt>
                <c:pt idx="14">
                  <c:v>40563</c:v>
                </c:pt>
                <c:pt idx="15">
                  <c:v>40564</c:v>
                </c:pt>
                <c:pt idx="16">
                  <c:v>40567</c:v>
                </c:pt>
                <c:pt idx="17">
                  <c:v>40568</c:v>
                </c:pt>
                <c:pt idx="18">
                  <c:v>40569</c:v>
                </c:pt>
                <c:pt idx="19">
                  <c:v>40570</c:v>
                </c:pt>
                <c:pt idx="20">
                  <c:v>40571</c:v>
                </c:pt>
                <c:pt idx="21">
                  <c:v>40574</c:v>
                </c:pt>
                <c:pt idx="22">
                  <c:v>40575</c:v>
                </c:pt>
                <c:pt idx="23">
                  <c:v>40581</c:v>
                </c:pt>
                <c:pt idx="24">
                  <c:v>40582</c:v>
                </c:pt>
                <c:pt idx="25">
                  <c:v>40583</c:v>
                </c:pt>
                <c:pt idx="26">
                  <c:v>40584</c:v>
                </c:pt>
                <c:pt idx="27">
                  <c:v>40585</c:v>
                </c:pt>
                <c:pt idx="28">
                  <c:v>40588</c:v>
                </c:pt>
                <c:pt idx="29">
                  <c:v>40589</c:v>
                </c:pt>
                <c:pt idx="30">
                  <c:v>40590</c:v>
                </c:pt>
                <c:pt idx="31">
                  <c:v>40591</c:v>
                </c:pt>
                <c:pt idx="32">
                  <c:v>40592</c:v>
                </c:pt>
                <c:pt idx="33">
                  <c:v>40595</c:v>
                </c:pt>
                <c:pt idx="34">
                  <c:v>40596</c:v>
                </c:pt>
                <c:pt idx="35">
                  <c:v>40597</c:v>
                </c:pt>
                <c:pt idx="36">
                  <c:v>40598</c:v>
                </c:pt>
                <c:pt idx="37">
                  <c:v>40599</c:v>
                </c:pt>
                <c:pt idx="38">
                  <c:v>40602</c:v>
                </c:pt>
                <c:pt idx="39">
                  <c:v>40604</c:v>
                </c:pt>
                <c:pt idx="40">
                  <c:v>40605</c:v>
                </c:pt>
                <c:pt idx="41">
                  <c:v>40606</c:v>
                </c:pt>
                <c:pt idx="42">
                  <c:v>40609</c:v>
                </c:pt>
                <c:pt idx="43">
                  <c:v>40610</c:v>
                </c:pt>
                <c:pt idx="44">
                  <c:v>40611</c:v>
                </c:pt>
                <c:pt idx="45">
                  <c:v>40612</c:v>
                </c:pt>
                <c:pt idx="46">
                  <c:v>40613</c:v>
                </c:pt>
                <c:pt idx="47">
                  <c:v>40616</c:v>
                </c:pt>
                <c:pt idx="48">
                  <c:v>40617</c:v>
                </c:pt>
                <c:pt idx="49">
                  <c:v>40618</c:v>
                </c:pt>
                <c:pt idx="50">
                  <c:v>40619</c:v>
                </c:pt>
                <c:pt idx="51">
                  <c:v>40620</c:v>
                </c:pt>
                <c:pt idx="52">
                  <c:v>40623</c:v>
                </c:pt>
                <c:pt idx="53">
                  <c:v>40624</c:v>
                </c:pt>
                <c:pt idx="54">
                  <c:v>40625</c:v>
                </c:pt>
                <c:pt idx="55">
                  <c:v>40626</c:v>
                </c:pt>
                <c:pt idx="56">
                  <c:v>40627</c:v>
                </c:pt>
                <c:pt idx="57">
                  <c:v>40630</c:v>
                </c:pt>
                <c:pt idx="58">
                  <c:v>40631</c:v>
                </c:pt>
                <c:pt idx="59">
                  <c:v>40632</c:v>
                </c:pt>
                <c:pt idx="60">
                  <c:v>40633</c:v>
                </c:pt>
                <c:pt idx="61">
                  <c:v>40634</c:v>
                </c:pt>
                <c:pt idx="62">
                  <c:v>40637</c:v>
                </c:pt>
                <c:pt idx="63">
                  <c:v>40638</c:v>
                </c:pt>
                <c:pt idx="64">
                  <c:v>40639</c:v>
                </c:pt>
                <c:pt idx="65">
                  <c:v>40640</c:v>
                </c:pt>
                <c:pt idx="66">
                  <c:v>40641</c:v>
                </c:pt>
                <c:pt idx="67">
                  <c:v>40644</c:v>
                </c:pt>
                <c:pt idx="68">
                  <c:v>40645</c:v>
                </c:pt>
                <c:pt idx="69">
                  <c:v>40646</c:v>
                </c:pt>
                <c:pt idx="70">
                  <c:v>40647</c:v>
                </c:pt>
                <c:pt idx="71">
                  <c:v>40648</c:v>
                </c:pt>
                <c:pt idx="72">
                  <c:v>40651</c:v>
                </c:pt>
                <c:pt idx="73">
                  <c:v>40652</c:v>
                </c:pt>
                <c:pt idx="74">
                  <c:v>40653</c:v>
                </c:pt>
                <c:pt idx="75">
                  <c:v>40654</c:v>
                </c:pt>
                <c:pt idx="76">
                  <c:v>40655</c:v>
                </c:pt>
                <c:pt idx="77">
                  <c:v>40658</c:v>
                </c:pt>
                <c:pt idx="78">
                  <c:v>40659</c:v>
                </c:pt>
                <c:pt idx="79">
                  <c:v>40660</c:v>
                </c:pt>
                <c:pt idx="80">
                  <c:v>40661</c:v>
                </c:pt>
                <c:pt idx="81">
                  <c:v>40662</c:v>
                </c:pt>
                <c:pt idx="82">
                  <c:v>40665</c:v>
                </c:pt>
                <c:pt idx="83">
                  <c:v>40666</c:v>
                </c:pt>
                <c:pt idx="84">
                  <c:v>40667</c:v>
                </c:pt>
                <c:pt idx="85">
                  <c:v>40669</c:v>
                </c:pt>
                <c:pt idx="86">
                  <c:v>40672</c:v>
                </c:pt>
                <c:pt idx="87">
                  <c:v>40674</c:v>
                </c:pt>
                <c:pt idx="88">
                  <c:v>40675</c:v>
                </c:pt>
                <c:pt idx="89">
                  <c:v>40676</c:v>
                </c:pt>
                <c:pt idx="90">
                  <c:v>40679</c:v>
                </c:pt>
                <c:pt idx="91">
                  <c:v>40680</c:v>
                </c:pt>
                <c:pt idx="92">
                  <c:v>40681</c:v>
                </c:pt>
                <c:pt idx="93">
                  <c:v>40682</c:v>
                </c:pt>
                <c:pt idx="94">
                  <c:v>40683</c:v>
                </c:pt>
                <c:pt idx="95">
                  <c:v>40686</c:v>
                </c:pt>
                <c:pt idx="96">
                  <c:v>40687</c:v>
                </c:pt>
                <c:pt idx="97">
                  <c:v>40688</c:v>
                </c:pt>
                <c:pt idx="98">
                  <c:v>40689</c:v>
                </c:pt>
                <c:pt idx="99">
                  <c:v>40690</c:v>
                </c:pt>
                <c:pt idx="100">
                  <c:v>40693</c:v>
                </c:pt>
                <c:pt idx="101">
                  <c:v>40694</c:v>
                </c:pt>
                <c:pt idx="102">
                  <c:v>40695</c:v>
                </c:pt>
                <c:pt idx="103">
                  <c:v>40696</c:v>
                </c:pt>
                <c:pt idx="104">
                  <c:v>40697</c:v>
                </c:pt>
                <c:pt idx="105">
                  <c:v>40701</c:v>
                </c:pt>
                <c:pt idx="106">
                  <c:v>40702</c:v>
                </c:pt>
                <c:pt idx="107">
                  <c:v>40703</c:v>
                </c:pt>
                <c:pt idx="108">
                  <c:v>40704</c:v>
                </c:pt>
                <c:pt idx="109">
                  <c:v>40707</c:v>
                </c:pt>
                <c:pt idx="110">
                  <c:v>40708</c:v>
                </c:pt>
                <c:pt idx="111">
                  <c:v>40709</c:v>
                </c:pt>
                <c:pt idx="112">
                  <c:v>40710</c:v>
                </c:pt>
                <c:pt idx="113">
                  <c:v>40711</c:v>
                </c:pt>
                <c:pt idx="114">
                  <c:v>40714</c:v>
                </c:pt>
                <c:pt idx="115">
                  <c:v>40715</c:v>
                </c:pt>
                <c:pt idx="116">
                  <c:v>40716</c:v>
                </c:pt>
                <c:pt idx="117">
                  <c:v>40717</c:v>
                </c:pt>
                <c:pt idx="118">
                  <c:v>40718</c:v>
                </c:pt>
                <c:pt idx="119">
                  <c:v>40721</c:v>
                </c:pt>
                <c:pt idx="120">
                  <c:v>40722</c:v>
                </c:pt>
                <c:pt idx="121">
                  <c:v>40723</c:v>
                </c:pt>
                <c:pt idx="122">
                  <c:v>40724</c:v>
                </c:pt>
                <c:pt idx="123">
                  <c:v>40725</c:v>
                </c:pt>
                <c:pt idx="124">
                  <c:v>40728</c:v>
                </c:pt>
                <c:pt idx="125">
                  <c:v>40729</c:v>
                </c:pt>
                <c:pt idx="126">
                  <c:v>40730</c:v>
                </c:pt>
                <c:pt idx="127">
                  <c:v>40731</c:v>
                </c:pt>
                <c:pt idx="128">
                  <c:v>40732</c:v>
                </c:pt>
                <c:pt idx="129">
                  <c:v>40735</c:v>
                </c:pt>
                <c:pt idx="130">
                  <c:v>40736</c:v>
                </c:pt>
                <c:pt idx="131">
                  <c:v>40737</c:v>
                </c:pt>
                <c:pt idx="132">
                  <c:v>40738</c:v>
                </c:pt>
                <c:pt idx="133">
                  <c:v>40739</c:v>
                </c:pt>
                <c:pt idx="134">
                  <c:v>40742</c:v>
                </c:pt>
                <c:pt idx="135">
                  <c:v>40743</c:v>
                </c:pt>
                <c:pt idx="136">
                  <c:v>40744</c:v>
                </c:pt>
                <c:pt idx="137">
                  <c:v>40745</c:v>
                </c:pt>
                <c:pt idx="138">
                  <c:v>40746</c:v>
                </c:pt>
                <c:pt idx="139">
                  <c:v>40749</c:v>
                </c:pt>
                <c:pt idx="140">
                  <c:v>40750</c:v>
                </c:pt>
                <c:pt idx="141">
                  <c:v>40751</c:v>
                </c:pt>
                <c:pt idx="142">
                  <c:v>40752</c:v>
                </c:pt>
                <c:pt idx="143">
                  <c:v>40753</c:v>
                </c:pt>
                <c:pt idx="144">
                  <c:v>40756</c:v>
                </c:pt>
                <c:pt idx="145">
                  <c:v>40757</c:v>
                </c:pt>
                <c:pt idx="146">
                  <c:v>40758</c:v>
                </c:pt>
                <c:pt idx="147">
                  <c:v>40759</c:v>
                </c:pt>
                <c:pt idx="148">
                  <c:v>40760</c:v>
                </c:pt>
                <c:pt idx="149">
                  <c:v>40763</c:v>
                </c:pt>
                <c:pt idx="150">
                  <c:v>40764</c:v>
                </c:pt>
                <c:pt idx="151">
                  <c:v>40765</c:v>
                </c:pt>
                <c:pt idx="152">
                  <c:v>40766</c:v>
                </c:pt>
                <c:pt idx="153">
                  <c:v>40767</c:v>
                </c:pt>
                <c:pt idx="154">
                  <c:v>40771</c:v>
                </c:pt>
                <c:pt idx="155">
                  <c:v>40772</c:v>
                </c:pt>
                <c:pt idx="156">
                  <c:v>40773</c:v>
                </c:pt>
                <c:pt idx="157">
                  <c:v>40774</c:v>
                </c:pt>
                <c:pt idx="158">
                  <c:v>40777</c:v>
                </c:pt>
                <c:pt idx="159">
                  <c:v>40778</c:v>
                </c:pt>
                <c:pt idx="160">
                  <c:v>40779</c:v>
                </c:pt>
                <c:pt idx="161">
                  <c:v>40780</c:v>
                </c:pt>
                <c:pt idx="162">
                  <c:v>40781</c:v>
                </c:pt>
                <c:pt idx="163">
                  <c:v>40784</c:v>
                </c:pt>
                <c:pt idx="164">
                  <c:v>40785</c:v>
                </c:pt>
                <c:pt idx="165">
                  <c:v>40786</c:v>
                </c:pt>
                <c:pt idx="166">
                  <c:v>40787</c:v>
                </c:pt>
                <c:pt idx="167">
                  <c:v>40788</c:v>
                </c:pt>
                <c:pt idx="168">
                  <c:v>40791</c:v>
                </c:pt>
                <c:pt idx="169">
                  <c:v>40792</c:v>
                </c:pt>
                <c:pt idx="170">
                  <c:v>40793</c:v>
                </c:pt>
                <c:pt idx="171">
                  <c:v>40794</c:v>
                </c:pt>
                <c:pt idx="172">
                  <c:v>40795</c:v>
                </c:pt>
                <c:pt idx="173">
                  <c:v>40800</c:v>
                </c:pt>
                <c:pt idx="174">
                  <c:v>40801</c:v>
                </c:pt>
                <c:pt idx="175">
                  <c:v>40802</c:v>
                </c:pt>
                <c:pt idx="176">
                  <c:v>40805</c:v>
                </c:pt>
                <c:pt idx="177">
                  <c:v>40806</c:v>
                </c:pt>
                <c:pt idx="178">
                  <c:v>40807</c:v>
                </c:pt>
                <c:pt idx="179">
                  <c:v>40808</c:v>
                </c:pt>
                <c:pt idx="180">
                  <c:v>40809</c:v>
                </c:pt>
                <c:pt idx="181">
                  <c:v>40812</c:v>
                </c:pt>
                <c:pt idx="182">
                  <c:v>40813</c:v>
                </c:pt>
                <c:pt idx="183">
                  <c:v>40814</c:v>
                </c:pt>
                <c:pt idx="184">
                  <c:v>40815</c:v>
                </c:pt>
                <c:pt idx="185">
                  <c:v>40816</c:v>
                </c:pt>
                <c:pt idx="186">
                  <c:v>40820</c:v>
                </c:pt>
                <c:pt idx="187">
                  <c:v>40821</c:v>
                </c:pt>
                <c:pt idx="188">
                  <c:v>40822</c:v>
                </c:pt>
                <c:pt idx="189">
                  <c:v>40823</c:v>
                </c:pt>
                <c:pt idx="190">
                  <c:v>40826</c:v>
                </c:pt>
                <c:pt idx="191">
                  <c:v>40827</c:v>
                </c:pt>
                <c:pt idx="192">
                  <c:v>40828</c:v>
                </c:pt>
                <c:pt idx="193">
                  <c:v>40829</c:v>
                </c:pt>
                <c:pt idx="194">
                  <c:v>40830</c:v>
                </c:pt>
                <c:pt idx="195">
                  <c:v>40833</c:v>
                </c:pt>
                <c:pt idx="196">
                  <c:v>40834</c:v>
                </c:pt>
                <c:pt idx="197">
                  <c:v>40835</c:v>
                </c:pt>
                <c:pt idx="198">
                  <c:v>40836</c:v>
                </c:pt>
                <c:pt idx="199">
                  <c:v>40837</c:v>
                </c:pt>
                <c:pt idx="200">
                  <c:v>40840</c:v>
                </c:pt>
                <c:pt idx="201">
                  <c:v>40841</c:v>
                </c:pt>
                <c:pt idx="202">
                  <c:v>40842</c:v>
                </c:pt>
                <c:pt idx="203">
                  <c:v>40843</c:v>
                </c:pt>
                <c:pt idx="204">
                  <c:v>40844</c:v>
                </c:pt>
                <c:pt idx="205">
                  <c:v>40847</c:v>
                </c:pt>
                <c:pt idx="206">
                  <c:v>40848</c:v>
                </c:pt>
                <c:pt idx="207">
                  <c:v>40849</c:v>
                </c:pt>
                <c:pt idx="208">
                  <c:v>40850</c:v>
                </c:pt>
                <c:pt idx="209">
                  <c:v>40851</c:v>
                </c:pt>
                <c:pt idx="210">
                  <c:v>40854</c:v>
                </c:pt>
                <c:pt idx="211">
                  <c:v>40855</c:v>
                </c:pt>
                <c:pt idx="212">
                  <c:v>40856</c:v>
                </c:pt>
                <c:pt idx="213">
                  <c:v>40857</c:v>
                </c:pt>
                <c:pt idx="214">
                  <c:v>40858</c:v>
                </c:pt>
                <c:pt idx="215">
                  <c:v>40861</c:v>
                </c:pt>
                <c:pt idx="216">
                  <c:v>40862</c:v>
                </c:pt>
                <c:pt idx="217">
                  <c:v>40863</c:v>
                </c:pt>
                <c:pt idx="218">
                  <c:v>40864</c:v>
                </c:pt>
                <c:pt idx="219">
                  <c:v>40865</c:v>
                </c:pt>
                <c:pt idx="220">
                  <c:v>40868</c:v>
                </c:pt>
                <c:pt idx="221">
                  <c:v>40869</c:v>
                </c:pt>
                <c:pt idx="222">
                  <c:v>40870</c:v>
                </c:pt>
                <c:pt idx="223">
                  <c:v>40871</c:v>
                </c:pt>
                <c:pt idx="224">
                  <c:v>40872</c:v>
                </c:pt>
                <c:pt idx="225">
                  <c:v>40875</c:v>
                </c:pt>
                <c:pt idx="226">
                  <c:v>40876</c:v>
                </c:pt>
                <c:pt idx="227">
                  <c:v>40877</c:v>
                </c:pt>
                <c:pt idx="228">
                  <c:v>40878</c:v>
                </c:pt>
                <c:pt idx="229">
                  <c:v>40879</c:v>
                </c:pt>
                <c:pt idx="230">
                  <c:v>40882</c:v>
                </c:pt>
                <c:pt idx="231">
                  <c:v>40883</c:v>
                </c:pt>
                <c:pt idx="232">
                  <c:v>40884</c:v>
                </c:pt>
                <c:pt idx="233">
                  <c:v>40885</c:v>
                </c:pt>
                <c:pt idx="234">
                  <c:v>40886</c:v>
                </c:pt>
                <c:pt idx="235">
                  <c:v>40889</c:v>
                </c:pt>
                <c:pt idx="236">
                  <c:v>40890</c:v>
                </c:pt>
                <c:pt idx="237">
                  <c:v>40891</c:v>
                </c:pt>
                <c:pt idx="238">
                  <c:v>40892</c:v>
                </c:pt>
                <c:pt idx="239">
                  <c:v>40893</c:v>
                </c:pt>
                <c:pt idx="240">
                  <c:v>40896</c:v>
                </c:pt>
                <c:pt idx="241">
                  <c:v>40897</c:v>
                </c:pt>
                <c:pt idx="242">
                  <c:v>40898</c:v>
                </c:pt>
                <c:pt idx="243">
                  <c:v>40899</c:v>
                </c:pt>
                <c:pt idx="244">
                  <c:v>40900</c:v>
                </c:pt>
                <c:pt idx="245">
                  <c:v>40903</c:v>
                </c:pt>
                <c:pt idx="246">
                  <c:v>40904</c:v>
                </c:pt>
                <c:pt idx="247">
                  <c:v>40905</c:v>
                </c:pt>
                <c:pt idx="248">
                  <c:v>40906</c:v>
                </c:pt>
                <c:pt idx="249">
                  <c:v>40910</c:v>
                </c:pt>
                <c:pt idx="250">
                  <c:v>40911</c:v>
                </c:pt>
                <c:pt idx="251">
                  <c:v>40912</c:v>
                </c:pt>
                <c:pt idx="252">
                  <c:v>40913</c:v>
                </c:pt>
                <c:pt idx="253">
                  <c:v>40914</c:v>
                </c:pt>
                <c:pt idx="254">
                  <c:v>40917</c:v>
                </c:pt>
                <c:pt idx="255">
                  <c:v>40918</c:v>
                </c:pt>
                <c:pt idx="256">
                  <c:v>40919</c:v>
                </c:pt>
                <c:pt idx="257">
                  <c:v>40920</c:v>
                </c:pt>
                <c:pt idx="258">
                  <c:v>40921</c:v>
                </c:pt>
                <c:pt idx="259">
                  <c:v>40924</c:v>
                </c:pt>
                <c:pt idx="260">
                  <c:v>40925</c:v>
                </c:pt>
                <c:pt idx="261">
                  <c:v>40926</c:v>
                </c:pt>
                <c:pt idx="262">
                  <c:v>40927</c:v>
                </c:pt>
                <c:pt idx="263">
                  <c:v>40928</c:v>
                </c:pt>
                <c:pt idx="264">
                  <c:v>40933</c:v>
                </c:pt>
                <c:pt idx="265">
                  <c:v>40934</c:v>
                </c:pt>
                <c:pt idx="266">
                  <c:v>40935</c:v>
                </c:pt>
                <c:pt idx="267">
                  <c:v>40938</c:v>
                </c:pt>
                <c:pt idx="268">
                  <c:v>40939</c:v>
                </c:pt>
                <c:pt idx="269">
                  <c:v>40940</c:v>
                </c:pt>
                <c:pt idx="270">
                  <c:v>40941</c:v>
                </c:pt>
                <c:pt idx="271">
                  <c:v>40942</c:v>
                </c:pt>
                <c:pt idx="272">
                  <c:v>40945</c:v>
                </c:pt>
                <c:pt idx="273">
                  <c:v>40946</c:v>
                </c:pt>
                <c:pt idx="274">
                  <c:v>40947</c:v>
                </c:pt>
                <c:pt idx="275">
                  <c:v>40948</c:v>
                </c:pt>
                <c:pt idx="276">
                  <c:v>40949</c:v>
                </c:pt>
                <c:pt idx="277">
                  <c:v>40952</c:v>
                </c:pt>
                <c:pt idx="278">
                  <c:v>40953</c:v>
                </c:pt>
                <c:pt idx="279">
                  <c:v>40954</c:v>
                </c:pt>
                <c:pt idx="280">
                  <c:v>40955</c:v>
                </c:pt>
                <c:pt idx="281">
                  <c:v>40956</c:v>
                </c:pt>
                <c:pt idx="282">
                  <c:v>40959</c:v>
                </c:pt>
                <c:pt idx="283">
                  <c:v>40960</c:v>
                </c:pt>
                <c:pt idx="284">
                  <c:v>40961</c:v>
                </c:pt>
                <c:pt idx="285">
                  <c:v>40962</c:v>
                </c:pt>
                <c:pt idx="286">
                  <c:v>40963</c:v>
                </c:pt>
                <c:pt idx="287">
                  <c:v>40966</c:v>
                </c:pt>
                <c:pt idx="288">
                  <c:v>40967</c:v>
                </c:pt>
                <c:pt idx="289">
                  <c:v>40968</c:v>
                </c:pt>
                <c:pt idx="290">
                  <c:v>40970</c:v>
                </c:pt>
                <c:pt idx="291">
                  <c:v>40973</c:v>
                </c:pt>
                <c:pt idx="292">
                  <c:v>40974</c:v>
                </c:pt>
                <c:pt idx="293">
                  <c:v>40975</c:v>
                </c:pt>
                <c:pt idx="294">
                  <c:v>40976</c:v>
                </c:pt>
                <c:pt idx="295">
                  <c:v>40977</c:v>
                </c:pt>
                <c:pt idx="296">
                  <c:v>40980</c:v>
                </c:pt>
                <c:pt idx="297">
                  <c:v>40981</c:v>
                </c:pt>
                <c:pt idx="298">
                  <c:v>40982</c:v>
                </c:pt>
                <c:pt idx="299">
                  <c:v>40983</c:v>
                </c:pt>
                <c:pt idx="300">
                  <c:v>40984</c:v>
                </c:pt>
                <c:pt idx="301">
                  <c:v>40987</c:v>
                </c:pt>
                <c:pt idx="302">
                  <c:v>40988</c:v>
                </c:pt>
                <c:pt idx="303">
                  <c:v>40989</c:v>
                </c:pt>
                <c:pt idx="304">
                  <c:v>40990</c:v>
                </c:pt>
                <c:pt idx="305">
                  <c:v>40991</c:v>
                </c:pt>
                <c:pt idx="306">
                  <c:v>40994</c:v>
                </c:pt>
                <c:pt idx="307">
                  <c:v>40995</c:v>
                </c:pt>
                <c:pt idx="308">
                  <c:v>40996</c:v>
                </c:pt>
                <c:pt idx="309">
                  <c:v>40997</c:v>
                </c:pt>
                <c:pt idx="310">
                  <c:v>40998</c:v>
                </c:pt>
                <c:pt idx="311">
                  <c:v>41001</c:v>
                </c:pt>
                <c:pt idx="312">
                  <c:v>41002</c:v>
                </c:pt>
                <c:pt idx="313">
                  <c:v>41003</c:v>
                </c:pt>
                <c:pt idx="314">
                  <c:v>41004</c:v>
                </c:pt>
                <c:pt idx="315">
                  <c:v>41005</c:v>
                </c:pt>
                <c:pt idx="316">
                  <c:v>41008</c:v>
                </c:pt>
                <c:pt idx="317">
                  <c:v>41009</c:v>
                </c:pt>
                <c:pt idx="318">
                  <c:v>41011</c:v>
                </c:pt>
                <c:pt idx="319">
                  <c:v>41012</c:v>
                </c:pt>
                <c:pt idx="320">
                  <c:v>41015</c:v>
                </c:pt>
                <c:pt idx="321">
                  <c:v>41016</c:v>
                </c:pt>
                <c:pt idx="322">
                  <c:v>41017</c:v>
                </c:pt>
                <c:pt idx="323">
                  <c:v>41018</c:v>
                </c:pt>
                <c:pt idx="324">
                  <c:v>41019</c:v>
                </c:pt>
                <c:pt idx="325">
                  <c:v>41022</c:v>
                </c:pt>
                <c:pt idx="326">
                  <c:v>41023</c:v>
                </c:pt>
                <c:pt idx="327">
                  <c:v>41024</c:v>
                </c:pt>
                <c:pt idx="328">
                  <c:v>41025</c:v>
                </c:pt>
                <c:pt idx="329">
                  <c:v>41026</c:v>
                </c:pt>
                <c:pt idx="330">
                  <c:v>41029</c:v>
                </c:pt>
                <c:pt idx="331">
                  <c:v>41031</c:v>
                </c:pt>
                <c:pt idx="332">
                  <c:v>41032</c:v>
                </c:pt>
                <c:pt idx="333">
                  <c:v>41033</c:v>
                </c:pt>
                <c:pt idx="334">
                  <c:v>41036</c:v>
                </c:pt>
                <c:pt idx="335">
                  <c:v>41037</c:v>
                </c:pt>
                <c:pt idx="336">
                  <c:v>41038</c:v>
                </c:pt>
                <c:pt idx="337">
                  <c:v>41039</c:v>
                </c:pt>
                <c:pt idx="338">
                  <c:v>41040</c:v>
                </c:pt>
                <c:pt idx="339">
                  <c:v>41043</c:v>
                </c:pt>
                <c:pt idx="340">
                  <c:v>41044</c:v>
                </c:pt>
                <c:pt idx="341">
                  <c:v>41045</c:v>
                </c:pt>
                <c:pt idx="342">
                  <c:v>41046</c:v>
                </c:pt>
                <c:pt idx="343">
                  <c:v>41047</c:v>
                </c:pt>
                <c:pt idx="344">
                  <c:v>41050</c:v>
                </c:pt>
                <c:pt idx="345">
                  <c:v>41051</c:v>
                </c:pt>
                <c:pt idx="346">
                  <c:v>41052</c:v>
                </c:pt>
                <c:pt idx="347">
                  <c:v>41053</c:v>
                </c:pt>
                <c:pt idx="348">
                  <c:v>41054</c:v>
                </c:pt>
                <c:pt idx="349">
                  <c:v>41058</c:v>
                </c:pt>
                <c:pt idx="350">
                  <c:v>41059</c:v>
                </c:pt>
                <c:pt idx="351">
                  <c:v>41060</c:v>
                </c:pt>
                <c:pt idx="352">
                  <c:v>41061</c:v>
                </c:pt>
                <c:pt idx="353">
                  <c:v>41064</c:v>
                </c:pt>
                <c:pt idx="354">
                  <c:v>41065</c:v>
                </c:pt>
                <c:pt idx="355">
                  <c:v>41067</c:v>
                </c:pt>
                <c:pt idx="356">
                  <c:v>41068</c:v>
                </c:pt>
                <c:pt idx="357">
                  <c:v>41071</c:v>
                </c:pt>
                <c:pt idx="358">
                  <c:v>41072</c:v>
                </c:pt>
                <c:pt idx="359">
                  <c:v>41073</c:v>
                </c:pt>
                <c:pt idx="360">
                  <c:v>41074</c:v>
                </c:pt>
                <c:pt idx="361">
                  <c:v>41075</c:v>
                </c:pt>
                <c:pt idx="362">
                  <c:v>41078</c:v>
                </c:pt>
                <c:pt idx="363">
                  <c:v>41079</c:v>
                </c:pt>
                <c:pt idx="364">
                  <c:v>41080</c:v>
                </c:pt>
                <c:pt idx="365">
                  <c:v>41081</c:v>
                </c:pt>
                <c:pt idx="366">
                  <c:v>41082</c:v>
                </c:pt>
                <c:pt idx="367">
                  <c:v>41085</c:v>
                </c:pt>
                <c:pt idx="368">
                  <c:v>41086</c:v>
                </c:pt>
                <c:pt idx="369">
                  <c:v>41087</c:v>
                </c:pt>
                <c:pt idx="370">
                  <c:v>41088</c:v>
                </c:pt>
                <c:pt idx="371">
                  <c:v>41089</c:v>
                </c:pt>
                <c:pt idx="372">
                  <c:v>41092</c:v>
                </c:pt>
                <c:pt idx="373">
                  <c:v>41093</c:v>
                </c:pt>
                <c:pt idx="374">
                  <c:v>41094</c:v>
                </c:pt>
                <c:pt idx="375">
                  <c:v>41095</c:v>
                </c:pt>
                <c:pt idx="376">
                  <c:v>41096</c:v>
                </c:pt>
                <c:pt idx="377">
                  <c:v>41099</c:v>
                </c:pt>
                <c:pt idx="378">
                  <c:v>41100</c:v>
                </c:pt>
                <c:pt idx="379">
                  <c:v>41101</c:v>
                </c:pt>
                <c:pt idx="380">
                  <c:v>41102</c:v>
                </c:pt>
                <c:pt idx="381">
                  <c:v>41103</c:v>
                </c:pt>
                <c:pt idx="382">
                  <c:v>41106</c:v>
                </c:pt>
                <c:pt idx="383">
                  <c:v>41107</c:v>
                </c:pt>
                <c:pt idx="384">
                  <c:v>41108</c:v>
                </c:pt>
                <c:pt idx="385">
                  <c:v>41109</c:v>
                </c:pt>
                <c:pt idx="386">
                  <c:v>41110</c:v>
                </c:pt>
                <c:pt idx="387">
                  <c:v>41113</c:v>
                </c:pt>
                <c:pt idx="388">
                  <c:v>41114</c:v>
                </c:pt>
                <c:pt idx="389">
                  <c:v>41115</c:v>
                </c:pt>
                <c:pt idx="390">
                  <c:v>41116</c:v>
                </c:pt>
                <c:pt idx="391">
                  <c:v>41117</c:v>
                </c:pt>
                <c:pt idx="392">
                  <c:v>41120</c:v>
                </c:pt>
                <c:pt idx="393">
                  <c:v>41121</c:v>
                </c:pt>
                <c:pt idx="394">
                  <c:v>41122</c:v>
                </c:pt>
                <c:pt idx="395">
                  <c:v>41123</c:v>
                </c:pt>
                <c:pt idx="396">
                  <c:v>41124</c:v>
                </c:pt>
                <c:pt idx="397">
                  <c:v>41127</c:v>
                </c:pt>
                <c:pt idx="398">
                  <c:v>41128</c:v>
                </c:pt>
                <c:pt idx="399">
                  <c:v>41129</c:v>
                </c:pt>
                <c:pt idx="400">
                  <c:v>41130</c:v>
                </c:pt>
                <c:pt idx="401">
                  <c:v>41131</c:v>
                </c:pt>
                <c:pt idx="402">
                  <c:v>41134</c:v>
                </c:pt>
                <c:pt idx="403">
                  <c:v>41135</c:v>
                </c:pt>
                <c:pt idx="404">
                  <c:v>41137</c:v>
                </c:pt>
                <c:pt idx="405">
                  <c:v>41138</c:v>
                </c:pt>
                <c:pt idx="406">
                  <c:v>41141</c:v>
                </c:pt>
                <c:pt idx="407">
                  <c:v>41142</c:v>
                </c:pt>
                <c:pt idx="408">
                  <c:v>41143</c:v>
                </c:pt>
                <c:pt idx="409">
                  <c:v>41144</c:v>
                </c:pt>
                <c:pt idx="410">
                  <c:v>41145</c:v>
                </c:pt>
                <c:pt idx="411">
                  <c:v>41148</c:v>
                </c:pt>
                <c:pt idx="412">
                  <c:v>41149</c:v>
                </c:pt>
                <c:pt idx="413">
                  <c:v>41150</c:v>
                </c:pt>
                <c:pt idx="414">
                  <c:v>41151</c:v>
                </c:pt>
                <c:pt idx="415">
                  <c:v>41152</c:v>
                </c:pt>
                <c:pt idx="416">
                  <c:v>41155</c:v>
                </c:pt>
                <c:pt idx="417">
                  <c:v>41156</c:v>
                </c:pt>
                <c:pt idx="418">
                  <c:v>41157</c:v>
                </c:pt>
                <c:pt idx="419">
                  <c:v>41158</c:v>
                </c:pt>
                <c:pt idx="420">
                  <c:v>41159</c:v>
                </c:pt>
                <c:pt idx="421">
                  <c:v>41162</c:v>
                </c:pt>
                <c:pt idx="422">
                  <c:v>41163</c:v>
                </c:pt>
                <c:pt idx="423">
                  <c:v>41164</c:v>
                </c:pt>
                <c:pt idx="424">
                  <c:v>41165</c:v>
                </c:pt>
                <c:pt idx="425">
                  <c:v>41166</c:v>
                </c:pt>
                <c:pt idx="426">
                  <c:v>41169</c:v>
                </c:pt>
                <c:pt idx="427">
                  <c:v>41170</c:v>
                </c:pt>
                <c:pt idx="428">
                  <c:v>41171</c:v>
                </c:pt>
                <c:pt idx="429">
                  <c:v>41172</c:v>
                </c:pt>
                <c:pt idx="430">
                  <c:v>41173</c:v>
                </c:pt>
                <c:pt idx="431">
                  <c:v>41176</c:v>
                </c:pt>
                <c:pt idx="432">
                  <c:v>41177</c:v>
                </c:pt>
                <c:pt idx="433">
                  <c:v>41178</c:v>
                </c:pt>
                <c:pt idx="434">
                  <c:v>41179</c:v>
                </c:pt>
                <c:pt idx="435">
                  <c:v>41180</c:v>
                </c:pt>
                <c:pt idx="436">
                  <c:v>41184</c:v>
                </c:pt>
                <c:pt idx="437">
                  <c:v>41186</c:v>
                </c:pt>
                <c:pt idx="438">
                  <c:v>41187</c:v>
                </c:pt>
                <c:pt idx="439">
                  <c:v>41190</c:v>
                </c:pt>
                <c:pt idx="440">
                  <c:v>41191</c:v>
                </c:pt>
                <c:pt idx="441">
                  <c:v>41192</c:v>
                </c:pt>
                <c:pt idx="442">
                  <c:v>41193</c:v>
                </c:pt>
                <c:pt idx="443">
                  <c:v>41194</c:v>
                </c:pt>
                <c:pt idx="444">
                  <c:v>41197</c:v>
                </c:pt>
                <c:pt idx="445">
                  <c:v>41198</c:v>
                </c:pt>
                <c:pt idx="446">
                  <c:v>41199</c:v>
                </c:pt>
                <c:pt idx="447">
                  <c:v>41200</c:v>
                </c:pt>
                <c:pt idx="448">
                  <c:v>41201</c:v>
                </c:pt>
                <c:pt idx="449">
                  <c:v>41204</c:v>
                </c:pt>
                <c:pt idx="450">
                  <c:v>41205</c:v>
                </c:pt>
                <c:pt idx="451">
                  <c:v>41206</c:v>
                </c:pt>
                <c:pt idx="452">
                  <c:v>41207</c:v>
                </c:pt>
                <c:pt idx="453">
                  <c:v>41208</c:v>
                </c:pt>
                <c:pt idx="454">
                  <c:v>41211</c:v>
                </c:pt>
                <c:pt idx="455">
                  <c:v>41212</c:v>
                </c:pt>
                <c:pt idx="456">
                  <c:v>41213</c:v>
                </c:pt>
                <c:pt idx="457">
                  <c:v>41214</c:v>
                </c:pt>
                <c:pt idx="458">
                  <c:v>41215</c:v>
                </c:pt>
                <c:pt idx="459">
                  <c:v>41218</c:v>
                </c:pt>
                <c:pt idx="460">
                  <c:v>41219</c:v>
                </c:pt>
                <c:pt idx="461">
                  <c:v>41220</c:v>
                </c:pt>
                <c:pt idx="462">
                  <c:v>41221</c:v>
                </c:pt>
                <c:pt idx="463">
                  <c:v>41222</c:v>
                </c:pt>
                <c:pt idx="464">
                  <c:v>41225</c:v>
                </c:pt>
                <c:pt idx="465">
                  <c:v>41226</c:v>
                </c:pt>
                <c:pt idx="466">
                  <c:v>41227</c:v>
                </c:pt>
                <c:pt idx="467">
                  <c:v>41228</c:v>
                </c:pt>
                <c:pt idx="468">
                  <c:v>41229</c:v>
                </c:pt>
                <c:pt idx="469">
                  <c:v>41232</c:v>
                </c:pt>
                <c:pt idx="470">
                  <c:v>41233</c:v>
                </c:pt>
                <c:pt idx="471">
                  <c:v>41234</c:v>
                </c:pt>
                <c:pt idx="472">
                  <c:v>41235</c:v>
                </c:pt>
                <c:pt idx="473">
                  <c:v>41236</c:v>
                </c:pt>
                <c:pt idx="474">
                  <c:v>41239</c:v>
                </c:pt>
                <c:pt idx="475">
                  <c:v>41240</c:v>
                </c:pt>
                <c:pt idx="476">
                  <c:v>41241</c:v>
                </c:pt>
                <c:pt idx="477">
                  <c:v>41242</c:v>
                </c:pt>
                <c:pt idx="478">
                  <c:v>41243</c:v>
                </c:pt>
                <c:pt idx="479">
                  <c:v>41246</c:v>
                </c:pt>
                <c:pt idx="480">
                  <c:v>41247</c:v>
                </c:pt>
                <c:pt idx="481">
                  <c:v>41248</c:v>
                </c:pt>
                <c:pt idx="482">
                  <c:v>41249</c:v>
                </c:pt>
                <c:pt idx="483">
                  <c:v>41250</c:v>
                </c:pt>
                <c:pt idx="484">
                  <c:v>41253</c:v>
                </c:pt>
                <c:pt idx="485">
                  <c:v>41254</c:v>
                </c:pt>
                <c:pt idx="486">
                  <c:v>41255</c:v>
                </c:pt>
                <c:pt idx="487">
                  <c:v>41256</c:v>
                </c:pt>
                <c:pt idx="488">
                  <c:v>41257</c:v>
                </c:pt>
                <c:pt idx="489">
                  <c:v>41260</c:v>
                </c:pt>
                <c:pt idx="490">
                  <c:v>41261</c:v>
                </c:pt>
                <c:pt idx="491">
                  <c:v>41263</c:v>
                </c:pt>
                <c:pt idx="492">
                  <c:v>41264</c:v>
                </c:pt>
                <c:pt idx="493">
                  <c:v>41267</c:v>
                </c:pt>
                <c:pt idx="494">
                  <c:v>41269</c:v>
                </c:pt>
                <c:pt idx="495">
                  <c:v>41270</c:v>
                </c:pt>
                <c:pt idx="496">
                  <c:v>41271</c:v>
                </c:pt>
                <c:pt idx="497">
                  <c:v>41276</c:v>
                </c:pt>
                <c:pt idx="498">
                  <c:v>41277</c:v>
                </c:pt>
                <c:pt idx="499">
                  <c:v>41278</c:v>
                </c:pt>
                <c:pt idx="500">
                  <c:v>41281</c:v>
                </c:pt>
                <c:pt idx="501">
                  <c:v>41282</c:v>
                </c:pt>
                <c:pt idx="502">
                  <c:v>41283</c:v>
                </c:pt>
                <c:pt idx="503">
                  <c:v>41284</c:v>
                </c:pt>
                <c:pt idx="504">
                  <c:v>41285</c:v>
                </c:pt>
                <c:pt idx="505">
                  <c:v>41288</c:v>
                </c:pt>
                <c:pt idx="506">
                  <c:v>41289</c:v>
                </c:pt>
                <c:pt idx="507">
                  <c:v>41290</c:v>
                </c:pt>
                <c:pt idx="508">
                  <c:v>41291</c:v>
                </c:pt>
                <c:pt idx="509">
                  <c:v>41292</c:v>
                </c:pt>
                <c:pt idx="510">
                  <c:v>41295</c:v>
                </c:pt>
                <c:pt idx="511">
                  <c:v>41296</c:v>
                </c:pt>
                <c:pt idx="512">
                  <c:v>41297</c:v>
                </c:pt>
                <c:pt idx="513">
                  <c:v>41298</c:v>
                </c:pt>
                <c:pt idx="514">
                  <c:v>41299</c:v>
                </c:pt>
                <c:pt idx="515">
                  <c:v>41302</c:v>
                </c:pt>
                <c:pt idx="516">
                  <c:v>41303</c:v>
                </c:pt>
                <c:pt idx="517">
                  <c:v>41304</c:v>
                </c:pt>
                <c:pt idx="518">
                  <c:v>41305</c:v>
                </c:pt>
                <c:pt idx="519">
                  <c:v>41306</c:v>
                </c:pt>
                <c:pt idx="520">
                  <c:v>41309</c:v>
                </c:pt>
                <c:pt idx="521">
                  <c:v>41310</c:v>
                </c:pt>
                <c:pt idx="522">
                  <c:v>41311</c:v>
                </c:pt>
                <c:pt idx="523">
                  <c:v>41312</c:v>
                </c:pt>
                <c:pt idx="524">
                  <c:v>41313</c:v>
                </c:pt>
                <c:pt idx="525">
                  <c:v>41317</c:v>
                </c:pt>
                <c:pt idx="526">
                  <c:v>41318</c:v>
                </c:pt>
                <c:pt idx="527">
                  <c:v>41319</c:v>
                </c:pt>
                <c:pt idx="528">
                  <c:v>41320</c:v>
                </c:pt>
                <c:pt idx="529">
                  <c:v>41323</c:v>
                </c:pt>
                <c:pt idx="530">
                  <c:v>41324</c:v>
                </c:pt>
                <c:pt idx="531">
                  <c:v>41325</c:v>
                </c:pt>
                <c:pt idx="532">
                  <c:v>41326</c:v>
                </c:pt>
                <c:pt idx="533">
                  <c:v>41327</c:v>
                </c:pt>
                <c:pt idx="534">
                  <c:v>41330</c:v>
                </c:pt>
                <c:pt idx="535">
                  <c:v>41331</c:v>
                </c:pt>
                <c:pt idx="536">
                  <c:v>41332</c:v>
                </c:pt>
                <c:pt idx="537">
                  <c:v>41333</c:v>
                </c:pt>
                <c:pt idx="538">
                  <c:v>41337</c:v>
                </c:pt>
                <c:pt idx="539">
                  <c:v>41338</c:v>
                </c:pt>
                <c:pt idx="540">
                  <c:v>41339</c:v>
                </c:pt>
                <c:pt idx="541">
                  <c:v>41340</c:v>
                </c:pt>
                <c:pt idx="542">
                  <c:v>41341</c:v>
                </c:pt>
                <c:pt idx="543">
                  <c:v>41344</c:v>
                </c:pt>
                <c:pt idx="544">
                  <c:v>41345</c:v>
                </c:pt>
                <c:pt idx="545">
                  <c:v>41346</c:v>
                </c:pt>
                <c:pt idx="546">
                  <c:v>41347</c:v>
                </c:pt>
                <c:pt idx="547">
                  <c:v>41348</c:v>
                </c:pt>
                <c:pt idx="548">
                  <c:v>41351</c:v>
                </c:pt>
                <c:pt idx="549">
                  <c:v>41352</c:v>
                </c:pt>
                <c:pt idx="550">
                  <c:v>41353</c:v>
                </c:pt>
                <c:pt idx="551">
                  <c:v>41354</c:v>
                </c:pt>
                <c:pt idx="552">
                  <c:v>41355</c:v>
                </c:pt>
                <c:pt idx="553">
                  <c:v>41358</c:v>
                </c:pt>
                <c:pt idx="554">
                  <c:v>41359</c:v>
                </c:pt>
                <c:pt idx="555">
                  <c:v>41360</c:v>
                </c:pt>
                <c:pt idx="556">
                  <c:v>41361</c:v>
                </c:pt>
                <c:pt idx="557">
                  <c:v>41362</c:v>
                </c:pt>
                <c:pt idx="558">
                  <c:v>41365</c:v>
                </c:pt>
                <c:pt idx="559">
                  <c:v>41366</c:v>
                </c:pt>
                <c:pt idx="560">
                  <c:v>41367</c:v>
                </c:pt>
                <c:pt idx="561">
                  <c:v>41368</c:v>
                </c:pt>
                <c:pt idx="562">
                  <c:v>41369</c:v>
                </c:pt>
                <c:pt idx="563">
                  <c:v>41372</c:v>
                </c:pt>
                <c:pt idx="564">
                  <c:v>41373</c:v>
                </c:pt>
                <c:pt idx="565">
                  <c:v>41374</c:v>
                </c:pt>
                <c:pt idx="566">
                  <c:v>41375</c:v>
                </c:pt>
                <c:pt idx="567">
                  <c:v>41376</c:v>
                </c:pt>
                <c:pt idx="568">
                  <c:v>41379</c:v>
                </c:pt>
                <c:pt idx="569">
                  <c:v>41380</c:v>
                </c:pt>
                <c:pt idx="570">
                  <c:v>41381</c:v>
                </c:pt>
                <c:pt idx="571">
                  <c:v>41382</c:v>
                </c:pt>
                <c:pt idx="572">
                  <c:v>41383</c:v>
                </c:pt>
                <c:pt idx="573">
                  <c:v>41386</c:v>
                </c:pt>
                <c:pt idx="574">
                  <c:v>41387</c:v>
                </c:pt>
                <c:pt idx="575">
                  <c:v>41388</c:v>
                </c:pt>
                <c:pt idx="576">
                  <c:v>41389</c:v>
                </c:pt>
                <c:pt idx="577">
                  <c:v>41390</c:v>
                </c:pt>
                <c:pt idx="578">
                  <c:v>41393</c:v>
                </c:pt>
                <c:pt idx="579">
                  <c:v>41394</c:v>
                </c:pt>
                <c:pt idx="580">
                  <c:v>41396</c:v>
                </c:pt>
                <c:pt idx="581">
                  <c:v>41397</c:v>
                </c:pt>
                <c:pt idx="582">
                  <c:v>41400</c:v>
                </c:pt>
                <c:pt idx="583">
                  <c:v>41401</c:v>
                </c:pt>
                <c:pt idx="584">
                  <c:v>41402</c:v>
                </c:pt>
                <c:pt idx="585">
                  <c:v>41403</c:v>
                </c:pt>
                <c:pt idx="586">
                  <c:v>41404</c:v>
                </c:pt>
                <c:pt idx="587">
                  <c:v>41407</c:v>
                </c:pt>
                <c:pt idx="588">
                  <c:v>41408</c:v>
                </c:pt>
                <c:pt idx="589">
                  <c:v>41409</c:v>
                </c:pt>
                <c:pt idx="590">
                  <c:v>41410</c:v>
                </c:pt>
                <c:pt idx="591">
                  <c:v>41414</c:v>
                </c:pt>
                <c:pt idx="592">
                  <c:v>41415</c:v>
                </c:pt>
                <c:pt idx="593">
                  <c:v>41416</c:v>
                </c:pt>
                <c:pt idx="594">
                  <c:v>41417</c:v>
                </c:pt>
                <c:pt idx="595">
                  <c:v>41418</c:v>
                </c:pt>
                <c:pt idx="596">
                  <c:v>41421</c:v>
                </c:pt>
                <c:pt idx="597">
                  <c:v>41422</c:v>
                </c:pt>
                <c:pt idx="598">
                  <c:v>41423</c:v>
                </c:pt>
                <c:pt idx="599">
                  <c:v>41424</c:v>
                </c:pt>
                <c:pt idx="600">
                  <c:v>41425</c:v>
                </c:pt>
                <c:pt idx="601">
                  <c:v>41428</c:v>
                </c:pt>
                <c:pt idx="602">
                  <c:v>41429</c:v>
                </c:pt>
                <c:pt idx="603">
                  <c:v>41430</c:v>
                </c:pt>
                <c:pt idx="604">
                  <c:v>41432</c:v>
                </c:pt>
                <c:pt idx="605">
                  <c:v>41435</c:v>
                </c:pt>
                <c:pt idx="606">
                  <c:v>41436</c:v>
                </c:pt>
                <c:pt idx="607">
                  <c:v>41437</c:v>
                </c:pt>
                <c:pt idx="608">
                  <c:v>41438</c:v>
                </c:pt>
                <c:pt idx="609">
                  <c:v>41439</c:v>
                </c:pt>
                <c:pt idx="610">
                  <c:v>41442</c:v>
                </c:pt>
                <c:pt idx="611">
                  <c:v>41443</c:v>
                </c:pt>
                <c:pt idx="612">
                  <c:v>41444</c:v>
                </c:pt>
                <c:pt idx="613">
                  <c:v>41445</c:v>
                </c:pt>
                <c:pt idx="614">
                  <c:v>41446</c:v>
                </c:pt>
                <c:pt idx="615">
                  <c:v>41449</c:v>
                </c:pt>
                <c:pt idx="616">
                  <c:v>41450</c:v>
                </c:pt>
                <c:pt idx="617">
                  <c:v>41451</c:v>
                </c:pt>
                <c:pt idx="618">
                  <c:v>41452</c:v>
                </c:pt>
                <c:pt idx="619">
                  <c:v>41453</c:v>
                </c:pt>
                <c:pt idx="620">
                  <c:v>41456</c:v>
                </c:pt>
                <c:pt idx="621">
                  <c:v>41457</c:v>
                </c:pt>
                <c:pt idx="622">
                  <c:v>41458</c:v>
                </c:pt>
                <c:pt idx="623">
                  <c:v>41459</c:v>
                </c:pt>
                <c:pt idx="624">
                  <c:v>41460</c:v>
                </c:pt>
                <c:pt idx="625">
                  <c:v>41463</c:v>
                </c:pt>
                <c:pt idx="626">
                  <c:v>41464</c:v>
                </c:pt>
                <c:pt idx="627">
                  <c:v>41465</c:v>
                </c:pt>
                <c:pt idx="628">
                  <c:v>41466</c:v>
                </c:pt>
                <c:pt idx="629">
                  <c:v>41467</c:v>
                </c:pt>
                <c:pt idx="630">
                  <c:v>41470</c:v>
                </c:pt>
                <c:pt idx="631">
                  <c:v>41471</c:v>
                </c:pt>
                <c:pt idx="632">
                  <c:v>41472</c:v>
                </c:pt>
                <c:pt idx="633">
                  <c:v>41473</c:v>
                </c:pt>
                <c:pt idx="634">
                  <c:v>41474</c:v>
                </c:pt>
                <c:pt idx="635">
                  <c:v>41477</c:v>
                </c:pt>
                <c:pt idx="636">
                  <c:v>41478</c:v>
                </c:pt>
                <c:pt idx="637">
                  <c:v>41479</c:v>
                </c:pt>
                <c:pt idx="638">
                  <c:v>41480</c:v>
                </c:pt>
                <c:pt idx="639">
                  <c:v>41481</c:v>
                </c:pt>
                <c:pt idx="640">
                  <c:v>41484</c:v>
                </c:pt>
                <c:pt idx="641">
                  <c:v>41485</c:v>
                </c:pt>
                <c:pt idx="642">
                  <c:v>41486</c:v>
                </c:pt>
                <c:pt idx="643">
                  <c:v>41487</c:v>
                </c:pt>
                <c:pt idx="644">
                  <c:v>41488</c:v>
                </c:pt>
                <c:pt idx="645">
                  <c:v>41491</c:v>
                </c:pt>
                <c:pt idx="646">
                  <c:v>41492</c:v>
                </c:pt>
                <c:pt idx="647">
                  <c:v>41493</c:v>
                </c:pt>
                <c:pt idx="648">
                  <c:v>41494</c:v>
                </c:pt>
                <c:pt idx="649">
                  <c:v>41495</c:v>
                </c:pt>
                <c:pt idx="650">
                  <c:v>41498</c:v>
                </c:pt>
                <c:pt idx="651">
                  <c:v>41499</c:v>
                </c:pt>
                <c:pt idx="652">
                  <c:v>41500</c:v>
                </c:pt>
                <c:pt idx="653">
                  <c:v>41502</c:v>
                </c:pt>
                <c:pt idx="654">
                  <c:v>41505</c:v>
                </c:pt>
                <c:pt idx="655">
                  <c:v>41506</c:v>
                </c:pt>
                <c:pt idx="656">
                  <c:v>41507</c:v>
                </c:pt>
                <c:pt idx="657">
                  <c:v>41508</c:v>
                </c:pt>
                <c:pt idx="658">
                  <c:v>41509</c:v>
                </c:pt>
                <c:pt idx="659">
                  <c:v>41512</c:v>
                </c:pt>
                <c:pt idx="660">
                  <c:v>41513</c:v>
                </c:pt>
                <c:pt idx="661">
                  <c:v>41514</c:v>
                </c:pt>
                <c:pt idx="662">
                  <c:v>41515</c:v>
                </c:pt>
                <c:pt idx="663">
                  <c:v>41516</c:v>
                </c:pt>
                <c:pt idx="664">
                  <c:v>41519</c:v>
                </c:pt>
                <c:pt idx="665">
                  <c:v>41520</c:v>
                </c:pt>
                <c:pt idx="666">
                  <c:v>41521</c:v>
                </c:pt>
                <c:pt idx="667">
                  <c:v>41522</c:v>
                </c:pt>
                <c:pt idx="668">
                  <c:v>41523</c:v>
                </c:pt>
                <c:pt idx="669">
                  <c:v>41526</c:v>
                </c:pt>
                <c:pt idx="670">
                  <c:v>41527</c:v>
                </c:pt>
                <c:pt idx="671">
                  <c:v>41528</c:v>
                </c:pt>
                <c:pt idx="672">
                  <c:v>41529</c:v>
                </c:pt>
                <c:pt idx="673">
                  <c:v>41530</c:v>
                </c:pt>
                <c:pt idx="674">
                  <c:v>41533</c:v>
                </c:pt>
                <c:pt idx="675">
                  <c:v>41534</c:v>
                </c:pt>
                <c:pt idx="676">
                  <c:v>41540</c:v>
                </c:pt>
                <c:pt idx="677">
                  <c:v>41541</c:v>
                </c:pt>
                <c:pt idx="678">
                  <c:v>41542</c:v>
                </c:pt>
                <c:pt idx="679">
                  <c:v>41543</c:v>
                </c:pt>
                <c:pt idx="680">
                  <c:v>41544</c:v>
                </c:pt>
                <c:pt idx="681">
                  <c:v>41547</c:v>
                </c:pt>
                <c:pt idx="682">
                  <c:v>41548</c:v>
                </c:pt>
                <c:pt idx="683">
                  <c:v>41549</c:v>
                </c:pt>
                <c:pt idx="684">
                  <c:v>41551</c:v>
                </c:pt>
                <c:pt idx="685">
                  <c:v>41554</c:v>
                </c:pt>
                <c:pt idx="686">
                  <c:v>41555</c:v>
                </c:pt>
                <c:pt idx="687">
                  <c:v>41557</c:v>
                </c:pt>
                <c:pt idx="688">
                  <c:v>41558</c:v>
                </c:pt>
                <c:pt idx="689">
                  <c:v>41561</c:v>
                </c:pt>
                <c:pt idx="690">
                  <c:v>41562</c:v>
                </c:pt>
                <c:pt idx="691">
                  <c:v>41563</c:v>
                </c:pt>
                <c:pt idx="692">
                  <c:v>41564</c:v>
                </c:pt>
                <c:pt idx="693">
                  <c:v>41565</c:v>
                </c:pt>
                <c:pt idx="694">
                  <c:v>41568</c:v>
                </c:pt>
                <c:pt idx="695">
                  <c:v>41569</c:v>
                </c:pt>
                <c:pt idx="696">
                  <c:v>41570</c:v>
                </c:pt>
                <c:pt idx="697">
                  <c:v>41571</c:v>
                </c:pt>
                <c:pt idx="698">
                  <c:v>41572</c:v>
                </c:pt>
                <c:pt idx="699">
                  <c:v>41575</c:v>
                </c:pt>
                <c:pt idx="700">
                  <c:v>41576</c:v>
                </c:pt>
                <c:pt idx="701">
                  <c:v>41577</c:v>
                </c:pt>
                <c:pt idx="702">
                  <c:v>41578</c:v>
                </c:pt>
                <c:pt idx="703">
                  <c:v>41579</c:v>
                </c:pt>
                <c:pt idx="704">
                  <c:v>41582</c:v>
                </c:pt>
                <c:pt idx="705">
                  <c:v>41583</c:v>
                </c:pt>
                <c:pt idx="706">
                  <c:v>41584</c:v>
                </c:pt>
                <c:pt idx="707">
                  <c:v>41585</c:v>
                </c:pt>
                <c:pt idx="708">
                  <c:v>41586</c:v>
                </c:pt>
                <c:pt idx="709">
                  <c:v>41589</c:v>
                </c:pt>
                <c:pt idx="710">
                  <c:v>41590</c:v>
                </c:pt>
                <c:pt idx="711">
                  <c:v>41591</c:v>
                </c:pt>
                <c:pt idx="712">
                  <c:v>41592</c:v>
                </c:pt>
                <c:pt idx="713">
                  <c:v>41593</c:v>
                </c:pt>
                <c:pt idx="714">
                  <c:v>41596</c:v>
                </c:pt>
                <c:pt idx="715">
                  <c:v>41597</c:v>
                </c:pt>
                <c:pt idx="716">
                  <c:v>41598</c:v>
                </c:pt>
                <c:pt idx="717">
                  <c:v>41599</c:v>
                </c:pt>
                <c:pt idx="718">
                  <c:v>41600</c:v>
                </c:pt>
                <c:pt idx="719">
                  <c:v>41603</c:v>
                </c:pt>
                <c:pt idx="720">
                  <c:v>41604</c:v>
                </c:pt>
                <c:pt idx="721">
                  <c:v>41605</c:v>
                </c:pt>
                <c:pt idx="722">
                  <c:v>41606</c:v>
                </c:pt>
                <c:pt idx="723">
                  <c:v>41607</c:v>
                </c:pt>
                <c:pt idx="724">
                  <c:v>41610</c:v>
                </c:pt>
                <c:pt idx="725">
                  <c:v>41611</c:v>
                </c:pt>
                <c:pt idx="726">
                  <c:v>41612</c:v>
                </c:pt>
                <c:pt idx="727">
                  <c:v>41613</c:v>
                </c:pt>
                <c:pt idx="728">
                  <c:v>41614</c:v>
                </c:pt>
                <c:pt idx="729">
                  <c:v>41617</c:v>
                </c:pt>
                <c:pt idx="730">
                  <c:v>41618</c:v>
                </c:pt>
                <c:pt idx="731">
                  <c:v>41619</c:v>
                </c:pt>
                <c:pt idx="732">
                  <c:v>41620</c:v>
                </c:pt>
                <c:pt idx="733">
                  <c:v>41621</c:v>
                </c:pt>
                <c:pt idx="734">
                  <c:v>41624</c:v>
                </c:pt>
                <c:pt idx="735">
                  <c:v>41625</c:v>
                </c:pt>
                <c:pt idx="736">
                  <c:v>41626</c:v>
                </c:pt>
                <c:pt idx="737">
                  <c:v>41627</c:v>
                </c:pt>
                <c:pt idx="738">
                  <c:v>41628</c:v>
                </c:pt>
                <c:pt idx="739">
                  <c:v>41631</c:v>
                </c:pt>
                <c:pt idx="740">
                  <c:v>41632</c:v>
                </c:pt>
                <c:pt idx="741">
                  <c:v>41634</c:v>
                </c:pt>
                <c:pt idx="742">
                  <c:v>41635</c:v>
                </c:pt>
                <c:pt idx="743">
                  <c:v>41638</c:v>
                </c:pt>
                <c:pt idx="744">
                  <c:v>41641</c:v>
                </c:pt>
                <c:pt idx="745">
                  <c:v>41642</c:v>
                </c:pt>
                <c:pt idx="746">
                  <c:v>41645</c:v>
                </c:pt>
                <c:pt idx="747">
                  <c:v>41646</c:v>
                </c:pt>
                <c:pt idx="748">
                  <c:v>41647</c:v>
                </c:pt>
                <c:pt idx="749">
                  <c:v>41648</c:v>
                </c:pt>
                <c:pt idx="750">
                  <c:v>41649</c:v>
                </c:pt>
                <c:pt idx="751">
                  <c:v>41652</c:v>
                </c:pt>
                <c:pt idx="752">
                  <c:v>41653</c:v>
                </c:pt>
                <c:pt idx="753">
                  <c:v>41654</c:v>
                </c:pt>
                <c:pt idx="754">
                  <c:v>41655</c:v>
                </c:pt>
                <c:pt idx="755">
                  <c:v>41656</c:v>
                </c:pt>
                <c:pt idx="756">
                  <c:v>41659</c:v>
                </c:pt>
                <c:pt idx="757">
                  <c:v>41660</c:v>
                </c:pt>
                <c:pt idx="758">
                  <c:v>41661</c:v>
                </c:pt>
                <c:pt idx="759">
                  <c:v>41662</c:v>
                </c:pt>
                <c:pt idx="760">
                  <c:v>41663</c:v>
                </c:pt>
                <c:pt idx="761">
                  <c:v>41666</c:v>
                </c:pt>
                <c:pt idx="762">
                  <c:v>41667</c:v>
                </c:pt>
                <c:pt idx="763">
                  <c:v>41668</c:v>
                </c:pt>
                <c:pt idx="764">
                  <c:v>41673</c:v>
                </c:pt>
                <c:pt idx="765">
                  <c:v>41674</c:v>
                </c:pt>
                <c:pt idx="766">
                  <c:v>41675</c:v>
                </c:pt>
                <c:pt idx="767">
                  <c:v>41676</c:v>
                </c:pt>
                <c:pt idx="768">
                  <c:v>41677</c:v>
                </c:pt>
                <c:pt idx="769">
                  <c:v>41680</c:v>
                </c:pt>
                <c:pt idx="770">
                  <c:v>41681</c:v>
                </c:pt>
                <c:pt idx="771">
                  <c:v>41682</c:v>
                </c:pt>
                <c:pt idx="772">
                  <c:v>41683</c:v>
                </c:pt>
                <c:pt idx="773">
                  <c:v>41684</c:v>
                </c:pt>
                <c:pt idx="774">
                  <c:v>41687</c:v>
                </c:pt>
                <c:pt idx="775">
                  <c:v>41688</c:v>
                </c:pt>
                <c:pt idx="776">
                  <c:v>41689</c:v>
                </c:pt>
                <c:pt idx="777">
                  <c:v>41690</c:v>
                </c:pt>
                <c:pt idx="778">
                  <c:v>41691</c:v>
                </c:pt>
                <c:pt idx="779">
                  <c:v>41694</c:v>
                </c:pt>
                <c:pt idx="780">
                  <c:v>41695</c:v>
                </c:pt>
                <c:pt idx="781">
                  <c:v>41696</c:v>
                </c:pt>
                <c:pt idx="782">
                  <c:v>41697</c:v>
                </c:pt>
                <c:pt idx="783">
                  <c:v>41698</c:v>
                </c:pt>
                <c:pt idx="784">
                  <c:v>41701</c:v>
                </c:pt>
                <c:pt idx="785">
                  <c:v>41702</c:v>
                </c:pt>
                <c:pt idx="786">
                  <c:v>41703</c:v>
                </c:pt>
                <c:pt idx="787">
                  <c:v>41704</c:v>
                </c:pt>
                <c:pt idx="788">
                  <c:v>41705</c:v>
                </c:pt>
                <c:pt idx="789">
                  <c:v>41708</c:v>
                </c:pt>
                <c:pt idx="790">
                  <c:v>41709</c:v>
                </c:pt>
                <c:pt idx="791">
                  <c:v>41710</c:v>
                </c:pt>
                <c:pt idx="792">
                  <c:v>41711</c:v>
                </c:pt>
                <c:pt idx="793">
                  <c:v>41712</c:v>
                </c:pt>
                <c:pt idx="794">
                  <c:v>41715</c:v>
                </c:pt>
                <c:pt idx="795">
                  <c:v>41716</c:v>
                </c:pt>
                <c:pt idx="796">
                  <c:v>41717</c:v>
                </c:pt>
                <c:pt idx="797">
                  <c:v>41718</c:v>
                </c:pt>
                <c:pt idx="798">
                  <c:v>41719</c:v>
                </c:pt>
                <c:pt idx="799">
                  <c:v>41722</c:v>
                </c:pt>
                <c:pt idx="800">
                  <c:v>41723</c:v>
                </c:pt>
                <c:pt idx="801">
                  <c:v>41724</c:v>
                </c:pt>
                <c:pt idx="802">
                  <c:v>41725</c:v>
                </c:pt>
                <c:pt idx="803">
                  <c:v>41726</c:v>
                </c:pt>
                <c:pt idx="804">
                  <c:v>41729</c:v>
                </c:pt>
                <c:pt idx="805">
                  <c:v>41730</c:v>
                </c:pt>
                <c:pt idx="806">
                  <c:v>41731</c:v>
                </c:pt>
                <c:pt idx="807">
                  <c:v>41732</c:v>
                </c:pt>
                <c:pt idx="808">
                  <c:v>41733</c:v>
                </c:pt>
                <c:pt idx="809">
                  <c:v>41736</c:v>
                </c:pt>
                <c:pt idx="810">
                  <c:v>41737</c:v>
                </c:pt>
                <c:pt idx="811">
                  <c:v>41738</c:v>
                </c:pt>
                <c:pt idx="812">
                  <c:v>41739</c:v>
                </c:pt>
                <c:pt idx="813">
                  <c:v>41740</c:v>
                </c:pt>
                <c:pt idx="814">
                  <c:v>41743</c:v>
                </c:pt>
                <c:pt idx="815">
                  <c:v>41744</c:v>
                </c:pt>
                <c:pt idx="816">
                  <c:v>41745</c:v>
                </c:pt>
                <c:pt idx="817">
                  <c:v>41746</c:v>
                </c:pt>
                <c:pt idx="818">
                  <c:v>41747</c:v>
                </c:pt>
                <c:pt idx="819">
                  <c:v>41750</c:v>
                </c:pt>
                <c:pt idx="820">
                  <c:v>41751</c:v>
                </c:pt>
                <c:pt idx="821">
                  <c:v>41752</c:v>
                </c:pt>
                <c:pt idx="822">
                  <c:v>41753</c:v>
                </c:pt>
                <c:pt idx="823">
                  <c:v>41754</c:v>
                </c:pt>
                <c:pt idx="824">
                  <c:v>41757</c:v>
                </c:pt>
                <c:pt idx="825">
                  <c:v>41758</c:v>
                </c:pt>
                <c:pt idx="826">
                  <c:v>41759</c:v>
                </c:pt>
                <c:pt idx="827">
                  <c:v>41761</c:v>
                </c:pt>
                <c:pt idx="828">
                  <c:v>41766</c:v>
                </c:pt>
                <c:pt idx="829">
                  <c:v>41767</c:v>
                </c:pt>
                <c:pt idx="830">
                  <c:v>41768</c:v>
                </c:pt>
                <c:pt idx="831">
                  <c:v>41771</c:v>
                </c:pt>
                <c:pt idx="832">
                  <c:v>41772</c:v>
                </c:pt>
                <c:pt idx="833">
                  <c:v>41773</c:v>
                </c:pt>
                <c:pt idx="834">
                  <c:v>41774</c:v>
                </c:pt>
                <c:pt idx="835">
                  <c:v>41775</c:v>
                </c:pt>
                <c:pt idx="836">
                  <c:v>41778</c:v>
                </c:pt>
                <c:pt idx="837">
                  <c:v>41779</c:v>
                </c:pt>
                <c:pt idx="838">
                  <c:v>41780</c:v>
                </c:pt>
                <c:pt idx="839">
                  <c:v>41781</c:v>
                </c:pt>
                <c:pt idx="840">
                  <c:v>41782</c:v>
                </c:pt>
                <c:pt idx="841">
                  <c:v>41785</c:v>
                </c:pt>
                <c:pt idx="842">
                  <c:v>41786</c:v>
                </c:pt>
                <c:pt idx="843">
                  <c:v>41787</c:v>
                </c:pt>
                <c:pt idx="844">
                  <c:v>41788</c:v>
                </c:pt>
                <c:pt idx="845">
                  <c:v>41789</c:v>
                </c:pt>
                <c:pt idx="846">
                  <c:v>41792</c:v>
                </c:pt>
                <c:pt idx="847">
                  <c:v>41793</c:v>
                </c:pt>
                <c:pt idx="848">
                  <c:v>41795</c:v>
                </c:pt>
                <c:pt idx="849">
                  <c:v>41799</c:v>
                </c:pt>
                <c:pt idx="850">
                  <c:v>41800</c:v>
                </c:pt>
                <c:pt idx="851">
                  <c:v>41801</c:v>
                </c:pt>
                <c:pt idx="852">
                  <c:v>41802</c:v>
                </c:pt>
                <c:pt idx="853">
                  <c:v>41803</c:v>
                </c:pt>
                <c:pt idx="854">
                  <c:v>41806</c:v>
                </c:pt>
                <c:pt idx="855">
                  <c:v>41807</c:v>
                </c:pt>
                <c:pt idx="856">
                  <c:v>41808</c:v>
                </c:pt>
                <c:pt idx="857">
                  <c:v>41809</c:v>
                </c:pt>
                <c:pt idx="858">
                  <c:v>41810</c:v>
                </c:pt>
                <c:pt idx="859">
                  <c:v>41813</c:v>
                </c:pt>
                <c:pt idx="860">
                  <c:v>41814</c:v>
                </c:pt>
                <c:pt idx="861">
                  <c:v>41815</c:v>
                </c:pt>
                <c:pt idx="862">
                  <c:v>41816</c:v>
                </c:pt>
                <c:pt idx="863">
                  <c:v>41817</c:v>
                </c:pt>
                <c:pt idx="864">
                  <c:v>41820</c:v>
                </c:pt>
                <c:pt idx="865">
                  <c:v>41821</c:v>
                </c:pt>
                <c:pt idx="866">
                  <c:v>41822</c:v>
                </c:pt>
                <c:pt idx="867">
                  <c:v>41823</c:v>
                </c:pt>
                <c:pt idx="868">
                  <c:v>41824</c:v>
                </c:pt>
                <c:pt idx="869">
                  <c:v>41827</c:v>
                </c:pt>
                <c:pt idx="870">
                  <c:v>41828</c:v>
                </c:pt>
                <c:pt idx="871">
                  <c:v>41829</c:v>
                </c:pt>
                <c:pt idx="872">
                  <c:v>41830</c:v>
                </c:pt>
                <c:pt idx="873">
                  <c:v>41831</c:v>
                </c:pt>
                <c:pt idx="874">
                  <c:v>41834</c:v>
                </c:pt>
                <c:pt idx="875">
                  <c:v>41835</c:v>
                </c:pt>
                <c:pt idx="876">
                  <c:v>41836</c:v>
                </c:pt>
                <c:pt idx="877">
                  <c:v>41837</c:v>
                </c:pt>
                <c:pt idx="878">
                  <c:v>41838</c:v>
                </c:pt>
                <c:pt idx="879">
                  <c:v>41841</c:v>
                </c:pt>
                <c:pt idx="880">
                  <c:v>41842</c:v>
                </c:pt>
                <c:pt idx="881">
                  <c:v>41843</c:v>
                </c:pt>
                <c:pt idx="882">
                  <c:v>41844</c:v>
                </c:pt>
                <c:pt idx="883">
                  <c:v>41845</c:v>
                </c:pt>
                <c:pt idx="884">
                  <c:v>41848</c:v>
                </c:pt>
                <c:pt idx="885">
                  <c:v>41849</c:v>
                </c:pt>
                <c:pt idx="886">
                  <c:v>41850</c:v>
                </c:pt>
                <c:pt idx="887">
                  <c:v>41851</c:v>
                </c:pt>
                <c:pt idx="888">
                  <c:v>41852</c:v>
                </c:pt>
                <c:pt idx="889">
                  <c:v>41855</c:v>
                </c:pt>
                <c:pt idx="890">
                  <c:v>41856</c:v>
                </c:pt>
                <c:pt idx="891">
                  <c:v>41857</c:v>
                </c:pt>
                <c:pt idx="892">
                  <c:v>41858</c:v>
                </c:pt>
                <c:pt idx="893">
                  <c:v>41859</c:v>
                </c:pt>
                <c:pt idx="894">
                  <c:v>41862</c:v>
                </c:pt>
                <c:pt idx="895">
                  <c:v>41863</c:v>
                </c:pt>
                <c:pt idx="896">
                  <c:v>41864</c:v>
                </c:pt>
                <c:pt idx="897">
                  <c:v>41865</c:v>
                </c:pt>
                <c:pt idx="898">
                  <c:v>41869</c:v>
                </c:pt>
                <c:pt idx="899">
                  <c:v>41870</c:v>
                </c:pt>
                <c:pt idx="900">
                  <c:v>41871</c:v>
                </c:pt>
                <c:pt idx="901">
                  <c:v>41872</c:v>
                </c:pt>
                <c:pt idx="902">
                  <c:v>41873</c:v>
                </c:pt>
                <c:pt idx="903">
                  <c:v>41876</c:v>
                </c:pt>
                <c:pt idx="904">
                  <c:v>41877</c:v>
                </c:pt>
                <c:pt idx="905">
                  <c:v>41878</c:v>
                </c:pt>
                <c:pt idx="906">
                  <c:v>41879</c:v>
                </c:pt>
                <c:pt idx="907">
                  <c:v>41880</c:v>
                </c:pt>
                <c:pt idx="908">
                  <c:v>41883</c:v>
                </c:pt>
                <c:pt idx="909">
                  <c:v>41884</c:v>
                </c:pt>
                <c:pt idx="910">
                  <c:v>41885</c:v>
                </c:pt>
                <c:pt idx="911">
                  <c:v>41886</c:v>
                </c:pt>
                <c:pt idx="912">
                  <c:v>41887</c:v>
                </c:pt>
                <c:pt idx="913">
                  <c:v>41893</c:v>
                </c:pt>
                <c:pt idx="914">
                  <c:v>41894</c:v>
                </c:pt>
                <c:pt idx="915">
                  <c:v>41897</c:v>
                </c:pt>
                <c:pt idx="916">
                  <c:v>41898</c:v>
                </c:pt>
                <c:pt idx="917">
                  <c:v>41899</c:v>
                </c:pt>
                <c:pt idx="918">
                  <c:v>41900</c:v>
                </c:pt>
                <c:pt idx="919">
                  <c:v>41901</c:v>
                </c:pt>
                <c:pt idx="920">
                  <c:v>41904</c:v>
                </c:pt>
                <c:pt idx="921">
                  <c:v>41905</c:v>
                </c:pt>
                <c:pt idx="922">
                  <c:v>41906</c:v>
                </c:pt>
                <c:pt idx="923">
                  <c:v>41907</c:v>
                </c:pt>
                <c:pt idx="924">
                  <c:v>41908</c:v>
                </c:pt>
                <c:pt idx="925">
                  <c:v>41911</c:v>
                </c:pt>
                <c:pt idx="926">
                  <c:v>41912</c:v>
                </c:pt>
                <c:pt idx="927">
                  <c:v>41913</c:v>
                </c:pt>
                <c:pt idx="928">
                  <c:v>41914</c:v>
                </c:pt>
                <c:pt idx="929">
                  <c:v>41918</c:v>
                </c:pt>
                <c:pt idx="930">
                  <c:v>41919</c:v>
                </c:pt>
                <c:pt idx="931">
                  <c:v>41920</c:v>
                </c:pt>
                <c:pt idx="932">
                  <c:v>41922</c:v>
                </c:pt>
                <c:pt idx="933">
                  <c:v>41925</c:v>
                </c:pt>
                <c:pt idx="934">
                  <c:v>41926</c:v>
                </c:pt>
                <c:pt idx="935">
                  <c:v>41927</c:v>
                </c:pt>
                <c:pt idx="936">
                  <c:v>41928</c:v>
                </c:pt>
                <c:pt idx="937">
                  <c:v>41929</c:v>
                </c:pt>
                <c:pt idx="938">
                  <c:v>41932</c:v>
                </c:pt>
                <c:pt idx="939">
                  <c:v>41933</c:v>
                </c:pt>
                <c:pt idx="940">
                  <c:v>41934</c:v>
                </c:pt>
                <c:pt idx="941">
                  <c:v>41935</c:v>
                </c:pt>
                <c:pt idx="942">
                  <c:v>41936</c:v>
                </c:pt>
                <c:pt idx="943">
                  <c:v>41939</c:v>
                </c:pt>
                <c:pt idx="944">
                  <c:v>41940</c:v>
                </c:pt>
                <c:pt idx="945">
                  <c:v>41941</c:v>
                </c:pt>
                <c:pt idx="946">
                  <c:v>41942</c:v>
                </c:pt>
                <c:pt idx="947">
                  <c:v>41943</c:v>
                </c:pt>
                <c:pt idx="948">
                  <c:v>41946</c:v>
                </c:pt>
                <c:pt idx="949">
                  <c:v>41947</c:v>
                </c:pt>
                <c:pt idx="950">
                  <c:v>41948</c:v>
                </c:pt>
                <c:pt idx="951">
                  <c:v>41949</c:v>
                </c:pt>
                <c:pt idx="952">
                  <c:v>41950</c:v>
                </c:pt>
                <c:pt idx="953">
                  <c:v>41953</c:v>
                </c:pt>
                <c:pt idx="954">
                  <c:v>41954</c:v>
                </c:pt>
                <c:pt idx="955">
                  <c:v>41955</c:v>
                </c:pt>
                <c:pt idx="956">
                  <c:v>41956</c:v>
                </c:pt>
                <c:pt idx="957">
                  <c:v>41957</c:v>
                </c:pt>
                <c:pt idx="958">
                  <c:v>41960</c:v>
                </c:pt>
                <c:pt idx="959">
                  <c:v>41961</c:v>
                </c:pt>
                <c:pt idx="960">
                  <c:v>41962</c:v>
                </c:pt>
                <c:pt idx="961">
                  <c:v>41963</c:v>
                </c:pt>
                <c:pt idx="962">
                  <c:v>41964</c:v>
                </c:pt>
                <c:pt idx="963">
                  <c:v>41967</c:v>
                </c:pt>
                <c:pt idx="964">
                  <c:v>41968</c:v>
                </c:pt>
                <c:pt idx="965">
                  <c:v>41969</c:v>
                </c:pt>
                <c:pt idx="966">
                  <c:v>41970</c:v>
                </c:pt>
                <c:pt idx="967">
                  <c:v>41971</c:v>
                </c:pt>
                <c:pt idx="968">
                  <c:v>41974</c:v>
                </c:pt>
                <c:pt idx="969">
                  <c:v>41975</c:v>
                </c:pt>
                <c:pt idx="970">
                  <c:v>41976</c:v>
                </c:pt>
                <c:pt idx="971">
                  <c:v>41977</c:v>
                </c:pt>
                <c:pt idx="972">
                  <c:v>41978</c:v>
                </c:pt>
                <c:pt idx="973">
                  <c:v>41981</c:v>
                </c:pt>
                <c:pt idx="974">
                  <c:v>41982</c:v>
                </c:pt>
                <c:pt idx="975">
                  <c:v>41983</c:v>
                </c:pt>
                <c:pt idx="976">
                  <c:v>41984</c:v>
                </c:pt>
                <c:pt idx="977">
                  <c:v>41985</c:v>
                </c:pt>
                <c:pt idx="978">
                  <c:v>41988</c:v>
                </c:pt>
                <c:pt idx="979">
                  <c:v>41989</c:v>
                </c:pt>
                <c:pt idx="980">
                  <c:v>41990</c:v>
                </c:pt>
                <c:pt idx="981">
                  <c:v>41991</c:v>
                </c:pt>
                <c:pt idx="982">
                  <c:v>41992</c:v>
                </c:pt>
                <c:pt idx="983">
                  <c:v>41995</c:v>
                </c:pt>
                <c:pt idx="984">
                  <c:v>41996</c:v>
                </c:pt>
                <c:pt idx="985">
                  <c:v>41997</c:v>
                </c:pt>
                <c:pt idx="986">
                  <c:v>41999</c:v>
                </c:pt>
                <c:pt idx="987">
                  <c:v>42002</c:v>
                </c:pt>
                <c:pt idx="988">
                  <c:v>42003</c:v>
                </c:pt>
                <c:pt idx="989">
                  <c:v>42006</c:v>
                </c:pt>
                <c:pt idx="990">
                  <c:v>42009</c:v>
                </c:pt>
                <c:pt idx="991">
                  <c:v>42010</c:v>
                </c:pt>
                <c:pt idx="992">
                  <c:v>42011</c:v>
                </c:pt>
                <c:pt idx="993">
                  <c:v>42012</c:v>
                </c:pt>
                <c:pt idx="994">
                  <c:v>42013</c:v>
                </c:pt>
                <c:pt idx="995">
                  <c:v>42016</c:v>
                </c:pt>
                <c:pt idx="996">
                  <c:v>42017</c:v>
                </c:pt>
                <c:pt idx="997">
                  <c:v>42018</c:v>
                </c:pt>
                <c:pt idx="998">
                  <c:v>42019</c:v>
                </c:pt>
                <c:pt idx="999">
                  <c:v>42020</c:v>
                </c:pt>
                <c:pt idx="1000">
                  <c:v>42023</c:v>
                </c:pt>
                <c:pt idx="1001">
                  <c:v>42024</c:v>
                </c:pt>
                <c:pt idx="1002">
                  <c:v>42025</c:v>
                </c:pt>
                <c:pt idx="1003">
                  <c:v>42026</c:v>
                </c:pt>
                <c:pt idx="1004">
                  <c:v>42027</c:v>
                </c:pt>
                <c:pt idx="1005">
                  <c:v>42030</c:v>
                </c:pt>
                <c:pt idx="1006">
                  <c:v>42031</c:v>
                </c:pt>
                <c:pt idx="1007">
                  <c:v>42032</c:v>
                </c:pt>
                <c:pt idx="1008">
                  <c:v>42033</c:v>
                </c:pt>
                <c:pt idx="1009">
                  <c:v>42034</c:v>
                </c:pt>
                <c:pt idx="1010">
                  <c:v>42037</c:v>
                </c:pt>
                <c:pt idx="1011">
                  <c:v>42038</c:v>
                </c:pt>
                <c:pt idx="1012">
                  <c:v>42039</c:v>
                </c:pt>
                <c:pt idx="1013">
                  <c:v>42040</c:v>
                </c:pt>
                <c:pt idx="1014">
                  <c:v>42041</c:v>
                </c:pt>
                <c:pt idx="1015">
                  <c:v>42044</c:v>
                </c:pt>
                <c:pt idx="1016">
                  <c:v>42045</c:v>
                </c:pt>
                <c:pt idx="1017">
                  <c:v>42046</c:v>
                </c:pt>
                <c:pt idx="1018">
                  <c:v>42047</c:v>
                </c:pt>
                <c:pt idx="1019">
                  <c:v>42048</c:v>
                </c:pt>
                <c:pt idx="1020">
                  <c:v>42051</c:v>
                </c:pt>
                <c:pt idx="1021">
                  <c:v>42052</c:v>
                </c:pt>
                <c:pt idx="1022">
                  <c:v>42058</c:v>
                </c:pt>
                <c:pt idx="1023">
                  <c:v>42059</c:v>
                </c:pt>
                <c:pt idx="1024">
                  <c:v>42060</c:v>
                </c:pt>
                <c:pt idx="1025">
                  <c:v>42061</c:v>
                </c:pt>
                <c:pt idx="1026">
                  <c:v>42062</c:v>
                </c:pt>
                <c:pt idx="1027">
                  <c:v>42065</c:v>
                </c:pt>
                <c:pt idx="1028">
                  <c:v>42066</c:v>
                </c:pt>
                <c:pt idx="1029">
                  <c:v>42067</c:v>
                </c:pt>
                <c:pt idx="1030">
                  <c:v>42068</c:v>
                </c:pt>
                <c:pt idx="1031">
                  <c:v>42069</c:v>
                </c:pt>
                <c:pt idx="1032">
                  <c:v>42072</c:v>
                </c:pt>
                <c:pt idx="1033">
                  <c:v>42073</c:v>
                </c:pt>
                <c:pt idx="1034">
                  <c:v>42074</c:v>
                </c:pt>
                <c:pt idx="1035">
                  <c:v>42075</c:v>
                </c:pt>
                <c:pt idx="1036">
                  <c:v>42076</c:v>
                </c:pt>
                <c:pt idx="1037">
                  <c:v>42079</c:v>
                </c:pt>
                <c:pt idx="1038">
                  <c:v>42080</c:v>
                </c:pt>
                <c:pt idx="1039">
                  <c:v>42081</c:v>
                </c:pt>
                <c:pt idx="1040">
                  <c:v>42082</c:v>
                </c:pt>
                <c:pt idx="1041">
                  <c:v>42083</c:v>
                </c:pt>
                <c:pt idx="1042">
                  <c:v>42086</c:v>
                </c:pt>
                <c:pt idx="1043">
                  <c:v>42087</c:v>
                </c:pt>
                <c:pt idx="1044">
                  <c:v>42088</c:v>
                </c:pt>
                <c:pt idx="1045">
                  <c:v>42089</c:v>
                </c:pt>
                <c:pt idx="1046">
                  <c:v>42090</c:v>
                </c:pt>
                <c:pt idx="1047">
                  <c:v>42093</c:v>
                </c:pt>
                <c:pt idx="1048">
                  <c:v>42094</c:v>
                </c:pt>
                <c:pt idx="1049">
                  <c:v>42095</c:v>
                </c:pt>
                <c:pt idx="1050">
                  <c:v>42096</c:v>
                </c:pt>
                <c:pt idx="1051">
                  <c:v>42097</c:v>
                </c:pt>
                <c:pt idx="1052">
                  <c:v>42100</c:v>
                </c:pt>
                <c:pt idx="1053">
                  <c:v>42101</c:v>
                </c:pt>
                <c:pt idx="1054">
                  <c:v>42102</c:v>
                </c:pt>
                <c:pt idx="1055">
                  <c:v>42103</c:v>
                </c:pt>
                <c:pt idx="1056">
                  <c:v>42104</c:v>
                </c:pt>
                <c:pt idx="1057">
                  <c:v>42107</c:v>
                </c:pt>
                <c:pt idx="1058">
                  <c:v>42108</c:v>
                </c:pt>
                <c:pt idx="1059">
                  <c:v>42109</c:v>
                </c:pt>
                <c:pt idx="1060">
                  <c:v>42110</c:v>
                </c:pt>
                <c:pt idx="1061">
                  <c:v>42111</c:v>
                </c:pt>
                <c:pt idx="1062">
                  <c:v>42114</c:v>
                </c:pt>
                <c:pt idx="1063">
                  <c:v>42115</c:v>
                </c:pt>
                <c:pt idx="1064">
                  <c:v>42116</c:v>
                </c:pt>
                <c:pt idx="1065">
                  <c:v>42117</c:v>
                </c:pt>
                <c:pt idx="1066">
                  <c:v>42118</c:v>
                </c:pt>
                <c:pt idx="1067">
                  <c:v>42121</c:v>
                </c:pt>
                <c:pt idx="1068">
                  <c:v>42122</c:v>
                </c:pt>
                <c:pt idx="1069">
                  <c:v>42123</c:v>
                </c:pt>
                <c:pt idx="1070">
                  <c:v>42124</c:v>
                </c:pt>
                <c:pt idx="1071">
                  <c:v>42128</c:v>
                </c:pt>
                <c:pt idx="1072">
                  <c:v>42130</c:v>
                </c:pt>
                <c:pt idx="1073">
                  <c:v>42131</c:v>
                </c:pt>
                <c:pt idx="1074">
                  <c:v>42132</c:v>
                </c:pt>
                <c:pt idx="1075">
                  <c:v>42135</c:v>
                </c:pt>
                <c:pt idx="1076">
                  <c:v>42136</c:v>
                </c:pt>
                <c:pt idx="1077">
                  <c:v>42137</c:v>
                </c:pt>
                <c:pt idx="1078">
                  <c:v>42138</c:v>
                </c:pt>
                <c:pt idx="1079">
                  <c:v>42139</c:v>
                </c:pt>
                <c:pt idx="1080">
                  <c:v>42142</c:v>
                </c:pt>
                <c:pt idx="1081">
                  <c:v>42143</c:v>
                </c:pt>
                <c:pt idx="1082">
                  <c:v>42144</c:v>
                </c:pt>
                <c:pt idx="1083">
                  <c:v>42145</c:v>
                </c:pt>
                <c:pt idx="1084">
                  <c:v>42146</c:v>
                </c:pt>
                <c:pt idx="1085">
                  <c:v>42150</c:v>
                </c:pt>
                <c:pt idx="1086">
                  <c:v>42151</c:v>
                </c:pt>
                <c:pt idx="1087">
                  <c:v>42152</c:v>
                </c:pt>
                <c:pt idx="1088">
                  <c:v>42153</c:v>
                </c:pt>
                <c:pt idx="1089">
                  <c:v>42156</c:v>
                </c:pt>
                <c:pt idx="1090">
                  <c:v>42157</c:v>
                </c:pt>
                <c:pt idx="1091">
                  <c:v>42158</c:v>
                </c:pt>
                <c:pt idx="1092">
                  <c:v>42159</c:v>
                </c:pt>
                <c:pt idx="1093">
                  <c:v>42160</c:v>
                </c:pt>
                <c:pt idx="1094">
                  <c:v>42163</c:v>
                </c:pt>
                <c:pt idx="1095">
                  <c:v>42164</c:v>
                </c:pt>
                <c:pt idx="1096">
                  <c:v>42165</c:v>
                </c:pt>
                <c:pt idx="1097">
                  <c:v>42166</c:v>
                </c:pt>
                <c:pt idx="1098">
                  <c:v>42167</c:v>
                </c:pt>
                <c:pt idx="1099">
                  <c:v>42170</c:v>
                </c:pt>
                <c:pt idx="1100">
                  <c:v>42171</c:v>
                </c:pt>
                <c:pt idx="1101">
                  <c:v>42172</c:v>
                </c:pt>
                <c:pt idx="1102">
                  <c:v>42173</c:v>
                </c:pt>
                <c:pt idx="1103">
                  <c:v>42174</c:v>
                </c:pt>
                <c:pt idx="1104">
                  <c:v>42177</c:v>
                </c:pt>
                <c:pt idx="1105">
                  <c:v>42178</c:v>
                </c:pt>
                <c:pt idx="1106">
                  <c:v>42179</c:v>
                </c:pt>
                <c:pt idx="1107">
                  <c:v>42180</c:v>
                </c:pt>
                <c:pt idx="1108">
                  <c:v>42181</c:v>
                </c:pt>
                <c:pt idx="1109">
                  <c:v>42184</c:v>
                </c:pt>
                <c:pt idx="1110">
                  <c:v>42185</c:v>
                </c:pt>
                <c:pt idx="1111">
                  <c:v>42186</c:v>
                </c:pt>
                <c:pt idx="1112">
                  <c:v>42187</c:v>
                </c:pt>
                <c:pt idx="1113">
                  <c:v>42188</c:v>
                </c:pt>
                <c:pt idx="1114">
                  <c:v>42191</c:v>
                </c:pt>
                <c:pt idx="1115">
                  <c:v>42192</c:v>
                </c:pt>
                <c:pt idx="1116">
                  <c:v>42193</c:v>
                </c:pt>
                <c:pt idx="1117">
                  <c:v>42194</c:v>
                </c:pt>
                <c:pt idx="1118">
                  <c:v>42195</c:v>
                </c:pt>
                <c:pt idx="1119">
                  <c:v>42198</c:v>
                </c:pt>
                <c:pt idx="1120">
                  <c:v>42199</c:v>
                </c:pt>
                <c:pt idx="1121">
                  <c:v>42200</c:v>
                </c:pt>
                <c:pt idx="1122">
                  <c:v>42201</c:v>
                </c:pt>
                <c:pt idx="1123">
                  <c:v>42202</c:v>
                </c:pt>
                <c:pt idx="1124">
                  <c:v>42205</c:v>
                </c:pt>
                <c:pt idx="1125">
                  <c:v>42206</c:v>
                </c:pt>
                <c:pt idx="1126">
                  <c:v>42207</c:v>
                </c:pt>
                <c:pt idx="1127">
                  <c:v>42208</c:v>
                </c:pt>
                <c:pt idx="1128">
                  <c:v>42209</c:v>
                </c:pt>
                <c:pt idx="1129">
                  <c:v>42212</c:v>
                </c:pt>
                <c:pt idx="1130">
                  <c:v>42213</c:v>
                </c:pt>
                <c:pt idx="1131">
                  <c:v>42214</c:v>
                </c:pt>
                <c:pt idx="1132">
                  <c:v>42215</c:v>
                </c:pt>
                <c:pt idx="1133">
                  <c:v>42216</c:v>
                </c:pt>
                <c:pt idx="1134">
                  <c:v>42219</c:v>
                </c:pt>
                <c:pt idx="1135">
                  <c:v>42220</c:v>
                </c:pt>
                <c:pt idx="1136">
                  <c:v>42221</c:v>
                </c:pt>
                <c:pt idx="1137">
                  <c:v>42222</c:v>
                </c:pt>
                <c:pt idx="1138">
                  <c:v>42223</c:v>
                </c:pt>
                <c:pt idx="1139">
                  <c:v>42226</c:v>
                </c:pt>
                <c:pt idx="1140">
                  <c:v>42227</c:v>
                </c:pt>
                <c:pt idx="1141">
                  <c:v>42228</c:v>
                </c:pt>
                <c:pt idx="1142">
                  <c:v>42229</c:v>
                </c:pt>
                <c:pt idx="1143">
                  <c:v>42233</c:v>
                </c:pt>
                <c:pt idx="1144">
                  <c:v>42234</c:v>
                </c:pt>
                <c:pt idx="1145">
                  <c:v>42235</c:v>
                </c:pt>
                <c:pt idx="1146">
                  <c:v>42236</c:v>
                </c:pt>
                <c:pt idx="1147">
                  <c:v>42237</c:v>
                </c:pt>
                <c:pt idx="1148">
                  <c:v>42240</c:v>
                </c:pt>
                <c:pt idx="1149">
                  <c:v>42241</c:v>
                </c:pt>
                <c:pt idx="1150">
                  <c:v>42242</c:v>
                </c:pt>
                <c:pt idx="1151">
                  <c:v>42243</c:v>
                </c:pt>
                <c:pt idx="1152">
                  <c:v>42244</c:v>
                </c:pt>
                <c:pt idx="1153">
                  <c:v>42247</c:v>
                </c:pt>
                <c:pt idx="1154">
                  <c:v>42248</c:v>
                </c:pt>
                <c:pt idx="1155">
                  <c:v>42249</c:v>
                </c:pt>
                <c:pt idx="1156">
                  <c:v>42250</c:v>
                </c:pt>
                <c:pt idx="1157">
                  <c:v>42251</c:v>
                </c:pt>
                <c:pt idx="1158">
                  <c:v>42254</c:v>
                </c:pt>
                <c:pt idx="1159">
                  <c:v>42255</c:v>
                </c:pt>
                <c:pt idx="1160">
                  <c:v>42256</c:v>
                </c:pt>
                <c:pt idx="1161">
                  <c:v>42257</c:v>
                </c:pt>
                <c:pt idx="1162">
                  <c:v>42258</c:v>
                </c:pt>
                <c:pt idx="1163">
                  <c:v>42261</c:v>
                </c:pt>
                <c:pt idx="1164">
                  <c:v>42262</c:v>
                </c:pt>
                <c:pt idx="1165">
                  <c:v>42263</c:v>
                </c:pt>
                <c:pt idx="1166">
                  <c:v>42264</c:v>
                </c:pt>
                <c:pt idx="1167">
                  <c:v>42265</c:v>
                </c:pt>
                <c:pt idx="1168">
                  <c:v>42268</c:v>
                </c:pt>
                <c:pt idx="1169">
                  <c:v>42269</c:v>
                </c:pt>
                <c:pt idx="1170">
                  <c:v>42270</c:v>
                </c:pt>
                <c:pt idx="1171">
                  <c:v>42271</c:v>
                </c:pt>
                <c:pt idx="1172">
                  <c:v>42272</c:v>
                </c:pt>
                <c:pt idx="1173">
                  <c:v>42277</c:v>
                </c:pt>
                <c:pt idx="1174">
                  <c:v>42278</c:v>
                </c:pt>
                <c:pt idx="1175">
                  <c:v>42279</c:v>
                </c:pt>
                <c:pt idx="1176">
                  <c:v>42282</c:v>
                </c:pt>
                <c:pt idx="1177">
                  <c:v>42283</c:v>
                </c:pt>
                <c:pt idx="1178">
                  <c:v>42284</c:v>
                </c:pt>
                <c:pt idx="1179">
                  <c:v>42285</c:v>
                </c:pt>
                <c:pt idx="1180">
                  <c:v>42289</c:v>
                </c:pt>
                <c:pt idx="1181">
                  <c:v>42290</c:v>
                </c:pt>
                <c:pt idx="1182">
                  <c:v>42291</c:v>
                </c:pt>
                <c:pt idx="1183">
                  <c:v>42292</c:v>
                </c:pt>
                <c:pt idx="1184">
                  <c:v>42293</c:v>
                </c:pt>
                <c:pt idx="1185">
                  <c:v>42296</c:v>
                </c:pt>
                <c:pt idx="1186">
                  <c:v>42297</c:v>
                </c:pt>
                <c:pt idx="1187">
                  <c:v>42298</c:v>
                </c:pt>
                <c:pt idx="1188">
                  <c:v>42299</c:v>
                </c:pt>
                <c:pt idx="1189">
                  <c:v>42300</c:v>
                </c:pt>
                <c:pt idx="1190">
                  <c:v>42303</c:v>
                </c:pt>
                <c:pt idx="1191">
                  <c:v>42304</c:v>
                </c:pt>
                <c:pt idx="1192">
                  <c:v>42305</c:v>
                </c:pt>
                <c:pt idx="1193">
                  <c:v>42306</c:v>
                </c:pt>
                <c:pt idx="1194">
                  <c:v>42307</c:v>
                </c:pt>
                <c:pt idx="1195">
                  <c:v>42310</c:v>
                </c:pt>
                <c:pt idx="1196">
                  <c:v>42311</c:v>
                </c:pt>
                <c:pt idx="1197">
                  <c:v>42312</c:v>
                </c:pt>
                <c:pt idx="1198">
                  <c:v>42313</c:v>
                </c:pt>
                <c:pt idx="1199">
                  <c:v>42314</c:v>
                </c:pt>
                <c:pt idx="1200">
                  <c:v>42317</c:v>
                </c:pt>
                <c:pt idx="1201">
                  <c:v>42318</c:v>
                </c:pt>
                <c:pt idx="1202">
                  <c:v>42319</c:v>
                </c:pt>
                <c:pt idx="1203">
                  <c:v>42320</c:v>
                </c:pt>
                <c:pt idx="1204">
                  <c:v>42321</c:v>
                </c:pt>
                <c:pt idx="1205">
                  <c:v>42324</c:v>
                </c:pt>
                <c:pt idx="1206">
                  <c:v>42325</c:v>
                </c:pt>
                <c:pt idx="1207">
                  <c:v>42326</c:v>
                </c:pt>
                <c:pt idx="1208">
                  <c:v>42327</c:v>
                </c:pt>
                <c:pt idx="1209">
                  <c:v>42328</c:v>
                </c:pt>
                <c:pt idx="1210">
                  <c:v>42331</c:v>
                </c:pt>
                <c:pt idx="1211">
                  <c:v>42332</c:v>
                </c:pt>
                <c:pt idx="1212">
                  <c:v>42333</c:v>
                </c:pt>
                <c:pt idx="1213">
                  <c:v>42334</c:v>
                </c:pt>
                <c:pt idx="1214">
                  <c:v>42335</c:v>
                </c:pt>
                <c:pt idx="1215">
                  <c:v>42338</c:v>
                </c:pt>
                <c:pt idx="1216">
                  <c:v>42339</c:v>
                </c:pt>
                <c:pt idx="1217">
                  <c:v>42340</c:v>
                </c:pt>
                <c:pt idx="1218">
                  <c:v>42341</c:v>
                </c:pt>
                <c:pt idx="1219">
                  <c:v>42342</c:v>
                </c:pt>
                <c:pt idx="1220">
                  <c:v>42345</c:v>
                </c:pt>
                <c:pt idx="1221">
                  <c:v>42346</c:v>
                </c:pt>
                <c:pt idx="1222">
                  <c:v>42347</c:v>
                </c:pt>
                <c:pt idx="1223">
                  <c:v>42348</c:v>
                </c:pt>
                <c:pt idx="1224">
                  <c:v>42349</c:v>
                </c:pt>
                <c:pt idx="1225">
                  <c:v>42352</c:v>
                </c:pt>
                <c:pt idx="1226">
                  <c:v>42353</c:v>
                </c:pt>
                <c:pt idx="1227">
                  <c:v>42354</c:v>
                </c:pt>
                <c:pt idx="1228">
                  <c:v>42355</c:v>
                </c:pt>
                <c:pt idx="1229">
                  <c:v>42356</c:v>
                </c:pt>
                <c:pt idx="1230">
                  <c:v>42359</c:v>
                </c:pt>
                <c:pt idx="1231">
                  <c:v>42360</c:v>
                </c:pt>
                <c:pt idx="1232">
                  <c:v>42361</c:v>
                </c:pt>
                <c:pt idx="1233">
                  <c:v>42362</c:v>
                </c:pt>
                <c:pt idx="1234">
                  <c:v>42366</c:v>
                </c:pt>
                <c:pt idx="1235">
                  <c:v>42367</c:v>
                </c:pt>
                <c:pt idx="1236">
                  <c:v>42368</c:v>
                </c:pt>
                <c:pt idx="1237">
                  <c:v>42373</c:v>
                </c:pt>
                <c:pt idx="1238">
                  <c:v>42374</c:v>
                </c:pt>
                <c:pt idx="1239">
                  <c:v>42375</c:v>
                </c:pt>
                <c:pt idx="1240">
                  <c:v>42376</c:v>
                </c:pt>
                <c:pt idx="1241">
                  <c:v>42377</c:v>
                </c:pt>
                <c:pt idx="1242">
                  <c:v>42380</c:v>
                </c:pt>
                <c:pt idx="1243">
                  <c:v>42381</c:v>
                </c:pt>
                <c:pt idx="1244">
                  <c:v>42382</c:v>
                </c:pt>
                <c:pt idx="1245">
                  <c:v>42383</c:v>
                </c:pt>
                <c:pt idx="1246">
                  <c:v>42384</c:v>
                </c:pt>
                <c:pt idx="1247">
                  <c:v>42387</c:v>
                </c:pt>
                <c:pt idx="1248">
                  <c:v>42388</c:v>
                </c:pt>
                <c:pt idx="1249">
                  <c:v>42389</c:v>
                </c:pt>
                <c:pt idx="1250">
                  <c:v>42390</c:v>
                </c:pt>
                <c:pt idx="1251">
                  <c:v>42391</c:v>
                </c:pt>
                <c:pt idx="1252">
                  <c:v>42394</c:v>
                </c:pt>
                <c:pt idx="1253">
                  <c:v>42395</c:v>
                </c:pt>
                <c:pt idx="1254">
                  <c:v>42396</c:v>
                </c:pt>
                <c:pt idx="1255">
                  <c:v>42397</c:v>
                </c:pt>
                <c:pt idx="1256">
                  <c:v>42398</c:v>
                </c:pt>
                <c:pt idx="1257">
                  <c:v>42401</c:v>
                </c:pt>
                <c:pt idx="1258">
                  <c:v>42402</c:v>
                </c:pt>
                <c:pt idx="1259">
                  <c:v>42403</c:v>
                </c:pt>
                <c:pt idx="1260">
                  <c:v>42404</c:v>
                </c:pt>
                <c:pt idx="1261">
                  <c:v>42405</c:v>
                </c:pt>
                <c:pt idx="1262">
                  <c:v>42411</c:v>
                </c:pt>
                <c:pt idx="1263">
                  <c:v>42412</c:v>
                </c:pt>
                <c:pt idx="1264">
                  <c:v>42415</c:v>
                </c:pt>
                <c:pt idx="1265">
                  <c:v>42416</c:v>
                </c:pt>
                <c:pt idx="1266">
                  <c:v>42417</c:v>
                </c:pt>
                <c:pt idx="1267">
                  <c:v>42418</c:v>
                </c:pt>
                <c:pt idx="1268">
                  <c:v>42419</c:v>
                </c:pt>
                <c:pt idx="1269">
                  <c:v>42422</c:v>
                </c:pt>
                <c:pt idx="1270">
                  <c:v>42423</c:v>
                </c:pt>
                <c:pt idx="1271">
                  <c:v>42424</c:v>
                </c:pt>
                <c:pt idx="1272">
                  <c:v>42425</c:v>
                </c:pt>
                <c:pt idx="1273">
                  <c:v>42426</c:v>
                </c:pt>
                <c:pt idx="1274">
                  <c:v>42429</c:v>
                </c:pt>
                <c:pt idx="1275">
                  <c:v>42431</c:v>
                </c:pt>
                <c:pt idx="1276">
                  <c:v>42432</c:v>
                </c:pt>
                <c:pt idx="1277">
                  <c:v>42433</c:v>
                </c:pt>
                <c:pt idx="1278">
                  <c:v>42436</c:v>
                </c:pt>
                <c:pt idx="1279">
                  <c:v>42437</c:v>
                </c:pt>
                <c:pt idx="1280">
                  <c:v>42438</c:v>
                </c:pt>
                <c:pt idx="1281">
                  <c:v>42439</c:v>
                </c:pt>
                <c:pt idx="1282">
                  <c:v>42440</c:v>
                </c:pt>
                <c:pt idx="1283">
                  <c:v>42443</c:v>
                </c:pt>
                <c:pt idx="1284">
                  <c:v>42444</c:v>
                </c:pt>
                <c:pt idx="1285">
                  <c:v>42445</c:v>
                </c:pt>
                <c:pt idx="1286">
                  <c:v>42446</c:v>
                </c:pt>
                <c:pt idx="1287">
                  <c:v>42447</c:v>
                </c:pt>
                <c:pt idx="1288">
                  <c:v>42450</c:v>
                </c:pt>
                <c:pt idx="1289">
                  <c:v>42451</c:v>
                </c:pt>
                <c:pt idx="1290">
                  <c:v>42452</c:v>
                </c:pt>
                <c:pt idx="1291">
                  <c:v>42453</c:v>
                </c:pt>
                <c:pt idx="1292">
                  <c:v>42454</c:v>
                </c:pt>
                <c:pt idx="1293">
                  <c:v>42457</c:v>
                </c:pt>
                <c:pt idx="1294">
                  <c:v>42458</c:v>
                </c:pt>
                <c:pt idx="1295">
                  <c:v>42459</c:v>
                </c:pt>
                <c:pt idx="1296">
                  <c:v>42460</c:v>
                </c:pt>
                <c:pt idx="1297">
                  <c:v>42461</c:v>
                </c:pt>
                <c:pt idx="1298">
                  <c:v>42464</c:v>
                </c:pt>
                <c:pt idx="1299">
                  <c:v>42465</c:v>
                </c:pt>
                <c:pt idx="1300">
                  <c:v>42466</c:v>
                </c:pt>
                <c:pt idx="1301">
                  <c:v>42467</c:v>
                </c:pt>
                <c:pt idx="1302">
                  <c:v>42468</c:v>
                </c:pt>
                <c:pt idx="1303">
                  <c:v>42471</c:v>
                </c:pt>
                <c:pt idx="1304">
                  <c:v>42472</c:v>
                </c:pt>
                <c:pt idx="1305">
                  <c:v>42474</c:v>
                </c:pt>
                <c:pt idx="1306">
                  <c:v>42475</c:v>
                </c:pt>
                <c:pt idx="1307">
                  <c:v>42478</c:v>
                </c:pt>
                <c:pt idx="1308">
                  <c:v>42479</c:v>
                </c:pt>
                <c:pt idx="1309">
                  <c:v>42480</c:v>
                </c:pt>
                <c:pt idx="1310">
                  <c:v>42481</c:v>
                </c:pt>
                <c:pt idx="1311">
                  <c:v>42482</c:v>
                </c:pt>
                <c:pt idx="1312">
                  <c:v>42485</c:v>
                </c:pt>
                <c:pt idx="1313">
                  <c:v>42486</c:v>
                </c:pt>
                <c:pt idx="1314">
                  <c:v>42487</c:v>
                </c:pt>
                <c:pt idx="1315">
                  <c:v>42488</c:v>
                </c:pt>
                <c:pt idx="1316">
                  <c:v>42489</c:v>
                </c:pt>
                <c:pt idx="1317">
                  <c:v>42492</c:v>
                </c:pt>
                <c:pt idx="1318">
                  <c:v>42493</c:v>
                </c:pt>
                <c:pt idx="1319">
                  <c:v>42494</c:v>
                </c:pt>
                <c:pt idx="1320">
                  <c:v>42499</c:v>
                </c:pt>
                <c:pt idx="1321">
                  <c:v>42500</c:v>
                </c:pt>
                <c:pt idx="1322">
                  <c:v>42501</c:v>
                </c:pt>
                <c:pt idx="1323">
                  <c:v>42502</c:v>
                </c:pt>
                <c:pt idx="1324">
                  <c:v>42503</c:v>
                </c:pt>
                <c:pt idx="1325">
                  <c:v>42506</c:v>
                </c:pt>
                <c:pt idx="1326">
                  <c:v>42507</c:v>
                </c:pt>
                <c:pt idx="1327">
                  <c:v>42508</c:v>
                </c:pt>
                <c:pt idx="1328">
                  <c:v>42509</c:v>
                </c:pt>
                <c:pt idx="1329">
                  <c:v>42510</c:v>
                </c:pt>
                <c:pt idx="1330">
                  <c:v>42513</c:v>
                </c:pt>
                <c:pt idx="1331">
                  <c:v>42514</c:v>
                </c:pt>
                <c:pt idx="1332">
                  <c:v>42515</c:v>
                </c:pt>
                <c:pt idx="1333">
                  <c:v>42516</c:v>
                </c:pt>
                <c:pt idx="1334">
                  <c:v>42517</c:v>
                </c:pt>
                <c:pt idx="1335">
                  <c:v>42520</c:v>
                </c:pt>
                <c:pt idx="1336">
                  <c:v>42521</c:v>
                </c:pt>
                <c:pt idx="1337">
                  <c:v>42522</c:v>
                </c:pt>
                <c:pt idx="1338">
                  <c:v>42523</c:v>
                </c:pt>
                <c:pt idx="1339">
                  <c:v>42524</c:v>
                </c:pt>
                <c:pt idx="1340">
                  <c:v>42528</c:v>
                </c:pt>
                <c:pt idx="1341">
                  <c:v>42529</c:v>
                </c:pt>
                <c:pt idx="1342">
                  <c:v>42530</c:v>
                </c:pt>
                <c:pt idx="1343">
                  <c:v>42531</c:v>
                </c:pt>
                <c:pt idx="1344">
                  <c:v>42534</c:v>
                </c:pt>
                <c:pt idx="1345">
                  <c:v>42535</c:v>
                </c:pt>
                <c:pt idx="1346">
                  <c:v>42536</c:v>
                </c:pt>
                <c:pt idx="1347">
                  <c:v>42537</c:v>
                </c:pt>
                <c:pt idx="1348">
                  <c:v>42538</c:v>
                </c:pt>
                <c:pt idx="1349">
                  <c:v>42541</c:v>
                </c:pt>
                <c:pt idx="1350">
                  <c:v>42542</c:v>
                </c:pt>
                <c:pt idx="1351">
                  <c:v>42543</c:v>
                </c:pt>
                <c:pt idx="1352">
                  <c:v>42544</c:v>
                </c:pt>
                <c:pt idx="1353">
                  <c:v>42545</c:v>
                </c:pt>
                <c:pt idx="1354">
                  <c:v>42548</c:v>
                </c:pt>
                <c:pt idx="1355">
                  <c:v>42549</c:v>
                </c:pt>
                <c:pt idx="1356">
                  <c:v>42550</c:v>
                </c:pt>
                <c:pt idx="1357">
                  <c:v>42551</c:v>
                </c:pt>
                <c:pt idx="1358">
                  <c:v>42552</c:v>
                </c:pt>
                <c:pt idx="1359">
                  <c:v>42555</c:v>
                </c:pt>
                <c:pt idx="1360">
                  <c:v>42556</c:v>
                </c:pt>
                <c:pt idx="1361">
                  <c:v>42557</c:v>
                </c:pt>
                <c:pt idx="1362">
                  <c:v>42558</c:v>
                </c:pt>
                <c:pt idx="1363">
                  <c:v>42559</c:v>
                </c:pt>
                <c:pt idx="1364">
                  <c:v>42562</c:v>
                </c:pt>
                <c:pt idx="1365">
                  <c:v>42563</c:v>
                </c:pt>
                <c:pt idx="1366">
                  <c:v>42564</c:v>
                </c:pt>
                <c:pt idx="1367">
                  <c:v>42565</c:v>
                </c:pt>
                <c:pt idx="1368">
                  <c:v>42566</c:v>
                </c:pt>
                <c:pt idx="1369">
                  <c:v>42569</c:v>
                </c:pt>
                <c:pt idx="1370">
                  <c:v>42570</c:v>
                </c:pt>
                <c:pt idx="1371">
                  <c:v>42571</c:v>
                </c:pt>
                <c:pt idx="1372">
                  <c:v>42572</c:v>
                </c:pt>
                <c:pt idx="1373">
                  <c:v>42573</c:v>
                </c:pt>
                <c:pt idx="1374">
                  <c:v>42576</c:v>
                </c:pt>
                <c:pt idx="1375">
                  <c:v>42577</c:v>
                </c:pt>
                <c:pt idx="1376">
                  <c:v>42578</c:v>
                </c:pt>
                <c:pt idx="1377">
                  <c:v>42579</c:v>
                </c:pt>
                <c:pt idx="1378">
                  <c:v>42580</c:v>
                </c:pt>
                <c:pt idx="1379">
                  <c:v>42583</c:v>
                </c:pt>
                <c:pt idx="1380">
                  <c:v>42584</c:v>
                </c:pt>
                <c:pt idx="1381">
                  <c:v>42585</c:v>
                </c:pt>
                <c:pt idx="1382">
                  <c:v>42586</c:v>
                </c:pt>
                <c:pt idx="1383">
                  <c:v>42587</c:v>
                </c:pt>
                <c:pt idx="1384">
                  <c:v>42590</c:v>
                </c:pt>
                <c:pt idx="1385">
                  <c:v>42591</c:v>
                </c:pt>
                <c:pt idx="1386">
                  <c:v>42592</c:v>
                </c:pt>
                <c:pt idx="1387">
                  <c:v>42593</c:v>
                </c:pt>
                <c:pt idx="1388">
                  <c:v>42594</c:v>
                </c:pt>
                <c:pt idx="1389">
                  <c:v>42598</c:v>
                </c:pt>
                <c:pt idx="1390">
                  <c:v>42599</c:v>
                </c:pt>
                <c:pt idx="1391">
                  <c:v>42600</c:v>
                </c:pt>
                <c:pt idx="1392">
                  <c:v>42601</c:v>
                </c:pt>
                <c:pt idx="1393">
                  <c:v>42604</c:v>
                </c:pt>
                <c:pt idx="1394">
                  <c:v>42605</c:v>
                </c:pt>
                <c:pt idx="1395">
                  <c:v>42606</c:v>
                </c:pt>
                <c:pt idx="1396">
                  <c:v>42607</c:v>
                </c:pt>
                <c:pt idx="1397">
                  <c:v>42608</c:v>
                </c:pt>
                <c:pt idx="1398">
                  <c:v>42611</c:v>
                </c:pt>
                <c:pt idx="1399">
                  <c:v>42612</c:v>
                </c:pt>
                <c:pt idx="1400">
                  <c:v>42613</c:v>
                </c:pt>
                <c:pt idx="1401">
                  <c:v>42614</c:v>
                </c:pt>
                <c:pt idx="1402">
                  <c:v>42615</c:v>
                </c:pt>
                <c:pt idx="1403">
                  <c:v>42618</c:v>
                </c:pt>
                <c:pt idx="1404">
                  <c:v>42619</c:v>
                </c:pt>
                <c:pt idx="1405">
                  <c:v>42620</c:v>
                </c:pt>
                <c:pt idx="1406">
                  <c:v>42621</c:v>
                </c:pt>
                <c:pt idx="1407">
                  <c:v>42622</c:v>
                </c:pt>
                <c:pt idx="1408">
                  <c:v>42625</c:v>
                </c:pt>
                <c:pt idx="1409">
                  <c:v>42626</c:v>
                </c:pt>
                <c:pt idx="1410">
                  <c:v>42632</c:v>
                </c:pt>
                <c:pt idx="1411">
                  <c:v>42633</c:v>
                </c:pt>
                <c:pt idx="1412">
                  <c:v>42634</c:v>
                </c:pt>
                <c:pt idx="1413">
                  <c:v>42635</c:v>
                </c:pt>
                <c:pt idx="1414">
                  <c:v>42636</c:v>
                </c:pt>
                <c:pt idx="1415">
                  <c:v>42639</c:v>
                </c:pt>
                <c:pt idx="1416">
                  <c:v>42640</c:v>
                </c:pt>
                <c:pt idx="1417">
                  <c:v>42641</c:v>
                </c:pt>
                <c:pt idx="1418">
                  <c:v>42642</c:v>
                </c:pt>
                <c:pt idx="1419">
                  <c:v>42643</c:v>
                </c:pt>
                <c:pt idx="1420">
                  <c:v>42647</c:v>
                </c:pt>
                <c:pt idx="1421">
                  <c:v>42648</c:v>
                </c:pt>
                <c:pt idx="1422">
                  <c:v>42649</c:v>
                </c:pt>
                <c:pt idx="1423">
                  <c:v>42650</c:v>
                </c:pt>
                <c:pt idx="1424">
                  <c:v>42653</c:v>
                </c:pt>
                <c:pt idx="1425">
                  <c:v>42654</c:v>
                </c:pt>
                <c:pt idx="1426">
                  <c:v>42655</c:v>
                </c:pt>
                <c:pt idx="1427">
                  <c:v>42656</c:v>
                </c:pt>
                <c:pt idx="1428">
                  <c:v>42657</c:v>
                </c:pt>
                <c:pt idx="1429">
                  <c:v>42660</c:v>
                </c:pt>
                <c:pt idx="1430">
                  <c:v>42661</c:v>
                </c:pt>
                <c:pt idx="1431">
                  <c:v>42662</c:v>
                </c:pt>
                <c:pt idx="1432">
                  <c:v>42663</c:v>
                </c:pt>
                <c:pt idx="1433">
                  <c:v>42664</c:v>
                </c:pt>
                <c:pt idx="1434">
                  <c:v>42667</c:v>
                </c:pt>
                <c:pt idx="1435">
                  <c:v>42668</c:v>
                </c:pt>
                <c:pt idx="1436">
                  <c:v>42669</c:v>
                </c:pt>
                <c:pt idx="1437">
                  <c:v>42670</c:v>
                </c:pt>
                <c:pt idx="1438">
                  <c:v>42671</c:v>
                </c:pt>
                <c:pt idx="1439">
                  <c:v>42674</c:v>
                </c:pt>
                <c:pt idx="1440">
                  <c:v>42675</c:v>
                </c:pt>
                <c:pt idx="1441">
                  <c:v>42676</c:v>
                </c:pt>
                <c:pt idx="1442">
                  <c:v>42677</c:v>
                </c:pt>
                <c:pt idx="1443">
                  <c:v>42678</c:v>
                </c:pt>
                <c:pt idx="1444">
                  <c:v>42681</c:v>
                </c:pt>
                <c:pt idx="1445">
                  <c:v>42682</c:v>
                </c:pt>
                <c:pt idx="1446">
                  <c:v>42683</c:v>
                </c:pt>
                <c:pt idx="1447">
                  <c:v>42684</c:v>
                </c:pt>
                <c:pt idx="1448">
                  <c:v>42685</c:v>
                </c:pt>
                <c:pt idx="1449">
                  <c:v>42688</c:v>
                </c:pt>
                <c:pt idx="1450">
                  <c:v>42689</c:v>
                </c:pt>
                <c:pt idx="1451">
                  <c:v>42690</c:v>
                </c:pt>
                <c:pt idx="1452">
                  <c:v>42691</c:v>
                </c:pt>
                <c:pt idx="1453">
                  <c:v>42692</c:v>
                </c:pt>
                <c:pt idx="1454">
                  <c:v>42695</c:v>
                </c:pt>
                <c:pt idx="1455">
                  <c:v>42696</c:v>
                </c:pt>
                <c:pt idx="1456">
                  <c:v>42697</c:v>
                </c:pt>
                <c:pt idx="1457">
                  <c:v>42698</c:v>
                </c:pt>
                <c:pt idx="1458">
                  <c:v>42699</c:v>
                </c:pt>
                <c:pt idx="1459">
                  <c:v>42702</c:v>
                </c:pt>
                <c:pt idx="1460">
                  <c:v>42703</c:v>
                </c:pt>
                <c:pt idx="1461">
                  <c:v>42704</c:v>
                </c:pt>
                <c:pt idx="1462">
                  <c:v>42705</c:v>
                </c:pt>
                <c:pt idx="1463">
                  <c:v>42706</c:v>
                </c:pt>
                <c:pt idx="1464">
                  <c:v>42709</c:v>
                </c:pt>
                <c:pt idx="1465">
                  <c:v>42710</c:v>
                </c:pt>
                <c:pt idx="1466">
                  <c:v>42711</c:v>
                </c:pt>
                <c:pt idx="1467">
                  <c:v>42712</c:v>
                </c:pt>
                <c:pt idx="1468">
                  <c:v>42713</c:v>
                </c:pt>
                <c:pt idx="1469">
                  <c:v>42716</c:v>
                </c:pt>
                <c:pt idx="1470">
                  <c:v>42717</c:v>
                </c:pt>
                <c:pt idx="1471">
                  <c:v>42718</c:v>
                </c:pt>
                <c:pt idx="1472">
                  <c:v>42719</c:v>
                </c:pt>
                <c:pt idx="1473">
                  <c:v>42720</c:v>
                </c:pt>
                <c:pt idx="1474">
                  <c:v>42723</c:v>
                </c:pt>
                <c:pt idx="1475">
                  <c:v>42724</c:v>
                </c:pt>
                <c:pt idx="1476">
                  <c:v>42725</c:v>
                </c:pt>
                <c:pt idx="1477">
                  <c:v>42726</c:v>
                </c:pt>
                <c:pt idx="1478">
                  <c:v>42727</c:v>
                </c:pt>
                <c:pt idx="1479">
                  <c:v>42730</c:v>
                </c:pt>
                <c:pt idx="1480">
                  <c:v>42731</c:v>
                </c:pt>
                <c:pt idx="1481">
                  <c:v>42732</c:v>
                </c:pt>
                <c:pt idx="1482">
                  <c:v>42733</c:v>
                </c:pt>
                <c:pt idx="1483">
                  <c:v>42737</c:v>
                </c:pt>
                <c:pt idx="1484">
                  <c:v>42738</c:v>
                </c:pt>
                <c:pt idx="1485">
                  <c:v>42739</c:v>
                </c:pt>
                <c:pt idx="1486">
                  <c:v>42740</c:v>
                </c:pt>
                <c:pt idx="1487">
                  <c:v>42741</c:v>
                </c:pt>
                <c:pt idx="1488">
                  <c:v>42744</c:v>
                </c:pt>
                <c:pt idx="1489">
                  <c:v>42745</c:v>
                </c:pt>
                <c:pt idx="1490">
                  <c:v>42746</c:v>
                </c:pt>
                <c:pt idx="1491">
                  <c:v>42747</c:v>
                </c:pt>
                <c:pt idx="1492">
                  <c:v>42748</c:v>
                </c:pt>
                <c:pt idx="1493">
                  <c:v>42751</c:v>
                </c:pt>
                <c:pt idx="1494">
                  <c:v>42752</c:v>
                </c:pt>
                <c:pt idx="1495">
                  <c:v>42753</c:v>
                </c:pt>
                <c:pt idx="1496">
                  <c:v>42754</c:v>
                </c:pt>
                <c:pt idx="1497">
                  <c:v>42755</c:v>
                </c:pt>
                <c:pt idx="1498">
                  <c:v>42758</c:v>
                </c:pt>
                <c:pt idx="1499">
                  <c:v>42759</c:v>
                </c:pt>
                <c:pt idx="1500">
                  <c:v>42760</c:v>
                </c:pt>
                <c:pt idx="1501">
                  <c:v>42761</c:v>
                </c:pt>
                <c:pt idx="1502">
                  <c:v>42766</c:v>
                </c:pt>
                <c:pt idx="1503">
                  <c:v>42767</c:v>
                </c:pt>
                <c:pt idx="1504">
                  <c:v>42768</c:v>
                </c:pt>
                <c:pt idx="1505">
                  <c:v>42769</c:v>
                </c:pt>
                <c:pt idx="1506">
                  <c:v>42772</c:v>
                </c:pt>
                <c:pt idx="1507">
                  <c:v>42773</c:v>
                </c:pt>
                <c:pt idx="1508">
                  <c:v>42774</c:v>
                </c:pt>
                <c:pt idx="1509">
                  <c:v>42775</c:v>
                </c:pt>
                <c:pt idx="1510">
                  <c:v>42776</c:v>
                </c:pt>
                <c:pt idx="1511">
                  <c:v>42779</c:v>
                </c:pt>
                <c:pt idx="1512">
                  <c:v>42780</c:v>
                </c:pt>
                <c:pt idx="1513">
                  <c:v>42781</c:v>
                </c:pt>
                <c:pt idx="1514">
                  <c:v>42782</c:v>
                </c:pt>
                <c:pt idx="1515">
                  <c:v>42783</c:v>
                </c:pt>
                <c:pt idx="1516">
                  <c:v>42786</c:v>
                </c:pt>
                <c:pt idx="1517">
                  <c:v>42787</c:v>
                </c:pt>
                <c:pt idx="1518">
                  <c:v>42788</c:v>
                </c:pt>
                <c:pt idx="1519">
                  <c:v>42789</c:v>
                </c:pt>
                <c:pt idx="1520">
                  <c:v>42790</c:v>
                </c:pt>
                <c:pt idx="1521">
                  <c:v>42793</c:v>
                </c:pt>
                <c:pt idx="1522">
                  <c:v>42794</c:v>
                </c:pt>
                <c:pt idx="1523">
                  <c:v>42796</c:v>
                </c:pt>
                <c:pt idx="1524">
                  <c:v>42797</c:v>
                </c:pt>
                <c:pt idx="1525">
                  <c:v>42800</c:v>
                </c:pt>
                <c:pt idx="1526">
                  <c:v>42801</c:v>
                </c:pt>
                <c:pt idx="1527">
                  <c:v>42802</c:v>
                </c:pt>
                <c:pt idx="1528">
                  <c:v>42803</c:v>
                </c:pt>
                <c:pt idx="1529">
                  <c:v>42804</c:v>
                </c:pt>
                <c:pt idx="1530">
                  <c:v>42807</c:v>
                </c:pt>
                <c:pt idx="1531">
                  <c:v>42808</c:v>
                </c:pt>
                <c:pt idx="1532">
                  <c:v>42809</c:v>
                </c:pt>
                <c:pt idx="1533">
                  <c:v>42810</c:v>
                </c:pt>
                <c:pt idx="1534">
                  <c:v>42811</c:v>
                </c:pt>
                <c:pt idx="1535">
                  <c:v>42814</c:v>
                </c:pt>
                <c:pt idx="1536">
                  <c:v>42815</c:v>
                </c:pt>
                <c:pt idx="1537">
                  <c:v>42816</c:v>
                </c:pt>
                <c:pt idx="1538">
                  <c:v>42817</c:v>
                </c:pt>
                <c:pt idx="1539">
                  <c:v>42818</c:v>
                </c:pt>
                <c:pt idx="1540">
                  <c:v>42821</c:v>
                </c:pt>
                <c:pt idx="1541">
                  <c:v>42822</c:v>
                </c:pt>
                <c:pt idx="1542">
                  <c:v>42823</c:v>
                </c:pt>
                <c:pt idx="1543">
                  <c:v>42824</c:v>
                </c:pt>
                <c:pt idx="1544">
                  <c:v>42825</c:v>
                </c:pt>
                <c:pt idx="1545">
                  <c:v>42828</c:v>
                </c:pt>
                <c:pt idx="1546">
                  <c:v>42829</c:v>
                </c:pt>
                <c:pt idx="1547">
                  <c:v>42830</c:v>
                </c:pt>
                <c:pt idx="1548">
                  <c:v>42831</c:v>
                </c:pt>
                <c:pt idx="1549">
                  <c:v>42832</c:v>
                </c:pt>
                <c:pt idx="1550">
                  <c:v>42835</c:v>
                </c:pt>
                <c:pt idx="1551">
                  <c:v>42836</c:v>
                </c:pt>
                <c:pt idx="1552">
                  <c:v>42837</c:v>
                </c:pt>
                <c:pt idx="1553">
                  <c:v>42838</c:v>
                </c:pt>
                <c:pt idx="1554">
                  <c:v>42839</c:v>
                </c:pt>
                <c:pt idx="1555">
                  <c:v>42842</c:v>
                </c:pt>
                <c:pt idx="1556">
                  <c:v>42843</c:v>
                </c:pt>
                <c:pt idx="1557">
                  <c:v>42844</c:v>
                </c:pt>
                <c:pt idx="1558">
                  <c:v>42845</c:v>
                </c:pt>
                <c:pt idx="1559">
                  <c:v>42846</c:v>
                </c:pt>
                <c:pt idx="1560">
                  <c:v>42849</c:v>
                </c:pt>
                <c:pt idx="1561">
                  <c:v>42850</c:v>
                </c:pt>
                <c:pt idx="1562">
                  <c:v>42851</c:v>
                </c:pt>
                <c:pt idx="1563">
                  <c:v>42852</c:v>
                </c:pt>
                <c:pt idx="1564">
                  <c:v>42853</c:v>
                </c:pt>
                <c:pt idx="1565">
                  <c:v>42857</c:v>
                </c:pt>
                <c:pt idx="1566">
                  <c:v>42859</c:v>
                </c:pt>
                <c:pt idx="1567">
                  <c:v>42863</c:v>
                </c:pt>
                <c:pt idx="1568">
                  <c:v>42865</c:v>
                </c:pt>
                <c:pt idx="1569">
                  <c:v>42866</c:v>
                </c:pt>
                <c:pt idx="1570">
                  <c:v>42867</c:v>
                </c:pt>
                <c:pt idx="1571">
                  <c:v>42870</c:v>
                </c:pt>
                <c:pt idx="1572">
                  <c:v>42871</c:v>
                </c:pt>
                <c:pt idx="1573">
                  <c:v>42872</c:v>
                </c:pt>
                <c:pt idx="1574">
                  <c:v>42873</c:v>
                </c:pt>
                <c:pt idx="1575">
                  <c:v>42874</c:v>
                </c:pt>
                <c:pt idx="1576">
                  <c:v>42877</c:v>
                </c:pt>
                <c:pt idx="1577">
                  <c:v>42878</c:v>
                </c:pt>
                <c:pt idx="1578">
                  <c:v>42879</c:v>
                </c:pt>
                <c:pt idx="1579">
                  <c:v>42880</c:v>
                </c:pt>
                <c:pt idx="1580">
                  <c:v>42881</c:v>
                </c:pt>
                <c:pt idx="1581">
                  <c:v>42884</c:v>
                </c:pt>
                <c:pt idx="1582">
                  <c:v>42885</c:v>
                </c:pt>
                <c:pt idx="1583">
                  <c:v>42886</c:v>
                </c:pt>
                <c:pt idx="1584">
                  <c:v>42887</c:v>
                </c:pt>
                <c:pt idx="1585">
                  <c:v>42888</c:v>
                </c:pt>
                <c:pt idx="1586">
                  <c:v>42891</c:v>
                </c:pt>
                <c:pt idx="1587">
                  <c:v>42893</c:v>
                </c:pt>
                <c:pt idx="1588">
                  <c:v>42894</c:v>
                </c:pt>
                <c:pt idx="1589">
                  <c:v>42895</c:v>
                </c:pt>
                <c:pt idx="1590">
                  <c:v>42898</c:v>
                </c:pt>
                <c:pt idx="1591">
                  <c:v>42899</c:v>
                </c:pt>
                <c:pt idx="1592">
                  <c:v>42900</c:v>
                </c:pt>
                <c:pt idx="1593">
                  <c:v>42901</c:v>
                </c:pt>
                <c:pt idx="1594">
                  <c:v>42902</c:v>
                </c:pt>
                <c:pt idx="1595">
                  <c:v>42905</c:v>
                </c:pt>
                <c:pt idx="1596">
                  <c:v>42906</c:v>
                </c:pt>
                <c:pt idx="1597">
                  <c:v>42907</c:v>
                </c:pt>
                <c:pt idx="1598">
                  <c:v>42908</c:v>
                </c:pt>
                <c:pt idx="1599">
                  <c:v>42909</c:v>
                </c:pt>
                <c:pt idx="1600">
                  <c:v>42912</c:v>
                </c:pt>
                <c:pt idx="1601">
                  <c:v>42913</c:v>
                </c:pt>
                <c:pt idx="1602">
                  <c:v>42914</c:v>
                </c:pt>
                <c:pt idx="1603">
                  <c:v>42915</c:v>
                </c:pt>
                <c:pt idx="1604">
                  <c:v>42916</c:v>
                </c:pt>
                <c:pt idx="1605">
                  <c:v>42919</c:v>
                </c:pt>
                <c:pt idx="1606">
                  <c:v>42920</c:v>
                </c:pt>
                <c:pt idx="1607">
                  <c:v>42921</c:v>
                </c:pt>
                <c:pt idx="1608">
                  <c:v>42922</c:v>
                </c:pt>
                <c:pt idx="1609">
                  <c:v>42923</c:v>
                </c:pt>
                <c:pt idx="1610">
                  <c:v>42926</c:v>
                </c:pt>
                <c:pt idx="1611">
                  <c:v>42927</c:v>
                </c:pt>
                <c:pt idx="1612">
                  <c:v>42928</c:v>
                </c:pt>
                <c:pt idx="1613">
                  <c:v>42929</c:v>
                </c:pt>
                <c:pt idx="1614">
                  <c:v>42930</c:v>
                </c:pt>
                <c:pt idx="1615">
                  <c:v>42933</c:v>
                </c:pt>
                <c:pt idx="1616">
                  <c:v>42934</c:v>
                </c:pt>
                <c:pt idx="1617">
                  <c:v>42935</c:v>
                </c:pt>
                <c:pt idx="1618">
                  <c:v>42936</c:v>
                </c:pt>
                <c:pt idx="1619">
                  <c:v>42937</c:v>
                </c:pt>
                <c:pt idx="1620">
                  <c:v>42940</c:v>
                </c:pt>
                <c:pt idx="1621">
                  <c:v>42941</c:v>
                </c:pt>
                <c:pt idx="1622">
                  <c:v>42942</c:v>
                </c:pt>
                <c:pt idx="1623">
                  <c:v>42943</c:v>
                </c:pt>
                <c:pt idx="1624">
                  <c:v>42944</c:v>
                </c:pt>
                <c:pt idx="1625">
                  <c:v>42947</c:v>
                </c:pt>
                <c:pt idx="1626">
                  <c:v>42948</c:v>
                </c:pt>
                <c:pt idx="1627">
                  <c:v>42949</c:v>
                </c:pt>
                <c:pt idx="1628">
                  <c:v>42950</c:v>
                </c:pt>
                <c:pt idx="1629">
                  <c:v>42951</c:v>
                </c:pt>
                <c:pt idx="1630">
                  <c:v>42954</c:v>
                </c:pt>
                <c:pt idx="1631">
                  <c:v>42955</c:v>
                </c:pt>
                <c:pt idx="1632">
                  <c:v>42956</c:v>
                </c:pt>
                <c:pt idx="1633">
                  <c:v>42957</c:v>
                </c:pt>
                <c:pt idx="1634">
                  <c:v>42958</c:v>
                </c:pt>
                <c:pt idx="1635">
                  <c:v>42961</c:v>
                </c:pt>
                <c:pt idx="1636">
                  <c:v>42963</c:v>
                </c:pt>
                <c:pt idx="1637">
                  <c:v>42964</c:v>
                </c:pt>
                <c:pt idx="1638">
                  <c:v>42965</c:v>
                </c:pt>
                <c:pt idx="1639">
                  <c:v>42968</c:v>
                </c:pt>
                <c:pt idx="1640">
                  <c:v>42969</c:v>
                </c:pt>
                <c:pt idx="1641">
                  <c:v>42970</c:v>
                </c:pt>
                <c:pt idx="1642">
                  <c:v>42971</c:v>
                </c:pt>
                <c:pt idx="1643">
                  <c:v>42972</c:v>
                </c:pt>
                <c:pt idx="1644">
                  <c:v>42975</c:v>
                </c:pt>
                <c:pt idx="1645">
                  <c:v>42976</c:v>
                </c:pt>
                <c:pt idx="1646">
                  <c:v>42977</c:v>
                </c:pt>
                <c:pt idx="1647">
                  <c:v>42978</c:v>
                </c:pt>
                <c:pt idx="1648">
                  <c:v>42979</c:v>
                </c:pt>
                <c:pt idx="1649">
                  <c:v>42982</c:v>
                </c:pt>
                <c:pt idx="1650">
                  <c:v>42983</c:v>
                </c:pt>
                <c:pt idx="1651">
                  <c:v>42984</c:v>
                </c:pt>
                <c:pt idx="1652">
                  <c:v>42985</c:v>
                </c:pt>
                <c:pt idx="1653">
                  <c:v>42986</c:v>
                </c:pt>
                <c:pt idx="1654">
                  <c:v>42989</c:v>
                </c:pt>
                <c:pt idx="1655">
                  <c:v>42990</c:v>
                </c:pt>
                <c:pt idx="1656">
                  <c:v>42991</c:v>
                </c:pt>
                <c:pt idx="1657">
                  <c:v>42992</c:v>
                </c:pt>
                <c:pt idx="1658">
                  <c:v>42993</c:v>
                </c:pt>
                <c:pt idx="1659">
                  <c:v>42996</c:v>
                </c:pt>
                <c:pt idx="1660">
                  <c:v>42997</c:v>
                </c:pt>
                <c:pt idx="1661">
                  <c:v>42998</c:v>
                </c:pt>
                <c:pt idx="1662">
                  <c:v>42999</c:v>
                </c:pt>
                <c:pt idx="1663">
                  <c:v>43000</c:v>
                </c:pt>
                <c:pt idx="1664">
                  <c:v>43003</c:v>
                </c:pt>
                <c:pt idx="1665">
                  <c:v>43004</c:v>
                </c:pt>
                <c:pt idx="1666">
                  <c:v>43005</c:v>
                </c:pt>
                <c:pt idx="1667">
                  <c:v>43006</c:v>
                </c:pt>
                <c:pt idx="1668">
                  <c:v>43007</c:v>
                </c:pt>
                <c:pt idx="1669">
                  <c:v>43018</c:v>
                </c:pt>
                <c:pt idx="1670">
                  <c:v>43019</c:v>
                </c:pt>
                <c:pt idx="1671">
                  <c:v>43020</c:v>
                </c:pt>
                <c:pt idx="1672">
                  <c:v>43021</c:v>
                </c:pt>
                <c:pt idx="1673">
                  <c:v>43024</c:v>
                </c:pt>
                <c:pt idx="1674">
                  <c:v>43025</c:v>
                </c:pt>
                <c:pt idx="1675">
                  <c:v>43026</c:v>
                </c:pt>
                <c:pt idx="1676">
                  <c:v>43027</c:v>
                </c:pt>
                <c:pt idx="1677">
                  <c:v>43028</c:v>
                </c:pt>
                <c:pt idx="1678">
                  <c:v>43031</c:v>
                </c:pt>
                <c:pt idx="1679">
                  <c:v>43032</c:v>
                </c:pt>
                <c:pt idx="1680">
                  <c:v>43033</c:v>
                </c:pt>
                <c:pt idx="1681">
                  <c:v>43034</c:v>
                </c:pt>
                <c:pt idx="1682">
                  <c:v>43035</c:v>
                </c:pt>
                <c:pt idx="1683">
                  <c:v>43038</c:v>
                </c:pt>
                <c:pt idx="1684">
                  <c:v>43039</c:v>
                </c:pt>
                <c:pt idx="1685">
                  <c:v>43040</c:v>
                </c:pt>
                <c:pt idx="1686">
                  <c:v>43041</c:v>
                </c:pt>
                <c:pt idx="1687">
                  <c:v>43042</c:v>
                </c:pt>
                <c:pt idx="1688">
                  <c:v>43045</c:v>
                </c:pt>
                <c:pt idx="1689">
                  <c:v>43046</c:v>
                </c:pt>
                <c:pt idx="1690">
                  <c:v>43047</c:v>
                </c:pt>
                <c:pt idx="1691">
                  <c:v>43048</c:v>
                </c:pt>
                <c:pt idx="1692">
                  <c:v>43049</c:v>
                </c:pt>
                <c:pt idx="1693">
                  <c:v>43052</c:v>
                </c:pt>
                <c:pt idx="1694">
                  <c:v>43053</c:v>
                </c:pt>
                <c:pt idx="1695">
                  <c:v>43054</c:v>
                </c:pt>
                <c:pt idx="1696">
                  <c:v>43055</c:v>
                </c:pt>
                <c:pt idx="1697">
                  <c:v>43056</c:v>
                </c:pt>
                <c:pt idx="1698">
                  <c:v>43059</c:v>
                </c:pt>
                <c:pt idx="1699">
                  <c:v>43060</c:v>
                </c:pt>
                <c:pt idx="1700">
                  <c:v>43061</c:v>
                </c:pt>
                <c:pt idx="1701">
                  <c:v>43062</c:v>
                </c:pt>
                <c:pt idx="1702">
                  <c:v>43063</c:v>
                </c:pt>
                <c:pt idx="1703">
                  <c:v>43066</c:v>
                </c:pt>
                <c:pt idx="1704">
                  <c:v>43067</c:v>
                </c:pt>
                <c:pt idx="1705">
                  <c:v>43068</c:v>
                </c:pt>
                <c:pt idx="1706">
                  <c:v>43069</c:v>
                </c:pt>
                <c:pt idx="1707">
                  <c:v>43070</c:v>
                </c:pt>
                <c:pt idx="1708">
                  <c:v>43073</c:v>
                </c:pt>
                <c:pt idx="1709">
                  <c:v>43074</c:v>
                </c:pt>
                <c:pt idx="1710">
                  <c:v>43075</c:v>
                </c:pt>
                <c:pt idx="1711">
                  <c:v>43076</c:v>
                </c:pt>
                <c:pt idx="1712">
                  <c:v>43077</c:v>
                </c:pt>
                <c:pt idx="1713">
                  <c:v>43080</c:v>
                </c:pt>
                <c:pt idx="1714">
                  <c:v>43081</c:v>
                </c:pt>
                <c:pt idx="1715">
                  <c:v>43082</c:v>
                </c:pt>
                <c:pt idx="1716">
                  <c:v>43083</c:v>
                </c:pt>
                <c:pt idx="1717">
                  <c:v>43084</c:v>
                </c:pt>
                <c:pt idx="1718">
                  <c:v>43087</c:v>
                </c:pt>
                <c:pt idx="1719">
                  <c:v>43088</c:v>
                </c:pt>
                <c:pt idx="1720">
                  <c:v>43089</c:v>
                </c:pt>
                <c:pt idx="1721">
                  <c:v>43090</c:v>
                </c:pt>
                <c:pt idx="1722">
                  <c:v>43091</c:v>
                </c:pt>
                <c:pt idx="1723">
                  <c:v>43095</c:v>
                </c:pt>
                <c:pt idx="1724">
                  <c:v>43096</c:v>
                </c:pt>
                <c:pt idx="1725">
                  <c:v>43097</c:v>
                </c:pt>
                <c:pt idx="1726">
                  <c:v>43102</c:v>
                </c:pt>
                <c:pt idx="1727">
                  <c:v>43103</c:v>
                </c:pt>
                <c:pt idx="1728">
                  <c:v>43104</c:v>
                </c:pt>
                <c:pt idx="1729">
                  <c:v>43105</c:v>
                </c:pt>
                <c:pt idx="1730">
                  <c:v>43108</c:v>
                </c:pt>
                <c:pt idx="1731">
                  <c:v>43109</c:v>
                </c:pt>
                <c:pt idx="1732">
                  <c:v>43110</c:v>
                </c:pt>
                <c:pt idx="1733">
                  <c:v>43111</c:v>
                </c:pt>
                <c:pt idx="1734">
                  <c:v>43112</c:v>
                </c:pt>
                <c:pt idx="1735">
                  <c:v>43115</c:v>
                </c:pt>
                <c:pt idx="1736">
                  <c:v>43116</c:v>
                </c:pt>
                <c:pt idx="1737">
                  <c:v>43117</c:v>
                </c:pt>
                <c:pt idx="1738">
                  <c:v>43118</c:v>
                </c:pt>
                <c:pt idx="1739">
                  <c:v>43119</c:v>
                </c:pt>
                <c:pt idx="1740">
                  <c:v>43122</c:v>
                </c:pt>
                <c:pt idx="1741">
                  <c:v>43123</c:v>
                </c:pt>
                <c:pt idx="1742">
                  <c:v>43124</c:v>
                </c:pt>
                <c:pt idx="1743">
                  <c:v>43125</c:v>
                </c:pt>
                <c:pt idx="1744">
                  <c:v>43126</c:v>
                </c:pt>
                <c:pt idx="1745">
                  <c:v>43129</c:v>
                </c:pt>
                <c:pt idx="1746">
                  <c:v>43130</c:v>
                </c:pt>
                <c:pt idx="1747">
                  <c:v>43131</c:v>
                </c:pt>
                <c:pt idx="1748">
                  <c:v>43132</c:v>
                </c:pt>
                <c:pt idx="1749">
                  <c:v>43133</c:v>
                </c:pt>
                <c:pt idx="1750">
                  <c:v>43136</c:v>
                </c:pt>
                <c:pt idx="1751">
                  <c:v>43137</c:v>
                </c:pt>
                <c:pt idx="1752">
                  <c:v>43138</c:v>
                </c:pt>
                <c:pt idx="1753">
                  <c:v>43139</c:v>
                </c:pt>
                <c:pt idx="1754">
                  <c:v>43140</c:v>
                </c:pt>
                <c:pt idx="1755">
                  <c:v>43143</c:v>
                </c:pt>
                <c:pt idx="1756">
                  <c:v>43144</c:v>
                </c:pt>
                <c:pt idx="1757">
                  <c:v>43145</c:v>
                </c:pt>
                <c:pt idx="1758">
                  <c:v>43150</c:v>
                </c:pt>
                <c:pt idx="1759">
                  <c:v>43151</c:v>
                </c:pt>
                <c:pt idx="1760">
                  <c:v>43152</c:v>
                </c:pt>
                <c:pt idx="1761">
                  <c:v>43153</c:v>
                </c:pt>
                <c:pt idx="1762">
                  <c:v>43154</c:v>
                </c:pt>
                <c:pt idx="1763">
                  <c:v>43157</c:v>
                </c:pt>
                <c:pt idx="1764">
                  <c:v>43158</c:v>
                </c:pt>
                <c:pt idx="1765">
                  <c:v>43159</c:v>
                </c:pt>
                <c:pt idx="1766">
                  <c:v>43161</c:v>
                </c:pt>
                <c:pt idx="1767">
                  <c:v>43164</c:v>
                </c:pt>
                <c:pt idx="1768">
                  <c:v>43165</c:v>
                </c:pt>
                <c:pt idx="1769">
                  <c:v>43166</c:v>
                </c:pt>
                <c:pt idx="1770">
                  <c:v>43167</c:v>
                </c:pt>
                <c:pt idx="1771">
                  <c:v>43168</c:v>
                </c:pt>
                <c:pt idx="1772">
                  <c:v>43171</c:v>
                </c:pt>
                <c:pt idx="1773">
                  <c:v>43172</c:v>
                </c:pt>
                <c:pt idx="1774">
                  <c:v>43173</c:v>
                </c:pt>
                <c:pt idx="1775">
                  <c:v>43174</c:v>
                </c:pt>
                <c:pt idx="1776">
                  <c:v>43175</c:v>
                </c:pt>
                <c:pt idx="1777">
                  <c:v>43178</c:v>
                </c:pt>
                <c:pt idx="1778">
                  <c:v>43179</c:v>
                </c:pt>
                <c:pt idx="1779">
                  <c:v>43180</c:v>
                </c:pt>
                <c:pt idx="1780">
                  <c:v>43181</c:v>
                </c:pt>
                <c:pt idx="1781">
                  <c:v>43182</c:v>
                </c:pt>
                <c:pt idx="1782">
                  <c:v>43185</c:v>
                </c:pt>
                <c:pt idx="1783">
                  <c:v>43186</c:v>
                </c:pt>
                <c:pt idx="1784">
                  <c:v>43187</c:v>
                </c:pt>
                <c:pt idx="1785">
                  <c:v>43188</c:v>
                </c:pt>
                <c:pt idx="1786">
                  <c:v>43189</c:v>
                </c:pt>
                <c:pt idx="1787">
                  <c:v>43192</c:v>
                </c:pt>
                <c:pt idx="1788">
                  <c:v>43193</c:v>
                </c:pt>
                <c:pt idx="1789">
                  <c:v>43194</c:v>
                </c:pt>
                <c:pt idx="1790">
                  <c:v>43195</c:v>
                </c:pt>
                <c:pt idx="1791">
                  <c:v>43196</c:v>
                </c:pt>
                <c:pt idx="1792">
                  <c:v>43199</c:v>
                </c:pt>
                <c:pt idx="1793">
                  <c:v>43200</c:v>
                </c:pt>
                <c:pt idx="1794">
                  <c:v>43201</c:v>
                </c:pt>
                <c:pt idx="1795">
                  <c:v>43202</c:v>
                </c:pt>
                <c:pt idx="1796">
                  <c:v>43203</c:v>
                </c:pt>
                <c:pt idx="1797">
                  <c:v>43206</c:v>
                </c:pt>
                <c:pt idx="1798">
                  <c:v>43207</c:v>
                </c:pt>
                <c:pt idx="1799">
                  <c:v>43208</c:v>
                </c:pt>
                <c:pt idx="1800">
                  <c:v>43209</c:v>
                </c:pt>
                <c:pt idx="1801">
                  <c:v>43210</c:v>
                </c:pt>
                <c:pt idx="1802">
                  <c:v>43213</c:v>
                </c:pt>
                <c:pt idx="1803">
                  <c:v>43214</c:v>
                </c:pt>
                <c:pt idx="1804">
                  <c:v>43215</c:v>
                </c:pt>
                <c:pt idx="1805">
                  <c:v>43216</c:v>
                </c:pt>
                <c:pt idx="1806">
                  <c:v>43217</c:v>
                </c:pt>
                <c:pt idx="1807">
                  <c:v>43220</c:v>
                </c:pt>
                <c:pt idx="1808">
                  <c:v>43222</c:v>
                </c:pt>
                <c:pt idx="1809">
                  <c:v>43223</c:v>
                </c:pt>
                <c:pt idx="1810">
                  <c:v>43224</c:v>
                </c:pt>
                <c:pt idx="1811">
                  <c:v>43228</c:v>
                </c:pt>
                <c:pt idx="1812">
                  <c:v>43229</c:v>
                </c:pt>
                <c:pt idx="1813">
                  <c:v>43230</c:v>
                </c:pt>
                <c:pt idx="1814">
                  <c:v>43231</c:v>
                </c:pt>
                <c:pt idx="1815">
                  <c:v>43234</c:v>
                </c:pt>
                <c:pt idx="1816">
                  <c:v>43235</c:v>
                </c:pt>
                <c:pt idx="1817">
                  <c:v>43236</c:v>
                </c:pt>
                <c:pt idx="1818">
                  <c:v>43237</c:v>
                </c:pt>
                <c:pt idx="1819">
                  <c:v>43238</c:v>
                </c:pt>
                <c:pt idx="1820">
                  <c:v>43241</c:v>
                </c:pt>
                <c:pt idx="1821">
                  <c:v>43243</c:v>
                </c:pt>
                <c:pt idx="1822">
                  <c:v>43244</c:v>
                </c:pt>
                <c:pt idx="1823">
                  <c:v>43245</c:v>
                </c:pt>
                <c:pt idx="1824">
                  <c:v>43248</c:v>
                </c:pt>
                <c:pt idx="1825">
                  <c:v>43249</c:v>
                </c:pt>
                <c:pt idx="1826">
                  <c:v>43250</c:v>
                </c:pt>
                <c:pt idx="1827">
                  <c:v>43251</c:v>
                </c:pt>
                <c:pt idx="1828">
                  <c:v>43252</c:v>
                </c:pt>
                <c:pt idx="1829">
                  <c:v>43255</c:v>
                </c:pt>
                <c:pt idx="1830">
                  <c:v>43256</c:v>
                </c:pt>
                <c:pt idx="1831">
                  <c:v>43258</c:v>
                </c:pt>
                <c:pt idx="1832">
                  <c:v>43259</c:v>
                </c:pt>
                <c:pt idx="1833">
                  <c:v>43262</c:v>
                </c:pt>
                <c:pt idx="1834">
                  <c:v>43263</c:v>
                </c:pt>
                <c:pt idx="1835">
                  <c:v>43265</c:v>
                </c:pt>
                <c:pt idx="1836">
                  <c:v>43266</c:v>
                </c:pt>
                <c:pt idx="1837">
                  <c:v>43269</c:v>
                </c:pt>
                <c:pt idx="1838">
                  <c:v>43270</c:v>
                </c:pt>
                <c:pt idx="1839">
                  <c:v>43271</c:v>
                </c:pt>
                <c:pt idx="1840">
                  <c:v>43272</c:v>
                </c:pt>
                <c:pt idx="1841">
                  <c:v>43273</c:v>
                </c:pt>
                <c:pt idx="1842">
                  <c:v>43276</c:v>
                </c:pt>
                <c:pt idx="1843">
                  <c:v>43277</c:v>
                </c:pt>
                <c:pt idx="1844">
                  <c:v>43278</c:v>
                </c:pt>
                <c:pt idx="1845">
                  <c:v>43279</c:v>
                </c:pt>
                <c:pt idx="1846">
                  <c:v>43280</c:v>
                </c:pt>
                <c:pt idx="1847">
                  <c:v>43283</c:v>
                </c:pt>
                <c:pt idx="1848">
                  <c:v>43284</c:v>
                </c:pt>
                <c:pt idx="1849">
                  <c:v>43285</c:v>
                </c:pt>
                <c:pt idx="1850">
                  <c:v>43286</c:v>
                </c:pt>
                <c:pt idx="1851">
                  <c:v>43287</c:v>
                </c:pt>
                <c:pt idx="1852">
                  <c:v>43290</c:v>
                </c:pt>
                <c:pt idx="1853">
                  <c:v>43291</c:v>
                </c:pt>
                <c:pt idx="1854">
                  <c:v>43292</c:v>
                </c:pt>
                <c:pt idx="1855">
                  <c:v>43293</c:v>
                </c:pt>
                <c:pt idx="1856">
                  <c:v>43294</c:v>
                </c:pt>
                <c:pt idx="1857">
                  <c:v>43297</c:v>
                </c:pt>
                <c:pt idx="1858">
                  <c:v>43298</c:v>
                </c:pt>
                <c:pt idx="1859">
                  <c:v>43299</c:v>
                </c:pt>
                <c:pt idx="1860">
                  <c:v>43300</c:v>
                </c:pt>
                <c:pt idx="1861">
                  <c:v>43301</c:v>
                </c:pt>
                <c:pt idx="1862">
                  <c:v>43304</c:v>
                </c:pt>
                <c:pt idx="1863">
                  <c:v>43305</c:v>
                </c:pt>
                <c:pt idx="1864">
                  <c:v>43306</c:v>
                </c:pt>
                <c:pt idx="1865">
                  <c:v>43307</c:v>
                </c:pt>
                <c:pt idx="1866">
                  <c:v>43308</c:v>
                </c:pt>
                <c:pt idx="1867">
                  <c:v>43311</c:v>
                </c:pt>
                <c:pt idx="1868">
                  <c:v>43312</c:v>
                </c:pt>
                <c:pt idx="1869">
                  <c:v>43313</c:v>
                </c:pt>
                <c:pt idx="1870">
                  <c:v>43314</c:v>
                </c:pt>
                <c:pt idx="1871">
                  <c:v>43315</c:v>
                </c:pt>
                <c:pt idx="1872">
                  <c:v>43318</c:v>
                </c:pt>
                <c:pt idx="1873">
                  <c:v>43319</c:v>
                </c:pt>
                <c:pt idx="1874">
                  <c:v>43320</c:v>
                </c:pt>
                <c:pt idx="1875">
                  <c:v>43321</c:v>
                </c:pt>
                <c:pt idx="1876">
                  <c:v>43322</c:v>
                </c:pt>
                <c:pt idx="1877">
                  <c:v>43325</c:v>
                </c:pt>
                <c:pt idx="1878">
                  <c:v>43326</c:v>
                </c:pt>
                <c:pt idx="1879">
                  <c:v>43328</c:v>
                </c:pt>
                <c:pt idx="1880">
                  <c:v>43329</c:v>
                </c:pt>
                <c:pt idx="1881">
                  <c:v>43332</c:v>
                </c:pt>
                <c:pt idx="1882">
                  <c:v>43333</c:v>
                </c:pt>
                <c:pt idx="1883">
                  <c:v>43334</c:v>
                </c:pt>
                <c:pt idx="1884">
                  <c:v>43335</c:v>
                </c:pt>
                <c:pt idx="1885">
                  <c:v>43336</c:v>
                </c:pt>
                <c:pt idx="1886">
                  <c:v>43339</c:v>
                </c:pt>
                <c:pt idx="1887">
                  <c:v>43340</c:v>
                </c:pt>
                <c:pt idx="1888">
                  <c:v>43341</c:v>
                </c:pt>
                <c:pt idx="1889">
                  <c:v>43342</c:v>
                </c:pt>
                <c:pt idx="1890">
                  <c:v>43343</c:v>
                </c:pt>
                <c:pt idx="1891">
                  <c:v>43346</c:v>
                </c:pt>
                <c:pt idx="1892">
                  <c:v>43347</c:v>
                </c:pt>
                <c:pt idx="1893">
                  <c:v>43348</c:v>
                </c:pt>
                <c:pt idx="1894">
                  <c:v>43349</c:v>
                </c:pt>
                <c:pt idx="1895">
                  <c:v>43350</c:v>
                </c:pt>
                <c:pt idx="1896">
                  <c:v>43353</c:v>
                </c:pt>
                <c:pt idx="1897">
                  <c:v>43354</c:v>
                </c:pt>
                <c:pt idx="1898">
                  <c:v>43355</c:v>
                </c:pt>
                <c:pt idx="1899">
                  <c:v>43356</c:v>
                </c:pt>
                <c:pt idx="1900">
                  <c:v>43357</c:v>
                </c:pt>
                <c:pt idx="1901">
                  <c:v>43360</c:v>
                </c:pt>
                <c:pt idx="1902">
                  <c:v>43361</c:v>
                </c:pt>
                <c:pt idx="1903">
                  <c:v>43362</c:v>
                </c:pt>
                <c:pt idx="1904">
                  <c:v>43363</c:v>
                </c:pt>
                <c:pt idx="1905">
                  <c:v>43364</c:v>
                </c:pt>
                <c:pt idx="1906">
                  <c:v>43370</c:v>
                </c:pt>
                <c:pt idx="1907">
                  <c:v>43371</c:v>
                </c:pt>
                <c:pt idx="1908">
                  <c:v>43374</c:v>
                </c:pt>
                <c:pt idx="1909">
                  <c:v>43375</c:v>
                </c:pt>
                <c:pt idx="1910">
                  <c:v>43377</c:v>
                </c:pt>
                <c:pt idx="1911">
                  <c:v>43378</c:v>
                </c:pt>
                <c:pt idx="1912">
                  <c:v>43381</c:v>
                </c:pt>
                <c:pt idx="1913">
                  <c:v>43383</c:v>
                </c:pt>
                <c:pt idx="1914">
                  <c:v>43384</c:v>
                </c:pt>
                <c:pt idx="1915">
                  <c:v>43385</c:v>
                </c:pt>
                <c:pt idx="1916">
                  <c:v>43388</c:v>
                </c:pt>
                <c:pt idx="1917">
                  <c:v>43389</c:v>
                </c:pt>
                <c:pt idx="1918">
                  <c:v>43390</c:v>
                </c:pt>
                <c:pt idx="1919">
                  <c:v>43391</c:v>
                </c:pt>
                <c:pt idx="1920">
                  <c:v>43392</c:v>
                </c:pt>
                <c:pt idx="1921">
                  <c:v>43395</c:v>
                </c:pt>
                <c:pt idx="1922">
                  <c:v>43396</c:v>
                </c:pt>
                <c:pt idx="1923">
                  <c:v>43397</c:v>
                </c:pt>
                <c:pt idx="1924">
                  <c:v>43398</c:v>
                </c:pt>
                <c:pt idx="1925">
                  <c:v>43399</c:v>
                </c:pt>
                <c:pt idx="1926">
                  <c:v>43402</c:v>
                </c:pt>
                <c:pt idx="1927">
                  <c:v>43403</c:v>
                </c:pt>
                <c:pt idx="1928">
                  <c:v>43404</c:v>
                </c:pt>
                <c:pt idx="1929">
                  <c:v>43405</c:v>
                </c:pt>
                <c:pt idx="1930">
                  <c:v>43406</c:v>
                </c:pt>
                <c:pt idx="1931">
                  <c:v>43409</c:v>
                </c:pt>
                <c:pt idx="1932">
                  <c:v>43410</c:v>
                </c:pt>
                <c:pt idx="1933">
                  <c:v>43411</c:v>
                </c:pt>
                <c:pt idx="1934">
                  <c:v>43412</c:v>
                </c:pt>
                <c:pt idx="1935">
                  <c:v>43413</c:v>
                </c:pt>
                <c:pt idx="1936">
                  <c:v>43416</c:v>
                </c:pt>
                <c:pt idx="1937">
                  <c:v>43417</c:v>
                </c:pt>
                <c:pt idx="1938">
                  <c:v>43418</c:v>
                </c:pt>
                <c:pt idx="1939">
                  <c:v>43419</c:v>
                </c:pt>
                <c:pt idx="1940">
                  <c:v>43420</c:v>
                </c:pt>
                <c:pt idx="1941">
                  <c:v>43423</c:v>
                </c:pt>
                <c:pt idx="1942">
                  <c:v>43424</c:v>
                </c:pt>
                <c:pt idx="1943">
                  <c:v>43425</c:v>
                </c:pt>
                <c:pt idx="1944">
                  <c:v>43426</c:v>
                </c:pt>
                <c:pt idx="1945">
                  <c:v>43427</c:v>
                </c:pt>
                <c:pt idx="1946">
                  <c:v>43430</c:v>
                </c:pt>
                <c:pt idx="1947">
                  <c:v>43431</c:v>
                </c:pt>
                <c:pt idx="1948">
                  <c:v>43432</c:v>
                </c:pt>
                <c:pt idx="1949">
                  <c:v>43433</c:v>
                </c:pt>
                <c:pt idx="1950">
                  <c:v>43434</c:v>
                </c:pt>
                <c:pt idx="1951">
                  <c:v>43437</c:v>
                </c:pt>
                <c:pt idx="1952">
                  <c:v>43438</c:v>
                </c:pt>
                <c:pt idx="1953">
                  <c:v>43439</c:v>
                </c:pt>
                <c:pt idx="1954">
                  <c:v>43440</c:v>
                </c:pt>
                <c:pt idx="1955">
                  <c:v>43441</c:v>
                </c:pt>
                <c:pt idx="1956">
                  <c:v>43444</c:v>
                </c:pt>
                <c:pt idx="1957">
                  <c:v>43445</c:v>
                </c:pt>
                <c:pt idx="1958">
                  <c:v>43446</c:v>
                </c:pt>
                <c:pt idx="1959">
                  <c:v>43447</c:v>
                </c:pt>
                <c:pt idx="1960">
                  <c:v>43448</c:v>
                </c:pt>
                <c:pt idx="1961">
                  <c:v>43451</c:v>
                </c:pt>
                <c:pt idx="1962">
                  <c:v>43452</c:v>
                </c:pt>
                <c:pt idx="1963">
                  <c:v>43453</c:v>
                </c:pt>
                <c:pt idx="1964">
                  <c:v>43454</c:v>
                </c:pt>
                <c:pt idx="1965">
                  <c:v>43455</c:v>
                </c:pt>
                <c:pt idx="1966">
                  <c:v>43458</c:v>
                </c:pt>
                <c:pt idx="1967">
                  <c:v>43460</c:v>
                </c:pt>
                <c:pt idx="1968">
                  <c:v>43461</c:v>
                </c:pt>
                <c:pt idx="1969">
                  <c:v>43462</c:v>
                </c:pt>
                <c:pt idx="1970">
                  <c:v>43467</c:v>
                </c:pt>
                <c:pt idx="1971">
                  <c:v>43468</c:v>
                </c:pt>
                <c:pt idx="1972">
                  <c:v>43469</c:v>
                </c:pt>
                <c:pt idx="1973">
                  <c:v>43472</c:v>
                </c:pt>
                <c:pt idx="1974">
                  <c:v>43473</c:v>
                </c:pt>
                <c:pt idx="1975">
                  <c:v>43474</c:v>
                </c:pt>
                <c:pt idx="1976">
                  <c:v>43475</c:v>
                </c:pt>
                <c:pt idx="1977">
                  <c:v>43476</c:v>
                </c:pt>
                <c:pt idx="1978">
                  <c:v>43479</c:v>
                </c:pt>
                <c:pt idx="1979">
                  <c:v>43480</c:v>
                </c:pt>
                <c:pt idx="1980">
                  <c:v>43481</c:v>
                </c:pt>
                <c:pt idx="1981">
                  <c:v>43482</c:v>
                </c:pt>
                <c:pt idx="1982">
                  <c:v>43483</c:v>
                </c:pt>
                <c:pt idx="1983">
                  <c:v>43486</c:v>
                </c:pt>
                <c:pt idx="1984">
                  <c:v>43487</c:v>
                </c:pt>
                <c:pt idx="1985">
                  <c:v>43488</c:v>
                </c:pt>
                <c:pt idx="1986">
                  <c:v>43489</c:v>
                </c:pt>
                <c:pt idx="1987">
                  <c:v>43490</c:v>
                </c:pt>
                <c:pt idx="1988">
                  <c:v>43493</c:v>
                </c:pt>
                <c:pt idx="1989">
                  <c:v>43494</c:v>
                </c:pt>
                <c:pt idx="1990">
                  <c:v>43495</c:v>
                </c:pt>
                <c:pt idx="1991">
                  <c:v>43496</c:v>
                </c:pt>
                <c:pt idx="1992">
                  <c:v>43497</c:v>
                </c:pt>
                <c:pt idx="1993">
                  <c:v>43503</c:v>
                </c:pt>
                <c:pt idx="1994">
                  <c:v>43504</c:v>
                </c:pt>
                <c:pt idx="1995">
                  <c:v>43507</c:v>
                </c:pt>
                <c:pt idx="1996">
                  <c:v>43508</c:v>
                </c:pt>
                <c:pt idx="1997">
                  <c:v>43509</c:v>
                </c:pt>
                <c:pt idx="1998">
                  <c:v>43510</c:v>
                </c:pt>
                <c:pt idx="1999">
                  <c:v>43511</c:v>
                </c:pt>
                <c:pt idx="2000">
                  <c:v>43514</c:v>
                </c:pt>
                <c:pt idx="2001">
                  <c:v>43515</c:v>
                </c:pt>
                <c:pt idx="2002">
                  <c:v>43516</c:v>
                </c:pt>
                <c:pt idx="2003">
                  <c:v>43517</c:v>
                </c:pt>
                <c:pt idx="2004">
                  <c:v>43518</c:v>
                </c:pt>
                <c:pt idx="2005">
                  <c:v>43521</c:v>
                </c:pt>
                <c:pt idx="2006">
                  <c:v>43522</c:v>
                </c:pt>
                <c:pt idx="2007">
                  <c:v>43523</c:v>
                </c:pt>
                <c:pt idx="2008">
                  <c:v>43524</c:v>
                </c:pt>
                <c:pt idx="2009">
                  <c:v>43528</c:v>
                </c:pt>
                <c:pt idx="2010">
                  <c:v>43529</c:v>
                </c:pt>
                <c:pt idx="2011">
                  <c:v>43530</c:v>
                </c:pt>
                <c:pt idx="2012">
                  <c:v>43531</c:v>
                </c:pt>
                <c:pt idx="2013">
                  <c:v>43532</c:v>
                </c:pt>
                <c:pt idx="2014">
                  <c:v>43535</c:v>
                </c:pt>
                <c:pt idx="2015">
                  <c:v>43536</c:v>
                </c:pt>
                <c:pt idx="2016">
                  <c:v>43537</c:v>
                </c:pt>
                <c:pt idx="2017">
                  <c:v>43538</c:v>
                </c:pt>
                <c:pt idx="2018">
                  <c:v>43539</c:v>
                </c:pt>
                <c:pt idx="2019">
                  <c:v>43542</c:v>
                </c:pt>
                <c:pt idx="2020">
                  <c:v>43543</c:v>
                </c:pt>
                <c:pt idx="2021">
                  <c:v>43544</c:v>
                </c:pt>
                <c:pt idx="2022">
                  <c:v>43545</c:v>
                </c:pt>
                <c:pt idx="2023">
                  <c:v>43546</c:v>
                </c:pt>
                <c:pt idx="2024">
                  <c:v>43549</c:v>
                </c:pt>
                <c:pt idx="2025">
                  <c:v>43550</c:v>
                </c:pt>
                <c:pt idx="2026">
                  <c:v>43551</c:v>
                </c:pt>
                <c:pt idx="2027">
                  <c:v>43552</c:v>
                </c:pt>
                <c:pt idx="2028">
                  <c:v>43553</c:v>
                </c:pt>
                <c:pt idx="2029">
                  <c:v>43556</c:v>
                </c:pt>
                <c:pt idx="2030">
                  <c:v>43557</c:v>
                </c:pt>
                <c:pt idx="2031">
                  <c:v>43558</c:v>
                </c:pt>
                <c:pt idx="2032">
                  <c:v>43559</c:v>
                </c:pt>
                <c:pt idx="2033">
                  <c:v>43560</c:v>
                </c:pt>
                <c:pt idx="2034">
                  <c:v>43563</c:v>
                </c:pt>
                <c:pt idx="2035">
                  <c:v>43564</c:v>
                </c:pt>
                <c:pt idx="2036">
                  <c:v>43565</c:v>
                </c:pt>
                <c:pt idx="2037">
                  <c:v>43566</c:v>
                </c:pt>
                <c:pt idx="2038">
                  <c:v>43567</c:v>
                </c:pt>
                <c:pt idx="2039">
                  <c:v>43570</c:v>
                </c:pt>
                <c:pt idx="2040">
                  <c:v>43571</c:v>
                </c:pt>
                <c:pt idx="2041">
                  <c:v>43572</c:v>
                </c:pt>
                <c:pt idx="2042">
                  <c:v>43573</c:v>
                </c:pt>
                <c:pt idx="2043">
                  <c:v>43574</c:v>
                </c:pt>
                <c:pt idx="2044">
                  <c:v>43577</c:v>
                </c:pt>
                <c:pt idx="2045">
                  <c:v>43578</c:v>
                </c:pt>
                <c:pt idx="2046">
                  <c:v>43579</c:v>
                </c:pt>
                <c:pt idx="2047">
                  <c:v>43580</c:v>
                </c:pt>
                <c:pt idx="2048">
                  <c:v>43581</c:v>
                </c:pt>
                <c:pt idx="2049">
                  <c:v>43584</c:v>
                </c:pt>
                <c:pt idx="2050">
                  <c:v>43585</c:v>
                </c:pt>
                <c:pt idx="2051">
                  <c:v>43587</c:v>
                </c:pt>
                <c:pt idx="2052">
                  <c:v>43588</c:v>
                </c:pt>
                <c:pt idx="2053">
                  <c:v>43592</c:v>
                </c:pt>
                <c:pt idx="2054">
                  <c:v>43593</c:v>
                </c:pt>
                <c:pt idx="2055">
                  <c:v>43594</c:v>
                </c:pt>
                <c:pt idx="2056">
                  <c:v>43595</c:v>
                </c:pt>
                <c:pt idx="2057">
                  <c:v>43598</c:v>
                </c:pt>
                <c:pt idx="2058">
                  <c:v>43599</c:v>
                </c:pt>
                <c:pt idx="2059">
                  <c:v>43600</c:v>
                </c:pt>
                <c:pt idx="2060">
                  <c:v>43601</c:v>
                </c:pt>
                <c:pt idx="2061">
                  <c:v>43602</c:v>
                </c:pt>
                <c:pt idx="2062">
                  <c:v>43605</c:v>
                </c:pt>
                <c:pt idx="2063">
                  <c:v>43606</c:v>
                </c:pt>
                <c:pt idx="2064">
                  <c:v>43607</c:v>
                </c:pt>
                <c:pt idx="2065">
                  <c:v>43608</c:v>
                </c:pt>
                <c:pt idx="2066">
                  <c:v>43609</c:v>
                </c:pt>
                <c:pt idx="2067">
                  <c:v>43612</c:v>
                </c:pt>
                <c:pt idx="2068">
                  <c:v>43613</c:v>
                </c:pt>
                <c:pt idx="2069">
                  <c:v>43614</c:v>
                </c:pt>
                <c:pt idx="2070">
                  <c:v>43615</c:v>
                </c:pt>
                <c:pt idx="2071">
                  <c:v>43616</c:v>
                </c:pt>
                <c:pt idx="2072">
                  <c:v>43619</c:v>
                </c:pt>
                <c:pt idx="2073">
                  <c:v>43620</c:v>
                </c:pt>
                <c:pt idx="2074">
                  <c:v>43621</c:v>
                </c:pt>
                <c:pt idx="2075">
                  <c:v>43623</c:v>
                </c:pt>
                <c:pt idx="2076">
                  <c:v>43626</c:v>
                </c:pt>
                <c:pt idx="2077">
                  <c:v>43627</c:v>
                </c:pt>
                <c:pt idx="2078">
                  <c:v>43628</c:v>
                </c:pt>
                <c:pt idx="2079">
                  <c:v>43629</c:v>
                </c:pt>
                <c:pt idx="2080">
                  <c:v>43630</c:v>
                </c:pt>
                <c:pt idx="2081">
                  <c:v>43633</c:v>
                </c:pt>
                <c:pt idx="2082">
                  <c:v>43634</c:v>
                </c:pt>
                <c:pt idx="2083">
                  <c:v>43635</c:v>
                </c:pt>
                <c:pt idx="2084">
                  <c:v>43636</c:v>
                </c:pt>
                <c:pt idx="2085">
                  <c:v>43637</c:v>
                </c:pt>
                <c:pt idx="2086">
                  <c:v>43640</c:v>
                </c:pt>
                <c:pt idx="2087">
                  <c:v>43641</c:v>
                </c:pt>
                <c:pt idx="2088">
                  <c:v>43642</c:v>
                </c:pt>
                <c:pt idx="2089">
                  <c:v>43643</c:v>
                </c:pt>
                <c:pt idx="2090">
                  <c:v>43644</c:v>
                </c:pt>
                <c:pt idx="2091">
                  <c:v>43647</c:v>
                </c:pt>
                <c:pt idx="2092">
                  <c:v>43648</c:v>
                </c:pt>
                <c:pt idx="2093">
                  <c:v>43649</c:v>
                </c:pt>
                <c:pt idx="2094">
                  <c:v>43650</c:v>
                </c:pt>
                <c:pt idx="2095">
                  <c:v>43651</c:v>
                </c:pt>
                <c:pt idx="2096">
                  <c:v>43654</c:v>
                </c:pt>
                <c:pt idx="2097">
                  <c:v>43655</c:v>
                </c:pt>
                <c:pt idx="2098">
                  <c:v>43656</c:v>
                </c:pt>
                <c:pt idx="2099">
                  <c:v>43657</c:v>
                </c:pt>
                <c:pt idx="2100">
                  <c:v>43658</c:v>
                </c:pt>
                <c:pt idx="2101">
                  <c:v>43661</c:v>
                </c:pt>
                <c:pt idx="2102">
                  <c:v>43662</c:v>
                </c:pt>
                <c:pt idx="2103">
                  <c:v>43663</c:v>
                </c:pt>
                <c:pt idx="2104">
                  <c:v>43664</c:v>
                </c:pt>
                <c:pt idx="2105">
                  <c:v>43665</c:v>
                </c:pt>
                <c:pt idx="2106">
                  <c:v>43668</c:v>
                </c:pt>
                <c:pt idx="2107">
                  <c:v>43669</c:v>
                </c:pt>
                <c:pt idx="2108">
                  <c:v>43670</c:v>
                </c:pt>
                <c:pt idx="2109">
                  <c:v>43671</c:v>
                </c:pt>
                <c:pt idx="2110">
                  <c:v>43672</c:v>
                </c:pt>
                <c:pt idx="2111">
                  <c:v>43675</c:v>
                </c:pt>
                <c:pt idx="2112">
                  <c:v>43676</c:v>
                </c:pt>
                <c:pt idx="2113">
                  <c:v>43677</c:v>
                </c:pt>
                <c:pt idx="2114">
                  <c:v>43678</c:v>
                </c:pt>
                <c:pt idx="2115">
                  <c:v>43679</c:v>
                </c:pt>
                <c:pt idx="2116">
                  <c:v>43682</c:v>
                </c:pt>
                <c:pt idx="2117">
                  <c:v>43683</c:v>
                </c:pt>
                <c:pt idx="2118">
                  <c:v>43684</c:v>
                </c:pt>
                <c:pt idx="2119">
                  <c:v>43685</c:v>
                </c:pt>
                <c:pt idx="2120">
                  <c:v>43686</c:v>
                </c:pt>
                <c:pt idx="2121">
                  <c:v>43689</c:v>
                </c:pt>
                <c:pt idx="2122">
                  <c:v>43690</c:v>
                </c:pt>
                <c:pt idx="2123">
                  <c:v>43691</c:v>
                </c:pt>
                <c:pt idx="2124">
                  <c:v>43693</c:v>
                </c:pt>
                <c:pt idx="2125">
                  <c:v>43696</c:v>
                </c:pt>
                <c:pt idx="2126">
                  <c:v>43697</c:v>
                </c:pt>
                <c:pt idx="2127">
                  <c:v>43698</c:v>
                </c:pt>
                <c:pt idx="2128">
                  <c:v>43699</c:v>
                </c:pt>
                <c:pt idx="2129">
                  <c:v>43700</c:v>
                </c:pt>
                <c:pt idx="2130">
                  <c:v>43703</c:v>
                </c:pt>
                <c:pt idx="2131">
                  <c:v>43704</c:v>
                </c:pt>
                <c:pt idx="2132">
                  <c:v>43705</c:v>
                </c:pt>
                <c:pt idx="2133">
                  <c:v>43706</c:v>
                </c:pt>
                <c:pt idx="2134">
                  <c:v>43707</c:v>
                </c:pt>
                <c:pt idx="2135">
                  <c:v>43710</c:v>
                </c:pt>
                <c:pt idx="2136">
                  <c:v>43711</c:v>
                </c:pt>
                <c:pt idx="2137">
                  <c:v>43712</c:v>
                </c:pt>
                <c:pt idx="2138">
                  <c:v>43713</c:v>
                </c:pt>
                <c:pt idx="2139">
                  <c:v>43714</c:v>
                </c:pt>
                <c:pt idx="2140">
                  <c:v>43717</c:v>
                </c:pt>
                <c:pt idx="2141">
                  <c:v>43718</c:v>
                </c:pt>
                <c:pt idx="2142">
                  <c:v>43719</c:v>
                </c:pt>
                <c:pt idx="2143">
                  <c:v>43724</c:v>
                </c:pt>
                <c:pt idx="2144">
                  <c:v>43725</c:v>
                </c:pt>
                <c:pt idx="2145">
                  <c:v>43726</c:v>
                </c:pt>
                <c:pt idx="2146">
                  <c:v>43727</c:v>
                </c:pt>
                <c:pt idx="2147">
                  <c:v>43728</c:v>
                </c:pt>
                <c:pt idx="2148">
                  <c:v>43731</c:v>
                </c:pt>
                <c:pt idx="2149">
                  <c:v>43732</c:v>
                </c:pt>
                <c:pt idx="2150">
                  <c:v>43733</c:v>
                </c:pt>
                <c:pt idx="2151">
                  <c:v>43734</c:v>
                </c:pt>
                <c:pt idx="2152">
                  <c:v>43735</c:v>
                </c:pt>
                <c:pt idx="2153">
                  <c:v>43738</c:v>
                </c:pt>
                <c:pt idx="2154">
                  <c:v>43739</c:v>
                </c:pt>
                <c:pt idx="2155">
                  <c:v>43740</c:v>
                </c:pt>
                <c:pt idx="2156">
                  <c:v>43742</c:v>
                </c:pt>
                <c:pt idx="2157">
                  <c:v>43745</c:v>
                </c:pt>
                <c:pt idx="2158">
                  <c:v>43746</c:v>
                </c:pt>
                <c:pt idx="2159">
                  <c:v>43748</c:v>
                </c:pt>
                <c:pt idx="2160">
                  <c:v>43749</c:v>
                </c:pt>
                <c:pt idx="2161">
                  <c:v>43752</c:v>
                </c:pt>
                <c:pt idx="2162">
                  <c:v>43753</c:v>
                </c:pt>
                <c:pt idx="2163">
                  <c:v>43754</c:v>
                </c:pt>
                <c:pt idx="2164">
                  <c:v>43755</c:v>
                </c:pt>
                <c:pt idx="2165">
                  <c:v>43756</c:v>
                </c:pt>
                <c:pt idx="2166">
                  <c:v>43759</c:v>
                </c:pt>
                <c:pt idx="2167">
                  <c:v>43760</c:v>
                </c:pt>
                <c:pt idx="2168">
                  <c:v>43761</c:v>
                </c:pt>
                <c:pt idx="2169">
                  <c:v>43762</c:v>
                </c:pt>
                <c:pt idx="2170">
                  <c:v>43763</c:v>
                </c:pt>
                <c:pt idx="2171">
                  <c:v>43766</c:v>
                </c:pt>
                <c:pt idx="2172">
                  <c:v>43767</c:v>
                </c:pt>
                <c:pt idx="2173">
                  <c:v>43768</c:v>
                </c:pt>
                <c:pt idx="2174">
                  <c:v>43769</c:v>
                </c:pt>
                <c:pt idx="2175">
                  <c:v>43770</c:v>
                </c:pt>
                <c:pt idx="2176">
                  <c:v>43773</c:v>
                </c:pt>
                <c:pt idx="2177">
                  <c:v>43774</c:v>
                </c:pt>
                <c:pt idx="2178">
                  <c:v>43775</c:v>
                </c:pt>
                <c:pt idx="2179">
                  <c:v>43776</c:v>
                </c:pt>
                <c:pt idx="2180">
                  <c:v>43777</c:v>
                </c:pt>
                <c:pt idx="2181">
                  <c:v>43780</c:v>
                </c:pt>
                <c:pt idx="2182">
                  <c:v>43781</c:v>
                </c:pt>
                <c:pt idx="2183">
                  <c:v>43782</c:v>
                </c:pt>
                <c:pt idx="2184">
                  <c:v>43783</c:v>
                </c:pt>
                <c:pt idx="2185">
                  <c:v>43784</c:v>
                </c:pt>
                <c:pt idx="2186">
                  <c:v>43787</c:v>
                </c:pt>
                <c:pt idx="2187">
                  <c:v>43788</c:v>
                </c:pt>
                <c:pt idx="2188">
                  <c:v>43789</c:v>
                </c:pt>
                <c:pt idx="2189">
                  <c:v>43790</c:v>
                </c:pt>
                <c:pt idx="2190">
                  <c:v>43791</c:v>
                </c:pt>
                <c:pt idx="2191">
                  <c:v>43794</c:v>
                </c:pt>
                <c:pt idx="2192">
                  <c:v>43795</c:v>
                </c:pt>
                <c:pt idx="2193">
                  <c:v>43796</c:v>
                </c:pt>
                <c:pt idx="2194">
                  <c:v>43797</c:v>
                </c:pt>
                <c:pt idx="2195">
                  <c:v>43798</c:v>
                </c:pt>
                <c:pt idx="2196">
                  <c:v>43801</c:v>
                </c:pt>
                <c:pt idx="2197">
                  <c:v>43802</c:v>
                </c:pt>
                <c:pt idx="2198">
                  <c:v>43803</c:v>
                </c:pt>
                <c:pt idx="2199">
                  <c:v>43804</c:v>
                </c:pt>
                <c:pt idx="2200">
                  <c:v>43805</c:v>
                </c:pt>
                <c:pt idx="2201">
                  <c:v>43808</c:v>
                </c:pt>
                <c:pt idx="2202">
                  <c:v>43809</c:v>
                </c:pt>
                <c:pt idx="2203">
                  <c:v>43810</c:v>
                </c:pt>
                <c:pt idx="2204">
                  <c:v>43811</c:v>
                </c:pt>
                <c:pt idx="2205">
                  <c:v>43812</c:v>
                </c:pt>
                <c:pt idx="2206">
                  <c:v>43815</c:v>
                </c:pt>
                <c:pt idx="2207">
                  <c:v>43816</c:v>
                </c:pt>
                <c:pt idx="2208">
                  <c:v>43817</c:v>
                </c:pt>
                <c:pt idx="2209">
                  <c:v>43818</c:v>
                </c:pt>
                <c:pt idx="2210">
                  <c:v>43819</c:v>
                </c:pt>
                <c:pt idx="2211">
                  <c:v>43822</c:v>
                </c:pt>
                <c:pt idx="2212">
                  <c:v>43823</c:v>
                </c:pt>
                <c:pt idx="2213">
                  <c:v>43825</c:v>
                </c:pt>
                <c:pt idx="2214">
                  <c:v>43826</c:v>
                </c:pt>
                <c:pt idx="2215">
                  <c:v>43829</c:v>
                </c:pt>
                <c:pt idx="2216">
                  <c:v>43832</c:v>
                </c:pt>
                <c:pt idx="2217">
                  <c:v>43833</c:v>
                </c:pt>
                <c:pt idx="2218">
                  <c:v>43836</c:v>
                </c:pt>
                <c:pt idx="2219">
                  <c:v>43837</c:v>
                </c:pt>
                <c:pt idx="2220">
                  <c:v>43838</c:v>
                </c:pt>
                <c:pt idx="2221">
                  <c:v>43839</c:v>
                </c:pt>
                <c:pt idx="2222">
                  <c:v>43840</c:v>
                </c:pt>
                <c:pt idx="2223">
                  <c:v>43843</c:v>
                </c:pt>
                <c:pt idx="2224">
                  <c:v>43844</c:v>
                </c:pt>
                <c:pt idx="2225">
                  <c:v>43845</c:v>
                </c:pt>
                <c:pt idx="2226">
                  <c:v>43846</c:v>
                </c:pt>
                <c:pt idx="2227">
                  <c:v>43847</c:v>
                </c:pt>
                <c:pt idx="2228">
                  <c:v>43850</c:v>
                </c:pt>
                <c:pt idx="2229">
                  <c:v>43851</c:v>
                </c:pt>
                <c:pt idx="2230">
                  <c:v>43852</c:v>
                </c:pt>
                <c:pt idx="2231">
                  <c:v>43853</c:v>
                </c:pt>
                <c:pt idx="2232">
                  <c:v>43858</c:v>
                </c:pt>
                <c:pt idx="2233">
                  <c:v>43859</c:v>
                </c:pt>
                <c:pt idx="2234">
                  <c:v>43860</c:v>
                </c:pt>
                <c:pt idx="2235">
                  <c:v>43861</c:v>
                </c:pt>
                <c:pt idx="2236">
                  <c:v>43864</c:v>
                </c:pt>
                <c:pt idx="2237">
                  <c:v>43865</c:v>
                </c:pt>
                <c:pt idx="2238">
                  <c:v>43866</c:v>
                </c:pt>
                <c:pt idx="2239">
                  <c:v>43867</c:v>
                </c:pt>
                <c:pt idx="2240">
                  <c:v>43868</c:v>
                </c:pt>
                <c:pt idx="2241">
                  <c:v>43871</c:v>
                </c:pt>
                <c:pt idx="2242">
                  <c:v>43872</c:v>
                </c:pt>
                <c:pt idx="2243">
                  <c:v>43873</c:v>
                </c:pt>
                <c:pt idx="2244">
                  <c:v>43874</c:v>
                </c:pt>
                <c:pt idx="2245">
                  <c:v>43875</c:v>
                </c:pt>
                <c:pt idx="2246">
                  <c:v>43878</c:v>
                </c:pt>
                <c:pt idx="2247">
                  <c:v>43879</c:v>
                </c:pt>
                <c:pt idx="2248">
                  <c:v>43880</c:v>
                </c:pt>
                <c:pt idx="2249">
                  <c:v>43881</c:v>
                </c:pt>
                <c:pt idx="2250">
                  <c:v>43882</c:v>
                </c:pt>
                <c:pt idx="2251">
                  <c:v>43885</c:v>
                </c:pt>
                <c:pt idx="2252">
                  <c:v>43886</c:v>
                </c:pt>
                <c:pt idx="2253">
                  <c:v>43887</c:v>
                </c:pt>
                <c:pt idx="2254">
                  <c:v>43888</c:v>
                </c:pt>
                <c:pt idx="2255">
                  <c:v>43889</c:v>
                </c:pt>
                <c:pt idx="2256">
                  <c:v>43892</c:v>
                </c:pt>
                <c:pt idx="2257">
                  <c:v>43893</c:v>
                </c:pt>
                <c:pt idx="2258">
                  <c:v>43894</c:v>
                </c:pt>
                <c:pt idx="2259">
                  <c:v>43895</c:v>
                </c:pt>
                <c:pt idx="2260">
                  <c:v>43896</c:v>
                </c:pt>
                <c:pt idx="2261">
                  <c:v>43899</c:v>
                </c:pt>
                <c:pt idx="2262">
                  <c:v>43900</c:v>
                </c:pt>
                <c:pt idx="2263">
                  <c:v>43901</c:v>
                </c:pt>
                <c:pt idx="2264">
                  <c:v>43902</c:v>
                </c:pt>
                <c:pt idx="2265">
                  <c:v>43903</c:v>
                </c:pt>
                <c:pt idx="2266">
                  <c:v>43906</c:v>
                </c:pt>
                <c:pt idx="2267">
                  <c:v>43907</c:v>
                </c:pt>
                <c:pt idx="2268">
                  <c:v>43908</c:v>
                </c:pt>
                <c:pt idx="2269">
                  <c:v>43909</c:v>
                </c:pt>
                <c:pt idx="2270">
                  <c:v>43910</c:v>
                </c:pt>
                <c:pt idx="2271">
                  <c:v>43913</c:v>
                </c:pt>
                <c:pt idx="2272">
                  <c:v>43914</c:v>
                </c:pt>
                <c:pt idx="2273">
                  <c:v>43915</c:v>
                </c:pt>
                <c:pt idx="2274">
                  <c:v>43916</c:v>
                </c:pt>
                <c:pt idx="2275">
                  <c:v>43917</c:v>
                </c:pt>
                <c:pt idx="2276">
                  <c:v>43920</c:v>
                </c:pt>
                <c:pt idx="2277">
                  <c:v>43921</c:v>
                </c:pt>
              </c:numCache>
            </c:numRef>
          </c:cat>
          <c:val>
            <c:numRef>
              <c:f>Sheet2!$R$2735:$R$5012</c:f>
              <c:numCache>
                <c:formatCode>0.0%</c:formatCode>
                <c:ptCount val="2278"/>
                <c:pt idx="0">
                  <c:v>0</c:v>
                </c:pt>
                <c:pt idx="1">
                  <c:v>-8.264628901244464E-7</c:v>
                </c:pt>
                <c:pt idx="2">
                  <c:v>-3.1435773526489186E-6</c:v>
                </c:pt>
                <c:pt idx="3">
                  <c:v>-2.2622563355945147E-6</c:v>
                </c:pt>
                <c:pt idx="4">
                  <c:v>-1.1222751219452931E-6</c:v>
                </c:pt>
                <c:pt idx="5">
                  <c:v>-2.3596231251143962E-6</c:v>
                </c:pt>
                <c:pt idx="6">
                  <c:v>1.0042806706245244E-6</c:v>
                </c:pt>
                <c:pt idx="7">
                  <c:v>2.905721969703734E-7</c:v>
                </c:pt>
                <c:pt idx="8">
                  <c:v>-1.5651369196234555E-6</c:v>
                </c:pt>
                <c:pt idx="9">
                  <c:v>3.2679964334647593E-7</c:v>
                </c:pt>
                <c:pt idx="10">
                  <c:v>-5.2909024075287192E-6</c:v>
                </c:pt>
                <c:pt idx="11">
                  <c:v>9.9744970816217915E-7</c:v>
                </c:pt>
                <c:pt idx="12">
                  <c:v>2.7920581793239307E-6</c:v>
                </c:pt>
                <c:pt idx="13">
                  <c:v>-5.9280796866900687E-6</c:v>
                </c:pt>
                <c:pt idx="14">
                  <c:v>5.5750821532640771E-6</c:v>
                </c:pt>
                <c:pt idx="15">
                  <c:v>3.0877906698867363E-5</c:v>
                </c:pt>
                <c:pt idx="16">
                  <c:v>3.9283303476800313E-5</c:v>
                </c:pt>
                <c:pt idx="17">
                  <c:v>4.0010871503515233E-5</c:v>
                </c:pt>
                <c:pt idx="18">
                  <c:v>3.8813820949279432E-5</c:v>
                </c:pt>
                <c:pt idx="19">
                  <c:v>3.5607235076229315E-5</c:v>
                </c:pt>
                <c:pt idx="20">
                  <c:v>4.2457175112753376E-5</c:v>
                </c:pt>
                <c:pt idx="21">
                  <c:v>8.1335792403436358E-5</c:v>
                </c:pt>
                <c:pt idx="22">
                  <c:v>8.3419086307268131E-5</c:v>
                </c:pt>
                <c:pt idx="23">
                  <c:v>9.1344683323724141E-5</c:v>
                </c:pt>
                <c:pt idx="24">
                  <c:v>8.8596616425240526E-5</c:v>
                </c:pt>
                <c:pt idx="25">
                  <c:v>6.7464846216003238E-5</c:v>
                </c:pt>
                <c:pt idx="26">
                  <c:v>-1.7388239793358906E-5</c:v>
                </c:pt>
                <c:pt idx="27">
                  <c:v>-1.4911351657231897E-4</c:v>
                </c:pt>
                <c:pt idx="28">
                  <c:v>9.7208897883227507E-5</c:v>
                </c:pt>
                <c:pt idx="29">
                  <c:v>8.0333586507164156E-5</c:v>
                </c:pt>
                <c:pt idx="30">
                  <c:v>-2.5760984203593296E-6</c:v>
                </c:pt>
                <c:pt idx="31">
                  <c:v>-5.380045420588786E-5</c:v>
                </c:pt>
                <c:pt idx="32">
                  <c:v>1.4241528230951594E-4</c:v>
                </c:pt>
                <c:pt idx="33">
                  <c:v>1.0816937019830775E-4</c:v>
                </c:pt>
                <c:pt idx="34">
                  <c:v>-3.2935848320758687E-5</c:v>
                </c:pt>
                <c:pt idx="35">
                  <c:v>-7.7358081003953139E-5</c:v>
                </c:pt>
                <c:pt idx="36">
                  <c:v>-1.5591510301504741E-4</c:v>
                </c:pt>
                <c:pt idx="37">
                  <c:v>-6.4610250520957813E-5</c:v>
                </c:pt>
                <c:pt idx="38">
                  <c:v>-2.1443579335178597E-4</c:v>
                </c:pt>
                <c:pt idx="39">
                  <c:v>-3.026255744047468E-4</c:v>
                </c:pt>
                <c:pt idx="40">
                  <c:v>7.6198817663630791E-5</c:v>
                </c:pt>
                <c:pt idx="41">
                  <c:v>3.0362452622956226E-4</c:v>
                </c:pt>
                <c:pt idx="42">
                  <c:v>2.0610064429205099E-4</c:v>
                </c:pt>
                <c:pt idx="43">
                  <c:v>2.8721848900192803E-4</c:v>
                </c:pt>
                <c:pt idx="44">
                  <c:v>3.0330137024014991E-4</c:v>
                </c:pt>
                <c:pt idx="45">
                  <c:v>2.0065969484661661E-4</c:v>
                </c:pt>
                <c:pt idx="46">
                  <c:v>2.1233672681697513E-5</c:v>
                </c:pt>
                <c:pt idx="47">
                  <c:v>2.7668161403027192E-4</c:v>
                </c:pt>
                <c:pt idx="48">
                  <c:v>-2.6272684820249914E-5</c:v>
                </c:pt>
                <c:pt idx="49">
                  <c:v>3.8677831438860277E-4</c:v>
                </c:pt>
                <c:pt idx="50">
                  <c:v>4.0637775956797739E-4</c:v>
                </c:pt>
                <c:pt idx="51">
                  <c:v>5.4244791180668717E-4</c:v>
                </c:pt>
                <c:pt idx="52">
                  <c:v>6.387538185008701E-4</c:v>
                </c:pt>
                <c:pt idx="53">
                  <c:v>6.6717455713560803E-4</c:v>
                </c:pt>
                <c:pt idx="54">
                  <c:v>6.6042458629467227E-4</c:v>
                </c:pt>
                <c:pt idx="55">
                  <c:v>7.257202931801876E-4</c:v>
                </c:pt>
                <c:pt idx="56">
                  <c:v>7.2663218396074036E-4</c:v>
                </c:pt>
                <c:pt idx="57">
                  <c:v>7.1875136883359225E-4</c:v>
                </c:pt>
                <c:pt idx="58">
                  <c:v>6.7734158089782781E-4</c:v>
                </c:pt>
                <c:pt idx="59">
                  <c:v>5.8261044127072559E-4</c:v>
                </c:pt>
                <c:pt idx="60">
                  <c:v>4.862144777477706E-4</c:v>
                </c:pt>
                <c:pt idx="61">
                  <c:v>3.644858803018014E-4</c:v>
                </c:pt>
                <c:pt idx="62">
                  <c:v>4.2117811740705058E-4</c:v>
                </c:pt>
                <c:pt idx="63">
                  <c:v>2.7280122809569818E-4</c:v>
                </c:pt>
                <c:pt idx="64">
                  <c:v>3.3290849885259099E-4</c:v>
                </c:pt>
                <c:pt idx="65">
                  <c:v>4.0781222522046079E-4</c:v>
                </c:pt>
                <c:pt idx="66">
                  <c:v>3.6202432085041814E-4</c:v>
                </c:pt>
                <c:pt idx="67">
                  <c:v>4.0736012448516767E-4</c:v>
                </c:pt>
                <c:pt idx="68">
                  <c:v>7.4109504977948326E-4</c:v>
                </c:pt>
                <c:pt idx="69">
                  <c:v>5.5155665966855061E-4</c:v>
                </c:pt>
                <c:pt idx="70">
                  <c:v>3.6043579378675084E-4</c:v>
                </c:pt>
                <c:pt idx="71">
                  <c:v>3.9455919638364811E-4</c:v>
                </c:pt>
                <c:pt idx="72">
                  <c:v>4.569718722631233E-4</c:v>
                </c:pt>
                <c:pt idx="73">
                  <c:v>6.0911908122363023E-4</c:v>
                </c:pt>
                <c:pt idx="74">
                  <c:v>1.0661483550888917E-4</c:v>
                </c:pt>
                <c:pt idx="75">
                  <c:v>-4.1661627876687923E-4</c:v>
                </c:pt>
                <c:pt idx="76">
                  <c:v>-3.6315483252491454E-4</c:v>
                </c:pt>
                <c:pt idx="77">
                  <c:v>-6.6678760840699347E-4</c:v>
                </c:pt>
                <c:pt idx="78">
                  <c:v>-4.2936170751461944E-4</c:v>
                </c:pt>
                <c:pt idx="79">
                  <c:v>-5.4754723064531774E-4</c:v>
                </c:pt>
                <c:pt idx="80">
                  <c:v>-5.5983094189770988E-4</c:v>
                </c:pt>
                <c:pt idx="81">
                  <c:v>-2.4979668386371223E-4</c:v>
                </c:pt>
                <c:pt idx="82">
                  <c:v>-1.0382762873943907E-3</c:v>
                </c:pt>
                <c:pt idx="83">
                  <c:v>-2.7213423451200036E-4</c:v>
                </c:pt>
                <c:pt idx="84">
                  <c:v>2.6892470238260024E-4</c:v>
                </c:pt>
                <c:pt idx="85">
                  <c:v>9.2609408120325476E-4</c:v>
                </c:pt>
                <c:pt idx="86">
                  <c:v>1.0234822317933823E-3</c:v>
                </c:pt>
                <c:pt idx="87">
                  <c:v>7.3211202995282498E-4</c:v>
                </c:pt>
                <c:pt idx="88">
                  <c:v>1.4561162384094661E-3</c:v>
                </c:pt>
                <c:pt idx="89">
                  <c:v>1.4778319990298439E-3</c:v>
                </c:pt>
                <c:pt idx="90">
                  <c:v>1.5872729611072778E-3</c:v>
                </c:pt>
                <c:pt idx="91">
                  <c:v>1.5888178495233607E-3</c:v>
                </c:pt>
                <c:pt idx="92">
                  <c:v>1.4903478170646967E-3</c:v>
                </c:pt>
                <c:pt idx="93">
                  <c:v>1.851430397524112E-3</c:v>
                </c:pt>
                <c:pt idx="94">
                  <c:v>1.8259525431574275E-3</c:v>
                </c:pt>
                <c:pt idx="95">
                  <c:v>2.0777267246215869E-3</c:v>
                </c:pt>
                <c:pt idx="96">
                  <c:v>2.1044925368223222E-3</c:v>
                </c:pt>
                <c:pt idx="97">
                  <c:v>1.9804482640130017E-3</c:v>
                </c:pt>
                <c:pt idx="98">
                  <c:v>2.5400894348637237E-3</c:v>
                </c:pt>
                <c:pt idx="99">
                  <c:v>2.5327639540158042E-3</c:v>
                </c:pt>
                <c:pt idx="100">
                  <c:v>2.5516146700428344E-3</c:v>
                </c:pt>
                <c:pt idx="101">
                  <c:v>2.5073126424124403E-3</c:v>
                </c:pt>
                <c:pt idx="102">
                  <c:v>2.5080910435602011E-3</c:v>
                </c:pt>
                <c:pt idx="103">
                  <c:v>2.8182134444025841E-3</c:v>
                </c:pt>
                <c:pt idx="104">
                  <c:v>2.8157305866349791E-3</c:v>
                </c:pt>
                <c:pt idx="105">
                  <c:v>2.8754944497069168E-3</c:v>
                </c:pt>
                <c:pt idx="106">
                  <c:v>2.9008368028815568E-3</c:v>
                </c:pt>
                <c:pt idx="107">
                  <c:v>2.8618014211116982E-3</c:v>
                </c:pt>
                <c:pt idx="108">
                  <c:v>2.7157553874301854E-3</c:v>
                </c:pt>
                <c:pt idx="109">
                  <c:v>2.777885814794212E-3</c:v>
                </c:pt>
                <c:pt idx="110">
                  <c:v>3.0655674469992622E-3</c:v>
                </c:pt>
                <c:pt idx="111">
                  <c:v>3.090345750254464E-3</c:v>
                </c:pt>
                <c:pt idx="112">
                  <c:v>2.9860307529600005E-3</c:v>
                </c:pt>
                <c:pt idx="113">
                  <c:v>2.7518807104606191E-3</c:v>
                </c:pt>
                <c:pt idx="114">
                  <c:v>2.5320417751558688E-3</c:v>
                </c:pt>
                <c:pt idx="115">
                  <c:v>3.1375362259439266E-3</c:v>
                </c:pt>
                <c:pt idx="116">
                  <c:v>3.3256604189321193E-3</c:v>
                </c:pt>
                <c:pt idx="117">
                  <c:v>3.2352380246812862E-3</c:v>
                </c:pt>
                <c:pt idx="118">
                  <c:v>3.6488774308602867E-3</c:v>
                </c:pt>
                <c:pt idx="119">
                  <c:v>3.5880219385050482E-3</c:v>
                </c:pt>
                <c:pt idx="120">
                  <c:v>3.5277576677611444E-3</c:v>
                </c:pt>
                <c:pt idx="121">
                  <c:v>3.8293893480898511E-3</c:v>
                </c:pt>
                <c:pt idx="122">
                  <c:v>3.8393606686486503E-3</c:v>
                </c:pt>
                <c:pt idx="123">
                  <c:v>3.8767459158957074E-3</c:v>
                </c:pt>
                <c:pt idx="124">
                  <c:v>3.7678983858209225E-3</c:v>
                </c:pt>
                <c:pt idx="125">
                  <c:v>3.5977994748277453E-3</c:v>
                </c:pt>
                <c:pt idx="126">
                  <c:v>3.4644041175420082E-3</c:v>
                </c:pt>
                <c:pt idx="127">
                  <c:v>3.3456221091319183E-3</c:v>
                </c:pt>
                <c:pt idx="128">
                  <c:v>3.3483934138887061E-3</c:v>
                </c:pt>
                <c:pt idx="129">
                  <c:v>3.8448075314247987E-3</c:v>
                </c:pt>
                <c:pt idx="130">
                  <c:v>4.4074988392055481E-3</c:v>
                </c:pt>
                <c:pt idx="131">
                  <c:v>4.4324758553346832E-3</c:v>
                </c:pt>
                <c:pt idx="132">
                  <c:v>4.439434068234327E-3</c:v>
                </c:pt>
                <c:pt idx="133">
                  <c:v>4.4085520001388989E-3</c:v>
                </c:pt>
                <c:pt idx="134">
                  <c:v>4.5307690542304435E-3</c:v>
                </c:pt>
                <c:pt idx="135">
                  <c:v>4.5307363528801492E-3</c:v>
                </c:pt>
                <c:pt idx="136">
                  <c:v>4.5390233885320708E-3</c:v>
                </c:pt>
                <c:pt idx="137">
                  <c:v>4.6044847579471693E-3</c:v>
                </c:pt>
                <c:pt idx="138">
                  <c:v>4.4831172203110281E-3</c:v>
                </c:pt>
                <c:pt idx="139">
                  <c:v>4.7372775039855597E-3</c:v>
                </c:pt>
                <c:pt idx="140">
                  <c:v>4.638810263451365E-3</c:v>
                </c:pt>
                <c:pt idx="141">
                  <c:v>4.5874990122356518E-3</c:v>
                </c:pt>
                <c:pt idx="142">
                  <c:v>4.8215943194336308E-3</c:v>
                </c:pt>
                <c:pt idx="143">
                  <c:v>4.9563594840711378E-3</c:v>
                </c:pt>
                <c:pt idx="144">
                  <c:v>4.9577144397798811E-3</c:v>
                </c:pt>
                <c:pt idx="145">
                  <c:v>5.5215741059386758E-3</c:v>
                </c:pt>
                <c:pt idx="146">
                  <c:v>5.27848646052409E-3</c:v>
                </c:pt>
                <c:pt idx="147">
                  <c:v>4.3159680696883695E-3</c:v>
                </c:pt>
                <c:pt idx="148">
                  <c:v>1.8871231779501452E-3</c:v>
                </c:pt>
                <c:pt idx="149">
                  <c:v>-1.9099764742979142E-3</c:v>
                </c:pt>
                <c:pt idx="150">
                  <c:v>-6.7670127047196882E-3</c:v>
                </c:pt>
                <c:pt idx="151">
                  <c:v>-6.9622078915061447E-3</c:v>
                </c:pt>
                <c:pt idx="152">
                  <c:v>-6.3460656037647167E-3</c:v>
                </c:pt>
                <c:pt idx="153">
                  <c:v>-8.8444642764429204E-3</c:v>
                </c:pt>
                <c:pt idx="154">
                  <c:v>-3.408490305599754E-4</c:v>
                </c:pt>
                <c:pt idx="155">
                  <c:v>3.2535181136783553E-4</c:v>
                </c:pt>
                <c:pt idx="156">
                  <c:v>-2.4261286288786987E-3</c:v>
                </c:pt>
                <c:pt idx="157">
                  <c:v>-1.1854815614480652E-2</c:v>
                </c:pt>
                <c:pt idx="158">
                  <c:v>-1.4759211213904E-2</c:v>
                </c:pt>
                <c:pt idx="159">
                  <c:v>-8.3876513139682363E-3</c:v>
                </c:pt>
                <c:pt idx="160">
                  <c:v>-1.0668553589768481E-2</c:v>
                </c:pt>
                <c:pt idx="161">
                  <c:v>-9.2052580138493045E-3</c:v>
                </c:pt>
                <c:pt idx="162">
                  <c:v>-7.6588228183973595E-3</c:v>
                </c:pt>
                <c:pt idx="163">
                  <c:v>-2.5583461381059047E-3</c:v>
                </c:pt>
                <c:pt idx="164">
                  <c:v>-1.3443332075108172E-3</c:v>
                </c:pt>
                <c:pt idx="165">
                  <c:v>1.4765184547953503E-3</c:v>
                </c:pt>
                <c:pt idx="166">
                  <c:v>1.5928152087628655E-3</c:v>
                </c:pt>
                <c:pt idx="167">
                  <c:v>3.7639288651769576E-4</c:v>
                </c:pt>
                <c:pt idx="168">
                  <c:v>-6.2326796745323376E-3</c:v>
                </c:pt>
                <c:pt idx="169">
                  <c:v>-7.9642690099964719E-3</c:v>
                </c:pt>
                <c:pt idx="170">
                  <c:v>-3.1298954754355179E-4</c:v>
                </c:pt>
                <c:pt idx="171">
                  <c:v>1.2462301413558308E-3</c:v>
                </c:pt>
                <c:pt idx="172">
                  <c:v>-1.9249748138656653E-3</c:v>
                </c:pt>
                <c:pt idx="173">
                  <c:v>-7.7835898475286935E-3</c:v>
                </c:pt>
                <c:pt idx="174">
                  <c:v>-5.0353983186670614E-3</c:v>
                </c:pt>
                <c:pt idx="175">
                  <c:v>2.0224292872421668E-3</c:v>
                </c:pt>
                <c:pt idx="176">
                  <c:v>6.0764000052437872E-4</c:v>
                </c:pt>
                <c:pt idx="177">
                  <c:v>2.1237359384241872E-3</c:v>
                </c:pt>
                <c:pt idx="178">
                  <c:v>3.4084575857802335E-3</c:v>
                </c:pt>
                <c:pt idx="179">
                  <c:v>-1.1796581837312248E-3</c:v>
                </c:pt>
                <c:pt idx="180">
                  <c:v>-1.1212385567760941E-2</c:v>
                </c:pt>
                <c:pt idx="181">
                  <c:v>-1.4460361941499689E-2</c:v>
                </c:pt>
                <c:pt idx="182">
                  <c:v>-6.9434248515584107E-3</c:v>
                </c:pt>
                <c:pt idx="183">
                  <c:v>-8.1223853716354544E-3</c:v>
                </c:pt>
                <c:pt idx="184">
                  <c:v>-2.9891487272994954E-3</c:v>
                </c:pt>
                <c:pt idx="185">
                  <c:v>-2.9587813073422842E-3</c:v>
                </c:pt>
                <c:pt idx="186">
                  <c:v>-9.3907383959961344E-3</c:v>
                </c:pt>
                <c:pt idx="187">
                  <c:v>-1.2881766544538653E-2</c:v>
                </c:pt>
                <c:pt idx="188">
                  <c:v>-8.2389597432779293E-3</c:v>
                </c:pt>
                <c:pt idx="189">
                  <c:v>-3.3021435940917554E-3</c:v>
                </c:pt>
                <c:pt idx="190">
                  <c:v>-2.8884301828189241E-3</c:v>
                </c:pt>
                <c:pt idx="191">
                  <c:v>6.5779775606844559E-5</c:v>
                </c:pt>
                <c:pt idx="192">
                  <c:v>1.3125699788492096E-3</c:v>
                </c:pt>
                <c:pt idx="193">
                  <c:v>2.2218938383578024E-3</c:v>
                </c:pt>
                <c:pt idx="194">
                  <c:v>3.1842436874091051E-3</c:v>
                </c:pt>
                <c:pt idx="195">
                  <c:v>5.3966769909825629E-3</c:v>
                </c:pt>
                <c:pt idx="196">
                  <c:v>3.573004413842007E-3</c:v>
                </c:pt>
                <c:pt idx="197">
                  <c:v>4.8550600375775188E-3</c:v>
                </c:pt>
                <c:pt idx="198">
                  <c:v>1.3588380739205652E-3</c:v>
                </c:pt>
                <c:pt idx="199">
                  <c:v>4.3213141606113226E-3</c:v>
                </c:pt>
                <c:pt idx="200">
                  <c:v>9.0726577398461128E-3</c:v>
                </c:pt>
                <c:pt idx="201">
                  <c:v>8.6465336666433634E-3</c:v>
                </c:pt>
                <c:pt idx="202">
                  <c:v>8.8057933479472883E-3</c:v>
                </c:pt>
                <c:pt idx="203">
                  <c:v>1.038951975125646E-2</c:v>
                </c:pt>
                <c:pt idx="204">
                  <c:v>1.084871938782761E-2</c:v>
                </c:pt>
                <c:pt idx="205">
                  <c:v>9.9799354003372587E-3</c:v>
                </c:pt>
                <c:pt idx="206">
                  <c:v>9.9955270468218282E-3</c:v>
                </c:pt>
                <c:pt idx="207">
                  <c:v>9.2603970975922989E-3</c:v>
                </c:pt>
                <c:pt idx="208">
                  <c:v>7.5709137405371996E-3</c:v>
                </c:pt>
                <c:pt idx="209">
                  <c:v>1.1800040984069504E-2</c:v>
                </c:pt>
                <c:pt idx="210">
                  <c:v>1.1263386402639353E-2</c:v>
                </c:pt>
                <c:pt idx="211">
                  <c:v>1.0334825782079671E-2</c:v>
                </c:pt>
                <c:pt idx="212">
                  <c:v>1.072661518753204E-2</c:v>
                </c:pt>
                <c:pt idx="213">
                  <c:v>5.2961821991307501E-3</c:v>
                </c:pt>
                <c:pt idx="214">
                  <c:v>1.0237840284392452E-2</c:v>
                </c:pt>
                <c:pt idx="215">
                  <c:v>1.3218756061639692E-2</c:v>
                </c:pt>
                <c:pt idx="216">
                  <c:v>1.2285871735271625E-2</c:v>
                </c:pt>
                <c:pt idx="217">
                  <c:v>1.0179076917689378E-2</c:v>
                </c:pt>
                <c:pt idx="218">
                  <c:v>1.172965826148975E-2</c:v>
                </c:pt>
                <c:pt idx="219">
                  <c:v>8.9631578690689828E-3</c:v>
                </c:pt>
                <c:pt idx="220">
                  <c:v>7.1466920054003014E-3</c:v>
                </c:pt>
                <c:pt idx="221">
                  <c:v>7.9738221219659566E-3</c:v>
                </c:pt>
                <c:pt idx="222">
                  <c:v>3.7658479724965721E-3</c:v>
                </c:pt>
                <c:pt idx="223">
                  <c:v>5.1459769671655664E-3</c:v>
                </c:pt>
                <c:pt idx="224">
                  <c:v>3.3139399310827544E-3</c:v>
                </c:pt>
                <c:pt idx="225">
                  <c:v>7.9947870003033161E-3</c:v>
                </c:pt>
                <c:pt idx="226">
                  <c:v>1.2249521281282427E-2</c:v>
                </c:pt>
                <c:pt idx="227">
                  <c:v>1.1477969195296311E-2</c:v>
                </c:pt>
                <c:pt idx="228">
                  <c:v>1.7873079407062731E-2</c:v>
                </c:pt>
                <c:pt idx="229">
                  <c:v>1.7744202374997076E-2</c:v>
                </c:pt>
                <c:pt idx="230">
                  <c:v>1.8154359759888106E-2</c:v>
                </c:pt>
                <c:pt idx="231">
                  <c:v>1.7128872306868437E-2</c:v>
                </c:pt>
                <c:pt idx="232">
                  <c:v>1.8046797298172157E-2</c:v>
                </c:pt>
                <c:pt idx="233">
                  <c:v>1.7554900837790544E-2</c:v>
                </c:pt>
                <c:pt idx="234">
                  <c:v>1.5293371040493553E-2</c:v>
                </c:pt>
                <c:pt idx="235">
                  <c:v>1.7287378890993632E-2</c:v>
                </c:pt>
                <c:pt idx="236">
                  <c:v>1.4925585361064364E-2</c:v>
                </c:pt>
                <c:pt idx="237">
                  <c:v>1.4259266542648308E-2</c:v>
                </c:pt>
                <c:pt idx="238">
                  <c:v>1.0786075875886092E-2</c:v>
                </c:pt>
                <c:pt idx="239">
                  <c:v>1.312875195967167E-2</c:v>
                </c:pt>
                <c:pt idx="240">
                  <c:v>7.6205373235533891E-3</c:v>
                </c:pt>
                <c:pt idx="241">
                  <c:v>9.4694987960475263E-3</c:v>
                </c:pt>
                <c:pt idx="242">
                  <c:v>1.5876413974490022E-2</c:v>
                </c:pt>
                <c:pt idx="243">
                  <c:v>1.5804699985825121E-2</c:v>
                </c:pt>
                <c:pt idx="244">
                  <c:v>1.7650830676759766E-2</c:v>
                </c:pt>
                <c:pt idx="245">
                  <c:v>1.6725524147711335E-2</c:v>
                </c:pt>
                <c:pt idx="246">
                  <c:v>1.5568902156939735E-2</c:v>
                </c:pt>
                <c:pt idx="247">
                  <c:v>1.3795368005424691E-2</c:v>
                </c:pt>
                <c:pt idx="248">
                  <c:v>1.3743650731198875E-2</c:v>
                </c:pt>
                <c:pt idx="249">
                  <c:v>1.4202813333468289E-2</c:v>
                </c:pt>
                <c:pt idx="250">
                  <c:v>1.9337321969869148E-2</c:v>
                </c:pt>
                <c:pt idx="251">
                  <c:v>1.8479367323806062E-2</c:v>
                </c:pt>
                <c:pt idx="252">
                  <c:v>1.8084895009190527E-2</c:v>
                </c:pt>
                <c:pt idx="253">
                  <c:v>1.6309456156427871E-2</c:v>
                </c:pt>
                <c:pt idx="254">
                  <c:v>1.4610686920799587E-2</c:v>
                </c:pt>
                <c:pt idx="255">
                  <c:v>1.7278119265395686E-2</c:v>
                </c:pt>
                <c:pt idx="256">
                  <c:v>1.6735172872633597E-2</c:v>
                </c:pt>
                <c:pt idx="257">
                  <c:v>1.8441992073507274E-2</c:v>
                </c:pt>
                <c:pt idx="258">
                  <c:v>1.9496728852687939E-2</c:v>
                </c:pt>
                <c:pt idx="259">
                  <c:v>1.8340565503601636E-2</c:v>
                </c:pt>
                <c:pt idx="260">
                  <c:v>2.1082319692429907E-2</c:v>
                </c:pt>
                <c:pt idx="261">
                  <c:v>2.1086940312964653E-2</c:v>
                </c:pt>
                <c:pt idx="262">
                  <c:v>2.2668346272141648E-2</c:v>
                </c:pt>
                <c:pt idx="263">
                  <c:v>2.4641450601704529E-2</c:v>
                </c:pt>
                <c:pt idx="264">
                  <c:v>2.4766106500918594E-2</c:v>
                </c:pt>
                <c:pt idx="265">
                  <c:v>2.4849525650848525E-2</c:v>
                </c:pt>
                <c:pt idx="266">
                  <c:v>2.5084373066269317E-2</c:v>
                </c:pt>
                <c:pt idx="267">
                  <c:v>2.4472205005843573E-2</c:v>
                </c:pt>
                <c:pt idx="268">
                  <c:v>2.4918372160396496E-2</c:v>
                </c:pt>
                <c:pt idx="269">
                  <c:v>2.4953520894656744E-2</c:v>
                </c:pt>
                <c:pt idx="270">
                  <c:v>2.565551485145956E-2</c:v>
                </c:pt>
                <c:pt idx="271">
                  <c:v>2.5420005645826138E-2</c:v>
                </c:pt>
                <c:pt idx="272">
                  <c:v>2.5489460961441002E-2</c:v>
                </c:pt>
                <c:pt idx="273">
                  <c:v>2.56304845238009E-2</c:v>
                </c:pt>
                <c:pt idx="274">
                  <c:v>2.6066341157034212E-2</c:v>
                </c:pt>
                <c:pt idx="275">
                  <c:v>2.6158806778321497E-2</c:v>
                </c:pt>
                <c:pt idx="276">
                  <c:v>2.6094641689620168E-2</c:v>
                </c:pt>
                <c:pt idx="277">
                  <c:v>2.6258224072339353E-2</c:v>
                </c:pt>
                <c:pt idx="278">
                  <c:v>2.6234652322581486E-2</c:v>
                </c:pt>
                <c:pt idx="279">
                  <c:v>2.6491054266395087E-2</c:v>
                </c:pt>
                <c:pt idx="280">
                  <c:v>2.6546657814008778E-2</c:v>
                </c:pt>
                <c:pt idx="281">
                  <c:v>2.6892264527975551E-2</c:v>
                </c:pt>
                <c:pt idx="282">
                  <c:v>2.6891038203085249E-2</c:v>
                </c:pt>
                <c:pt idx="283">
                  <c:v>2.6891773324415946E-2</c:v>
                </c:pt>
                <c:pt idx="284">
                  <c:v>2.6883833492390874E-2</c:v>
                </c:pt>
                <c:pt idx="285">
                  <c:v>2.6972716422138276E-2</c:v>
                </c:pt>
                <c:pt idx="286">
                  <c:v>2.7052134018565877E-2</c:v>
                </c:pt>
                <c:pt idx="287">
                  <c:v>2.7017034879628365E-2</c:v>
                </c:pt>
                <c:pt idx="288">
                  <c:v>2.7251802080101362E-2</c:v>
                </c:pt>
                <c:pt idx="289">
                  <c:v>2.7457272854743975E-2</c:v>
                </c:pt>
                <c:pt idx="290">
                  <c:v>2.7446190934120374E-2</c:v>
                </c:pt>
                <c:pt idx="291">
                  <c:v>2.7558201258521375E-2</c:v>
                </c:pt>
                <c:pt idx="292">
                  <c:v>2.7505595183984544E-2</c:v>
                </c:pt>
                <c:pt idx="293">
                  <c:v>2.7316421363906884E-2</c:v>
                </c:pt>
                <c:pt idx="294">
                  <c:v>2.7664372541580828E-2</c:v>
                </c:pt>
                <c:pt idx="295">
                  <c:v>2.7876890419033074E-2</c:v>
                </c:pt>
                <c:pt idx="296">
                  <c:v>2.7862183972448329E-2</c:v>
                </c:pt>
                <c:pt idx="297">
                  <c:v>2.8038645233541826E-2</c:v>
                </c:pt>
                <c:pt idx="298">
                  <c:v>2.7974161729179103E-2</c:v>
                </c:pt>
                <c:pt idx="299">
                  <c:v>2.7982665720219568E-2</c:v>
                </c:pt>
                <c:pt idx="300">
                  <c:v>2.8117891145060803E-2</c:v>
                </c:pt>
                <c:pt idx="301">
                  <c:v>2.8013544402347157E-2</c:v>
                </c:pt>
                <c:pt idx="302">
                  <c:v>2.8073241858630693E-2</c:v>
                </c:pt>
                <c:pt idx="303">
                  <c:v>2.82350249797233E-2</c:v>
                </c:pt>
                <c:pt idx="304">
                  <c:v>2.8227921560930458E-2</c:v>
                </c:pt>
                <c:pt idx="305">
                  <c:v>2.8229181034636008E-2</c:v>
                </c:pt>
                <c:pt idx="306">
                  <c:v>2.8251325208037525E-2</c:v>
                </c:pt>
                <c:pt idx="307">
                  <c:v>2.8160483720939711E-2</c:v>
                </c:pt>
                <c:pt idx="308">
                  <c:v>2.8277870410819306E-2</c:v>
                </c:pt>
                <c:pt idx="309">
                  <c:v>2.8485939522297832E-2</c:v>
                </c:pt>
                <c:pt idx="310">
                  <c:v>2.8496823127787008E-2</c:v>
                </c:pt>
                <c:pt idx="311">
                  <c:v>2.8480129261020171E-2</c:v>
                </c:pt>
                <c:pt idx="312">
                  <c:v>2.8244162816982499E-2</c:v>
                </c:pt>
                <c:pt idx="313">
                  <c:v>2.8884349707873236E-2</c:v>
                </c:pt>
                <c:pt idx="314">
                  <c:v>2.8801906279503631E-2</c:v>
                </c:pt>
                <c:pt idx="315">
                  <c:v>2.8800981378187762E-2</c:v>
                </c:pt>
                <c:pt idx="316">
                  <c:v>2.9184695687166196E-2</c:v>
                </c:pt>
                <c:pt idx="317">
                  <c:v>2.9180062039454779E-2</c:v>
                </c:pt>
                <c:pt idx="318">
                  <c:v>2.9150975153763858E-2</c:v>
                </c:pt>
                <c:pt idx="319">
                  <c:v>2.9310683744790067E-2</c:v>
                </c:pt>
                <c:pt idx="320">
                  <c:v>2.9354352956102892E-2</c:v>
                </c:pt>
                <c:pt idx="321">
                  <c:v>2.9307392087217443E-2</c:v>
                </c:pt>
                <c:pt idx="322">
                  <c:v>2.950382801946716E-2</c:v>
                </c:pt>
                <c:pt idx="323">
                  <c:v>2.9507680768501077E-2</c:v>
                </c:pt>
                <c:pt idx="324">
                  <c:v>2.9475874445182626E-2</c:v>
                </c:pt>
                <c:pt idx="325">
                  <c:v>2.945750446522466E-2</c:v>
                </c:pt>
                <c:pt idx="326">
                  <c:v>2.9363875576214782E-2</c:v>
                </c:pt>
                <c:pt idx="327">
                  <c:v>2.9371296676942382E-2</c:v>
                </c:pt>
                <c:pt idx="328">
                  <c:v>2.9453517540566909E-2</c:v>
                </c:pt>
                <c:pt idx="329">
                  <c:v>2.9643101432662466E-2</c:v>
                </c:pt>
                <c:pt idx="330">
                  <c:v>2.968732081790515E-2</c:v>
                </c:pt>
                <c:pt idx="331">
                  <c:v>2.9737734199817956E-2</c:v>
                </c:pt>
                <c:pt idx="332">
                  <c:v>2.9758164333121839E-2</c:v>
                </c:pt>
                <c:pt idx="333">
                  <c:v>2.9798947291943989E-2</c:v>
                </c:pt>
                <c:pt idx="334">
                  <c:v>2.9733515936428145E-2</c:v>
                </c:pt>
                <c:pt idx="335">
                  <c:v>2.9914658329366572E-2</c:v>
                </c:pt>
                <c:pt idx="336">
                  <c:v>2.9698328216659631E-2</c:v>
                </c:pt>
                <c:pt idx="337">
                  <c:v>2.9563854739422357E-2</c:v>
                </c:pt>
                <c:pt idx="338">
                  <c:v>2.89041207827887E-2</c:v>
                </c:pt>
                <c:pt idx="339">
                  <c:v>2.8933323522416954E-2</c:v>
                </c:pt>
                <c:pt idx="340">
                  <c:v>2.8467919417309195E-2</c:v>
                </c:pt>
                <c:pt idx="341">
                  <c:v>2.593069501629397E-2</c:v>
                </c:pt>
                <c:pt idx="342">
                  <c:v>2.6214909156234589E-2</c:v>
                </c:pt>
                <c:pt idx="343">
                  <c:v>2.1906119816098246E-2</c:v>
                </c:pt>
                <c:pt idx="344">
                  <c:v>2.3895892625843351E-2</c:v>
                </c:pt>
                <c:pt idx="345">
                  <c:v>2.6502369139127402E-2</c:v>
                </c:pt>
                <c:pt idx="346">
                  <c:v>2.4932180058831244E-2</c:v>
                </c:pt>
                <c:pt idx="347">
                  <c:v>2.5390679528389359E-2</c:v>
                </c:pt>
                <c:pt idx="348">
                  <c:v>2.6032641901433062E-2</c:v>
                </c:pt>
                <c:pt idx="349">
                  <c:v>2.8077307956813846E-2</c:v>
                </c:pt>
                <c:pt idx="350">
                  <c:v>2.7807699574374678E-2</c:v>
                </c:pt>
                <c:pt idx="351">
                  <c:v>2.7507974810210056E-2</c:v>
                </c:pt>
                <c:pt idx="352">
                  <c:v>2.6985864551605121E-2</c:v>
                </c:pt>
                <c:pt idx="353">
                  <c:v>2.3576557361964512E-2</c:v>
                </c:pt>
                <c:pt idx="354">
                  <c:v>2.5262072932115576E-2</c:v>
                </c:pt>
                <c:pt idx="355">
                  <c:v>2.9364887889714919E-2</c:v>
                </c:pt>
                <c:pt idx="356">
                  <c:v>2.8558157690992569E-2</c:v>
                </c:pt>
                <c:pt idx="357">
                  <c:v>3.0795814554096523E-2</c:v>
                </c:pt>
                <c:pt idx="358">
                  <c:v>3.0104967159836238E-2</c:v>
                </c:pt>
                <c:pt idx="359">
                  <c:v>3.0373870680700632E-2</c:v>
                </c:pt>
                <c:pt idx="360">
                  <c:v>3.0982342131245177E-2</c:v>
                </c:pt>
                <c:pt idx="361">
                  <c:v>3.0255427741096352E-2</c:v>
                </c:pt>
                <c:pt idx="362">
                  <c:v>3.2191310437556853E-2</c:v>
                </c:pt>
                <c:pt idx="363">
                  <c:v>3.2174317050190804E-2</c:v>
                </c:pt>
                <c:pt idx="364">
                  <c:v>3.2629764909388626E-2</c:v>
                </c:pt>
                <c:pt idx="365">
                  <c:v>3.2035538191306223E-2</c:v>
                </c:pt>
                <c:pt idx="366">
                  <c:v>3.0129021051361504E-2</c:v>
                </c:pt>
                <c:pt idx="367">
                  <c:v>2.856118729944801E-2</c:v>
                </c:pt>
                <c:pt idx="368">
                  <c:v>2.797931522609387E-2</c:v>
                </c:pt>
                <c:pt idx="369">
                  <c:v>2.8075744715913231E-2</c:v>
                </c:pt>
                <c:pt idx="370">
                  <c:v>2.8148420674363406E-2</c:v>
                </c:pt>
                <c:pt idx="371">
                  <c:v>3.0865286540883274E-2</c:v>
                </c:pt>
                <c:pt idx="372">
                  <c:v>3.0676493704489771E-2</c:v>
                </c:pt>
                <c:pt idx="373">
                  <c:v>3.169852364599679E-2</c:v>
                </c:pt>
                <c:pt idx="374">
                  <c:v>3.2059378941463268E-2</c:v>
                </c:pt>
                <c:pt idx="375">
                  <c:v>3.2027992854058995E-2</c:v>
                </c:pt>
                <c:pt idx="376">
                  <c:v>3.1124856736303608E-2</c:v>
                </c:pt>
                <c:pt idx="377">
                  <c:v>2.9759841884189342E-2</c:v>
                </c:pt>
                <c:pt idx="378">
                  <c:v>2.9344779444580027E-2</c:v>
                </c:pt>
                <c:pt idx="379">
                  <c:v>2.9072344456385291E-2</c:v>
                </c:pt>
                <c:pt idx="380">
                  <c:v>2.6159305733321259E-2</c:v>
                </c:pt>
                <c:pt idx="381">
                  <c:v>2.8840336907773767E-2</c:v>
                </c:pt>
                <c:pt idx="382">
                  <c:v>2.9179719336935306E-2</c:v>
                </c:pt>
                <c:pt idx="383">
                  <c:v>2.9601781724219567E-2</c:v>
                </c:pt>
                <c:pt idx="384">
                  <c:v>2.770371795923543E-2</c:v>
                </c:pt>
                <c:pt idx="385">
                  <c:v>3.0091262892313453E-2</c:v>
                </c:pt>
                <c:pt idx="386">
                  <c:v>3.0047037841937962E-2</c:v>
                </c:pt>
                <c:pt idx="387">
                  <c:v>2.7794919627066705E-2</c:v>
                </c:pt>
                <c:pt idx="388">
                  <c:v>2.8336017583359685E-2</c:v>
                </c:pt>
                <c:pt idx="389">
                  <c:v>2.6522155216497367E-2</c:v>
                </c:pt>
                <c:pt idx="390">
                  <c:v>2.7714404193131092E-2</c:v>
                </c:pt>
                <c:pt idx="391">
                  <c:v>3.1836284970015782E-2</c:v>
                </c:pt>
                <c:pt idx="392">
                  <c:v>3.2837831769318981E-2</c:v>
                </c:pt>
                <c:pt idx="393">
                  <c:v>3.4841223696993162E-2</c:v>
                </c:pt>
                <c:pt idx="394">
                  <c:v>3.4732032623217002E-2</c:v>
                </c:pt>
                <c:pt idx="395">
                  <c:v>3.4329778519264997E-2</c:v>
                </c:pt>
                <c:pt idx="396">
                  <c:v>3.3478226718533732E-2</c:v>
                </c:pt>
                <c:pt idx="397">
                  <c:v>3.5421206796531823E-2</c:v>
                </c:pt>
                <c:pt idx="398">
                  <c:v>3.5427611963308903E-2</c:v>
                </c:pt>
                <c:pt idx="399">
                  <c:v>3.5946112143678821E-2</c:v>
                </c:pt>
                <c:pt idx="400">
                  <c:v>3.6739926091025832E-2</c:v>
                </c:pt>
                <c:pt idx="401">
                  <c:v>3.6761141333925162E-2</c:v>
                </c:pt>
                <c:pt idx="402">
                  <c:v>3.6744319413141047E-2</c:v>
                </c:pt>
                <c:pt idx="403">
                  <c:v>3.6973599008046421E-2</c:v>
                </c:pt>
                <c:pt idx="404">
                  <c:v>3.6974078375249353E-2</c:v>
                </c:pt>
                <c:pt idx="405">
                  <c:v>3.6997458183251619E-2</c:v>
                </c:pt>
                <c:pt idx="406">
                  <c:v>3.6991328324348038E-2</c:v>
                </c:pt>
                <c:pt idx="407">
                  <c:v>3.6969240303453721E-2</c:v>
                </c:pt>
                <c:pt idx="408">
                  <c:v>3.6896105215550201E-2</c:v>
                </c:pt>
                <c:pt idx="409">
                  <c:v>3.6994631977523729E-2</c:v>
                </c:pt>
                <c:pt idx="410">
                  <c:v>3.6748491572534236E-2</c:v>
                </c:pt>
                <c:pt idx="411">
                  <c:v>3.6593778927425324E-2</c:v>
                </c:pt>
                <c:pt idx="412">
                  <c:v>3.6556214187781655E-2</c:v>
                </c:pt>
                <c:pt idx="413">
                  <c:v>3.687854545240854E-2</c:v>
                </c:pt>
                <c:pt idx="414">
                  <c:v>3.6366071065966676E-2</c:v>
                </c:pt>
                <c:pt idx="415">
                  <c:v>3.626981504075022E-2</c:v>
                </c:pt>
                <c:pt idx="416">
                  <c:v>3.6438584332747381E-2</c:v>
                </c:pt>
                <c:pt idx="417">
                  <c:v>3.6280298386782817E-2</c:v>
                </c:pt>
                <c:pt idx="418">
                  <c:v>3.5059796342027938E-2</c:v>
                </c:pt>
                <c:pt idx="419">
                  <c:v>3.5450783926487484E-2</c:v>
                </c:pt>
                <c:pt idx="420">
                  <c:v>3.7996933812257883E-2</c:v>
                </c:pt>
                <c:pt idx="421">
                  <c:v>3.7881229820693862E-2</c:v>
                </c:pt>
                <c:pt idx="422">
                  <c:v>3.7752266161613979E-2</c:v>
                </c:pt>
                <c:pt idx="423">
                  <c:v>3.8663703612450528E-2</c:v>
                </c:pt>
                <c:pt idx="424">
                  <c:v>3.8654463882660917E-2</c:v>
                </c:pt>
                <c:pt idx="425">
                  <c:v>3.963716993767652E-2</c:v>
                </c:pt>
                <c:pt idx="426">
                  <c:v>3.9712338520421664E-2</c:v>
                </c:pt>
                <c:pt idx="427">
                  <c:v>3.9700280409174171E-2</c:v>
                </c:pt>
                <c:pt idx="428">
                  <c:v>3.9691294091632301E-2</c:v>
                </c:pt>
                <c:pt idx="429">
                  <c:v>3.9818497731314073E-2</c:v>
                </c:pt>
                <c:pt idx="430">
                  <c:v>3.9844353530397503E-2</c:v>
                </c:pt>
                <c:pt idx="431">
                  <c:v>3.9841634052827812E-2</c:v>
                </c:pt>
                <c:pt idx="432">
                  <c:v>3.9868610253619763E-2</c:v>
                </c:pt>
                <c:pt idx="433">
                  <c:v>3.9828440176778002E-2</c:v>
                </c:pt>
                <c:pt idx="434">
                  <c:v>3.9910489943679739E-2</c:v>
                </c:pt>
                <c:pt idx="435">
                  <c:v>3.9947415214345083E-2</c:v>
                </c:pt>
                <c:pt idx="436">
                  <c:v>3.9947174729523915E-2</c:v>
                </c:pt>
                <c:pt idx="437">
                  <c:v>3.9931866027194118E-2</c:v>
                </c:pt>
                <c:pt idx="438">
                  <c:v>3.9938619482601689E-2</c:v>
                </c:pt>
                <c:pt idx="439">
                  <c:v>3.9849280309120605E-2</c:v>
                </c:pt>
                <c:pt idx="440">
                  <c:v>3.9805222251361072E-2</c:v>
                </c:pt>
                <c:pt idx="441">
                  <c:v>3.9300507563377662E-2</c:v>
                </c:pt>
                <c:pt idx="442">
                  <c:v>3.8774195790944432E-2</c:v>
                </c:pt>
                <c:pt idx="443">
                  <c:v>3.8659269035020483E-2</c:v>
                </c:pt>
                <c:pt idx="444">
                  <c:v>3.8360422774499692E-2</c:v>
                </c:pt>
                <c:pt idx="445">
                  <c:v>3.9186053124292464E-2</c:v>
                </c:pt>
                <c:pt idx="446">
                  <c:v>3.9735907058526698E-2</c:v>
                </c:pt>
                <c:pt idx="447">
                  <c:v>3.9995604511714467E-2</c:v>
                </c:pt>
                <c:pt idx="448">
                  <c:v>3.9532851365876587E-2</c:v>
                </c:pt>
                <c:pt idx="449">
                  <c:v>3.9390488219680386E-2</c:v>
                </c:pt>
                <c:pt idx="450">
                  <c:v>3.876325544409831E-2</c:v>
                </c:pt>
                <c:pt idx="451">
                  <c:v>3.8091960518065293E-2</c:v>
                </c:pt>
                <c:pt idx="452">
                  <c:v>3.8816498601134342E-2</c:v>
                </c:pt>
                <c:pt idx="453">
                  <c:v>3.7314876676810438E-2</c:v>
                </c:pt>
                <c:pt idx="454">
                  <c:v>3.7528453759596903E-2</c:v>
                </c:pt>
                <c:pt idx="455">
                  <c:v>3.7900607966733113E-2</c:v>
                </c:pt>
                <c:pt idx="456">
                  <c:v>3.858311000180592E-2</c:v>
                </c:pt>
                <c:pt idx="457">
                  <c:v>3.7712559977096993E-2</c:v>
                </c:pt>
                <c:pt idx="458">
                  <c:v>3.9089062543910535E-2</c:v>
                </c:pt>
                <c:pt idx="459">
                  <c:v>3.8548725742138745E-2</c:v>
                </c:pt>
                <c:pt idx="460">
                  <c:v>3.9639890731472005E-2</c:v>
                </c:pt>
                <c:pt idx="461">
                  <c:v>4.0089753496240665E-2</c:v>
                </c:pt>
                <c:pt idx="462">
                  <c:v>3.9064236082794968E-2</c:v>
                </c:pt>
                <c:pt idx="463">
                  <c:v>3.8521589066017214E-2</c:v>
                </c:pt>
                <c:pt idx="464">
                  <c:v>3.831119852735243E-2</c:v>
                </c:pt>
                <c:pt idx="465">
                  <c:v>3.7765346286328216E-2</c:v>
                </c:pt>
                <c:pt idx="466">
                  <c:v>3.8178113123506496E-2</c:v>
                </c:pt>
                <c:pt idx="467">
                  <c:v>3.6798947721444319E-2</c:v>
                </c:pt>
                <c:pt idx="468">
                  <c:v>3.6185762555491885E-2</c:v>
                </c:pt>
                <c:pt idx="469">
                  <c:v>3.7477320013939441E-2</c:v>
                </c:pt>
                <c:pt idx="470">
                  <c:v>3.8402931761829406E-2</c:v>
                </c:pt>
                <c:pt idx="471">
                  <c:v>3.8093861253039818E-2</c:v>
                </c:pt>
                <c:pt idx="472">
                  <c:v>3.923919623212313E-2</c:v>
                </c:pt>
                <c:pt idx="473">
                  <c:v>4.0011950479229119E-2</c:v>
                </c:pt>
                <c:pt idx="474">
                  <c:v>3.9759752759537359E-2</c:v>
                </c:pt>
                <c:pt idx="475">
                  <c:v>4.0763677426919553E-2</c:v>
                </c:pt>
                <c:pt idx="476">
                  <c:v>4.0237250519516765E-2</c:v>
                </c:pt>
                <c:pt idx="477">
                  <c:v>4.1305910337679275E-2</c:v>
                </c:pt>
                <c:pt idx="478">
                  <c:v>4.1170104777455863E-2</c:v>
                </c:pt>
                <c:pt idx="479">
                  <c:v>4.1560988374681473E-2</c:v>
                </c:pt>
                <c:pt idx="480">
                  <c:v>4.136551359780094E-2</c:v>
                </c:pt>
                <c:pt idx="481">
                  <c:v>4.1874598777707717E-2</c:v>
                </c:pt>
                <c:pt idx="482">
                  <c:v>4.2027686504193196E-2</c:v>
                </c:pt>
                <c:pt idx="483">
                  <c:v>4.2366289528221412E-2</c:v>
                </c:pt>
                <c:pt idx="484">
                  <c:v>4.2413275974818587E-2</c:v>
                </c:pt>
                <c:pt idx="485">
                  <c:v>4.2612365256571749E-2</c:v>
                </c:pt>
                <c:pt idx="486">
                  <c:v>4.2856309614515031E-2</c:v>
                </c:pt>
                <c:pt idx="487">
                  <c:v>4.3353492340569288E-2</c:v>
                </c:pt>
                <c:pt idx="488">
                  <c:v>4.3325441447314428E-2</c:v>
                </c:pt>
                <c:pt idx="489">
                  <c:v>4.3225786293673574E-2</c:v>
                </c:pt>
                <c:pt idx="490">
                  <c:v>4.3376504731642118E-2</c:v>
                </c:pt>
                <c:pt idx="491">
                  <c:v>4.3414366729202514E-2</c:v>
                </c:pt>
                <c:pt idx="492">
                  <c:v>4.3245419278249431E-2</c:v>
                </c:pt>
                <c:pt idx="493">
                  <c:v>4.3274718676648116E-2</c:v>
                </c:pt>
                <c:pt idx="494">
                  <c:v>4.3256551626088102E-2</c:v>
                </c:pt>
                <c:pt idx="495">
                  <c:v>4.3352555781254187E-2</c:v>
                </c:pt>
                <c:pt idx="496">
                  <c:v>4.3500810400839862E-2</c:v>
                </c:pt>
                <c:pt idx="497">
                  <c:v>4.3978691250511348E-2</c:v>
                </c:pt>
                <c:pt idx="498">
                  <c:v>4.4032386628803266E-2</c:v>
                </c:pt>
                <c:pt idx="499">
                  <c:v>4.4017704512697153E-2</c:v>
                </c:pt>
                <c:pt idx="500">
                  <c:v>4.4009637637735577E-2</c:v>
                </c:pt>
                <c:pt idx="501">
                  <c:v>4.3900095932762784E-2</c:v>
                </c:pt>
                <c:pt idx="502">
                  <c:v>4.3788695231092856E-2</c:v>
                </c:pt>
                <c:pt idx="503">
                  <c:v>4.4063122139958222E-2</c:v>
                </c:pt>
                <c:pt idx="504">
                  <c:v>4.392321981798164E-2</c:v>
                </c:pt>
                <c:pt idx="505">
                  <c:v>4.4113276655540656E-2</c:v>
                </c:pt>
                <c:pt idx="506">
                  <c:v>4.3793956697590675E-2</c:v>
                </c:pt>
                <c:pt idx="507">
                  <c:v>4.3624063407581737E-2</c:v>
                </c:pt>
                <c:pt idx="508">
                  <c:v>4.3543757254744575E-2</c:v>
                </c:pt>
                <c:pt idx="509">
                  <c:v>4.389342694611631E-2</c:v>
                </c:pt>
                <c:pt idx="510">
                  <c:v>4.3819867428455783E-2</c:v>
                </c:pt>
                <c:pt idx="511">
                  <c:v>4.4127893146534314E-2</c:v>
                </c:pt>
                <c:pt idx="512">
                  <c:v>4.3850227116193796E-2</c:v>
                </c:pt>
                <c:pt idx="513">
                  <c:v>4.3379209117847761E-2</c:v>
                </c:pt>
                <c:pt idx="514">
                  <c:v>4.2685197678400399E-2</c:v>
                </c:pt>
                <c:pt idx="515">
                  <c:v>4.2229410578172533E-2</c:v>
                </c:pt>
                <c:pt idx="516">
                  <c:v>4.3150891018329474E-2</c:v>
                </c:pt>
                <c:pt idx="517">
                  <c:v>4.352281661516666E-2</c:v>
                </c:pt>
                <c:pt idx="518">
                  <c:v>4.3416052727207832E-2</c:v>
                </c:pt>
                <c:pt idx="519">
                  <c:v>4.3296917678073643E-2</c:v>
                </c:pt>
                <c:pt idx="520">
                  <c:v>4.3081118055369405E-2</c:v>
                </c:pt>
                <c:pt idx="521">
                  <c:v>4.2447230370950662E-2</c:v>
                </c:pt>
                <c:pt idx="522">
                  <c:v>4.2265156920293534E-2</c:v>
                </c:pt>
                <c:pt idx="523">
                  <c:v>4.2150722905537008E-2</c:v>
                </c:pt>
                <c:pt idx="524">
                  <c:v>4.3313379437161292E-2</c:v>
                </c:pt>
                <c:pt idx="525">
                  <c:v>4.3181000133684977E-2</c:v>
                </c:pt>
                <c:pt idx="526">
                  <c:v>4.4509233442171281E-2</c:v>
                </c:pt>
                <c:pt idx="527">
                  <c:v>4.4617068566711771E-2</c:v>
                </c:pt>
                <c:pt idx="528">
                  <c:v>4.4650157140261215E-2</c:v>
                </c:pt>
                <c:pt idx="529">
                  <c:v>4.4653964102080779E-2</c:v>
                </c:pt>
                <c:pt idx="530">
                  <c:v>4.4754548723043297E-2</c:v>
                </c:pt>
                <c:pt idx="531">
                  <c:v>4.5797125988590204E-2</c:v>
                </c:pt>
                <c:pt idx="532">
                  <c:v>4.5754592173485431E-2</c:v>
                </c:pt>
                <c:pt idx="533">
                  <c:v>4.5774116941960652E-2</c:v>
                </c:pt>
                <c:pt idx="534">
                  <c:v>4.5708189103903396E-2</c:v>
                </c:pt>
                <c:pt idx="535">
                  <c:v>4.5593834603262051E-2</c:v>
                </c:pt>
                <c:pt idx="536">
                  <c:v>4.5636546843254799E-2</c:v>
                </c:pt>
                <c:pt idx="537">
                  <c:v>4.5963097545166809E-2</c:v>
                </c:pt>
                <c:pt idx="538">
                  <c:v>4.5891977338116785E-2</c:v>
                </c:pt>
                <c:pt idx="539">
                  <c:v>4.5925884394066641E-2</c:v>
                </c:pt>
                <c:pt idx="540">
                  <c:v>4.5979310202001078E-2</c:v>
                </c:pt>
                <c:pt idx="541">
                  <c:v>4.5836397133525386E-2</c:v>
                </c:pt>
                <c:pt idx="542">
                  <c:v>4.5811436317244048E-2</c:v>
                </c:pt>
                <c:pt idx="543">
                  <c:v>4.5759353121529123E-2</c:v>
                </c:pt>
                <c:pt idx="544">
                  <c:v>4.5528065263195971E-2</c:v>
                </c:pt>
                <c:pt idx="545">
                  <c:v>4.5687557777445931E-2</c:v>
                </c:pt>
                <c:pt idx="546">
                  <c:v>4.569376667385372E-2</c:v>
                </c:pt>
                <c:pt idx="547">
                  <c:v>4.5304094484611257E-2</c:v>
                </c:pt>
                <c:pt idx="548">
                  <c:v>4.4754182265205222E-2</c:v>
                </c:pt>
                <c:pt idx="549">
                  <c:v>4.5169377257029408E-2</c:v>
                </c:pt>
                <c:pt idx="550">
                  <c:v>4.4505937158859976E-2</c:v>
                </c:pt>
                <c:pt idx="551">
                  <c:v>4.4129886254775763E-2</c:v>
                </c:pt>
                <c:pt idx="552">
                  <c:v>4.3964721616063462E-2</c:v>
                </c:pt>
                <c:pt idx="553">
                  <c:v>4.5441967712942177E-2</c:v>
                </c:pt>
                <c:pt idx="554">
                  <c:v>4.5676095167220598E-2</c:v>
                </c:pt>
                <c:pt idx="555">
                  <c:v>4.5966066678634898E-2</c:v>
                </c:pt>
                <c:pt idx="556">
                  <c:v>4.5966066678634898E-2</c:v>
                </c:pt>
                <c:pt idx="557">
                  <c:v>4.6250991967442312E-2</c:v>
                </c:pt>
                <c:pt idx="558">
                  <c:v>4.608468791581144E-2</c:v>
                </c:pt>
                <c:pt idx="559">
                  <c:v>4.5825278702436023E-2</c:v>
                </c:pt>
                <c:pt idx="560">
                  <c:v>4.5734571802495072E-2</c:v>
                </c:pt>
                <c:pt idx="561">
                  <c:v>4.5003559081636557E-2</c:v>
                </c:pt>
                <c:pt idx="562">
                  <c:v>4.3710130763780941E-2</c:v>
                </c:pt>
                <c:pt idx="563">
                  <c:v>4.35553318227202E-2</c:v>
                </c:pt>
                <c:pt idx="564">
                  <c:v>4.3613374559824059E-2</c:v>
                </c:pt>
                <c:pt idx="565">
                  <c:v>4.4354555389755079E-2</c:v>
                </c:pt>
                <c:pt idx="566">
                  <c:v>4.5023867170374543E-2</c:v>
                </c:pt>
                <c:pt idx="567">
                  <c:v>4.3696681433997742E-2</c:v>
                </c:pt>
                <c:pt idx="568">
                  <c:v>4.3490714382870777E-2</c:v>
                </c:pt>
                <c:pt idx="569">
                  <c:v>4.3607062472226676E-2</c:v>
                </c:pt>
                <c:pt idx="570">
                  <c:v>4.349284875719972E-2</c:v>
                </c:pt>
                <c:pt idx="571">
                  <c:v>4.1926291391022219E-2</c:v>
                </c:pt>
                <c:pt idx="572">
                  <c:v>4.2402257049541925E-2</c:v>
                </c:pt>
                <c:pt idx="573">
                  <c:v>4.3729205312153185E-2</c:v>
                </c:pt>
                <c:pt idx="574">
                  <c:v>4.3110875103870683E-2</c:v>
                </c:pt>
                <c:pt idx="575">
                  <c:v>4.4027362316403695E-2</c:v>
                </c:pt>
                <c:pt idx="576">
                  <c:v>4.5050952739400629E-2</c:v>
                </c:pt>
                <c:pt idx="577">
                  <c:v>4.4543647168031608E-2</c:v>
                </c:pt>
                <c:pt idx="578">
                  <c:v>4.4239635495146645E-2</c:v>
                </c:pt>
                <c:pt idx="579">
                  <c:v>4.5639297079825059E-2</c:v>
                </c:pt>
                <c:pt idx="580">
                  <c:v>4.5384233743922642E-2</c:v>
                </c:pt>
                <c:pt idx="581">
                  <c:v>4.575562775026043E-2</c:v>
                </c:pt>
                <c:pt idx="582">
                  <c:v>4.5501485040744472E-2</c:v>
                </c:pt>
                <c:pt idx="583">
                  <c:v>4.5054140338065984E-2</c:v>
                </c:pt>
                <c:pt idx="584">
                  <c:v>4.5119154284682494E-2</c:v>
                </c:pt>
                <c:pt idx="585">
                  <c:v>4.6367684593559E-2</c:v>
                </c:pt>
                <c:pt idx="586">
                  <c:v>4.5066053014058749E-2</c:v>
                </c:pt>
                <c:pt idx="587">
                  <c:v>4.5288282745299724E-2</c:v>
                </c:pt>
                <c:pt idx="588">
                  <c:v>4.641439205316944E-2</c:v>
                </c:pt>
                <c:pt idx="589">
                  <c:v>4.650818571962434E-2</c:v>
                </c:pt>
                <c:pt idx="590">
                  <c:v>4.7213804579292251E-2</c:v>
                </c:pt>
                <c:pt idx="591">
                  <c:v>4.7121095537193458E-2</c:v>
                </c:pt>
                <c:pt idx="592">
                  <c:v>4.7016974070821838E-2</c:v>
                </c:pt>
                <c:pt idx="593">
                  <c:v>4.7538845154184939E-2</c:v>
                </c:pt>
                <c:pt idx="594">
                  <c:v>4.6789309565789861E-2</c:v>
                </c:pt>
                <c:pt idx="595">
                  <c:v>4.6988688370984688E-2</c:v>
                </c:pt>
                <c:pt idx="596">
                  <c:v>4.7239120221369335E-2</c:v>
                </c:pt>
                <c:pt idx="597">
                  <c:v>4.7346390335021526E-2</c:v>
                </c:pt>
                <c:pt idx="598">
                  <c:v>4.7952835864884302E-2</c:v>
                </c:pt>
                <c:pt idx="599">
                  <c:v>4.8012499636147399E-2</c:v>
                </c:pt>
                <c:pt idx="600">
                  <c:v>4.8064647372457192E-2</c:v>
                </c:pt>
                <c:pt idx="601">
                  <c:v>4.7833607443669379E-2</c:v>
                </c:pt>
                <c:pt idx="602">
                  <c:v>4.789019803217931E-2</c:v>
                </c:pt>
                <c:pt idx="603">
                  <c:v>4.6996040515436488E-2</c:v>
                </c:pt>
                <c:pt idx="604">
                  <c:v>4.5278356603698722E-2</c:v>
                </c:pt>
                <c:pt idx="605">
                  <c:v>4.5736176547066076E-2</c:v>
                </c:pt>
                <c:pt idx="606">
                  <c:v>4.4862113032280049E-2</c:v>
                </c:pt>
                <c:pt idx="607">
                  <c:v>4.4042550351349519E-2</c:v>
                </c:pt>
                <c:pt idx="608">
                  <c:v>4.1928819885888036E-2</c:v>
                </c:pt>
                <c:pt idx="609">
                  <c:v>4.2473826893651312E-2</c:v>
                </c:pt>
                <c:pt idx="610">
                  <c:v>4.2116811314808489E-2</c:v>
                </c:pt>
                <c:pt idx="611">
                  <c:v>4.3578416474806314E-2</c:v>
                </c:pt>
                <c:pt idx="612">
                  <c:v>4.2628697448279795E-2</c:v>
                </c:pt>
                <c:pt idx="613">
                  <c:v>3.9502714212710455E-2</c:v>
                </c:pt>
                <c:pt idx="614">
                  <c:v>3.6802895378868938E-2</c:v>
                </c:pt>
                <c:pt idx="615">
                  <c:v>3.4256076467192753E-2</c:v>
                </c:pt>
                <c:pt idx="616">
                  <c:v>3.2715000561956975E-2</c:v>
                </c:pt>
                <c:pt idx="617">
                  <c:v>3.2499721287124861E-2</c:v>
                </c:pt>
                <c:pt idx="618">
                  <c:v>3.9202157760986345E-2</c:v>
                </c:pt>
                <c:pt idx="619">
                  <c:v>4.1991869161620343E-2</c:v>
                </c:pt>
                <c:pt idx="620">
                  <c:v>4.1157593856689378E-2</c:v>
                </c:pt>
                <c:pt idx="621">
                  <c:v>4.0979115341567396E-2</c:v>
                </c:pt>
                <c:pt idx="622">
                  <c:v>3.7976213172774331E-2</c:v>
                </c:pt>
                <c:pt idx="623">
                  <c:v>3.9564143901322346E-2</c:v>
                </c:pt>
                <c:pt idx="624">
                  <c:v>3.857172989475266E-2</c:v>
                </c:pt>
                <c:pt idx="625">
                  <c:v>3.6831624925533157E-2</c:v>
                </c:pt>
                <c:pt idx="626">
                  <c:v>3.8391883633479118E-2</c:v>
                </c:pt>
                <c:pt idx="627">
                  <c:v>3.7815428185415723E-2</c:v>
                </c:pt>
                <c:pt idx="628">
                  <c:v>4.4151369145943309E-2</c:v>
                </c:pt>
                <c:pt idx="629">
                  <c:v>4.3400137791018922E-2</c:v>
                </c:pt>
                <c:pt idx="630">
                  <c:v>4.3880267082608726E-2</c:v>
                </c:pt>
                <c:pt idx="631">
                  <c:v>4.2950613650512115E-2</c:v>
                </c:pt>
                <c:pt idx="632">
                  <c:v>4.4895904860991487E-2</c:v>
                </c:pt>
                <c:pt idx="633">
                  <c:v>4.3702810406337167E-2</c:v>
                </c:pt>
                <c:pt idx="634">
                  <c:v>4.3102042827818265E-2</c:v>
                </c:pt>
                <c:pt idx="635">
                  <c:v>4.3903597004745665E-2</c:v>
                </c:pt>
                <c:pt idx="636">
                  <c:v>4.621465653777701E-2</c:v>
                </c:pt>
                <c:pt idx="637">
                  <c:v>4.6925711657546443E-2</c:v>
                </c:pt>
                <c:pt idx="638">
                  <c:v>4.6853024975198054E-2</c:v>
                </c:pt>
                <c:pt idx="639">
                  <c:v>4.6903749243843218E-2</c:v>
                </c:pt>
                <c:pt idx="640">
                  <c:v>4.6189211771537009E-2</c:v>
                </c:pt>
                <c:pt idx="641">
                  <c:v>4.752834136975026E-2</c:v>
                </c:pt>
                <c:pt idx="642">
                  <c:v>4.7099920526117112E-2</c:v>
                </c:pt>
                <c:pt idx="643">
                  <c:v>4.7605935897461316E-2</c:v>
                </c:pt>
                <c:pt idx="644">
                  <c:v>4.7843914816866451E-2</c:v>
                </c:pt>
                <c:pt idx="645">
                  <c:v>4.7271427250585751E-2</c:v>
                </c:pt>
                <c:pt idx="646">
                  <c:v>4.6464709868905385E-2</c:v>
                </c:pt>
                <c:pt idx="647">
                  <c:v>4.4068059981532959E-2</c:v>
                </c:pt>
                <c:pt idx="648">
                  <c:v>4.4510839281332593E-2</c:v>
                </c:pt>
                <c:pt idx="649">
                  <c:v>4.4335208060269471E-2</c:v>
                </c:pt>
                <c:pt idx="650">
                  <c:v>4.4777870405157572E-2</c:v>
                </c:pt>
                <c:pt idx="651">
                  <c:v>4.771366104275665E-2</c:v>
                </c:pt>
                <c:pt idx="652">
                  <c:v>4.8616658042141547E-2</c:v>
                </c:pt>
                <c:pt idx="653">
                  <c:v>4.8311480556916253E-2</c:v>
                </c:pt>
                <c:pt idx="654">
                  <c:v>4.8130993091545116E-2</c:v>
                </c:pt>
                <c:pt idx="655">
                  <c:v>4.6108412870444759E-2</c:v>
                </c:pt>
                <c:pt idx="656">
                  <c:v>4.4447352892114877E-2</c:v>
                </c:pt>
                <c:pt idx="657">
                  <c:v>4.2979554113430907E-2</c:v>
                </c:pt>
                <c:pt idx="658">
                  <c:v>4.5206647499296371E-2</c:v>
                </c:pt>
                <c:pt idx="659">
                  <c:v>4.6771298449315934E-2</c:v>
                </c:pt>
                <c:pt idx="660">
                  <c:v>4.6771298449315934E-2</c:v>
                </c:pt>
                <c:pt idx="661">
                  <c:v>4.6746905745047029E-2</c:v>
                </c:pt>
                <c:pt idx="662">
                  <c:v>4.8692482832644046E-2</c:v>
                </c:pt>
                <c:pt idx="663">
                  <c:v>5.0227149213989852E-2</c:v>
                </c:pt>
                <c:pt idx="664">
                  <c:v>4.9944388127400985E-2</c:v>
                </c:pt>
                <c:pt idx="665">
                  <c:v>5.0384226010522171E-2</c:v>
                </c:pt>
                <c:pt idx="666">
                  <c:v>5.0429817054878256E-2</c:v>
                </c:pt>
                <c:pt idx="667">
                  <c:v>5.155032442146168E-2</c:v>
                </c:pt>
                <c:pt idx="668">
                  <c:v>5.1798873983581184E-2</c:v>
                </c:pt>
                <c:pt idx="669">
                  <c:v>5.2888686440274113E-2</c:v>
                </c:pt>
                <c:pt idx="670">
                  <c:v>5.3849566849760611E-2</c:v>
                </c:pt>
                <c:pt idx="671">
                  <c:v>5.4132073612729203E-2</c:v>
                </c:pt>
                <c:pt idx="672">
                  <c:v>5.4119372783575592E-2</c:v>
                </c:pt>
                <c:pt idx="673">
                  <c:v>5.3800502548036255E-2</c:v>
                </c:pt>
                <c:pt idx="674">
                  <c:v>5.4561679947201291E-2</c:v>
                </c:pt>
                <c:pt idx="675">
                  <c:v>5.4328845940551651E-2</c:v>
                </c:pt>
                <c:pt idx="676">
                  <c:v>5.4426086462362133E-2</c:v>
                </c:pt>
                <c:pt idx="677">
                  <c:v>5.4388078118906336E-2</c:v>
                </c:pt>
                <c:pt idx="678">
                  <c:v>5.4105795681556046E-2</c:v>
                </c:pt>
                <c:pt idx="679">
                  <c:v>5.4398511336471667E-2</c:v>
                </c:pt>
                <c:pt idx="680">
                  <c:v>5.445260944926511E-2</c:v>
                </c:pt>
                <c:pt idx="681">
                  <c:v>5.4042826331433425E-2</c:v>
                </c:pt>
                <c:pt idx="682">
                  <c:v>5.418607576504797E-2</c:v>
                </c:pt>
                <c:pt idx="683">
                  <c:v>5.4278621064812516E-2</c:v>
                </c:pt>
                <c:pt idx="684">
                  <c:v>5.4258117195575273E-2</c:v>
                </c:pt>
                <c:pt idx="685">
                  <c:v>5.4274227018952681E-2</c:v>
                </c:pt>
                <c:pt idx="686">
                  <c:v>5.4568944125424235E-2</c:v>
                </c:pt>
                <c:pt idx="687">
                  <c:v>5.4521581315891243E-2</c:v>
                </c:pt>
                <c:pt idx="688">
                  <c:v>5.5222691629975618E-2</c:v>
                </c:pt>
                <c:pt idx="689">
                  <c:v>5.5157389420443903E-2</c:v>
                </c:pt>
                <c:pt idx="690">
                  <c:v>5.5588889446609557E-2</c:v>
                </c:pt>
                <c:pt idx="691">
                  <c:v>5.5544049629804193E-2</c:v>
                </c:pt>
                <c:pt idx="692">
                  <c:v>5.5648275989723328E-2</c:v>
                </c:pt>
                <c:pt idx="693">
                  <c:v>5.5725402332462926E-2</c:v>
                </c:pt>
                <c:pt idx="694">
                  <c:v>5.5725230118096714E-2</c:v>
                </c:pt>
                <c:pt idx="695">
                  <c:v>5.5724040911442119E-2</c:v>
                </c:pt>
                <c:pt idx="696">
                  <c:v>5.5676976726627525E-2</c:v>
                </c:pt>
                <c:pt idx="697">
                  <c:v>5.5799631733787547E-2</c:v>
                </c:pt>
                <c:pt idx="698">
                  <c:v>5.5686170967533921E-2</c:v>
                </c:pt>
                <c:pt idx="699">
                  <c:v>5.5925910418355373E-2</c:v>
                </c:pt>
                <c:pt idx="700">
                  <c:v>5.595572427867479E-2</c:v>
                </c:pt>
                <c:pt idx="701">
                  <c:v>5.6006313767793525E-2</c:v>
                </c:pt>
                <c:pt idx="702">
                  <c:v>5.5927622474336136E-2</c:v>
                </c:pt>
                <c:pt idx="703">
                  <c:v>5.615258385152555E-2</c:v>
                </c:pt>
                <c:pt idx="704">
                  <c:v>5.5967137410940393E-2</c:v>
                </c:pt>
                <c:pt idx="705">
                  <c:v>5.573466946119443E-2</c:v>
                </c:pt>
                <c:pt idx="706">
                  <c:v>5.5672086006367527E-2</c:v>
                </c:pt>
                <c:pt idx="707">
                  <c:v>5.5423921759775285E-2</c:v>
                </c:pt>
                <c:pt idx="708">
                  <c:v>5.4787837726983479E-2</c:v>
                </c:pt>
                <c:pt idx="709">
                  <c:v>5.4675152113821346E-2</c:v>
                </c:pt>
                <c:pt idx="710">
                  <c:v>5.5490925397514657E-2</c:v>
                </c:pt>
                <c:pt idx="711">
                  <c:v>5.4326563185937315E-2</c:v>
                </c:pt>
                <c:pt idx="712">
                  <c:v>5.4471578513752839E-2</c:v>
                </c:pt>
                <c:pt idx="713">
                  <c:v>5.6506765659820046E-2</c:v>
                </c:pt>
                <c:pt idx="714">
                  <c:v>5.6687751908923278E-2</c:v>
                </c:pt>
                <c:pt idx="715">
                  <c:v>5.7242569454404868E-2</c:v>
                </c:pt>
                <c:pt idx="716">
                  <c:v>5.6947461252603637E-2</c:v>
                </c:pt>
                <c:pt idx="717">
                  <c:v>5.6297476012193592E-2</c:v>
                </c:pt>
                <c:pt idx="718">
                  <c:v>5.6754686224788853E-2</c:v>
                </c:pt>
                <c:pt idx="719">
                  <c:v>5.7075081053858057E-2</c:v>
                </c:pt>
                <c:pt idx="720">
                  <c:v>5.7292311065096913E-2</c:v>
                </c:pt>
                <c:pt idx="721">
                  <c:v>5.7455630003174885E-2</c:v>
                </c:pt>
                <c:pt idx="722">
                  <c:v>5.7873483573364304E-2</c:v>
                </c:pt>
                <c:pt idx="723">
                  <c:v>5.7859859879412223E-2</c:v>
                </c:pt>
                <c:pt idx="724">
                  <c:v>5.7641307657260388E-2</c:v>
                </c:pt>
                <c:pt idx="725">
                  <c:v>5.7203135020484353E-2</c:v>
                </c:pt>
                <c:pt idx="726">
                  <c:v>5.6435917262866675E-2</c:v>
                </c:pt>
                <c:pt idx="727">
                  <c:v>5.6317520607171434E-2</c:v>
                </c:pt>
                <c:pt idx="728">
                  <c:v>5.619204895357488E-2</c:v>
                </c:pt>
                <c:pt idx="729">
                  <c:v>5.7184071307069595E-2</c:v>
                </c:pt>
                <c:pt idx="730">
                  <c:v>5.6917734919101126E-2</c:v>
                </c:pt>
                <c:pt idx="731">
                  <c:v>5.6307256261851624E-2</c:v>
                </c:pt>
                <c:pt idx="732">
                  <c:v>5.5798482313086262E-2</c:v>
                </c:pt>
                <c:pt idx="733">
                  <c:v>5.5418762196391635E-2</c:v>
                </c:pt>
                <c:pt idx="734">
                  <c:v>5.5362679312223273E-2</c:v>
                </c:pt>
                <c:pt idx="735">
                  <c:v>5.5693872333830163E-2</c:v>
                </c:pt>
                <c:pt idx="736">
                  <c:v>5.6177799586548671E-2</c:v>
                </c:pt>
                <c:pt idx="737">
                  <c:v>5.6255612213301109E-2</c:v>
                </c:pt>
                <c:pt idx="738">
                  <c:v>5.66282116021527E-2</c:v>
                </c:pt>
                <c:pt idx="739">
                  <c:v>5.7262496993678025E-2</c:v>
                </c:pt>
                <c:pt idx="740">
                  <c:v>5.735582864873856E-2</c:v>
                </c:pt>
                <c:pt idx="741">
                  <c:v>5.7241291691485396E-2</c:v>
                </c:pt>
                <c:pt idx="742">
                  <c:v>5.7288328212939277E-2</c:v>
                </c:pt>
                <c:pt idx="743">
                  <c:v>5.7538963206161142E-2</c:v>
                </c:pt>
                <c:pt idx="744">
                  <c:v>5.5885895861549684E-2</c:v>
                </c:pt>
                <c:pt idx="745">
                  <c:v>5.4578023085921301E-2</c:v>
                </c:pt>
                <c:pt idx="746">
                  <c:v>5.5034198481940466E-2</c:v>
                </c:pt>
                <c:pt idx="747">
                  <c:v>5.5300578789881816E-2</c:v>
                </c:pt>
                <c:pt idx="748">
                  <c:v>5.5200973766918571E-2</c:v>
                </c:pt>
                <c:pt idx="749">
                  <c:v>5.4228235130641789E-2</c:v>
                </c:pt>
                <c:pt idx="750">
                  <c:v>5.3644972855419137E-2</c:v>
                </c:pt>
                <c:pt idx="751">
                  <c:v>5.4498858851366738E-2</c:v>
                </c:pt>
                <c:pt idx="752">
                  <c:v>5.4444522979172683E-2</c:v>
                </c:pt>
                <c:pt idx="753">
                  <c:v>5.482115961057421E-2</c:v>
                </c:pt>
                <c:pt idx="754">
                  <c:v>5.5121285006394349E-2</c:v>
                </c:pt>
                <c:pt idx="755">
                  <c:v>5.4246925033265669E-2</c:v>
                </c:pt>
                <c:pt idx="756">
                  <c:v>5.4929290746895565E-2</c:v>
                </c:pt>
                <c:pt idx="757">
                  <c:v>5.5651343266366449E-2</c:v>
                </c:pt>
                <c:pt idx="758">
                  <c:v>5.5972960657719839E-2</c:v>
                </c:pt>
                <c:pt idx="759">
                  <c:v>5.4582110385555049E-2</c:v>
                </c:pt>
                <c:pt idx="760">
                  <c:v>5.4159149548544505E-2</c:v>
                </c:pt>
                <c:pt idx="761">
                  <c:v>5.2121016703319811E-2</c:v>
                </c:pt>
                <c:pt idx="762">
                  <c:v>5.2709251385526068E-2</c:v>
                </c:pt>
                <c:pt idx="763">
                  <c:v>5.4462115227243424E-2</c:v>
                </c:pt>
                <c:pt idx="764">
                  <c:v>5.2975646699335743E-2</c:v>
                </c:pt>
                <c:pt idx="765">
                  <c:v>5.0217383237320723E-2</c:v>
                </c:pt>
                <c:pt idx="766">
                  <c:v>5.0735726226327715E-2</c:v>
                </c:pt>
                <c:pt idx="767">
                  <c:v>5.2453528645432512E-2</c:v>
                </c:pt>
                <c:pt idx="768">
                  <c:v>5.3663376889924952E-2</c:v>
                </c:pt>
                <c:pt idx="769">
                  <c:v>5.3640463820303297E-2</c:v>
                </c:pt>
                <c:pt idx="770">
                  <c:v>5.4442628142022276E-2</c:v>
                </c:pt>
                <c:pt idx="771">
                  <c:v>5.4679666810806382E-2</c:v>
                </c:pt>
                <c:pt idx="772">
                  <c:v>5.3972646353042109E-2</c:v>
                </c:pt>
                <c:pt idx="773">
                  <c:v>5.4963421097245391E-2</c:v>
                </c:pt>
                <c:pt idx="774">
                  <c:v>5.5428841754005975E-2</c:v>
                </c:pt>
                <c:pt idx="775">
                  <c:v>5.5438750425143235E-2</c:v>
                </c:pt>
                <c:pt idx="776">
                  <c:v>5.5072753358944015E-2</c:v>
                </c:pt>
                <c:pt idx="777">
                  <c:v>5.4063869054932434E-2</c:v>
                </c:pt>
                <c:pt idx="778">
                  <c:v>5.6450867434665764E-2</c:v>
                </c:pt>
                <c:pt idx="779">
                  <c:v>5.5897943252356197E-2</c:v>
                </c:pt>
                <c:pt idx="780">
                  <c:v>5.6980658998500688E-2</c:v>
                </c:pt>
                <c:pt idx="781">
                  <c:v>5.7442466403908266E-2</c:v>
                </c:pt>
                <c:pt idx="782">
                  <c:v>5.7835683159990214E-2</c:v>
                </c:pt>
                <c:pt idx="783">
                  <c:v>5.7885221086601768E-2</c:v>
                </c:pt>
                <c:pt idx="784">
                  <c:v>5.7085826924138661E-2</c:v>
                </c:pt>
                <c:pt idx="785">
                  <c:v>5.6440212822237101E-2</c:v>
                </c:pt>
                <c:pt idx="786">
                  <c:v>5.7607126511724949E-2</c:v>
                </c:pt>
                <c:pt idx="787">
                  <c:v>5.7739812034407145E-2</c:v>
                </c:pt>
                <c:pt idx="788">
                  <c:v>5.7629667997135869E-2</c:v>
                </c:pt>
                <c:pt idx="789">
                  <c:v>5.6484384054659498E-2</c:v>
                </c:pt>
                <c:pt idx="790">
                  <c:v>5.6956957332830682E-2</c:v>
                </c:pt>
                <c:pt idx="791">
                  <c:v>5.5018906714144888E-2</c:v>
                </c:pt>
                <c:pt idx="792">
                  <c:v>5.5007940506722863E-2</c:v>
                </c:pt>
                <c:pt idx="793">
                  <c:v>5.3874959931856869E-2</c:v>
                </c:pt>
                <c:pt idx="794">
                  <c:v>5.4548454590988671E-2</c:v>
                </c:pt>
                <c:pt idx="795">
                  <c:v>5.5524327724522315E-2</c:v>
                </c:pt>
                <c:pt idx="796">
                  <c:v>5.52355579785343E-2</c:v>
                </c:pt>
                <c:pt idx="797">
                  <c:v>5.3817724363681263E-2</c:v>
                </c:pt>
                <c:pt idx="798">
                  <c:v>5.5017394057924385E-2</c:v>
                </c:pt>
                <c:pt idx="799">
                  <c:v>5.5915340927147339E-2</c:v>
                </c:pt>
                <c:pt idx="800">
                  <c:v>5.5531945452684917E-2</c:v>
                </c:pt>
                <c:pt idx="801">
                  <c:v>5.7392146639799968E-2</c:v>
                </c:pt>
                <c:pt idx="802">
                  <c:v>5.836124399496645E-2</c:v>
                </c:pt>
                <c:pt idx="803">
                  <c:v>5.8431906343297979E-2</c:v>
                </c:pt>
                <c:pt idx="804">
                  <c:v>5.8692164700147043E-2</c:v>
                </c:pt>
                <c:pt idx="805">
                  <c:v>5.9004801692774111E-2</c:v>
                </c:pt>
                <c:pt idx="806">
                  <c:v>5.9268684265693983E-2</c:v>
                </c:pt>
                <c:pt idx="807">
                  <c:v>5.9148587861845514E-2</c:v>
                </c:pt>
                <c:pt idx="808">
                  <c:v>5.9193053128048012E-2</c:v>
                </c:pt>
                <c:pt idx="809">
                  <c:v>5.9335230829281382E-2</c:v>
                </c:pt>
                <c:pt idx="810">
                  <c:v>5.952557184446472E-2</c:v>
                </c:pt>
                <c:pt idx="811">
                  <c:v>5.9758074230110592E-2</c:v>
                </c:pt>
                <c:pt idx="812">
                  <c:v>6.0113860578068556E-2</c:v>
                </c:pt>
                <c:pt idx="813">
                  <c:v>5.9609611944668073E-2</c:v>
                </c:pt>
                <c:pt idx="814">
                  <c:v>5.9603319433740531E-2</c:v>
                </c:pt>
                <c:pt idx="815">
                  <c:v>5.9360069255996795E-2</c:v>
                </c:pt>
                <c:pt idx="816">
                  <c:v>5.9390240888313017E-2</c:v>
                </c:pt>
                <c:pt idx="817">
                  <c:v>5.9333526030434736E-2</c:v>
                </c:pt>
                <c:pt idx="818">
                  <c:v>5.9962323450979849E-2</c:v>
                </c:pt>
                <c:pt idx="819">
                  <c:v>5.9779743692516818E-2</c:v>
                </c:pt>
                <c:pt idx="820">
                  <c:v>5.9981495401401075E-2</c:v>
                </c:pt>
                <c:pt idx="821">
                  <c:v>5.9877993903959092E-2</c:v>
                </c:pt>
                <c:pt idx="822">
                  <c:v>5.9841379678983619E-2</c:v>
                </c:pt>
                <c:pt idx="823">
                  <c:v>5.8709286206891531E-2</c:v>
                </c:pt>
                <c:pt idx="824">
                  <c:v>5.8461495708033606E-2</c:v>
                </c:pt>
                <c:pt idx="825">
                  <c:v>5.8046311988926069E-2</c:v>
                </c:pt>
                <c:pt idx="826">
                  <c:v>5.7839524954419352E-2</c:v>
                </c:pt>
                <c:pt idx="827">
                  <c:v>5.772209242477877E-2</c:v>
                </c:pt>
                <c:pt idx="828">
                  <c:v>5.6476343260036921E-2</c:v>
                </c:pt>
                <c:pt idx="829">
                  <c:v>5.7257381679191255E-2</c:v>
                </c:pt>
                <c:pt idx="830">
                  <c:v>5.7487049567508386E-2</c:v>
                </c:pt>
                <c:pt idx="831">
                  <c:v>5.8198082812908725E-2</c:v>
                </c:pt>
                <c:pt idx="832">
                  <c:v>5.9346238722237654E-2</c:v>
                </c:pt>
                <c:pt idx="833">
                  <c:v>6.087692258162114E-2</c:v>
                </c:pt>
                <c:pt idx="834">
                  <c:v>6.0868374454271956E-2</c:v>
                </c:pt>
                <c:pt idx="835">
                  <c:v>6.1031677236936255E-2</c:v>
                </c:pt>
                <c:pt idx="836">
                  <c:v>6.1154828522379967E-2</c:v>
                </c:pt>
                <c:pt idx="837">
                  <c:v>6.1054728031443073E-2</c:v>
                </c:pt>
                <c:pt idx="838">
                  <c:v>6.0879630150594388E-2</c:v>
                </c:pt>
                <c:pt idx="839">
                  <c:v>6.1149266150471671E-2</c:v>
                </c:pt>
                <c:pt idx="840">
                  <c:v>6.1173412946136985E-2</c:v>
                </c:pt>
                <c:pt idx="841">
                  <c:v>6.0882608431086171E-2</c:v>
                </c:pt>
                <c:pt idx="842">
                  <c:v>6.0304456632725323E-2</c:v>
                </c:pt>
                <c:pt idx="843">
                  <c:v>6.1209310029788244E-2</c:v>
                </c:pt>
                <c:pt idx="844">
                  <c:v>6.1086658525657533E-2</c:v>
                </c:pt>
                <c:pt idx="845">
                  <c:v>6.0325016167875445E-2</c:v>
                </c:pt>
                <c:pt idx="846">
                  <c:v>6.084169874402956E-2</c:v>
                </c:pt>
                <c:pt idx="847">
                  <c:v>6.110355670021872E-2</c:v>
                </c:pt>
                <c:pt idx="848">
                  <c:v>6.0605466775921046E-2</c:v>
                </c:pt>
                <c:pt idx="849">
                  <c:v>6.0305854128345215E-2</c:v>
                </c:pt>
                <c:pt idx="850">
                  <c:v>6.137619864053645E-2</c:v>
                </c:pt>
                <c:pt idx="851">
                  <c:v>6.137037290946834E-2</c:v>
                </c:pt>
                <c:pt idx="852">
                  <c:v>6.1192325879946829E-2</c:v>
                </c:pt>
                <c:pt idx="853">
                  <c:v>6.0192268075306421E-2</c:v>
                </c:pt>
                <c:pt idx="854">
                  <c:v>6.0454780414918585E-2</c:v>
                </c:pt>
                <c:pt idx="855">
                  <c:v>6.0824796552835458E-2</c:v>
                </c:pt>
                <c:pt idx="856">
                  <c:v>6.0224559278726497E-2</c:v>
                </c:pt>
                <c:pt idx="857">
                  <c:v>6.0275197952992965E-2</c:v>
                </c:pt>
                <c:pt idx="858">
                  <c:v>5.891200540561603E-2</c:v>
                </c:pt>
                <c:pt idx="859">
                  <c:v>5.9603848190521669E-2</c:v>
                </c:pt>
                <c:pt idx="860">
                  <c:v>6.091560313141442E-2</c:v>
                </c:pt>
                <c:pt idx="861">
                  <c:v>6.0326123179073265E-2</c:v>
                </c:pt>
                <c:pt idx="862">
                  <c:v>6.1093921969429865E-2</c:v>
                </c:pt>
                <c:pt idx="863">
                  <c:v>6.0634907432532859E-2</c:v>
                </c:pt>
                <c:pt idx="864">
                  <c:v>6.1344723965628845E-2</c:v>
                </c:pt>
                <c:pt idx="865">
                  <c:v>6.1050943922833834E-2</c:v>
                </c:pt>
                <c:pt idx="866">
                  <c:v>6.1925814449974137E-2</c:v>
                </c:pt>
                <c:pt idx="867">
                  <c:v>6.1627008118614879E-2</c:v>
                </c:pt>
                <c:pt idx="868">
                  <c:v>6.1450387359827996E-2</c:v>
                </c:pt>
                <c:pt idx="869">
                  <c:v>6.1200013345101056E-2</c:v>
                </c:pt>
                <c:pt idx="870">
                  <c:v>6.1192278650014864E-2</c:v>
                </c:pt>
                <c:pt idx="871">
                  <c:v>6.0779948137174911E-2</c:v>
                </c:pt>
                <c:pt idx="872">
                  <c:v>6.0904867580073074E-2</c:v>
                </c:pt>
                <c:pt idx="873">
                  <c:v>5.9897794820858885E-2</c:v>
                </c:pt>
                <c:pt idx="874">
                  <c:v>6.0157734301215071E-2</c:v>
                </c:pt>
                <c:pt idx="875">
                  <c:v>6.1601731642355717E-2</c:v>
                </c:pt>
                <c:pt idx="876">
                  <c:v>6.1765233410722375E-2</c:v>
                </c:pt>
                <c:pt idx="877">
                  <c:v>6.2189011759585577E-2</c:v>
                </c:pt>
                <c:pt idx="878">
                  <c:v>6.2092435373874322E-2</c:v>
                </c:pt>
                <c:pt idx="879">
                  <c:v>6.2037426613046232E-2</c:v>
                </c:pt>
                <c:pt idx="880">
                  <c:v>6.2539755070196379E-2</c:v>
                </c:pt>
                <c:pt idx="881">
                  <c:v>6.2437216649427918E-2</c:v>
                </c:pt>
                <c:pt idx="882">
                  <c:v>6.2493362935571728E-2</c:v>
                </c:pt>
                <c:pt idx="883">
                  <c:v>6.2755204805849174E-2</c:v>
                </c:pt>
                <c:pt idx="884">
                  <c:v>6.3441147008464815E-2</c:v>
                </c:pt>
                <c:pt idx="885">
                  <c:v>6.4150520627299978E-2</c:v>
                </c:pt>
                <c:pt idx="886">
                  <c:v>6.4875599121507532E-2</c:v>
                </c:pt>
                <c:pt idx="887">
                  <c:v>6.4641659797656792E-2</c:v>
                </c:pt>
                <c:pt idx="888">
                  <c:v>6.4423046251703808E-2</c:v>
                </c:pt>
                <c:pt idx="889">
                  <c:v>6.4667418587362024E-2</c:v>
                </c:pt>
                <c:pt idx="890">
                  <c:v>6.4263046092985388E-2</c:v>
                </c:pt>
                <c:pt idx="891">
                  <c:v>6.400451552693176E-2</c:v>
                </c:pt>
                <c:pt idx="892">
                  <c:v>6.3737833778484632E-2</c:v>
                </c:pt>
                <c:pt idx="893">
                  <c:v>6.2642444640662487E-2</c:v>
                </c:pt>
                <c:pt idx="894">
                  <c:v>6.3152308306062888E-2</c:v>
                </c:pt>
                <c:pt idx="895">
                  <c:v>6.3159559390499109E-2</c:v>
                </c:pt>
                <c:pt idx="896">
                  <c:v>6.4093670626340749E-2</c:v>
                </c:pt>
                <c:pt idx="897">
                  <c:v>6.4084549466949858E-2</c:v>
                </c:pt>
                <c:pt idx="898">
                  <c:v>6.3581686200745557E-2</c:v>
                </c:pt>
                <c:pt idx="899">
                  <c:v>6.4410868664977139E-2</c:v>
                </c:pt>
                <c:pt idx="900">
                  <c:v>6.4460847072964511E-2</c:v>
                </c:pt>
                <c:pt idx="901">
                  <c:v>6.3216029053413836E-2</c:v>
                </c:pt>
                <c:pt idx="902">
                  <c:v>6.3904725108402172E-2</c:v>
                </c:pt>
                <c:pt idx="903">
                  <c:v>6.3976406274914632E-2</c:v>
                </c:pt>
                <c:pt idx="904">
                  <c:v>6.4217845203961454E-2</c:v>
                </c:pt>
                <c:pt idx="905">
                  <c:v>6.4469695572618169E-2</c:v>
                </c:pt>
                <c:pt idx="906">
                  <c:v>6.4570223848903652E-2</c:v>
                </c:pt>
                <c:pt idx="907">
                  <c:v>6.4321471919585926E-2</c:v>
                </c:pt>
                <c:pt idx="908">
                  <c:v>6.4273877639321131E-2</c:v>
                </c:pt>
                <c:pt idx="909">
                  <c:v>6.3354095402252453E-2</c:v>
                </c:pt>
                <c:pt idx="910">
                  <c:v>6.321392999130937E-2</c:v>
                </c:pt>
                <c:pt idx="911">
                  <c:v>6.3602263658984581E-2</c:v>
                </c:pt>
                <c:pt idx="912">
                  <c:v>6.3160236296072703E-2</c:v>
                </c:pt>
                <c:pt idx="913">
                  <c:v>6.2175458130821482E-2</c:v>
                </c:pt>
                <c:pt idx="914">
                  <c:v>6.2949219146765767E-2</c:v>
                </c:pt>
                <c:pt idx="915">
                  <c:v>6.2575986530302719E-2</c:v>
                </c:pt>
                <c:pt idx="916">
                  <c:v>6.2994855960343488E-2</c:v>
                </c:pt>
                <c:pt idx="917">
                  <c:v>6.4147626810411529E-2</c:v>
                </c:pt>
                <c:pt idx="918">
                  <c:v>6.3253111356695757E-2</c:v>
                </c:pt>
                <c:pt idx="919">
                  <c:v>6.3516723746421588E-2</c:v>
                </c:pt>
                <c:pt idx="920">
                  <c:v>6.2580612706946481E-2</c:v>
                </c:pt>
                <c:pt idx="921">
                  <c:v>6.1774051182946099E-2</c:v>
                </c:pt>
                <c:pt idx="922">
                  <c:v>6.1979076166143399E-2</c:v>
                </c:pt>
                <c:pt idx="923">
                  <c:v>6.176235952372866E-2</c:v>
                </c:pt>
                <c:pt idx="924">
                  <c:v>6.1694020106675018E-2</c:v>
                </c:pt>
                <c:pt idx="925">
                  <c:v>6.1493171563885007E-2</c:v>
                </c:pt>
                <c:pt idx="926">
                  <c:v>6.0859434878579255E-2</c:v>
                </c:pt>
                <c:pt idx="927">
                  <c:v>5.8622386497107715E-2</c:v>
                </c:pt>
                <c:pt idx="928">
                  <c:v>5.6806391973642012E-2</c:v>
                </c:pt>
                <c:pt idx="929">
                  <c:v>5.617505181456306E-2</c:v>
                </c:pt>
                <c:pt idx="930">
                  <c:v>5.672654155671808E-2</c:v>
                </c:pt>
                <c:pt idx="931">
                  <c:v>5.5586532191616356E-2</c:v>
                </c:pt>
                <c:pt idx="932">
                  <c:v>5.3070624578134384E-2</c:v>
                </c:pt>
                <c:pt idx="933">
                  <c:v>5.2330686136360494E-2</c:v>
                </c:pt>
                <c:pt idx="934">
                  <c:v>5.2580089260874652E-2</c:v>
                </c:pt>
                <c:pt idx="935">
                  <c:v>5.2069474483927181E-2</c:v>
                </c:pt>
                <c:pt idx="936">
                  <c:v>5.1137045924101843E-2</c:v>
                </c:pt>
                <c:pt idx="937">
                  <c:v>4.8519975848576813E-2</c:v>
                </c:pt>
                <c:pt idx="938">
                  <c:v>5.240133553414239E-2</c:v>
                </c:pt>
                <c:pt idx="939">
                  <c:v>5.032509683153652E-2</c:v>
                </c:pt>
                <c:pt idx="940">
                  <c:v>5.2737065290093255E-2</c:v>
                </c:pt>
                <c:pt idx="941">
                  <c:v>5.2109219488490233E-2</c:v>
                </c:pt>
                <c:pt idx="942">
                  <c:v>5.1703498643046242E-2</c:v>
                </c:pt>
                <c:pt idx="943">
                  <c:v>5.2557615862334206E-2</c:v>
                </c:pt>
                <c:pt idx="944">
                  <c:v>5.2058984882316528E-2</c:v>
                </c:pt>
                <c:pt idx="945">
                  <c:v>5.6630298235434751E-2</c:v>
                </c:pt>
                <c:pt idx="946">
                  <c:v>5.6775938752917088E-2</c:v>
                </c:pt>
                <c:pt idx="947">
                  <c:v>5.7936634984205204E-2</c:v>
                </c:pt>
                <c:pt idx="948">
                  <c:v>5.6738684346634649E-2</c:v>
                </c:pt>
                <c:pt idx="949">
                  <c:v>5.5167269227958005E-2</c:v>
                </c:pt>
                <c:pt idx="950">
                  <c:v>5.4666012415893306E-2</c:v>
                </c:pt>
                <c:pt idx="951">
                  <c:v>5.5708814674645057E-2</c:v>
                </c:pt>
                <c:pt idx="952">
                  <c:v>5.5858765602404103E-2</c:v>
                </c:pt>
                <c:pt idx="953">
                  <c:v>5.8271118799880561E-2</c:v>
                </c:pt>
                <c:pt idx="954">
                  <c:v>5.814503309457153E-2</c:v>
                </c:pt>
                <c:pt idx="955">
                  <c:v>5.8684635539054231E-2</c:v>
                </c:pt>
                <c:pt idx="956">
                  <c:v>5.7942693833795578E-2</c:v>
                </c:pt>
                <c:pt idx="957">
                  <c:v>5.664724193843329E-2</c:v>
                </c:pt>
                <c:pt idx="958">
                  <c:v>5.6733160783386971E-2</c:v>
                </c:pt>
                <c:pt idx="959">
                  <c:v>5.840505675898966E-2</c:v>
                </c:pt>
                <c:pt idx="960">
                  <c:v>5.8195586073979899E-2</c:v>
                </c:pt>
                <c:pt idx="961">
                  <c:v>5.7289743597076392E-2</c:v>
                </c:pt>
                <c:pt idx="962">
                  <c:v>5.7940852767899398E-2</c:v>
                </c:pt>
                <c:pt idx="963">
                  <c:v>5.9574054909516949E-2</c:v>
                </c:pt>
                <c:pt idx="964">
                  <c:v>5.9195352349976971E-2</c:v>
                </c:pt>
                <c:pt idx="965">
                  <c:v>5.9370170496315877E-2</c:v>
                </c:pt>
                <c:pt idx="966">
                  <c:v>6.0171296715743505E-2</c:v>
                </c:pt>
                <c:pt idx="967">
                  <c:v>6.0404790213514081E-2</c:v>
                </c:pt>
                <c:pt idx="968">
                  <c:v>5.9195957162501034E-2</c:v>
                </c:pt>
                <c:pt idx="969">
                  <c:v>5.9083867894636377E-2</c:v>
                </c:pt>
                <c:pt idx="970">
                  <c:v>5.923403320655507E-2</c:v>
                </c:pt>
                <c:pt idx="971">
                  <c:v>6.0724588357533582E-2</c:v>
                </c:pt>
                <c:pt idx="972">
                  <c:v>6.0825395102940161E-2</c:v>
                </c:pt>
                <c:pt idx="973">
                  <c:v>6.0531578292840282E-2</c:v>
                </c:pt>
                <c:pt idx="974">
                  <c:v>6.02488795255397E-2</c:v>
                </c:pt>
                <c:pt idx="975">
                  <c:v>5.8026841448882704E-2</c:v>
                </c:pt>
                <c:pt idx="976">
                  <c:v>5.5483582263765041E-2</c:v>
                </c:pt>
                <c:pt idx="977">
                  <c:v>5.6165764932178508E-2</c:v>
                </c:pt>
                <c:pt idx="978">
                  <c:v>5.6040843728296985E-2</c:v>
                </c:pt>
                <c:pt idx="979">
                  <c:v>5.468432120881439E-2</c:v>
                </c:pt>
                <c:pt idx="980">
                  <c:v>5.4130687215903417E-2</c:v>
                </c:pt>
                <c:pt idx="981">
                  <c:v>5.421013974718325E-2</c:v>
                </c:pt>
                <c:pt idx="982">
                  <c:v>5.74806457566166E-2</c:v>
                </c:pt>
                <c:pt idx="983">
                  <c:v>5.8683243223989878E-2</c:v>
                </c:pt>
                <c:pt idx="984">
                  <c:v>5.8268017727514332E-2</c:v>
                </c:pt>
                <c:pt idx="985">
                  <c:v>5.8937810341841868E-2</c:v>
                </c:pt>
                <c:pt idx="986">
                  <c:v>5.8925045398401932E-2</c:v>
                </c:pt>
                <c:pt idx="987">
                  <c:v>5.6533342339156634E-2</c:v>
                </c:pt>
                <c:pt idx="988">
                  <c:v>5.4896809687791315E-2</c:v>
                </c:pt>
                <c:pt idx="989">
                  <c:v>5.5473886687709029E-2</c:v>
                </c:pt>
                <c:pt idx="990">
                  <c:v>5.5070914991963815E-2</c:v>
                </c:pt>
                <c:pt idx="991">
                  <c:v>5.1733016076207394E-2</c:v>
                </c:pt>
                <c:pt idx="992">
                  <c:v>5.2257147016965377E-2</c:v>
                </c:pt>
                <c:pt idx="993">
                  <c:v>5.5178120815315701E-2</c:v>
                </c:pt>
                <c:pt idx="994">
                  <c:v>5.6811221726969396E-2</c:v>
                </c:pt>
                <c:pt idx="995">
                  <c:v>5.6558541494580838E-2</c:v>
                </c:pt>
                <c:pt idx="996">
                  <c:v>5.6988645247605163E-2</c:v>
                </c:pt>
                <c:pt idx="997">
                  <c:v>5.6774442232086053E-2</c:v>
                </c:pt>
                <c:pt idx="998">
                  <c:v>5.6608809590835252E-2</c:v>
                </c:pt>
                <c:pt idx="999">
                  <c:v>5.4044058208039369E-2</c:v>
                </c:pt>
                <c:pt idx="1000">
                  <c:v>5.6114628759679874E-2</c:v>
                </c:pt>
                <c:pt idx="1001">
                  <c:v>5.7952923309274706E-2</c:v>
                </c:pt>
                <c:pt idx="1002">
                  <c:v>5.8882394356653878E-2</c:v>
                </c:pt>
                <c:pt idx="1003">
                  <c:v>5.8803695900263464E-2</c:v>
                </c:pt>
                <c:pt idx="1004">
                  <c:v>6.0021163213219486E-2</c:v>
                </c:pt>
                <c:pt idx="1005">
                  <c:v>5.9910688710348881E-2</c:v>
                </c:pt>
                <c:pt idx="1006">
                  <c:v>6.1182718733197694E-2</c:v>
                </c:pt>
                <c:pt idx="1007">
                  <c:v>6.1188404242230932E-2</c:v>
                </c:pt>
                <c:pt idx="1008">
                  <c:v>6.0194337987825808E-2</c:v>
                </c:pt>
                <c:pt idx="1009">
                  <c:v>5.9840827234860727E-2</c:v>
                </c:pt>
                <c:pt idx="1010">
                  <c:v>6.029533513672658E-2</c:v>
                </c:pt>
                <c:pt idx="1011">
                  <c:v>6.0156209579913966E-2</c:v>
                </c:pt>
                <c:pt idx="1012">
                  <c:v>6.090056064183913E-2</c:v>
                </c:pt>
                <c:pt idx="1013">
                  <c:v>5.9842400592010625E-2</c:v>
                </c:pt>
                <c:pt idx="1014">
                  <c:v>6.0079968546342455E-2</c:v>
                </c:pt>
                <c:pt idx="1015">
                  <c:v>5.9525726719094729E-2</c:v>
                </c:pt>
                <c:pt idx="1016">
                  <c:v>5.8506020560489147E-2</c:v>
                </c:pt>
                <c:pt idx="1017">
                  <c:v>5.9006287856374628E-2</c:v>
                </c:pt>
                <c:pt idx="1018">
                  <c:v>5.8551804182742861E-2</c:v>
                </c:pt>
                <c:pt idx="1019">
                  <c:v>5.9935768952412927E-2</c:v>
                </c:pt>
                <c:pt idx="1020">
                  <c:v>5.9967092245003628E-2</c:v>
                </c:pt>
                <c:pt idx="1021">
                  <c:v>6.0317204878218011E-2</c:v>
                </c:pt>
                <c:pt idx="1022">
                  <c:v>6.0580234871541849E-2</c:v>
                </c:pt>
                <c:pt idx="1023">
                  <c:v>6.0868852175359867E-2</c:v>
                </c:pt>
                <c:pt idx="1024">
                  <c:v>6.1859848664505335E-2</c:v>
                </c:pt>
                <c:pt idx="1025">
                  <c:v>6.1843347073368471E-2</c:v>
                </c:pt>
                <c:pt idx="1026">
                  <c:v>6.1033825393475016E-2</c:v>
                </c:pt>
                <c:pt idx="1027">
                  <c:v>6.2316653404593692E-2</c:v>
                </c:pt>
                <c:pt idx="1028">
                  <c:v>6.2770558053700132E-2</c:v>
                </c:pt>
                <c:pt idx="1029">
                  <c:v>6.2672869810736054E-2</c:v>
                </c:pt>
                <c:pt idx="1030">
                  <c:v>6.2595080790021185E-2</c:v>
                </c:pt>
                <c:pt idx="1031">
                  <c:v>6.3535026427313679E-2</c:v>
                </c:pt>
                <c:pt idx="1032">
                  <c:v>6.2005433180393865E-2</c:v>
                </c:pt>
                <c:pt idx="1033">
                  <c:v>6.1438180413839527E-2</c:v>
                </c:pt>
                <c:pt idx="1034">
                  <c:v>6.1675933157727458E-2</c:v>
                </c:pt>
                <c:pt idx="1035">
                  <c:v>6.0605356436109314E-2</c:v>
                </c:pt>
                <c:pt idx="1036">
                  <c:v>6.1772003081891125E-2</c:v>
                </c:pt>
                <c:pt idx="1037">
                  <c:v>6.1919876225840942E-2</c:v>
                </c:pt>
                <c:pt idx="1038">
                  <c:v>6.5145947543537197E-2</c:v>
                </c:pt>
                <c:pt idx="1039">
                  <c:v>6.5163073865330379E-2</c:v>
                </c:pt>
                <c:pt idx="1040">
                  <c:v>6.5492088390722181E-2</c:v>
                </c:pt>
                <c:pt idx="1041">
                  <c:v>6.5373352897472259E-2</c:v>
                </c:pt>
                <c:pt idx="1042">
                  <c:v>6.5477522359771223E-2</c:v>
                </c:pt>
                <c:pt idx="1043">
                  <c:v>6.5563938345663653E-2</c:v>
                </c:pt>
                <c:pt idx="1044">
                  <c:v>6.5474331090470295E-2</c:v>
                </c:pt>
                <c:pt idx="1045">
                  <c:v>6.4254363108003143E-2</c:v>
                </c:pt>
                <c:pt idx="1046">
                  <c:v>6.4035972111939565E-2</c:v>
                </c:pt>
                <c:pt idx="1047">
                  <c:v>6.4313978847760245E-2</c:v>
                </c:pt>
                <c:pt idx="1048">
                  <c:v>6.4884631223018463E-2</c:v>
                </c:pt>
                <c:pt idx="1049">
                  <c:v>6.3830197909395814E-2</c:v>
                </c:pt>
                <c:pt idx="1050">
                  <c:v>6.3840447769447417E-2</c:v>
                </c:pt>
                <c:pt idx="1051">
                  <c:v>6.4742082843116999E-2</c:v>
                </c:pt>
                <c:pt idx="1052">
                  <c:v>6.482688820251159E-2</c:v>
                </c:pt>
                <c:pt idx="1053">
                  <c:v>6.4803536195747524E-2</c:v>
                </c:pt>
                <c:pt idx="1054">
                  <c:v>6.5566692238510638E-2</c:v>
                </c:pt>
                <c:pt idx="1055">
                  <c:v>6.5489349348985648E-2</c:v>
                </c:pt>
                <c:pt idx="1056">
                  <c:v>6.7060426655528138E-2</c:v>
                </c:pt>
                <c:pt idx="1057">
                  <c:v>6.7594679421121961E-2</c:v>
                </c:pt>
                <c:pt idx="1058">
                  <c:v>6.8249470176681259E-2</c:v>
                </c:pt>
                <c:pt idx="1059">
                  <c:v>6.8302365167110746E-2</c:v>
                </c:pt>
                <c:pt idx="1060">
                  <c:v>6.9000002051414988E-2</c:v>
                </c:pt>
                <c:pt idx="1061">
                  <c:v>6.8966360849646025E-2</c:v>
                </c:pt>
                <c:pt idx="1062">
                  <c:v>6.9021082424760349E-2</c:v>
                </c:pt>
                <c:pt idx="1063">
                  <c:v>6.8946248503341856E-2</c:v>
                </c:pt>
                <c:pt idx="1064">
                  <c:v>6.904332085503162E-2</c:v>
                </c:pt>
                <c:pt idx="1065">
                  <c:v>6.9817977525886032E-2</c:v>
                </c:pt>
                <c:pt idx="1066">
                  <c:v>6.9657088932971289E-2</c:v>
                </c:pt>
                <c:pt idx="1067">
                  <c:v>6.9514689957992482E-2</c:v>
                </c:pt>
                <c:pt idx="1068">
                  <c:v>6.9263814907656318E-2</c:v>
                </c:pt>
                <c:pt idx="1069">
                  <c:v>6.9157730676848161E-2</c:v>
                </c:pt>
                <c:pt idx="1070">
                  <c:v>6.8808314502808887E-2</c:v>
                </c:pt>
                <c:pt idx="1071">
                  <c:v>6.9041395587900123E-2</c:v>
                </c:pt>
                <c:pt idx="1072">
                  <c:v>6.8265639458909955E-2</c:v>
                </c:pt>
                <c:pt idx="1073">
                  <c:v>6.7774339739303802E-2</c:v>
                </c:pt>
                <c:pt idx="1074">
                  <c:v>6.7189278045003076E-2</c:v>
                </c:pt>
                <c:pt idx="1075">
                  <c:v>6.745622616053093E-2</c:v>
                </c:pt>
                <c:pt idx="1076">
                  <c:v>6.7429844578756781E-2</c:v>
                </c:pt>
                <c:pt idx="1077">
                  <c:v>6.8123600376431503E-2</c:v>
                </c:pt>
                <c:pt idx="1078">
                  <c:v>6.8271701044702593E-2</c:v>
                </c:pt>
                <c:pt idx="1079">
                  <c:v>6.7500056492175387E-2</c:v>
                </c:pt>
                <c:pt idx="1080">
                  <c:v>6.7746177539135477E-2</c:v>
                </c:pt>
                <c:pt idx="1081">
                  <c:v>6.8097829727292392E-2</c:v>
                </c:pt>
                <c:pt idx="1082">
                  <c:v>6.8948074051813246E-2</c:v>
                </c:pt>
                <c:pt idx="1083">
                  <c:v>6.8160177845364545E-2</c:v>
                </c:pt>
                <c:pt idx="1084">
                  <c:v>6.9363858454750571E-2</c:v>
                </c:pt>
                <c:pt idx="1085">
                  <c:v>6.9191307414198433E-2</c:v>
                </c:pt>
                <c:pt idx="1086">
                  <c:v>6.7651019255882905E-2</c:v>
                </c:pt>
                <c:pt idx="1087">
                  <c:v>6.7608959489774856E-2</c:v>
                </c:pt>
                <c:pt idx="1088">
                  <c:v>6.7748431605448411E-2</c:v>
                </c:pt>
                <c:pt idx="1089">
                  <c:v>6.7064446654573673E-2</c:v>
                </c:pt>
                <c:pt idx="1090">
                  <c:v>6.5952927347414425E-2</c:v>
                </c:pt>
                <c:pt idx="1091">
                  <c:v>6.4837165185288037E-2</c:v>
                </c:pt>
                <c:pt idx="1092">
                  <c:v>6.5603070949111553E-2</c:v>
                </c:pt>
                <c:pt idx="1093">
                  <c:v>6.5322028791410025E-2</c:v>
                </c:pt>
                <c:pt idx="1094">
                  <c:v>6.4926118474641359E-2</c:v>
                </c:pt>
                <c:pt idx="1095">
                  <c:v>6.4534927292917987E-2</c:v>
                </c:pt>
                <c:pt idx="1096">
                  <c:v>6.373049207925785E-2</c:v>
                </c:pt>
                <c:pt idx="1097">
                  <c:v>6.3858017686565294E-2</c:v>
                </c:pt>
                <c:pt idx="1098">
                  <c:v>6.3461152429226564E-2</c:v>
                </c:pt>
                <c:pt idx="1099">
                  <c:v>6.289449331765673E-2</c:v>
                </c:pt>
                <c:pt idx="1100">
                  <c:v>6.1461571371361989E-2</c:v>
                </c:pt>
                <c:pt idx="1101">
                  <c:v>6.1868471370029154E-2</c:v>
                </c:pt>
                <c:pt idx="1102">
                  <c:v>6.2266239508191989E-2</c:v>
                </c:pt>
                <c:pt idx="1103">
                  <c:v>6.2378232030497749E-2</c:v>
                </c:pt>
                <c:pt idx="1104">
                  <c:v>6.3129671792963027E-2</c:v>
                </c:pt>
                <c:pt idx="1105">
                  <c:v>6.5337194150304367E-2</c:v>
                </c:pt>
                <c:pt idx="1106">
                  <c:v>6.5564848122699138E-2</c:v>
                </c:pt>
                <c:pt idx="1107">
                  <c:v>6.4958946449090504E-2</c:v>
                </c:pt>
                <c:pt idx="1108">
                  <c:v>6.5338535147430266E-2</c:v>
                </c:pt>
                <c:pt idx="1109">
                  <c:v>6.3594463516670974E-2</c:v>
                </c:pt>
                <c:pt idx="1110">
                  <c:v>6.4219429228393077E-2</c:v>
                </c:pt>
                <c:pt idx="1111">
                  <c:v>6.5883689679627544E-2</c:v>
                </c:pt>
                <c:pt idx="1112">
                  <c:v>6.6110747201640452E-2</c:v>
                </c:pt>
                <c:pt idx="1113">
                  <c:v>6.5675996315529228E-2</c:v>
                </c:pt>
                <c:pt idx="1114">
                  <c:v>6.2260401528372866E-2</c:v>
                </c:pt>
                <c:pt idx="1115">
                  <c:v>6.2087648293094211E-2</c:v>
                </c:pt>
                <c:pt idx="1116">
                  <c:v>5.9924345861481432E-2</c:v>
                </c:pt>
                <c:pt idx="1117">
                  <c:v>6.1331243408881742E-2</c:v>
                </c:pt>
                <c:pt idx="1118">
                  <c:v>6.1374680209526522E-2</c:v>
                </c:pt>
                <c:pt idx="1119">
                  <c:v>6.3544731364779894E-2</c:v>
                </c:pt>
                <c:pt idx="1120">
                  <c:v>6.2765775646787869E-2</c:v>
                </c:pt>
                <c:pt idx="1121">
                  <c:v>6.3449091625015774E-2</c:v>
                </c:pt>
                <c:pt idx="1122">
                  <c:v>6.4634911684937846E-2</c:v>
                </c:pt>
                <c:pt idx="1123">
                  <c:v>6.3881182795739289E-2</c:v>
                </c:pt>
                <c:pt idx="1124">
                  <c:v>6.304101483373481E-2</c:v>
                </c:pt>
                <c:pt idx="1125">
                  <c:v>6.4001738165021638E-2</c:v>
                </c:pt>
                <c:pt idx="1126">
                  <c:v>6.2439652838265691E-2</c:v>
                </c:pt>
                <c:pt idx="1127">
                  <c:v>6.2046173577187114E-2</c:v>
                </c:pt>
                <c:pt idx="1128">
                  <c:v>6.036039564930662E-2</c:v>
                </c:pt>
                <c:pt idx="1129">
                  <c:v>6.0413460939586106E-2</c:v>
                </c:pt>
                <c:pt idx="1130">
                  <c:v>6.0587008818633659E-2</c:v>
                </c:pt>
                <c:pt idx="1131">
                  <c:v>6.1154947501673829E-2</c:v>
                </c:pt>
                <c:pt idx="1132">
                  <c:v>5.9438212971704485E-2</c:v>
                </c:pt>
                <c:pt idx="1133">
                  <c:v>5.9977720322423989E-2</c:v>
                </c:pt>
                <c:pt idx="1134">
                  <c:v>5.7824663500940954E-2</c:v>
                </c:pt>
                <c:pt idx="1135">
                  <c:v>5.9540151399181451E-2</c:v>
                </c:pt>
                <c:pt idx="1136">
                  <c:v>5.9205813536182816E-2</c:v>
                </c:pt>
                <c:pt idx="1137">
                  <c:v>5.6788152033751871E-2</c:v>
                </c:pt>
                <c:pt idx="1138">
                  <c:v>5.6574293322835256E-2</c:v>
                </c:pt>
                <c:pt idx="1139">
                  <c:v>5.6050963411165555E-2</c:v>
                </c:pt>
                <c:pt idx="1140">
                  <c:v>5.4947303069197373E-2</c:v>
                </c:pt>
                <c:pt idx="1141">
                  <c:v>5.4347241899512788E-2</c:v>
                </c:pt>
                <c:pt idx="1142">
                  <c:v>5.4419880393471787E-2</c:v>
                </c:pt>
                <c:pt idx="1143">
                  <c:v>5.2659747104964238E-2</c:v>
                </c:pt>
                <c:pt idx="1144">
                  <c:v>5.249897894313571E-2</c:v>
                </c:pt>
                <c:pt idx="1145">
                  <c:v>5.1618715568207296E-2</c:v>
                </c:pt>
                <c:pt idx="1146">
                  <c:v>4.9032026167543985E-2</c:v>
                </c:pt>
                <c:pt idx="1147">
                  <c:v>4.4467950756970853E-2</c:v>
                </c:pt>
                <c:pt idx="1148">
                  <c:v>3.8137709512513052E-2</c:v>
                </c:pt>
                <c:pt idx="1149">
                  <c:v>3.9955088413839657E-2</c:v>
                </c:pt>
                <c:pt idx="1150">
                  <c:v>4.5530208714780862E-2</c:v>
                </c:pt>
                <c:pt idx="1151">
                  <c:v>4.6886135822155062E-2</c:v>
                </c:pt>
                <c:pt idx="1152">
                  <c:v>5.0530067911211729E-2</c:v>
                </c:pt>
                <c:pt idx="1153">
                  <c:v>5.0973436352667822E-2</c:v>
                </c:pt>
                <c:pt idx="1154">
                  <c:v>4.7818306927671861E-2</c:v>
                </c:pt>
                <c:pt idx="1155">
                  <c:v>4.8194357765083073E-2</c:v>
                </c:pt>
                <c:pt idx="1156">
                  <c:v>4.8699887876513248E-2</c:v>
                </c:pt>
                <c:pt idx="1157">
                  <c:v>4.6160566027375727E-2</c:v>
                </c:pt>
                <c:pt idx="1158">
                  <c:v>4.5528794174824694E-2</c:v>
                </c:pt>
                <c:pt idx="1159">
                  <c:v>4.6014789514370324E-2</c:v>
                </c:pt>
                <c:pt idx="1160">
                  <c:v>5.3083859944858092E-2</c:v>
                </c:pt>
                <c:pt idx="1161">
                  <c:v>5.5609232197380898E-2</c:v>
                </c:pt>
                <c:pt idx="1162">
                  <c:v>5.2717961737853147E-2</c:v>
                </c:pt>
                <c:pt idx="1163">
                  <c:v>5.2092627621789567E-2</c:v>
                </c:pt>
                <c:pt idx="1164">
                  <c:v>5.2586739312052044E-2</c:v>
                </c:pt>
                <c:pt idx="1165">
                  <c:v>5.7344230892249493E-2</c:v>
                </c:pt>
                <c:pt idx="1166">
                  <c:v>5.7749158648884413E-2</c:v>
                </c:pt>
                <c:pt idx="1167">
                  <c:v>5.9175735897096904E-2</c:v>
                </c:pt>
                <c:pt idx="1168">
                  <c:v>5.5944556850332727E-2</c:v>
                </c:pt>
                <c:pt idx="1169">
                  <c:v>5.7585472319951481E-2</c:v>
                </c:pt>
                <c:pt idx="1170">
                  <c:v>5.4099629044254582E-2</c:v>
                </c:pt>
                <c:pt idx="1171">
                  <c:v>5.4099629044254582E-2</c:v>
                </c:pt>
                <c:pt idx="1172">
                  <c:v>5.3681899169073066E-2</c:v>
                </c:pt>
                <c:pt idx="1173">
                  <c:v>5.6301180923046479E-2</c:v>
                </c:pt>
                <c:pt idx="1174">
                  <c:v>5.787946854052084E-2</c:v>
                </c:pt>
                <c:pt idx="1175">
                  <c:v>5.6733841567728316E-2</c:v>
                </c:pt>
                <c:pt idx="1176">
                  <c:v>5.7407694475754223E-2</c:v>
                </c:pt>
                <c:pt idx="1177">
                  <c:v>5.9145871415361873E-2</c:v>
                </c:pt>
                <c:pt idx="1178">
                  <c:v>6.1606640448274907E-2</c:v>
                </c:pt>
                <c:pt idx="1179">
                  <c:v>6.3251551960309182E-2</c:v>
                </c:pt>
                <c:pt idx="1180">
                  <c:v>6.3533137334518153E-2</c:v>
                </c:pt>
                <c:pt idx="1181">
                  <c:v>6.3268644494006487E-2</c:v>
                </c:pt>
                <c:pt idx="1182">
                  <c:v>6.2610850409356322E-2</c:v>
                </c:pt>
                <c:pt idx="1183">
                  <c:v>6.4450808243582514E-2</c:v>
                </c:pt>
                <c:pt idx="1184">
                  <c:v>6.4162102243762842E-2</c:v>
                </c:pt>
                <c:pt idx="1185">
                  <c:v>6.4218885561323713E-2</c:v>
                </c:pt>
                <c:pt idx="1186">
                  <c:v>6.481861850631554E-2</c:v>
                </c:pt>
                <c:pt idx="1187">
                  <c:v>6.5208395638601369E-2</c:v>
                </c:pt>
                <c:pt idx="1188">
                  <c:v>6.4142489033686911E-2</c:v>
                </c:pt>
                <c:pt idx="1189">
                  <c:v>6.5399865231183796E-2</c:v>
                </c:pt>
                <c:pt idx="1190">
                  <c:v>6.5897175613603531E-2</c:v>
                </c:pt>
                <c:pt idx="1191">
                  <c:v>6.5736517202110822E-2</c:v>
                </c:pt>
                <c:pt idx="1192">
                  <c:v>6.5608962167873264E-2</c:v>
                </c:pt>
                <c:pt idx="1193">
                  <c:v>6.5164532352991134E-2</c:v>
                </c:pt>
                <c:pt idx="1194">
                  <c:v>6.5422656579337879E-2</c:v>
                </c:pt>
                <c:pt idx="1195">
                  <c:v>6.6049811608385633E-2</c:v>
                </c:pt>
                <c:pt idx="1196">
                  <c:v>6.6809537127668905E-2</c:v>
                </c:pt>
                <c:pt idx="1197">
                  <c:v>6.6907087479705196E-2</c:v>
                </c:pt>
                <c:pt idx="1198">
                  <c:v>6.6658727873065926E-2</c:v>
                </c:pt>
                <c:pt idx="1199">
                  <c:v>6.5930575891287369E-2</c:v>
                </c:pt>
                <c:pt idx="1200">
                  <c:v>6.5400656061903595E-2</c:v>
                </c:pt>
                <c:pt idx="1201">
                  <c:v>6.3610239868024832E-2</c:v>
                </c:pt>
                <c:pt idx="1202">
                  <c:v>6.3610239868024832E-2</c:v>
                </c:pt>
                <c:pt idx="1203">
                  <c:v>6.3167854618220942E-2</c:v>
                </c:pt>
                <c:pt idx="1204">
                  <c:v>6.16339908012703E-2</c:v>
                </c:pt>
                <c:pt idx="1205">
                  <c:v>5.8991069292305798E-2</c:v>
                </c:pt>
                <c:pt idx="1206">
                  <c:v>6.0852909300024849E-2</c:v>
                </c:pt>
                <c:pt idx="1207">
                  <c:v>6.0982888011640313E-2</c:v>
                </c:pt>
                <c:pt idx="1208">
                  <c:v>6.3384548667558382E-2</c:v>
                </c:pt>
                <c:pt idx="1209">
                  <c:v>6.3390935050476438E-2</c:v>
                </c:pt>
                <c:pt idx="1210">
                  <c:v>6.4105529185589316E-2</c:v>
                </c:pt>
                <c:pt idx="1211">
                  <c:v>6.5077415447914344E-2</c:v>
                </c:pt>
                <c:pt idx="1212">
                  <c:v>6.454385938774776E-2</c:v>
                </c:pt>
                <c:pt idx="1213">
                  <c:v>6.6240952276028775E-2</c:v>
                </c:pt>
                <c:pt idx="1214">
                  <c:v>6.6050506846199175E-2</c:v>
                </c:pt>
                <c:pt idx="1215">
                  <c:v>6.3455948155552999E-2</c:v>
                </c:pt>
                <c:pt idx="1216">
                  <c:v>6.6365937864560465E-2</c:v>
                </c:pt>
                <c:pt idx="1217">
                  <c:v>6.5213176027951403E-2</c:v>
                </c:pt>
                <c:pt idx="1218">
                  <c:v>6.4064802821899414E-2</c:v>
                </c:pt>
                <c:pt idx="1219">
                  <c:v>6.2438709149670424E-2</c:v>
                </c:pt>
                <c:pt idx="1220">
                  <c:v>6.1406905057727834E-2</c:v>
                </c:pt>
                <c:pt idx="1221">
                  <c:v>6.0340344140379032E-2</c:v>
                </c:pt>
                <c:pt idx="1222">
                  <c:v>6.0470994867555694E-2</c:v>
                </c:pt>
                <c:pt idx="1223">
                  <c:v>6.1386481270357618E-2</c:v>
                </c:pt>
                <c:pt idx="1224">
                  <c:v>6.1203159166613674E-2</c:v>
                </c:pt>
                <c:pt idx="1225">
                  <c:v>5.959494668031573E-2</c:v>
                </c:pt>
                <c:pt idx="1226">
                  <c:v>6.0091283210447766E-2</c:v>
                </c:pt>
                <c:pt idx="1227">
                  <c:v>6.3711325314789402E-2</c:v>
                </c:pt>
                <c:pt idx="1228">
                  <c:v>6.4162397395205018E-2</c:v>
                </c:pt>
                <c:pt idx="1229">
                  <c:v>6.3405242687269103E-2</c:v>
                </c:pt>
                <c:pt idx="1230">
                  <c:v>6.3917830753907112E-2</c:v>
                </c:pt>
                <c:pt idx="1231">
                  <c:v>6.5047107170722596E-2</c:v>
                </c:pt>
                <c:pt idx="1232">
                  <c:v>6.5694482341815963E-2</c:v>
                </c:pt>
                <c:pt idx="1233">
                  <c:v>6.4983808408018762E-2</c:v>
                </c:pt>
                <c:pt idx="1234">
                  <c:v>6.2787854547340038E-2</c:v>
                </c:pt>
                <c:pt idx="1235">
                  <c:v>6.2386579810192133E-2</c:v>
                </c:pt>
                <c:pt idx="1236">
                  <c:v>6.1784653110770749E-2</c:v>
                </c:pt>
                <c:pt idx="1237">
                  <c:v>5.7556392725522487E-2</c:v>
                </c:pt>
                <c:pt idx="1238">
                  <c:v>5.8864687473311639E-2</c:v>
                </c:pt>
                <c:pt idx="1239">
                  <c:v>5.7585634020646648E-2</c:v>
                </c:pt>
                <c:pt idx="1240">
                  <c:v>5.5259766363390472E-2</c:v>
                </c:pt>
                <c:pt idx="1241">
                  <c:v>5.6892716023925649E-2</c:v>
                </c:pt>
                <c:pt idx="1242">
                  <c:v>5.4353262521018353E-2</c:v>
                </c:pt>
                <c:pt idx="1243">
                  <c:v>5.4085078053572988E-2</c:v>
                </c:pt>
                <c:pt idx="1244">
                  <c:v>5.6945782654980626E-2</c:v>
                </c:pt>
                <c:pt idx="1245">
                  <c:v>5.5034673705253168E-2</c:v>
                </c:pt>
                <c:pt idx="1246">
                  <c:v>5.258527259982515E-2</c:v>
                </c:pt>
                <c:pt idx="1247">
                  <c:v>5.2394922478736006E-2</c:v>
                </c:pt>
                <c:pt idx="1248">
                  <c:v>5.389112176307731E-2</c:v>
                </c:pt>
                <c:pt idx="1249">
                  <c:v>4.8531420496356614E-2</c:v>
                </c:pt>
                <c:pt idx="1250">
                  <c:v>4.7729714058972417E-2</c:v>
                </c:pt>
                <c:pt idx="1251">
                  <c:v>5.3272933583981441E-2</c:v>
                </c:pt>
                <c:pt idx="1252">
                  <c:v>5.4688250544100314E-2</c:v>
                </c:pt>
                <c:pt idx="1253">
                  <c:v>5.1784419983852858E-2</c:v>
                </c:pt>
                <c:pt idx="1254">
                  <c:v>5.5670386365173963E-2</c:v>
                </c:pt>
                <c:pt idx="1255">
                  <c:v>5.6188282951674884E-2</c:v>
                </c:pt>
                <c:pt idx="1256">
                  <c:v>5.6734942265328825E-2</c:v>
                </c:pt>
                <c:pt idx="1257">
                  <c:v>5.8164619181727995E-2</c:v>
                </c:pt>
                <c:pt idx="1258">
                  <c:v>5.5923845883750878E-2</c:v>
                </c:pt>
                <c:pt idx="1259">
                  <c:v>5.3942131435928187E-2</c:v>
                </c:pt>
                <c:pt idx="1260">
                  <c:v>5.7796410959014999E-2</c:v>
                </c:pt>
                <c:pt idx="1261">
                  <c:v>5.8141720539689135E-2</c:v>
                </c:pt>
                <c:pt idx="1262">
                  <c:v>5.2371446988949133E-2</c:v>
                </c:pt>
                <c:pt idx="1263">
                  <c:v>5.0598654919314368E-2</c:v>
                </c:pt>
                <c:pt idx="1264">
                  <c:v>5.4251227702136862E-2</c:v>
                </c:pt>
                <c:pt idx="1265">
                  <c:v>5.7329035545826135E-2</c:v>
                </c:pt>
                <c:pt idx="1266">
                  <c:v>5.7712155546279953E-2</c:v>
                </c:pt>
                <c:pt idx="1267">
                  <c:v>6.0233159154584603E-2</c:v>
                </c:pt>
                <c:pt idx="1268">
                  <c:v>6.0675233249916638E-2</c:v>
                </c:pt>
                <c:pt idx="1269">
                  <c:v>6.0412755994260992E-2</c:v>
                </c:pt>
                <c:pt idx="1270">
                  <c:v>6.0478860301972137E-2</c:v>
                </c:pt>
                <c:pt idx="1271">
                  <c:v>6.0380127848428833E-2</c:v>
                </c:pt>
                <c:pt idx="1272">
                  <c:v>6.0759122165834456E-2</c:v>
                </c:pt>
                <c:pt idx="1273">
                  <c:v>6.0637402153579822E-2</c:v>
                </c:pt>
                <c:pt idx="1274">
                  <c:v>6.0157596324983853E-2</c:v>
                </c:pt>
                <c:pt idx="1275">
                  <c:v>6.345839422797861E-2</c:v>
                </c:pt>
                <c:pt idx="1276">
                  <c:v>6.4526469742306136E-2</c:v>
                </c:pt>
                <c:pt idx="1277">
                  <c:v>6.428279374996837E-2</c:v>
                </c:pt>
                <c:pt idx="1278">
                  <c:v>6.4613277270240022E-2</c:v>
                </c:pt>
                <c:pt idx="1279">
                  <c:v>6.3390672971588735E-2</c:v>
                </c:pt>
                <c:pt idx="1280">
                  <c:v>6.3894867860506799E-2</c:v>
                </c:pt>
                <c:pt idx="1281">
                  <c:v>6.5534709061397467E-2</c:v>
                </c:pt>
                <c:pt idx="1282">
                  <c:v>6.5890200773498164E-2</c:v>
                </c:pt>
                <c:pt idx="1283">
                  <c:v>6.6006163275959762E-2</c:v>
                </c:pt>
                <c:pt idx="1284">
                  <c:v>6.5801712182929517E-2</c:v>
                </c:pt>
                <c:pt idx="1285">
                  <c:v>6.6137298929078492E-2</c:v>
                </c:pt>
                <c:pt idx="1286">
                  <c:v>6.7237307597457385E-2</c:v>
                </c:pt>
                <c:pt idx="1287">
                  <c:v>6.7556518823476464E-2</c:v>
                </c:pt>
                <c:pt idx="1288">
                  <c:v>6.7354306307891521E-2</c:v>
                </c:pt>
                <c:pt idx="1289">
                  <c:v>6.8015476132990416E-2</c:v>
                </c:pt>
                <c:pt idx="1290">
                  <c:v>6.7915128181712303E-2</c:v>
                </c:pt>
                <c:pt idx="1291">
                  <c:v>6.7270700855591281E-2</c:v>
                </c:pt>
                <c:pt idx="1292">
                  <c:v>6.7100802229875134E-2</c:v>
                </c:pt>
                <c:pt idx="1293">
                  <c:v>6.7195379029632574E-2</c:v>
                </c:pt>
                <c:pt idx="1294">
                  <c:v>6.8120965910853259E-2</c:v>
                </c:pt>
                <c:pt idx="1295">
                  <c:v>6.8674148413189862E-2</c:v>
                </c:pt>
                <c:pt idx="1296">
                  <c:v>6.8318558498463466E-2</c:v>
                </c:pt>
                <c:pt idx="1297">
                  <c:v>6.6436102375791006E-2</c:v>
                </c:pt>
                <c:pt idx="1298">
                  <c:v>6.6863565248288848E-2</c:v>
                </c:pt>
                <c:pt idx="1299">
                  <c:v>6.5376464661010769E-2</c:v>
                </c:pt>
                <c:pt idx="1300">
                  <c:v>6.6305162619450297E-2</c:v>
                </c:pt>
                <c:pt idx="1301">
                  <c:v>6.6492516222877107E-2</c:v>
                </c:pt>
                <c:pt idx="1302">
                  <c:v>6.617210279384711E-2</c:v>
                </c:pt>
                <c:pt idx="1303">
                  <c:v>6.6353873136837382E-2</c:v>
                </c:pt>
                <c:pt idx="1304">
                  <c:v>6.7374343864183506E-2</c:v>
                </c:pt>
                <c:pt idx="1305">
                  <c:v>7.0372483598206026E-2</c:v>
                </c:pt>
                <c:pt idx="1306">
                  <c:v>7.0207148092567229E-2</c:v>
                </c:pt>
                <c:pt idx="1307">
                  <c:v>6.9959787276625218E-2</c:v>
                </c:pt>
                <c:pt idx="1308">
                  <c:v>6.9902458237838472E-2</c:v>
                </c:pt>
                <c:pt idx="1309">
                  <c:v>6.9605480979818446E-2</c:v>
                </c:pt>
                <c:pt idx="1310">
                  <c:v>7.0652779860090331E-2</c:v>
                </c:pt>
                <c:pt idx="1311">
                  <c:v>7.0181189870727079E-2</c:v>
                </c:pt>
                <c:pt idx="1312">
                  <c:v>7.0093057852719132E-2</c:v>
                </c:pt>
                <c:pt idx="1313">
                  <c:v>7.0461434447085747E-2</c:v>
                </c:pt>
                <c:pt idx="1314">
                  <c:v>7.0358861209625534E-2</c:v>
                </c:pt>
                <c:pt idx="1315">
                  <c:v>6.9271239192980616E-2</c:v>
                </c:pt>
                <c:pt idx="1316">
                  <c:v>6.8731658591758671E-2</c:v>
                </c:pt>
                <c:pt idx="1317">
                  <c:v>6.7820609636215501E-2</c:v>
                </c:pt>
                <c:pt idx="1318">
                  <c:v>6.8283496940565902E-2</c:v>
                </c:pt>
                <c:pt idx="1319">
                  <c:v>6.7751568486958402E-2</c:v>
                </c:pt>
                <c:pt idx="1320">
                  <c:v>6.7143328296421445E-2</c:v>
                </c:pt>
                <c:pt idx="1321">
                  <c:v>6.7992831951138477E-2</c:v>
                </c:pt>
                <c:pt idx="1322">
                  <c:v>6.7657409290008408E-2</c:v>
                </c:pt>
                <c:pt idx="1323">
                  <c:v>6.7247386828704236E-2</c:v>
                </c:pt>
                <c:pt idx="1324">
                  <c:v>6.6244195981926324E-2</c:v>
                </c:pt>
                <c:pt idx="1325">
                  <c:v>6.6379541444915757E-2</c:v>
                </c:pt>
                <c:pt idx="1326">
                  <c:v>6.6507219512078053E-2</c:v>
                </c:pt>
                <c:pt idx="1327">
                  <c:v>6.5780052523540133E-2</c:v>
                </c:pt>
                <c:pt idx="1328">
                  <c:v>6.5290907473579129E-2</c:v>
                </c:pt>
                <c:pt idx="1329">
                  <c:v>6.5098056412729366E-2</c:v>
                </c:pt>
                <c:pt idx="1330">
                  <c:v>6.5816468578410392E-2</c:v>
                </c:pt>
                <c:pt idx="1331">
                  <c:v>6.4454313200014157E-2</c:v>
                </c:pt>
                <c:pt idx="1332">
                  <c:v>6.6633432262934611E-2</c:v>
                </c:pt>
                <c:pt idx="1333">
                  <c:v>6.6438386820150019E-2</c:v>
                </c:pt>
                <c:pt idx="1334">
                  <c:v>6.7195553654974427E-2</c:v>
                </c:pt>
                <c:pt idx="1335">
                  <c:v>6.7127806478238017E-2</c:v>
                </c:pt>
                <c:pt idx="1336">
                  <c:v>6.820106252822622E-2</c:v>
                </c:pt>
                <c:pt idx="1337">
                  <c:v>6.8175129734919349E-2</c:v>
                </c:pt>
                <c:pt idx="1338">
                  <c:v>6.8486020627401056E-2</c:v>
                </c:pt>
                <c:pt idx="1339">
                  <c:v>6.859156342247863E-2</c:v>
                </c:pt>
                <c:pt idx="1340">
                  <c:v>7.0308017190708116E-2</c:v>
                </c:pt>
                <c:pt idx="1341">
                  <c:v>7.1217695161240546E-2</c:v>
                </c:pt>
                <c:pt idx="1342">
                  <c:v>7.1272312654989567E-2</c:v>
                </c:pt>
                <c:pt idx="1343">
                  <c:v>7.0829212497608318E-2</c:v>
                </c:pt>
                <c:pt idx="1344">
                  <c:v>6.8921864422010759E-2</c:v>
                </c:pt>
                <c:pt idx="1345">
                  <c:v>6.856887849400517E-2</c:v>
                </c:pt>
                <c:pt idx="1346">
                  <c:v>6.8542900997812684E-2</c:v>
                </c:pt>
                <c:pt idx="1347">
                  <c:v>6.766462848467536E-2</c:v>
                </c:pt>
                <c:pt idx="1348">
                  <c:v>6.7675794916090215E-2</c:v>
                </c:pt>
                <c:pt idx="1349">
                  <c:v>6.9646738036225342E-2</c:v>
                </c:pt>
                <c:pt idx="1350">
                  <c:v>6.9727441390819767E-2</c:v>
                </c:pt>
                <c:pt idx="1351">
                  <c:v>7.0390464040164913E-2</c:v>
                </c:pt>
                <c:pt idx="1352">
                  <c:v>7.0198024955921645E-2</c:v>
                </c:pt>
                <c:pt idx="1353">
                  <c:v>6.7021703038341429E-2</c:v>
                </c:pt>
                <c:pt idx="1354">
                  <c:v>6.7064878987857734E-2</c:v>
                </c:pt>
                <c:pt idx="1355">
                  <c:v>6.7556135031434761E-2</c:v>
                </c:pt>
                <c:pt idx="1356">
                  <c:v>6.888750232847618E-2</c:v>
                </c:pt>
                <c:pt idx="1357">
                  <c:v>6.9872857509623576E-2</c:v>
                </c:pt>
                <c:pt idx="1358">
                  <c:v>7.1058655211526878E-2</c:v>
                </c:pt>
                <c:pt idx="1359">
                  <c:v>7.1545523583190884E-2</c:v>
                </c:pt>
                <c:pt idx="1360">
                  <c:v>7.1249856824017854E-2</c:v>
                </c:pt>
                <c:pt idx="1361">
                  <c:v>6.9065256362728977E-2</c:v>
                </c:pt>
                <c:pt idx="1362">
                  <c:v>7.0576745182851841E-2</c:v>
                </c:pt>
                <c:pt idx="1363">
                  <c:v>7.0006361320621324E-2</c:v>
                </c:pt>
                <c:pt idx="1364">
                  <c:v>7.1835028629886777E-2</c:v>
                </c:pt>
                <c:pt idx="1365">
                  <c:v>7.1899713979913016E-2</c:v>
                </c:pt>
                <c:pt idx="1366">
                  <c:v>7.2802021126756045E-2</c:v>
                </c:pt>
                <c:pt idx="1367">
                  <c:v>7.3010501273928607E-2</c:v>
                </c:pt>
                <c:pt idx="1368">
                  <c:v>7.3457931555057754E-2</c:v>
                </c:pt>
                <c:pt idx="1369">
                  <c:v>7.3627378638827179E-2</c:v>
                </c:pt>
                <c:pt idx="1370">
                  <c:v>7.3447130967562724E-2</c:v>
                </c:pt>
                <c:pt idx="1371">
                  <c:v>7.3341527548605234E-2</c:v>
                </c:pt>
                <c:pt idx="1372">
                  <c:v>7.3264952156722685E-2</c:v>
                </c:pt>
                <c:pt idx="1373">
                  <c:v>7.3123644638144691E-2</c:v>
                </c:pt>
                <c:pt idx="1374">
                  <c:v>7.3344742761063286E-2</c:v>
                </c:pt>
                <c:pt idx="1375">
                  <c:v>7.4065796828305608E-2</c:v>
                </c:pt>
                <c:pt idx="1376">
                  <c:v>7.4068806000901155E-2</c:v>
                </c:pt>
                <c:pt idx="1377">
                  <c:v>7.3807017544575304E-2</c:v>
                </c:pt>
                <c:pt idx="1378">
                  <c:v>7.3684812616515494E-2</c:v>
                </c:pt>
                <c:pt idx="1379">
                  <c:v>7.4455667745825682E-2</c:v>
                </c:pt>
                <c:pt idx="1380">
                  <c:v>7.3933125969889879E-2</c:v>
                </c:pt>
                <c:pt idx="1381">
                  <c:v>7.2874790296808434E-2</c:v>
                </c:pt>
                <c:pt idx="1382">
                  <c:v>7.3110973599521678E-2</c:v>
                </c:pt>
                <c:pt idx="1383">
                  <c:v>7.431820024071556E-2</c:v>
                </c:pt>
                <c:pt idx="1384">
                  <c:v>7.4871328788649882E-2</c:v>
                </c:pt>
                <c:pt idx="1385">
                  <c:v>7.535254684685011E-2</c:v>
                </c:pt>
                <c:pt idx="1386">
                  <c:v>7.5252718560573251E-2</c:v>
                </c:pt>
                <c:pt idx="1387">
                  <c:v>7.5439134606623881E-2</c:v>
                </c:pt>
                <c:pt idx="1388">
                  <c:v>7.5436811052541519E-2</c:v>
                </c:pt>
                <c:pt idx="1389">
                  <c:v>7.5432129926593094E-2</c:v>
                </c:pt>
                <c:pt idx="1390">
                  <c:v>7.5406168650652083E-2</c:v>
                </c:pt>
                <c:pt idx="1391">
                  <c:v>7.5903192487550397E-2</c:v>
                </c:pt>
                <c:pt idx="1392">
                  <c:v>7.6015817301219202E-2</c:v>
                </c:pt>
                <c:pt idx="1393">
                  <c:v>7.5756457413161615E-2</c:v>
                </c:pt>
                <c:pt idx="1394">
                  <c:v>7.6006754085892747E-2</c:v>
                </c:pt>
                <c:pt idx="1395">
                  <c:v>7.5790477786266242E-2</c:v>
                </c:pt>
                <c:pt idx="1396">
                  <c:v>7.5781627482152447E-2</c:v>
                </c:pt>
                <c:pt idx="1397">
                  <c:v>7.5550625810128502E-2</c:v>
                </c:pt>
                <c:pt idx="1398">
                  <c:v>7.5615773843012657E-2</c:v>
                </c:pt>
                <c:pt idx="1399">
                  <c:v>7.5862986913835306E-2</c:v>
                </c:pt>
                <c:pt idx="1400">
                  <c:v>7.5722048033837419E-2</c:v>
                </c:pt>
                <c:pt idx="1401">
                  <c:v>7.5516369842895781E-2</c:v>
                </c:pt>
                <c:pt idx="1402">
                  <c:v>7.564188402963512E-2</c:v>
                </c:pt>
                <c:pt idx="1403">
                  <c:v>7.6454116710039988E-2</c:v>
                </c:pt>
                <c:pt idx="1404">
                  <c:v>7.6697939030594964E-2</c:v>
                </c:pt>
                <c:pt idx="1405">
                  <c:v>7.6597698788344659E-2</c:v>
                </c:pt>
                <c:pt idx="1406">
                  <c:v>7.6696078256538125E-2</c:v>
                </c:pt>
                <c:pt idx="1407">
                  <c:v>7.6096572180427202E-2</c:v>
                </c:pt>
                <c:pt idx="1408">
                  <c:v>7.4367771709748065E-2</c:v>
                </c:pt>
                <c:pt idx="1409">
                  <c:v>7.4887339828112465E-2</c:v>
                </c:pt>
                <c:pt idx="1410">
                  <c:v>7.5735542713597503E-2</c:v>
                </c:pt>
                <c:pt idx="1411">
                  <c:v>7.6136219838971564E-2</c:v>
                </c:pt>
                <c:pt idx="1412">
                  <c:v>7.6594575197405423E-2</c:v>
                </c:pt>
                <c:pt idx="1413">
                  <c:v>7.7121093129957075E-2</c:v>
                </c:pt>
                <c:pt idx="1414">
                  <c:v>7.7128580527598523E-2</c:v>
                </c:pt>
                <c:pt idx="1415">
                  <c:v>7.6905017942757392E-2</c:v>
                </c:pt>
                <c:pt idx="1416">
                  <c:v>7.7477940020679203E-2</c:v>
                </c:pt>
                <c:pt idx="1417">
                  <c:v>7.7168027117469618E-2</c:v>
                </c:pt>
                <c:pt idx="1418">
                  <c:v>7.7727312224252332E-2</c:v>
                </c:pt>
                <c:pt idx="1419">
                  <c:v>7.7115807310645934E-2</c:v>
                </c:pt>
                <c:pt idx="1420">
                  <c:v>7.7593828832214329E-2</c:v>
                </c:pt>
                <c:pt idx="1421">
                  <c:v>7.7547136271427064E-2</c:v>
                </c:pt>
                <c:pt idx="1422">
                  <c:v>7.8087315708703864E-2</c:v>
                </c:pt>
                <c:pt idx="1423">
                  <c:v>7.7867347676430443E-2</c:v>
                </c:pt>
                <c:pt idx="1424">
                  <c:v>7.7925570982026349E-2</c:v>
                </c:pt>
                <c:pt idx="1425">
                  <c:v>7.6971952537713717E-2</c:v>
                </c:pt>
                <c:pt idx="1426">
                  <c:v>7.698840184009903E-2</c:v>
                </c:pt>
                <c:pt idx="1427">
                  <c:v>7.6240193408955048E-2</c:v>
                </c:pt>
                <c:pt idx="1428">
                  <c:v>7.6685945567769975E-2</c:v>
                </c:pt>
                <c:pt idx="1429">
                  <c:v>7.7080717542594046E-2</c:v>
                </c:pt>
                <c:pt idx="1430">
                  <c:v>7.7679755432595754E-2</c:v>
                </c:pt>
                <c:pt idx="1431">
                  <c:v>7.774749586459262E-2</c:v>
                </c:pt>
                <c:pt idx="1432">
                  <c:v>7.7805550776097077E-2</c:v>
                </c:pt>
                <c:pt idx="1433">
                  <c:v>7.7475754902859295E-2</c:v>
                </c:pt>
                <c:pt idx="1434">
                  <c:v>7.8174438741223207E-2</c:v>
                </c:pt>
                <c:pt idx="1435">
                  <c:v>7.7933538791957857E-2</c:v>
                </c:pt>
                <c:pt idx="1436">
                  <c:v>7.7058372188475444E-2</c:v>
                </c:pt>
                <c:pt idx="1437">
                  <c:v>7.7467966555729628E-2</c:v>
                </c:pt>
                <c:pt idx="1438">
                  <c:v>7.7424581633919187E-2</c:v>
                </c:pt>
                <c:pt idx="1439">
                  <c:v>7.7222124403908965E-2</c:v>
                </c:pt>
                <c:pt idx="1440">
                  <c:v>7.7243256233815116E-2</c:v>
                </c:pt>
                <c:pt idx="1441">
                  <c:v>7.6132753195360503E-2</c:v>
                </c:pt>
                <c:pt idx="1442">
                  <c:v>7.6162564401757615E-2</c:v>
                </c:pt>
                <c:pt idx="1443">
                  <c:v>7.6022470505841988E-2</c:v>
                </c:pt>
                <c:pt idx="1444">
                  <c:v>7.6900362308730097E-2</c:v>
                </c:pt>
                <c:pt idx="1445">
                  <c:v>7.7155316756713277E-2</c:v>
                </c:pt>
                <c:pt idx="1446">
                  <c:v>7.5078167176490074E-2</c:v>
                </c:pt>
                <c:pt idx="1447">
                  <c:v>7.792090073959268E-2</c:v>
                </c:pt>
                <c:pt idx="1448">
                  <c:v>7.6670957884420576E-2</c:v>
                </c:pt>
                <c:pt idx="1449">
                  <c:v>7.5771277150920691E-2</c:v>
                </c:pt>
                <c:pt idx="1450">
                  <c:v>7.5365921560426763E-2</c:v>
                </c:pt>
                <c:pt idx="1451">
                  <c:v>7.5947379968415274E-2</c:v>
                </c:pt>
                <c:pt idx="1452">
                  <c:v>7.601646161845943E-2</c:v>
                </c:pt>
                <c:pt idx="1453">
                  <c:v>7.5893798793863265E-2</c:v>
                </c:pt>
                <c:pt idx="1454">
                  <c:v>7.554598536278323E-2</c:v>
                </c:pt>
                <c:pt idx="1455">
                  <c:v>7.7014793661896119E-2</c:v>
                </c:pt>
                <c:pt idx="1456">
                  <c:v>7.7594016174893587E-2</c:v>
                </c:pt>
                <c:pt idx="1457">
                  <c:v>7.6908265200570369E-2</c:v>
                </c:pt>
                <c:pt idx="1458">
                  <c:v>7.7014006428073212E-2</c:v>
                </c:pt>
                <c:pt idx="1459">
                  <c:v>7.7332837621569284E-2</c:v>
                </c:pt>
                <c:pt idx="1460">
                  <c:v>7.731083278475126E-2</c:v>
                </c:pt>
                <c:pt idx="1461">
                  <c:v>7.7907584536730856E-2</c:v>
                </c:pt>
                <c:pt idx="1462">
                  <c:v>7.799816751209554E-2</c:v>
                </c:pt>
                <c:pt idx="1463">
                  <c:v>7.7346460798571437E-2</c:v>
                </c:pt>
                <c:pt idx="1464">
                  <c:v>7.7017005828669105E-2</c:v>
                </c:pt>
                <c:pt idx="1465">
                  <c:v>7.8631683999882074E-2</c:v>
                </c:pt>
                <c:pt idx="1466">
                  <c:v>7.8904021456200013E-2</c:v>
                </c:pt>
                <c:pt idx="1467">
                  <c:v>8.0988735778655285E-2</c:v>
                </c:pt>
                <c:pt idx="1468">
                  <c:v>8.0725666317272404E-2</c:v>
                </c:pt>
                <c:pt idx="1469">
                  <c:v>8.0674751230347952E-2</c:v>
                </c:pt>
                <c:pt idx="1470">
                  <c:v>8.0923943637614126E-2</c:v>
                </c:pt>
                <c:pt idx="1471">
                  <c:v>8.1018155823454618E-2</c:v>
                </c:pt>
                <c:pt idx="1472">
                  <c:v>8.0881749416571336E-2</c:v>
                </c:pt>
                <c:pt idx="1473">
                  <c:v>8.117343954392886E-2</c:v>
                </c:pt>
                <c:pt idx="1474">
                  <c:v>8.1022676171568775E-2</c:v>
                </c:pt>
                <c:pt idx="1475">
                  <c:v>8.1191538781692163E-2</c:v>
                </c:pt>
                <c:pt idx="1476">
                  <c:v>8.1072647831544664E-2</c:v>
                </c:pt>
                <c:pt idx="1477">
                  <c:v>8.1039346537900125E-2</c:v>
                </c:pt>
                <c:pt idx="1478">
                  <c:v>8.0945285705420811E-2</c:v>
                </c:pt>
                <c:pt idx="1479">
                  <c:v>8.1023954832997291E-2</c:v>
                </c:pt>
                <c:pt idx="1480">
                  <c:v>8.1181005247819571E-2</c:v>
                </c:pt>
                <c:pt idx="1481">
                  <c:v>8.0471400171716168E-2</c:v>
                </c:pt>
                <c:pt idx="1482">
                  <c:v>8.0570925955284589E-2</c:v>
                </c:pt>
                <c:pt idx="1483">
                  <c:v>8.0681257502117409E-2</c:v>
                </c:pt>
                <c:pt idx="1484">
                  <c:v>8.1486245970737392E-2</c:v>
                </c:pt>
                <c:pt idx="1485">
                  <c:v>8.1523783855299903E-2</c:v>
                </c:pt>
                <c:pt idx="1486">
                  <c:v>8.1240246013095985E-2</c:v>
                </c:pt>
                <c:pt idx="1487">
                  <c:v>8.1578301140276643E-2</c:v>
                </c:pt>
                <c:pt idx="1488">
                  <c:v>8.1713883486950634E-2</c:v>
                </c:pt>
                <c:pt idx="1489">
                  <c:v>8.1711471027092974E-2</c:v>
                </c:pt>
                <c:pt idx="1490">
                  <c:v>8.2789831963896887E-2</c:v>
                </c:pt>
                <c:pt idx="1491">
                  <c:v>8.3053334502490861E-2</c:v>
                </c:pt>
                <c:pt idx="1492">
                  <c:v>8.2832289770835676E-2</c:v>
                </c:pt>
                <c:pt idx="1493">
                  <c:v>8.2552654805204906E-2</c:v>
                </c:pt>
                <c:pt idx="1494">
                  <c:v>8.2800298952117712E-2</c:v>
                </c:pt>
                <c:pt idx="1495">
                  <c:v>8.27486278558206E-2</c:v>
                </c:pt>
                <c:pt idx="1496">
                  <c:v>8.2865105568274422E-2</c:v>
                </c:pt>
                <c:pt idx="1497">
                  <c:v>8.265649945862219E-2</c:v>
                </c:pt>
                <c:pt idx="1498">
                  <c:v>8.2781030816265644E-2</c:v>
                </c:pt>
                <c:pt idx="1499">
                  <c:v>8.2816517252599975E-2</c:v>
                </c:pt>
                <c:pt idx="1500">
                  <c:v>8.2983375362637224E-2</c:v>
                </c:pt>
                <c:pt idx="1501">
                  <c:v>8.3404136697898923E-2</c:v>
                </c:pt>
                <c:pt idx="1502">
                  <c:v>8.3090399076680477E-2</c:v>
                </c:pt>
                <c:pt idx="1503">
                  <c:v>8.337042034642006E-2</c:v>
                </c:pt>
                <c:pt idx="1504">
                  <c:v>8.3199037838580625E-2</c:v>
                </c:pt>
                <c:pt idx="1505">
                  <c:v>8.3266956746293364E-2</c:v>
                </c:pt>
                <c:pt idx="1506">
                  <c:v>8.3384535280277117E-2</c:v>
                </c:pt>
                <c:pt idx="1507">
                  <c:v>8.3294929108745586E-2</c:v>
                </c:pt>
                <c:pt idx="1508">
                  <c:v>8.3060387315167739E-2</c:v>
                </c:pt>
                <c:pt idx="1509">
                  <c:v>8.3053796080084341E-2</c:v>
                </c:pt>
                <c:pt idx="1510">
                  <c:v>8.3270772051164732E-2</c:v>
                </c:pt>
                <c:pt idx="1511">
                  <c:v>8.3301506376108003E-2</c:v>
                </c:pt>
                <c:pt idx="1512">
                  <c:v>8.3115287448930819E-2</c:v>
                </c:pt>
                <c:pt idx="1513">
                  <c:v>8.3323539074701136E-2</c:v>
                </c:pt>
                <c:pt idx="1514">
                  <c:v>8.3348938014011331E-2</c:v>
                </c:pt>
                <c:pt idx="1515">
                  <c:v>8.3329784280117836E-2</c:v>
                </c:pt>
                <c:pt idx="1516">
                  <c:v>8.3524271730402444E-2</c:v>
                </c:pt>
                <c:pt idx="1517">
                  <c:v>8.4003688028632895E-2</c:v>
                </c:pt>
                <c:pt idx="1518">
                  <c:v>8.4115021891312591E-2</c:v>
                </c:pt>
                <c:pt idx="1519">
                  <c:v>8.4120491271568953E-2</c:v>
                </c:pt>
                <c:pt idx="1520">
                  <c:v>8.3771340425207286E-2</c:v>
                </c:pt>
                <c:pt idx="1521">
                  <c:v>8.3488222169326165E-2</c:v>
                </c:pt>
                <c:pt idx="1522">
                  <c:v>8.3746115309198843E-2</c:v>
                </c:pt>
                <c:pt idx="1523">
                  <c:v>8.4302099203950598E-2</c:v>
                </c:pt>
                <c:pt idx="1524">
                  <c:v>8.3845094628957173E-2</c:v>
                </c:pt>
                <c:pt idx="1525">
                  <c:v>8.3991671146294244E-2</c:v>
                </c:pt>
                <c:pt idx="1526">
                  <c:v>8.4309196938907371E-2</c:v>
                </c:pt>
                <c:pt idx="1527">
                  <c:v>8.4387691976776646E-2</c:v>
                </c:pt>
                <c:pt idx="1528">
                  <c:v>8.4267051743396548E-2</c:v>
                </c:pt>
                <c:pt idx="1529">
                  <c:v>8.4399988128019299E-2</c:v>
                </c:pt>
                <c:pt idx="1530">
                  <c:v>8.4979756029059828E-2</c:v>
                </c:pt>
                <c:pt idx="1531">
                  <c:v>8.5271893660765263E-2</c:v>
                </c:pt>
                <c:pt idx="1532">
                  <c:v>8.5271893660765263E-2</c:v>
                </c:pt>
                <c:pt idx="1533">
                  <c:v>8.5421713170612534E-2</c:v>
                </c:pt>
                <c:pt idx="1534">
                  <c:v>8.5456471555449776E-2</c:v>
                </c:pt>
                <c:pt idx="1535">
                  <c:v>8.5475302039792145E-2</c:v>
                </c:pt>
                <c:pt idx="1536">
                  <c:v>8.5512514063191603E-2</c:v>
                </c:pt>
                <c:pt idx="1537">
                  <c:v>8.5579154381789535E-2</c:v>
                </c:pt>
                <c:pt idx="1538">
                  <c:v>8.5574868477317434E-2</c:v>
                </c:pt>
                <c:pt idx="1539">
                  <c:v>8.5587256123286326E-2</c:v>
                </c:pt>
                <c:pt idx="1540">
                  <c:v>8.5606808410760182E-2</c:v>
                </c:pt>
                <c:pt idx="1541">
                  <c:v>8.5640863334480954E-2</c:v>
                </c:pt>
                <c:pt idx="1542">
                  <c:v>8.5653571928649752E-2</c:v>
                </c:pt>
                <c:pt idx="1543">
                  <c:v>8.5651577728102946E-2</c:v>
                </c:pt>
                <c:pt idx="1544">
                  <c:v>8.5633431557163964E-2</c:v>
                </c:pt>
                <c:pt idx="1545">
                  <c:v>8.5676191531384172E-2</c:v>
                </c:pt>
                <c:pt idx="1546">
                  <c:v>8.5658840726129615E-2</c:v>
                </c:pt>
                <c:pt idx="1547">
                  <c:v>8.565088912913521E-2</c:v>
                </c:pt>
                <c:pt idx="1548">
                  <c:v>8.55857266520057E-2</c:v>
                </c:pt>
                <c:pt idx="1549">
                  <c:v>8.5547109484837236E-2</c:v>
                </c:pt>
                <c:pt idx="1550">
                  <c:v>8.5371258977097186E-2</c:v>
                </c:pt>
                <c:pt idx="1551">
                  <c:v>8.5125781636683273E-2</c:v>
                </c:pt>
                <c:pt idx="1552">
                  <c:v>8.5259441726943552E-2</c:v>
                </c:pt>
                <c:pt idx="1553">
                  <c:v>8.5760143079793072E-2</c:v>
                </c:pt>
                <c:pt idx="1554">
                  <c:v>8.5563139565234869E-2</c:v>
                </c:pt>
                <c:pt idx="1555">
                  <c:v>8.5684784607845677E-2</c:v>
                </c:pt>
                <c:pt idx="1556">
                  <c:v>8.5702830207744718E-2</c:v>
                </c:pt>
                <c:pt idx="1557">
                  <c:v>8.5462046639104283E-2</c:v>
                </c:pt>
                <c:pt idx="1558">
                  <c:v>8.5692251897763305E-2</c:v>
                </c:pt>
                <c:pt idx="1559">
                  <c:v>8.6046534900046545E-2</c:v>
                </c:pt>
                <c:pt idx="1560">
                  <c:v>8.6247255005469148E-2</c:v>
                </c:pt>
                <c:pt idx="1561">
                  <c:v>8.6469066459209709E-2</c:v>
                </c:pt>
                <c:pt idx="1562">
                  <c:v>8.6453567442275281E-2</c:v>
                </c:pt>
                <c:pt idx="1563">
                  <c:v>8.643141296273682E-2</c:v>
                </c:pt>
                <c:pt idx="1564">
                  <c:v>8.6437808862464438E-2</c:v>
                </c:pt>
                <c:pt idx="1565">
                  <c:v>8.6332845801846414E-2</c:v>
                </c:pt>
                <c:pt idx="1566">
                  <c:v>8.6063645004496592E-2</c:v>
                </c:pt>
                <c:pt idx="1567">
                  <c:v>8.4909769383747724E-2</c:v>
                </c:pt>
                <c:pt idx="1568">
                  <c:v>8.6077206974416898E-2</c:v>
                </c:pt>
                <c:pt idx="1569">
                  <c:v>8.5264337703215842E-2</c:v>
                </c:pt>
                <c:pt idx="1570">
                  <c:v>8.5721956563402646E-2</c:v>
                </c:pt>
                <c:pt idx="1571">
                  <c:v>8.5556999922593135E-2</c:v>
                </c:pt>
                <c:pt idx="1572">
                  <c:v>8.5336286958376251E-2</c:v>
                </c:pt>
                <c:pt idx="1573">
                  <c:v>8.5431958931832641E-2</c:v>
                </c:pt>
                <c:pt idx="1574">
                  <c:v>8.5673746344352653E-2</c:v>
                </c:pt>
                <c:pt idx="1575">
                  <c:v>8.5772577185059262E-2</c:v>
                </c:pt>
                <c:pt idx="1576">
                  <c:v>8.5160862851287655E-2</c:v>
                </c:pt>
                <c:pt idx="1577">
                  <c:v>8.4946626361101174E-2</c:v>
                </c:pt>
                <c:pt idx="1578">
                  <c:v>8.4839676703100331E-2</c:v>
                </c:pt>
                <c:pt idx="1579">
                  <c:v>8.3755690222554469E-2</c:v>
                </c:pt>
                <c:pt idx="1580">
                  <c:v>8.3088048155419925E-2</c:v>
                </c:pt>
                <c:pt idx="1581">
                  <c:v>8.327214339366229E-2</c:v>
                </c:pt>
                <c:pt idx="1582">
                  <c:v>8.4050335385749131E-2</c:v>
                </c:pt>
                <c:pt idx="1583">
                  <c:v>8.4022066672647888E-2</c:v>
                </c:pt>
                <c:pt idx="1584">
                  <c:v>8.4246264626206546E-2</c:v>
                </c:pt>
                <c:pt idx="1585">
                  <c:v>8.2989795619234252E-2</c:v>
                </c:pt>
                <c:pt idx="1586">
                  <c:v>8.3195834116590817E-2</c:v>
                </c:pt>
                <c:pt idx="1587">
                  <c:v>8.3848525313594768E-2</c:v>
                </c:pt>
                <c:pt idx="1588">
                  <c:v>8.3647531224551486E-2</c:v>
                </c:pt>
                <c:pt idx="1589">
                  <c:v>8.2517853628755411E-2</c:v>
                </c:pt>
                <c:pt idx="1590">
                  <c:v>8.3859670989793411E-2</c:v>
                </c:pt>
                <c:pt idx="1591">
                  <c:v>8.3237444928199622E-2</c:v>
                </c:pt>
                <c:pt idx="1592">
                  <c:v>8.3264444981146601E-2</c:v>
                </c:pt>
                <c:pt idx="1593">
                  <c:v>8.3742851115887085E-2</c:v>
                </c:pt>
                <c:pt idx="1594">
                  <c:v>8.3708228699002296E-2</c:v>
                </c:pt>
                <c:pt idx="1595">
                  <c:v>8.3082014909177992E-2</c:v>
                </c:pt>
                <c:pt idx="1596">
                  <c:v>8.2815463380641274E-2</c:v>
                </c:pt>
                <c:pt idx="1597">
                  <c:v>8.3516860203854515E-2</c:v>
                </c:pt>
                <c:pt idx="1598">
                  <c:v>8.2843204704260653E-2</c:v>
                </c:pt>
                <c:pt idx="1599">
                  <c:v>8.2539147848582628E-2</c:v>
                </c:pt>
                <c:pt idx="1600">
                  <c:v>8.189073826968496E-2</c:v>
                </c:pt>
                <c:pt idx="1601">
                  <c:v>8.1791820937979098E-2</c:v>
                </c:pt>
                <c:pt idx="1602">
                  <c:v>8.2342636808111935E-2</c:v>
                </c:pt>
                <c:pt idx="1603">
                  <c:v>8.1661735683614456E-2</c:v>
                </c:pt>
                <c:pt idx="1604">
                  <c:v>8.2005920092490969E-2</c:v>
                </c:pt>
                <c:pt idx="1605">
                  <c:v>8.1749972384473457E-2</c:v>
                </c:pt>
                <c:pt idx="1606">
                  <c:v>8.2551290349688555E-2</c:v>
                </c:pt>
                <c:pt idx="1607">
                  <c:v>8.2073003381333276E-2</c:v>
                </c:pt>
                <c:pt idx="1608">
                  <c:v>8.2030123263501009E-2</c:v>
                </c:pt>
                <c:pt idx="1609">
                  <c:v>8.25024768314222E-2</c:v>
                </c:pt>
                <c:pt idx="1610">
                  <c:v>8.2219233615978604E-2</c:v>
                </c:pt>
                <c:pt idx="1611">
                  <c:v>8.1436435345790148E-2</c:v>
                </c:pt>
                <c:pt idx="1612">
                  <c:v>8.1440546521535984E-2</c:v>
                </c:pt>
                <c:pt idx="1613">
                  <c:v>8.0317507490424989E-2</c:v>
                </c:pt>
                <c:pt idx="1614">
                  <c:v>7.985429568507163E-2</c:v>
                </c:pt>
                <c:pt idx="1615">
                  <c:v>7.9291974715547386E-2</c:v>
                </c:pt>
                <c:pt idx="1616">
                  <c:v>7.9226700584520415E-2</c:v>
                </c:pt>
                <c:pt idx="1617">
                  <c:v>7.9096759615816525E-2</c:v>
                </c:pt>
                <c:pt idx="1618">
                  <c:v>7.8245805917395161E-2</c:v>
                </c:pt>
                <c:pt idx="1619">
                  <c:v>7.7615421060659884E-2</c:v>
                </c:pt>
                <c:pt idx="1620">
                  <c:v>7.7493087470802413E-2</c:v>
                </c:pt>
                <c:pt idx="1621">
                  <c:v>7.8527123090027295E-2</c:v>
                </c:pt>
                <c:pt idx="1622">
                  <c:v>7.8877473951323385E-2</c:v>
                </c:pt>
                <c:pt idx="1623">
                  <c:v>7.836643592589887E-2</c:v>
                </c:pt>
                <c:pt idx="1624">
                  <c:v>8.1591871655302128E-2</c:v>
                </c:pt>
                <c:pt idx="1625">
                  <c:v>8.1426962488947874E-2</c:v>
                </c:pt>
                <c:pt idx="1626">
                  <c:v>8.0556557124643602E-2</c:v>
                </c:pt>
                <c:pt idx="1627">
                  <c:v>8.0291689478737549E-2</c:v>
                </c:pt>
                <c:pt idx="1628">
                  <c:v>8.2545965245695685E-2</c:v>
                </c:pt>
                <c:pt idx="1629">
                  <c:v>8.221086869642158E-2</c:v>
                </c:pt>
                <c:pt idx="1630">
                  <c:v>8.2056690494523465E-2</c:v>
                </c:pt>
                <c:pt idx="1631">
                  <c:v>8.2233166897916155E-2</c:v>
                </c:pt>
                <c:pt idx="1632">
                  <c:v>8.3387164088843058E-2</c:v>
                </c:pt>
                <c:pt idx="1633">
                  <c:v>8.3619726479342127E-2</c:v>
                </c:pt>
                <c:pt idx="1634">
                  <c:v>8.4585371535527365E-2</c:v>
                </c:pt>
                <c:pt idx="1635">
                  <c:v>8.4509359912703141E-2</c:v>
                </c:pt>
                <c:pt idx="1636">
                  <c:v>8.432962288028345E-2</c:v>
                </c:pt>
                <c:pt idx="1637">
                  <c:v>8.4092907847950649E-2</c:v>
                </c:pt>
                <c:pt idx="1638">
                  <c:v>8.419710876822406E-2</c:v>
                </c:pt>
                <c:pt idx="1639">
                  <c:v>8.4233769501954603E-2</c:v>
                </c:pt>
                <c:pt idx="1640">
                  <c:v>8.4069789009901141E-2</c:v>
                </c:pt>
                <c:pt idx="1641">
                  <c:v>8.4010665590596112E-2</c:v>
                </c:pt>
                <c:pt idx="1642">
                  <c:v>8.3843457824919199E-2</c:v>
                </c:pt>
                <c:pt idx="1643">
                  <c:v>8.3755600498619742E-2</c:v>
                </c:pt>
                <c:pt idx="1644">
                  <c:v>8.4074484986574216E-2</c:v>
                </c:pt>
                <c:pt idx="1645">
                  <c:v>8.4205092027166861E-2</c:v>
                </c:pt>
                <c:pt idx="1646">
                  <c:v>8.4081745617342829E-2</c:v>
                </c:pt>
                <c:pt idx="1647">
                  <c:v>8.4274884779927728E-2</c:v>
                </c:pt>
                <c:pt idx="1648">
                  <c:v>8.4327465229052434E-2</c:v>
                </c:pt>
                <c:pt idx="1649">
                  <c:v>8.4648374627259937E-2</c:v>
                </c:pt>
                <c:pt idx="1650">
                  <c:v>8.4648621992603701E-2</c:v>
                </c:pt>
                <c:pt idx="1651">
                  <c:v>8.4644190579932221E-2</c:v>
                </c:pt>
                <c:pt idx="1652">
                  <c:v>8.4755101653175124E-2</c:v>
                </c:pt>
                <c:pt idx="1653">
                  <c:v>8.4730967710385796E-2</c:v>
                </c:pt>
                <c:pt idx="1654">
                  <c:v>8.4589930796259871E-2</c:v>
                </c:pt>
                <c:pt idx="1655">
                  <c:v>8.452542952783082E-2</c:v>
                </c:pt>
                <c:pt idx="1656">
                  <c:v>8.4575317929064475E-2</c:v>
                </c:pt>
                <c:pt idx="1657">
                  <c:v>8.431064845308911E-2</c:v>
                </c:pt>
                <c:pt idx="1658">
                  <c:v>8.4125522510344108E-2</c:v>
                </c:pt>
                <c:pt idx="1659">
                  <c:v>8.3180059744195178E-2</c:v>
                </c:pt>
                <c:pt idx="1660">
                  <c:v>8.3303282099857823E-2</c:v>
                </c:pt>
                <c:pt idx="1661">
                  <c:v>8.3311636136532252E-2</c:v>
                </c:pt>
                <c:pt idx="1662">
                  <c:v>8.3374351981889028E-2</c:v>
                </c:pt>
                <c:pt idx="1663">
                  <c:v>8.3778431303284329E-2</c:v>
                </c:pt>
                <c:pt idx="1664">
                  <c:v>8.3847267042601148E-2</c:v>
                </c:pt>
                <c:pt idx="1665">
                  <c:v>8.4290927046387409E-2</c:v>
                </c:pt>
                <c:pt idx="1666">
                  <c:v>8.4364696374535919E-2</c:v>
                </c:pt>
                <c:pt idx="1667">
                  <c:v>8.4360449967290529E-2</c:v>
                </c:pt>
                <c:pt idx="1668">
                  <c:v>8.4026988493931754E-2</c:v>
                </c:pt>
                <c:pt idx="1669">
                  <c:v>8.2856230475828685E-2</c:v>
                </c:pt>
                <c:pt idx="1670">
                  <c:v>8.1682407989909889E-2</c:v>
                </c:pt>
                <c:pt idx="1671">
                  <c:v>8.0885515374646832E-2</c:v>
                </c:pt>
                <c:pt idx="1672">
                  <c:v>8.122035444724518E-2</c:v>
                </c:pt>
                <c:pt idx="1673">
                  <c:v>8.1023948086236253E-2</c:v>
                </c:pt>
                <c:pt idx="1674">
                  <c:v>8.0731690713071069E-2</c:v>
                </c:pt>
                <c:pt idx="1675">
                  <c:v>8.0779446356625817E-2</c:v>
                </c:pt>
                <c:pt idx="1676">
                  <c:v>8.1602446055964339E-2</c:v>
                </c:pt>
                <c:pt idx="1677">
                  <c:v>8.0691387481235388E-2</c:v>
                </c:pt>
                <c:pt idx="1678">
                  <c:v>8.0452818925781378E-2</c:v>
                </c:pt>
                <c:pt idx="1679">
                  <c:v>8.0665028502753255E-2</c:v>
                </c:pt>
                <c:pt idx="1680">
                  <c:v>8.0519367490597293E-2</c:v>
                </c:pt>
                <c:pt idx="1681">
                  <c:v>8.1490515465172608E-2</c:v>
                </c:pt>
                <c:pt idx="1682">
                  <c:v>8.0684872256541196E-2</c:v>
                </c:pt>
                <c:pt idx="1683">
                  <c:v>8.0218860269561265E-2</c:v>
                </c:pt>
                <c:pt idx="1684">
                  <c:v>7.8859899873410688E-2</c:v>
                </c:pt>
                <c:pt idx="1685">
                  <c:v>7.6302737707873769E-2</c:v>
                </c:pt>
                <c:pt idx="1686">
                  <c:v>7.7045726336633091E-2</c:v>
                </c:pt>
                <c:pt idx="1687">
                  <c:v>7.6304824437221308E-2</c:v>
                </c:pt>
                <c:pt idx="1688">
                  <c:v>7.7153496722097481E-2</c:v>
                </c:pt>
                <c:pt idx="1689">
                  <c:v>7.750842184858997E-2</c:v>
                </c:pt>
                <c:pt idx="1690">
                  <c:v>7.6953177530528105E-2</c:v>
                </c:pt>
                <c:pt idx="1691">
                  <c:v>7.7317211204956493E-2</c:v>
                </c:pt>
                <c:pt idx="1692">
                  <c:v>7.7943021070989937E-2</c:v>
                </c:pt>
                <c:pt idx="1693">
                  <c:v>7.8753045590393755E-2</c:v>
                </c:pt>
                <c:pt idx="1694">
                  <c:v>7.9074824976241631E-2</c:v>
                </c:pt>
                <c:pt idx="1695">
                  <c:v>7.9699342420488151E-2</c:v>
                </c:pt>
                <c:pt idx="1696">
                  <c:v>7.8842327668851908E-2</c:v>
                </c:pt>
                <c:pt idx="1697">
                  <c:v>7.8920654399149415E-2</c:v>
                </c:pt>
                <c:pt idx="1698">
                  <c:v>7.9455576738911349E-2</c:v>
                </c:pt>
                <c:pt idx="1699">
                  <c:v>7.9225740326421823E-2</c:v>
                </c:pt>
                <c:pt idx="1700">
                  <c:v>7.8440160815256954E-2</c:v>
                </c:pt>
                <c:pt idx="1701">
                  <c:v>7.8866780413622495E-2</c:v>
                </c:pt>
                <c:pt idx="1702">
                  <c:v>7.8488990367305611E-2</c:v>
                </c:pt>
                <c:pt idx="1703">
                  <c:v>8.0976747002585725E-2</c:v>
                </c:pt>
                <c:pt idx="1704">
                  <c:v>8.0572649486016612E-2</c:v>
                </c:pt>
                <c:pt idx="1705">
                  <c:v>8.0666797705712723E-2</c:v>
                </c:pt>
                <c:pt idx="1706">
                  <c:v>8.224237691644154E-2</c:v>
                </c:pt>
                <c:pt idx="1707">
                  <c:v>8.2316497685570367E-2</c:v>
                </c:pt>
                <c:pt idx="1708">
                  <c:v>8.1753600005769256E-2</c:v>
                </c:pt>
                <c:pt idx="1709">
                  <c:v>8.1564438074049894E-2</c:v>
                </c:pt>
                <c:pt idx="1710">
                  <c:v>8.2776749906343872E-2</c:v>
                </c:pt>
                <c:pt idx="1711">
                  <c:v>8.2882626647934776E-2</c:v>
                </c:pt>
                <c:pt idx="1712">
                  <c:v>8.2788231732272344E-2</c:v>
                </c:pt>
                <c:pt idx="1713">
                  <c:v>8.274491935121131E-2</c:v>
                </c:pt>
                <c:pt idx="1714">
                  <c:v>8.2856270051877567E-2</c:v>
                </c:pt>
                <c:pt idx="1715">
                  <c:v>8.2687903789416151E-2</c:v>
                </c:pt>
                <c:pt idx="1716">
                  <c:v>8.2863128754429694E-2</c:v>
                </c:pt>
                <c:pt idx="1717">
                  <c:v>8.2739757925595514E-2</c:v>
                </c:pt>
                <c:pt idx="1718">
                  <c:v>8.2698698341694188E-2</c:v>
                </c:pt>
                <c:pt idx="1719">
                  <c:v>8.2680444610320425E-2</c:v>
                </c:pt>
                <c:pt idx="1720">
                  <c:v>8.2789368406389618E-2</c:v>
                </c:pt>
                <c:pt idx="1721">
                  <c:v>8.3302814753705823E-2</c:v>
                </c:pt>
                <c:pt idx="1722">
                  <c:v>8.3395308028407333E-2</c:v>
                </c:pt>
                <c:pt idx="1723">
                  <c:v>8.3318258982942872E-2</c:v>
                </c:pt>
                <c:pt idx="1724">
                  <c:v>8.3442992375387659E-2</c:v>
                </c:pt>
                <c:pt idx="1725">
                  <c:v>8.3738043485293234E-2</c:v>
                </c:pt>
                <c:pt idx="1726">
                  <c:v>8.3699824294326319E-2</c:v>
                </c:pt>
                <c:pt idx="1727">
                  <c:v>8.3639112123793824E-2</c:v>
                </c:pt>
                <c:pt idx="1728">
                  <c:v>8.3827964761426177E-2</c:v>
                </c:pt>
                <c:pt idx="1729">
                  <c:v>8.3784369677443182E-2</c:v>
                </c:pt>
                <c:pt idx="1730">
                  <c:v>8.3545397229153773E-2</c:v>
                </c:pt>
                <c:pt idx="1731">
                  <c:v>8.370013946475896E-2</c:v>
                </c:pt>
                <c:pt idx="1732">
                  <c:v>8.4019584078028009E-2</c:v>
                </c:pt>
                <c:pt idx="1733">
                  <c:v>8.4125158041345349E-2</c:v>
                </c:pt>
                <c:pt idx="1734">
                  <c:v>8.4120756587181322E-2</c:v>
                </c:pt>
                <c:pt idx="1735">
                  <c:v>8.4105672461189496E-2</c:v>
                </c:pt>
                <c:pt idx="1736">
                  <c:v>8.4020551241795971E-2</c:v>
                </c:pt>
                <c:pt idx="1737">
                  <c:v>8.4092318684092948E-2</c:v>
                </c:pt>
                <c:pt idx="1738">
                  <c:v>8.4096026571567561E-2</c:v>
                </c:pt>
                <c:pt idx="1739">
                  <c:v>8.4074621253512394E-2</c:v>
                </c:pt>
                <c:pt idx="1740">
                  <c:v>8.4264003340182914E-2</c:v>
                </c:pt>
                <c:pt idx="1741">
                  <c:v>8.436728302805907E-2</c:v>
                </c:pt>
                <c:pt idx="1742">
                  <c:v>8.4368836371697675E-2</c:v>
                </c:pt>
                <c:pt idx="1743">
                  <c:v>8.4140249589146787E-2</c:v>
                </c:pt>
                <c:pt idx="1744">
                  <c:v>8.3960259180356989E-2</c:v>
                </c:pt>
                <c:pt idx="1745">
                  <c:v>8.3526672748096553E-2</c:v>
                </c:pt>
                <c:pt idx="1746">
                  <c:v>8.4536820758796871E-2</c:v>
                </c:pt>
                <c:pt idx="1747">
                  <c:v>8.4538899833668468E-2</c:v>
                </c:pt>
                <c:pt idx="1748">
                  <c:v>8.4540860558212305E-2</c:v>
                </c:pt>
                <c:pt idx="1749">
                  <c:v>8.5125146082476233E-2</c:v>
                </c:pt>
                <c:pt idx="1750">
                  <c:v>8.4897748119105554E-2</c:v>
                </c:pt>
                <c:pt idx="1751">
                  <c:v>8.4094826523538613E-2</c:v>
                </c:pt>
                <c:pt idx="1752">
                  <c:v>8.1991809283019856E-2</c:v>
                </c:pt>
                <c:pt idx="1753">
                  <c:v>8.2515464313698716E-2</c:v>
                </c:pt>
                <c:pt idx="1754">
                  <c:v>7.9544443117296915E-2</c:v>
                </c:pt>
                <c:pt idx="1755">
                  <c:v>8.1523148206749108E-2</c:v>
                </c:pt>
                <c:pt idx="1756">
                  <c:v>8.2972479907869934E-2</c:v>
                </c:pt>
                <c:pt idx="1757">
                  <c:v>8.4635124667142403E-2</c:v>
                </c:pt>
                <c:pt idx="1758">
                  <c:v>8.5509349311860605E-2</c:v>
                </c:pt>
                <c:pt idx="1759">
                  <c:v>8.4186610751344038E-2</c:v>
                </c:pt>
                <c:pt idx="1760">
                  <c:v>8.491069200234258E-2</c:v>
                </c:pt>
                <c:pt idx="1761">
                  <c:v>8.3970660898792682E-2</c:v>
                </c:pt>
                <c:pt idx="1762">
                  <c:v>8.6131677966495346E-2</c:v>
                </c:pt>
                <c:pt idx="1763">
                  <c:v>8.6325614291613784E-2</c:v>
                </c:pt>
                <c:pt idx="1764">
                  <c:v>8.614280460205026E-2</c:v>
                </c:pt>
                <c:pt idx="1765">
                  <c:v>8.4655697809389308E-2</c:v>
                </c:pt>
                <c:pt idx="1766">
                  <c:v>8.2533795275787636E-2</c:v>
                </c:pt>
                <c:pt idx="1767">
                  <c:v>8.0351910241718283E-2</c:v>
                </c:pt>
                <c:pt idx="1768">
                  <c:v>8.428749126536661E-2</c:v>
                </c:pt>
                <c:pt idx="1769">
                  <c:v>8.4655740395731982E-2</c:v>
                </c:pt>
                <c:pt idx="1770">
                  <c:v>8.6584239890858505E-2</c:v>
                </c:pt>
                <c:pt idx="1771">
                  <c:v>8.7889965892119948E-2</c:v>
                </c:pt>
                <c:pt idx="1772">
                  <c:v>8.9074672482887918E-2</c:v>
                </c:pt>
                <c:pt idx="1773">
                  <c:v>8.9821104740779312E-2</c:v>
                </c:pt>
                <c:pt idx="1774">
                  <c:v>8.9543282561331816E-2</c:v>
                </c:pt>
                <c:pt idx="1775">
                  <c:v>8.977410231903038E-2</c:v>
                </c:pt>
                <c:pt idx="1776">
                  <c:v>8.9815479327743475E-2</c:v>
                </c:pt>
                <c:pt idx="1777">
                  <c:v>8.906368739828463E-2</c:v>
                </c:pt>
                <c:pt idx="1778">
                  <c:v>8.9581690130680958E-2</c:v>
                </c:pt>
                <c:pt idx="1779">
                  <c:v>8.9518679660060663E-2</c:v>
                </c:pt>
                <c:pt idx="1780">
                  <c:v>9.010447069054317E-2</c:v>
                </c:pt>
                <c:pt idx="1781">
                  <c:v>8.676599993567935E-2</c:v>
                </c:pt>
                <c:pt idx="1782">
                  <c:v>8.816603520116395E-2</c:v>
                </c:pt>
                <c:pt idx="1783">
                  <c:v>8.8912256770021347E-2</c:v>
                </c:pt>
                <c:pt idx="1784">
                  <c:v>8.6713014513644326E-2</c:v>
                </c:pt>
                <c:pt idx="1785">
                  <c:v>8.790525882357425E-2</c:v>
                </c:pt>
                <c:pt idx="1786">
                  <c:v>8.8340428513697944E-2</c:v>
                </c:pt>
                <c:pt idx="1787">
                  <c:v>8.8013339258760093E-2</c:v>
                </c:pt>
                <c:pt idx="1788">
                  <c:v>8.7670447016999553E-2</c:v>
                </c:pt>
                <c:pt idx="1789">
                  <c:v>8.4910715349154842E-2</c:v>
                </c:pt>
                <c:pt idx="1790">
                  <c:v>8.7991440138515342E-2</c:v>
                </c:pt>
                <c:pt idx="1791">
                  <c:v>8.7152356111171114E-2</c:v>
                </c:pt>
                <c:pt idx="1792">
                  <c:v>8.8297817430378567E-2</c:v>
                </c:pt>
                <c:pt idx="1793">
                  <c:v>8.858403268330739E-2</c:v>
                </c:pt>
                <c:pt idx="1794">
                  <c:v>8.8007897615407726E-2</c:v>
                </c:pt>
                <c:pt idx="1795">
                  <c:v>8.817646505589094E-2</c:v>
                </c:pt>
                <c:pt idx="1796">
                  <c:v>8.915862782208972E-2</c:v>
                </c:pt>
                <c:pt idx="1797">
                  <c:v>8.9333791034917898E-2</c:v>
                </c:pt>
                <c:pt idx="1798">
                  <c:v>8.9036278699584193E-2</c:v>
                </c:pt>
                <c:pt idx="1799">
                  <c:v>9.1343206830413415E-2</c:v>
                </c:pt>
                <c:pt idx="1800">
                  <c:v>9.2069445107238357E-2</c:v>
                </c:pt>
                <c:pt idx="1801">
                  <c:v>9.1041139402647575E-2</c:v>
                </c:pt>
                <c:pt idx="1802">
                  <c:v>9.1041139402647575E-2</c:v>
                </c:pt>
                <c:pt idx="1803">
                  <c:v>8.9985227705021709E-2</c:v>
                </c:pt>
                <c:pt idx="1804">
                  <c:v>8.8918479617392521E-2</c:v>
                </c:pt>
                <c:pt idx="1805">
                  <c:v>9.1440587318112998E-2</c:v>
                </c:pt>
                <c:pt idx="1806">
                  <c:v>9.2879043657010385E-2</c:v>
                </c:pt>
                <c:pt idx="1807">
                  <c:v>9.4180749944021036E-2</c:v>
                </c:pt>
                <c:pt idx="1808">
                  <c:v>9.3754624325078417E-2</c:v>
                </c:pt>
                <c:pt idx="1809">
                  <c:v>9.2880416389382603E-2</c:v>
                </c:pt>
                <c:pt idx="1810">
                  <c:v>9.101517474427756E-2</c:v>
                </c:pt>
                <c:pt idx="1811">
                  <c:v>9.0503197135459956E-2</c:v>
                </c:pt>
                <c:pt idx="1812">
                  <c:v>8.9625693595148048E-2</c:v>
                </c:pt>
                <c:pt idx="1813">
                  <c:v>9.1478607069840345E-2</c:v>
                </c:pt>
                <c:pt idx="1814">
                  <c:v>9.2173515721851729E-2</c:v>
                </c:pt>
                <c:pt idx="1815">
                  <c:v>9.1735090701773103E-2</c:v>
                </c:pt>
                <c:pt idx="1816">
                  <c:v>9.0134000481896015E-2</c:v>
                </c:pt>
                <c:pt idx="1817">
                  <c:v>9.0795401653996688E-2</c:v>
                </c:pt>
                <c:pt idx="1818">
                  <c:v>8.9751875031475414E-2</c:v>
                </c:pt>
                <c:pt idx="1819">
                  <c:v>9.0465694363528026E-2</c:v>
                </c:pt>
                <c:pt idx="1820">
                  <c:v>9.1027493636425705E-2</c:v>
                </c:pt>
                <c:pt idx="1821">
                  <c:v>9.23049243610925E-2</c:v>
                </c:pt>
                <c:pt idx="1822">
                  <c:v>9.1827178510159868E-2</c:v>
                </c:pt>
                <c:pt idx="1823">
                  <c:v>9.2167079892737203E-2</c:v>
                </c:pt>
                <c:pt idx="1824">
                  <c:v>9.2717165849691696E-2</c:v>
                </c:pt>
                <c:pt idx="1825">
                  <c:v>9.1138498484785835E-2</c:v>
                </c:pt>
                <c:pt idx="1826">
                  <c:v>8.6755938092085705E-2</c:v>
                </c:pt>
                <c:pt idx="1827">
                  <c:v>8.8073597265561521E-2</c:v>
                </c:pt>
                <c:pt idx="1828">
                  <c:v>8.9815505070109714E-2</c:v>
                </c:pt>
                <c:pt idx="1829">
                  <c:v>9.096041712077052E-2</c:v>
                </c:pt>
                <c:pt idx="1830">
                  <c:v>9.157817657529721E-2</c:v>
                </c:pt>
                <c:pt idx="1831">
                  <c:v>9.2822946261456929E-2</c:v>
                </c:pt>
                <c:pt idx="1832">
                  <c:v>9.1176788050656432E-2</c:v>
                </c:pt>
                <c:pt idx="1833">
                  <c:v>9.2689508117588471E-2</c:v>
                </c:pt>
                <c:pt idx="1834">
                  <c:v>9.2452813355576646E-2</c:v>
                </c:pt>
                <c:pt idx="1835">
                  <c:v>8.8884294232329575E-2</c:v>
                </c:pt>
                <c:pt idx="1836">
                  <c:v>8.6997876731349955E-2</c:v>
                </c:pt>
                <c:pt idx="1837">
                  <c:v>8.4225256623003064E-2</c:v>
                </c:pt>
                <c:pt idx="1838">
                  <c:v>8.0634813142360873E-2</c:v>
                </c:pt>
                <c:pt idx="1839">
                  <c:v>8.3275644905701274E-2</c:v>
                </c:pt>
                <c:pt idx="1840">
                  <c:v>8.0489213195853671E-2</c:v>
                </c:pt>
                <c:pt idx="1841">
                  <c:v>8.3150148802243029E-2</c:v>
                </c:pt>
                <c:pt idx="1842">
                  <c:v>8.2850527809531727E-2</c:v>
                </c:pt>
                <c:pt idx="1843">
                  <c:v>8.2275251625242074E-2</c:v>
                </c:pt>
                <c:pt idx="1844">
                  <c:v>8.1787502454138128E-2</c:v>
                </c:pt>
                <c:pt idx="1845">
                  <c:v>7.7927295765887639E-2</c:v>
                </c:pt>
                <c:pt idx="1846">
                  <c:v>7.9408779573945765E-2</c:v>
                </c:pt>
                <c:pt idx="1847">
                  <c:v>7.250639093439637E-2</c:v>
                </c:pt>
                <c:pt idx="1848">
                  <c:v>7.3001913231539151E-2</c:v>
                </c:pt>
                <c:pt idx="1849">
                  <c:v>7.1728070608516825E-2</c:v>
                </c:pt>
                <c:pt idx="1850">
                  <c:v>7.0977459552705513E-2</c:v>
                </c:pt>
                <c:pt idx="1851">
                  <c:v>7.2758737889503489E-2</c:v>
                </c:pt>
                <c:pt idx="1852">
                  <c:v>7.5199875811829742E-2</c:v>
                </c:pt>
                <c:pt idx="1853">
                  <c:v>7.6307728137714581E-2</c:v>
                </c:pt>
                <c:pt idx="1854">
                  <c:v>7.4380490808310773E-2</c:v>
                </c:pt>
                <c:pt idx="1855">
                  <c:v>7.4357829604622894E-2</c:v>
                </c:pt>
                <c:pt idx="1856">
                  <c:v>7.9155478198946083E-2</c:v>
                </c:pt>
                <c:pt idx="1857">
                  <c:v>7.7830317476968114E-2</c:v>
                </c:pt>
                <c:pt idx="1858">
                  <c:v>7.7309480268326736E-2</c:v>
                </c:pt>
                <c:pt idx="1859">
                  <c:v>7.6869806734791379E-2</c:v>
                </c:pt>
                <c:pt idx="1860">
                  <c:v>7.6254243665220489E-2</c:v>
                </c:pt>
                <c:pt idx="1861">
                  <c:v>7.7400003596688971E-2</c:v>
                </c:pt>
                <c:pt idx="1862">
                  <c:v>7.485258330790856E-2</c:v>
                </c:pt>
                <c:pt idx="1863">
                  <c:v>7.5892576615497642E-2</c:v>
                </c:pt>
                <c:pt idx="1864">
                  <c:v>7.5191637247173704E-2</c:v>
                </c:pt>
                <c:pt idx="1865">
                  <c:v>7.7516959079227066E-2</c:v>
                </c:pt>
                <c:pt idx="1866">
                  <c:v>7.8394912486455359E-2</c:v>
                </c:pt>
                <c:pt idx="1867">
                  <c:v>7.7886921070761117E-2</c:v>
                </c:pt>
                <c:pt idx="1868">
                  <c:v>7.805419243867151E-2</c:v>
                </c:pt>
                <c:pt idx="1869">
                  <c:v>7.9343085326310847E-2</c:v>
                </c:pt>
                <c:pt idx="1870">
                  <c:v>7.4156620649295624E-2</c:v>
                </c:pt>
                <c:pt idx="1871">
                  <c:v>7.6472596397938908E-2</c:v>
                </c:pt>
                <c:pt idx="1872">
                  <c:v>7.6074861171915309E-2</c:v>
                </c:pt>
                <c:pt idx="1873">
                  <c:v>7.8171092925172769E-2</c:v>
                </c:pt>
                <c:pt idx="1874">
                  <c:v>7.8181437053947977E-2</c:v>
                </c:pt>
                <c:pt idx="1875">
                  <c:v>7.8408387000143631E-2</c:v>
                </c:pt>
                <c:pt idx="1876">
                  <c:v>7.4545054648915254E-2</c:v>
                </c:pt>
                <c:pt idx="1877">
                  <c:v>7.034264185712169E-2</c:v>
                </c:pt>
                <c:pt idx="1878">
                  <c:v>7.1809483221828563E-2</c:v>
                </c:pt>
                <c:pt idx="1879">
                  <c:v>6.8510149314194302E-2</c:v>
                </c:pt>
                <c:pt idx="1880">
                  <c:v>6.8914006268666728E-2</c:v>
                </c:pt>
                <c:pt idx="1881">
                  <c:v>6.896254247945055E-2</c:v>
                </c:pt>
                <c:pt idx="1882">
                  <c:v>7.2978104196454563E-2</c:v>
                </c:pt>
                <c:pt idx="1883">
                  <c:v>7.4190141361746176E-2</c:v>
                </c:pt>
                <c:pt idx="1884">
                  <c:v>7.5617829868964703E-2</c:v>
                </c:pt>
                <c:pt idx="1885">
                  <c:v>7.6962933219873464E-2</c:v>
                </c:pt>
                <c:pt idx="1886">
                  <c:v>7.8313712582455675E-2</c:v>
                </c:pt>
                <c:pt idx="1887">
                  <c:v>7.871040445138322E-2</c:v>
                </c:pt>
                <c:pt idx="1888">
                  <c:v>7.9546420885091784E-2</c:v>
                </c:pt>
                <c:pt idx="1889">
                  <c:v>7.9546420885091784E-2</c:v>
                </c:pt>
                <c:pt idx="1890">
                  <c:v>8.1538513225903664E-2</c:v>
                </c:pt>
                <c:pt idx="1891">
                  <c:v>7.9113513068277519E-2</c:v>
                </c:pt>
                <c:pt idx="1892">
                  <c:v>8.042022050201969E-2</c:v>
                </c:pt>
                <c:pt idx="1893">
                  <c:v>7.6707730343788971E-2</c:v>
                </c:pt>
                <c:pt idx="1894">
                  <c:v>7.599167622000047E-2</c:v>
                </c:pt>
                <c:pt idx="1895">
                  <c:v>7.4477202808560516E-2</c:v>
                </c:pt>
                <c:pt idx="1896">
                  <c:v>7.5398606986457284E-2</c:v>
                </c:pt>
                <c:pt idx="1897">
                  <c:v>7.4064024266914941E-2</c:v>
                </c:pt>
                <c:pt idx="1898">
                  <c:v>7.39427510672378E-2</c:v>
                </c:pt>
                <c:pt idx="1899">
                  <c:v>7.4019972029448433E-2</c:v>
                </c:pt>
                <c:pt idx="1900">
                  <c:v>7.9376116457776646E-2</c:v>
                </c:pt>
                <c:pt idx="1901">
                  <c:v>7.733521800349008E-2</c:v>
                </c:pt>
                <c:pt idx="1902">
                  <c:v>7.8237098044431241E-2</c:v>
                </c:pt>
                <c:pt idx="1903">
                  <c:v>7.8785871717354294E-2</c:v>
                </c:pt>
                <c:pt idx="1904">
                  <c:v>8.1192884269823518E-2</c:v>
                </c:pt>
                <c:pt idx="1905">
                  <c:v>8.2871183168654161E-2</c:v>
                </c:pt>
                <c:pt idx="1906">
                  <c:v>8.4486449136389252E-2</c:v>
                </c:pt>
                <c:pt idx="1907">
                  <c:v>8.2683856676397882E-2</c:v>
                </c:pt>
                <c:pt idx="1908">
                  <c:v>8.2373453992356849E-2</c:v>
                </c:pt>
                <c:pt idx="1909">
                  <c:v>7.9027146392157022E-2</c:v>
                </c:pt>
                <c:pt idx="1910">
                  <c:v>7.4273790630167702E-2</c:v>
                </c:pt>
                <c:pt idx="1911">
                  <c:v>7.3720431184037594E-2</c:v>
                </c:pt>
                <c:pt idx="1912">
                  <c:v>7.2192986631123834E-2</c:v>
                </c:pt>
                <c:pt idx="1913">
                  <c:v>6.9838960458112775E-2</c:v>
                </c:pt>
                <c:pt idx="1914">
                  <c:v>5.4776027679475092E-2</c:v>
                </c:pt>
                <c:pt idx="1915">
                  <c:v>6.061567578972793E-2</c:v>
                </c:pt>
                <c:pt idx="1916">
                  <c:v>5.7608873262552152E-2</c:v>
                </c:pt>
                <c:pt idx="1917">
                  <c:v>5.7199818631346044E-2</c:v>
                </c:pt>
                <c:pt idx="1918">
                  <c:v>6.1630796031510671E-2</c:v>
                </c:pt>
                <c:pt idx="1919">
                  <c:v>5.8158551160946148E-2</c:v>
                </c:pt>
                <c:pt idx="1920">
                  <c:v>5.9773908525191266E-2</c:v>
                </c:pt>
                <c:pt idx="1921">
                  <c:v>6.0831390609746738E-2</c:v>
                </c:pt>
                <c:pt idx="1922">
                  <c:v>5.1568699203398793E-2</c:v>
                </c:pt>
                <c:pt idx="1923">
                  <c:v>4.9974197472780979E-2</c:v>
                </c:pt>
                <c:pt idx="1924">
                  <c:v>4.3776703376201764E-2</c:v>
                </c:pt>
                <c:pt idx="1925">
                  <c:v>3.8643589387095667E-2</c:v>
                </c:pt>
                <c:pt idx="1926">
                  <c:v>3.5591528702560216E-2</c:v>
                </c:pt>
                <c:pt idx="1927">
                  <c:v>3.8301574963708451E-2</c:v>
                </c:pt>
                <c:pt idx="1928">
                  <c:v>4.0176099670461318E-2</c:v>
                </c:pt>
                <c:pt idx="1929">
                  <c:v>3.8865156398765976E-2</c:v>
                </c:pt>
                <c:pt idx="1930">
                  <c:v>5.0619229906588514E-2</c:v>
                </c:pt>
                <c:pt idx="1931">
                  <c:v>4.7279024274537673E-2</c:v>
                </c:pt>
                <c:pt idx="1932">
                  <c:v>4.9241789887348619E-2</c:v>
                </c:pt>
                <c:pt idx="1933">
                  <c:v>4.7754527178074935E-2</c:v>
                </c:pt>
                <c:pt idx="1934">
                  <c:v>4.9934472164515631E-2</c:v>
                </c:pt>
                <c:pt idx="1935">
                  <c:v>4.889340461926428E-2</c:v>
                </c:pt>
                <c:pt idx="1936">
                  <c:v>4.9211276666252246E-2</c:v>
                </c:pt>
                <c:pt idx="1937">
                  <c:v>4.6728670368771152E-2</c:v>
                </c:pt>
                <c:pt idx="1938">
                  <c:v>4.566021046718105E-2</c:v>
                </c:pt>
                <c:pt idx="1939">
                  <c:v>4.9097774063969091E-2</c:v>
                </c:pt>
                <c:pt idx="1940">
                  <c:v>4.9243682612435835E-2</c:v>
                </c:pt>
                <c:pt idx="1941">
                  <c:v>5.0120081463479682E-2</c:v>
                </c:pt>
                <c:pt idx="1942">
                  <c:v>4.6471500171385349E-2</c:v>
                </c:pt>
                <c:pt idx="1943">
                  <c:v>4.476799272051768E-2</c:v>
                </c:pt>
                <c:pt idx="1944">
                  <c:v>4.4113507354994752E-2</c:v>
                </c:pt>
                <c:pt idx="1945">
                  <c:v>4.2287825560277992E-2</c:v>
                </c:pt>
                <c:pt idx="1946">
                  <c:v>4.6641018665463774E-2</c:v>
                </c:pt>
                <c:pt idx="1947">
                  <c:v>4.9622663571484593E-2</c:v>
                </c:pt>
                <c:pt idx="1948">
                  <c:v>5.1397036779722405E-2</c:v>
                </c:pt>
                <c:pt idx="1949">
                  <c:v>5.2289571647662014E-2</c:v>
                </c:pt>
                <c:pt idx="1950">
                  <c:v>4.8821929355826521E-2</c:v>
                </c:pt>
                <c:pt idx="1951">
                  <c:v>5.5053146265469088E-2</c:v>
                </c:pt>
                <c:pt idx="1952">
                  <c:v>5.1653250265404016E-2</c:v>
                </c:pt>
                <c:pt idx="1953">
                  <c:v>4.9431022469640373E-2</c:v>
                </c:pt>
                <c:pt idx="1954">
                  <c:v>4.3968633937655488E-2</c:v>
                </c:pt>
                <c:pt idx="1955">
                  <c:v>4.5369290258708284E-2</c:v>
                </c:pt>
                <c:pt idx="1956">
                  <c:v>4.1597064800902861E-2</c:v>
                </c:pt>
                <c:pt idx="1957">
                  <c:v>4.0772641786306463E-2</c:v>
                </c:pt>
                <c:pt idx="1958">
                  <c:v>4.5462281516149394E-2</c:v>
                </c:pt>
                <c:pt idx="1959">
                  <c:v>4.6673295963407635E-2</c:v>
                </c:pt>
                <c:pt idx="1960">
                  <c:v>4.1781714901173994E-2</c:v>
                </c:pt>
                <c:pt idx="1961">
                  <c:v>4.2757294271832058E-2</c:v>
                </c:pt>
                <c:pt idx="1962">
                  <c:v>4.1307476450456737E-2</c:v>
                </c:pt>
                <c:pt idx="1963">
                  <c:v>4.3961183141814963E-2</c:v>
                </c:pt>
                <c:pt idx="1964">
                  <c:v>4.0778876609156134E-2</c:v>
                </c:pt>
                <c:pt idx="1965">
                  <c:v>4.1088978464219883E-2</c:v>
                </c:pt>
                <c:pt idx="1966">
                  <c:v>4.0330382420432298E-2</c:v>
                </c:pt>
                <c:pt idx="1967">
                  <c:v>3.604223066798784E-2</c:v>
                </c:pt>
                <c:pt idx="1968">
                  <c:v>3.5553968222038268E-2</c:v>
                </c:pt>
                <c:pt idx="1969">
                  <c:v>3.7225805198447759E-2</c:v>
                </c:pt>
                <c:pt idx="1970">
                  <c:v>3.2713126524622993E-2</c:v>
                </c:pt>
                <c:pt idx="1971">
                  <c:v>2.9871324450301717E-2</c:v>
                </c:pt>
                <c:pt idx="1972">
                  <c:v>3.2254508310487151E-2</c:v>
                </c:pt>
                <c:pt idx="1973">
                  <c:v>3.6487327333545982E-2</c:v>
                </c:pt>
                <c:pt idx="1974">
                  <c:v>3.4191909459215575E-2</c:v>
                </c:pt>
                <c:pt idx="1975">
                  <c:v>4.1159963960630819E-2</c:v>
                </c:pt>
                <c:pt idx="1976">
                  <c:v>4.1098830602981917E-2</c:v>
                </c:pt>
                <c:pt idx="1977">
                  <c:v>4.3020890883150531E-2</c:v>
                </c:pt>
                <c:pt idx="1978">
                  <c:v>4.0508179382031884E-2</c:v>
                </c:pt>
                <c:pt idx="1979">
                  <c:v>4.6509441121946327E-2</c:v>
                </c:pt>
                <c:pt idx="1980">
                  <c:v>4.793912181611848E-2</c:v>
                </c:pt>
                <c:pt idx="1981">
                  <c:v>4.863076102744146E-2</c:v>
                </c:pt>
                <c:pt idx="1982">
                  <c:v>5.0716104487005254E-2</c:v>
                </c:pt>
                <c:pt idx="1983">
                  <c:v>5.0835123326126386E-2</c:v>
                </c:pt>
                <c:pt idx="1984">
                  <c:v>4.9566970037149938E-2</c:v>
                </c:pt>
                <c:pt idx="1985">
                  <c:v>5.0733956335834773E-2</c:v>
                </c:pt>
                <c:pt idx="1986">
                  <c:v>5.3403249774651274E-2</c:v>
                </c:pt>
                <c:pt idx="1987">
                  <c:v>5.7997085530321901E-2</c:v>
                </c:pt>
                <c:pt idx="1988">
                  <c:v>5.7973338619795478E-2</c:v>
                </c:pt>
                <c:pt idx="1989">
                  <c:v>5.9043927819727005E-2</c:v>
                </c:pt>
                <c:pt idx="1990">
                  <c:v>6.1766523550496832E-2</c:v>
                </c:pt>
                <c:pt idx="1991">
                  <c:v>6.1279027919254769E-2</c:v>
                </c:pt>
                <c:pt idx="1992">
                  <c:v>6.1211024301989325E-2</c:v>
                </c:pt>
                <c:pt idx="1993">
                  <c:v>6.1116151921366213E-2</c:v>
                </c:pt>
                <c:pt idx="1994">
                  <c:v>5.8303294395437466E-2</c:v>
                </c:pt>
                <c:pt idx="1995">
                  <c:v>5.8769957988425436E-2</c:v>
                </c:pt>
                <c:pt idx="1996">
                  <c:v>5.9955850667039567E-2</c:v>
                </c:pt>
                <c:pt idx="1997">
                  <c:v>6.0858113602266783E-2</c:v>
                </c:pt>
                <c:pt idx="1998">
                  <c:v>6.3349262917607119E-2</c:v>
                </c:pt>
                <c:pt idx="1999">
                  <c:v>6.0598905144452653E-2</c:v>
                </c:pt>
                <c:pt idx="2000">
                  <c:v>6.1917725718889427E-2</c:v>
                </c:pt>
                <c:pt idx="2001">
                  <c:v>6.1283997839674531E-2</c:v>
                </c:pt>
                <c:pt idx="2002">
                  <c:v>6.3581897632316586E-2</c:v>
                </c:pt>
                <c:pt idx="2003">
                  <c:v>6.3587682408123181E-2</c:v>
                </c:pt>
                <c:pt idx="2004">
                  <c:v>6.3777786231981159E-2</c:v>
                </c:pt>
                <c:pt idx="2005">
                  <c:v>6.3925064580433788E-2</c:v>
                </c:pt>
                <c:pt idx="2006">
                  <c:v>6.3304466830858108E-2</c:v>
                </c:pt>
                <c:pt idx="2007">
                  <c:v>6.381078723073319E-2</c:v>
                </c:pt>
                <c:pt idx="2008">
                  <c:v>6.1031050942602527E-2</c:v>
                </c:pt>
                <c:pt idx="2009">
                  <c:v>6.0166716816990484E-2</c:v>
                </c:pt>
                <c:pt idx="2010">
                  <c:v>5.8734072179310148E-2</c:v>
                </c:pt>
                <c:pt idx="2011">
                  <c:v>5.8291019597799143E-2</c:v>
                </c:pt>
                <c:pt idx="2012">
                  <c:v>5.7557758605550902E-2</c:v>
                </c:pt>
                <c:pt idx="2013">
                  <c:v>5.4468038888282999E-2</c:v>
                </c:pt>
                <c:pt idx="2014">
                  <c:v>5.4655796748489194E-2</c:v>
                </c:pt>
                <c:pt idx="2015">
                  <c:v>5.6909178465325838E-2</c:v>
                </c:pt>
                <c:pt idx="2016">
                  <c:v>5.555842129564903E-2</c:v>
                </c:pt>
                <c:pt idx="2017">
                  <c:v>5.6080469457811755E-2</c:v>
                </c:pt>
                <c:pt idx="2018">
                  <c:v>5.8658233454814579E-2</c:v>
                </c:pt>
                <c:pt idx="2019">
                  <c:v>5.8701687548678549E-2</c:v>
                </c:pt>
                <c:pt idx="2020">
                  <c:v>5.862251715017075E-2</c:v>
                </c:pt>
                <c:pt idx="2021">
                  <c:v>5.8694411157188986E-2</c:v>
                </c:pt>
                <c:pt idx="2022">
                  <c:v>6.0448641067931019E-2</c:v>
                </c:pt>
                <c:pt idx="2023">
                  <c:v>6.0939964697720672E-2</c:v>
                </c:pt>
                <c:pt idx="2024">
                  <c:v>5.7335332114457627E-2</c:v>
                </c:pt>
                <c:pt idx="2025">
                  <c:v>5.7449209367342657E-2</c:v>
                </c:pt>
                <c:pt idx="2026">
                  <c:v>5.7208830343934092E-2</c:v>
                </c:pt>
                <c:pt idx="2027">
                  <c:v>5.5550995695746841E-2</c:v>
                </c:pt>
                <c:pt idx="2028">
                  <c:v>5.6668111339022609E-2</c:v>
                </c:pt>
                <c:pt idx="2029">
                  <c:v>5.9595146397384058E-2</c:v>
                </c:pt>
                <c:pt idx="2030">
                  <c:v>6.0538096327843349E-2</c:v>
                </c:pt>
                <c:pt idx="2031">
                  <c:v>6.3047190121844898E-2</c:v>
                </c:pt>
                <c:pt idx="2032">
                  <c:v>6.3321358207132028E-2</c:v>
                </c:pt>
                <c:pt idx="2033">
                  <c:v>6.3604721153648014E-2</c:v>
                </c:pt>
                <c:pt idx="2034">
                  <c:v>6.3448686644183017E-2</c:v>
                </c:pt>
                <c:pt idx="2035">
                  <c:v>6.3621571885703387E-2</c:v>
                </c:pt>
                <c:pt idx="2036">
                  <c:v>6.4243649608930919E-2</c:v>
                </c:pt>
                <c:pt idx="2037">
                  <c:v>6.4001264821867632E-2</c:v>
                </c:pt>
                <c:pt idx="2038">
                  <c:v>6.4469912571843313E-2</c:v>
                </c:pt>
                <c:pt idx="2039">
                  <c:v>6.4944369051854745E-2</c:v>
                </c:pt>
                <c:pt idx="2040">
                  <c:v>6.5496231563656915E-2</c:v>
                </c:pt>
                <c:pt idx="2041">
                  <c:v>6.5375635323266512E-2</c:v>
                </c:pt>
                <c:pt idx="2042">
                  <c:v>6.3480625203874097E-2</c:v>
                </c:pt>
                <c:pt idx="2043">
                  <c:v>6.3517009273358904E-2</c:v>
                </c:pt>
                <c:pt idx="2044">
                  <c:v>6.3506698477918233E-2</c:v>
                </c:pt>
                <c:pt idx="2045">
                  <c:v>6.3814657153568044E-2</c:v>
                </c:pt>
                <c:pt idx="2046">
                  <c:v>6.2436941485266129E-2</c:v>
                </c:pt>
                <c:pt idx="2047">
                  <c:v>6.1952530970815323E-2</c:v>
                </c:pt>
                <c:pt idx="2048">
                  <c:v>6.1098652517511565E-2</c:v>
                </c:pt>
                <c:pt idx="2049">
                  <c:v>6.4385396751292623E-2</c:v>
                </c:pt>
                <c:pt idx="2050">
                  <c:v>6.3485397033611779E-2</c:v>
                </c:pt>
                <c:pt idx="2051">
                  <c:v>6.4109311531077351E-2</c:v>
                </c:pt>
                <c:pt idx="2052">
                  <c:v>6.290869639022445E-2</c:v>
                </c:pt>
                <c:pt idx="2053">
                  <c:v>6.1630205804192872E-2</c:v>
                </c:pt>
                <c:pt idx="2054">
                  <c:v>6.0944534243932424E-2</c:v>
                </c:pt>
                <c:pt idx="2055">
                  <c:v>5.5331367359908956E-2</c:v>
                </c:pt>
                <c:pt idx="2056">
                  <c:v>5.6200070033762817E-2</c:v>
                </c:pt>
                <c:pt idx="2057">
                  <c:v>5.3557624673389204E-2</c:v>
                </c:pt>
                <c:pt idx="2058">
                  <c:v>5.3428515852642078E-2</c:v>
                </c:pt>
                <c:pt idx="2059">
                  <c:v>5.4346664075093698E-2</c:v>
                </c:pt>
                <c:pt idx="2060">
                  <c:v>5.1321996262740477E-2</c:v>
                </c:pt>
                <c:pt idx="2061">
                  <c:v>4.983786203817997E-2</c:v>
                </c:pt>
                <c:pt idx="2062">
                  <c:v>5.0408701352924967E-2</c:v>
                </c:pt>
                <c:pt idx="2063">
                  <c:v>5.1471956177375322E-2</c:v>
                </c:pt>
                <c:pt idx="2064">
                  <c:v>5.1941320277306469E-2</c:v>
                </c:pt>
                <c:pt idx="2065">
                  <c:v>5.1706883148849414E-2</c:v>
                </c:pt>
                <c:pt idx="2066">
                  <c:v>5.0004441663512256E-2</c:v>
                </c:pt>
                <c:pt idx="2067">
                  <c:v>4.998630970704121E-2</c:v>
                </c:pt>
                <c:pt idx="2068">
                  <c:v>5.0256741919141312E-2</c:v>
                </c:pt>
                <c:pt idx="2069">
                  <c:v>4.7295986603535622E-2</c:v>
                </c:pt>
                <c:pt idx="2070">
                  <c:v>4.9748823758262617E-2</c:v>
                </c:pt>
                <c:pt idx="2071">
                  <c:v>4.9712981375995557E-2</c:v>
                </c:pt>
                <c:pt idx="2072">
                  <c:v>5.3518237071852104E-2</c:v>
                </c:pt>
                <c:pt idx="2073">
                  <c:v>5.3122047521802496E-2</c:v>
                </c:pt>
                <c:pt idx="2074">
                  <c:v>5.3385450045762339E-2</c:v>
                </c:pt>
                <c:pt idx="2075">
                  <c:v>5.3605399974970047E-2</c:v>
                </c:pt>
                <c:pt idx="2076">
                  <c:v>5.6569593193305789E-2</c:v>
                </c:pt>
                <c:pt idx="2077">
                  <c:v>5.7330479522136768E-2</c:v>
                </c:pt>
                <c:pt idx="2078">
                  <c:v>5.7021571181709585E-2</c:v>
                </c:pt>
                <c:pt idx="2079">
                  <c:v>5.5952824032630688E-2</c:v>
                </c:pt>
                <c:pt idx="2080">
                  <c:v>5.5500773628277766E-2</c:v>
                </c:pt>
                <c:pt idx="2081">
                  <c:v>5.5225688354797242E-2</c:v>
                </c:pt>
                <c:pt idx="2082">
                  <c:v>5.6126485424814798E-2</c:v>
                </c:pt>
                <c:pt idx="2083">
                  <c:v>5.8798481447877582E-2</c:v>
                </c:pt>
                <c:pt idx="2084">
                  <c:v>5.9208694466966083E-2</c:v>
                </c:pt>
                <c:pt idx="2085">
                  <c:v>5.8908480237855332E-2</c:v>
                </c:pt>
                <c:pt idx="2086">
                  <c:v>5.8965894275808228E-2</c:v>
                </c:pt>
                <c:pt idx="2087">
                  <c:v>5.8795374265975364E-2</c:v>
                </c:pt>
                <c:pt idx="2088">
                  <c:v>5.8938314349352816E-2</c:v>
                </c:pt>
                <c:pt idx="2089">
                  <c:v>6.0188775367451375E-2</c:v>
                </c:pt>
                <c:pt idx="2090">
                  <c:v>6.0060756976501373E-2</c:v>
                </c:pt>
                <c:pt idx="2091">
                  <c:v>5.9942294312844258E-2</c:v>
                </c:pt>
                <c:pt idx="2092">
                  <c:v>5.9269078328624492E-2</c:v>
                </c:pt>
                <c:pt idx="2093">
                  <c:v>5.7310156217078245E-2</c:v>
                </c:pt>
                <c:pt idx="2094">
                  <c:v>5.865996113697336E-2</c:v>
                </c:pt>
                <c:pt idx="2095">
                  <c:v>5.8551388378325742E-2</c:v>
                </c:pt>
                <c:pt idx="2096">
                  <c:v>5.522859593679752E-2</c:v>
                </c:pt>
                <c:pt idx="2097">
                  <c:v>5.4646441406439816E-2</c:v>
                </c:pt>
                <c:pt idx="2098">
                  <c:v>5.5384488746503702E-2</c:v>
                </c:pt>
                <c:pt idx="2099">
                  <c:v>5.7479082340827548E-2</c:v>
                </c:pt>
                <c:pt idx="2100">
                  <c:v>5.8039437567812713E-2</c:v>
                </c:pt>
                <c:pt idx="2101">
                  <c:v>5.8015407280908371E-2</c:v>
                </c:pt>
                <c:pt idx="2102">
                  <c:v>5.8861054059151097E-2</c:v>
                </c:pt>
                <c:pt idx="2103">
                  <c:v>5.7404523864462154E-2</c:v>
                </c:pt>
                <c:pt idx="2104">
                  <c:v>5.6900767110441675E-2</c:v>
                </c:pt>
                <c:pt idx="2105">
                  <c:v>5.9373751668563624E-2</c:v>
                </c:pt>
                <c:pt idx="2106">
                  <c:v>5.9373751668563624E-2</c:v>
                </c:pt>
                <c:pt idx="2107">
                  <c:v>6.0125337378892363E-2</c:v>
                </c:pt>
                <c:pt idx="2108">
                  <c:v>5.8731699891855005E-2</c:v>
                </c:pt>
                <c:pt idx="2109">
                  <c:v>5.8628334900706958E-2</c:v>
                </c:pt>
                <c:pt idx="2110">
                  <c:v>5.8173385805937228E-2</c:v>
                </c:pt>
                <c:pt idx="2111">
                  <c:v>5.551367425907372E-2</c:v>
                </c:pt>
                <c:pt idx="2112">
                  <c:v>5.6341241978232759E-2</c:v>
                </c:pt>
                <c:pt idx="2113">
                  <c:v>5.4617871276899987E-2</c:v>
                </c:pt>
                <c:pt idx="2114">
                  <c:v>5.4181227874297577E-2</c:v>
                </c:pt>
                <c:pt idx="2115">
                  <c:v>5.2191268747008079E-2</c:v>
                </c:pt>
                <c:pt idx="2116">
                  <c:v>4.764253847782729E-2</c:v>
                </c:pt>
                <c:pt idx="2117">
                  <c:v>4.4197621109397511E-2</c:v>
                </c:pt>
                <c:pt idx="2118">
                  <c:v>4.2799892118235205E-2</c:v>
                </c:pt>
                <c:pt idx="2119">
                  <c:v>4.3206874073470125E-2</c:v>
                </c:pt>
                <c:pt idx="2120">
                  <c:v>4.5665162830418882E-2</c:v>
                </c:pt>
                <c:pt idx="2121">
                  <c:v>4.6137481039510653E-2</c:v>
                </c:pt>
                <c:pt idx="2122">
                  <c:v>4.3795702721296292E-2</c:v>
                </c:pt>
                <c:pt idx="2123">
                  <c:v>4.5786663242566084E-2</c:v>
                </c:pt>
                <c:pt idx="2124">
                  <c:v>4.4892337404055183E-2</c:v>
                </c:pt>
                <c:pt idx="2125">
                  <c:v>4.6039453420628318E-2</c:v>
                </c:pt>
                <c:pt idx="2126">
                  <c:v>4.873433526580051E-2</c:v>
                </c:pt>
                <c:pt idx="2127">
                  <c:v>4.901415308778323E-2</c:v>
                </c:pt>
                <c:pt idx="2128">
                  <c:v>4.7256881252541683E-2</c:v>
                </c:pt>
                <c:pt idx="2129">
                  <c:v>4.7107284300254681E-2</c:v>
                </c:pt>
                <c:pt idx="2130">
                  <c:v>4.3658151119801314E-2</c:v>
                </c:pt>
                <c:pt idx="2131">
                  <c:v>4.4920923750013331E-2</c:v>
                </c:pt>
                <c:pt idx="2132">
                  <c:v>4.6811108091352471E-2</c:v>
                </c:pt>
                <c:pt idx="2133">
                  <c:v>4.5734017879644151E-2</c:v>
                </c:pt>
                <c:pt idx="2134">
                  <c:v>4.9982217873068446E-2</c:v>
                </c:pt>
                <c:pt idx="2135">
                  <c:v>5.0046232669246904E-2</c:v>
                </c:pt>
                <c:pt idx="2136">
                  <c:v>4.9386679915216947E-2</c:v>
                </c:pt>
                <c:pt idx="2137">
                  <c:v>5.2169819883717827E-2</c:v>
                </c:pt>
                <c:pt idx="2138">
                  <c:v>5.4177993506280053E-2</c:v>
                </c:pt>
                <c:pt idx="2139">
                  <c:v>5.4904678116665884E-2</c:v>
                </c:pt>
                <c:pt idx="2140">
                  <c:v>5.6100313225134646E-2</c:v>
                </c:pt>
                <c:pt idx="2141">
                  <c:v>5.6909849919654087E-2</c:v>
                </c:pt>
                <c:pt idx="2142">
                  <c:v>5.8079297616155823E-2</c:v>
                </c:pt>
                <c:pt idx="2143">
                  <c:v>5.8685823977942309E-2</c:v>
                </c:pt>
                <c:pt idx="2144">
                  <c:v>5.8520769417034879E-2</c:v>
                </c:pt>
                <c:pt idx="2145">
                  <c:v>5.9197993437611895E-2</c:v>
                </c:pt>
                <c:pt idx="2146">
                  <c:v>6.0050550593860219E-2</c:v>
                </c:pt>
                <c:pt idx="2147">
                  <c:v>6.0682622007194209E-2</c:v>
                </c:pt>
                <c:pt idx="2148">
                  <c:v>6.0762593814056465E-2</c:v>
                </c:pt>
                <c:pt idx="2149">
                  <c:v>6.1257218995025009E-2</c:v>
                </c:pt>
                <c:pt idx="2150">
                  <c:v>6.0034747577860426E-2</c:v>
                </c:pt>
                <c:pt idx="2151">
                  <c:v>6.0233160206521585E-2</c:v>
                </c:pt>
                <c:pt idx="2152">
                  <c:v>5.8774673593907312E-2</c:v>
                </c:pt>
                <c:pt idx="2153">
                  <c:v>5.9856062974733448E-2</c:v>
                </c:pt>
                <c:pt idx="2154">
                  <c:v>6.0235661183850486E-2</c:v>
                </c:pt>
                <c:pt idx="2155">
                  <c:v>5.7799182612026989E-2</c:v>
                </c:pt>
                <c:pt idx="2156">
                  <c:v>5.7167394351995693E-2</c:v>
                </c:pt>
                <c:pt idx="2157">
                  <c:v>5.7326178200468147E-2</c:v>
                </c:pt>
                <c:pt idx="2158">
                  <c:v>5.9383253234140287E-2</c:v>
                </c:pt>
                <c:pt idx="2159">
                  <c:v>5.8169075377454083E-2</c:v>
                </c:pt>
                <c:pt idx="2160">
                  <c:v>5.9489852271420895E-2</c:v>
                </c:pt>
                <c:pt idx="2161">
                  <c:v>6.0870487281410091E-2</c:v>
                </c:pt>
                <c:pt idx="2162">
                  <c:v>6.09150999801783E-2</c:v>
                </c:pt>
                <c:pt idx="2163">
                  <c:v>6.1710196909092407E-2</c:v>
                </c:pt>
                <c:pt idx="2164">
                  <c:v>6.1442505029157157E-2</c:v>
                </c:pt>
                <c:pt idx="2165">
                  <c:v>6.0414712179096997E-2</c:v>
                </c:pt>
                <c:pt idx="2166">
                  <c:v>6.0839745870236883E-2</c:v>
                </c:pt>
                <c:pt idx="2167">
                  <c:v>6.2329858400169247E-2</c:v>
                </c:pt>
                <c:pt idx="2168">
                  <c:v>6.1937151897228593E-2</c:v>
                </c:pt>
                <c:pt idx="2169">
                  <c:v>6.2105829799794621E-2</c:v>
                </c:pt>
                <c:pt idx="2170">
                  <c:v>6.2234674723500194E-2</c:v>
                </c:pt>
                <c:pt idx="2171">
                  <c:v>6.2476102381775367E-2</c:v>
                </c:pt>
                <c:pt idx="2172">
                  <c:v>6.2401505116355782E-2</c:v>
                </c:pt>
                <c:pt idx="2173">
                  <c:v>6.1729841845758249E-2</c:v>
                </c:pt>
                <c:pt idx="2174">
                  <c:v>6.1846050530283803E-2</c:v>
                </c:pt>
                <c:pt idx="2175">
                  <c:v>6.2807692294992834E-2</c:v>
                </c:pt>
                <c:pt idx="2176">
                  <c:v>6.4091894423238704E-2</c:v>
                </c:pt>
                <c:pt idx="2177">
                  <c:v>6.4505631568722577E-2</c:v>
                </c:pt>
                <c:pt idx="2178">
                  <c:v>6.453176159260765E-2</c:v>
                </c:pt>
                <c:pt idx="2179">
                  <c:v>6.4503940831062145E-2</c:v>
                </c:pt>
                <c:pt idx="2180">
                  <c:v>6.4267656692113651E-2</c:v>
                </c:pt>
                <c:pt idx="2181">
                  <c:v>6.3766542982828023E-2</c:v>
                </c:pt>
                <c:pt idx="2182">
                  <c:v>6.4525943094179916E-2</c:v>
                </c:pt>
                <c:pt idx="2183">
                  <c:v>6.4025236338173253E-2</c:v>
                </c:pt>
                <c:pt idx="2184">
                  <c:v>6.4727032268032891E-2</c:v>
                </c:pt>
                <c:pt idx="2185">
                  <c:v>6.5426337200783169E-2</c:v>
                </c:pt>
                <c:pt idx="2186">
                  <c:v>6.5411352642141818E-2</c:v>
                </c:pt>
                <c:pt idx="2187">
                  <c:v>6.5278348206085912E-2</c:v>
                </c:pt>
                <c:pt idx="2188">
                  <c:v>6.462600266135321E-2</c:v>
                </c:pt>
                <c:pt idx="2189">
                  <c:v>6.3630726441010532E-2</c:v>
                </c:pt>
                <c:pt idx="2190">
                  <c:v>6.4023962565164516E-2</c:v>
                </c:pt>
                <c:pt idx="2191">
                  <c:v>6.4900042627693222E-2</c:v>
                </c:pt>
                <c:pt idx="2192">
                  <c:v>6.4807114094585949E-2</c:v>
                </c:pt>
                <c:pt idx="2193">
                  <c:v>6.5079375016493635E-2</c:v>
                </c:pt>
                <c:pt idx="2194">
                  <c:v>6.4681335669805051E-2</c:v>
                </c:pt>
                <c:pt idx="2195">
                  <c:v>6.3423067460809612E-2</c:v>
                </c:pt>
                <c:pt idx="2196">
                  <c:v>6.3675985237533039E-2</c:v>
                </c:pt>
                <c:pt idx="2197">
                  <c:v>6.32138293907204E-2</c:v>
                </c:pt>
                <c:pt idx="2198">
                  <c:v>6.2401955845536539E-2</c:v>
                </c:pt>
                <c:pt idx="2199">
                  <c:v>6.2025027742713235E-2</c:v>
                </c:pt>
                <c:pt idx="2200">
                  <c:v>6.3531842387838711E-2</c:v>
                </c:pt>
                <c:pt idx="2201">
                  <c:v>6.410730595945946E-2</c:v>
                </c:pt>
                <c:pt idx="2202">
                  <c:v>6.4567952797409345E-2</c:v>
                </c:pt>
                <c:pt idx="2203">
                  <c:v>6.4890095531411451E-2</c:v>
                </c:pt>
                <c:pt idx="2204">
                  <c:v>6.6394397349977985E-2</c:v>
                </c:pt>
                <c:pt idx="2205">
                  <c:v>6.7434847736541847E-2</c:v>
                </c:pt>
                <c:pt idx="2206">
                  <c:v>6.739919159477703E-2</c:v>
                </c:pt>
                <c:pt idx="2207">
                  <c:v>6.7916090131718732E-2</c:v>
                </c:pt>
                <c:pt idx="2208">
                  <c:v>6.7913693617751569E-2</c:v>
                </c:pt>
                <c:pt idx="2209">
                  <c:v>6.791546700386264E-2</c:v>
                </c:pt>
                <c:pt idx="2210">
                  <c:v>6.7935318303872561E-2</c:v>
                </c:pt>
                <c:pt idx="2211">
                  <c:v>6.7935295828409514E-2</c:v>
                </c:pt>
                <c:pt idx="2212">
                  <c:v>6.7911361897870504E-2</c:v>
                </c:pt>
                <c:pt idx="2213">
                  <c:v>6.7978616709159612E-2</c:v>
                </c:pt>
                <c:pt idx="2214">
                  <c:v>6.8018463698899745E-2</c:v>
                </c:pt>
                <c:pt idx="2215">
                  <c:v>6.8000919162769291E-2</c:v>
                </c:pt>
                <c:pt idx="2216">
                  <c:v>6.7842671927393683E-2</c:v>
                </c:pt>
                <c:pt idx="2217">
                  <c:v>6.7891233545620877E-2</c:v>
                </c:pt>
                <c:pt idx="2218">
                  <c:v>6.7618242305267362E-2</c:v>
                </c:pt>
                <c:pt idx="2219">
                  <c:v>6.8099129952595372E-2</c:v>
                </c:pt>
                <c:pt idx="2220">
                  <c:v>6.7893952060292029E-2</c:v>
                </c:pt>
                <c:pt idx="2221">
                  <c:v>6.8671157545963313E-2</c:v>
                </c:pt>
                <c:pt idx="2222">
                  <c:v>6.8806051770599397E-2</c:v>
                </c:pt>
                <c:pt idx="2223">
                  <c:v>6.879546929892788E-2</c:v>
                </c:pt>
                <c:pt idx="2224">
                  <c:v>6.8701903817629972E-2</c:v>
                </c:pt>
                <c:pt idx="2225">
                  <c:v>6.8870647800649332E-2</c:v>
                </c:pt>
                <c:pt idx="2226">
                  <c:v>6.8714147090219502E-2</c:v>
                </c:pt>
                <c:pt idx="2227">
                  <c:v>6.8654525348281759E-2</c:v>
                </c:pt>
                <c:pt idx="2228">
                  <c:v>6.8373900037746127E-2</c:v>
                </c:pt>
                <c:pt idx="2229">
                  <c:v>6.8963087588670979E-2</c:v>
                </c:pt>
                <c:pt idx="2230">
                  <c:v>6.8606802153031277E-2</c:v>
                </c:pt>
                <c:pt idx="2231">
                  <c:v>6.9255517980961967E-2</c:v>
                </c:pt>
                <c:pt idx="2232">
                  <c:v>7.0088650907059291E-2</c:v>
                </c:pt>
                <c:pt idx="2233">
                  <c:v>7.0247642577176528E-2</c:v>
                </c:pt>
                <c:pt idx="2234">
                  <c:v>6.9649321548064913E-2</c:v>
                </c:pt>
                <c:pt idx="2235">
                  <c:v>6.8753162608619633E-2</c:v>
                </c:pt>
                <c:pt idx="2236">
                  <c:v>6.8919454756135368E-2</c:v>
                </c:pt>
                <c:pt idx="2237">
                  <c:v>7.0661423517636046E-2</c:v>
                </c:pt>
                <c:pt idx="2238">
                  <c:v>7.091542644347093E-2</c:v>
                </c:pt>
                <c:pt idx="2239">
                  <c:v>7.2306599440901675E-2</c:v>
                </c:pt>
                <c:pt idx="2240">
                  <c:v>7.2357740805902404E-2</c:v>
                </c:pt>
                <c:pt idx="2241">
                  <c:v>7.229046666142569E-2</c:v>
                </c:pt>
                <c:pt idx="2242">
                  <c:v>7.2528706189824099E-2</c:v>
                </c:pt>
                <c:pt idx="2243">
                  <c:v>7.2559395161101548E-2</c:v>
                </c:pt>
                <c:pt idx="2244">
                  <c:v>7.2580290716449003E-2</c:v>
                </c:pt>
                <c:pt idx="2245">
                  <c:v>7.2539435313880407E-2</c:v>
                </c:pt>
                <c:pt idx="2246">
                  <c:v>7.255522034745332E-2</c:v>
                </c:pt>
                <c:pt idx="2247">
                  <c:v>7.2836403776857739E-2</c:v>
                </c:pt>
                <c:pt idx="2248">
                  <c:v>7.2869960665185474E-2</c:v>
                </c:pt>
                <c:pt idx="2249">
                  <c:v>7.2794210784715485E-2</c:v>
                </c:pt>
                <c:pt idx="2250">
                  <c:v>7.2444290228725006E-2</c:v>
                </c:pt>
                <c:pt idx="2251">
                  <c:v>7.0422466782090187E-2</c:v>
                </c:pt>
                <c:pt idx="2252">
                  <c:v>7.1827994908422066E-2</c:v>
                </c:pt>
                <c:pt idx="2253">
                  <c:v>7.0250424113959875E-2</c:v>
                </c:pt>
                <c:pt idx="2254">
                  <c:v>6.8935206106317648E-2</c:v>
                </c:pt>
                <c:pt idx="2255">
                  <c:v>6.41888298984713E-2</c:v>
                </c:pt>
                <c:pt idx="2256">
                  <c:v>6.5895074158104694E-2</c:v>
                </c:pt>
                <c:pt idx="2257">
                  <c:v>6.6696374057586438E-2</c:v>
                </c:pt>
                <c:pt idx="2258">
                  <c:v>7.0939900242925402E-2</c:v>
                </c:pt>
                <c:pt idx="2259">
                  <c:v>7.2580934294760313E-2</c:v>
                </c:pt>
                <c:pt idx="2260">
                  <c:v>6.9851206319240466E-2</c:v>
                </c:pt>
                <c:pt idx="2261">
                  <c:v>6.2969017624858847E-2</c:v>
                </c:pt>
                <c:pt idx="2262">
                  <c:v>6.4287868543585702E-2</c:v>
                </c:pt>
                <c:pt idx="2263">
                  <c:v>5.8082504492523945E-2</c:v>
                </c:pt>
                <c:pt idx="2264">
                  <c:v>4.8886791166260268E-2</c:v>
                </c:pt>
                <c:pt idx="2265">
                  <c:v>4.0606564057967698E-2</c:v>
                </c:pt>
                <c:pt idx="2266">
                  <c:v>3.1642970115598801E-2</c:v>
                </c:pt>
                <c:pt idx="2267">
                  <c:v>2.5163187717800239E-2</c:v>
                </c:pt>
                <c:pt idx="2268">
                  <c:v>1.4233130000407157E-2</c:v>
                </c:pt>
                <c:pt idx="2269">
                  <c:v>2.1072230672203318E-4</c:v>
                </c:pt>
                <c:pt idx="2270">
                  <c:v>9.4241035724034194E-3</c:v>
                </c:pt>
                <c:pt idx="2271">
                  <c:v>1.9378816528237142E-4</c:v>
                </c:pt>
                <c:pt idx="2272">
                  <c:v>1.2073695508893367E-2</c:v>
                </c:pt>
                <c:pt idx="2273">
                  <c:v>2.2374153948628073E-2</c:v>
                </c:pt>
                <c:pt idx="2274">
                  <c:v>1.8990557257167695E-2</c:v>
                </c:pt>
                <c:pt idx="2275">
                  <c:v>2.3045751417893334E-2</c:v>
                </c:pt>
                <c:pt idx="2276">
                  <c:v>2.1757650429357733E-2</c:v>
                </c:pt>
                <c:pt idx="2277">
                  <c:v>2.5889907975995885E-2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D21-4357-BBAA-DBB799D568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99568207"/>
        <c:axId val="999569503"/>
      </c:lineChart>
      <c:lineChart>
        <c:grouping val="standard"/>
        <c:varyColors val="0"/>
        <c:ser>
          <c:idx val="0"/>
          <c:order val="0"/>
          <c:tx>
            <c:strRef>
              <c:f>Sheet2!$O$2734</c:f>
              <c:strCache>
                <c:ptCount val="1"/>
                <c:pt idx="0">
                  <c:v>KOSPI200</c:v>
                </c:pt>
              </c:strCache>
            </c:strRef>
          </c:tx>
          <c:spPr>
            <a:ln w="25400" cap="rnd">
              <a:solidFill>
                <a:schemeClr val="accent1"/>
              </a:solidFill>
              <a:prstDash val="sysDot"/>
              <a:round/>
            </a:ln>
            <a:effectLst/>
          </c:spPr>
          <c:marker>
            <c:symbol val="none"/>
          </c:marker>
          <c:cat>
            <c:numRef>
              <c:f>Sheet2!$I$2735:$I$5012</c:f>
              <c:numCache>
                <c:formatCode>m/d/yyyy</c:formatCode>
                <c:ptCount val="2278"/>
                <c:pt idx="0">
                  <c:v>40542</c:v>
                </c:pt>
                <c:pt idx="1">
                  <c:v>40546</c:v>
                </c:pt>
                <c:pt idx="2">
                  <c:v>40547</c:v>
                </c:pt>
                <c:pt idx="3">
                  <c:v>40548</c:v>
                </c:pt>
                <c:pt idx="4">
                  <c:v>40549</c:v>
                </c:pt>
                <c:pt idx="5">
                  <c:v>40550</c:v>
                </c:pt>
                <c:pt idx="6">
                  <c:v>40553</c:v>
                </c:pt>
                <c:pt idx="7">
                  <c:v>40554</c:v>
                </c:pt>
                <c:pt idx="8">
                  <c:v>40555</c:v>
                </c:pt>
                <c:pt idx="9">
                  <c:v>40556</c:v>
                </c:pt>
                <c:pt idx="10">
                  <c:v>40557</c:v>
                </c:pt>
                <c:pt idx="11">
                  <c:v>40560</c:v>
                </c:pt>
                <c:pt idx="12">
                  <c:v>40561</c:v>
                </c:pt>
                <c:pt idx="13">
                  <c:v>40562</c:v>
                </c:pt>
                <c:pt idx="14">
                  <c:v>40563</c:v>
                </c:pt>
                <c:pt idx="15">
                  <c:v>40564</c:v>
                </c:pt>
                <c:pt idx="16">
                  <c:v>40567</c:v>
                </c:pt>
                <c:pt idx="17">
                  <c:v>40568</c:v>
                </c:pt>
                <c:pt idx="18">
                  <c:v>40569</c:v>
                </c:pt>
                <c:pt idx="19">
                  <c:v>40570</c:v>
                </c:pt>
                <c:pt idx="20">
                  <c:v>40571</c:v>
                </c:pt>
                <c:pt idx="21">
                  <c:v>40574</c:v>
                </c:pt>
                <c:pt idx="22">
                  <c:v>40575</c:v>
                </c:pt>
                <c:pt idx="23">
                  <c:v>40581</c:v>
                </c:pt>
                <c:pt idx="24">
                  <c:v>40582</c:v>
                </c:pt>
                <c:pt idx="25">
                  <c:v>40583</c:v>
                </c:pt>
                <c:pt idx="26">
                  <c:v>40584</c:v>
                </c:pt>
                <c:pt idx="27">
                  <c:v>40585</c:v>
                </c:pt>
                <c:pt idx="28">
                  <c:v>40588</c:v>
                </c:pt>
                <c:pt idx="29">
                  <c:v>40589</c:v>
                </c:pt>
                <c:pt idx="30">
                  <c:v>40590</c:v>
                </c:pt>
                <c:pt idx="31">
                  <c:v>40591</c:v>
                </c:pt>
                <c:pt idx="32">
                  <c:v>40592</c:v>
                </c:pt>
                <c:pt idx="33">
                  <c:v>40595</c:v>
                </c:pt>
                <c:pt idx="34">
                  <c:v>40596</c:v>
                </c:pt>
                <c:pt idx="35">
                  <c:v>40597</c:v>
                </c:pt>
                <c:pt idx="36">
                  <c:v>40598</c:v>
                </c:pt>
                <c:pt idx="37">
                  <c:v>40599</c:v>
                </c:pt>
                <c:pt idx="38">
                  <c:v>40602</c:v>
                </c:pt>
                <c:pt idx="39">
                  <c:v>40604</c:v>
                </c:pt>
                <c:pt idx="40">
                  <c:v>40605</c:v>
                </c:pt>
                <c:pt idx="41">
                  <c:v>40606</c:v>
                </c:pt>
                <c:pt idx="42">
                  <c:v>40609</c:v>
                </c:pt>
                <c:pt idx="43">
                  <c:v>40610</c:v>
                </c:pt>
                <c:pt idx="44">
                  <c:v>40611</c:v>
                </c:pt>
                <c:pt idx="45">
                  <c:v>40612</c:v>
                </c:pt>
                <c:pt idx="46">
                  <c:v>40613</c:v>
                </c:pt>
                <c:pt idx="47">
                  <c:v>40616</c:v>
                </c:pt>
                <c:pt idx="48">
                  <c:v>40617</c:v>
                </c:pt>
                <c:pt idx="49">
                  <c:v>40618</c:v>
                </c:pt>
                <c:pt idx="50">
                  <c:v>40619</c:v>
                </c:pt>
                <c:pt idx="51">
                  <c:v>40620</c:v>
                </c:pt>
                <c:pt idx="52">
                  <c:v>40623</c:v>
                </c:pt>
                <c:pt idx="53">
                  <c:v>40624</c:v>
                </c:pt>
                <c:pt idx="54">
                  <c:v>40625</c:v>
                </c:pt>
                <c:pt idx="55">
                  <c:v>40626</c:v>
                </c:pt>
                <c:pt idx="56">
                  <c:v>40627</c:v>
                </c:pt>
                <c:pt idx="57">
                  <c:v>40630</c:v>
                </c:pt>
                <c:pt idx="58">
                  <c:v>40631</c:v>
                </c:pt>
                <c:pt idx="59">
                  <c:v>40632</c:v>
                </c:pt>
                <c:pt idx="60">
                  <c:v>40633</c:v>
                </c:pt>
                <c:pt idx="61">
                  <c:v>40634</c:v>
                </c:pt>
                <c:pt idx="62">
                  <c:v>40637</c:v>
                </c:pt>
                <c:pt idx="63">
                  <c:v>40638</c:v>
                </c:pt>
                <c:pt idx="64">
                  <c:v>40639</c:v>
                </c:pt>
                <c:pt idx="65">
                  <c:v>40640</c:v>
                </c:pt>
                <c:pt idx="66">
                  <c:v>40641</c:v>
                </c:pt>
                <c:pt idx="67">
                  <c:v>40644</c:v>
                </c:pt>
                <c:pt idx="68">
                  <c:v>40645</c:v>
                </c:pt>
                <c:pt idx="69">
                  <c:v>40646</c:v>
                </c:pt>
                <c:pt idx="70">
                  <c:v>40647</c:v>
                </c:pt>
                <c:pt idx="71">
                  <c:v>40648</c:v>
                </c:pt>
                <c:pt idx="72">
                  <c:v>40651</c:v>
                </c:pt>
                <c:pt idx="73">
                  <c:v>40652</c:v>
                </c:pt>
                <c:pt idx="74">
                  <c:v>40653</c:v>
                </c:pt>
                <c:pt idx="75">
                  <c:v>40654</c:v>
                </c:pt>
                <c:pt idx="76">
                  <c:v>40655</c:v>
                </c:pt>
                <c:pt idx="77">
                  <c:v>40658</c:v>
                </c:pt>
                <c:pt idx="78">
                  <c:v>40659</c:v>
                </c:pt>
                <c:pt idx="79">
                  <c:v>40660</c:v>
                </c:pt>
                <c:pt idx="80">
                  <c:v>40661</c:v>
                </c:pt>
                <c:pt idx="81">
                  <c:v>40662</c:v>
                </c:pt>
                <c:pt idx="82">
                  <c:v>40665</c:v>
                </c:pt>
                <c:pt idx="83">
                  <c:v>40666</c:v>
                </c:pt>
                <c:pt idx="84">
                  <c:v>40667</c:v>
                </c:pt>
                <c:pt idx="85">
                  <c:v>40669</c:v>
                </c:pt>
                <c:pt idx="86">
                  <c:v>40672</c:v>
                </c:pt>
                <c:pt idx="87">
                  <c:v>40674</c:v>
                </c:pt>
                <c:pt idx="88">
                  <c:v>40675</c:v>
                </c:pt>
                <c:pt idx="89">
                  <c:v>40676</c:v>
                </c:pt>
                <c:pt idx="90">
                  <c:v>40679</c:v>
                </c:pt>
                <c:pt idx="91">
                  <c:v>40680</c:v>
                </c:pt>
                <c:pt idx="92">
                  <c:v>40681</c:v>
                </c:pt>
                <c:pt idx="93">
                  <c:v>40682</c:v>
                </c:pt>
                <c:pt idx="94">
                  <c:v>40683</c:v>
                </c:pt>
                <c:pt idx="95">
                  <c:v>40686</c:v>
                </c:pt>
                <c:pt idx="96">
                  <c:v>40687</c:v>
                </c:pt>
                <c:pt idx="97">
                  <c:v>40688</c:v>
                </c:pt>
                <c:pt idx="98">
                  <c:v>40689</c:v>
                </c:pt>
                <c:pt idx="99">
                  <c:v>40690</c:v>
                </c:pt>
                <c:pt idx="100">
                  <c:v>40693</c:v>
                </c:pt>
                <c:pt idx="101">
                  <c:v>40694</c:v>
                </c:pt>
                <c:pt idx="102">
                  <c:v>40695</c:v>
                </c:pt>
                <c:pt idx="103">
                  <c:v>40696</c:v>
                </c:pt>
                <c:pt idx="104">
                  <c:v>40697</c:v>
                </c:pt>
                <c:pt idx="105">
                  <c:v>40701</c:v>
                </c:pt>
                <c:pt idx="106">
                  <c:v>40702</c:v>
                </c:pt>
                <c:pt idx="107">
                  <c:v>40703</c:v>
                </c:pt>
                <c:pt idx="108">
                  <c:v>40704</c:v>
                </c:pt>
                <c:pt idx="109">
                  <c:v>40707</c:v>
                </c:pt>
                <c:pt idx="110">
                  <c:v>40708</c:v>
                </c:pt>
                <c:pt idx="111">
                  <c:v>40709</c:v>
                </c:pt>
                <c:pt idx="112">
                  <c:v>40710</c:v>
                </c:pt>
                <c:pt idx="113">
                  <c:v>40711</c:v>
                </c:pt>
                <c:pt idx="114">
                  <c:v>40714</c:v>
                </c:pt>
                <c:pt idx="115">
                  <c:v>40715</c:v>
                </c:pt>
                <c:pt idx="116">
                  <c:v>40716</c:v>
                </c:pt>
                <c:pt idx="117">
                  <c:v>40717</c:v>
                </c:pt>
                <c:pt idx="118">
                  <c:v>40718</c:v>
                </c:pt>
                <c:pt idx="119">
                  <c:v>40721</c:v>
                </c:pt>
                <c:pt idx="120">
                  <c:v>40722</c:v>
                </c:pt>
                <c:pt idx="121">
                  <c:v>40723</c:v>
                </c:pt>
                <c:pt idx="122">
                  <c:v>40724</c:v>
                </c:pt>
                <c:pt idx="123">
                  <c:v>40725</c:v>
                </c:pt>
                <c:pt idx="124">
                  <c:v>40728</c:v>
                </c:pt>
                <c:pt idx="125">
                  <c:v>40729</c:v>
                </c:pt>
                <c:pt idx="126">
                  <c:v>40730</c:v>
                </c:pt>
                <c:pt idx="127">
                  <c:v>40731</c:v>
                </c:pt>
                <c:pt idx="128">
                  <c:v>40732</c:v>
                </c:pt>
                <c:pt idx="129">
                  <c:v>40735</c:v>
                </c:pt>
                <c:pt idx="130">
                  <c:v>40736</c:v>
                </c:pt>
                <c:pt idx="131">
                  <c:v>40737</c:v>
                </c:pt>
                <c:pt idx="132">
                  <c:v>40738</c:v>
                </c:pt>
                <c:pt idx="133">
                  <c:v>40739</c:v>
                </c:pt>
                <c:pt idx="134">
                  <c:v>40742</c:v>
                </c:pt>
                <c:pt idx="135">
                  <c:v>40743</c:v>
                </c:pt>
                <c:pt idx="136">
                  <c:v>40744</c:v>
                </c:pt>
                <c:pt idx="137">
                  <c:v>40745</c:v>
                </c:pt>
                <c:pt idx="138">
                  <c:v>40746</c:v>
                </c:pt>
                <c:pt idx="139">
                  <c:v>40749</c:v>
                </c:pt>
                <c:pt idx="140">
                  <c:v>40750</c:v>
                </c:pt>
                <c:pt idx="141">
                  <c:v>40751</c:v>
                </c:pt>
                <c:pt idx="142">
                  <c:v>40752</c:v>
                </c:pt>
                <c:pt idx="143">
                  <c:v>40753</c:v>
                </c:pt>
                <c:pt idx="144">
                  <c:v>40756</c:v>
                </c:pt>
                <c:pt idx="145">
                  <c:v>40757</c:v>
                </c:pt>
                <c:pt idx="146">
                  <c:v>40758</c:v>
                </c:pt>
                <c:pt idx="147">
                  <c:v>40759</c:v>
                </c:pt>
                <c:pt idx="148">
                  <c:v>40760</c:v>
                </c:pt>
                <c:pt idx="149">
                  <c:v>40763</c:v>
                </c:pt>
                <c:pt idx="150">
                  <c:v>40764</c:v>
                </c:pt>
                <c:pt idx="151">
                  <c:v>40765</c:v>
                </c:pt>
                <c:pt idx="152">
                  <c:v>40766</c:v>
                </c:pt>
                <c:pt idx="153">
                  <c:v>40767</c:v>
                </c:pt>
                <c:pt idx="154">
                  <c:v>40771</c:v>
                </c:pt>
                <c:pt idx="155">
                  <c:v>40772</c:v>
                </c:pt>
                <c:pt idx="156">
                  <c:v>40773</c:v>
                </c:pt>
                <c:pt idx="157">
                  <c:v>40774</c:v>
                </c:pt>
                <c:pt idx="158">
                  <c:v>40777</c:v>
                </c:pt>
                <c:pt idx="159">
                  <c:v>40778</c:v>
                </c:pt>
                <c:pt idx="160">
                  <c:v>40779</c:v>
                </c:pt>
                <c:pt idx="161">
                  <c:v>40780</c:v>
                </c:pt>
                <c:pt idx="162">
                  <c:v>40781</c:v>
                </c:pt>
                <c:pt idx="163">
                  <c:v>40784</c:v>
                </c:pt>
                <c:pt idx="164">
                  <c:v>40785</c:v>
                </c:pt>
                <c:pt idx="165">
                  <c:v>40786</c:v>
                </c:pt>
                <c:pt idx="166">
                  <c:v>40787</c:v>
                </c:pt>
                <c:pt idx="167">
                  <c:v>40788</c:v>
                </c:pt>
                <c:pt idx="168">
                  <c:v>40791</c:v>
                </c:pt>
                <c:pt idx="169">
                  <c:v>40792</c:v>
                </c:pt>
                <c:pt idx="170">
                  <c:v>40793</c:v>
                </c:pt>
                <c:pt idx="171">
                  <c:v>40794</c:v>
                </c:pt>
                <c:pt idx="172">
                  <c:v>40795</c:v>
                </c:pt>
                <c:pt idx="173">
                  <c:v>40800</c:v>
                </c:pt>
                <c:pt idx="174">
                  <c:v>40801</c:v>
                </c:pt>
                <c:pt idx="175">
                  <c:v>40802</c:v>
                </c:pt>
                <c:pt idx="176">
                  <c:v>40805</c:v>
                </c:pt>
                <c:pt idx="177">
                  <c:v>40806</c:v>
                </c:pt>
                <c:pt idx="178">
                  <c:v>40807</c:v>
                </c:pt>
                <c:pt idx="179">
                  <c:v>40808</c:v>
                </c:pt>
                <c:pt idx="180">
                  <c:v>40809</c:v>
                </c:pt>
                <c:pt idx="181">
                  <c:v>40812</c:v>
                </c:pt>
                <c:pt idx="182">
                  <c:v>40813</c:v>
                </c:pt>
                <c:pt idx="183">
                  <c:v>40814</c:v>
                </c:pt>
                <c:pt idx="184">
                  <c:v>40815</c:v>
                </c:pt>
                <c:pt idx="185">
                  <c:v>40816</c:v>
                </c:pt>
                <c:pt idx="186">
                  <c:v>40820</c:v>
                </c:pt>
                <c:pt idx="187">
                  <c:v>40821</c:v>
                </c:pt>
                <c:pt idx="188">
                  <c:v>40822</c:v>
                </c:pt>
                <c:pt idx="189">
                  <c:v>40823</c:v>
                </c:pt>
                <c:pt idx="190">
                  <c:v>40826</c:v>
                </c:pt>
                <c:pt idx="191">
                  <c:v>40827</c:v>
                </c:pt>
                <c:pt idx="192">
                  <c:v>40828</c:v>
                </c:pt>
                <c:pt idx="193">
                  <c:v>40829</c:v>
                </c:pt>
                <c:pt idx="194">
                  <c:v>40830</c:v>
                </c:pt>
                <c:pt idx="195">
                  <c:v>40833</c:v>
                </c:pt>
                <c:pt idx="196">
                  <c:v>40834</c:v>
                </c:pt>
                <c:pt idx="197">
                  <c:v>40835</c:v>
                </c:pt>
                <c:pt idx="198">
                  <c:v>40836</c:v>
                </c:pt>
                <c:pt idx="199">
                  <c:v>40837</c:v>
                </c:pt>
                <c:pt idx="200">
                  <c:v>40840</c:v>
                </c:pt>
                <c:pt idx="201">
                  <c:v>40841</c:v>
                </c:pt>
                <c:pt idx="202">
                  <c:v>40842</c:v>
                </c:pt>
                <c:pt idx="203">
                  <c:v>40843</c:v>
                </c:pt>
                <c:pt idx="204">
                  <c:v>40844</c:v>
                </c:pt>
                <c:pt idx="205">
                  <c:v>40847</c:v>
                </c:pt>
                <c:pt idx="206">
                  <c:v>40848</c:v>
                </c:pt>
                <c:pt idx="207">
                  <c:v>40849</c:v>
                </c:pt>
                <c:pt idx="208">
                  <c:v>40850</c:v>
                </c:pt>
                <c:pt idx="209">
                  <c:v>40851</c:v>
                </c:pt>
                <c:pt idx="210">
                  <c:v>40854</c:v>
                </c:pt>
                <c:pt idx="211">
                  <c:v>40855</c:v>
                </c:pt>
                <c:pt idx="212">
                  <c:v>40856</c:v>
                </c:pt>
                <c:pt idx="213">
                  <c:v>40857</c:v>
                </c:pt>
                <c:pt idx="214">
                  <c:v>40858</c:v>
                </c:pt>
                <c:pt idx="215">
                  <c:v>40861</c:v>
                </c:pt>
                <c:pt idx="216">
                  <c:v>40862</c:v>
                </c:pt>
                <c:pt idx="217">
                  <c:v>40863</c:v>
                </c:pt>
                <c:pt idx="218">
                  <c:v>40864</c:v>
                </c:pt>
                <c:pt idx="219">
                  <c:v>40865</c:v>
                </c:pt>
                <c:pt idx="220">
                  <c:v>40868</c:v>
                </c:pt>
                <c:pt idx="221">
                  <c:v>40869</c:v>
                </c:pt>
                <c:pt idx="222">
                  <c:v>40870</c:v>
                </c:pt>
                <c:pt idx="223">
                  <c:v>40871</c:v>
                </c:pt>
                <c:pt idx="224">
                  <c:v>40872</c:v>
                </c:pt>
                <c:pt idx="225">
                  <c:v>40875</c:v>
                </c:pt>
                <c:pt idx="226">
                  <c:v>40876</c:v>
                </c:pt>
                <c:pt idx="227">
                  <c:v>40877</c:v>
                </c:pt>
                <c:pt idx="228">
                  <c:v>40878</c:v>
                </c:pt>
                <c:pt idx="229">
                  <c:v>40879</c:v>
                </c:pt>
                <c:pt idx="230">
                  <c:v>40882</c:v>
                </c:pt>
                <c:pt idx="231">
                  <c:v>40883</c:v>
                </c:pt>
                <c:pt idx="232">
                  <c:v>40884</c:v>
                </c:pt>
                <c:pt idx="233">
                  <c:v>40885</c:v>
                </c:pt>
                <c:pt idx="234">
                  <c:v>40886</c:v>
                </c:pt>
                <c:pt idx="235">
                  <c:v>40889</c:v>
                </c:pt>
                <c:pt idx="236">
                  <c:v>40890</c:v>
                </c:pt>
                <c:pt idx="237">
                  <c:v>40891</c:v>
                </c:pt>
                <c:pt idx="238">
                  <c:v>40892</c:v>
                </c:pt>
                <c:pt idx="239">
                  <c:v>40893</c:v>
                </c:pt>
                <c:pt idx="240">
                  <c:v>40896</c:v>
                </c:pt>
                <c:pt idx="241">
                  <c:v>40897</c:v>
                </c:pt>
                <c:pt idx="242">
                  <c:v>40898</c:v>
                </c:pt>
                <c:pt idx="243">
                  <c:v>40899</c:v>
                </c:pt>
                <c:pt idx="244">
                  <c:v>40900</c:v>
                </c:pt>
                <c:pt idx="245">
                  <c:v>40903</c:v>
                </c:pt>
                <c:pt idx="246">
                  <c:v>40904</c:v>
                </c:pt>
                <c:pt idx="247">
                  <c:v>40905</c:v>
                </c:pt>
                <c:pt idx="248">
                  <c:v>40906</c:v>
                </c:pt>
                <c:pt idx="249">
                  <c:v>40910</c:v>
                </c:pt>
                <c:pt idx="250">
                  <c:v>40911</c:v>
                </c:pt>
                <c:pt idx="251">
                  <c:v>40912</c:v>
                </c:pt>
                <c:pt idx="252">
                  <c:v>40913</c:v>
                </c:pt>
                <c:pt idx="253">
                  <c:v>40914</c:v>
                </c:pt>
                <c:pt idx="254">
                  <c:v>40917</c:v>
                </c:pt>
                <c:pt idx="255">
                  <c:v>40918</c:v>
                </c:pt>
                <c:pt idx="256">
                  <c:v>40919</c:v>
                </c:pt>
                <c:pt idx="257">
                  <c:v>40920</c:v>
                </c:pt>
                <c:pt idx="258">
                  <c:v>40921</c:v>
                </c:pt>
                <c:pt idx="259">
                  <c:v>40924</c:v>
                </c:pt>
                <c:pt idx="260">
                  <c:v>40925</c:v>
                </c:pt>
                <c:pt idx="261">
                  <c:v>40926</c:v>
                </c:pt>
                <c:pt idx="262">
                  <c:v>40927</c:v>
                </c:pt>
                <c:pt idx="263">
                  <c:v>40928</c:v>
                </c:pt>
                <c:pt idx="264">
                  <c:v>40933</c:v>
                </c:pt>
                <c:pt idx="265">
                  <c:v>40934</c:v>
                </c:pt>
                <c:pt idx="266">
                  <c:v>40935</c:v>
                </c:pt>
                <c:pt idx="267">
                  <c:v>40938</c:v>
                </c:pt>
                <c:pt idx="268">
                  <c:v>40939</c:v>
                </c:pt>
                <c:pt idx="269">
                  <c:v>40940</c:v>
                </c:pt>
                <c:pt idx="270">
                  <c:v>40941</c:v>
                </c:pt>
                <c:pt idx="271">
                  <c:v>40942</c:v>
                </c:pt>
                <c:pt idx="272">
                  <c:v>40945</c:v>
                </c:pt>
                <c:pt idx="273">
                  <c:v>40946</c:v>
                </c:pt>
                <c:pt idx="274">
                  <c:v>40947</c:v>
                </c:pt>
                <c:pt idx="275">
                  <c:v>40948</c:v>
                </c:pt>
                <c:pt idx="276">
                  <c:v>40949</c:v>
                </c:pt>
                <c:pt idx="277">
                  <c:v>40952</c:v>
                </c:pt>
                <c:pt idx="278">
                  <c:v>40953</c:v>
                </c:pt>
                <c:pt idx="279">
                  <c:v>40954</c:v>
                </c:pt>
                <c:pt idx="280">
                  <c:v>40955</c:v>
                </c:pt>
                <c:pt idx="281">
                  <c:v>40956</c:v>
                </c:pt>
                <c:pt idx="282">
                  <c:v>40959</c:v>
                </c:pt>
                <c:pt idx="283">
                  <c:v>40960</c:v>
                </c:pt>
                <c:pt idx="284">
                  <c:v>40961</c:v>
                </c:pt>
                <c:pt idx="285">
                  <c:v>40962</c:v>
                </c:pt>
                <c:pt idx="286">
                  <c:v>40963</c:v>
                </c:pt>
                <c:pt idx="287">
                  <c:v>40966</c:v>
                </c:pt>
                <c:pt idx="288">
                  <c:v>40967</c:v>
                </c:pt>
                <c:pt idx="289">
                  <c:v>40968</c:v>
                </c:pt>
                <c:pt idx="290">
                  <c:v>40970</c:v>
                </c:pt>
                <c:pt idx="291">
                  <c:v>40973</c:v>
                </c:pt>
                <c:pt idx="292">
                  <c:v>40974</c:v>
                </c:pt>
                <c:pt idx="293">
                  <c:v>40975</c:v>
                </c:pt>
                <c:pt idx="294">
                  <c:v>40976</c:v>
                </c:pt>
                <c:pt idx="295">
                  <c:v>40977</c:v>
                </c:pt>
                <c:pt idx="296">
                  <c:v>40980</c:v>
                </c:pt>
                <c:pt idx="297">
                  <c:v>40981</c:v>
                </c:pt>
                <c:pt idx="298">
                  <c:v>40982</c:v>
                </c:pt>
                <c:pt idx="299">
                  <c:v>40983</c:v>
                </c:pt>
                <c:pt idx="300">
                  <c:v>40984</c:v>
                </c:pt>
                <c:pt idx="301">
                  <c:v>40987</c:v>
                </c:pt>
                <c:pt idx="302">
                  <c:v>40988</c:v>
                </c:pt>
                <c:pt idx="303">
                  <c:v>40989</c:v>
                </c:pt>
                <c:pt idx="304">
                  <c:v>40990</c:v>
                </c:pt>
                <c:pt idx="305">
                  <c:v>40991</c:v>
                </c:pt>
                <c:pt idx="306">
                  <c:v>40994</c:v>
                </c:pt>
                <c:pt idx="307">
                  <c:v>40995</c:v>
                </c:pt>
                <c:pt idx="308">
                  <c:v>40996</c:v>
                </c:pt>
                <c:pt idx="309">
                  <c:v>40997</c:v>
                </c:pt>
                <c:pt idx="310">
                  <c:v>40998</c:v>
                </c:pt>
                <c:pt idx="311">
                  <c:v>41001</c:v>
                </c:pt>
                <c:pt idx="312">
                  <c:v>41002</c:v>
                </c:pt>
                <c:pt idx="313">
                  <c:v>41003</c:v>
                </c:pt>
                <c:pt idx="314">
                  <c:v>41004</c:v>
                </c:pt>
                <c:pt idx="315">
                  <c:v>41005</c:v>
                </c:pt>
                <c:pt idx="316">
                  <c:v>41008</c:v>
                </c:pt>
                <c:pt idx="317">
                  <c:v>41009</c:v>
                </c:pt>
                <c:pt idx="318">
                  <c:v>41011</c:v>
                </c:pt>
                <c:pt idx="319">
                  <c:v>41012</c:v>
                </c:pt>
                <c:pt idx="320">
                  <c:v>41015</c:v>
                </c:pt>
                <c:pt idx="321">
                  <c:v>41016</c:v>
                </c:pt>
                <c:pt idx="322">
                  <c:v>41017</c:v>
                </c:pt>
                <c:pt idx="323">
                  <c:v>41018</c:v>
                </c:pt>
                <c:pt idx="324">
                  <c:v>41019</c:v>
                </c:pt>
                <c:pt idx="325">
                  <c:v>41022</c:v>
                </c:pt>
                <c:pt idx="326">
                  <c:v>41023</c:v>
                </c:pt>
                <c:pt idx="327">
                  <c:v>41024</c:v>
                </c:pt>
                <c:pt idx="328">
                  <c:v>41025</c:v>
                </c:pt>
                <c:pt idx="329">
                  <c:v>41026</c:v>
                </c:pt>
                <c:pt idx="330">
                  <c:v>41029</c:v>
                </c:pt>
                <c:pt idx="331">
                  <c:v>41031</c:v>
                </c:pt>
                <c:pt idx="332">
                  <c:v>41032</c:v>
                </c:pt>
                <c:pt idx="333">
                  <c:v>41033</c:v>
                </c:pt>
                <c:pt idx="334">
                  <c:v>41036</c:v>
                </c:pt>
                <c:pt idx="335">
                  <c:v>41037</c:v>
                </c:pt>
                <c:pt idx="336">
                  <c:v>41038</c:v>
                </c:pt>
                <c:pt idx="337">
                  <c:v>41039</c:v>
                </c:pt>
                <c:pt idx="338">
                  <c:v>41040</c:v>
                </c:pt>
                <c:pt idx="339">
                  <c:v>41043</c:v>
                </c:pt>
                <c:pt idx="340">
                  <c:v>41044</c:v>
                </c:pt>
                <c:pt idx="341">
                  <c:v>41045</c:v>
                </c:pt>
                <c:pt idx="342">
                  <c:v>41046</c:v>
                </c:pt>
                <c:pt idx="343">
                  <c:v>41047</c:v>
                </c:pt>
                <c:pt idx="344">
                  <c:v>41050</c:v>
                </c:pt>
                <c:pt idx="345">
                  <c:v>41051</c:v>
                </c:pt>
                <c:pt idx="346">
                  <c:v>41052</c:v>
                </c:pt>
                <c:pt idx="347">
                  <c:v>41053</c:v>
                </c:pt>
                <c:pt idx="348">
                  <c:v>41054</c:v>
                </c:pt>
                <c:pt idx="349">
                  <c:v>41058</c:v>
                </c:pt>
                <c:pt idx="350">
                  <c:v>41059</c:v>
                </c:pt>
                <c:pt idx="351">
                  <c:v>41060</c:v>
                </c:pt>
                <c:pt idx="352">
                  <c:v>41061</c:v>
                </c:pt>
                <c:pt idx="353">
                  <c:v>41064</c:v>
                </c:pt>
                <c:pt idx="354">
                  <c:v>41065</c:v>
                </c:pt>
                <c:pt idx="355">
                  <c:v>41067</c:v>
                </c:pt>
                <c:pt idx="356">
                  <c:v>41068</c:v>
                </c:pt>
                <c:pt idx="357">
                  <c:v>41071</c:v>
                </c:pt>
                <c:pt idx="358">
                  <c:v>41072</c:v>
                </c:pt>
                <c:pt idx="359">
                  <c:v>41073</c:v>
                </c:pt>
                <c:pt idx="360">
                  <c:v>41074</c:v>
                </c:pt>
                <c:pt idx="361">
                  <c:v>41075</c:v>
                </c:pt>
                <c:pt idx="362">
                  <c:v>41078</c:v>
                </c:pt>
                <c:pt idx="363">
                  <c:v>41079</c:v>
                </c:pt>
                <c:pt idx="364">
                  <c:v>41080</c:v>
                </c:pt>
                <c:pt idx="365">
                  <c:v>41081</c:v>
                </c:pt>
                <c:pt idx="366">
                  <c:v>41082</c:v>
                </c:pt>
                <c:pt idx="367">
                  <c:v>41085</c:v>
                </c:pt>
                <c:pt idx="368">
                  <c:v>41086</c:v>
                </c:pt>
                <c:pt idx="369">
                  <c:v>41087</c:v>
                </c:pt>
                <c:pt idx="370">
                  <c:v>41088</c:v>
                </c:pt>
                <c:pt idx="371">
                  <c:v>41089</c:v>
                </c:pt>
                <c:pt idx="372">
                  <c:v>41092</c:v>
                </c:pt>
                <c:pt idx="373">
                  <c:v>41093</c:v>
                </c:pt>
                <c:pt idx="374">
                  <c:v>41094</c:v>
                </c:pt>
                <c:pt idx="375">
                  <c:v>41095</c:v>
                </c:pt>
                <c:pt idx="376">
                  <c:v>41096</c:v>
                </c:pt>
                <c:pt idx="377">
                  <c:v>41099</c:v>
                </c:pt>
                <c:pt idx="378">
                  <c:v>41100</c:v>
                </c:pt>
                <c:pt idx="379">
                  <c:v>41101</c:v>
                </c:pt>
                <c:pt idx="380">
                  <c:v>41102</c:v>
                </c:pt>
                <c:pt idx="381">
                  <c:v>41103</c:v>
                </c:pt>
                <c:pt idx="382">
                  <c:v>41106</c:v>
                </c:pt>
                <c:pt idx="383">
                  <c:v>41107</c:v>
                </c:pt>
                <c:pt idx="384">
                  <c:v>41108</c:v>
                </c:pt>
                <c:pt idx="385">
                  <c:v>41109</c:v>
                </c:pt>
                <c:pt idx="386">
                  <c:v>41110</c:v>
                </c:pt>
                <c:pt idx="387">
                  <c:v>41113</c:v>
                </c:pt>
                <c:pt idx="388">
                  <c:v>41114</c:v>
                </c:pt>
                <c:pt idx="389">
                  <c:v>41115</c:v>
                </c:pt>
                <c:pt idx="390">
                  <c:v>41116</c:v>
                </c:pt>
                <c:pt idx="391">
                  <c:v>41117</c:v>
                </c:pt>
                <c:pt idx="392">
                  <c:v>41120</c:v>
                </c:pt>
                <c:pt idx="393">
                  <c:v>41121</c:v>
                </c:pt>
                <c:pt idx="394">
                  <c:v>41122</c:v>
                </c:pt>
                <c:pt idx="395">
                  <c:v>41123</c:v>
                </c:pt>
                <c:pt idx="396">
                  <c:v>41124</c:v>
                </c:pt>
                <c:pt idx="397">
                  <c:v>41127</c:v>
                </c:pt>
                <c:pt idx="398">
                  <c:v>41128</c:v>
                </c:pt>
                <c:pt idx="399">
                  <c:v>41129</c:v>
                </c:pt>
                <c:pt idx="400">
                  <c:v>41130</c:v>
                </c:pt>
                <c:pt idx="401">
                  <c:v>41131</c:v>
                </c:pt>
                <c:pt idx="402">
                  <c:v>41134</c:v>
                </c:pt>
                <c:pt idx="403">
                  <c:v>41135</c:v>
                </c:pt>
                <c:pt idx="404">
                  <c:v>41137</c:v>
                </c:pt>
                <c:pt idx="405">
                  <c:v>41138</c:v>
                </c:pt>
                <c:pt idx="406">
                  <c:v>41141</c:v>
                </c:pt>
                <c:pt idx="407">
                  <c:v>41142</c:v>
                </c:pt>
                <c:pt idx="408">
                  <c:v>41143</c:v>
                </c:pt>
                <c:pt idx="409">
                  <c:v>41144</c:v>
                </c:pt>
                <c:pt idx="410">
                  <c:v>41145</c:v>
                </c:pt>
                <c:pt idx="411">
                  <c:v>41148</c:v>
                </c:pt>
                <c:pt idx="412">
                  <c:v>41149</c:v>
                </c:pt>
                <c:pt idx="413">
                  <c:v>41150</c:v>
                </c:pt>
                <c:pt idx="414">
                  <c:v>41151</c:v>
                </c:pt>
                <c:pt idx="415">
                  <c:v>41152</c:v>
                </c:pt>
                <c:pt idx="416">
                  <c:v>41155</c:v>
                </c:pt>
                <c:pt idx="417">
                  <c:v>41156</c:v>
                </c:pt>
                <c:pt idx="418">
                  <c:v>41157</c:v>
                </c:pt>
                <c:pt idx="419">
                  <c:v>41158</c:v>
                </c:pt>
                <c:pt idx="420">
                  <c:v>41159</c:v>
                </c:pt>
                <c:pt idx="421">
                  <c:v>41162</c:v>
                </c:pt>
                <c:pt idx="422">
                  <c:v>41163</c:v>
                </c:pt>
                <c:pt idx="423">
                  <c:v>41164</c:v>
                </c:pt>
                <c:pt idx="424">
                  <c:v>41165</c:v>
                </c:pt>
                <c:pt idx="425">
                  <c:v>41166</c:v>
                </c:pt>
                <c:pt idx="426">
                  <c:v>41169</c:v>
                </c:pt>
                <c:pt idx="427">
                  <c:v>41170</c:v>
                </c:pt>
                <c:pt idx="428">
                  <c:v>41171</c:v>
                </c:pt>
                <c:pt idx="429">
                  <c:v>41172</c:v>
                </c:pt>
                <c:pt idx="430">
                  <c:v>41173</c:v>
                </c:pt>
                <c:pt idx="431">
                  <c:v>41176</c:v>
                </c:pt>
                <c:pt idx="432">
                  <c:v>41177</c:v>
                </c:pt>
                <c:pt idx="433">
                  <c:v>41178</c:v>
                </c:pt>
                <c:pt idx="434">
                  <c:v>41179</c:v>
                </c:pt>
                <c:pt idx="435">
                  <c:v>41180</c:v>
                </c:pt>
                <c:pt idx="436">
                  <c:v>41184</c:v>
                </c:pt>
                <c:pt idx="437">
                  <c:v>41186</c:v>
                </c:pt>
                <c:pt idx="438">
                  <c:v>41187</c:v>
                </c:pt>
                <c:pt idx="439">
                  <c:v>41190</c:v>
                </c:pt>
                <c:pt idx="440">
                  <c:v>41191</c:v>
                </c:pt>
                <c:pt idx="441">
                  <c:v>41192</c:v>
                </c:pt>
                <c:pt idx="442">
                  <c:v>41193</c:v>
                </c:pt>
                <c:pt idx="443">
                  <c:v>41194</c:v>
                </c:pt>
                <c:pt idx="444">
                  <c:v>41197</c:v>
                </c:pt>
                <c:pt idx="445">
                  <c:v>41198</c:v>
                </c:pt>
                <c:pt idx="446">
                  <c:v>41199</c:v>
                </c:pt>
                <c:pt idx="447">
                  <c:v>41200</c:v>
                </c:pt>
                <c:pt idx="448">
                  <c:v>41201</c:v>
                </c:pt>
                <c:pt idx="449">
                  <c:v>41204</c:v>
                </c:pt>
                <c:pt idx="450">
                  <c:v>41205</c:v>
                </c:pt>
                <c:pt idx="451">
                  <c:v>41206</c:v>
                </c:pt>
                <c:pt idx="452">
                  <c:v>41207</c:v>
                </c:pt>
                <c:pt idx="453">
                  <c:v>41208</c:v>
                </c:pt>
                <c:pt idx="454">
                  <c:v>41211</c:v>
                </c:pt>
                <c:pt idx="455">
                  <c:v>41212</c:v>
                </c:pt>
                <c:pt idx="456">
                  <c:v>41213</c:v>
                </c:pt>
                <c:pt idx="457">
                  <c:v>41214</c:v>
                </c:pt>
                <c:pt idx="458">
                  <c:v>41215</c:v>
                </c:pt>
                <c:pt idx="459">
                  <c:v>41218</c:v>
                </c:pt>
                <c:pt idx="460">
                  <c:v>41219</c:v>
                </c:pt>
                <c:pt idx="461">
                  <c:v>41220</c:v>
                </c:pt>
                <c:pt idx="462">
                  <c:v>41221</c:v>
                </c:pt>
                <c:pt idx="463">
                  <c:v>41222</c:v>
                </c:pt>
                <c:pt idx="464">
                  <c:v>41225</c:v>
                </c:pt>
                <c:pt idx="465">
                  <c:v>41226</c:v>
                </c:pt>
                <c:pt idx="466">
                  <c:v>41227</c:v>
                </c:pt>
                <c:pt idx="467">
                  <c:v>41228</c:v>
                </c:pt>
                <c:pt idx="468">
                  <c:v>41229</c:v>
                </c:pt>
                <c:pt idx="469">
                  <c:v>41232</c:v>
                </c:pt>
                <c:pt idx="470">
                  <c:v>41233</c:v>
                </c:pt>
                <c:pt idx="471">
                  <c:v>41234</c:v>
                </c:pt>
                <c:pt idx="472">
                  <c:v>41235</c:v>
                </c:pt>
                <c:pt idx="473">
                  <c:v>41236</c:v>
                </c:pt>
                <c:pt idx="474">
                  <c:v>41239</c:v>
                </c:pt>
                <c:pt idx="475">
                  <c:v>41240</c:v>
                </c:pt>
                <c:pt idx="476">
                  <c:v>41241</c:v>
                </c:pt>
                <c:pt idx="477">
                  <c:v>41242</c:v>
                </c:pt>
                <c:pt idx="478">
                  <c:v>41243</c:v>
                </c:pt>
                <c:pt idx="479">
                  <c:v>41246</c:v>
                </c:pt>
                <c:pt idx="480">
                  <c:v>41247</c:v>
                </c:pt>
                <c:pt idx="481">
                  <c:v>41248</c:v>
                </c:pt>
                <c:pt idx="482">
                  <c:v>41249</c:v>
                </c:pt>
                <c:pt idx="483">
                  <c:v>41250</c:v>
                </c:pt>
                <c:pt idx="484">
                  <c:v>41253</c:v>
                </c:pt>
                <c:pt idx="485">
                  <c:v>41254</c:v>
                </c:pt>
                <c:pt idx="486">
                  <c:v>41255</c:v>
                </c:pt>
                <c:pt idx="487">
                  <c:v>41256</c:v>
                </c:pt>
                <c:pt idx="488">
                  <c:v>41257</c:v>
                </c:pt>
                <c:pt idx="489">
                  <c:v>41260</c:v>
                </c:pt>
                <c:pt idx="490">
                  <c:v>41261</c:v>
                </c:pt>
                <c:pt idx="491">
                  <c:v>41263</c:v>
                </c:pt>
                <c:pt idx="492">
                  <c:v>41264</c:v>
                </c:pt>
                <c:pt idx="493">
                  <c:v>41267</c:v>
                </c:pt>
                <c:pt idx="494">
                  <c:v>41269</c:v>
                </c:pt>
                <c:pt idx="495">
                  <c:v>41270</c:v>
                </c:pt>
                <c:pt idx="496">
                  <c:v>41271</c:v>
                </c:pt>
                <c:pt idx="497">
                  <c:v>41276</c:v>
                </c:pt>
                <c:pt idx="498">
                  <c:v>41277</c:v>
                </c:pt>
                <c:pt idx="499">
                  <c:v>41278</c:v>
                </c:pt>
                <c:pt idx="500">
                  <c:v>41281</c:v>
                </c:pt>
                <c:pt idx="501">
                  <c:v>41282</c:v>
                </c:pt>
                <c:pt idx="502">
                  <c:v>41283</c:v>
                </c:pt>
                <c:pt idx="503">
                  <c:v>41284</c:v>
                </c:pt>
                <c:pt idx="504">
                  <c:v>41285</c:v>
                </c:pt>
                <c:pt idx="505">
                  <c:v>41288</c:v>
                </c:pt>
                <c:pt idx="506">
                  <c:v>41289</c:v>
                </c:pt>
                <c:pt idx="507">
                  <c:v>41290</c:v>
                </c:pt>
                <c:pt idx="508">
                  <c:v>41291</c:v>
                </c:pt>
                <c:pt idx="509">
                  <c:v>41292</c:v>
                </c:pt>
                <c:pt idx="510">
                  <c:v>41295</c:v>
                </c:pt>
                <c:pt idx="511">
                  <c:v>41296</c:v>
                </c:pt>
                <c:pt idx="512">
                  <c:v>41297</c:v>
                </c:pt>
                <c:pt idx="513">
                  <c:v>41298</c:v>
                </c:pt>
                <c:pt idx="514">
                  <c:v>41299</c:v>
                </c:pt>
                <c:pt idx="515">
                  <c:v>41302</c:v>
                </c:pt>
                <c:pt idx="516">
                  <c:v>41303</c:v>
                </c:pt>
                <c:pt idx="517">
                  <c:v>41304</c:v>
                </c:pt>
                <c:pt idx="518">
                  <c:v>41305</c:v>
                </c:pt>
                <c:pt idx="519">
                  <c:v>41306</c:v>
                </c:pt>
                <c:pt idx="520">
                  <c:v>41309</c:v>
                </c:pt>
                <c:pt idx="521">
                  <c:v>41310</c:v>
                </c:pt>
                <c:pt idx="522">
                  <c:v>41311</c:v>
                </c:pt>
                <c:pt idx="523">
                  <c:v>41312</c:v>
                </c:pt>
                <c:pt idx="524">
                  <c:v>41313</c:v>
                </c:pt>
                <c:pt idx="525">
                  <c:v>41317</c:v>
                </c:pt>
                <c:pt idx="526">
                  <c:v>41318</c:v>
                </c:pt>
                <c:pt idx="527">
                  <c:v>41319</c:v>
                </c:pt>
                <c:pt idx="528">
                  <c:v>41320</c:v>
                </c:pt>
                <c:pt idx="529">
                  <c:v>41323</c:v>
                </c:pt>
                <c:pt idx="530">
                  <c:v>41324</c:v>
                </c:pt>
                <c:pt idx="531">
                  <c:v>41325</c:v>
                </c:pt>
                <c:pt idx="532">
                  <c:v>41326</c:v>
                </c:pt>
                <c:pt idx="533">
                  <c:v>41327</c:v>
                </c:pt>
                <c:pt idx="534">
                  <c:v>41330</c:v>
                </c:pt>
                <c:pt idx="535">
                  <c:v>41331</c:v>
                </c:pt>
                <c:pt idx="536">
                  <c:v>41332</c:v>
                </c:pt>
                <c:pt idx="537">
                  <c:v>41333</c:v>
                </c:pt>
                <c:pt idx="538">
                  <c:v>41337</c:v>
                </c:pt>
                <c:pt idx="539">
                  <c:v>41338</c:v>
                </c:pt>
                <c:pt idx="540">
                  <c:v>41339</c:v>
                </c:pt>
                <c:pt idx="541">
                  <c:v>41340</c:v>
                </c:pt>
                <c:pt idx="542">
                  <c:v>41341</c:v>
                </c:pt>
                <c:pt idx="543">
                  <c:v>41344</c:v>
                </c:pt>
                <c:pt idx="544">
                  <c:v>41345</c:v>
                </c:pt>
                <c:pt idx="545">
                  <c:v>41346</c:v>
                </c:pt>
                <c:pt idx="546">
                  <c:v>41347</c:v>
                </c:pt>
                <c:pt idx="547">
                  <c:v>41348</c:v>
                </c:pt>
                <c:pt idx="548">
                  <c:v>41351</c:v>
                </c:pt>
                <c:pt idx="549">
                  <c:v>41352</c:v>
                </c:pt>
                <c:pt idx="550">
                  <c:v>41353</c:v>
                </c:pt>
                <c:pt idx="551">
                  <c:v>41354</c:v>
                </c:pt>
                <c:pt idx="552">
                  <c:v>41355</c:v>
                </c:pt>
                <c:pt idx="553">
                  <c:v>41358</c:v>
                </c:pt>
                <c:pt idx="554">
                  <c:v>41359</c:v>
                </c:pt>
                <c:pt idx="555">
                  <c:v>41360</c:v>
                </c:pt>
                <c:pt idx="556">
                  <c:v>41361</c:v>
                </c:pt>
                <c:pt idx="557">
                  <c:v>41362</c:v>
                </c:pt>
                <c:pt idx="558">
                  <c:v>41365</c:v>
                </c:pt>
                <c:pt idx="559">
                  <c:v>41366</c:v>
                </c:pt>
                <c:pt idx="560">
                  <c:v>41367</c:v>
                </c:pt>
                <c:pt idx="561">
                  <c:v>41368</c:v>
                </c:pt>
                <c:pt idx="562">
                  <c:v>41369</c:v>
                </c:pt>
                <c:pt idx="563">
                  <c:v>41372</c:v>
                </c:pt>
                <c:pt idx="564">
                  <c:v>41373</c:v>
                </c:pt>
                <c:pt idx="565">
                  <c:v>41374</c:v>
                </c:pt>
                <c:pt idx="566">
                  <c:v>41375</c:v>
                </c:pt>
                <c:pt idx="567">
                  <c:v>41376</c:v>
                </c:pt>
                <c:pt idx="568">
                  <c:v>41379</c:v>
                </c:pt>
                <c:pt idx="569">
                  <c:v>41380</c:v>
                </c:pt>
                <c:pt idx="570">
                  <c:v>41381</c:v>
                </c:pt>
                <c:pt idx="571">
                  <c:v>41382</c:v>
                </c:pt>
                <c:pt idx="572">
                  <c:v>41383</c:v>
                </c:pt>
                <c:pt idx="573">
                  <c:v>41386</c:v>
                </c:pt>
                <c:pt idx="574">
                  <c:v>41387</c:v>
                </c:pt>
                <c:pt idx="575">
                  <c:v>41388</c:v>
                </c:pt>
                <c:pt idx="576">
                  <c:v>41389</c:v>
                </c:pt>
                <c:pt idx="577">
                  <c:v>41390</c:v>
                </c:pt>
                <c:pt idx="578">
                  <c:v>41393</c:v>
                </c:pt>
                <c:pt idx="579">
                  <c:v>41394</c:v>
                </c:pt>
                <c:pt idx="580">
                  <c:v>41396</c:v>
                </c:pt>
                <c:pt idx="581">
                  <c:v>41397</c:v>
                </c:pt>
                <c:pt idx="582">
                  <c:v>41400</c:v>
                </c:pt>
                <c:pt idx="583">
                  <c:v>41401</c:v>
                </c:pt>
                <c:pt idx="584">
                  <c:v>41402</c:v>
                </c:pt>
                <c:pt idx="585">
                  <c:v>41403</c:v>
                </c:pt>
                <c:pt idx="586">
                  <c:v>41404</c:v>
                </c:pt>
                <c:pt idx="587">
                  <c:v>41407</c:v>
                </c:pt>
                <c:pt idx="588">
                  <c:v>41408</c:v>
                </c:pt>
                <c:pt idx="589">
                  <c:v>41409</c:v>
                </c:pt>
                <c:pt idx="590">
                  <c:v>41410</c:v>
                </c:pt>
                <c:pt idx="591">
                  <c:v>41414</c:v>
                </c:pt>
                <c:pt idx="592">
                  <c:v>41415</c:v>
                </c:pt>
                <c:pt idx="593">
                  <c:v>41416</c:v>
                </c:pt>
                <c:pt idx="594">
                  <c:v>41417</c:v>
                </c:pt>
                <c:pt idx="595">
                  <c:v>41418</c:v>
                </c:pt>
                <c:pt idx="596">
                  <c:v>41421</c:v>
                </c:pt>
                <c:pt idx="597">
                  <c:v>41422</c:v>
                </c:pt>
                <c:pt idx="598">
                  <c:v>41423</c:v>
                </c:pt>
                <c:pt idx="599">
                  <c:v>41424</c:v>
                </c:pt>
                <c:pt idx="600">
                  <c:v>41425</c:v>
                </c:pt>
                <c:pt idx="601">
                  <c:v>41428</c:v>
                </c:pt>
                <c:pt idx="602">
                  <c:v>41429</c:v>
                </c:pt>
                <c:pt idx="603">
                  <c:v>41430</c:v>
                </c:pt>
                <c:pt idx="604">
                  <c:v>41432</c:v>
                </c:pt>
                <c:pt idx="605">
                  <c:v>41435</c:v>
                </c:pt>
                <c:pt idx="606">
                  <c:v>41436</c:v>
                </c:pt>
                <c:pt idx="607">
                  <c:v>41437</c:v>
                </c:pt>
                <c:pt idx="608">
                  <c:v>41438</c:v>
                </c:pt>
                <c:pt idx="609">
                  <c:v>41439</c:v>
                </c:pt>
                <c:pt idx="610">
                  <c:v>41442</c:v>
                </c:pt>
                <c:pt idx="611">
                  <c:v>41443</c:v>
                </c:pt>
                <c:pt idx="612">
                  <c:v>41444</c:v>
                </c:pt>
                <c:pt idx="613">
                  <c:v>41445</c:v>
                </c:pt>
                <c:pt idx="614">
                  <c:v>41446</c:v>
                </c:pt>
                <c:pt idx="615">
                  <c:v>41449</c:v>
                </c:pt>
                <c:pt idx="616">
                  <c:v>41450</c:v>
                </c:pt>
                <c:pt idx="617">
                  <c:v>41451</c:v>
                </c:pt>
                <c:pt idx="618">
                  <c:v>41452</c:v>
                </c:pt>
                <c:pt idx="619">
                  <c:v>41453</c:v>
                </c:pt>
                <c:pt idx="620">
                  <c:v>41456</c:v>
                </c:pt>
                <c:pt idx="621">
                  <c:v>41457</c:v>
                </c:pt>
                <c:pt idx="622">
                  <c:v>41458</c:v>
                </c:pt>
                <c:pt idx="623">
                  <c:v>41459</c:v>
                </c:pt>
                <c:pt idx="624">
                  <c:v>41460</c:v>
                </c:pt>
                <c:pt idx="625">
                  <c:v>41463</c:v>
                </c:pt>
                <c:pt idx="626">
                  <c:v>41464</c:v>
                </c:pt>
                <c:pt idx="627">
                  <c:v>41465</c:v>
                </c:pt>
                <c:pt idx="628">
                  <c:v>41466</c:v>
                </c:pt>
                <c:pt idx="629">
                  <c:v>41467</c:v>
                </c:pt>
                <c:pt idx="630">
                  <c:v>41470</c:v>
                </c:pt>
                <c:pt idx="631">
                  <c:v>41471</c:v>
                </c:pt>
                <c:pt idx="632">
                  <c:v>41472</c:v>
                </c:pt>
                <c:pt idx="633">
                  <c:v>41473</c:v>
                </c:pt>
                <c:pt idx="634">
                  <c:v>41474</c:v>
                </c:pt>
                <c:pt idx="635">
                  <c:v>41477</c:v>
                </c:pt>
                <c:pt idx="636">
                  <c:v>41478</c:v>
                </c:pt>
                <c:pt idx="637">
                  <c:v>41479</c:v>
                </c:pt>
                <c:pt idx="638">
                  <c:v>41480</c:v>
                </c:pt>
                <c:pt idx="639">
                  <c:v>41481</c:v>
                </c:pt>
                <c:pt idx="640">
                  <c:v>41484</c:v>
                </c:pt>
                <c:pt idx="641">
                  <c:v>41485</c:v>
                </c:pt>
                <c:pt idx="642">
                  <c:v>41486</c:v>
                </c:pt>
                <c:pt idx="643">
                  <c:v>41487</c:v>
                </c:pt>
                <c:pt idx="644">
                  <c:v>41488</c:v>
                </c:pt>
                <c:pt idx="645">
                  <c:v>41491</c:v>
                </c:pt>
                <c:pt idx="646">
                  <c:v>41492</c:v>
                </c:pt>
                <c:pt idx="647">
                  <c:v>41493</c:v>
                </c:pt>
                <c:pt idx="648">
                  <c:v>41494</c:v>
                </c:pt>
                <c:pt idx="649">
                  <c:v>41495</c:v>
                </c:pt>
                <c:pt idx="650">
                  <c:v>41498</c:v>
                </c:pt>
                <c:pt idx="651">
                  <c:v>41499</c:v>
                </c:pt>
                <c:pt idx="652">
                  <c:v>41500</c:v>
                </c:pt>
                <c:pt idx="653">
                  <c:v>41502</c:v>
                </c:pt>
                <c:pt idx="654">
                  <c:v>41505</c:v>
                </c:pt>
                <c:pt idx="655">
                  <c:v>41506</c:v>
                </c:pt>
                <c:pt idx="656">
                  <c:v>41507</c:v>
                </c:pt>
                <c:pt idx="657">
                  <c:v>41508</c:v>
                </c:pt>
                <c:pt idx="658">
                  <c:v>41509</c:v>
                </c:pt>
                <c:pt idx="659">
                  <c:v>41512</c:v>
                </c:pt>
                <c:pt idx="660">
                  <c:v>41513</c:v>
                </c:pt>
                <c:pt idx="661">
                  <c:v>41514</c:v>
                </c:pt>
                <c:pt idx="662">
                  <c:v>41515</c:v>
                </c:pt>
                <c:pt idx="663">
                  <c:v>41516</c:v>
                </c:pt>
                <c:pt idx="664">
                  <c:v>41519</c:v>
                </c:pt>
                <c:pt idx="665">
                  <c:v>41520</c:v>
                </c:pt>
                <c:pt idx="666">
                  <c:v>41521</c:v>
                </c:pt>
                <c:pt idx="667">
                  <c:v>41522</c:v>
                </c:pt>
                <c:pt idx="668">
                  <c:v>41523</c:v>
                </c:pt>
                <c:pt idx="669">
                  <c:v>41526</c:v>
                </c:pt>
                <c:pt idx="670">
                  <c:v>41527</c:v>
                </c:pt>
                <c:pt idx="671">
                  <c:v>41528</c:v>
                </c:pt>
                <c:pt idx="672">
                  <c:v>41529</c:v>
                </c:pt>
                <c:pt idx="673">
                  <c:v>41530</c:v>
                </c:pt>
                <c:pt idx="674">
                  <c:v>41533</c:v>
                </c:pt>
                <c:pt idx="675">
                  <c:v>41534</c:v>
                </c:pt>
                <c:pt idx="676">
                  <c:v>41540</c:v>
                </c:pt>
                <c:pt idx="677">
                  <c:v>41541</c:v>
                </c:pt>
                <c:pt idx="678">
                  <c:v>41542</c:v>
                </c:pt>
                <c:pt idx="679">
                  <c:v>41543</c:v>
                </c:pt>
                <c:pt idx="680">
                  <c:v>41544</c:v>
                </c:pt>
                <c:pt idx="681">
                  <c:v>41547</c:v>
                </c:pt>
                <c:pt idx="682">
                  <c:v>41548</c:v>
                </c:pt>
                <c:pt idx="683">
                  <c:v>41549</c:v>
                </c:pt>
                <c:pt idx="684">
                  <c:v>41551</c:v>
                </c:pt>
                <c:pt idx="685">
                  <c:v>41554</c:v>
                </c:pt>
                <c:pt idx="686">
                  <c:v>41555</c:v>
                </c:pt>
                <c:pt idx="687">
                  <c:v>41557</c:v>
                </c:pt>
                <c:pt idx="688">
                  <c:v>41558</c:v>
                </c:pt>
                <c:pt idx="689">
                  <c:v>41561</c:v>
                </c:pt>
                <c:pt idx="690">
                  <c:v>41562</c:v>
                </c:pt>
                <c:pt idx="691">
                  <c:v>41563</c:v>
                </c:pt>
                <c:pt idx="692">
                  <c:v>41564</c:v>
                </c:pt>
                <c:pt idx="693">
                  <c:v>41565</c:v>
                </c:pt>
                <c:pt idx="694">
                  <c:v>41568</c:v>
                </c:pt>
                <c:pt idx="695">
                  <c:v>41569</c:v>
                </c:pt>
                <c:pt idx="696">
                  <c:v>41570</c:v>
                </c:pt>
                <c:pt idx="697">
                  <c:v>41571</c:v>
                </c:pt>
                <c:pt idx="698">
                  <c:v>41572</c:v>
                </c:pt>
                <c:pt idx="699">
                  <c:v>41575</c:v>
                </c:pt>
                <c:pt idx="700">
                  <c:v>41576</c:v>
                </c:pt>
                <c:pt idx="701">
                  <c:v>41577</c:v>
                </c:pt>
                <c:pt idx="702">
                  <c:v>41578</c:v>
                </c:pt>
                <c:pt idx="703">
                  <c:v>41579</c:v>
                </c:pt>
                <c:pt idx="704">
                  <c:v>41582</c:v>
                </c:pt>
                <c:pt idx="705">
                  <c:v>41583</c:v>
                </c:pt>
                <c:pt idx="706">
                  <c:v>41584</c:v>
                </c:pt>
                <c:pt idx="707">
                  <c:v>41585</c:v>
                </c:pt>
                <c:pt idx="708">
                  <c:v>41586</c:v>
                </c:pt>
                <c:pt idx="709">
                  <c:v>41589</c:v>
                </c:pt>
                <c:pt idx="710">
                  <c:v>41590</c:v>
                </c:pt>
                <c:pt idx="711">
                  <c:v>41591</c:v>
                </c:pt>
                <c:pt idx="712">
                  <c:v>41592</c:v>
                </c:pt>
                <c:pt idx="713">
                  <c:v>41593</c:v>
                </c:pt>
                <c:pt idx="714">
                  <c:v>41596</c:v>
                </c:pt>
                <c:pt idx="715">
                  <c:v>41597</c:v>
                </c:pt>
                <c:pt idx="716">
                  <c:v>41598</c:v>
                </c:pt>
                <c:pt idx="717">
                  <c:v>41599</c:v>
                </c:pt>
                <c:pt idx="718">
                  <c:v>41600</c:v>
                </c:pt>
                <c:pt idx="719">
                  <c:v>41603</c:v>
                </c:pt>
                <c:pt idx="720">
                  <c:v>41604</c:v>
                </c:pt>
                <c:pt idx="721">
                  <c:v>41605</c:v>
                </c:pt>
                <c:pt idx="722">
                  <c:v>41606</c:v>
                </c:pt>
                <c:pt idx="723">
                  <c:v>41607</c:v>
                </c:pt>
                <c:pt idx="724">
                  <c:v>41610</c:v>
                </c:pt>
                <c:pt idx="725">
                  <c:v>41611</c:v>
                </c:pt>
                <c:pt idx="726">
                  <c:v>41612</c:v>
                </c:pt>
                <c:pt idx="727">
                  <c:v>41613</c:v>
                </c:pt>
                <c:pt idx="728">
                  <c:v>41614</c:v>
                </c:pt>
                <c:pt idx="729">
                  <c:v>41617</c:v>
                </c:pt>
                <c:pt idx="730">
                  <c:v>41618</c:v>
                </c:pt>
                <c:pt idx="731">
                  <c:v>41619</c:v>
                </c:pt>
                <c:pt idx="732">
                  <c:v>41620</c:v>
                </c:pt>
                <c:pt idx="733">
                  <c:v>41621</c:v>
                </c:pt>
                <c:pt idx="734">
                  <c:v>41624</c:v>
                </c:pt>
                <c:pt idx="735">
                  <c:v>41625</c:v>
                </c:pt>
                <c:pt idx="736">
                  <c:v>41626</c:v>
                </c:pt>
                <c:pt idx="737">
                  <c:v>41627</c:v>
                </c:pt>
                <c:pt idx="738">
                  <c:v>41628</c:v>
                </c:pt>
                <c:pt idx="739">
                  <c:v>41631</c:v>
                </c:pt>
                <c:pt idx="740">
                  <c:v>41632</c:v>
                </c:pt>
                <c:pt idx="741">
                  <c:v>41634</c:v>
                </c:pt>
                <c:pt idx="742">
                  <c:v>41635</c:v>
                </c:pt>
                <c:pt idx="743">
                  <c:v>41638</c:v>
                </c:pt>
                <c:pt idx="744">
                  <c:v>41641</c:v>
                </c:pt>
                <c:pt idx="745">
                  <c:v>41642</c:v>
                </c:pt>
                <c:pt idx="746">
                  <c:v>41645</c:v>
                </c:pt>
                <c:pt idx="747">
                  <c:v>41646</c:v>
                </c:pt>
                <c:pt idx="748">
                  <c:v>41647</c:v>
                </c:pt>
                <c:pt idx="749">
                  <c:v>41648</c:v>
                </c:pt>
                <c:pt idx="750">
                  <c:v>41649</c:v>
                </c:pt>
                <c:pt idx="751">
                  <c:v>41652</c:v>
                </c:pt>
                <c:pt idx="752">
                  <c:v>41653</c:v>
                </c:pt>
                <c:pt idx="753">
                  <c:v>41654</c:v>
                </c:pt>
                <c:pt idx="754">
                  <c:v>41655</c:v>
                </c:pt>
                <c:pt idx="755">
                  <c:v>41656</c:v>
                </c:pt>
                <c:pt idx="756">
                  <c:v>41659</c:v>
                </c:pt>
                <c:pt idx="757">
                  <c:v>41660</c:v>
                </c:pt>
                <c:pt idx="758">
                  <c:v>41661</c:v>
                </c:pt>
                <c:pt idx="759">
                  <c:v>41662</c:v>
                </c:pt>
                <c:pt idx="760">
                  <c:v>41663</c:v>
                </c:pt>
                <c:pt idx="761">
                  <c:v>41666</c:v>
                </c:pt>
                <c:pt idx="762">
                  <c:v>41667</c:v>
                </c:pt>
                <c:pt idx="763">
                  <c:v>41668</c:v>
                </c:pt>
                <c:pt idx="764">
                  <c:v>41673</c:v>
                </c:pt>
                <c:pt idx="765">
                  <c:v>41674</c:v>
                </c:pt>
                <c:pt idx="766">
                  <c:v>41675</c:v>
                </c:pt>
                <c:pt idx="767">
                  <c:v>41676</c:v>
                </c:pt>
                <c:pt idx="768">
                  <c:v>41677</c:v>
                </c:pt>
                <c:pt idx="769">
                  <c:v>41680</c:v>
                </c:pt>
                <c:pt idx="770">
                  <c:v>41681</c:v>
                </c:pt>
                <c:pt idx="771">
                  <c:v>41682</c:v>
                </c:pt>
                <c:pt idx="772">
                  <c:v>41683</c:v>
                </c:pt>
                <c:pt idx="773">
                  <c:v>41684</c:v>
                </c:pt>
                <c:pt idx="774">
                  <c:v>41687</c:v>
                </c:pt>
                <c:pt idx="775">
                  <c:v>41688</c:v>
                </c:pt>
                <c:pt idx="776">
                  <c:v>41689</c:v>
                </c:pt>
                <c:pt idx="777">
                  <c:v>41690</c:v>
                </c:pt>
                <c:pt idx="778">
                  <c:v>41691</c:v>
                </c:pt>
                <c:pt idx="779">
                  <c:v>41694</c:v>
                </c:pt>
                <c:pt idx="780">
                  <c:v>41695</c:v>
                </c:pt>
                <c:pt idx="781">
                  <c:v>41696</c:v>
                </c:pt>
                <c:pt idx="782">
                  <c:v>41697</c:v>
                </c:pt>
                <c:pt idx="783">
                  <c:v>41698</c:v>
                </c:pt>
                <c:pt idx="784">
                  <c:v>41701</c:v>
                </c:pt>
                <c:pt idx="785">
                  <c:v>41702</c:v>
                </c:pt>
                <c:pt idx="786">
                  <c:v>41703</c:v>
                </c:pt>
                <c:pt idx="787">
                  <c:v>41704</c:v>
                </c:pt>
                <c:pt idx="788">
                  <c:v>41705</c:v>
                </c:pt>
                <c:pt idx="789">
                  <c:v>41708</c:v>
                </c:pt>
                <c:pt idx="790">
                  <c:v>41709</c:v>
                </c:pt>
                <c:pt idx="791">
                  <c:v>41710</c:v>
                </c:pt>
                <c:pt idx="792">
                  <c:v>41711</c:v>
                </c:pt>
                <c:pt idx="793">
                  <c:v>41712</c:v>
                </c:pt>
                <c:pt idx="794">
                  <c:v>41715</c:v>
                </c:pt>
                <c:pt idx="795">
                  <c:v>41716</c:v>
                </c:pt>
                <c:pt idx="796">
                  <c:v>41717</c:v>
                </c:pt>
                <c:pt idx="797">
                  <c:v>41718</c:v>
                </c:pt>
                <c:pt idx="798">
                  <c:v>41719</c:v>
                </c:pt>
                <c:pt idx="799">
                  <c:v>41722</c:v>
                </c:pt>
                <c:pt idx="800">
                  <c:v>41723</c:v>
                </c:pt>
                <c:pt idx="801">
                  <c:v>41724</c:v>
                </c:pt>
                <c:pt idx="802">
                  <c:v>41725</c:v>
                </c:pt>
                <c:pt idx="803">
                  <c:v>41726</c:v>
                </c:pt>
                <c:pt idx="804">
                  <c:v>41729</c:v>
                </c:pt>
                <c:pt idx="805">
                  <c:v>41730</c:v>
                </c:pt>
                <c:pt idx="806">
                  <c:v>41731</c:v>
                </c:pt>
                <c:pt idx="807">
                  <c:v>41732</c:v>
                </c:pt>
                <c:pt idx="808">
                  <c:v>41733</c:v>
                </c:pt>
                <c:pt idx="809">
                  <c:v>41736</c:v>
                </c:pt>
                <c:pt idx="810">
                  <c:v>41737</c:v>
                </c:pt>
                <c:pt idx="811">
                  <c:v>41738</c:v>
                </c:pt>
                <c:pt idx="812">
                  <c:v>41739</c:v>
                </c:pt>
                <c:pt idx="813">
                  <c:v>41740</c:v>
                </c:pt>
                <c:pt idx="814">
                  <c:v>41743</c:v>
                </c:pt>
                <c:pt idx="815">
                  <c:v>41744</c:v>
                </c:pt>
                <c:pt idx="816">
                  <c:v>41745</c:v>
                </c:pt>
                <c:pt idx="817">
                  <c:v>41746</c:v>
                </c:pt>
                <c:pt idx="818">
                  <c:v>41747</c:v>
                </c:pt>
                <c:pt idx="819">
                  <c:v>41750</c:v>
                </c:pt>
                <c:pt idx="820">
                  <c:v>41751</c:v>
                </c:pt>
                <c:pt idx="821">
                  <c:v>41752</c:v>
                </c:pt>
                <c:pt idx="822">
                  <c:v>41753</c:v>
                </c:pt>
                <c:pt idx="823">
                  <c:v>41754</c:v>
                </c:pt>
                <c:pt idx="824">
                  <c:v>41757</c:v>
                </c:pt>
                <c:pt idx="825">
                  <c:v>41758</c:v>
                </c:pt>
                <c:pt idx="826">
                  <c:v>41759</c:v>
                </c:pt>
                <c:pt idx="827">
                  <c:v>41761</c:v>
                </c:pt>
                <c:pt idx="828">
                  <c:v>41766</c:v>
                </c:pt>
                <c:pt idx="829">
                  <c:v>41767</c:v>
                </c:pt>
                <c:pt idx="830">
                  <c:v>41768</c:v>
                </c:pt>
                <c:pt idx="831">
                  <c:v>41771</c:v>
                </c:pt>
                <c:pt idx="832">
                  <c:v>41772</c:v>
                </c:pt>
                <c:pt idx="833">
                  <c:v>41773</c:v>
                </c:pt>
                <c:pt idx="834">
                  <c:v>41774</c:v>
                </c:pt>
                <c:pt idx="835">
                  <c:v>41775</c:v>
                </c:pt>
                <c:pt idx="836">
                  <c:v>41778</c:v>
                </c:pt>
                <c:pt idx="837">
                  <c:v>41779</c:v>
                </c:pt>
                <c:pt idx="838">
                  <c:v>41780</c:v>
                </c:pt>
                <c:pt idx="839">
                  <c:v>41781</c:v>
                </c:pt>
                <c:pt idx="840">
                  <c:v>41782</c:v>
                </c:pt>
                <c:pt idx="841">
                  <c:v>41785</c:v>
                </c:pt>
                <c:pt idx="842">
                  <c:v>41786</c:v>
                </c:pt>
                <c:pt idx="843">
                  <c:v>41787</c:v>
                </c:pt>
                <c:pt idx="844">
                  <c:v>41788</c:v>
                </c:pt>
                <c:pt idx="845">
                  <c:v>41789</c:v>
                </c:pt>
                <c:pt idx="846">
                  <c:v>41792</c:v>
                </c:pt>
                <c:pt idx="847">
                  <c:v>41793</c:v>
                </c:pt>
                <c:pt idx="848">
                  <c:v>41795</c:v>
                </c:pt>
                <c:pt idx="849">
                  <c:v>41799</c:v>
                </c:pt>
                <c:pt idx="850">
                  <c:v>41800</c:v>
                </c:pt>
                <c:pt idx="851">
                  <c:v>41801</c:v>
                </c:pt>
                <c:pt idx="852">
                  <c:v>41802</c:v>
                </c:pt>
                <c:pt idx="853">
                  <c:v>41803</c:v>
                </c:pt>
                <c:pt idx="854">
                  <c:v>41806</c:v>
                </c:pt>
                <c:pt idx="855">
                  <c:v>41807</c:v>
                </c:pt>
                <c:pt idx="856">
                  <c:v>41808</c:v>
                </c:pt>
                <c:pt idx="857">
                  <c:v>41809</c:v>
                </c:pt>
                <c:pt idx="858">
                  <c:v>41810</c:v>
                </c:pt>
                <c:pt idx="859">
                  <c:v>41813</c:v>
                </c:pt>
                <c:pt idx="860">
                  <c:v>41814</c:v>
                </c:pt>
                <c:pt idx="861">
                  <c:v>41815</c:v>
                </c:pt>
                <c:pt idx="862">
                  <c:v>41816</c:v>
                </c:pt>
                <c:pt idx="863">
                  <c:v>41817</c:v>
                </c:pt>
                <c:pt idx="864">
                  <c:v>41820</c:v>
                </c:pt>
                <c:pt idx="865">
                  <c:v>41821</c:v>
                </c:pt>
                <c:pt idx="866">
                  <c:v>41822</c:v>
                </c:pt>
                <c:pt idx="867">
                  <c:v>41823</c:v>
                </c:pt>
                <c:pt idx="868">
                  <c:v>41824</c:v>
                </c:pt>
                <c:pt idx="869">
                  <c:v>41827</c:v>
                </c:pt>
                <c:pt idx="870">
                  <c:v>41828</c:v>
                </c:pt>
                <c:pt idx="871">
                  <c:v>41829</c:v>
                </c:pt>
                <c:pt idx="872">
                  <c:v>41830</c:v>
                </c:pt>
                <c:pt idx="873">
                  <c:v>41831</c:v>
                </c:pt>
                <c:pt idx="874">
                  <c:v>41834</c:v>
                </c:pt>
                <c:pt idx="875">
                  <c:v>41835</c:v>
                </c:pt>
                <c:pt idx="876">
                  <c:v>41836</c:v>
                </c:pt>
                <c:pt idx="877">
                  <c:v>41837</c:v>
                </c:pt>
                <c:pt idx="878">
                  <c:v>41838</c:v>
                </c:pt>
                <c:pt idx="879">
                  <c:v>41841</c:v>
                </c:pt>
                <c:pt idx="880">
                  <c:v>41842</c:v>
                </c:pt>
                <c:pt idx="881">
                  <c:v>41843</c:v>
                </c:pt>
                <c:pt idx="882">
                  <c:v>41844</c:v>
                </c:pt>
                <c:pt idx="883">
                  <c:v>41845</c:v>
                </c:pt>
                <c:pt idx="884">
                  <c:v>41848</c:v>
                </c:pt>
                <c:pt idx="885">
                  <c:v>41849</c:v>
                </c:pt>
                <c:pt idx="886">
                  <c:v>41850</c:v>
                </c:pt>
                <c:pt idx="887">
                  <c:v>41851</c:v>
                </c:pt>
                <c:pt idx="888">
                  <c:v>41852</c:v>
                </c:pt>
                <c:pt idx="889">
                  <c:v>41855</c:v>
                </c:pt>
                <c:pt idx="890">
                  <c:v>41856</c:v>
                </c:pt>
                <c:pt idx="891">
                  <c:v>41857</c:v>
                </c:pt>
                <c:pt idx="892">
                  <c:v>41858</c:v>
                </c:pt>
                <c:pt idx="893">
                  <c:v>41859</c:v>
                </c:pt>
                <c:pt idx="894">
                  <c:v>41862</c:v>
                </c:pt>
                <c:pt idx="895">
                  <c:v>41863</c:v>
                </c:pt>
                <c:pt idx="896">
                  <c:v>41864</c:v>
                </c:pt>
                <c:pt idx="897">
                  <c:v>41865</c:v>
                </c:pt>
                <c:pt idx="898">
                  <c:v>41869</c:v>
                </c:pt>
                <c:pt idx="899">
                  <c:v>41870</c:v>
                </c:pt>
                <c:pt idx="900">
                  <c:v>41871</c:v>
                </c:pt>
                <c:pt idx="901">
                  <c:v>41872</c:v>
                </c:pt>
                <c:pt idx="902">
                  <c:v>41873</c:v>
                </c:pt>
                <c:pt idx="903">
                  <c:v>41876</c:v>
                </c:pt>
                <c:pt idx="904">
                  <c:v>41877</c:v>
                </c:pt>
                <c:pt idx="905">
                  <c:v>41878</c:v>
                </c:pt>
                <c:pt idx="906">
                  <c:v>41879</c:v>
                </c:pt>
                <c:pt idx="907">
                  <c:v>41880</c:v>
                </c:pt>
                <c:pt idx="908">
                  <c:v>41883</c:v>
                </c:pt>
                <c:pt idx="909">
                  <c:v>41884</c:v>
                </c:pt>
                <c:pt idx="910">
                  <c:v>41885</c:v>
                </c:pt>
                <c:pt idx="911">
                  <c:v>41886</c:v>
                </c:pt>
                <c:pt idx="912">
                  <c:v>41887</c:v>
                </c:pt>
                <c:pt idx="913">
                  <c:v>41893</c:v>
                </c:pt>
                <c:pt idx="914">
                  <c:v>41894</c:v>
                </c:pt>
                <c:pt idx="915">
                  <c:v>41897</c:v>
                </c:pt>
                <c:pt idx="916">
                  <c:v>41898</c:v>
                </c:pt>
                <c:pt idx="917">
                  <c:v>41899</c:v>
                </c:pt>
                <c:pt idx="918">
                  <c:v>41900</c:v>
                </c:pt>
                <c:pt idx="919">
                  <c:v>41901</c:v>
                </c:pt>
                <c:pt idx="920">
                  <c:v>41904</c:v>
                </c:pt>
                <c:pt idx="921">
                  <c:v>41905</c:v>
                </c:pt>
                <c:pt idx="922">
                  <c:v>41906</c:v>
                </c:pt>
                <c:pt idx="923">
                  <c:v>41907</c:v>
                </c:pt>
                <c:pt idx="924">
                  <c:v>41908</c:v>
                </c:pt>
                <c:pt idx="925">
                  <c:v>41911</c:v>
                </c:pt>
                <c:pt idx="926">
                  <c:v>41912</c:v>
                </c:pt>
                <c:pt idx="927">
                  <c:v>41913</c:v>
                </c:pt>
                <c:pt idx="928">
                  <c:v>41914</c:v>
                </c:pt>
                <c:pt idx="929">
                  <c:v>41918</c:v>
                </c:pt>
                <c:pt idx="930">
                  <c:v>41919</c:v>
                </c:pt>
                <c:pt idx="931">
                  <c:v>41920</c:v>
                </c:pt>
                <c:pt idx="932">
                  <c:v>41922</c:v>
                </c:pt>
                <c:pt idx="933">
                  <c:v>41925</c:v>
                </c:pt>
                <c:pt idx="934">
                  <c:v>41926</c:v>
                </c:pt>
                <c:pt idx="935">
                  <c:v>41927</c:v>
                </c:pt>
                <c:pt idx="936">
                  <c:v>41928</c:v>
                </c:pt>
                <c:pt idx="937">
                  <c:v>41929</c:v>
                </c:pt>
                <c:pt idx="938">
                  <c:v>41932</c:v>
                </c:pt>
                <c:pt idx="939">
                  <c:v>41933</c:v>
                </c:pt>
                <c:pt idx="940">
                  <c:v>41934</c:v>
                </c:pt>
                <c:pt idx="941">
                  <c:v>41935</c:v>
                </c:pt>
                <c:pt idx="942">
                  <c:v>41936</c:v>
                </c:pt>
                <c:pt idx="943">
                  <c:v>41939</c:v>
                </c:pt>
                <c:pt idx="944">
                  <c:v>41940</c:v>
                </c:pt>
                <c:pt idx="945">
                  <c:v>41941</c:v>
                </c:pt>
                <c:pt idx="946">
                  <c:v>41942</c:v>
                </c:pt>
                <c:pt idx="947">
                  <c:v>41943</c:v>
                </c:pt>
                <c:pt idx="948">
                  <c:v>41946</c:v>
                </c:pt>
                <c:pt idx="949">
                  <c:v>41947</c:v>
                </c:pt>
                <c:pt idx="950">
                  <c:v>41948</c:v>
                </c:pt>
                <c:pt idx="951">
                  <c:v>41949</c:v>
                </c:pt>
                <c:pt idx="952">
                  <c:v>41950</c:v>
                </c:pt>
                <c:pt idx="953">
                  <c:v>41953</c:v>
                </c:pt>
                <c:pt idx="954">
                  <c:v>41954</c:v>
                </c:pt>
                <c:pt idx="955">
                  <c:v>41955</c:v>
                </c:pt>
                <c:pt idx="956">
                  <c:v>41956</c:v>
                </c:pt>
                <c:pt idx="957">
                  <c:v>41957</c:v>
                </c:pt>
                <c:pt idx="958">
                  <c:v>41960</c:v>
                </c:pt>
                <c:pt idx="959">
                  <c:v>41961</c:v>
                </c:pt>
                <c:pt idx="960">
                  <c:v>41962</c:v>
                </c:pt>
                <c:pt idx="961">
                  <c:v>41963</c:v>
                </c:pt>
                <c:pt idx="962">
                  <c:v>41964</c:v>
                </c:pt>
                <c:pt idx="963">
                  <c:v>41967</c:v>
                </c:pt>
                <c:pt idx="964">
                  <c:v>41968</c:v>
                </c:pt>
                <c:pt idx="965">
                  <c:v>41969</c:v>
                </c:pt>
                <c:pt idx="966">
                  <c:v>41970</c:v>
                </c:pt>
                <c:pt idx="967">
                  <c:v>41971</c:v>
                </c:pt>
                <c:pt idx="968">
                  <c:v>41974</c:v>
                </c:pt>
                <c:pt idx="969">
                  <c:v>41975</c:v>
                </c:pt>
                <c:pt idx="970">
                  <c:v>41976</c:v>
                </c:pt>
                <c:pt idx="971">
                  <c:v>41977</c:v>
                </c:pt>
                <c:pt idx="972">
                  <c:v>41978</c:v>
                </c:pt>
                <c:pt idx="973">
                  <c:v>41981</c:v>
                </c:pt>
                <c:pt idx="974">
                  <c:v>41982</c:v>
                </c:pt>
                <c:pt idx="975">
                  <c:v>41983</c:v>
                </c:pt>
                <c:pt idx="976">
                  <c:v>41984</c:v>
                </c:pt>
                <c:pt idx="977">
                  <c:v>41985</c:v>
                </c:pt>
                <c:pt idx="978">
                  <c:v>41988</c:v>
                </c:pt>
                <c:pt idx="979">
                  <c:v>41989</c:v>
                </c:pt>
                <c:pt idx="980">
                  <c:v>41990</c:v>
                </c:pt>
                <c:pt idx="981">
                  <c:v>41991</c:v>
                </c:pt>
                <c:pt idx="982">
                  <c:v>41992</c:v>
                </c:pt>
                <c:pt idx="983">
                  <c:v>41995</c:v>
                </c:pt>
                <c:pt idx="984">
                  <c:v>41996</c:v>
                </c:pt>
                <c:pt idx="985">
                  <c:v>41997</c:v>
                </c:pt>
                <c:pt idx="986">
                  <c:v>41999</c:v>
                </c:pt>
                <c:pt idx="987">
                  <c:v>42002</c:v>
                </c:pt>
                <c:pt idx="988">
                  <c:v>42003</c:v>
                </c:pt>
                <c:pt idx="989">
                  <c:v>42006</c:v>
                </c:pt>
                <c:pt idx="990">
                  <c:v>42009</c:v>
                </c:pt>
                <c:pt idx="991">
                  <c:v>42010</c:v>
                </c:pt>
                <c:pt idx="992">
                  <c:v>42011</c:v>
                </c:pt>
                <c:pt idx="993">
                  <c:v>42012</c:v>
                </c:pt>
                <c:pt idx="994">
                  <c:v>42013</c:v>
                </c:pt>
                <c:pt idx="995">
                  <c:v>42016</c:v>
                </c:pt>
                <c:pt idx="996">
                  <c:v>42017</c:v>
                </c:pt>
                <c:pt idx="997">
                  <c:v>42018</c:v>
                </c:pt>
                <c:pt idx="998">
                  <c:v>42019</c:v>
                </c:pt>
                <c:pt idx="999">
                  <c:v>42020</c:v>
                </c:pt>
                <c:pt idx="1000">
                  <c:v>42023</c:v>
                </c:pt>
                <c:pt idx="1001">
                  <c:v>42024</c:v>
                </c:pt>
                <c:pt idx="1002">
                  <c:v>42025</c:v>
                </c:pt>
                <c:pt idx="1003">
                  <c:v>42026</c:v>
                </c:pt>
                <c:pt idx="1004">
                  <c:v>42027</c:v>
                </c:pt>
                <c:pt idx="1005">
                  <c:v>42030</c:v>
                </c:pt>
                <c:pt idx="1006">
                  <c:v>42031</c:v>
                </c:pt>
                <c:pt idx="1007">
                  <c:v>42032</c:v>
                </c:pt>
                <c:pt idx="1008">
                  <c:v>42033</c:v>
                </c:pt>
                <c:pt idx="1009">
                  <c:v>42034</c:v>
                </c:pt>
                <c:pt idx="1010">
                  <c:v>42037</c:v>
                </c:pt>
                <c:pt idx="1011">
                  <c:v>42038</c:v>
                </c:pt>
                <c:pt idx="1012">
                  <c:v>42039</c:v>
                </c:pt>
                <c:pt idx="1013">
                  <c:v>42040</c:v>
                </c:pt>
                <c:pt idx="1014">
                  <c:v>42041</c:v>
                </c:pt>
                <c:pt idx="1015">
                  <c:v>42044</c:v>
                </c:pt>
                <c:pt idx="1016">
                  <c:v>42045</c:v>
                </c:pt>
                <c:pt idx="1017">
                  <c:v>42046</c:v>
                </c:pt>
                <c:pt idx="1018">
                  <c:v>42047</c:v>
                </c:pt>
                <c:pt idx="1019">
                  <c:v>42048</c:v>
                </c:pt>
                <c:pt idx="1020">
                  <c:v>42051</c:v>
                </c:pt>
                <c:pt idx="1021">
                  <c:v>42052</c:v>
                </c:pt>
                <c:pt idx="1022">
                  <c:v>42058</c:v>
                </c:pt>
                <c:pt idx="1023">
                  <c:v>42059</c:v>
                </c:pt>
                <c:pt idx="1024">
                  <c:v>42060</c:v>
                </c:pt>
                <c:pt idx="1025">
                  <c:v>42061</c:v>
                </c:pt>
                <c:pt idx="1026">
                  <c:v>42062</c:v>
                </c:pt>
                <c:pt idx="1027">
                  <c:v>42065</c:v>
                </c:pt>
                <c:pt idx="1028">
                  <c:v>42066</c:v>
                </c:pt>
                <c:pt idx="1029">
                  <c:v>42067</c:v>
                </c:pt>
                <c:pt idx="1030">
                  <c:v>42068</c:v>
                </c:pt>
                <c:pt idx="1031">
                  <c:v>42069</c:v>
                </c:pt>
                <c:pt idx="1032">
                  <c:v>42072</c:v>
                </c:pt>
                <c:pt idx="1033">
                  <c:v>42073</c:v>
                </c:pt>
                <c:pt idx="1034">
                  <c:v>42074</c:v>
                </c:pt>
                <c:pt idx="1035">
                  <c:v>42075</c:v>
                </c:pt>
                <c:pt idx="1036">
                  <c:v>42076</c:v>
                </c:pt>
                <c:pt idx="1037">
                  <c:v>42079</c:v>
                </c:pt>
                <c:pt idx="1038">
                  <c:v>42080</c:v>
                </c:pt>
                <c:pt idx="1039">
                  <c:v>42081</c:v>
                </c:pt>
                <c:pt idx="1040">
                  <c:v>42082</c:v>
                </c:pt>
                <c:pt idx="1041">
                  <c:v>42083</c:v>
                </c:pt>
                <c:pt idx="1042">
                  <c:v>42086</c:v>
                </c:pt>
                <c:pt idx="1043">
                  <c:v>42087</c:v>
                </c:pt>
                <c:pt idx="1044">
                  <c:v>42088</c:v>
                </c:pt>
                <c:pt idx="1045">
                  <c:v>42089</c:v>
                </c:pt>
                <c:pt idx="1046">
                  <c:v>42090</c:v>
                </c:pt>
                <c:pt idx="1047">
                  <c:v>42093</c:v>
                </c:pt>
                <c:pt idx="1048">
                  <c:v>42094</c:v>
                </c:pt>
                <c:pt idx="1049">
                  <c:v>42095</c:v>
                </c:pt>
                <c:pt idx="1050">
                  <c:v>42096</c:v>
                </c:pt>
                <c:pt idx="1051">
                  <c:v>42097</c:v>
                </c:pt>
                <c:pt idx="1052">
                  <c:v>42100</c:v>
                </c:pt>
                <c:pt idx="1053">
                  <c:v>42101</c:v>
                </c:pt>
                <c:pt idx="1054">
                  <c:v>42102</c:v>
                </c:pt>
                <c:pt idx="1055">
                  <c:v>42103</c:v>
                </c:pt>
                <c:pt idx="1056">
                  <c:v>42104</c:v>
                </c:pt>
                <c:pt idx="1057">
                  <c:v>42107</c:v>
                </c:pt>
                <c:pt idx="1058">
                  <c:v>42108</c:v>
                </c:pt>
                <c:pt idx="1059">
                  <c:v>42109</c:v>
                </c:pt>
                <c:pt idx="1060">
                  <c:v>42110</c:v>
                </c:pt>
                <c:pt idx="1061">
                  <c:v>42111</c:v>
                </c:pt>
                <c:pt idx="1062">
                  <c:v>42114</c:v>
                </c:pt>
                <c:pt idx="1063">
                  <c:v>42115</c:v>
                </c:pt>
                <c:pt idx="1064">
                  <c:v>42116</c:v>
                </c:pt>
                <c:pt idx="1065">
                  <c:v>42117</c:v>
                </c:pt>
                <c:pt idx="1066">
                  <c:v>42118</c:v>
                </c:pt>
                <c:pt idx="1067">
                  <c:v>42121</c:v>
                </c:pt>
                <c:pt idx="1068">
                  <c:v>42122</c:v>
                </c:pt>
                <c:pt idx="1069">
                  <c:v>42123</c:v>
                </c:pt>
                <c:pt idx="1070">
                  <c:v>42124</c:v>
                </c:pt>
                <c:pt idx="1071">
                  <c:v>42128</c:v>
                </c:pt>
                <c:pt idx="1072">
                  <c:v>42130</c:v>
                </c:pt>
                <c:pt idx="1073">
                  <c:v>42131</c:v>
                </c:pt>
                <c:pt idx="1074">
                  <c:v>42132</c:v>
                </c:pt>
                <c:pt idx="1075">
                  <c:v>42135</c:v>
                </c:pt>
                <c:pt idx="1076">
                  <c:v>42136</c:v>
                </c:pt>
                <c:pt idx="1077">
                  <c:v>42137</c:v>
                </c:pt>
                <c:pt idx="1078">
                  <c:v>42138</c:v>
                </c:pt>
                <c:pt idx="1079">
                  <c:v>42139</c:v>
                </c:pt>
                <c:pt idx="1080">
                  <c:v>42142</c:v>
                </c:pt>
                <c:pt idx="1081">
                  <c:v>42143</c:v>
                </c:pt>
                <c:pt idx="1082">
                  <c:v>42144</c:v>
                </c:pt>
                <c:pt idx="1083">
                  <c:v>42145</c:v>
                </c:pt>
                <c:pt idx="1084">
                  <c:v>42146</c:v>
                </c:pt>
                <c:pt idx="1085">
                  <c:v>42150</c:v>
                </c:pt>
                <c:pt idx="1086">
                  <c:v>42151</c:v>
                </c:pt>
                <c:pt idx="1087">
                  <c:v>42152</c:v>
                </c:pt>
                <c:pt idx="1088">
                  <c:v>42153</c:v>
                </c:pt>
                <c:pt idx="1089">
                  <c:v>42156</c:v>
                </c:pt>
                <c:pt idx="1090">
                  <c:v>42157</c:v>
                </c:pt>
                <c:pt idx="1091">
                  <c:v>42158</c:v>
                </c:pt>
                <c:pt idx="1092">
                  <c:v>42159</c:v>
                </c:pt>
                <c:pt idx="1093">
                  <c:v>42160</c:v>
                </c:pt>
                <c:pt idx="1094">
                  <c:v>42163</c:v>
                </c:pt>
                <c:pt idx="1095">
                  <c:v>42164</c:v>
                </c:pt>
                <c:pt idx="1096">
                  <c:v>42165</c:v>
                </c:pt>
                <c:pt idx="1097">
                  <c:v>42166</c:v>
                </c:pt>
                <c:pt idx="1098">
                  <c:v>42167</c:v>
                </c:pt>
                <c:pt idx="1099">
                  <c:v>42170</c:v>
                </c:pt>
                <c:pt idx="1100">
                  <c:v>42171</c:v>
                </c:pt>
                <c:pt idx="1101">
                  <c:v>42172</c:v>
                </c:pt>
                <c:pt idx="1102">
                  <c:v>42173</c:v>
                </c:pt>
                <c:pt idx="1103">
                  <c:v>42174</c:v>
                </c:pt>
                <c:pt idx="1104">
                  <c:v>42177</c:v>
                </c:pt>
                <c:pt idx="1105">
                  <c:v>42178</c:v>
                </c:pt>
                <c:pt idx="1106">
                  <c:v>42179</c:v>
                </c:pt>
                <c:pt idx="1107">
                  <c:v>42180</c:v>
                </c:pt>
                <c:pt idx="1108">
                  <c:v>42181</c:v>
                </c:pt>
                <c:pt idx="1109">
                  <c:v>42184</c:v>
                </c:pt>
                <c:pt idx="1110">
                  <c:v>42185</c:v>
                </c:pt>
                <c:pt idx="1111">
                  <c:v>42186</c:v>
                </c:pt>
                <c:pt idx="1112">
                  <c:v>42187</c:v>
                </c:pt>
                <c:pt idx="1113">
                  <c:v>42188</c:v>
                </c:pt>
                <c:pt idx="1114">
                  <c:v>42191</c:v>
                </c:pt>
                <c:pt idx="1115">
                  <c:v>42192</c:v>
                </c:pt>
                <c:pt idx="1116">
                  <c:v>42193</c:v>
                </c:pt>
                <c:pt idx="1117">
                  <c:v>42194</c:v>
                </c:pt>
                <c:pt idx="1118">
                  <c:v>42195</c:v>
                </c:pt>
                <c:pt idx="1119">
                  <c:v>42198</c:v>
                </c:pt>
                <c:pt idx="1120">
                  <c:v>42199</c:v>
                </c:pt>
                <c:pt idx="1121">
                  <c:v>42200</c:v>
                </c:pt>
                <c:pt idx="1122">
                  <c:v>42201</c:v>
                </c:pt>
                <c:pt idx="1123">
                  <c:v>42202</c:v>
                </c:pt>
                <c:pt idx="1124">
                  <c:v>42205</c:v>
                </c:pt>
                <c:pt idx="1125">
                  <c:v>42206</c:v>
                </c:pt>
                <c:pt idx="1126">
                  <c:v>42207</c:v>
                </c:pt>
                <c:pt idx="1127">
                  <c:v>42208</c:v>
                </c:pt>
                <c:pt idx="1128">
                  <c:v>42209</c:v>
                </c:pt>
                <c:pt idx="1129">
                  <c:v>42212</c:v>
                </c:pt>
                <c:pt idx="1130">
                  <c:v>42213</c:v>
                </c:pt>
                <c:pt idx="1131">
                  <c:v>42214</c:v>
                </c:pt>
                <c:pt idx="1132">
                  <c:v>42215</c:v>
                </c:pt>
                <c:pt idx="1133">
                  <c:v>42216</c:v>
                </c:pt>
                <c:pt idx="1134">
                  <c:v>42219</c:v>
                </c:pt>
                <c:pt idx="1135">
                  <c:v>42220</c:v>
                </c:pt>
                <c:pt idx="1136">
                  <c:v>42221</c:v>
                </c:pt>
                <c:pt idx="1137">
                  <c:v>42222</c:v>
                </c:pt>
                <c:pt idx="1138">
                  <c:v>42223</c:v>
                </c:pt>
                <c:pt idx="1139">
                  <c:v>42226</c:v>
                </c:pt>
                <c:pt idx="1140">
                  <c:v>42227</c:v>
                </c:pt>
                <c:pt idx="1141">
                  <c:v>42228</c:v>
                </c:pt>
                <c:pt idx="1142">
                  <c:v>42229</c:v>
                </c:pt>
                <c:pt idx="1143">
                  <c:v>42233</c:v>
                </c:pt>
                <c:pt idx="1144">
                  <c:v>42234</c:v>
                </c:pt>
                <c:pt idx="1145">
                  <c:v>42235</c:v>
                </c:pt>
                <c:pt idx="1146">
                  <c:v>42236</c:v>
                </c:pt>
                <c:pt idx="1147">
                  <c:v>42237</c:v>
                </c:pt>
                <c:pt idx="1148">
                  <c:v>42240</c:v>
                </c:pt>
                <c:pt idx="1149">
                  <c:v>42241</c:v>
                </c:pt>
                <c:pt idx="1150">
                  <c:v>42242</c:v>
                </c:pt>
                <c:pt idx="1151">
                  <c:v>42243</c:v>
                </c:pt>
                <c:pt idx="1152">
                  <c:v>42244</c:v>
                </c:pt>
                <c:pt idx="1153">
                  <c:v>42247</c:v>
                </c:pt>
                <c:pt idx="1154">
                  <c:v>42248</c:v>
                </c:pt>
                <c:pt idx="1155">
                  <c:v>42249</c:v>
                </c:pt>
                <c:pt idx="1156">
                  <c:v>42250</c:v>
                </c:pt>
                <c:pt idx="1157">
                  <c:v>42251</c:v>
                </c:pt>
                <c:pt idx="1158">
                  <c:v>42254</c:v>
                </c:pt>
                <c:pt idx="1159">
                  <c:v>42255</c:v>
                </c:pt>
                <c:pt idx="1160">
                  <c:v>42256</c:v>
                </c:pt>
                <c:pt idx="1161">
                  <c:v>42257</c:v>
                </c:pt>
                <c:pt idx="1162">
                  <c:v>42258</c:v>
                </c:pt>
                <c:pt idx="1163">
                  <c:v>42261</c:v>
                </c:pt>
                <c:pt idx="1164">
                  <c:v>42262</c:v>
                </c:pt>
                <c:pt idx="1165">
                  <c:v>42263</c:v>
                </c:pt>
                <c:pt idx="1166">
                  <c:v>42264</c:v>
                </c:pt>
                <c:pt idx="1167">
                  <c:v>42265</c:v>
                </c:pt>
                <c:pt idx="1168">
                  <c:v>42268</c:v>
                </c:pt>
                <c:pt idx="1169">
                  <c:v>42269</c:v>
                </c:pt>
                <c:pt idx="1170">
                  <c:v>42270</c:v>
                </c:pt>
                <c:pt idx="1171">
                  <c:v>42271</c:v>
                </c:pt>
                <c:pt idx="1172">
                  <c:v>42272</c:v>
                </c:pt>
                <c:pt idx="1173">
                  <c:v>42277</c:v>
                </c:pt>
                <c:pt idx="1174">
                  <c:v>42278</c:v>
                </c:pt>
                <c:pt idx="1175">
                  <c:v>42279</c:v>
                </c:pt>
                <c:pt idx="1176">
                  <c:v>42282</c:v>
                </c:pt>
                <c:pt idx="1177">
                  <c:v>42283</c:v>
                </c:pt>
                <c:pt idx="1178">
                  <c:v>42284</c:v>
                </c:pt>
                <c:pt idx="1179">
                  <c:v>42285</c:v>
                </c:pt>
                <c:pt idx="1180">
                  <c:v>42289</c:v>
                </c:pt>
                <c:pt idx="1181">
                  <c:v>42290</c:v>
                </c:pt>
                <c:pt idx="1182">
                  <c:v>42291</c:v>
                </c:pt>
                <c:pt idx="1183">
                  <c:v>42292</c:v>
                </c:pt>
                <c:pt idx="1184">
                  <c:v>42293</c:v>
                </c:pt>
                <c:pt idx="1185">
                  <c:v>42296</c:v>
                </c:pt>
                <c:pt idx="1186">
                  <c:v>42297</c:v>
                </c:pt>
                <c:pt idx="1187">
                  <c:v>42298</c:v>
                </c:pt>
                <c:pt idx="1188">
                  <c:v>42299</c:v>
                </c:pt>
                <c:pt idx="1189">
                  <c:v>42300</c:v>
                </c:pt>
                <c:pt idx="1190">
                  <c:v>42303</c:v>
                </c:pt>
                <c:pt idx="1191">
                  <c:v>42304</c:v>
                </c:pt>
                <c:pt idx="1192">
                  <c:v>42305</c:v>
                </c:pt>
                <c:pt idx="1193">
                  <c:v>42306</c:v>
                </c:pt>
                <c:pt idx="1194">
                  <c:v>42307</c:v>
                </c:pt>
                <c:pt idx="1195">
                  <c:v>42310</c:v>
                </c:pt>
                <c:pt idx="1196">
                  <c:v>42311</c:v>
                </c:pt>
                <c:pt idx="1197">
                  <c:v>42312</c:v>
                </c:pt>
                <c:pt idx="1198">
                  <c:v>42313</c:v>
                </c:pt>
                <c:pt idx="1199">
                  <c:v>42314</c:v>
                </c:pt>
                <c:pt idx="1200">
                  <c:v>42317</c:v>
                </c:pt>
                <c:pt idx="1201">
                  <c:v>42318</c:v>
                </c:pt>
                <c:pt idx="1202">
                  <c:v>42319</c:v>
                </c:pt>
                <c:pt idx="1203">
                  <c:v>42320</c:v>
                </c:pt>
                <c:pt idx="1204">
                  <c:v>42321</c:v>
                </c:pt>
                <c:pt idx="1205">
                  <c:v>42324</c:v>
                </c:pt>
                <c:pt idx="1206">
                  <c:v>42325</c:v>
                </c:pt>
                <c:pt idx="1207">
                  <c:v>42326</c:v>
                </c:pt>
                <c:pt idx="1208">
                  <c:v>42327</c:v>
                </c:pt>
                <c:pt idx="1209">
                  <c:v>42328</c:v>
                </c:pt>
                <c:pt idx="1210">
                  <c:v>42331</c:v>
                </c:pt>
                <c:pt idx="1211">
                  <c:v>42332</c:v>
                </c:pt>
                <c:pt idx="1212">
                  <c:v>42333</c:v>
                </c:pt>
                <c:pt idx="1213">
                  <c:v>42334</c:v>
                </c:pt>
                <c:pt idx="1214">
                  <c:v>42335</c:v>
                </c:pt>
                <c:pt idx="1215">
                  <c:v>42338</c:v>
                </c:pt>
                <c:pt idx="1216">
                  <c:v>42339</c:v>
                </c:pt>
                <c:pt idx="1217">
                  <c:v>42340</c:v>
                </c:pt>
                <c:pt idx="1218">
                  <c:v>42341</c:v>
                </c:pt>
                <c:pt idx="1219">
                  <c:v>42342</c:v>
                </c:pt>
                <c:pt idx="1220">
                  <c:v>42345</c:v>
                </c:pt>
                <c:pt idx="1221">
                  <c:v>42346</c:v>
                </c:pt>
                <c:pt idx="1222">
                  <c:v>42347</c:v>
                </c:pt>
                <c:pt idx="1223">
                  <c:v>42348</c:v>
                </c:pt>
                <c:pt idx="1224">
                  <c:v>42349</c:v>
                </c:pt>
                <c:pt idx="1225">
                  <c:v>42352</c:v>
                </c:pt>
                <c:pt idx="1226">
                  <c:v>42353</c:v>
                </c:pt>
                <c:pt idx="1227">
                  <c:v>42354</c:v>
                </c:pt>
                <c:pt idx="1228">
                  <c:v>42355</c:v>
                </c:pt>
                <c:pt idx="1229">
                  <c:v>42356</c:v>
                </c:pt>
                <c:pt idx="1230">
                  <c:v>42359</c:v>
                </c:pt>
                <c:pt idx="1231">
                  <c:v>42360</c:v>
                </c:pt>
                <c:pt idx="1232">
                  <c:v>42361</c:v>
                </c:pt>
                <c:pt idx="1233">
                  <c:v>42362</c:v>
                </c:pt>
                <c:pt idx="1234">
                  <c:v>42366</c:v>
                </c:pt>
                <c:pt idx="1235">
                  <c:v>42367</c:v>
                </c:pt>
                <c:pt idx="1236">
                  <c:v>42368</c:v>
                </c:pt>
                <c:pt idx="1237">
                  <c:v>42373</c:v>
                </c:pt>
                <c:pt idx="1238">
                  <c:v>42374</c:v>
                </c:pt>
                <c:pt idx="1239">
                  <c:v>42375</c:v>
                </c:pt>
                <c:pt idx="1240">
                  <c:v>42376</c:v>
                </c:pt>
                <c:pt idx="1241">
                  <c:v>42377</c:v>
                </c:pt>
                <c:pt idx="1242">
                  <c:v>42380</c:v>
                </c:pt>
                <c:pt idx="1243">
                  <c:v>42381</c:v>
                </c:pt>
                <c:pt idx="1244">
                  <c:v>42382</c:v>
                </c:pt>
                <c:pt idx="1245">
                  <c:v>42383</c:v>
                </c:pt>
                <c:pt idx="1246">
                  <c:v>42384</c:v>
                </c:pt>
                <c:pt idx="1247">
                  <c:v>42387</c:v>
                </c:pt>
                <c:pt idx="1248">
                  <c:v>42388</c:v>
                </c:pt>
                <c:pt idx="1249">
                  <c:v>42389</c:v>
                </c:pt>
                <c:pt idx="1250">
                  <c:v>42390</c:v>
                </c:pt>
                <c:pt idx="1251">
                  <c:v>42391</c:v>
                </c:pt>
                <c:pt idx="1252">
                  <c:v>42394</c:v>
                </c:pt>
                <c:pt idx="1253">
                  <c:v>42395</c:v>
                </c:pt>
                <c:pt idx="1254">
                  <c:v>42396</c:v>
                </c:pt>
                <c:pt idx="1255">
                  <c:v>42397</c:v>
                </c:pt>
                <c:pt idx="1256">
                  <c:v>42398</c:v>
                </c:pt>
                <c:pt idx="1257">
                  <c:v>42401</c:v>
                </c:pt>
                <c:pt idx="1258">
                  <c:v>42402</c:v>
                </c:pt>
                <c:pt idx="1259">
                  <c:v>42403</c:v>
                </c:pt>
                <c:pt idx="1260">
                  <c:v>42404</c:v>
                </c:pt>
                <c:pt idx="1261">
                  <c:v>42405</c:v>
                </c:pt>
                <c:pt idx="1262">
                  <c:v>42411</c:v>
                </c:pt>
                <c:pt idx="1263">
                  <c:v>42412</c:v>
                </c:pt>
                <c:pt idx="1264">
                  <c:v>42415</c:v>
                </c:pt>
                <c:pt idx="1265">
                  <c:v>42416</c:v>
                </c:pt>
                <c:pt idx="1266">
                  <c:v>42417</c:v>
                </c:pt>
                <c:pt idx="1267">
                  <c:v>42418</c:v>
                </c:pt>
                <c:pt idx="1268">
                  <c:v>42419</c:v>
                </c:pt>
                <c:pt idx="1269">
                  <c:v>42422</c:v>
                </c:pt>
                <c:pt idx="1270">
                  <c:v>42423</c:v>
                </c:pt>
                <c:pt idx="1271">
                  <c:v>42424</c:v>
                </c:pt>
                <c:pt idx="1272">
                  <c:v>42425</c:v>
                </c:pt>
                <c:pt idx="1273">
                  <c:v>42426</c:v>
                </c:pt>
                <c:pt idx="1274">
                  <c:v>42429</c:v>
                </c:pt>
                <c:pt idx="1275">
                  <c:v>42431</c:v>
                </c:pt>
                <c:pt idx="1276">
                  <c:v>42432</c:v>
                </c:pt>
                <c:pt idx="1277">
                  <c:v>42433</c:v>
                </c:pt>
                <c:pt idx="1278">
                  <c:v>42436</c:v>
                </c:pt>
                <c:pt idx="1279">
                  <c:v>42437</c:v>
                </c:pt>
                <c:pt idx="1280">
                  <c:v>42438</c:v>
                </c:pt>
                <c:pt idx="1281">
                  <c:v>42439</c:v>
                </c:pt>
                <c:pt idx="1282">
                  <c:v>42440</c:v>
                </c:pt>
                <c:pt idx="1283">
                  <c:v>42443</c:v>
                </c:pt>
                <c:pt idx="1284">
                  <c:v>42444</c:v>
                </c:pt>
                <c:pt idx="1285">
                  <c:v>42445</c:v>
                </c:pt>
                <c:pt idx="1286">
                  <c:v>42446</c:v>
                </c:pt>
                <c:pt idx="1287">
                  <c:v>42447</c:v>
                </c:pt>
                <c:pt idx="1288">
                  <c:v>42450</c:v>
                </c:pt>
                <c:pt idx="1289">
                  <c:v>42451</c:v>
                </c:pt>
                <c:pt idx="1290">
                  <c:v>42452</c:v>
                </c:pt>
                <c:pt idx="1291">
                  <c:v>42453</c:v>
                </c:pt>
                <c:pt idx="1292">
                  <c:v>42454</c:v>
                </c:pt>
                <c:pt idx="1293">
                  <c:v>42457</c:v>
                </c:pt>
                <c:pt idx="1294">
                  <c:v>42458</c:v>
                </c:pt>
                <c:pt idx="1295">
                  <c:v>42459</c:v>
                </c:pt>
                <c:pt idx="1296">
                  <c:v>42460</c:v>
                </c:pt>
                <c:pt idx="1297">
                  <c:v>42461</c:v>
                </c:pt>
                <c:pt idx="1298">
                  <c:v>42464</c:v>
                </c:pt>
                <c:pt idx="1299">
                  <c:v>42465</c:v>
                </c:pt>
                <c:pt idx="1300">
                  <c:v>42466</c:v>
                </c:pt>
                <c:pt idx="1301">
                  <c:v>42467</c:v>
                </c:pt>
                <c:pt idx="1302">
                  <c:v>42468</c:v>
                </c:pt>
                <c:pt idx="1303">
                  <c:v>42471</c:v>
                </c:pt>
                <c:pt idx="1304">
                  <c:v>42472</c:v>
                </c:pt>
                <c:pt idx="1305">
                  <c:v>42474</c:v>
                </c:pt>
                <c:pt idx="1306">
                  <c:v>42475</c:v>
                </c:pt>
                <c:pt idx="1307">
                  <c:v>42478</c:v>
                </c:pt>
                <c:pt idx="1308">
                  <c:v>42479</c:v>
                </c:pt>
                <c:pt idx="1309">
                  <c:v>42480</c:v>
                </c:pt>
                <c:pt idx="1310">
                  <c:v>42481</c:v>
                </c:pt>
                <c:pt idx="1311">
                  <c:v>42482</c:v>
                </c:pt>
                <c:pt idx="1312">
                  <c:v>42485</c:v>
                </c:pt>
                <c:pt idx="1313">
                  <c:v>42486</c:v>
                </c:pt>
                <c:pt idx="1314">
                  <c:v>42487</c:v>
                </c:pt>
                <c:pt idx="1315">
                  <c:v>42488</c:v>
                </c:pt>
                <c:pt idx="1316">
                  <c:v>42489</c:v>
                </c:pt>
                <c:pt idx="1317">
                  <c:v>42492</c:v>
                </c:pt>
                <c:pt idx="1318">
                  <c:v>42493</c:v>
                </c:pt>
                <c:pt idx="1319">
                  <c:v>42494</c:v>
                </c:pt>
                <c:pt idx="1320">
                  <c:v>42499</c:v>
                </c:pt>
                <c:pt idx="1321">
                  <c:v>42500</c:v>
                </c:pt>
                <c:pt idx="1322">
                  <c:v>42501</c:v>
                </c:pt>
                <c:pt idx="1323">
                  <c:v>42502</c:v>
                </c:pt>
                <c:pt idx="1324">
                  <c:v>42503</c:v>
                </c:pt>
                <c:pt idx="1325">
                  <c:v>42506</c:v>
                </c:pt>
                <c:pt idx="1326">
                  <c:v>42507</c:v>
                </c:pt>
                <c:pt idx="1327">
                  <c:v>42508</c:v>
                </c:pt>
                <c:pt idx="1328">
                  <c:v>42509</c:v>
                </c:pt>
                <c:pt idx="1329">
                  <c:v>42510</c:v>
                </c:pt>
                <c:pt idx="1330">
                  <c:v>42513</c:v>
                </c:pt>
                <c:pt idx="1331">
                  <c:v>42514</c:v>
                </c:pt>
                <c:pt idx="1332">
                  <c:v>42515</c:v>
                </c:pt>
                <c:pt idx="1333">
                  <c:v>42516</c:v>
                </c:pt>
                <c:pt idx="1334">
                  <c:v>42517</c:v>
                </c:pt>
                <c:pt idx="1335">
                  <c:v>42520</c:v>
                </c:pt>
                <c:pt idx="1336">
                  <c:v>42521</c:v>
                </c:pt>
                <c:pt idx="1337">
                  <c:v>42522</c:v>
                </c:pt>
                <c:pt idx="1338">
                  <c:v>42523</c:v>
                </c:pt>
                <c:pt idx="1339">
                  <c:v>42524</c:v>
                </c:pt>
                <c:pt idx="1340">
                  <c:v>42528</c:v>
                </c:pt>
                <c:pt idx="1341">
                  <c:v>42529</c:v>
                </c:pt>
                <c:pt idx="1342">
                  <c:v>42530</c:v>
                </c:pt>
                <c:pt idx="1343">
                  <c:v>42531</c:v>
                </c:pt>
                <c:pt idx="1344">
                  <c:v>42534</c:v>
                </c:pt>
                <c:pt idx="1345">
                  <c:v>42535</c:v>
                </c:pt>
                <c:pt idx="1346">
                  <c:v>42536</c:v>
                </c:pt>
                <c:pt idx="1347">
                  <c:v>42537</c:v>
                </c:pt>
                <c:pt idx="1348">
                  <c:v>42538</c:v>
                </c:pt>
                <c:pt idx="1349">
                  <c:v>42541</c:v>
                </c:pt>
                <c:pt idx="1350">
                  <c:v>42542</c:v>
                </c:pt>
                <c:pt idx="1351">
                  <c:v>42543</c:v>
                </c:pt>
                <c:pt idx="1352">
                  <c:v>42544</c:v>
                </c:pt>
                <c:pt idx="1353">
                  <c:v>42545</c:v>
                </c:pt>
                <c:pt idx="1354">
                  <c:v>42548</c:v>
                </c:pt>
                <c:pt idx="1355">
                  <c:v>42549</c:v>
                </c:pt>
                <c:pt idx="1356">
                  <c:v>42550</c:v>
                </c:pt>
                <c:pt idx="1357">
                  <c:v>42551</c:v>
                </c:pt>
                <c:pt idx="1358">
                  <c:v>42552</c:v>
                </c:pt>
                <c:pt idx="1359">
                  <c:v>42555</c:v>
                </c:pt>
                <c:pt idx="1360">
                  <c:v>42556</c:v>
                </c:pt>
                <c:pt idx="1361">
                  <c:v>42557</c:v>
                </c:pt>
                <c:pt idx="1362">
                  <c:v>42558</c:v>
                </c:pt>
                <c:pt idx="1363">
                  <c:v>42559</c:v>
                </c:pt>
                <c:pt idx="1364">
                  <c:v>42562</c:v>
                </c:pt>
                <c:pt idx="1365">
                  <c:v>42563</c:v>
                </c:pt>
                <c:pt idx="1366">
                  <c:v>42564</c:v>
                </c:pt>
                <c:pt idx="1367">
                  <c:v>42565</c:v>
                </c:pt>
                <c:pt idx="1368">
                  <c:v>42566</c:v>
                </c:pt>
                <c:pt idx="1369">
                  <c:v>42569</c:v>
                </c:pt>
                <c:pt idx="1370">
                  <c:v>42570</c:v>
                </c:pt>
                <c:pt idx="1371">
                  <c:v>42571</c:v>
                </c:pt>
                <c:pt idx="1372">
                  <c:v>42572</c:v>
                </c:pt>
                <c:pt idx="1373">
                  <c:v>42573</c:v>
                </c:pt>
                <c:pt idx="1374">
                  <c:v>42576</c:v>
                </c:pt>
                <c:pt idx="1375">
                  <c:v>42577</c:v>
                </c:pt>
                <c:pt idx="1376">
                  <c:v>42578</c:v>
                </c:pt>
                <c:pt idx="1377">
                  <c:v>42579</c:v>
                </c:pt>
                <c:pt idx="1378">
                  <c:v>42580</c:v>
                </c:pt>
                <c:pt idx="1379">
                  <c:v>42583</c:v>
                </c:pt>
                <c:pt idx="1380">
                  <c:v>42584</c:v>
                </c:pt>
                <c:pt idx="1381">
                  <c:v>42585</c:v>
                </c:pt>
                <c:pt idx="1382">
                  <c:v>42586</c:v>
                </c:pt>
                <c:pt idx="1383">
                  <c:v>42587</c:v>
                </c:pt>
                <c:pt idx="1384">
                  <c:v>42590</c:v>
                </c:pt>
                <c:pt idx="1385">
                  <c:v>42591</c:v>
                </c:pt>
                <c:pt idx="1386">
                  <c:v>42592</c:v>
                </c:pt>
                <c:pt idx="1387">
                  <c:v>42593</c:v>
                </c:pt>
                <c:pt idx="1388">
                  <c:v>42594</c:v>
                </c:pt>
                <c:pt idx="1389">
                  <c:v>42598</c:v>
                </c:pt>
                <c:pt idx="1390">
                  <c:v>42599</c:v>
                </c:pt>
                <c:pt idx="1391">
                  <c:v>42600</c:v>
                </c:pt>
                <c:pt idx="1392">
                  <c:v>42601</c:v>
                </c:pt>
                <c:pt idx="1393">
                  <c:v>42604</c:v>
                </c:pt>
                <c:pt idx="1394">
                  <c:v>42605</c:v>
                </c:pt>
                <c:pt idx="1395">
                  <c:v>42606</c:v>
                </c:pt>
                <c:pt idx="1396">
                  <c:v>42607</c:v>
                </c:pt>
                <c:pt idx="1397">
                  <c:v>42608</c:v>
                </c:pt>
                <c:pt idx="1398">
                  <c:v>42611</c:v>
                </c:pt>
                <c:pt idx="1399">
                  <c:v>42612</c:v>
                </c:pt>
                <c:pt idx="1400">
                  <c:v>42613</c:v>
                </c:pt>
                <c:pt idx="1401">
                  <c:v>42614</c:v>
                </c:pt>
                <c:pt idx="1402">
                  <c:v>42615</c:v>
                </c:pt>
                <c:pt idx="1403">
                  <c:v>42618</c:v>
                </c:pt>
                <c:pt idx="1404">
                  <c:v>42619</c:v>
                </c:pt>
                <c:pt idx="1405">
                  <c:v>42620</c:v>
                </c:pt>
                <c:pt idx="1406">
                  <c:v>42621</c:v>
                </c:pt>
                <c:pt idx="1407">
                  <c:v>42622</c:v>
                </c:pt>
                <c:pt idx="1408">
                  <c:v>42625</c:v>
                </c:pt>
                <c:pt idx="1409">
                  <c:v>42626</c:v>
                </c:pt>
                <c:pt idx="1410">
                  <c:v>42632</c:v>
                </c:pt>
                <c:pt idx="1411">
                  <c:v>42633</c:v>
                </c:pt>
                <c:pt idx="1412">
                  <c:v>42634</c:v>
                </c:pt>
                <c:pt idx="1413">
                  <c:v>42635</c:v>
                </c:pt>
                <c:pt idx="1414">
                  <c:v>42636</c:v>
                </c:pt>
                <c:pt idx="1415">
                  <c:v>42639</c:v>
                </c:pt>
                <c:pt idx="1416">
                  <c:v>42640</c:v>
                </c:pt>
                <c:pt idx="1417">
                  <c:v>42641</c:v>
                </c:pt>
                <c:pt idx="1418">
                  <c:v>42642</c:v>
                </c:pt>
                <c:pt idx="1419">
                  <c:v>42643</c:v>
                </c:pt>
                <c:pt idx="1420">
                  <c:v>42647</c:v>
                </c:pt>
                <c:pt idx="1421">
                  <c:v>42648</c:v>
                </c:pt>
                <c:pt idx="1422">
                  <c:v>42649</c:v>
                </c:pt>
                <c:pt idx="1423">
                  <c:v>42650</c:v>
                </c:pt>
                <c:pt idx="1424">
                  <c:v>42653</c:v>
                </c:pt>
                <c:pt idx="1425">
                  <c:v>42654</c:v>
                </c:pt>
                <c:pt idx="1426">
                  <c:v>42655</c:v>
                </c:pt>
                <c:pt idx="1427">
                  <c:v>42656</c:v>
                </c:pt>
                <c:pt idx="1428">
                  <c:v>42657</c:v>
                </c:pt>
                <c:pt idx="1429">
                  <c:v>42660</c:v>
                </c:pt>
                <c:pt idx="1430">
                  <c:v>42661</c:v>
                </c:pt>
                <c:pt idx="1431">
                  <c:v>42662</c:v>
                </c:pt>
                <c:pt idx="1432">
                  <c:v>42663</c:v>
                </c:pt>
                <c:pt idx="1433">
                  <c:v>42664</c:v>
                </c:pt>
                <c:pt idx="1434">
                  <c:v>42667</c:v>
                </c:pt>
                <c:pt idx="1435">
                  <c:v>42668</c:v>
                </c:pt>
                <c:pt idx="1436">
                  <c:v>42669</c:v>
                </c:pt>
                <c:pt idx="1437">
                  <c:v>42670</c:v>
                </c:pt>
                <c:pt idx="1438">
                  <c:v>42671</c:v>
                </c:pt>
                <c:pt idx="1439">
                  <c:v>42674</c:v>
                </c:pt>
                <c:pt idx="1440">
                  <c:v>42675</c:v>
                </c:pt>
                <c:pt idx="1441">
                  <c:v>42676</c:v>
                </c:pt>
                <c:pt idx="1442">
                  <c:v>42677</c:v>
                </c:pt>
                <c:pt idx="1443">
                  <c:v>42678</c:v>
                </c:pt>
                <c:pt idx="1444">
                  <c:v>42681</c:v>
                </c:pt>
                <c:pt idx="1445">
                  <c:v>42682</c:v>
                </c:pt>
                <c:pt idx="1446">
                  <c:v>42683</c:v>
                </c:pt>
                <c:pt idx="1447">
                  <c:v>42684</c:v>
                </c:pt>
                <c:pt idx="1448">
                  <c:v>42685</c:v>
                </c:pt>
                <c:pt idx="1449">
                  <c:v>42688</c:v>
                </c:pt>
                <c:pt idx="1450">
                  <c:v>42689</c:v>
                </c:pt>
                <c:pt idx="1451">
                  <c:v>42690</c:v>
                </c:pt>
                <c:pt idx="1452">
                  <c:v>42691</c:v>
                </c:pt>
                <c:pt idx="1453">
                  <c:v>42692</c:v>
                </c:pt>
                <c:pt idx="1454">
                  <c:v>42695</c:v>
                </c:pt>
                <c:pt idx="1455">
                  <c:v>42696</c:v>
                </c:pt>
                <c:pt idx="1456">
                  <c:v>42697</c:v>
                </c:pt>
                <c:pt idx="1457">
                  <c:v>42698</c:v>
                </c:pt>
                <c:pt idx="1458">
                  <c:v>42699</c:v>
                </c:pt>
                <c:pt idx="1459">
                  <c:v>42702</c:v>
                </c:pt>
                <c:pt idx="1460">
                  <c:v>42703</c:v>
                </c:pt>
                <c:pt idx="1461">
                  <c:v>42704</c:v>
                </c:pt>
                <c:pt idx="1462">
                  <c:v>42705</c:v>
                </c:pt>
                <c:pt idx="1463">
                  <c:v>42706</c:v>
                </c:pt>
                <c:pt idx="1464">
                  <c:v>42709</c:v>
                </c:pt>
                <c:pt idx="1465">
                  <c:v>42710</c:v>
                </c:pt>
                <c:pt idx="1466">
                  <c:v>42711</c:v>
                </c:pt>
                <c:pt idx="1467">
                  <c:v>42712</c:v>
                </c:pt>
                <c:pt idx="1468">
                  <c:v>42713</c:v>
                </c:pt>
                <c:pt idx="1469">
                  <c:v>42716</c:v>
                </c:pt>
                <c:pt idx="1470">
                  <c:v>42717</c:v>
                </c:pt>
                <c:pt idx="1471">
                  <c:v>42718</c:v>
                </c:pt>
                <c:pt idx="1472">
                  <c:v>42719</c:v>
                </c:pt>
                <c:pt idx="1473">
                  <c:v>42720</c:v>
                </c:pt>
                <c:pt idx="1474">
                  <c:v>42723</c:v>
                </c:pt>
                <c:pt idx="1475">
                  <c:v>42724</c:v>
                </c:pt>
                <c:pt idx="1476">
                  <c:v>42725</c:v>
                </c:pt>
                <c:pt idx="1477">
                  <c:v>42726</c:v>
                </c:pt>
                <c:pt idx="1478">
                  <c:v>42727</c:v>
                </c:pt>
                <c:pt idx="1479">
                  <c:v>42730</c:v>
                </c:pt>
                <c:pt idx="1480">
                  <c:v>42731</c:v>
                </c:pt>
                <c:pt idx="1481">
                  <c:v>42732</c:v>
                </c:pt>
                <c:pt idx="1482">
                  <c:v>42733</c:v>
                </c:pt>
                <c:pt idx="1483">
                  <c:v>42737</c:v>
                </c:pt>
                <c:pt idx="1484">
                  <c:v>42738</c:v>
                </c:pt>
                <c:pt idx="1485">
                  <c:v>42739</c:v>
                </c:pt>
                <c:pt idx="1486">
                  <c:v>42740</c:v>
                </c:pt>
                <c:pt idx="1487">
                  <c:v>42741</c:v>
                </c:pt>
                <c:pt idx="1488">
                  <c:v>42744</c:v>
                </c:pt>
                <c:pt idx="1489">
                  <c:v>42745</c:v>
                </c:pt>
                <c:pt idx="1490">
                  <c:v>42746</c:v>
                </c:pt>
                <c:pt idx="1491">
                  <c:v>42747</c:v>
                </c:pt>
                <c:pt idx="1492">
                  <c:v>42748</c:v>
                </c:pt>
                <c:pt idx="1493">
                  <c:v>42751</c:v>
                </c:pt>
                <c:pt idx="1494">
                  <c:v>42752</c:v>
                </c:pt>
                <c:pt idx="1495">
                  <c:v>42753</c:v>
                </c:pt>
                <c:pt idx="1496">
                  <c:v>42754</c:v>
                </c:pt>
                <c:pt idx="1497">
                  <c:v>42755</c:v>
                </c:pt>
                <c:pt idx="1498">
                  <c:v>42758</c:v>
                </c:pt>
                <c:pt idx="1499">
                  <c:v>42759</c:v>
                </c:pt>
                <c:pt idx="1500">
                  <c:v>42760</c:v>
                </c:pt>
                <c:pt idx="1501">
                  <c:v>42761</c:v>
                </c:pt>
                <c:pt idx="1502">
                  <c:v>42766</c:v>
                </c:pt>
                <c:pt idx="1503">
                  <c:v>42767</c:v>
                </c:pt>
                <c:pt idx="1504">
                  <c:v>42768</c:v>
                </c:pt>
                <c:pt idx="1505">
                  <c:v>42769</c:v>
                </c:pt>
                <c:pt idx="1506">
                  <c:v>42772</c:v>
                </c:pt>
                <c:pt idx="1507">
                  <c:v>42773</c:v>
                </c:pt>
                <c:pt idx="1508">
                  <c:v>42774</c:v>
                </c:pt>
                <c:pt idx="1509">
                  <c:v>42775</c:v>
                </c:pt>
                <c:pt idx="1510">
                  <c:v>42776</c:v>
                </c:pt>
                <c:pt idx="1511">
                  <c:v>42779</c:v>
                </c:pt>
                <c:pt idx="1512">
                  <c:v>42780</c:v>
                </c:pt>
                <c:pt idx="1513">
                  <c:v>42781</c:v>
                </c:pt>
                <c:pt idx="1514">
                  <c:v>42782</c:v>
                </c:pt>
                <c:pt idx="1515">
                  <c:v>42783</c:v>
                </c:pt>
                <c:pt idx="1516">
                  <c:v>42786</c:v>
                </c:pt>
                <c:pt idx="1517">
                  <c:v>42787</c:v>
                </c:pt>
                <c:pt idx="1518">
                  <c:v>42788</c:v>
                </c:pt>
                <c:pt idx="1519">
                  <c:v>42789</c:v>
                </c:pt>
                <c:pt idx="1520">
                  <c:v>42790</c:v>
                </c:pt>
                <c:pt idx="1521">
                  <c:v>42793</c:v>
                </c:pt>
                <c:pt idx="1522">
                  <c:v>42794</c:v>
                </c:pt>
                <c:pt idx="1523">
                  <c:v>42796</c:v>
                </c:pt>
                <c:pt idx="1524">
                  <c:v>42797</c:v>
                </c:pt>
                <c:pt idx="1525">
                  <c:v>42800</c:v>
                </c:pt>
                <c:pt idx="1526">
                  <c:v>42801</c:v>
                </c:pt>
                <c:pt idx="1527">
                  <c:v>42802</c:v>
                </c:pt>
                <c:pt idx="1528">
                  <c:v>42803</c:v>
                </c:pt>
                <c:pt idx="1529">
                  <c:v>42804</c:v>
                </c:pt>
                <c:pt idx="1530">
                  <c:v>42807</c:v>
                </c:pt>
                <c:pt idx="1531">
                  <c:v>42808</c:v>
                </c:pt>
                <c:pt idx="1532">
                  <c:v>42809</c:v>
                </c:pt>
                <c:pt idx="1533">
                  <c:v>42810</c:v>
                </c:pt>
                <c:pt idx="1534">
                  <c:v>42811</c:v>
                </c:pt>
                <c:pt idx="1535">
                  <c:v>42814</c:v>
                </c:pt>
                <c:pt idx="1536">
                  <c:v>42815</c:v>
                </c:pt>
                <c:pt idx="1537">
                  <c:v>42816</c:v>
                </c:pt>
                <c:pt idx="1538">
                  <c:v>42817</c:v>
                </c:pt>
                <c:pt idx="1539">
                  <c:v>42818</c:v>
                </c:pt>
                <c:pt idx="1540">
                  <c:v>42821</c:v>
                </c:pt>
                <c:pt idx="1541">
                  <c:v>42822</c:v>
                </c:pt>
                <c:pt idx="1542">
                  <c:v>42823</c:v>
                </c:pt>
                <c:pt idx="1543">
                  <c:v>42824</c:v>
                </c:pt>
                <c:pt idx="1544">
                  <c:v>42825</c:v>
                </c:pt>
                <c:pt idx="1545">
                  <c:v>42828</c:v>
                </c:pt>
                <c:pt idx="1546">
                  <c:v>42829</c:v>
                </c:pt>
                <c:pt idx="1547">
                  <c:v>42830</c:v>
                </c:pt>
                <c:pt idx="1548">
                  <c:v>42831</c:v>
                </c:pt>
                <c:pt idx="1549">
                  <c:v>42832</c:v>
                </c:pt>
                <c:pt idx="1550">
                  <c:v>42835</c:v>
                </c:pt>
                <c:pt idx="1551">
                  <c:v>42836</c:v>
                </c:pt>
                <c:pt idx="1552">
                  <c:v>42837</c:v>
                </c:pt>
                <c:pt idx="1553">
                  <c:v>42838</c:v>
                </c:pt>
                <c:pt idx="1554">
                  <c:v>42839</c:v>
                </c:pt>
                <c:pt idx="1555">
                  <c:v>42842</c:v>
                </c:pt>
                <c:pt idx="1556">
                  <c:v>42843</c:v>
                </c:pt>
                <c:pt idx="1557">
                  <c:v>42844</c:v>
                </c:pt>
                <c:pt idx="1558">
                  <c:v>42845</c:v>
                </c:pt>
                <c:pt idx="1559">
                  <c:v>42846</c:v>
                </c:pt>
                <c:pt idx="1560">
                  <c:v>42849</c:v>
                </c:pt>
                <c:pt idx="1561">
                  <c:v>42850</c:v>
                </c:pt>
                <c:pt idx="1562">
                  <c:v>42851</c:v>
                </c:pt>
                <c:pt idx="1563">
                  <c:v>42852</c:v>
                </c:pt>
                <c:pt idx="1564">
                  <c:v>42853</c:v>
                </c:pt>
                <c:pt idx="1565">
                  <c:v>42857</c:v>
                </c:pt>
                <c:pt idx="1566">
                  <c:v>42859</c:v>
                </c:pt>
                <c:pt idx="1567">
                  <c:v>42863</c:v>
                </c:pt>
                <c:pt idx="1568">
                  <c:v>42865</c:v>
                </c:pt>
                <c:pt idx="1569">
                  <c:v>42866</c:v>
                </c:pt>
                <c:pt idx="1570">
                  <c:v>42867</c:v>
                </c:pt>
                <c:pt idx="1571">
                  <c:v>42870</c:v>
                </c:pt>
                <c:pt idx="1572">
                  <c:v>42871</c:v>
                </c:pt>
                <c:pt idx="1573">
                  <c:v>42872</c:v>
                </c:pt>
                <c:pt idx="1574">
                  <c:v>42873</c:v>
                </c:pt>
                <c:pt idx="1575">
                  <c:v>42874</c:v>
                </c:pt>
                <c:pt idx="1576">
                  <c:v>42877</c:v>
                </c:pt>
                <c:pt idx="1577">
                  <c:v>42878</c:v>
                </c:pt>
                <c:pt idx="1578">
                  <c:v>42879</c:v>
                </c:pt>
                <c:pt idx="1579">
                  <c:v>42880</c:v>
                </c:pt>
                <c:pt idx="1580">
                  <c:v>42881</c:v>
                </c:pt>
                <c:pt idx="1581">
                  <c:v>42884</c:v>
                </c:pt>
                <c:pt idx="1582">
                  <c:v>42885</c:v>
                </c:pt>
                <c:pt idx="1583">
                  <c:v>42886</c:v>
                </c:pt>
                <c:pt idx="1584">
                  <c:v>42887</c:v>
                </c:pt>
                <c:pt idx="1585">
                  <c:v>42888</c:v>
                </c:pt>
                <c:pt idx="1586">
                  <c:v>42891</c:v>
                </c:pt>
                <c:pt idx="1587">
                  <c:v>42893</c:v>
                </c:pt>
                <c:pt idx="1588">
                  <c:v>42894</c:v>
                </c:pt>
                <c:pt idx="1589">
                  <c:v>42895</c:v>
                </c:pt>
                <c:pt idx="1590">
                  <c:v>42898</c:v>
                </c:pt>
                <c:pt idx="1591">
                  <c:v>42899</c:v>
                </c:pt>
                <c:pt idx="1592">
                  <c:v>42900</c:v>
                </c:pt>
                <c:pt idx="1593">
                  <c:v>42901</c:v>
                </c:pt>
                <c:pt idx="1594">
                  <c:v>42902</c:v>
                </c:pt>
                <c:pt idx="1595">
                  <c:v>42905</c:v>
                </c:pt>
                <c:pt idx="1596">
                  <c:v>42906</c:v>
                </c:pt>
                <c:pt idx="1597">
                  <c:v>42907</c:v>
                </c:pt>
                <c:pt idx="1598">
                  <c:v>42908</c:v>
                </c:pt>
                <c:pt idx="1599">
                  <c:v>42909</c:v>
                </c:pt>
                <c:pt idx="1600">
                  <c:v>42912</c:v>
                </c:pt>
                <c:pt idx="1601">
                  <c:v>42913</c:v>
                </c:pt>
                <c:pt idx="1602">
                  <c:v>42914</c:v>
                </c:pt>
                <c:pt idx="1603">
                  <c:v>42915</c:v>
                </c:pt>
                <c:pt idx="1604">
                  <c:v>42916</c:v>
                </c:pt>
                <c:pt idx="1605">
                  <c:v>42919</c:v>
                </c:pt>
                <c:pt idx="1606">
                  <c:v>42920</c:v>
                </c:pt>
                <c:pt idx="1607">
                  <c:v>42921</c:v>
                </c:pt>
                <c:pt idx="1608">
                  <c:v>42922</c:v>
                </c:pt>
                <c:pt idx="1609">
                  <c:v>42923</c:v>
                </c:pt>
                <c:pt idx="1610">
                  <c:v>42926</c:v>
                </c:pt>
                <c:pt idx="1611">
                  <c:v>42927</c:v>
                </c:pt>
                <c:pt idx="1612">
                  <c:v>42928</c:v>
                </c:pt>
                <c:pt idx="1613">
                  <c:v>42929</c:v>
                </c:pt>
                <c:pt idx="1614">
                  <c:v>42930</c:v>
                </c:pt>
                <c:pt idx="1615">
                  <c:v>42933</c:v>
                </c:pt>
                <c:pt idx="1616">
                  <c:v>42934</c:v>
                </c:pt>
                <c:pt idx="1617">
                  <c:v>42935</c:v>
                </c:pt>
                <c:pt idx="1618">
                  <c:v>42936</c:v>
                </c:pt>
                <c:pt idx="1619">
                  <c:v>42937</c:v>
                </c:pt>
                <c:pt idx="1620">
                  <c:v>42940</c:v>
                </c:pt>
                <c:pt idx="1621">
                  <c:v>42941</c:v>
                </c:pt>
                <c:pt idx="1622">
                  <c:v>42942</c:v>
                </c:pt>
                <c:pt idx="1623">
                  <c:v>42943</c:v>
                </c:pt>
                <c:pt idx="1624">
                  <c:v>42944</c:v>
                </c:pt>
                <c:pt idx="1625">
                  <c:v>42947</c:v>
                </c:pt>
                <c:pt idx="1626">
                  <c:v>42948</c:v>
                </c:pt>
                <c:pt idx="1627">
                  <c:v>42949</c:v>
                </c:pt>
                <c:pt idx="1628">
                  <c:v>42950</c:v>
                </c:pt>
                <c:pt idx="1629">
                  <c:v>42951</c:v>
                </c:pt>
                <c:pt idx="1630">
                  <c:v>42954</c:v>
                </c:pt>
                <c:pt idx="1631">
                  <c:v>42955</c:v>
                </c:pt>
                <c:pt idx="1632">
                  <c:v>42956</c:v>
                </c:pt>
                <c:pt idx="1633">
                  <c:v>42957</c:v>
                </c:pt>
                <c:pt idx="1634">
                  <c:v>42958</c:v>
                </c:pt>
                <c:pt idx="1635">
                  <c:v>42961</c:v>
                </c:pt>
                <c:pt idx="1636">
                  <c:v>42963</c:v>
                </c:pt>
                <c:pt idx="1637">
                  <c:v>42964</c:v>
                </c:pt>
                <c:pt idx="1638">
                  <c:v>42965</c:v>
                </c:pt>
                <c:pt idx="1639">
                  <c:v>42968</c:v>
                </c:pt>
                <c:pt idx="1640">
                  <c:v>42969</c:v>
                </c:pt>
                <c:pt idx="1641">
                  <c:v>42970</c:v>
                </c:pt>
                <c:pt idx="1642">
                  <c:v>42971</c:v>
                </c:pt>
                <c:pt idx="1643">
                  <c:v>42972</c:v>
                </c:pt>
                <c:pt idx="1644">
                  <c:v>42975</c:v>
                </c:pt>
                <c:pt idx="1645">
                  <c:v>42976</c:v>
                </c:pt>
                <c:pt idx="1646">
                  <c:v>42977</c:v>
                </c:pt>
                <c:pt idx="1647">
                  <c:v>42978</c:v>
                </c:pt>
                <c:pt idx="1648">
                  <c:v>42979</c:v>
                </c:pt>
                <c:pt idx="1649">
                  <c:v>42982</c:v>
                </c:pt>
                <c:pt idx="1650">
                  <c:v>42983</c:v>
                </c:pt>
                <c:pt idx="1651">
                  <c:v>42984</c:v>
                </c:pt>
                <c:pt idx="1652">
                  <c:v>42985</c:v>
                </c:pt>
                <c:pt idx="1653">
                  <c:v>42986</c:v>
                </c:pt>
                <c:pt idx="1654">
                  <c:v>42989</c:v>
                </c:pt>
                <c:pt idx="1655">
                  <c:v>42990</c:v>
                </c:pt>
                <c:pt idx="1656">
                  <c:v>42991</c:v>
                </c:pt>
                <c:pt idx="1657">
                  <c:v>42992</c:v>
                </c:pt>
                <c:pt idx="1658">
                  <c:v>42993</c:v>
                </c:pt>
                <c:pt idx="1659">
                  <c:v>42996</c:v>
                </c:pt>
                <c:pt idx="1660">
                  <c:v>42997</c:v>
                </c:pt>
                <c:pt idx="1661">
                  <c:v>42998</c:v>
                </c:pt>
                <c:pt idx="1662">
                  <c:v>42999</c:v>
                </c:pt>
                <c:pt idx="1663">
                  <c:v>43000</c:v>
                </c:pt>
                <c:pt idx="1664">
                  <c:v>43003</c:v>
                </c:pt>
                <c:pt idx="1665">
                  <c:v>43004</c:v>
                </c:pt>
                <c:pt idx="1666">
                  <c:v>43005</c:v>
                </c:pt>
                <c:pt idx="1667">
                  <c:v>43006</c:v>
                </c:pt>
                <c:pt idx="1668">
                  <c:v>43007</c:v>
                </c:pt>
                <c:pt idx="1669">
                  <c:v>43018</c:v>
                </c:pt>
                <c:pt idx="1670">
                  <c:v>43019</c:v>
                </c:pt>
                <c:pt idx="1671">
                  <c:v>43020</c:v>
                </c:pt>
                <c:pt idx="1672">
                  <c:v>43021</c:v>
                </c:pt>
                <c:pt idx="1673">
                  <c:v>43024</c:v>
                </c:pt>
                <c:pt idx="1674">
                  <c:v>43025</c:v>
                </c:pt>
                <c:pt idx="1675">
                  <c:v>43026</c:v>
                </c:pt>
                <c:pt idx="1676">
                  <c:v>43027</c:v>
                </c:pt>
                <c:pt idx="1677">
                  <c:v>43028</c:v>
                </c:pt>
                <c:pt idx="1678">
                  <c:v>43031</c:v>
                </c:pt>
                <c:pt idx="1679">
                  <c:v>43032</c:v>
                </c:pt>
                <c:pt idx="1680">
                  <c:v>43033</c:v>
                </c:pt>
                <c:pt idx="1681">
                  <c:v>43034</c:v>
                </c:pt>
                <c:pt idx="1682">
                  <c:v>43035</c:v>
                </c:pt>
                <c:pt idx="1683">
                  <c:v>43038</c:v>
                </c:pt>
                <c:pt idx="1684">
                  <c:v>43039</c:v>
                </c:pt>
                <c:pt idx="1685">
                  <c:v>43040</c:v>
                </c:pt>
                <c:pt idx="1686">
                  <c:v>43041</c:v>
                </c:pt>
                <c:pt idx="1687">
                  <c:v>43042</c:v>
                </c:pt>
                <c:pt idx="1688">
                  <c:v>43045</c:v>
                </c:pt>
                <c:pt idx="1689">
                  <c:v>43046</c:v>
                </c:pt>
                <c:pt idx="1690">
                  <c:v>43047</c:v>
                </c:pt>
                <c:pt idx="1691">
                  <c:v>43048</c:v>
                </c:pt>
                <c:pt idx="1692">
                  <c:v>43049</c:v>
                </c:pt>
                <c:pt idx="1693">
                  <c:v>43052</c:v>
                </c:pt>
                <c:pt idx="1694">
                  <c:v>43053</c:v>
                </c:pt>
                <c:pt idx="1695">
                  <c:v>43054</c:v>
                </c:pt>
                <c:pt idx="1696">
                  <c:v>43055</c:v>
                </c:pt>
                <c:pt idx="1697">
                  <c:v>43056</c:v>
                </c:pt>
                <c:pt idx="1698">
                  <c:v>43059</c:v>
                </c:pt>
                <c:pt idx="1699">
                  <c:v>43060</c:v>
                </c:pt>
                <c:pt idx="1700">
                  <c:v>43061</c:v>
                </c:pt>
                <c:pt idx="1701">
                  <c:v>43062</c:v>
                </c:pt>
                <c:pt idx="1702">
                  <c:v>43063</c:v>
                </c:pt>
                <c:pt idx="1703">
                  <c:v>43066</c:v>
                </c:pt>
                <c:pt idx="1704">
                  <c:v>43067</c:v>
                </c:pt>
                <c:pt idx="1705">
                  <c:v>43068</c:v>
                </c:pt>
                <c:pt idx="1706">
                  <c:v>43069</c:v>
                </c:pt>
                <c:pt idx="1707">
                  <c:v>43070</c:v>
                </c:pt>
                <c:pt idx="1708">
                  <c:v>43073</c:v>
                </c:pt>
                <c:pt idx="1709">
                  <c:v>43074</c:v>
                </c:pt>
                <c:pt idx="1710">
                  <c:v>43075</c:v>
                </c:pt>
                <c:pt idx="1711">
                  <c:v>43076</c:v>
                </c:pt>
                <c:pt idx="1712">
                  <c:v>43077</c:v>
                </c:pt>
                <c:pt idx="1713">
                  <c:v>43080</c:v>
                </c:pt>
                <c:pt idx="1714">
                  <c:v>43081</c:v>
                </c:pt>
                <c:pt idx="1715">
                  <c:v>43082</c:v>
                </c:pt>
                <c:pt idx="1716">
                  <c:v>43083</c:v>
                </c:pt>
                <c:pt idx="1717">
                  <c:v>43084</c:v>
                </c:pt>
                <c:pt idx="1718">
                  <c:v>43087</c:v>
                </c:pt>
                <c:pt idx="1719">
                  <c:v>43088</c:v>
                </c:pt>
                <c:pt idx="1720">
                  <c:v>43089</c:v>
                </c:pt>
                <c:pt idx="1721">
                  <c:v>43090</c:v>
                </c:pt>
                <c:pt idx="1722">
                  <c:v>43091</c:v>
                </c:pt>
                <c:pt idx="1723">
                  <c:v>43095</c:v>
                </c:pt>
                <c:pt idx="1724">
                  <c:v>43096</c:v>
                </c:pt>
                <c:pt idx="1725">
                  <c:v>43097</c:v>
                </c:pt>
                <c:pt idx="1726">
                  <c:v>43102</c:v>
                </c:pt>
                <c:pt idx="1727">
                  <c:v>43103</c:v>
                </c:pt>
                <c:pt idx="1728">
                  <c:v>43104</c:v>
                </c:pt>
                <c:pt idx="1729">
                  <c:v>43105</c:v>
                </c:pt>
                <c:pt idx="1730">
                  <c:v>43108</c:v>
                </c:pt>
                <c:pt idx="1731">
                  <c:v>43109</c:v>
                </c:pt>
                <c:pt idx="1732">
                  <c:v>43110</c:v>
                </c:pt>
                <c:pt idx="1733">
                  <c:v>43111</c:v>
                </c:pt>
                <c:pt idx="1734">
                  <c:v>43112</c:v>
                </c:pt>
                <c:pt idx="1735">
                  <c:v>43115</c:v>
                </c:pt>
                <c:pt idx="1736">
                  <c:v>43116</c:v>
                </c:pt>
                <c:pt idx="1737">
                  <c:v>43117</c:v>
                </c:pt>
                <c:pt idx="1738">
                  <c:v>43118</c:v>
                </c:pt>
                <c:pt idx="1739">
                  <c:v>43119</c:v>
                </c:pt>
                <c:pt idx="1740">
                  <c:v>43122</c:v>
                </c:pt>
                <c:pt idx="1741">
                  <c:v>43123</c:v>
                </c:pt>
                <c:pt idx="1742">
                  <c:v>43124</c:v>
                </c:pt>
                <c:pt idx="1743">
                  <c:v>43125</c:v>
                </c:pt>
                <c:pt idx="1744">
                  <c:v>43126</c:v>
                </c:pt>
                <c:pt idx="1745">
                  <c:v>43129</c:v>
                </c:pt>
                <c:pt idx="1746">
                  <c:v>43130</c:v>
                </c:pt>
                <c:pt idx="1747">
                  <c:v>43131</c:v>
                </c:pt>
                <c:pt idx="1748">
                  <c:v>43132</c:v>
                </c:pt>
                <c:pt idx="1749">
                  <c:v>43133</c:v>
                </c:pt>
                <c:pt idx="1750">
                  <c:v>43136</c:v>
                </c:pt>
                <c:pt idx="1751">
                  <c:v>43137</c:v>
                </c:pt>
                <c:pt idx="1752">
                  <c:v>43138</c:v>
                </c:pt>
                <c:pt idx="1753">
                  <c:v>43139</c:v>
                </c:pt>
                <c:pt idx="1754">
                  <c:v>43140</c:v>
                </c:pt>
                <c:pt idx="1755">
                  <c:v>43143</c:v>
                </c:pt>
                <c:pt idx="1756">
                  <c:v>43144</c:v>
                </c:pt>
                <c:pt idx="1757">
                  <c:v>43145</c:v>
                </c:pt>
                <c:pt idx="1758">
                  <c:v>43150</c:v>
                </c:pt>
                <c:pt idx="1759">
                  <c:v>43151</c:v>
                </c:pt>
                <c:pt idx="1760">
                  <c:v>43152</c:v>
                </c:pt>
                <c:pt idx="1761">
                  <c:v>43153</c:v>
                </c:pt>
                <c:pt idx="1762">
                  <c:v>43154</c:v>
                </c:pt>
                <c:pt idx="1763">
                  <c:v>43157</c:v>
                </c:pt>
                <c:pt idx="1764">
                  <c:v>43158</c:v>
                </c:pt>
                <c:pt idx="1765">
                  <c:v>43159</c:v>
                </c:pt>
                <c:pt idx="1766">
                  <c:v>43161</c:v>
                </c:pt>
                <c:pt idx="1767">
                  <c:v>43164</c:v>
                </c:pt>
                <c:pt idx="1768">
                  <c:v>43165</c:v>
                </c:pt>
                <c:pt idx="1769">
                  <c:v>43166</c:v>
                </c:pt>
                <c:pt idx="1770">
                  <c:v>43167</c:v>
                </c:pt>
                <c:pt idx="1771">
                  <c:v>43168</c:v>
                </c:pt>
                <c:pt idx="1772">
                  <c:v>43171</c:v>
                </c:pt>
                <c:pt idx="1773">
                  <c:v>43172</c:v>
                </c:pt>
                <c:pt idx="1774">
                  <c:v>43173</c:v>
                </c:pt>
                <c:pt idx="1775">
                  <c:v>43174</c:v>
                </c:pt>
                <c:pt idx="1776">
                  <c:v>43175</c:v>
                </c:pt>
                <c:pt idx="1777">
                  <c:v>43178</c:v>
                </c:pt>
                <c:pt idx="1778">
                  <c:v>43179</c:v>
                </c:pt>
                <c:pt idx="1779">
                  <c:v>43180</c:v>
                </c:pt>
                <c:pt idx="1780">
                  <c:v>43181</c:v>
                </c:pt>
                <c:pt idx="1781">
                  <c:v>43182</c:v>
                </c:pt>
                <c:pt idx="1782">
                  <c:v>43185</c:v>
                </c:pt>
                <c:pt idx="1783">
                  <c:v>43186</c:v>
                </c:pt>
                <c:pt idx="1784">
                  <c:v>43187</c:v>
                </c:pt>
                <c:pt idx="1785">
                  <c:v>43188</c:v>
                </c:pt>
                <c:pt idx="1786">
                  <c:v>43189</c:v>
                </c:pt>
                <c:pt idx="1787">
                  <c:v>43192</c:v>
                </c:pt>
                <c:pt idx="1788">
                  <c:v>43193</c:v>
                </c:pt>
                <c:pt idx="1789">
                  <c:v>43194</c:v>
                </c:pt>
                <c:pt idx="1790">
                  <c:v>43195</c:v>
                </c:pt>
                <c:pt idx="1791">
                  <c:v>43196</c:v>
                </c:pt>
                <c:pt idx="1792">
                  <c:v>43199</c:v>
                </c:pt>
                <c:pt idx="1793">
                  <c:v>43200</c:v>
                </c:pt>
                <c:pt idx="1794">
                  <c:v>43201</c:v>
                </c:pt>
                <c:pt idx="1795">
                  <c:v>43202</c:v>
                </c:pt>
                <c:pt idx="1796">
                  <c:v>43203</c:v>
                </c:pt>
                <c:pt idx="1797">
                  <c:v>43206</c:v>
                </c:pt>
                <c:pt idx="1798">
                  <c:v>43207</c:v>
                </c:pt>
                <c:pt idx="1799">
                  <c:v>43208</c:v>
                </c:pt>
                <c:pt idx="1800">
                  <c:v>43209</c:v>
                </c:pt>
                <c:pt idx="1801">
                  <c:v>43210</c:v>
                </c:pt>
                <c:pt idx="1802">
                  <c:v>43213</c:v>
                </c:pt>
                <c:pt idx="1803">
                  <c:v>43214</c:v>
                </c:pt>
                <c:pt idx="1804">
                  <c:v>43215</c:v>
                </c:pt>
                <c:pt idx="1805">
                  <c:v>43216</c:v>
                </c:pt>
                <c:pt idx="1806">
                  <c:v>43217</c:v>
                </c:pt>
                <c:pt idx="1807">
                  <c:v>43220</c:v>
                </c:pt>
                <c:pt idx="1808">
                  <c:v>43222</c:v>
                </c:pt>
                <c:pt idx="1809">
                  <c:v>43223</c:v>
                </c:pt>
                <c:pt idx="1810">
                  <c:v>43224</c:v>
                </c:pt>
                <c:pt idx="1811">
                  <c:v>43228</c:v>
                </c:pt>
                <c:pt idx="1812">
                  <c:v>43229</c:v>
                </c:pt>
                <c:pt idx="1813">
                  <c:v>43230</c:v>
                </c:pt>
                <c:pt idx="1814">
                  <c:v>43231</c:v>
                </c:pt>
                <c:pt idx="1815">
                  <c:v>43234</c:v>
                </c:pt>
                <c:pt idx="1816">
                  <c:v>43235</c:v>
                </c:pt>
                <c:pt idx="1817">
                  <c:v>43236</c:v>
                </c:pt>
                <c:pt idx="1818">
                  <c:v>43237</c:v>
                </c:pt>
                <c:pt idx="1819">
                  <c:v>43238</c:v>
                </c:pt>
                <c:pt idx="1820">
                  <c:v>43241</c:v>
                </c:pt>
                <c:pt idx="1821">
                  <c:v>43243</c:v>
                </c:pt>
                <c:pt idx="1822">
                  <c:v>43244</c:v>
                </c:pt>
                <c:pt idx="1823">
                  <c:v>43245</c:v>
                </c:pt>
                <c:pt idx="1824">
                  <c:v>43248</c:v>
                </c:pt>
                <c:pt idx="1825">
                  <c:v>43249</c:v>
                </c:pt>
                <c:pt idx="1826">
                  <c:v>43250</c:v>
                </c:pt>
                <c:pt idx="1827">
                  <c:v>43251</c:v>
                </c:pt>
                <c:pt idx="1828">
                  <c:v>43252</c:v>
                </c:pt>
                <c:pt idx="1829">
                  <c:v>43255</c:v>
                </c:pt>
                <c:pt idx="1830">
                  <c:v>43256</c:v>
                </c:pt>
                <c:pt idx="1831">
                  <c:v>43258</c:v>
                </c:pt>
                <c:pt idx="1832">
                  <c:v>43259</c:v>
                </c:pt>
                <c:pt idx="1833">
                  <c:v>43262</c:v>
                </c:pt>
                <c:pt idx="1834">
                  <c:v>43263</c:v>
                </c:pt>
                <c:pt idx="1835">
                  <c:v>43265</c:v>
                </c:pt>
                <c:pt idx="1836">
                  <c:v>43266</c:v>
                </c:pt>
                <c:pt idx="1837">
                  <c:v>43269</c:v>
                </c:pt>
                <c:pt idx="1838">
                  <c:v>43270</c:v>
                </c:pt>
                <c:pt idx="1839">
                  <c:v>43271</c:v>
                </c:pt>
                <c:pt idx="1840">
                  <c:v>43272</c:v>
                </c:pt>
                <c:pt idx="1841">
                  <c:v>43273</c:v>
                </c:pt>
                <c:pt idx="1842">
                  <c:v>43276</c:v>
                </c:pt>
                <c:pt idx="1843">
                  <c:v>43277</c:v>
                </c:pt>
                <c:pt idx="1844">
                  <c:v>43278</c:v>
                </c:pt>
                <c:pt idx="1845">
                  <c:v>43279</c:v>
                </c:pt>
                <c:pt idx="1846">
                  <c:v>43280</c:v>
                </c:pt>
                <c:pt idx="1847">
                  <c:v>43283</c:v>
                </c:pt>
                <c:pt idx="1848">
                  <c:v>43284</c:v>
                </c:pt>
                <c:pt idx="1849">
                  <c:v>43285</c:v>
                </c:pt>
                <c:pt idx="1850">
                  <c:v>43286</c:v>
                </c:pt>
                <c:pt idx="1851">
                  <c:v>43287</c:v>
                </c:pt>
                <c:pt idx="1852">
                  <c:v>43290</c:v>
                </c:pt>
                <c:pt idx="1853">
                  <c:v>43291</c:v>
                </c:pt>
                <c:pt idx="1854">
                  <c:v>43292</c:v>
                </c:pt>
                <c:pt idx="1855">
                  <c:v>43293</c:v>
                </c:pt>
                <c:pt idx="1856">
                  <c:v>43294</c:v>
                </c:pt>
                <c:pt idx="1857">
                  <c:v>43297</c:v>
                </c:pt>
                <c:pt idx="1858">
                  <c:v>43298</c:v>
                </c:pt>
                <c:pt idx="1859">
                  <c:v>43299</c:v>
                </c:pt>
                <c:pt idx="1860">
                  <c:v>43300</c:v>
                </c:pt>
                <c:pt idx="1861">
                  <c:v>43301</c:v>
                </c:pt>
                <c:pt idx="1862">
                  <c:v>43304</c:v>
                </c:pt>
                <c:pt idx="1863">
                  <c:v>43305</c:v>
                </c:pt>
                <c:pt idx="1864">
                  <c:v>43306</c:v>
                </c:pt>
                <c:pt idx="1865">
                  <c:v>43307</c:v>
                </c:pt>
                <c:pt idx="1866">
                  <c:v>43308</c:v>
                </c:pt>
                <c:pt idx="1867">
                  <c:v>43311</c:v>
                </c:pt>
                <c:pt idx="1868">
                  <c:v>43312</c:v>
                </c:pt>
                <c:pt idx="1869">
                  <c:v>43313</c:v>
                </c:pt>
                <c:pt idx="1870">
                  <c:v>43314</c:v>
                </c:pt>
                <c:pt idx="1871">
                  <c:v>43315</c:v>
                </c:pt>
                <c:pt idx="1872">
                  <c:v>43318</c:v>
                </c:pt>
                <c:pt idx="1873">
                  <c:v>43319</c:v>
                </c:pt>
                <c:pt idx="1874">
                  <c:v>43320</c:v>
                </c:pt>
                <c:pt idx="1875">
                  <c:v>43321</c:v>
                </c:pt>
                <c:pt idx="1876">
                  <c:v>43322</c:v>
                </c:pt>
                <c:pt idx="1877">
                  <c:v>43325</c:v>
                </c:pt>
                <c:pt idx="1878">
                  <c:v>43326</c:v>
                </c:pt>
                <c:pt idx="1879">
                  <c:v>43328</c:v>
                </c:pt>
                <c:pt idx="1880">
                  <c:v>43329</c:v>
                </c:pt>
                <c:pt idx="1881">
                  <c:v>43332</c:v>
                </c:pt>
                <c:pt idx="1882">
                  <c:v>43333</c:v>
                </c:pt>
                <c:pt idx="1883">
                  <c:v>43334</c:v>
                </c:pt>
                <c:pt idx="1884">
                  <c:v>43335</c:v>
                </c:pt>
                <c:pt idx="1885">
                  <c:v>43336</c:v>
                </c:pt>
                <c:pt idx="1886">
                  <c:v>43339</c:v>
                </c:pt>
                <c:pt idx="1887">
                  <c:v>43340</c:v>
                </c:pt>
                <c:pt idx="1888">
                  <c:v>43341</c:v>
                </c:pt>
                <c:pt idx="1889">
                  <c:v>43342</c:v>
                </c:pt>
                <c:pt idx="1890">
                  <c:v>43343</c:v>
                </c:pt>
                <c:pt idx="1891">
                  <c:v>43346</c:v>
                </c:pt>
                <c:pt idx="1892">
                  <c:v>43347</c:v>
                </c:pt>
                <c:pt idx="1893">
                  <c:v>43348</c:v>
                </c:pt>
                <c:pt idx="1894">
                  <c:v>43349</c:v>
                </c:pt>
                <c:pt idx="1895">
                  <c:v>43350</c:v>
                </c:pt>
                <c:pt idx="1896">
                  <c:v>43353</c:v>
                </c:pt>
                <c:pt idx="1897">
                  <c:v>43354</c:v>
                </c:pt>
                <c:pt idx="1898">
                  <c:v>43355</c:v>
                </c:pt>
                <c:pt idx="1899">
                  <c:v>43356</c:v>
                </c:pt>
                <c:pt idx="1900">
                  <c:v>43357</c:v>
                </c:pt>
                <c:pt idx="1901">
                  <c:v>43360</c:v>
                </c:pt>
                <c:pt idx="1902">
                  <c:v>43361</c:v>
                </c:pt>
                <c:pt idx="1903">
                  <c:v>43362</c:v>
                </c:pt>
                <c:pt idx="1904">
                  <c:v>43363</c:v>
                </c:pt>
                <c:pt idx="1905">
                  <c:v>43364</c:v>
                </c:pt>
                <c:pt idx="1906">
                  <c:v>43370</c:v>
                </c:pt>
                <c:pt idx="1907">
                  <c:v>43371</c:v>
                </c:pt>
                <c:pt idx="1908">
                  <c:v>43374</c:v>
                </c:pt>
                <c:pt idx="1909">
                  <c:v>43375</c:v>
                </c:pt>
                <c:pt idx="1910">
                  <c:v>43377</c:v>
                </c:pt>
                <c:pt idx="1911">
                  <c:v>43378</c:v>
                </c:pt>
                <c:pt idx="1912">
                  <c:v>43381</c:v>
                </c:pt>
                <c:pt idx="1913">
                  <c:v>43383</c:v>
                </c:pt>
                <c:pt idx="1914">
                  <c:v>43384</c:v>
                </c:pt>
                <c:pt idx="1915">
                  <c:v>43385</c:v>
                </c:pt>
                <c:pt idx="1916">
                  <c:v>43388</c:v>
                </c:pt>
                <c:pt idx="1917">
                  <c:v>43389</c:v>
                </c:pt>
                <c:pt idx="1918">
                  <c:v>43390</c:v>
                </c:pt>
                <c:pt idx="1919">
                  <c:v>43391</c:v>
                </c:pt>
                <c:pt idx="1920">
                  <c:v>43392</c:v>
                </c:pt>
                <c:pt idx="1921">
                  <c:v>43395</c:v>
                </c:pt>
                <c:pt idx="1922">
                  <c:v>43396</c:v>
                </c:pt>
                <c:pt idx="1923">
                  <c:v>43397</c:v>
                </c:pt>
                <c:pt idx="1924">
                  <c:v>43398</c:v>
                </c:pt>
                <c:pt idx="1925">
                  <c:v>43399</c:v>
                </c:pt>
                <c:pt idx="1926">
                  <c:v>43402</c:v>
                </c:pt>
                <c:pt idx="1927">
                  <c:v>43403</c:v>
                </c:pt>
                <c:pt idx="1928">
                  <c:v>43404</c:v>
                </c:pt>
                <c:pt idx="1929">
                  <c:v>43405</c:v>
                </c:pt>
                <c:pt idx="1930">
                  <c:v>43406</c:v>
                </c:pt>
                <c:pt idx="1931">
                  <c:v>43409</c:v>
                </c:pt>
                <c:pt idx="1932">
                  <c:v>43410</c:v>
                </c:pt>
                <c:pt idx="1933">
                  <c:v>43411</c:v>
                </c:pt>
                <c:pt idx="1934">
                  <c:v>43412</c:v>
                </c:pt>
                <c:pt idx="1935">
                  <c:v>43413</c:v>
                </c:pt>
                <c:pt idx="1936">
                  <c:v>43416</c:v>
                </c:pt>
                <c:pt idx="1937">
                  <c:v>43417</c:v>
                </c:pt>
                <c:pt idx="1938">
                  <c:v>43418</c:v>
                </c:pt>
                <c:pt idx="1939">
                  <c:v>43419</c:v>
                </c:pt>
                <c:pt idx="1940">
                  <c:v>43420</c:v>
                </c:pt>
                <c:pt idx="1941">
                  <c:v>43423</c:v>
                </c:pt>
                <c:pt idx="1942">
                  <c:v>43424</c:v>
                </c:pt>
                <c:pt idx="1943">
                  <c:v>43425</c:v>
                </c:pt>
                <c:pt idx="1944">
                  <c:v>43426</c:v>
                </c:pt>
                <c:pt idx="1945">
                  <c:v>43427</c:v>
                </c:pt>
                <c:pt idx="1946">
                  <c:v>43430</c:v>
                </c:pt>
                <c:pt idx="1947">
                  <c:v>43431</c:v>
                </c:pt>
                <c:pt idx="1948">
                  <c:v>43432</c:v>
                </c:pt>
                <c:pt idx="1949">
                  <c:v>43433</c:v>
                </c:pt>
                <c:pt idx="1950">
                  <c:v>43434</c:v>
                </c:pt>
                <c:pt idx="1951">
                  <c:v>43437</c:v>
                </c:pt>
                <c:pt idx="1952">
                  <c:v>43438</c:v>
                </c:pt>
                <c:pt idx="1953">
                  <c:v>43439</c:v>
                </c:pt>
                <c:pt idx="1954">
                  <c:v>43440</c:v>
                </c:pt>
                <c:pt idx="1955">
                  <c:v>43441</c:v>
                </c:pt>
                <c:pt idx="1956">
                  <c:v>43444</c:v>
                </c:pt>
                <c:pt idx="1957">
                  <c:v>43445</c:v>
                </c:pt>
                <c:pt idx="1958">
                  <c:v>43446</c:v>
                </c:pt>
                <c:pt idx="1959">
                  <c:v>43447</c:v>
                </c:pt>
                <c:pt idx="1960">
                  <c:v>43448</c:v>
                </c:pt>
                <c:pt idx="1961">
                  <c:v>43451</c:v>
                </c:pt>
                <c:pt idx="1962">
                  <c:v>43452</c:v>
                </c:pt>
                <c:pt idx="1963">
                  <c:v>43453</c:v>
                </c:pt>
                <c:pt idx="1964">
                  <c:v>43454</c:v>
                </c:pt>
                <c:pt idx="1965">
                  <c:v>43455</c:v>
                </c:pt>
                <c:pt idx="1966">
                  <c:v>43458</c:v>
                </c:pt>
                <c:pt idx="1967">
                  <c:v>43460</c:v>
                </c:pt>
                <c:pt idx="1968">
                  <c:v>43461</c:v>
                </c:pt>
                <c:pt idx="1969">
                  <c:v>43462</c:v>
                </c:pt>
                <c:pt idx="1970">
                  <c:v>43467</c:v>
                </c:pt>
                <c:pt idx="1971">
                  <c:v>43468</c:v>
                </c:pt>
                <c:pt idx="1972">
                  <c:v>43469</c:v>
                </c:pt>
                <c:pt idx="1973">
                  <c:v>43472</c:v>
                </c:pt>
                <c:pt idx="1974">
                  <c:v>43473</c:v>
                </c:pt>
                <c:pt idx="1975">
                  <c:v>43474</c:v>
                </c:pt>
                <c:pt idx="1976">
                  <c:v>43475</c:v>
                </c:pt>
                <c:pt idx="1977">
                  <c:v>43476</c:v>
                </c:pt>
                <c:pt idx="1978">
                  <c:v>43479</c:v>
                </c:pt>
                <c:pt idx="1979">
                  <c:v>43480</c:v>
                </c:pt>
                <c:pt idx="1980">
                  <c:v>43481</c:v>
                </c:pt>
                <c:pt idx="1981">
                  <c:v>43482</c:v>
                </c:pt>
                <c:pt idx="1982">
                  <c:v>43483</c:v>
                </c:pt>
                <c:pt idx="1983">
                  <c:v>43486</c:v>
                </c:pt>
                <c:pt idx="1984">
                  <c:v>43487</c:v>
                </c:pt>
                <c:pt idx="1985">
                  <c:v>43488</c:v>
                </c:pt>
                <c:pt idx="1986">
                  <c:v>43489</c:v>
                </c:pt>
                <c:pt idx="1987">
                  <c:v>43490</c:v>
                </c:pt>
                <c:pt idx="1988">
                  <c:v>43493</c:v>
                </c:pt>
                <c:pt idx="1989">
                  <c:v>43494</c:v>
                </c:pt>
                <c:pt idx="1990">
                  <c:v>43495</c:v>
                </c:pt>
                <c:pt idx="1991">
                  <c:v>43496</c:v>
                </c:pt>
                <c:pt idx="1992">
                  <c:v>43497</c:v>
                </c:pt>
                <c:pt idx="1993">
                  <c:v>43503</c:v>
                </c:pt>
                <c:pt idx="1994">
                  <c:v>43504</c:v>
                </c:pt>
                <c:pt idx="1995">
                  <c:v>43507</c:v>
                </c:pt>
                <c:pt idx="1996">
                  <c:v>43508</c:v>
                </c:pt>
                <c:pt idx="1997">
                  <c:v>43509</c:v>
                </c:pt>
                <c:pt idx="1998">
                  <c:v>43510</c:v>
                </c:pt>
                <c:pt idx="1999">
                  <c:v>43511</c:v>
                </c:pt>
                <c:pt idx="2000">
                  <c:v>43514</c:v>
                </c:pt>
                <c:pt idx="2001">
                  <c:v>43515</c:v>
                </c:pt>
                <c:pt idx="2002">
                  <c:v>43516</c:v>
                </c:pt>
                <c:pt idx="2003">
                  <c:v>43517</c:v>
                </c:pt>
                <c:pt idx="2004">
                  <c:v>43518</c:v>
                </c:pt>
                <c:pt idx="2005">
                  <c:v>43521</c:v>
                </c:pt>
                <c:pt idx="2006">
                  <c:v>43522</c:v>
                </c:pt>
                <c:pt idx="2007">
                  <c:v>43523</c:v>
                </c:pt>
                <c:pt idx="2008">
                  <c:v>43524</c:v>
                </c:pt>
                <c:pt idx="2009">
                  <c:v>43528</c:v>
                </c:pt>
                <c:pt idx="2010">
                  <c:v>43529</c:v>
                </c:pt>
                <c:pt idx="2011">
                  <c:v>43530</c:v>
                </c:pt>
                <c:pt idx="2012">
                  <c:v>43531</c:v>
                </c:pt>
                <c:pt idx="2013">
                  <c:v>43532</c:v>
                </c:pt>
                <c:pt idx="2014">
                  <c:v>43535</c:v>
                </c:pt>
                <c:pt idx="2015">
                  <c:v>43536</c:v>
                </c:pt>
                <c:pt idx="2016">
                  <c:v>43537</c:v>
                </c:pt>
                <c:pt idx="2017">
                  <c:v>43538</c:v>
                </c:pt>
                <c:pt idx="2018">
                  <c:v>43539</c:v>
                </c:pt>
                <c:pt idx="2019">
                  <c:v>43542</c:v>
                </c:pt>
                <c:pt idx="2020">
                  <c:v>43543</c:v>
                </c:pt>
                <c:pt idx="2021">
                  <c:v>43544</c:v>
                </c:pt>
                <c:pt idx="2022">
                  <c:v>43545</c:v>
                </c:pt>
                <c:pt idx="2023">
                  <c:v>43546</c:v>
                </c:pt>
                <c:pt idx="2024">
                  <c:v>43549</c:v>
                </c:pt>
                <c:pt idx="2025">
                  <c:v>43550</c:v>
                </c:pt>
                <c:pt idx="2026">
                  <c:v>43551</c:v>
                </c:pt>
                <c:pt idx="2027">
                  <c:v>43552</c:v>
                </c:pt>
                <c:pt idx="2028">
                  <c:v>43553</c:v>
                </c:pt>
                <c:pt idx="2029">
                  <c:v>43556</c:v>
                </c:pt>
                <c:pt idx="2030">
                  <c:v>43557</c:v>
                </c:pt>
                <c:pt idx="2031">
                  <c:v>43558</c:v>
                </c:pt>
                <c:pt idx="2032">
                  <c:v>43559</c:v>
                </c:pt>
                <c:pt idx="2033">
                  <c:v>43560</c:v>
                </c:pt>
                <c:pt idx="2034">
                  <c:v>43563</c:v>
                </c:pt>
                <c:pt idx="2035">
                  <c:v>43564</c:v>
                </c:pt>
                <c:pt idx="2036">
                  <c:v>43565</c:v>
                </c:pt>
                <c:pt idx="2037">
                  <c:v>43566</c:v>
                </c:pt>
                <c:pt idx="2038">
                  <c:v>43567</c:v>
                </c:pt>
                <c:pt idx="2039">
                  <c:v>43570</c:v>
                </c:pt>
                <c:pt idx="2040">
                  <c:v>43571</c:v>
                </c:pt>
                <c:pt idx="2041">
                  <c:v>43572</c:v>
                </c:pt>
                <c:pt idx="2042">
                  <c:v>43573</c:v>
                </c:pt>
                <c:pt idx="2043">
                  <c:v>43574</c:v>
                </c:pt>
                <c:pt idx="2044">
                  <c:v>43577</c:v>
                </c:pt>
                <c:pt idx="2045">
                  <c:v>43578</c:v>
                </c:pt>
                <c:pt idx="2046">
                  <c:v>43579</c:v>
                </c:pt>
                <c:pt idx="2047">
                  <c:v>43580</c:v>
                </c:pt>
                <c:pt idx="2048">
                  <c:v>43581</c:v>
                </c:pt>
                <c:pt idx="2049">
                  <c:v>43584</c:v>
                </c:pt>
                <c:pt idx="2050">
                  <c:v>43585</c:v>
                </c:pt>
                <c:pt idx="2051">
                  <c:v>43587</c:v>
                </c:pt>
                <c:pt idx="2052">
                  <c:v>43588</c:v>
                </c:pt>
                <c:pt idx="2053">
                  <c:v>43592</c:v>
                </c:pt>
                <c:pt idx="2054">
                  <c:v>43593</c:v>
                </c:pt>
                <c:pt idx="2055">
                  <c:v>43594</c:v>
                </c:pt>
                <c:pt idx="2056">
                  <c:v>43595</c:v>
                </c:pt>
                <c:pt idx="2057">
                  <c:v>43598</c:v>
                </c:pt>
                <c:pt idx="2058">
                  <c:v>43599</c:v>
                </c:pt>
                <c:pt idx="2059">
                  <c:v>43600</c:v>
                </c:pt>
                <c:pt idx="2060">
                  <c:v>43601</c:v>
                </c:pt>
                <c:pt idx="2061">
                  <c:v>43602</c:v>
                </c:pt>
                <c:pt idx="2062">
                  <c:v>43605</c:v>
                </c:pt>
                <c:pt idx="2063">
                  <c:v>43606</c:v>
                </c:pt>
                <c:pt idx="2064">
                  <c:v>43607</c:v>
                </c:pt>
                <c:pt idx="2065">
                  <c:v>43608</c:v>
                </c:pt>
                <c:pt idx="2066">
                  <c:v>43609</c:v>
                </c:pt>
                <c:pt idx="2067">
                  <c:v>43612</c:v>
                </c:pt>
                <c:pt idx="2068">
                  <c:v>43613</c:v>
                </c:pt>
                <c:pt idx="2069">
                  <c:v>43614</c:v>
                </c:pt>
                <c:pt idx="2070">
                  <c:v>43615</c:v>
                </c:pt>
                <c:pt idx="2071">
                  <c:v>43616</c:v>
                </c:pt>
                <c:pt idx="2072">
                  <c:v>43619</c:v>
                </c:pt>
                <c:pt idx="2073">
                  <c:v>43620</c:v>
                </c:pt>
                <c:pt idx="2074">
                  <c:v>43621</c:v>
                </c:pt>
                <c:pt idx="2075">
                  <c:v>43623</c:v>
                </c:pt>
                <c:pt idx="2076">
                  <c:v>43626</c:v>
                </c:pt>
                <c:pt idx="2077">
                  <c:v>43627</c:v>
                </c:pt>
                <c:pt idx="2078">
                  <c:v>43628</c:v>
                </c:pt>
                <c:pt idx="2079">
                  <c:v>43629</c:v>
                </c:pt>
                <c:pt idx="2080">
                  <c:v>43630</c:v>
                </c:pt>
                <c:pt idx="2081">
                  <c:v>43633</c:v>
                </c:pt>
                <c:pt idx="2082">
                  <c:v>43634</c:v>
                </c:pt>
                <c:pt idx="2083">
                  <c:v>43635</c:v>
                </c:pt>
                <c:pt idx="2084">
                  <c:v>43636</c:v>
                </c:pt>
                <c:pt idx="2085">
                  <c:v>43637</c:v>
                </c:pt>
                <c:pt idx="2086">
                  <c:v>43640</c:v>
                </c:pt>
                <c:pt idx="2087">
                  <c:v>43641</c:v>
                </c:pt>
                <c:pt idx="2088">
                  <c:v>43642</c:v>
                </c:pt>
                <c:pt idx="2089">
                  <c:v>43643</c:v>
                </c:pt>
                <c:pt idx="2090">
                  <c:v>43644</c:v>
                </c:pt>
                <c:pt idx="2091">
                  <c:v>43647</c:v>
                </c:pt>
                <c:pt idx="2092">
                  <c:v>43648</c:v>
                </c:pt>
                <c:pt idx="2093">
                  <c:v>43649</c:v>
                </c:pt>
                <c:pt idx="2094">
                  <c:v>43650</c:v>
                </c:pt>
                <c:pt idx="2095">
                  <c:v>43651</c:v>
                </c:pt>
                <c:pt idx="2096">
                  <c:v>43654</c:v>
                </c:pt>
                <c:pt idx="2097">
                  <c:v>43655</c:v>
                </c:pt>
                <c:pt idx="2098">
                  <c:v>43656</c:v>
                </c:pt>
                <c:pt idx="2099">
                  <c:v>43657</c:v>
                </c:pt>
                <c:pt idx="2100">
                  <c:v>43658</c:v>
                </c:pt>
                <c:pt idx="2101">
                  <c:v>43661</c:v>
                </c:pt>
                <c:pt idx="2102">
                  <c:v>43662</c:v>
                </c:pt>
                <c:pt idx="2103">
                  <c:v>43663</c:v>
                </c:pt>
                <c:pt idx="2104">
                  <c:v>43664</c:v>
                </c:pt>
                <c:pt idx="2105">
                  <c:v>43665</c:v>
                </c:pt>
                <c:pt idx="2106">
                  <c:v>43668</c:v>
                </c:pt>
                <c:pt idx="2107">
                  <c:v>43669</c:v>
                </c:pt>
                <c:pt idx="2108">
                  <c:v>43670</c:v>
                </c:pt>
                <c:pt idx="2109">
                  <c:v>43671</c:v>
                </c:pt>
                <c:pt idx="2110">
                  <c:v>43672</c:v>
                </c:pt>
                <c:pt idx="2111">
                  <c:v>43675</c:v>
                </c:pt>
                <c:pt idx="2112">
                  <c:v>43676</c:v>
                </c:pt>
                <c:pt idx="2113">
                  <c:v>43677</c:v>
                </c:pt>
                <c:pt idx="2114">
                  <c:v>43678</c:v>
                </c:pt>
                <c:pt idx="2115">
                  <c:v>43679</c:v>
                </c:pt>
                <c:pt idx="2116">
                  <c:v>43682</c:v>
                </c:pt>
                <c:pt idx="2117">
                  <c:v>43683</c:v>
                </c:pt>
                <c:pt idx="2118">
                  <c:v>43684</c:v>
                </c:pt>
                <c:pt idx="2119">
                  <c:v>43685</c:v>
                </c:pt>
                <c:pt idx="2120">
                  <c:v>43686</c:v>
                </c:pt>
                <c:pt idx="2121">
                  <c:v>43689</c:v>
                </c:pt>
                <c:pt idx="2122">
                  <c:v>43690</c:v>
                </c:pt>
                <c:pt idx="2123">
                  <c:v>43691</c:v>
                </c:pt>
                <c:pt idx="2124">
                  <c:v>43693</c:v>
                </c:pt>
                <c:pt idx="2125">
                  <c:v>43696</c:v>
                </c:pt>
                <c:pt idx="2126">
                  <c:v>43697</c:v>
                </c:pt>
                <c:pt idx="2127">
                  <c:v>43698</c:v>
                </c:pt>
                <c:pt idx="2128">
                  <c:v>43699</c:v>
                </c:pt>
                <c:pt idx="2129">
                  <c:v>43700</c:v>
                </c:pt>
                <c:pt idx="2130">
                  <c:v>43703</c:v>
                </c:pt>
                <c:pt idx="2131">
                  <c:v>43704</c:v>
                </c:pt>
                <c:pt idx="2132">
                  <c:v>43705</c:v>
                </c:pt>
                <c:pt idx="2133">
                  <c:v>43706</c:v>
                </c:pt>
                <c:pt idx="2134">
                  <c:v>43707</c:v>
                </c:pt>
                <c:pt idx="2135">
                  <c:v>43710</c:v>
                </c:pt>
                <c:pt idx="2136">
                  <c:v>43711</c:v>
                </c:pt>
                <c:pt idx="2137">
                  <c:v>43712</c:v>
                </c:pt>
                <c:pt idx="2138">
                  <c:v>43713</c:v>
                </c:pt>
                <c:pt idx="2139">
                  <c:v>43714</c:v>
                </c:pt>
                <c:pt idx="2140">
                  <c:v>43717</c:v>
                </c:pt>
                <c:pt idx="2141">
                  <c:v>43718</c:v>
                </c:pt>
                <c:pt idx="2142">
                  <c:v>43719</c:v>
                </c:pt>
                <c:pt idx="2143">
                  <c:v>43724</c:v>
                </c:pt>
                <c:pt idx="2144">
                  <c:v>43725</c:v>
                </c:pt>
                <c:pt idx="2145">
                  <c:v>43726</c:v>
                </c:pt>
                <c:pt idx="2146">
                  <c:v>43727</c:v>
                </c:pt>
                <c:pt idx="2147">
                  <c:v>43728</c:v>
                </c:pt>
                <c:pt idx="2148">
                  <c:v>43731</c:v>
                </c:pt>
                <c:pt idx="2149">
                  <c:v>43732</c:v>
                </c:pt>
                <c:pt idx="2150">
                  <c:v>43733</c:v>
                </c:pt>
                <c:pt idx="2151">
                  <c:v>43734</c:v>
                </c:pt>
                <c:pt idx="2152">
                  <c:v>43735</c:v>
                </c:pt>
                <c:pt idx="2153">
                  <c:v>43738</c:v>
                </c:pt>
                <c:pt idx="2154">
                  <c:v>43739</c:v>
                </c:pt>
                <c:pt idx="2155">
                  <c:v>43740</c:v>
                </c:pt>
                <c:pt idx="2156">
                  <c:v>43742</c:v>
                </c:pt>
                <c:pt idx="2157">
                  <c:v>43745</c:v>
                </c:pt>
                <c:pt idx="2158">
                  <c:v>43746</c:v>
                </c:pt>
                <c:pt idx="2159">
                  <c:v>43748</c:v>
                </c:pt>
                <c:pt idx="2160">
                  <c:v>43749</c:v>
                </c:pt>
                <c:pt idx="2161">
                  <c:v>43752</c:v>
                </c:pt>
                <c:pt idx="2162">
                  <c:v>43753</c:v>
                </c:pt>
                <c:pt idx="2163">
                  <c:v>43754</c:v>
                </c:pt>
                <c:pt idx="2164">
                  <c:v>43755</c:v>
                </c:pt>
                <c:pt idx="2165">
                  <c:v>43756</c:v>
                </c:pt>
                <c:pt idx="2166">
                  <c:v>43759</c:v>
                </c:pt>
                <c:pt idx="2167">
                  <c:v>43760</c:v>
                </c:pt>
                <c:pt idx="2168">
                  <c:v>43761</c:v>
                </c:pt>
                <c:pt idx="2169">
                  <c:v>43762</c:v>
                </c:pt>
                <c:pt idx="2170">
                  <c:v>43763</c:v>
                </c:pt>
                <c:pt idx="2171">
                  <c:v>43766</c:v>
                </c:pt>
                <c:pt idx="2172">
                  <c:v>43767</c:v>
                </c:pt>
                <c:pt idx="2173">
                  <c:v>43768</c:v>
                </c:pt>
                <c:pt idx="2174">
                  <c:v>43769</c:v>
                </c:pt>
                <c:pt idx="2175">
                  <c:v>43770</c:v>
                </c:pt>
                <c:pt idx="2176">
                  <c:v>43773</c:v>
                </c:pt>
                <c:pt idx="2177">
                  <c:v>43774</c:v>
                </c:pt>
                <c:pt idx="2178">
                  <c:v>43775</c:v>
                </c:pt>
                <c:pt idx="2179">
                  <c:v>43776</c:v>
                </c:pt>
                <c:pt idx="2180">
                  <c:v>43777</c:v>
                </c:pt>
                <c:pt idx="2181">
                  <c:v>43780</c:v>
                </c:pt>
                <c:pt idx="2182">
                  <c:v>43781</c:v>
                </c:pt>
                <c:pt idx="2183">
                  <c:v>43782</c:v>
                </c:pt>
                <c:pt idx="2184">
                  <c:v>43783</c:v>
                </c:pt>
                <c:pt idx="2185">
                  <c:v>43784</c:v>
                </c:pt>
                <c:pt idx="2186">
                  <c:v>43787</c:v>
                </c:pt>
                <c:pt idx="2187">
                  <c:v>43788</c:v>
                </c:pt>
                <c:pt idx="2188">
                  <c:v>43789</c:v>
                </c:pt>
                <c:pt idx="2189">
                  <c:v>43790</c:v>
                </c:pt>
                <c:pt idx="2190">
                  <c:v>43791</c:v>
                </c:pt>
                <c:pt idx="2191">
                  <c:v>43794</c:v>
                </c:pt>
                <c:pt idx="2192">
                  <c:v>43795</c:v>
                </c:pt>
                <c:pt idx="2193">
                  <c:v>43796</c:v>
                </c:pt>
                <c:pt idx="2194">
                  <c:v>43797</c:v>
                </c:pt>
                <c:pt idx="2195">
                  <c:v>43798</c:v>
                </c:pt>
                <c:pt idx="2196">
                  <c:v>43801</c:v>
                </c:pt>
                <c:pt idx="2197">
                  <c:v>43802</c:v>
                </c:pt>
                <c:pt idx="2198">
                  <c:v>43803</c:v>
                </c:pt>
                <c:pt idx="2199">
                  <c:v>43804</c:v>
                </c:pt>
                <c:pt idx="2200">
                  <c:v>43805</c:v>
                </c:pt>
                <c:pt idx="2201">
                  <c:v>43808</c:v>
                </c:pt>
                <c:pt idx="2202">
                  <c:v>43809</c:v>
                </c:pt>
                <c:pt idx="2203">
                  <c:v>43810</c:v>
                </c:pt>
                <c:pt idx="2204">
                  <c:v>43811</c:v>
                </c:pt>
                <c:pt idx="2205">
                  <c:v>43812</c:v>
                </c:pt>
                <c:pt idx="2206">
                  <c:v>43815</c:v>
                </c:pt>
                <c:pt idx="2207">
                  <c:v>43816</c:v>
                </c:pt>
                <c:pt idx="2208">
                  <c:v>43817</c:v>
                </c:pt>
                <c:pt idx="2209">
                  <c:v>43818</c:v>
                </c:pt>
                <c:pt idx="2210">
                  <c:v>43819</c:v>
                </c:pt>
                <c:pt idx="2211">
                  <c:v>43822</c:v>
                </c:pt>
                <c:pt idx="2212">
                  <c:v>43823</c:v>
                </c:pt>
                <c:pt idx="2213">
                  <c:v>43825</c:v>
                </c:pt>
                <c:pt idx="2214">
                  <c:v>43826</c:v>
                </c:pt>
                <c:pt idx="2215">
                  <c:v>43829</c:v>
                </c:pt>
                <c:pt idx="2216">
                  <c:v>43832</c:v>
                </c:pt>
                <c:pt idx="2217">
                  <c:v>43833</c:v>
                </c:pt>
                <c:pt idx="2218">
                  <c:v>43836</c:v>
                </c:pt>
                <c:pt idx="2219">
                  <c:v>43837</c:v>
                </c:pt>
                <c:pt idx="2220">
                  <c:v>43838</c:v>
                </c:pt>
                <c:pt idx="2221">
                  <c:v>43839</c:v>
                </c:pt>
                <c:pt idx="2222">
                  <c:v>43840</c:v>
                </c:pt>
                <c:pt idx="2223">
                  <c:v>43843</c:v>
                </c:pt>
                <c:pt idx="2224">
                  <c:v>43844</c:v>
                </c:pt>
                <c:pt idx="2225">
                  <c:v>43845</c:v>
                </c:pt>
                <c:pt idx="2226">
                  <c:v>43846</c:v>
                </c:pt>
                <c:pt idx="2227">
                  <c:v>43847</c:v>
                </c:pt>
                <c:pt idx="2228">
                  <c:v>43850</c:v>
                </c:pt>
                <c:pt idx="2229">
                  <c:v>43851</c:v>
                </c:pt>
                <c:pt idx="2230">
                  <c:v>43852</c:v>
                </c:pt>
                <c:pt idx="2231">
                  <c:v>43853</c:v>
                </c:pt>
                <c:pt idx="2232">
                  <c:v>43858</c:v>
                </c:pt>
                <c:pt idx="2233">
                  <c:v>43859</c:v>
                </c:pt>
                <c:pt idx="2234">
                  <c:v>43860</c:v>
                </c:pt>
                <c:pt idx="2235">
                  <c:v>43861</c:v>
                </c:pt>
                <c:pt idx="2236">
                  <c:v>43864</c:v>
                </c:pt>
                <c:pt idx="2237">
                  <c:v>43865</c:v>
                </c:pt>
                <c:pt idx="2238">
                  <c:v>43866</c:v>
                </c:pt>
                <c:pt idx="2239">
                  <c:v>43867</c:v>
                </c:pt>
                <c:pt idx="2240">
                  <c:v>43868</c:v>
                </c:pt>
                <c:pt idx="2241">
                  <c:v>43871</c:v>
                </c:pt>
                <c:pt idx="2242">
                  <c:v>43872</c:v>
                </c:pt>
                <c:pt idx="2243">
                  <c:v>43873</c:v>
                </c:pt>
                <c:pt idx="2244">
                  <c:v>43874</c:v>
                </c:pt>
                <c:pt idx="2245">
                  <c:v>43875</c:v>
                </c:pt>
                <c:pt idx="2246">
                  <c:v>43878</c:v>
                </c:pt>
                <c:pt idx="2247">
                  <c:v>43879</c:v>
                </c:pt>
                <c:pt idx="2248">
                  <c:v>43880</c:v>
                </c:pt>
                <c:pt idx="2249">
                  <c:v>43881</c:v>
                </c:pt>
                <c:pt idx="2250">
                  <c:v>43882</c:v>
                </c:pt>
                <c:pt idx="2251">
                  <c:v>43885</c:v>
                </c:pt>
                <c:pt idx="2252">
                  <c:v>43886</c:v>
                </c:pt>
                <c:pt idx="2253">
                  <c:v>43887</c:v>
                </c:pt>
                <c:pt idx="2254">
                  <c:v>43888</c:v>
                </c:pt>
                <c:pt idx="2255">
                  <c:v>43889</c:v>
                </c:pt>
                <c:pt idx="2256">
                  <c:v>43892</c:v>
                </c:pt>
                <c:pt idx="2257">
                  <c:v>43893</c:v>
                </c:pt>
                <c:pt idx="2258">
                  <c:v>43894</c:v>
                </c:pt>
                <c:pt idx="2259">
                  <c:v>43895</c:v>
                </c:pt>
                <c:pt idx="2260">
                  <c:v>43896</c:v>
                </c:pt>
                <c:pt idx="2261">
                  <c:v>43899</c:v>
                </c:pt>
                <c:pt idx="2262">
                  <c:v>43900</c:v>
                </c:pt>
                <c:pt idx="2263">
                  <c:v>43901</c:v>
                </c:pt>
                <c:pt idx="2264">
                  <c:v>43902</c:v>
                </c:pt>
                <c:pt idx="2265">
                  <c:v>43903</c:v>
                </c:pt>
                <c:pt idx="2266">
                  <c:v>43906</c:v>
                </c:pt>
                <c:pt idx="2267">
                  <c:v>43907</c:v>
                </c:pt>
                <c:pt idx="2268">
                  <c:v>43908</c:v>
                </c:pt>
                <c:pt idx="2269">
                  <c:v>43909</c:v>
                </c:pt>
                <c:pt idx="2270">
                  <c:v>43910</c:v>
                </c:pt>
                <c:pt idx="2271">
                  <c:v>43913</c:v>
                </c:pt>
                <c:pt idx="2272">
                  <c:v>43914</c:v>
                </c:pt>
                <c:pt idx="2273">
                  <c:v>43915</c:v>
                </c:pt>
                <c:pt idx="2274">
                  <c:v>43916</c:v>
                </c:pt>
                <c:pt idx="2275">
                  <c:v>43917</c:v>
                </c:pt>
                <c:pt idx="2276">
                  <c:v>43920</c:v>
                </c:pt>
                <c:pt idx="2277">
                  <c:v>43921</c:v>
                </c:pt>
              </c:numCache>
            </c:numRef>
          </c:cat>
          <c:val>
            <c:numRef>
              <c:f>Sheet2!$C$2735:$C$5012</c:f>
              <c:numCache>
                <c:formatCode>#,##0.00</c:formatCode>
                <c:ptCount val="2278"/>
                <c:pt idx="0">
                  <c:v>271.19</c:v>
                </c:pt>
                <c:pt idx="1">
                  <c:v>273.81</c:v>
                </c:pt>
                <c:pt idx="2">
                  <c:v>275.77999999999997</c:v>
                </c:pt>
                <c:pt idx="3">
                  <c:v>275.35000000000002</c:v>
                </c:pt>
                <c:pt idx="4">
                  <c:v>274.72000000000003</c:v>
                </c:pt>
                <c:pt idx="5">
                  <c:v>275.61</c:v>
                </c:pt>
                <c:pt idx="6">
                  <c:v>273.99</c:v>
                </c:pt>
                <c:pt idx="7">
                  <c:v>275.10000000000002</c:v>
                </c:pt>
                <c:pt idx="8">
                  <c:v>276.17</c:v>
                </c:pt>
                <c:pt idx="9">
                  <c:v>275.52</c:v>
                </c:pt>
                <c:pt idx="10">
                  <c:v>278.17</c:v>
                </c:pt>
                <c:pt idx="11">
                  <c:v>277.05</c:v>
                </c:pt>
                <c:pt idx="12">
                  <c:v>276.60000000000002</c:v>
                </c:pt>
                <c:pt idx="13">
                  <c:v>279.25</c:v>
                </c:pt>
                <c:pt idx="14">
                  <c:v>277.75</c:v>
                </c:pt>
                <c:pt idx="15">
                  <c:v>272.67</c:v>
                </c:pt>
                <c:pt idx="16">
                  <c:v>274.5</c:v>
                </c:pt>
                <c:pt idx="17">
                  <c:v>275.18</c:v>
                </c:pt>
                <c:pt idx="18">
                  <c:v>278.81</c:v>
                </c:pt>
                <c:pt idx="19">
                  <c:v>279.2</c:v>
                </c:pt>
                <c:pt idx="20">
                  <c:v>278.45</c:v>
                </c:pt>
                <c:pt idx="21">
                  <c:v>273.12</c:v>
                </c:pt>
                <c:pt idx="22">
                  <c:v>273.45</c:v>
                </c:pt>
                <c:pt idx="23">
                  <c:v>274.89999999999998</c:v>
                </c:pt>
                <c:pt idx="24">
                  <c:v>273.16000000000003</c:v>
                </c:pt>
                <c:pt idx="25">
                  <c:v>269.89999999999998</c:v>
                </c:pt>
                <c:pt idx="26">
                  <c:v>264.57</c:v>
                </c:pt>
                <c:pt idx="27">
                  <c:v>260.39999999999998</c:v>
                </c:pt>
                <c:pt idx="28">
                  <c:v>266.02</c:v>
                </c:pt>
                <c:pt idx="29">
                  <c:v>265.39999999999998</c:v>
                </c:pt>
                <c:pt idx="30">
                  <c:v>262.56</c:v>
                </c:pt>
                <c:pt idx="31">
                  <c:v>261.23</c:v>
                </c:pt>
                <c:pt idx="32">
                  <c:v>265.8</c:v>
                </c:pt>
                <c:pt idx="33">
                  <c:v>264.55</c:v>
                </c:pt>
                <c:pt idx="34">
                  <c:v>260.13</c:v>
                </c:pt>
                <c:pt idx="35">
                  <c:v>259.20999999999998</c:v>
                </c:pt>
                <c:pt idx="36">
                  <c:v>257.69</c:v>
                </c:pt>
                <c:pt idx="37">
                  <c:v>259.27999999999997</c:v>
                </c:pt>
                <c:pt idx="38">
                  <c:v>256.36</c:v>
                </c:pt>
                <c:pt idx="39">
                  <c:v>254.96</c:v>
                </c:pt>
                <c:pt idx="40">
                  <c:v>260.48</c:v>
                </c:pt>
                <c:pt idx="41">
                  <c:v>265.42</c:v>
                </c:pt>
                <c:pt idx="42">
                  <c:v>261.44</c:v>
                </c:pt>
                <c:pt idx="43">
                  <c:v>263.33</c:v>
                </c:pt>
                <c:pt idx="44">
                  <c:v>263.8</c:v>
                </c:pt>
                <c:pt idx="45">
                  <c:v>260.58999999999997</c:v>
                </c:pt>
                <c:pt idx="46">
                  <c:v>256.83</c:v>
                </c:pt>
                <c:pt idx="47">
                  <c:v>260.69</c:v>
                </c:pt>
                <c:pt idx="48">
                  <c:v>254.29</c:v>
                </c:pt>
                <c:pt idx="49">
                  <c:v>259.44</c:v>
                </c:pt>
                <c:pt idx="50">
                  <c:v>259.8</c:v>
                </c:pt>
                <c:pt idx="51">
                  <c:v>262.39</c:v>
                </c:pt>
                <c:pt idx="52">
                  <c:v>264.89</c:v>
                </c:pt>
                <c:pt idx="53">
                  <c:v>266.05</c:v>
                </c:pt>
                <c:pt idx="54">
                  <c:v>265.67</c:v>
                </c:pt>
                <c:pt idx="55">
                  <c:v>268.93</c:v>
                </c:pt>
                <c:pt idx="56">
                  <c:v>271.66000000000003</c:v>
                </c:pt>
                <c:pt idx="57">
                  <c:v>272.13</c:v>
                </c:pt>
                <c:pt idx="58">
                  <c:v>274.22000000000003</c:v>
                </c:pt>
                <c:pt idx="59">
                  <c:v>277.04000000000002</c:v>
                </c:pt>
                <c:pt idx="60">
                  <c:v>278.87</c:v>
                </c:pt>
                <c:pt idx="61">
                  <c:v>280.73</c:v>
                </c:pt>
                <c:pt idx="62">
                  <c:v>280.01</c:v>
                </c:pt>
                <c:pt idx="63">
                  <c:v>282.02999999999997</c:v>
                </c:pt>
                <c:pt idx="64">
                  <c:v>281.35000000000002</c:v>
                </c:pt>
                <c:pt idx="65">
                  <c:v>280.45</c:v>
                </c:pt>
                <c:pt idx="66">
                  <c:v>281.05</c:v>
                </c:pt>
                <c:pt idx="67">
                  <c:v>280.49</c:v>
                </c:pt>
                <c:pt idx="68">
                  <c:v>276.13</c:v>
                </c:pt>
                <c:pt idx="69">
                  <c:v>280.68</c:v>
                </c:pt>
                <c:pt idx="70">
                  <c:v>283.14999999999998</c:v>
                </c:pt>
                <c:pt idx="71">
                  <c:v>282.8</c:v>
                </c:pt>
                <c:pt idx="72">
                  <c:v>282.14</c:v>
                </c:pt>
                <c:pt idx="73">
                  <c:v>280.43</c:v>
                </c:pt>
                <c:pt idx="74">
                  <c:v>287.19</c:v>
                </c:pt>
                <c:pt idx="75">
                  <c:v>291.16000000000003</c:v>
                </c:pt>
                <c:pt idx="76">
                  <c:v>290.83999999999997</c:v>
                </c:pt>
                <c:pt idx="77">
                  <c:v>292.69</c:v>
                </c:pt>
                <c:pt idx="78">
                  <c:v>291.38</c:v>
                </c:pt>
                <c:pt idx="79">
                  <c:v>292.08</c:v>
                </c:pt>
                <c:pt idx="80">
                  <c:v>292.14999999999998</c:v>
                </c:pt>
                <c:pt idx="81">
                  <c:v>290.39</c:v>
                </c:pt>
                <c:pt idx="82">
                  <c:v>295.35000000000002</c:v>
                </c:pt>
                <c:pt idx="83">
                  <c:v>291.64999999999998</c:v>
                </c:pt>
                <c:pt idx="84">
                  <c:v>288.45999999999998</c:v>
                </c:pt>
                <c:pt idx="85">
                  <c:v>283.68</c:v>
                </c:pt>
                <c:pt idx="86">
                  <c:v>282.58999999999997</c:v>
                </c:pt>
                <c:pt idx="87">
                  <c:v>286.3</c:v>
                </c:pt>
                <c:pt idx="88">
                  <c:v>280.02</c:v>
                </c:pt>
                <c:pt idx="89">
                  <c:v>279.58999999999997</c:v>
                </c:pt>
                <c:pt idx="90">
                  <c:v>277.22000000000003</c:v>
                </c:pt>
                <c:pt idx="91">
                  <c:v>277.14999999999998</c:v>
                </c:pt>
                <c:pt idx="92">
                  <c:v>281.76</c:v>
                </c:pt>
                <c:pt idx="93">
                  <c:v>276.47000000000003</c:v>
                </c:pt>
                <c:pt idx="94">
                  <c:v>278.58999999999997</c:v>
                </c:pt>
                <c:pt idx="95">
                  <c:v>271.19</c:v>
                </c:pt>
                <c:pt idx="96">
                  <c:v>271.77999999999997</c:v>
                </c:pt>
                <c:pt idx="97">
                  <c:v>268.62</c:v>
                </c:pt>
                <c:pt idx="98">
                  <c:v>276.33</c:v>
                </c:pt>
                <c:pt idx="99">
                  <c:v>277.35000000000002</c:v>
                </c:pt>
                <c:pt idx="100">
                  <c:v>276.32</c:v>
                </c:pt>
                <c:pt idx="101">
                  <c:v>282.76</c:v>
                </c:pt>
                <c:pt idx="102">
                  <c:v>282.75</c:v>
                </c:pt>
                <c:pt idx="103">
                  <c:v>278.76</c:v>
                </c:pt>
                <c:pt idx="104">
                  <c:v>278.83999999999997</c:v>
                </c:pt>
                <c:pt idx="105">
                  <c:v>276.97000000000003</c:v>
                </c:pt>
                <c:pt idx="106">
                  <c:v>274.45999999999998</c:v>
                </c:pt>
                <c:pt idx="107">
                  <c:v>272.44</c:v>
                </c:pt>
                <c:pt idx="108">
                  <c:v>269.04000000000002</c:v>
                </c:pt>
                <c:pt idx="109">
                  <c:v>269.79000000000002</c:v>
                </c:pt>
                <c:pt idx="110">
                  <c:v>273.67</c:v>
                </c:pt>
                <c:pt idx="111">
                  <c:v>274.52999999999997</c:v>
                </c:pt>
                <c:pt idx="112">
                  <c:v>268.88</c:v>
                </c:pt>
                <c:pt idx="113">
                  <c:v>266.22000000000003</c:v>
                </c:pt>
                <c:pt idx="114">
                  <c:v>264.39</c:v>
                </c:pt>
                <c:pt idx="115">
                  <c:v>268.64999999999998</c:v>
                </c:pt>
                <c:pt idx="116">
                  <c:v>270.70999999999998</c:v>
                </c:pt>
                <c:pt idx="117">
                  <c:v>269.33999999999997</c:v>
                </c:pt>
                <c:pt idx="118">
                  <c:v>274.31</c:v>
                </c:pt>
                <c:pt idx="119">
                  <c:v>271.44</c:v>
                </c:pt>
                <c:pt idx="120">
                  <c:v>270.41000000000003</c:v>
                </c:pt>
                <c:pt idx="121">
                  <c:v>274.61</c:v>
                </c:pt>
                <c:pt idx="122">
                  <c:v>275.17</c:v>
                </c:pt>
                <c:pt idx="123">
                  <c:v>278.77</c:v>
                </c:pt>
                <c:pt idx="124">
                  <c:v>281.67</c:v>
                </c:pt>
                <c:pt idx="125">
                  <c:v>283.88</c:v>
                </c:pt>
                <c:pt idx="126">
                  <c:v>285.12</c:v>
                </c:pt>
                <c:pt idx="127">
                  <c:v>286.07</c:v>
                </c:pt>
                <c:pt idx="128">
                  <c:v>286.05</c:v>
                </c:pt>
                <c:pt idx="129">
                  <c:v>282.45999999999998</c:v>
                </c:pt>
                <c:pt idx="130">
                  <c:v>275.89999999999998</c:v>
                </c:pt>
                <c:pt idx="131">
                  <c:v>278.32</c:v>
                </c:pt>
                <c:pt idx="132">
                  <c:v>278.02999999999997</c:v>
                </c:pt>
                <c:pt idx="133">
                  <c:v>279.58999999999997</c:v>
                </c:pt>
                <c:pt idx="134">
                  <c:v>276.70999999999998</c:v>
                </c:pt>
                <c:pt idx="135">
                  <c:v>276.58</c:v>
                </c:pt>
                <c:pt idx="136">
                  <c:v>280.41000000000003</c:v>
                </c:pt>
                <c:pt idx="137">
                  <c:v>279.2</c:v>
                </c:pt>
                <c:pt idx="138">
                  <c:v>282.58999999999997</c:v>
                </c:pt>
                <c:pt idx="139">
                  <c:v>279.66000000000003</c:v>
                </c:pt>
                <c:pt idx="140">
                  <c:v>282.04000000000002</c:v>
                </c:pt>
                <c:pt idx="141">
                  <c:v>282.7</c:v>
                </c:pt>
                <c:pt idx="142">
                  <c:v>280.04000000000002</c:v>
                </c:pt>
                <c:pt idx="143">
                  <c:v>277.11</c:v>
                </c:pt>
                <c:pt idx="144">
                  <c:v>282.36</c:v>
                </c:pt>
                <c:pt idx="145">
                  <c:v>275.39999999999998</c:v>
                </c:pt>
                <c:pt idx="146">
                  <c:v>267.8</c:v>
                </c:pt>
                <c:pt idx="147">
                  <c:v>261.54000000000002</c:v>
                </c:pt>
                <c:pt idx="148">
                  <c:v>251.9</c:v>
                </c:pt>
                <c:pt idx="149">
                  <c:v>242.45</c:v>
                </c:pt>
                <c:pt idx="150">
                  <c:v>233.52</c:v>
                </c:pt>
                <c:pt idx="151">
                  <c:v>233.23</c:v>
                </c:pt>
                <c:pt idx="152">
                  <c:v>234.14</c:v>
                </c:pt>
                <c:pt idx="153">
                  <c:v>230.38</c:v>
                </c:pt>
                <c:pt idx="154">
                  <c:v>242.23</c:v>
                </c:pt>
                <c:pt idx="155">
                  <c:v>243.43</c:v>
                </c:pt>
                <c:pt idx="156">
                  <c:v>238.31</c:v>
                </c:pt>
                <c:pt idx="157">
                  <c:v>222.98</c:v>
                </c:pt>
                <c:pt idx="158">
                  <c:v>219.15</c:v>
                </c:pt>
                <c:pt idx="159">
                  <c:v>228.12</c:v>
                </c:pt>
                <c:pt idx="160">
                  <c:v>225.14</c:v>
                </c:pt>
                <c:pt idx="161">
                  <c:v>227.02</c:v>
                </c:pt>
                <c:pt idx="162">
                  <c:v>229</c:v>
                </c:pt>
                <c:pt idx="163">
                  <c:v>235.78</c:v>
                </c:pt>
                <c:pt idx="164">
                  <c:v>237.64</c:v>
                </c:pt>
                <c:pt idx="165">
                  <c:v>242.16</c:v>
                </c:pt>
                <c:pt idx="166">
                  <c:v>242.37</c:v>
                </c:pt>
                <c:pt idx="167">
                  <c:v>240.16</c:v>
                </c:pt>
                <c:pt idx="168">
                  <c:v>228.89</c:v>
                </c:pt>
                <c:pt idx="169">
                  <c:v>226.65</c:v>
                </c:pt>
                <c:pt idx="170">
                  <c:v>236.12</c:v>
                </c:pt>
                <c:pt idx="171">
                  <c:v>238.47</c:v>
                </c:pt>
                <c:pt idx="172">
                  <c:v>233.4</c:v>
                </c:pt>
                <c:pt idx="173">
                  <c:v>225.15</c:v>
                </c:pt>
                <c:pt idx="174">
                  <c:v>228.58</c:v>
                </c:pt>
                <c:pt idx="175">
                  <c:v>237.5</c:v>
                </c:pt>
                <c:pt idx="176">
                  <c:v>235.32</c:v>
                </c:pt>
                <c:pt idx="177">
                  <c:v>237.53</c:v>
                </c:pt>
                <c:pt idx="178">
                  <c:v>239.51</c:v>
                </c:pt>
                <c:pt idx="179">
                  <c:v>232.05</c:v>
                </c:pt>
                <c:pt idx="180">
                  <c:v>218.62</c:v>
                </c:pt>
                <c:pt idx="181">
                  <c:v>214.18</c:v>
                </c:pt>
                <c:pt idx="182">
                  <c:v>225.29</c:v>
                </c:pt>
                <c:pt idx="183">
                  <c:v>223.82</c:v>
                </c:pt>
                <c:pt idx="184">
                  <c:v>230.37</c:v>
                </c:pt>
                <c:pt idx="185">
                  <c:v>230.41</c:v>
                </c:pt>
                <c:pt idx="186">
                  <c:v>221.93</c:v>
                </c:pt>
                <c:pt idx="187">
                  <c:v>217.34</c:v>
                </c:pt>
                <c:pt idx="188">
                  <c:v>223.94</c:v>
                </c:pt>
                <c:pt idx="189">
                  <c:v>230.27</c:v>
                </c:pt>
                <c:pt idx="190">
                  <c:v>230.82</c:v>
                </c:pt>
                <c:pt idx="191">
                  <c:v>234.8</c:v>
                </c:pt>
                <c:pt idx="192">
                  <c:v>236.66</c:v>
                </c:pt>
                <c:pt idx="193">
                  <c:v>238.09</c:v>
                </c:pt>
                <c:pt idx="194">
                  <c:v>239.67</c:v>
                </c:pt>
                <c:pt idx="195">
                  <c:v>243.49</c:v>
                </c:pt>
                <c:pt idx="196">
                  <c:v>239.89</c:v>
                </c:pt>
                <c:pt idx="197">
                  <c:v>242.11</c:v>
                </c:pt>
                <c:pt idx="198">
                  <c:v>235.57</c:v>
                </c:pt>
                <c:pt idx="199">
                  <c:v>240.02</c:v>
                </c:pt>
                <c:pt idx="200">
                  <c:v>248.21</c:v>
                </c:pt>
                <c:pt idx="201">
                  <c:v>247.2</c:v>
                </c:pt>
                <c:pt idx="202">
                  <c:v>247.56</c:v>
                </c:pt>
                <c:pt idx="203">
                  <c:v>251.2</c:v>
                </c:pt>
                <c:pt idx="204">
                  <c:v>252.47</c:v>
                </c:pt>
                <c:pt idx="205">
                  <c:v>249.88</c:v>
                </c:pt>
                <c:pt idx="206">
                  <c:v>249.92</c:v>
                </c:pt>
                <c:pt idx="207">
                  <c:v>248.03</c:v>
                </c:pt>
                <c:pt idx="208">
                  <c:v>244.09</c:v>
                </c:pt>
                <c:pt idx="209">
                  <c:v>252.34</c:v>
                </c:pt>
                <c:pt idx="210">
                  <c:v>250.78</c:v>
                </c:pt>
                <c:pt idx="211">
                  <c:v>248.32</c:v>
                </c:pt>
                <c:pt idx="212">
                  <c:v>249.23</c:v>
                </c:pt>
                <c:pt idx="213">
                  <c:v>236.02</c:v>
                </c:pt>
                <c:pt idx="214">
                  <c:v>242.99</c:v>
                </c:pt>
                <c:pt idx="215">
                  <c:v>248.27</c:v>
                </c:pt>
                <c:pt idx="216">
                  <c:v>246.21</c:v>
                </c:pt>
                <c:pt idx="217">
                  <c:v>241.98</c:v>
                </c:pt>
                <c:pt idx="218">
                  <c:v>244.6</c:v>
                </c:pt>
                <c:pt idx="219">
                  <c:v>239.43</c:v>
                </c:pt>
                <c:pt idx="220">
                  <c:v>236.64</c:v>
                </c:pt>
                <c:pt idx="221">
                  <c:v>237.8</c:v>
                </c:pt>
                <c:pt idx="222">
                  <c:v>231.68</c:v>
                </c:pt>
                <c:pt idx="223">
                  <c:v>233.35</c:v>
                </c:pt>
                <c:pt idx="224">
                  <c:v>231.03</c:v>
                </c:pt>
                <c:pt idx="225">
                  <c:v>236.59</c:v>
                </c:pt>
                <c:pt idx="226">
                  <c:v>242.5</c:v>
                </c:pt>
                <c:pt idx="227">
                  <c:v>241.19</c:v>
                </c:pt>
                <c:pt idx="228">
                  <c:v>251.52</c:v>
                </c:pt>
                <c:pt idx="229">
                  <c:v>251.19</c:v>
                </c:pt>
                <c:pt idx="230">
                  <c:v>252.22</c:v>
                </c:pt>
                <c:pt idx="231">
                  <c:v>249.48</c:v>
                </c:pt>
                <c:pt idx="232">
                  <c:v>251.57</c:v>
                </c:pt>
                <c:pt idx="233">
                  <c:v>250.31</c:v>
                </c:pt>
                <c:pt idx="234">
                  <c:v>244.93</c:v>
                </c:pt>
                <c:pt idx="235">
                  <c:v>248.55</c:v>
                </c:pt>
                <c:pt idx="236">
                  <c:v>243.48</c:v>
                </c:pt>
                <c:pt idx="237">
                  <c:v>242.35</c:v>
                </c:pt>
                <c:pt idx="238">
                  <c:v>236.72</c:v>
                </c:pt>
                <c:pt idx="239">
                  <c:v>239.82</c:v>
                </c:pt>
                <c:pt idx="240">
                  <c:v>231.74</c:v>
                </c:pt>
                <c:pt idx="241">
                  <c:v>233.83</c:v>
                </c:pt>
                <c:pt idx="242">
                  <c:v>241.51</c:v>
                </c:pt>
                <c:pt idx="243">
                  <c:v>241.4</c:v>
                </c:pt>
                <c:pt idx="244">
                  <c:v>244.22</c:v>
                </c:pt>
                <c:pt idx="245">
                  <c:v>242.64</c:v>
                </c:pt>
                <c:pt idx="246">
                  <c:v>240.79</c:v>
                </c:pt>
                <c:pt idx="247">
                  <c:v>238.15</c:v>
                </c:pt>
                <c:pt idx="248">
                  <c:v>238.08</c:v>
                </c:pt>
                <c:pt idx="249">
                  <c:v>238.7</c:v>
                </c:pt>
                <c:pt idx="250">
                  <c:v>245.82</c:v>
                </c:pt>
                <c:pt idx="251">
                  <c:v>244.24</c:v>
                </c:pt>
                <c:pt idx="252">
                  <c:v>243.56</c:v>
                </c:pt>
                <c:pt idx="253">
                  <c:v>240.57</c:v>
                </c:pt>
                <c:pt idx="254">
                  <c:v>238.02</c:v>
                </c:pt>
                <c:pt idx="255">
                  <c:v>241.69</c:v>
                </c:pt>
                <c:pt idx="256">
                  <c:v>240.83</c:v>
                </c:pt>
                <c:pt idx="257">
                  <c:v>243.46</c:v>
                </c:pt>
                <c:pt idx="258">
                  <c:v>245.28</c:v>
                </c:pt>
                <c:pt idx="259">
                  <c:v>243.1</c:v>
                </c:pt>
                <c:pt idx="260">
                  <c:v>247.81</c:v>
                </c:pt>
                <c:pt idx="261">
                  <c:v>247.82</c:v>
                </c:pt>
                <c:pt idx="262">
                  <c:v>251.27</c:v>
                </c:pt>
                <c:pt idx="263">
                  <c:v>256.61</c:v>
                </c:pt>
                <c:pt idx="264">
                  <c:v>257.14</c:v>
                </c:pt>
                <c:pt idx="265">
                  <c:v>257.52</c:v>
                </c:pt>
                <c:pt idx="266">
                  <c:v>258.64999999999998</c:v>
                </c:pt>
                <c:pt idx="267">
                  <c:v>255.21</c:v>
                </c:pt>
                <c:pt idx="268">
                  <c:v>256.89999999999998</c:v>
                </c:pt>
                <c:pt idx="269">
                  <c:v>257.06</c:v>
                </c:pt>
                <c:pt idx="270">
                  <c:v>260.35000000000002</c:v>
                </c:pt>
                <c:pt idx="271">
                  <c:v>258.52999999999997</c:v>
                </c:pt>
                <c:pt idx="272">
                  <c:v>258.93</c:v>
                </c:pt>
                <c:pt idx="273">
                  <c:v>259.8</c:v>
                </c:pt>
                <c:pt idx="274">
                  <c:v>262.94</c:v>
                </c:pt>
                <c:pt idx="275">
                  <c:v>264.5</c:v>
                </c:pt>
                <c:pt idx="276">
                  <c:v>261.17</c:v>
                </c:pt>
                <c:pt idx="277">
                  <c:v>262.75</c:v>
                </c:pt>
                <c:pt idx="278">
                  <c:v>262.38</c:v>
                </c:pt>
                <c:pt idx="279">
                  <c:v>265.88</c:v>
                </c:pt>
                <c:pt idx="280">
                  <c:v>261.89</c:v>
                </c:pt>
                <c:pt idx="281">
                  <c:v>265.82</c:v>
                </c:pt>
                <c:pt idx="282">
                  <c:v>265.95</c:v>
                </c:pt>
                <c:pt idx="283">
                  <c:v>265.89</c:v>
                </c:pt>
                <c:pt idx="284">
                  <c:v>266.63</c:v>
                </c:pt>
                <c:pt idx="285">
                  <c:v>263.58</c:v>
                </c:pt>
                <c:pt idx="286">
                  <c:v>265.2</c:v>
                </c:pt>
                <c:pt idx="287">
                  <c:v>261.3</c:v>
                </c:pt>
                <c:pt idx="288">
                  <c:v>263.45</c:v>
                </c:pt>
                <c:pt idx="289">
                  <c:v>267.13</c:v>
                </c:pt>
                <c:pt idx="290">
                  <c:v>267.45</c:v>
                </c:pt>
                <c:pt idx="291">
                  <c:v>264.75</c:v>
                </c:pt>
                <c:pt idx="292">
                  <c:v>262.85000000000002</c:v>
                </c:pt>
                <c:pt idx="293">
                  <c:v>260.35000000000002</c:v>
                </c:pt>
                <c:pt idx="294">
                  <c:v>262.85000000000002</c:v>
                </c:pt>
                <c:pt idx="295">
                  <c:v>265.62</c:v>
                </c:pt>
                <c:pt idx="296">
                  <c:v>263.74</c:v>
                </c:pt>
                <c:pt idx="297">
                  <c:v>266.89999999999998</c:v>
                </c:pt>
                <c:pt idx="298">
                  <c:v>269.85000000000002</c:v>
                </c:pt>
                <c:pt idx="299">
                  <c:v>269.76</c:v>
                </c:pt>
                <c:pt idx="300">
                  <c:v>268.27</c:v>
                </c:pt>
                <c:pt idx="301">
                  <c:v>270.27</c:v>
                </c:pt>
                <c:pt idx="302">
                  <c:v>269.68</c:v>
                </c:pt>
                <c:pt idx="303">
                  <c:v>267.79000000000002</c:v>
                </c:pt>
                <c:pt idx="304">
                  <c:v>267.98</c:v>
                </c:pt>
                <c:pt idx="305">
                  <c:v>267.95</c:v>
                </c:pt>
                <c:pt idx="306">
                  <c:v>267.41000000000003</c:v>
                </c:pt>
                <c:pt idx="307">
                  <c:v>270.70999999999998</c:v>
                </c:pt>
                <c:pt idx="308">
                  <c:v>269.64</c:v>
                </c:pt>
                <c:pt idx="309">
                  <c:v>267.13</c:v>
                </c:pt>
                <c:pt idx="310">
                  <c:v>266.58</c:v>
                </c:pt>
                <c:pt idx="311">
                  <c:v>268.99</c:v>
                </c:pt>
                <c:pt idx="312">
                  <c:v>272.45999999999998</c:v>
                </c:pt>
                <c:pt idx="313">
                  <c:v>268.33</c:v>
                </c:pt>
                <c:pt idx="314">
                  <c:v>269.95999999999998</c:v>
                </c:pt>
                <c:pt idx="315">
                  <c:v>269.97000000000003</c:v>
                </c:pt>
                <c:pt idx="316">
                  <c:v>265.88</c:v>
                </c:pt>
                <c:pt idx="317">
                  <c:v>265.38</c:v>
                </c:pt>
                <c:pt idx="318">
                  <c:v>263.95</c:v>
                </c:pt>
                <c:pt idx="319">
                  <c:v>266.86</c:v>
                </c:pt>
                <c:pt idx="320">
                  <c:v>264.49</c:v>
                </c:pt>
                <c:pt idx="321">
                  <c:v>263.32</c:v>
                </c:pt>
                <c:pt idx="322">
                  <c:v>266.22000000000003</c:v>
                </c:pt>
                <c:pt idx="323">
                  <c:v>265.58</c:v>
                </c:pt>
                <c:pt idx="324">
                  <c:v>261.83999999999997</c:v>
                </c:pt>
                <c:pt idx="325">
                  <c:v>261.66000000000003</c:v>
                </c:pt>
                <c:pt idx="326">
                  <c:v>260.76</c:v>
                </c:pt>
                <c:pt idx="327">
                  <c:v>260.82</c:v>
                </c:pt>
                <c:pt idx="328">
                  <c:v>261.51</c:v>
                </c:pt>
                <c:pt idx="329">
                  <c:v>263.43</c:v>
                </c:pt>
                <c:pt idx="330">
                  <c:v>264.35000000000002</c:v>
                </c:pt>
                <c:pt idx="331">
                  <c:v>266.61</c:v>
                </c:pt>
                <c:pt idx="332">
                  <c:v>266.05</c:v>
                </c:pt>
                <c:pt idx="333">
                  <c:v>264.39999999999998</c:v>
                </c:pt>
                <c:pt idx="334">
                  <c:v>259.73</c:v>
                </c:pt>
                <c:pt idx="335">
                  <c:v>261.12</c:v>
                </c:pt>
                <c:pt idx="336">
                  <c:v>258.79000000000002</c:v>
                </c:pt>
                <c:pt idx="337">
                  <c:v>257.89</c:v>
                </c:pt>
                <c:pt idx="338">
                  <c:v>254</c:v>
                </c:pt>
                <c:pt idx="339">
                  <c:v>254.11</c:v>
                </c:pt>
                <c:pt idx="340">
                  <c:v>252.32</c:v>
                </c:pt>
                <c:pt idx="341">
                  <c:v>243.93</c:v>
                </c:pt>
                <c:pt idx="342">
                  <c:v>244.48</c:v>
                </c:pt>
                <c:pt idx="343">
                  <c:v>235.85</c:v>
                </c:pt>
                <c:pt idx="344">
                  <c:v>238.62</c:v>
                </c:pt>
                <c:pt idx="345">
                  <c:v>242.66</c:v>
                </c:pt>
                <c:pt idx="346">
                  <c:v>239.76</c:v>
                </c:pt>
                <c:pt idx="347">
                  <c:v>240.51</c:v>
                </c:pt>
                <c:pt idx="348">
                  <c:v>241.6</c:v>
                </c:pt>
                <c:pt idx="349">
                  <c:v>245.26</c:v>
                </c:pt>
                <c:pt idx="350">
                  <c:v>244.68</c:v>
                </c:pt>
                <c:pt idx="351">
                  <c:v>244.05</c:v>
                </c:pt>
                <c:pt idx="352">
                  <c:v>242.98</c:v>
                </c:pt>
                <c:pt idx="353">
                  <c:v>236.3</c:v>
                </c:pt>
                <c:pt idx="354">
                  <c:v>238.79</c:v>
                </c:pt>
                <c:pt idx="355">
                  <c:v>245.51</c:v>
                </c:pt>
                <c:pt idx="356">
                  <c:v>243.69</c:v>
                </c:pt>
                <c:pt idx="357">
                  <c:v>248.3</c:v>
                </c:pt>
                <c:pt idx="358">
                  <c:v>246.43</c:v>
                </c:pt>
                <c:pt idx="359">
                  <c:v>247.08</c:v>
                </c:pt>
                <c:pt idx="360">
                  <c:v>248.62</c:v>
                </c:pt>
                <c:pt idx="361">
                  <c:v>246.57</c:v>
                </c:pt>
                <c:pt idx="362">
                  <c:v>251.37</c:v>
                </c:pt>
                <c:pt idx="363">
                  <c:v>251.31</c:v>
                </c:pt>
                <c:pt idx="364">
                  <c:v>252.92</c:v>
                </c:pt>
                <c:pt idx="365">
                  <c:v>250.46</c:v>
                </c:pt>
                <c:pt idx="366">
                  <c:v>244.15</c:v>
                </c:pt>
                <c:pt idx="367">
                  <c:v>240.75</c:v>
                </c:pt>
                <c:pt idx="368">
                  <c:v>239.68</c:v>
                </c:pt>
                <c:pt idx="369">
                  <c:v>239.85</c:v>
                </c:pt>
                <c:pt idx="370">
                  <c:v>239.98</c:v>
                </c:pt>
                <c:pt idx="371">
                  <c:v>244.9</c:v>
                </c:pt>
                <c:pt idx="372">
                  <c:v>244.46</c:v>
                </c:pt>
                <c:pt idx="373">
                  <c:v>246.8</c:v>
                </c:pt>
                <c:pt idx="374">
                  <c:v>247.76</c:v>
                </c:pt>
                <c:pt idx="375">
                  <c:v>247.67</c:v>
                </c:pt>
                <c:pt idx="376">
                  <c:v>245.07</c:v>
                </c:pt>
                <c:pt idx="377">
                  <c:v>241.73</c:v>
                </c:pt>
                <c:pt idx="378">
                  <c:v>240.88</c:v>
                </c:pt>
                <c:pt idx="379">
                  <c:v>240.34</c:v>
                </c:pt>
                <c:pt idx="380">
                  <c:v>234.66</c:v>
                </c:pt>
                <c:pt idx="381">
                  <c:v>238.77</c:v>
                </c:pt>
                <c:pt idx="382">
                  <c:v>239.39</c:v>
                </c:pt>
                <c:pt idx="383">
                  <c:v>240.19</c:v>
                </c:pt>
                <c:pt idx="384">
                  <c:v>236.42</c:v>
                </c:pt>
                <c:pt idx="385">
                  <c:v>240.44</c:v>
                </c:pt>
                <c:pt idx="386">
                  <c:v>240.35</c:v>
                </c:pt>
                <c:pt idx="387">
                  <c:v>235.75</c:v>
                </c:pt>
                <c:pt idx="388">
                  <c:v>236.65</c:v>
                </c:pt>
                <c:pt idx="389">
                  <c:v>233.49</c:v>
                </c:pt>
                <c:pt idx="390">
                  <c:v>235.33</c:v>
                </c:pt>
                <c:pt idx="391">
                  <c:v>242.23</c:v>
                </c:pt>
                <c:pt idx="392">
                  <c:v>244.58</c:v>
                </c:pt>
                <c:pt idx="393">
                  <c:v>250.08</c:v>
                </c:pt>
                <c:pt idx="394">
                  <c:v>249.6</c:v>
                </c:pt>
                <c:pt idx="395">
                  <c:v>247.9</c:v>
                </c:pt>
                <c:pt idx="396">
                  <c:v>244.81</c:v>
                </c:pt>
                <c:pt idx="397">
                  <c:v>250.36</c:v>
                </c:pt>
                <c:pt idx="398">
                  <c:v>250.39</c:v>
                </c:pt>
                <c:pt idx="399">
                  <c:v>252.84</c:v>
                </c:pt>
                <c:pt idx="400">
                  <c:v>258.08</c:v>
                </c:pt>
                <c:pt idx="401">
                  <c:v>258.91000000000003</c:v>
                </c:pt>
                <c:pt idx="402">
                  <c:v>256.64999999999998</c:v>
                </c:pt>
                <c:pt idx="403">
                  <c:v>260.11</c:v>
                </c:pt>
                <c:pt idx="404">
                  <c:v>260.08</c:v>
                </c:pt>
                <c:pt idx="405">
                  <c:v>258.2</c:v>
                </c:pt>
                <c:pt idx="406">
                  <c:v>258.02999999999997</c:v>
                </c:pt>
                <c:pt idx="407">
                  <c:v>257.5</c:v>
                </c:pt>
                <c:pt idx="408">
                  <c:v>256.20999999999998</c:v>
                </c:pt>
                <c:pt idx="409">
                  <c:v>257.27999999999997</c:v>
                </c:pt>
                <c:pt idx="410">
                  <c:v>253.73</c:v>
                </c:pt>
                <c:pt idx="411">
                  <c:v>252.77</c:v>
                </c:pt>
                <c:pt idx="412">
                  <c:v>252.57</c:v>
                </c:pt>
                <c:pt idx="413">
                  <c:v>254.22</c:v>
                </c:pt>
                <c:pt idx="414">
                  <c:v>250.96</c:v>
                </c:pt>
                <c:pt idx="415">
                  <c:v>250.56</c:v>
                </c:pt>
                <c:pt idx="416">
                  <c:v>251.23</c:v>
                </c:pt>
                <c:pt idx="417">
                  <c:v>250.56</c:v>
                </c:pt>
                <c:pt idx="418">
                  <c:v>245.75</c:v>
                </c:pt>
                <c:pt idx="419">
                  <c:v>246.79</c:v>
                </c:pt>
                <c:pt idx="420">
                  <c:v>254.02</c:v>
                </c:pt>
                <c:pt idx="421">
                  <c:v>253.38</c:v>
                </c:pt>
                <c:pt idx="422">
                  <c:v>252.73</c:v>
                </c:pt>
                <c:pt idx="423">
                  <c:v>256.95</c:v>
                </c:pt>
                <c:pt idx="424">
                  <c:v>256.87</c:v>
                </c:pt>
                <c:pt idx="425">
                  <c:v>265.02</c:v>
                </c:pt>
                <c:pt idx="426">
                  <c:v>263.97000000000003</c:v>
                </c:pt>
                <c:pt idx="427">
                  <c:v>264.25</c:v>
                </c:pt>
                <c:pt idx="428">
                  <c:v>264.44</c:v>
                </c:pt>
                <c:pt idx="429">
                  <c:v>261.87</c:v>
                </c:pt>
                <c:pt idx="430">
                  <c:v>263.41000000000003</c:v>
                </c:pt>
                <c:pt idx="431">
                  <c:v>263.56</c:v>
                </c:pt>
                <c:pt idx="432">
                  <c:v>262.02999999999997</c:v>
                </c:pt>
                <c:pt idx="433">
                  <c:v>260.42</c:v>
                </c:pt>
                <c:pt idx="434">
                  <c:v>261.62</c:v>
                </c:pt>
                <c:pt idx="435">
                  <c:v>262.49</c:v>
                </c:pt>
                <c:pt idx="436">
                  <c:v>262.48</c:v>
                </c:pt>
                <c:pt idx="437">
                  <c:v>261.92</c:v>
                </c:pt>
                <c:pt idx="438">
                  <c:v>262.07</c:v>
                </c:pt>
                <c:pt idx="439">
                  <c:v>260.11</c:v>
                </c:pt>
                <c:pt idx="440">
                  <c:v>259.66000000000003</c:v>
                </c:pt>
                <c:pt idx="441">
                  <c:v>255.15</c:v>
                </c:pt>
                <c:pt idx="442">
                  <c:v>252.84</c:v>
                </c:pt>
                <c:pt idx="443">
                  <c:v>252.44</c:v>
                </c:pt>
                <c:pt idx="444">
                  <c:v>251.44</c:v>
                </c:pt>
                <c:pt idx="445">
                  <c:v>253.98</c:v>
                </c:pt>
                <c:pt idx="446">
                  <c:v>256.06</c:v>
                </c:pt>
                <c:pt idx="447">
                  <c:v>257.27</c:v>
                </c:pt>
                <c:pt idx="448">
                  <c:v>254.79</c:v>
                </c:pt>
                <c:pt idx="449">
                  <c:v>254.22</c:v>
                </c:pt>
                <c:pt idx="450">
                  <c:v>251.86</c:v>
                </c:pt>
                <c:pt idx="451">
                  <c:v>249.8</c:v>
                </c:pt>
                <c:pt idx="452">
                  <c:v>251.72</c:v>
                </c:pt>
                <c:pt idx="453">
                  <c:v>247.18</c:v>
                </c:pt>
                <c:pt idx="454">
                  <c:v>247.66</c:v>
                </c:pt>
                <c:pt idx="455">
                  <c:v>248.52</c:v>
                </c:pt>
                <c:pt idx="456">
                  <c:v>250.18</c:v>
                </c:pt>
                <c:pt idx="457">
                  <c:v>247.83</c:v>
                </c:pt>
                <c:pt idx="458">
                  <c:v>251.04</c:v>
                </c:pt>
                <c:pt idx="459">
                  <c:v>249.5</c:v>
                </c:pt>
                <c:pt idx="460">
                  <c:v>252.3</c:v>
                </c:pt>
                <c:pt idx="461">
                  <c:v>253.7</c:v>
                </c:pt>
                <c:pt idx="462">
                  <c:v>250.13</c:v>
                </c:pt>
                <c:pt idx="463">
                  <c:v>248.69</c:v>
                </c:pt>
                <c:pt idx="464">
                  <c:v>248.18</c:v>
                </c:pt>
                <c:pt idx="465">
                  <c:v>246.9</c:v>
                </c:pt>
                <c:pt idx="466">
                  <c:v>247.8</c:v>
                </c:pt>
                <c:pt idx="467">
                  <c:v>244.64</c:v>
                </c:pt>
                <c:pt idx="468">
                  <c:v>243.45</c:v>
                </c:pt>
                <c:pt idx="469">
                  <c:v>245.82</c:v>
                </c:pt>
                <c:pt idx="470">
                  <c:v>247.72</c:v>
                </c:pt>
                <c:pt idx="471">
                  <c:v>247.02</c:v>
                </c:pt>
                <c:pt idx="472">
                  <c:v>249.51</c:v>
                </c:pt>
                <c:pt idx="473">
                  <c:v>251.44</c:v>
                </c:pt>
                <c:pt idx="474">
                  <c:v>250.73</c:v>
                </c:pt>
                <c:pt idx="475">
                  <c:v>253.41</c:v>
                </c:pt>
                <c:pt idx="476">
                  <c:v>251.72</c:v>
                </c:pt>
                <c:pt idx="477">
                  <c:v>254.73</c:v>
                </c:pt>
                <c:pt idx="478">
                  <c:v>254.25</c:v>
                </c:pt>
                <c:pt idx="479">
                  <c:v>255.57</c:v>
                </c:pt>
                <c:pt idx="480">
                  <c:v>254.83</c:v>
                </c:pt>
                <c:pt idx="481">
                  <c:v>256.63</c:v>
                </c:pt>
                <c:pt idx="482">
                  <c:v>257.27</c:v>
                </c:pt>
                <c:pt idx="483">
                  <c:v>258.77999999999997</c:v>
                </c:pt>
                <c:pt idx="484">
                  <c:v>259.02999999999997</c:v>
                </c:pt>
                <c:pt idx="485">
                  <c:v>260.12</c:v>
                </c:pt>
                <c:pt idx="486">
                  <c:v>261.67</c:v>
                </c:pt>
                <c:pt idx="487">
                  <c:v>265.79000000000002</c:v>
                </c:pt>
                <c:pt idx="488">
                  <c:v>264.56</c:v>
                </c:pt>
                <c:pt idx="489">
                  <c:v>262.76</c:v>
                </c:pt>
                <c:pt idx="490">
                  <c:v>264.23</c:v>
                </c:pt>
                <c:pt idx="491">
                  <c:v>264.77999999999997</c:v>
                </c:pt>
                <c:pt idx="492">
                  <c:v>261.89</c:v>
                </c:pt>
                <c:pt idx="493">
                  <c:v>262.11</c:v>
                </c:pt>
                <c:pt idx="494">
                  <c:v>261.97000000000003</c:v>
                </c:pt>
                <c:pt idx="495">
                  <c:v>262.68</c:v>
                </c:pt>
                <c:pt idx="496">
                  <c:v>263.92</c:v>
                </c:pt>
                <c:pt idx="497">
                  <c:v>269.16000000000003</c:v>
                </c:pt>
                <c:pt idx="498">
                  <c:v>267.52</c:v>
                </c:pt>
                <c:pt idx="499">
                  <c:v>266.14</c:v>
                </c:pt>
                <c:pt idx="500">
                  <c:v>265.97000000000003</c:v>
                </c:pt>
                <c:pt idx="501">
                  <c:v>263.95</c:v>
                </c:pt>
                <c:pt idx="502">
                  <c:v>262.89999999999998</c:v>
                </c:pt>
                <c:pt idx="503">
                  <c:v>264.95</c:v>
                </c:pt>
                <c:pt idx="504">
                  <c:v>263.32</c:v>
                </c:pt>
                <c:pt idx="505">
                  <c:v>264.8</c:v>
                </c:pt>
                <c:pt idx="506">
                  <c:v>261.43</c:v>
                </c:pt>
                <c:pt idx="507">
                  <c:v>260.49</c:v>
                </c:pt>
                <c:pt idx="508">
                  <c:v>260.10000000000002</c:v>
                </c:pt>
                <c:pt idx="509">
                  <c:v>261.70999999999998</c:v>
                </c:pt>
                <c:pt idx="510">
                  <c:v>261.3</c:v>
                </c:pt>
                <c:pt idx="511">
                  <c:v>262.91000000000003</c:v>
                </c:pt>
                <c:pt idx="512">
                  <c:v>261.10000000000002</c:v>
                </c:pt>
                <c:pt idx="513">
                  <c:v>258.74</c:v>
                </c:pt>
                <c:pt idx="514">
                  <c:v>256.06</c:v>
                </c:pt>
                <c:pt idx="515">
                  <c:v>254.66</c:v>
                </c:pt>
                <c:pt idx="516">
                  <c:v>257.22000000000003</c:v>
                </c:pt>
                <c:pt idx="517">
                  <c:v>258.47000000000003</c:v>
                </c:pt>
                <c:pt idx="518">
                  <c:v>258.07</c:v>
                </c:pt>
                <c:pt idx="519">
                  <c:v>257.64</c:v>
                </c:pt>
                <c:pt idx="520">
                  <c:v>256.89</c:v>
                </c:pt>
                <c:pt idx="521">
                  <c:v>254.82</c:v>
                </c:pt>
                <c:pt idx="522">
                  <c:v>254.31</c:v>
                </c:pt>
                <c:pt idx="523">
                  <c:v>254</c:v>
                </c:pt>
                <c:pt idx="524">
                  <c:v>257.08999999999997</c:v>
                </c:pt>
                <c:pt idx="525">
                  <c:v>256.64999999999998</c:v>
                </c:pt>
                <c:pt idx="526">
                  <c:v>260.92</c:v>
                </c:pt>
                <c:pt idx="527">
                  <c:v>261.44</c:v>
                </c:pt>
                <c:pt idx="528">
                  <c:v>261.61</c:v>
                </c:pt>
                <c:pt idx="529">
                  <c:v>261.63</c:v>
                </c:pt>
                <c:pt idx="530">
                  <c:v>262.16000000000003</c:v>
                </c:pt>
                <c:pt idx="531">
                  <c:v>268.07</c:v>
                </c:pt>
                <c:pt idx="532">
                  <c:v>266.85000000000002</c:v>
                </c:pt>
                <c:pt idx="533">
                  <c:v>267.14999999999998</c:v>
                </c:pt>
                <c:pt idx="534">
                  <c:v>266.01</c:v>
                </c:pt>
                <c:pt idx="535">
                  <c:v>264.68</c:v>
                </c:pt>
                <c:pt idx="536">
                  <c:v>265.04000000000002</c:v>
                </c:pt>
                <c:pt idx="537">
                  <c:v>268.01</c:v>
                </c:pt>
                <c:pt idx="538">
                  <c:v>266.14</c:v>
                </c:pt>
                <c:pt idx="539">
                  <c:v>266.54000000000002</c:v>
                </c:pt>
                <c:pt idx="540">
                  <c:v>267.25</c:v>
                </c:pt>
                <c:pt idx="541">
                  <c:v>264.77999999999997</c:v>
                </c:pt>
                <c:pt idx="542">
                  <c:v>264.57</c:v>
                </c:pt>
                <c:pt idx="543">
                  <c:v>264.14999999999998</c:v>
                </c:pt>
                <c:pt idx="544">
                  <c:v>262.43</c:v>
                </c:pt>
                <c:pt idx="545">
                  <c:v>263.33</c:v>
                </c:pt>
                <c:pt idx="546">
                  <c:v>263.37</c:v>
                </c:pt>
                <c:pt idx="547">
                  <c:v>260.83999999999997</c:v>
                </c:pt>
                <c:pt idx="548">
                  <c:v>258.3</c:v>
                </c:pt>
                <c:pt idx="549">
                  <c:v>259.79000000000002</c:v>
                </c:pt>
                <c:pt idx="550">
                  <c:v>257.04000000000002</c:v>
                </c:pt>
                <c:pt idx="551">
                  <c:v>255.82</c:v>
                </c:pt>
                <c:pt idx="552">
                  <c:v>255.33</c:v>
                </c:pt>
                <c:pt idx="553">
                  <c:v>259.58</c:v>
                </c:pt>
                <c:pt idx="554">
                  <c:v>260.54000000000002</c:v>
                </c:pt>
                <c:pt idx="555">
                  <c:v>261.86</c:v>
                </c:pt>
                <c:pt idx="556">
                  <c:v>261.86</c:v>
                </c:pt>
                <c:pt idx="557">
                  <c:v>263.39</c:v>
                </c:pt>
                <c:pt idx="558">
                  <c:v>262.27</c:v>
                </c:pt>
                <c:pt idx="559">
                  <c:v>260.79000000000002</c:v>
                </c:pt>
                <c:pt idx="560">
                  <c:v>260.36</c:v>
                </c:pt>
                <c:pt idx="561">
                  <c:v>257.05</c:v>
                </c:pt>
                <c:pt idx="562">
                  <c:v>252.77</c:v>
                </c:pt>
                <c:pt idx="563">
                  <c:v>252.39</c:v>
                </c:pt>
                <c:pt idx="564">
                  <c:v>252.53</c:v>
                </c:pt>
                <c:pt idx="565">
                  <c:v>254.34</c:v>
                </c:pt>
                <c:pt idx="566">
                  <c:v>256.18</c:v>
                </c:pt>
                <c:pt idx="567">
                  <c:v>252</c:v>
                </c:pt>
                <c:pt idx="568">
                  <c:v>251.51</c:v>
                </c:pt>
                <c:pt idx="569">
                  <c:v>251.78</c:v>
                </c:pt>
                <c:pt idx="570">
                  <c:v>251.51</c:v>
                </c:pt>
                <c:pt idx="571">
                  <c:v>247.85</c:v>
                </c:pt>
                <c:pt idx="572">
                  <c:v>248.77</c:v>
                </c:pt>
                <c:pt idx="573">
                  <c:v>251.46</c:v>
                </c:pt>
                <c:pt idx="574">
                  <c:v>250.01</c:v>
                </c:pt>
                <c:pt idx="575">
                  <c:v>252</c:v>
                </c:pt>
                <c:pt idx="576">
                  <c:v>254.49</c:v>
                </c:pt>
                <c:pt idx="577">
                  <c:v>253.04</c:v>
                </c:pt>
                <c:pt idx="578">
                  <c:v>252.25</c:v>
                </c:pt>
                <c:pt idx="579">
                  <c:v>255.72</c:v>
                </c:pt>
                <c:pt idx="580">
                  <c:v>254.92</c:v>
                </c:pt>
                <c:pt idx="581">
                  <c:v>256.02</c:v>
                </c:pt>
                <c:pt idx="582">
                  <c:v>255.2</c:v>
                </c:pt>
                <c:pt idx="583">
                  <c:v>253.84</c:v>
                </c:pt>
                <c:pt idx="584">
                  <c:v>254.02</c:v>
                </c:pt>
                <c:pt idx="585">
                  <c:v>257.52999999999997</c:v>
                </c:pt>
                <c:pt idx="586">
                  <c:v>252.72</c:v>
                </c:pt>
                <c:pt idx="587">
                  <c:v>253.29</c:v>
                </c:pt>
                <c:pt idx="588">
                  <c:v>256.29000000000002</c:v>
                </c:pt>
                <c:pt idx="589">
                  <c:v>256.60000000000002</c:v>
                </c:pt>
                <c:pt idx="590">
                  <c:v>258.99</c:v>
                </c:pt>
                <c:pt idx="591">
                  <c:v>258.60000000000002</c:v>
                </c:pt>
                <c:pt idx="592">
                  <c:v>258.18</c:v>
                </c:pt>
                <c:pt idx="593">
                  <c:v>260.19</c:v>
                </c:pt>
                <c:pt idx="594">
                  <c:v>256.66000000000003</c:v>
                </c:pt>
                <c:pt idx="595">
                  <c:v>257.32</c:v>
                </c:pt>
                <c:pt idx="596">
                  <c:v>258.19</c:v>
                </c:pt>
                <c:pt idx="597">
                  <c:v>258.58999999999997</c:v>
                </c:pt>
                <c:pt idx="598">
                  <c:v>260.92</c:v>
                </c:pt>
                <c:pt idx="599">
                  <c:v>261.20999999999998</c:v>
                </c:pt>
                <c:pt idx="600">
                  <c:v>261.47000000000003</c:v>
                </c:pt>
                <c:pt idx="601">
                  <c:v>260.29000000000002</c:v>
                </c:pt>
                <c:pt idx="602">
                  <c:v>260.54000000000002</c:v>
                </c:pt>
                <c:pt idx="603">
                  <c:v>256.51</c:v>
                </c:pt>
                <c:pt idx="604">
                  <c:v>251.2</c:v>
                </c:pt>
                <c:pt idx="605">
                  <c:v>252.2</c:v>
                </c:pt>
                <c:pt idx="606">
                  <c:v>250.19</c:v>
                </c:pt>
                <c:pt idx="607">
                  <c:v>248.5</c:v>
                </c:pt>
                <c:pt idx="608">
                  <c:v>244.49</c:v>
                </c:pt>
                <c:pt idx="609">
                  <c:v>245.36</c:v>
                </c:pt>
                <c:pt idx="610">
                  <c:v>244.77</c:v>
                </c:pt>
                <c:pt idx="611">
                  <c:v>247.13</c:v>
                </c:pt>
                <c:pt idx="612">
                  <c:v>245.44</c:v>
                </c:pt>
                <c:pt idx="613">
                  <c:v>240.26</c:v>
                </c:pt>
                <c:pt idx="614">
                  <c:v>236.57</c:v>
                </c:pt>
                <c:pt idx="615">
                  <c:v>233.47</c:v>
                </c:pt>
                <c:pt idx="616">
                  <c:v>231.75</c:v>
                </c:pt>
                <c:pt idx="617">
                  <c:v>231.52</c:v>
                </c:pt>
                <c:pt idx="618">
                  <c:v>238.65</c:v>
                </c:pt>
                <c:pt idx="619">
                  <c:v>242.27</c:v>
                </c:pt>
                <c:pt idx="620">
                  <c:v>241.05</c:v>
                </c:pt>
                <c:pt idx="621">
                  <c:v>240.8</c:v>
                </c:pt>
                <c:pt idx="622">
                  <c:v>236.63</c:v>
                </c:pt>
                <c:pt idx="623">
                  <c:v>238.56</c:v>
                </c:pt>
                <c:pt idx="624">
                  <c:v>237.28</c:v>
                </c:pt>
                <c:pt idx="625">
                  <c:v>235.12</c:v>
                </c:pt>
                <c:pt idx="626">
                  <c:v>236.94</c:v>
                </c:pt>
                <c:pt idx="627">
                  <c:v>236.23</c:v>
                </c:pt>
                <c:pt idx="628">
                  <c:v>243.88</c:v>
                </c:pt>
                <c:pt idx="629">
                  <c:v>242.72</c:v>
                </c:pt>
                <c:pt idx="630">
                  <c:v>243.43</c:v>
                </c:pt>
                <c:pt idx="631">
                  <c:v>242.02</c:v>
                </c:pt>
                <c:pt idx="632">
                  <c:v>244.82</c:v>
                </c:pt>
                <c:pt idx="633">
                  <c:v>242.92</c:v>
                </c:pt>
                <c:pt idx="634">
                  <c:v>242.03</c:v>
                </c:pt>
                <c:pt idx="635">
                  <c:v>243.18</c:v>
                </c:pt>
                <c:pt idx="636">
                  <c:v>246.63</c:v>
                </c:pt>
                <c:pt idx="637">
                  <c:v>247.84</c:v>
                </c:pt>
                <c:pt idx="638">
                  <c:v>247.71</c:v>
                </c:pt>
                <c:pt idx="639">
                  <c:v>247.8</c:v>
                </c:pt>
                <c:pt idx="640">
                  <c:v>246.53</c:v>
                </c:pt>
                <c:pt idx="641">
                  <c:v>248.78</c:v>
                </c:pt>
                <c:pt idx="642">
                  <c:v>247.99</c:v>
                </c:pt>
                <c:pt idx="643">
                  <c:v>248.89</c:v>
                </c:pt>
                <c:pt idx="644">
                  <c:v>249.33</c:v>
                </c:pt>
                <c:pt idx="645">
                  <c:v>248.25</c:v>
                </c:pt>
                <c:pt idx="646">
                  <c:v>246.8</c:v>
                </c:pt>
                <c:pt idx="647">
                  <c:v>242.75</c:v>
                </c:pt>
                <c:pt idx="648">
                  <c:v>243.39</c:v>
                </c:pt>
                <c:pt idx="649">
                  <c:v>243.13</c:v>
                </c:pt>
                <c:pt idx="650">
                  <c:v>243.78</c:v>
                </c:pt>
                <c:pt idx="651">
                  <c:v>248.2</c:v>
                </c:pt>
                <c:pt idx="652">
                  <c:v>249.82</c:v>
                </c:pt>
                <c:pt idx="653">
                  <c:v>249.23</c:v>
                </c:pt>
                <c:pt idx="654">
                  <c:v>248.89</c:v>
                </c:pt>
                <c:pt idx="655">
                  <c:v>245.13</c:v>
                </c:pt>
                <c:pt idx="656">
                  <c:v>242.49</c:v>
                </c:pt>
                <c:pt idx="657">
                  <c:v>240.37</c:v>
                </c:pt>
                <c:pt idx="658">
                  <c:v>243.37</c:v>
                </c:pt>
                <c:pt idx="659">
                  <c:v>245.71</c:v>
                </c:pt>
                <c:pt idx="660">
                  <c:v>245.71</c:v>
                </c:pt>
                <c:pt idx="661">
                  <c:v>245.67</c:v>
                </c:pt>
                <c:pt idx="662">
                  <c:v>248.86</c:v>
                </c:pt>
                <c:pt idx="663">
                  <c:v>251.74</c:v>
                </c:pt>
                <c:pt idx="664">
                  <c:v>251.13</c:v>
                </c:pt>
                <c:pt idx="665">
                  <c:v>252.05</c:v>
                </c:pt>
                <c:pt idx="666">
                  <c:v>252.15</c:v>
                </c:pt>
                <c:pt idx="667">
                  <c:v>254.62</c:v>
                </c:pt>
                <c:pt idx="668">
                  <c:v>255.25</c:v>
                </c:pt>
                <c:pt idx="669">
                  <c:v>258.12</c:v>
                </c:pt>
                <c:pt idx="670">
                  <c:v>261.2</c:v>
                </c:pt>
                <c:pt idx="671">
                  <c:v>262.38</c:v>
                </c:pt>
                <c:pt idx="672">
                  <c:v>262.32</c:v>
                </c:pt>
                <c:pt idx="673">
                  <c:v>260.83</c:v>
                </c:pt>
                <c:pt idx="674">
                  <c:v>263.86</c:v>
                </c:pt>
                <c:pt idx="675">
                  <c:v>262.56</c:v>
                </c:pt>
                <c:pt idx="676">
                  <c:v>263.02</c:v>
                </c:pt>
                <c:pt idx="677">
                  <c:v>262.83</c:v>
                </c:pt>
                <c:pt idx="678">
                  <c:v>261.45</c:v>
                </c:pt>
                <c:pt idx="679">
                  <c:v>262.68</c:v>
                </c:pt>
                <c:pt idx="680">
                  <c:v>262.94</c:v>
                </c:pt>
                <c:pt idx="681">
                  <c:v>260.91000000000003</c:v>
                </c:pt>
                <c:pt idx="682">
                  <c:v>261.48</c:v>
                </c:pt>
                <c:pt idx="683">
                  <c:v>261.87</c:v>
                </c:pt>
                <c:pt idx="684">
                  <c:v>261.77999999999997</c:v>
                </c:pt>
                <c:pt idx="685">
                  <c:v>261.85000000000002</c:v>
                </c:pt>
                <c:pt idx="686">
                  <c:v>263.14</c:v>
                </c:pt>
                <c:pt idx="687">
                  <c:v>262.89999999999998</c:v>
                </c:pt>
                <c:pt idx="688">
                  <c:v>266.35000000000002</c:v>
                </c:pt>
                <c:pt idx="689">
                  <c:v>265.81</c:v>
                </c:pt>
                <c:pt idx="690">
                  <c:v>269.02</c:v>
                </c:pt>
                <c:pt idx="691">
                  <c:v>268.25</c:v>
                </c:pt>
                <c:pt idx="692">
                  <c:v>269.58999999999997</c:v>
                </c:pt>
                <c:pt idx="693">
                  <c:v>271.24</c:v>
                </c:pt>
                <c:pt idx="694">
                  <c:v>271.22000000000003</c:v>
                </c:pt>
                <c:pt idx="695">
                  <c:v>271.11</c:v>
                </c:pt>
                <c:pt idx="696">
                  <c:v>268.02999999999997</c:v>
                </c:pt>
                <c:pt idx="697">
                  <c:v>269.36</c:v>
                </c:pt>
                <c:pt idx="698">
                  <c:v>267.51</c:v>
                </c:pt>
                <c:pt idx="699">
                  <c:v>269.74</c:v>
                </c:pt>
                <c:pt idx="700">
                  <c:v>270.27999999999997</c:v>
                </c:pt>
                <c:pt idx="701">
                  <c:v>271.44</c:v>
                </c:pt>
                <c:pt idx="702">
                  <c:v>266.91000000000003</c:v>
                </c:pt>
                <c:pt idx="703">
                  <c:v>268.63</c:v>
                </c:pt>
                <c:pt idx="704">
                  <c:v>266.58999999999997</c:v>
                </c:pt>
                <c:pt idx="705">
                  <c:v>264.95999999999998</c:v>
                </c:pt>
                <c:pt idx="706">
                  <c:v>264.62</c:v>
                </c:pt>
                <c:pt idx="707">
                  <c:v>263.33999999999997</c:v>
                </c:pt>
                <c:pt idx="708">
                  <c:v>260.52999999999997</c:v>
                </c:pt>
                <c:pt idx="709">
                  <c:v>260.14999999999998</c:v>
                </c:pt>
                <c:pt idx="710">
                  <c:v>262.81</c:v>
                </c:pt>
                <c:pt idx="711">
                  <c:v>258.04000000000002</c:v>
                </c:pt>
                <c:pt idx="712">
                  <c:v>258.44</c:v>
                </c:pt>
                <c:pt idx="713">
                  <c:v>264.2</c:v>
                </c:pt>
                <c:pt idx="714">
                  <c:v>265.02999999999997</c:v>
                </c:pt>
                <c:pt idx="715">
                  <c:v>267.81</c:v>
                </c:pt>
                <c:pt idx="716">
                  <c:v>265.62</c:v>
                </c:pt>
                <c:pt idx="717">
                  <c:v>262.2</c:v>
                </c:pt>
                <c:pt idx="718">
                  <c:v>263.86</c:v>
                </c:pt>
                <c:pt idx="719">
                  <c:v>265.20999999999998</c:v>
                </c:pt>
                <c:pt idx="720">
                  <c:v>266.26</c:v>
                </c:pt>
                <c:pt idx="721">
                  <c:v>267.14999999999998</c:v>
                </c:pt>
                <c:pt idx="722">
                  <c:v>269.7</c:v>
                </c:pt>
                <c:pt idx="723">
                  <c:v>269.57</c:v>
                </c:pt>
                <c:pt idx="724">
                  <c:v>267.58</c:v>
                </c:pt>
                <c:pt idx="725">
                  <c:v>264.83999999999997</c:v>
                </c:pt>
                <c:pt idx="726">
                  <c:v>261.48</c:v>
                </c:pt>
                <c:pt idx="727">
                  <c:v>261.10000000000002</c:v>
                </c:pt>
                <c:pt idx="728">
                  <c:v>260.70999999999998</c:v>
                </c:pt>
                <c:pt idx="729">
                  <c:v>263.7</c:v>
                </c:pt>
                <c:pt idx="730">
                  <c:v>262.68</c:v>
                </c:pt>
                <c:pt idx="731">
                  <c:v>260.55</c:v>
                </c:pt>
                <c:pt idx="732">
                  <c:v>259.05</c:v>
                </c:pt>
                <c:pt idx="733">
                  <c:v>258.04000000000002</c:v>
                </c:pt>
                <c:pt idx="734">
                  <c:v>257.89999999999998</c:v>
                </c:pt>
                <c:pt idx="735">
                  <c:v>258.72000000000003</c:v>
                </c:pt>
                <c:pt idx="736">
                  <c:v>259.98</c:v>
                </c:pt>
                <c:pt idx="737">
                  <c:v>260.2</c:v>
                </c:pt>
                <c:pt idx="738">
                  <c:v>261.27</c:v>
                </c:pt>
                <c:pt idx="739">
                  <c:v>263.24</c:v>
                </c:pt>
                <c:pt idx="740">
                  <c:v>263.58</c:v>
                </c:pt>
                <c:pt idx="741">
                  <c:v>263.14999999999998</c:v>
                </c:pt>
                <c:pt idx="742">
                  <c:v>263.32</c:v>
                </c:pt>
                <c:pt idx="743">
                  <c:v>264.24</c:v>
                </c:pt>
                <c:pt idx="744">
                  <c:v>257.64</c:v>
                </c:pt>
                <c:pt idx="745">
                  <c:v>254.48</c:v>
                </c:pt>
                <c:pt idx="746">
                  <c:v>255.41</c:v>
                </c:pt>
                <c:pt idx="747">
                  <c:v>255.98</c:v>
                </c:pt>
                <c:pt idx="748">
                  <c:v>255.76</c:v>
                </c:pt>
                <c:pt idx="749">
                  <c:v>253.63</c:v>
                </c:pt>
                <c:pt idx="750">
                  <c:v>252.48</c:v>
                </c:pt>
                <c:pt idx="751">
                  <c:v>254.08</c:v>
                </c:pt>
                <c:pt idx="752">
                  <c:v>253.97</c:v>
                </c:pt>
                <c:pt idx="753">
                  <c:v>254.73</c:v>
                </c:pt>
                <c:pt idx="754">
                  <c:v>255.36</c:v>
                </c:pt>
                <c:pt idx="755">
                  <c:v>253.46</c:v>
                </c:pt>
                <c:pt idx="756">
                  <c:v>254.81</c:v>
                </c:pt>
                <c:pt idx="757">
                  <c:v>256.33999999999997</c:v>
                </c:pt>
                <c:pt idx="758">
                  <c:v>257.08</c:v>
                </c:pt>
                <c:pt idx="759">
                  <c:v>253.74</c:v>
                </c:pt>
                <c:pt idx="760">
                  <c:v>252.89</c:v>
                </c:pt>
                <c:pt idx="761">
                  <c:v>248.95</c:v>
                </c:pt>
                <c:pt idx="762">
                  <c:v>249.91</c:v>
                </c:pt>
                <c:pt idx="763">
                  <c:v>252.89</c:v>
                </c:pt>
                <c:pt idx="764">
                  <c:v>250.01</c:v>
                </c:pt>
                <c:pt idx="765">
                  <c:v>245.3</c:v>
                </c:pt>
                <c:pt idx="766">
                  <c:v>246.04</c:v>
                </c:pt>
                <c:pt idx="767">
                  <c:v>248.56</c:v>
                </c:pt>
                <c:pt idx="768">
                  <c:v>250.51</c:v>
                </c:pt>
                <c:pt idx="769">
                  <c:v>250.47</c:v>
                </c:pt>
                <c:pt idx="770">
                  <c:v>251.87</c:v>
                </c:pt>
                <c:pt idx="771">
                  <c:v>252.31</c:v>
                </c:pt>
                <c:pt idx="772">
                  <c:v>250.97</c:v>
                </c:pt>
                <c:pt idx="773">
                  <c:v>252.74</c:v>
                </c:pt>
                <c:pt idx="774">
                  <c:v>253.64</c:v>
                </c:pt>
                <c:pt idx="775">
                  <c:v>253.66</c:v>
                </c:pt>
                <c:pt idx="776">
                  <c:v>252.92</c:v>
                </c:pt>
                <c:pt idx="777">
                  <c:v>250.95</c:v>
                </c:pt>
                <c:pt idx="778">
                  <c:v>255.22</c:v>
                </c:pt>
                <c:pt idx="779">
                  <c:v>254.01</c:v>
                </c:pt>
                <c:pt idx="780">
                  <c:v>256.24</c:v>
                </c:pt>
                <c:pt idx="781">
                  <c:v>257.31</c:v>
                </c:pt>
                <c:pt idx="782">
                  <c:v>258.27999999999997</c:v>
                </c:pt>
                <c:pt idx="783">
                  <c:v>258.41000000000003</c:v>
                </c:pt>
                <c:pt idx="784">
                  <c:v>256.29000000000002</c:v>
                </c:pt>
                <c:pt idx="785">
                  <c:v>254.78</c:v>
                </c:pt>
                <c:pt idx="786">
                  <c:v>257.3</c:v>
                </c:pt>
                <c:pt idx="787">
                  <c:v>257.63</c:v>
                </c:pt>
                <c:pt idx="788">
                  <c:v>257.35000000000002</c:v>
                </c:pt>
                <c:pt idx="789">
                  <c:v>254.48</c:v>
                </c:pt>
                <c:pt idx="790">
                  <c:v>255.49</c:v>
                </c:pt>
                <c:pt idx="791">
                  <c:v>251.11</c:v>
                </c:pt>
                <c:pt idx="792">
                  <c:v>251.09</c:v>
                </c:pt>
                <c:pt idx="793">
                  <c:v>249.02</c:v>
                </c:pt>
                <c:pt idx="794">
                  <c:v>250.15</c:v>
                </c:pt>
                <c:pt idx="795">
                  <c:v>251.87</c:v>
                </c:pt>
                <c:pt idx="796">
                  <c:v>251.32</c:v>
                </c:pt>
                <c:pt idx="797">
                  <c:v>248.68</c:v>
                </c:pt>
                <c:pt idx="798">
                  <c:v>250.68</c:v>
                </c:pt>
                <c:pt idx="799">
                  <c:v>252.31</c:v>
                </c:pt>
                <c:pt idx="800">
                  <c:v>251.56</c:v>
                </c:pt>
                <c:pt idx="801">
                  <c:v>255.08</c:v>
                </c:pt>
                <c:pt idx="802">
                  <c:v>257.26</c:v>
                </c:pt>
                <c:pt idx="803">
                  <c:v>257.44</c:v>
                </c:pt>
                <c:pt idx="804">
                  <c:v>258.11</c:v>
                </c:pt>
                <c:pt idx="805">
                  <c:v>258.95</c:v>
                </c:pt>
                <c:pt idx="806">
                  <c:v>259.7</c:v>
                </c:pt>
                <c:pt idx="807">
                  <c:v>259.33999999999997</c:v>
                </c:pt>
                <c:pt idx="808">
                  <c:v>259.47000000000003</c:v>
                </c:pt>
                <c:pt idx="809">
                  <c:v>259.89</c:v>
                </c:pt>
                <c:pt idx="810">
                  <c:v>260.47000000000003</c:v>
                </c:pt>
                <c:pt idx="811">
                  <c:v>261.20999999999998</c:v>
                </c:pt>
                <c:pt idx="812">
                  <c:v>262.41000000000003</c:v>
                </c:pt>
                <c:pt idx="813">
                  <c:v>260.52999999999997</c:v>
                </c:pt>
                <c:pt idx="814">
                  <c:v>260.51</c:v>
                </c:pt>
                <c:pt idx="815">
                  <c:v>259.74</c:v>
                </c:pt>
                <c:pt idx="816">
                  <c:v>259.83</c:v>
                </c:pt>
                <c:pt idx="817">
                  <c:v>259.66000000000003</c:v>
                </c:pt>
                <c:pt idx="818">
                  <c:v>261.52</c:v>
                </c:pt>
                <c:pt idx="819">
                  <c:v>260.89999999999998</c:v>
                </c:pt>
                <c:pt idx="820">
                  <c:v>261.55</c:v>
                </c:pt>
                <c:pt idx="821">
                  <c:v>261.2</c:v>
                </c:pt>
                <c:pt idx="822">
                  <c:v>261.08</c:v>
                </c:pt>
                <c:pt idx="823">
                  <c:v>257.42</c:v>
                </c:pt>
                <c:pt idx="824">
                  <c:v>256.8</c:v>
                </c:pt>
                <c:pt idx="825">
                  <c:v>255.8</c:v>
                </c:pt>
                <c:pt idx="826">
                  <c:v>255.33</c:v>
                </c:pt>
                <c:pt idx="827">
                  <c:v>255.07</c:v>
                </c:pt>
                <c:pt idx="828">
                  <c:v>252.35</c:v>
                </c:pt>
                <c:pt idx="829">
                  <c:v>253.84</c:v>
                </c:pt>
                <c:pt idx="830">
                  <c:v>254.31</c:v>
                </c:pt>
                <c:pt idx="831">
                  <c:v>255.8</c:v>
                </c:pt>
                <c:pt idx="832">
                  <c:v>258.39999999999998</c:v>
                </c:pt>
                <c:pt idx="833">
                  <c:v>262.43</c:v>
                </c:pt>
                <c:pt idx="834">
                  <c:v>262.39999999999998</c:v>
                </c:pt>
                <c:pt idx="835">
                  <c:v>262.97000000000003</c:v>
                </c:pt>
                <c:pt idx="836">
                  <c:v>263.42</c:v>
                </c:pt>
                <c:pt idx="837">
                  <c:v>263.04000000000002</c:v>
                </c:pt>
                <c:pt idx="838">
                  <c:v>262.39999999999998</c:v>
                </c:pt>
                <c:pt idx="839">
                  <c:v>263.33</c:v>
                </c:pt>
                <c:pt idx="840">
                  <c:v>263.42</c:v>
                </c:pt>
                <c:pt idx="841">
                  <c:v>262.33</c:v>
                </c:pt>
                <c:pt idx="842">
                  <c:v>260.36</c:v>
                </c:pt>
                <c:pt idx="843">
                  <c:v>263.01</c:v>
                </c:pt>
                <c:pt idx="844">
                  <c:v>262.57</c:v>
                </c:pt>
                <c:pt idx="845">
                  <c:v>259.94</c:v>
                </c:pt>
                <c:pt idx="846">
                  <c:v>261.39999999999998</c:v>
                </c:pt>
                <c:pt idx="847">
                  <c:v>262.22000000000003</c:v>
                </c:pt>
                <c:pt idx="848">
                  <c:v>260.56</c:v>
                </c:pt>
                <c:pt idx="849">
                  <c:v>259.68</c:v>
                </c:pt>
                <c:pt idx="850">
                  <c:v>262.64</c:v>
                </c:pt>
                <c:pt idx="851">
                  <c:v>262.62</c:v>
                </c:pt>
                <c:pt idx="852">
                  <c:v>262.01</c:v>
                </c:pt>
                <c:pt idx="853">
                  <c:v>258.75</c:v>
                </c:pt>
                <c:pt idx="854">
                  <c:v>259.43</c:v>
                </c:pt>
                <c:pt idx="855">
                  <c:v>260.43</c:v>
                </c:pt>
                <c:pt idx="856">
                  <c:v>258.7</c:v>
                </c:pt>
                <c:pt idx="857">
                  <c:v>258.83</c:v>
                </c:pt>
                <c:pt idx="858">
                  <c:v>255.31</c:v>
                </c:pt>
                <c:pt idx="859">
                  <c:v>256.77</c:v>
                </c:pt>
                <c:pt idx="860">
                  <c:v>259.75</c:v>
                </c:pt>
                <c:pt idx="861">
                  <c:v>258.16000000000003</c:v>
                </c:pt>
                <c:pt idx="862">
                  <c:v>260.02999999999997</c:v>
                </c:pt>
                <c:pt idx="863">
                  <c:v>258.77999999999997</c:v>
                </c:pt>
                <c:pt idx="864">
                  <c:v>260.56</c:v>
                </c:pt>
                <c:pt idx="865">
                  <c:v>259.74</c:v>
                </c:pt>
                <c:pt idx="866">
                  <c:v>262.04000000000002</c:v>
                </c:pt>
                <c:pt idx="867">
                  <c:v>261.13</c:v>
                </c:pt>
                <c:pt idx="868">
                  <c:v>260.63</c:v>
                </c:pt>
                <c:pt idx="869">
                  <c:v>259.95</c:v>
                </c:pt>
                <c:pt idx="870">
                  <c:v>259.93</c:v>
                </c:pt>
                <c:pt idx="871">
                  <c:v>258.87</c:v>
                </c:pt>
                <c:pt idx="872">
                  <c:v>259.17</c:v>
                </c:pt>
                <c:pt idx="873">
                  <c:v>256.72000000000003</c:v>
                </c:pt>
                <c:pt idx="874">
                  <c:v>257.27</c:v>
                </c:pt>
                <c:pt idx="875">
                  <c:v>260.39999999999998</c:v>
                </c:pt>
                <c:pt idx="876">
                  <c:v>260.82</c:v>
                </c:pt>
                <c:pt idx="877">
                  <c:v>261.93</c:v>
                </c:pt>
                <c:pt idx="878">
                  <c:v>261.66000000000003</c:v>
                </c:pt>
                <c:pt idx="879">
                  <c:v>261.51</c:v>
                </c:pt>
                <c:pt idx="880">
                  <c:v>262.86</c:v>
                </c:pt>
                <c:pt idx="881">
                  <c:v>262.56</c:v>
                </c:pt>
                <c:pt idx="882">
                  <c:v>262.72000000000003</c:v>
                </c:pt>
                <c:pt idx="883">
                  <c:v>263.47000000000003</c:v>
                </c:pt>
                <c:pt idx="884">
                  <c:v>265.52999999999997</c:v>
                </c:pt>
                <c:pt idx="885">
                  <c:v>268.01</c:v>
                </c:pt>
                <c:pt idx="886">
                  <c:v>271.17</c:v>
                </c:pt>
                <c:pt idx="887">
                  <c:v>269.68</c:v>
                </c:pt>
                <c:pt idx="888">
                  <c:v>268.56</c:v>
                </c:pt>
                <c:pt idx="889">
                  <c:v>269.64999999999998</c:v>
                </c:pt>
                <c:pt idx="890">
                  <c:v>267.63</c:v>
                </c:pt>
                <c:pt idx="891">
                  <c:v>266.60000000000002</c:v>
                </c:pt>
                <c:pt idx="892">
                  <c:v>265.64</c:v>
                </c:pt>
                <c:pt idx="893">
                  <c:v>262.02</c:v>
                </c:pt>
                <c:pt idx="894">
                  <c:v>263.32</c:v>
                </c:pt>
                <c:pt idx="895">
                  <c:v>263.33999999999997</c:v>
                </c:pt>
                <c:pt idx="896">
                  <c:v>265.91000000000003</c:v>
                </c:pt>
                <c:pt idx="897">
                  <c:v>265.88</c:v>
                </c:pt>
                <c:pt idx="898">
                  <c:v>264.24</c:v>
                </c:pt>
                <c:pt idx="899">
                  <c:v>266.62</c:v>
                </c:pt>
                <c:pt idx="900">
                  <c:v>266.79000000000002</c:v>
                </c:pt>
                <c:pt idx="901">
                  <c:v>262.52999999999997</c:v>
                </c:pt>
                <c:pt idx="902">
                  <c:v>264.26</c:v>
                </c:pt>
                <c:pt idx="903">
                  <c:v>264.45999999999998</c:v>
                </c:pt>
                <c:pt idx="904">
                  <c:v>265.14</c:v>
                </c:pt>
                <c:pt idx="905">
                  <c:v>265.88</c:v>
                </c:pt>
                <c:pt idx="906">
                  <c:v>266.19</c:v>
                </c:pt>
                <c:pt idx="907">
                  <c:v>265.41000000000003</c:v>
                </c:pt>
                <c:pt idx="908">
                  <c:v>265.27</c:v>
                </c:pt>
                <c:pt idx="909">
                  <c:v>262.61</c:v>
                </c:pt>
                <c:pt idx="910">
                  <c:v>262.27</c:v>
                </c:pt>
                <c:pt idx="911">
                  <c:v>263.19</c:v>
                </c:pt>
                <c:pt idx="912">
                  <c:v>262.08999999999997</c:v>
                </c:pt>
                <c:pt idx="913">
                  <c:v>259.8</c:v>
                </c:pt>
                <c:pt idx="914">
                  <c:v>261.39</c:v>
                </c:pt>
                <c:pt idx="915">
                  <c:v>260.56</c:v>
                </c:pt>
                <c:pt idx="916">
                  <c:v>261.45</c:v>
                </c:pt>
                <c:pt idx="917">
                  <c:v>264.01</c:v>
                </c:pt>
                <c:pt idx="918">
                  <c:v>261.72000000000003</c:v>
                </c:pt>
                <c:pt idx="919">
                  <c:v>262.31</c:v>
                </c:pt>
                <c:pt idx="920">
                  <c:v>260.14999999999998</c:v>
                </c:pt>
                <c:pt idx="921">
                  <c:v>258.49</c:v>
                </c:pt>
                <c:pt idx="922">
                  <c:v>258.88</c:v>
                </c:pt>
                <c:pt idx="923">
                  <c:v>258.45999999999998</c:v>
                </c:pt>
                <c:pt idx="924">
                  <c:v>258.33</c:v>
                </c:pt>
                <c:pt idx="925">
                  <c:v>257.95</c:v>
                </c:pt>
                <c:pt idx="926">
                  <c:v>256.77</c:v>
                </c:pt>
                <c:pt idx="927">
                  <c:v>252.81</c:v>
                </c:pt>
                <c:pt idx="928">
                  <c:v>250.06</c:v>
                </c:pt>
                <c:pt idx="929">
                  <c:v>249.19</c:v>
                </c:pt>
                <c:pt idx="930">
                  <c:v>249.93</c:v>
                </c:pt>
                <c:pt idx="931">
                  <c:v>248.36</c:v>
                </c:pt>
                <c:pt idx="932">
                  <c:v>245.06</c:v>
                </c:pt>
                <c:pt idx="933">
                  <c:v>244.18</c:v>
                </c:pt>
                <c:pt idx="934">
                  <c:v>244.47</c:v>
                </c:pt>
                <c:pt idx="935">
                  <c:v>243.87</c:v>
                </c:pt>
                <c:pt idx="936">
                  <c:v>242.79</c:v>
                </c:pt>
                <c:pt idx="937">
                  <c:v>239.84</c:v>
                </c:pt>
                <c:pt idx="938">
                  <c:v>243.9</c:v>
                </c:pt>
                <c:pt idx="939">
                  <c:v>241.48</c:v>
                </c:pt>
                <c:pt idx="940">
                  <c:v>244.12</c:v>
                </c:pt>
                <c:pt idx="941">
                  <c:v>243.38</c:v>
                </c:pt>
                <c:pt idx="942">
                  <c:v>242.91</c:v>
                </c:pt>
                <c:pt idx="943">
                  <c:v>243.89</c:v>
                </c:pt>
                <c:pt idx="944">
                  <c:v>243.3</c:v>
                </c:pt>
                <c:pt idx="945">
                  <c:v>248.64</c:v>
                </c:pt>
                <c:pt idx="946">
                  <c:v>248.84</c:v>
                </c:pt>
                <c:pt idx="947">
                  <c:v>250.45</c:v>
                </c:pt>
                <c:pt idx="948">
                  <c:v>248.69</c:v>
                </c:pt>
                <c:pt idx="949">
                  <c:v>246.51</c:v>
                </c:pt>
                <c:pt idx="950">
                  <c:v>245.86</c:v>
                </c:pt>
                <c:pt idx="951">
                  <c:v>247.19</c:v>
                </c:pt>
                <c:pt idx="952">
                  <c:v>247.39</c:v>
                </c:pt>
                <c:pt idx="953">
                  <c:v>250.64</c:v>
                </c:pt>
                <c:pt idx="954">
                  <c:v>250.45</c:v>
                </c:pt>
                <c:pt idx="955">
                  <c:v>251.26</c:v>
                </c:pt>
                <c:pt idx="956">
                  <c:v>250.11</c:v>
                </c:pt>
                <c:pt idx="957">
                  <c:v>248.18</c:v>
                </c:pt>
                <c:pt idx="958">
                  <c:v>248.3</c:v>
                </c:pt>
                <c:pt idx="959">
                  <c:v>250.65</c:v>
                </c:pt>
                <c:pt idx="960">
                  <c:v>250.33</c:v>
                </c:pt>
                <c:pt idx="961">
                  <c:v>248.96</c:v>
                </c:pt>
                <c:pt idx="962">
                  <c:v>249.9</c:v>
                </c:pt>
                <c:pt idx="963">
                  <c:v>252.34</c:v>
                </c:pt>
                <c:pt idx="964">
                  <c:v>251.72</c:v>
                </c:pt>
                <c:pt idx="965">
                  <c:v>252</c:v>
                </c:pt>
                <c:pt idx="966">
                  <c:v>253.3</c:v>
                </c:pt>
                <c:pt idx="967">
                  <c:v>253.7</c:v>
                </c:pt>
                <c:pt idx="968">
                  <c:v>251.59</c:v>
                </c:pt>
                <c:pt idx="969">
                  <c:v>251.41</c:v>
                </c:pt>
                <c:pt idx="970">
                  <c:v>251.65</c:v>
                </c:pt>
                <c:pt idx="971">
                  <c:v>254.06</c:v>
                </c:pt>
                <c:pt idx="972">
                  <c:v>254.24</c:v>
                </c:pt>
                <c:pt idx="973">
                  <c:v>253.71</c:v>
                </c:pt>
                <c:pt idx="974">
                  <c:v>253.21</c:v>
                </c:pt>
                <c:pt idx="975">
                  <c:v>249.35</c:v>
                </c:pt>
                <c:pt idx="976">
                  <c:v>245.54</c:v>
                </c:pt>
                <c:pt idx="977">
                  <c:v>246.44</c:v>
                </c:pt>
                <c:pt idx="978">
                  <c:v>246.27</c:v>
                </c:pt>
                <c:pt idx="979">
                  <c:v>244.43</c:v>
                </c:pt>
                <c:pt idx="980">
                  <c:v>243.72</c:v>
                </c:pt>
                <c:pt idx="981">
                  <c:v>243.82</c:v>
                </c:pt>
                <c:pt idx="982">
                  <c:v>247.96</c:v>
                </c:pt>
                <c:pt idx="983">
                  <c:v>249.7</c:v>
                </c:pt>
                <c:pt idx="984">
                  <c:v>249.06</c:v>
                </c:pt>
                <c:pt idx="985">
                  <c:v>250.07</c:v>
                </c:pt>
                <c:pt idx="986">
                  <c:v>250.05</c:v>
                </c:pt>
                <c:pt idx="987">
                  <c:v>246.3</c:v>
                </c:pt>
                <c:pt idx="988">
                  <c:v>244.05</c:v>
                </c:pt>
                <c:pt idx="989">
                  <c:v>244.79</c:v>
                </c:pt>
                <c:pt idx="990">
                  <c:v>244.26</c:v>
                </c:pt>
                <c:pt idx="991">
                  <c:v>239.93</c:v>
                </c:pt>
                <c:pt idx="992">
                  <c:v>240.53</c:v>
                </c:pt>
                <c:pt idx="993">
                  <c:v>243.94</c:v>
                </c:pt>
                <c:pt idx="994">
                  <c:v>246.05</c:v>
                </c:pt>
                <c:pt idx="995">
                  <c:v>245.7</c:v>
                </c:pt>
                <c:pt idx="996">
                  <c:v>246.29</c:v>
                </c:pt>
                <c:pt idx="997">
                  <c:v>245.99</c:v>
                </c:pt>
                <c:pt idx="998">
                  <c:v>245.76</c:v>
                </c:pt>
                <c:pt idx="999">
                  <c:v>242.22</c:v>
                </c:pt>
                <c:pt idx="1000">
                  <c:v>244.78</c:v>
                </c:pt>
                <c:pt idx="1001">
                  <c:v>247.24</c:v>
                </c:pt>
                <c:pt idx="1002">
                  <c:v>248.59</c:v>
                </c:pt>
                <c:pt idx="1003">
                  <c:v>248.47</c:v>
                </c:pt>
                <c:pt idx="1004">
                  <c:v>250.32</c:v>
                </c:pt>
                <c:pt idx="1005">
                  <c:v>250.14</c:v>
                </c:pt>
                <c:pt idx="1006">
                  <c:v>252.2</c:v>
                </c:pt>
                <c:pt idx="1007">
                  <c:v>252.21</c:v>
                </c:pt>
                <c:pt idx="1008">
                  <c:v>250.46</c:v>
                </c:pt>
                <c:pt idx="1009">
                  <c:v>249.88</c:v>
                </c:pt>
                <c:pt idx="1010">
                  <c:v>250.61</c:v>
                </c:pt>
                <c:pt idx="1011">
                  <c:v>250.38</c:v>
                </c:pt>
                <c:pt idx="1012">
                  <c:v>251.6</c:v>
                </c:pt>
                <c:pt idx="1013">
                  <c:v>249.78</c:v>
                </c:pt>
                <c:pt idx="1014">
                  <c:v>250.16</c:v>
                </c:pt>
                <c:pt idx="1015">
                  <c:v>249.26</c:v>
                </c:pt>
                <c:pt idx="1016">
                  <c:v>247.66</c:v>
                </c:pt>
                <c:pt idx="1017">
                  <c:v>248.4</c:v>
                </c:pt>
                <c:pt idx="1018">
                  <c:v>247.71</c:v>
                </c:pt>
                <c:pt idx="1019">
                  <c:v>249.76</c:v>
                </c:pt>
                <c:pt idx="1020">
                  <c:v>249.81</c:v>
                </c:pt>
                <c:pt idx="1021">
                  <c:v>250.37</c:v>
                </c:pt>
                <c:pt idx="1022">
                  <c:v>250.8</c:v>
                </c:pt>
                <c:pt idx="1023">
                  <c:v>251.28</c:v>
                </c:pt>
                <c:pt idx="1024">
                  <c:v>252.96</c:v>
                </c:pt>
                <c:pt idx="1025">
                  <c:v>252.93</c:v>
                </c:pt>
                <c:pt idx="1026">
                  <c:v>251.46</c:v>
                </c:pt>
                <c:pt idx="1027">
                  <c:v>253.65</c:v>
                </c:pt>
                <c:pt idx="1028">
                  <c:v>254.5</c:v>
                </c:pt>
                <c:pt idx="1029">
                  <c:v>254.31</c:v>
                </c:pt>
                <c:pt idx="1030">
                  <c:v>254.16</c:v>
                </c:pt>
                <c:pt idx="1031">
                  <c:v>255.96</c:v>
                </c:pt>
                <c:pt idx="1032">
                  <c:v>252.77</c:v>
                </c:pt>
                <c:pt idx="1033">
                  <c:v>251.75</c:v>
                </c:pt>
                <c:pt idx="1034">
                  <c:v>252.16</c:v>
                </c:pt>
                <c:pt idx="1035">
                  <c:v>250.28</c:v>
                </c:pt>
                <c:pt idx="1036">
                  <c:v>252.18</c:v>
                </c:pt>
                <c:pt idx="1037">
                  <c:v>252.44</c:v>
                </c:pt>
                <c:pt idx="1038">
                  <c:v>258.18</c:v>
                </c:pt>
                <c:pt idx="1039">
                  <c:v>258.22000000000003</c:v>
                </c:pt>
                <c:pt idx="1040">
                  <c:v>258.99</c:v>
                </c:pt>
                <c:pt idx="1041">
                  <c:v>258.7</c:v>
                </c:pt>
                <c:pt idx="1042">
                  <c:v>258.95</c:v>
                </c:pt>
                <c:pt idx="1043">
                  <c:v>259.16000000000003</c:v>
                </c:pt>
                <c:pt idx="1044">
                  <c:v>258.94</c:v>
                </c:pt>
                <c:pt idx="1045">
                  <c:v>255.99</c:v>
                </c:pt>
                <c:pt idx="1046">
                  <c:v>255.54</c:v>
                </c:pt>
                <c:pt idx="1047">
                  <c:v>256.10000000000002</c:v>
                </c:pt>
                <c:pt idx="1048">
                  <c:v>257.27999999999997</c:v>
                </c:pt>
                <c:pt idx="1049">
                  <c:v>254.97</c:v>
                </c:pt>
                <c:pt idx="1050">
                  <c:v>254.99</c:v>
                </c:pt>
                <c:pt idx="1051">
                  <c:v>256.75</c:v>
                </c:pt>
                <c:pt idx="1052">
                  <c:v>256.93</c:v>
                </c:pt>
                <c:pt idx="1053">
                  <c:v>256.88</c:v>
                </c:pt>
                <c:pt idx="1054">
                  <c:v>258.51</c:v>
                </c:pt>
                <c:pt idx="1055">
                  <c:v>258.33</c:v>
                </c:pt>
                <c:pt idx="1056">
                  <c:v>261.95</c:v>
                </c:pt>
                <c:pt idx="1057">
                  <c:v>263.48</c:v>
                </c:pt>
                <c:pt idx="1058">
                  <c:v>265.57</c:v>
                </c:pt>
                <c:pt idx="1059">
                  <c:v>265.77</c:v>
                </c:pt>
                <c:pt idx="1060">
                  <c:v>268.45</c:v>
                </c:pt>
                <c:pt idx="1061">
                  <c:v>268.27999999999997</c:v>
                </c:pt>
                <c:pt idx="1062">
                  <c:v>268.55</c:v>
                </c:pt>
                <c:pt idx="1063">
                  <c:v>268.17</c:v>
                </c:pt>
                <c:pt idx="1064">
                  <c:v>268.64</c:v>
                </c:pt>
                <c:pt idx="1065">
                  <c:v>272.58999999999997</c:v>
                </c:pt>
                <c:pt idx="1066">
                  <c:v>271.05</c:v>
                </c:pt>
                <c:pt idx="1067">
                  <c:v>270.05</c:v>
                </c:pt>
                <c:pt idx="1068">
                  <c:v>268.55</c:v>
                </c:pt>
                <c:pt idx="1069">
                  <c:v>268.02999999999997</c:v>
                </c:pt>
                <c:pt idx="1070">
                  <c:v>266.42</c:v>
                </c:pt>
                <c:pt idx="1071">
                  <c:v>267.33</c:v>
                </c:pt>
                <c:pt idx="1072">
                  <c:v>264.02999999999997</c:v>
                </c:pt>
                <c:pt idx="1073">
                  <c:v>262.47000000000003</c:v>
                </c:pt>
                <c:pt idx="1074">
                  <c:v>260.81</c:v>
                </c:pt>
                <c:pt idx="1075">
                  <c:v>261.49</c:v>
                </c:pt>
                <c:pt idx="1076">
                  <c:v>261.42</c:v>
                </c:pt>
                <c:pt idx="1077">
                  <c:v>263.25</c:v>
                </c:pt>
                <c:pt idx="1078">
                  <c:v>263.69</c:v>
                </c:pt>
                <c:pt idx="1079">
                  <c:v>261.33</c:v>
                </c:pt>
                <c:pt idx="1080">
                  <c:v>261.97000000000003</c:v>
                </c:pt>
                <c:pt idx="1081">
                  <c:v>262.92</c:v>
                </c:pt>
                <c:pt idx="1082">
                  <c:v>265.36</c:v>
                </c:pt>
                <c:pt idx="1083">
                  <c:v>262.66000000000003</c:v>
                </c:pt>
                <c:pt idx="1084">
                  <c:v>266.02999999999997</c:v>
                </c:pt>
                <c:pt idx="1085">
                  <c:v>265.41000000000003</c:v>
                </c:pt>
                <c:pt idx="1086">
                  <c:v>260.16000000000003</c:v>
                </c:pt>
                <c:pt idx="1087">
                  <c:v>260.06</c:v>
                </c:pt>
                <c:pt idx="1088">
                  <c:v>260.39</c:v>
                </c:pt>
                <c:pt idx="1089">
                  <c:v>258.74</c:v>
                </c:pt>
                <c:pt idx="1090">
                  <c:v>256.29000000000002</c:v>
                </c:pt>
                <c:pt idx="1091">
                  <c:v>254.11</c:v>
                </c:pt>
                <c:pt idx="1092">
                  <c:v>255.47</c:v>
                </c:pt>
                <c:pt idx="1093">
                  <c:v>254.94</c:v>
                </c:pt>
                <c:pt idx="1094">
                  <c:v>254.21</c:v>
                </c:pt>
                <c:pt idx="1095">
                  <c:v>253.51</c:v>
                </c:pt>
                <c:pt idx="1096">
                  <c:v>252.11</c:v>
                </c:pt>
                <c:pt idx="1097">
                  <c:v>252.32</c:v>
                </c:pt>
                <c:pt idx="1098">
                  <c:v>251.66</c:v>
                </c:pt>
                <c:pt idx="1099">
                  <c:v>250.74</c:v>
                </c:pt>
                <c:pt idx="1100">
                  <c:v>248.49</c:v>
                </c:pt>
                <c:pt idx="1101">
                  <c:v>249.08</c:v>
                </c:pt>
                <c:pt idx="1102">
                  <c:v>249.67</c:v>
                </c:pt>
                <c:pt idx="1103">
                  <c:v>249.84</c:v>
                </c:pt>
                <c:pt idx="1104">
                  <c:v>250.99</c:v>
                </c:pt>
                <c:pt idx="1105">
                  <c:v>254.52</c:v>
                </c:pt>
                <c:pt idx="1106">
                  <c:v>254.94</c:v>
                </c:pt>
                <c:pt idx="1107">
                  <c:v>253.8</c:v>
                </c:pt>
                <c:pt idx="1108">
                  <c:v>254.48</c:v>
                </c:pt>
                <c:pt idx="1109">
                  <c:v>251.26</c:v>
                </c:pt>
                <c:pt idx="1110">
                  <c:v>252.27</c:v>
                </c:pt>
                <c:pt idx="1111">
                  <c:v>255.07</c:v>
                </c:pt>
                <c:pt idx="1112">
                  <c:v>255.5</c:v>
                </c:pt>
                <c:pt idx="1113">
                  <c:v>254.66</c:v>
                </c:pt>
                <c:pt idx="1114">
                  <c:v>248.3</c:v>
                </c:pt>
                <c:pt idx="1115">
                  <c:v>248.05</c:v>
                </c:pt>
                <c:pt idx="1116">
                  <c:v>244.94</c:v>
                </c:pt>
                <c:pt idx="1117">
                  <c:v>246.77</c:v>
                </c:pt>
                <c:pt idx="1118">
                  <c:v>246.83</c:v>
                </c:pt>
                <c:pt idx="1119">
                  <c:v>249.84</c:v>
                </c:pt>
                <c:pt idx="1120">
                  <c:v>248.64</c:v>
                </c:pt>
                <c:pt idx="1121">
                  <c:v>249.65</c:v>
                </c:pt>
                <c:pt idx="1122">
                  <c:v>251.47</c:v>
                </c:pt>
                <c:pt idx="1123">
                  <c:v>250.23</c:v>
                </c:pt>
                <c:pt idx="1124">
                  <c:v>248.91</c:v>
                </c:pt>
                <c:pt idx="1125">
                  <c:v>250.35</c:v>
                </c:pt>
                <c:pt idx="1126">
                  <c:v>247.88</c:v>
                </c:pt>
                <c:pt idx="1127">
                  <c:v>247.31</c:v>
                </c:pt>
                <c:pt idx="1128">
                  <c:v>244.91</c:v>
                </c:pt>
                <c:pt idx="1129">
                  <c:v>244.98</c:v>
                </c:pt>
                <c:pt idx="1130">
                  <c:v>245.21</c:v>
                </c:pt>
                <c:pt idx="1131">
                  <c:v>245.97</c:v>
                </c:pt>
                <c:pt idx="1132">
                  <c:v>243.61</c:v>
                </c:pt>
                <c:pt idx="1133">
                  <c:v>244.3</c:v>
                </c:pt>
                <c:pt idx="1134">
                  <c:v>241.48</c:v>
                </c:pt>
                <c:pt idx="1135">
                  <c:v>243.55</c:v>
                </c:pt>
                <c:pt idx="1136">
                  <c:v>243.12</c:v>
                </c:pt>
                <c:pt idx="1137">
                  <c:v>240.04</c:v>
                </c:pt>
                <c:pt idx="1138">
                  <c:v>239.79</c:v>
                </c:pt>
                <c:pt idx="1139">
                  <c:v>239.18</c:v>
                </c:pt>
                <c:pt idx="1140">
                  <c:v>237.91</c:v>
                </c:pt>
                <c:pt idx="1141">
                  <c:v>237.24</c:v>
                </c:pt>
                <c:pt idx="1142">
                  <c:v>237.32</c:v>
                </c:pt>
                <c:pt idx="1143">
                  <c:v>235.37</c:v>
                </c:pt>
                <c:pt idx="1144">
                  <c:v>235.2</c:v>
                </c:pt>
                <c:pt idx="1145">
                  <c:v>234.27</c:v>
                </c:pt>
                <c:pt idx="1146">
                  <c:v>231.59</c:v>
                </c:pt>
                <c:pt idx="1147">
                  <c:v>227.14</c:v>
                </c:pt>
                <c:pt idx="1148">
                  <c:v>221.53</c:v>
                </c:pt>
                <c:pt idx="1149">
                  <c:v>223.07</c:v>
                </c:pt>
                <c:pt idx="1150">
                  <c:v>227.71</c:v>
                </c:pt>
                <c:pt idx="1151">
                  <c:v>228.94</c:v>
                </c:pt>
                <c:pt idx="1152">
                  <c:v>232.35</c:v>
                </c:pt>
                <c:pt idx="1153">
                  <c:v>232.8</c:v>
                </c:pt>
                <c:pt idx="1154">
                  <c:v>229.55</c:v>
                </c:pt>
                <c:pt idx="1155">
                  <c:v>229.91</c:v>
                </c:pt>
                <c:pt idx="1156">
                  <c:v>230.4</c:v>
                </c:pt>
                <c:pt idx="1157">
                  <c:v>227.9</c:v>
                </c:pt>
                <c:pt idx="1158">
                  <c:v>227.31</c:v>
                </c:pt>
                <c:pt idx="1159">
                  <c:v>227.76</c:v>
                </c:pt>
                <c:pt idx="1160">
                  <c:v>234.4</c:v>
                </c:pt>
                <c:pt idx="1161">
                  <c:v>237.18</c:v>
                </c:pt>
                <c:pt idx="1162">
                  <c:v>233.74</c:v>
                </c:pt>
                <c:pt idx="1163">
                  <c:v>233.06</c:v>
                </c:pt>
                <c:pt idx="1164">
                  <c:v>233.59</c:v>
                </c:pt>
                <c:pt idx="1165">
                  <c:v>238.78</c:v>
                </c:pt>
                <c:pt idx="1166">
                  <c:v>239.29</c:v>
                </c:pt>
                <c:pt idx="1167">
                  <c:v>241.12</c:v>
                </c:pt>
                <c:pt idx="1168">
                  <c:v>236.72</c:v>
                </c:pt>
                <c:pt idx="1169">
                  <c:v>238.68</c:v>
                </c:pt>
                <c:pt idx="1170">
                  <c:v>234.26</c:v>
                </c:pt>
                <c:pt idx="1171">
                  <c:v>234.26</c:v>
                </c:pt>
                <c:pt idx="1172">
                  <c:v>233.79</c:v>
                </c:pt>
                <c:pt idx="1173">
                  <c:v>236.71</c:v>
                </c:pt>
                <c:pt idx="1174">
                  <c:v>238.62</c:v>
                </c:pt>
                <c:pt idx="1175">
                  <c:v>237.15</c:v>
                </c:pt>
                <c:pt idx="1176">
                  <c:v>237.98</c:v>
                </c:pt>
                <c:pt idx="1177">
                  <c:v>240.18</c:v>
                </c:pt>
                <c:pt idx="1178">
                  <c:v>243.52</c:v>
                </c:pt>
                <c:pt idx="1179">
                  <c:v>246.02</c:v>
                </c:pt>
                <c:pt idx="1180">
                  <c:v>246.49</c:v>
                </c:pt>
                <c:pt idx="1181">
                  <c:v>246.04</c:v>
                </c:pt>
                <c:pt idx="1182">
                  <c:v>244.94</c:v>
                </c:pt>
                <c:pt idx="1183">
                  <c:v>247.89</c:v>
                </c:pt>
                <c:pt idx="1184">
                  <c:v>247.37</c:v>
                </c:pt>
                <c:pt idx="1185">
                  <c:v>247.47</c:v>
                </c:pt>
                <c:pt idx="1186">
                  <c:v>248.53</c:v>
                </c:pt>
                <c:pt idx="1187">
                  <c:v>249.25</c:v>
                </c:pt>
                <c:pt idx="1188">
                  <c:v>247.22</c:v>
                </c:pt>
                <c:pt idx="1189">
                  <c:v>249.41</c:v>
                </c:pt>
                <c:pt idx="1190">
                  <c:v>250.36</c:v>
                </c:pt>
                <c:pt idx="1191">
                  <c:v>250.04</c:v>
                </c:pt>
                <c:pt idx="1192">
                  <c:v>249.79</c:v>
                </c:pt>
                <c:pt idx="1193">
                  <c:v>248.93</c:v>
                </c:pt>
                <c:pt idx="1194">
                  <c:v>249.41</c:v>
                </c:pt>
                <c:pt idx="1195">
                  <c:v>250.6</c:v>
                </c:pt>
                <c:pt idx="1196">
                  <c:v>252.12</c:v>
                </c:pt>
                <c:pt idx="1197">
                  <c:v>252.33</c:v>
                </c:pt>
                <c:pt idx="1198">
                  <c:v>251.79</c:v>
                </c:pt>
                <c:pt idx="1199">
                  <c:v>250.25</c:v>
                </c:pt>
                <c:pt idx="1200">
                  <c:v>249.21</c:v>
                </c:pt>
                <c:pt idx="1201">
                  <c:v>245.86</c:v>
                </c:pt>
                <c:pt idx="1202">
                  <c:v>245.86</c:v>
                </c:pt>
                <c:pt idx="1203">
                  <c:v>245.14</c:v>
                </c:pt>
                <c:pt idx="1204">
                  <c:v>242.71</c:v>
                </c:pt>
                <c:pt idx="1205">
                  <c:v>238.87</c:v>
                </c:pt>
                <c:pt idx="1206">
                  <c:v>241.26</c:v>
                </c:pt>
                <c:pt idx="1207">
                  <c:v>241.44</c:v>
                </c:pt>
                <c:pt idx="1208">
                  <c:v>244.79</c:v>
                </c:pt>
                <c:pt idx="1209">
                  <c:v>244.8</c:v>
                </c:pt>
                <c:pt idx="1210">
                  <c:v>245.92</c:v>
                </c:pt>
                <c:pt idx="1211">
                  <c:v>247.51</c:v>
                </c:pt>
                <c:pt idx="1212">
                  <c:v>246.58</c:v>
                </c:pt>
                <c:pt idx="1213">
                  <c:v>249.43</c:v>
                </c:pt>
                <c:pt idx="1214">
                  <c:v>249.07</c:v>
                </c:pt>
                <c:pt idx="1215">
                  <c:v>244.24</c:v>
                </c:pt>
                <c:pt idx="1216">
                  <c:v>248.7</c:v>
                </c:pt>
                <c:pt idx="1217">
                  <c:v>246.6</c:v>
                </c:pt>
                <c:pt idx="1218">
                  <c:v>244.68</c:v>
                </c:pt>
                <c:pt idx="1219">
                  <c:v>242.15</c:v>
                </c:pt>
                <c:pt idx="1220">
                  <c:v>240.68</c:v>
                </c:pt>
                <c:pt idx="1221">
                  <c:v>239.23</c:v>
                </c:pt>
                <c:pt idx="1222">
                  <c:v>239.4</c:v>
                </c:pt>
                <c:pt idx="1223">
                  <c:v>240.6</c:v>
                </c:pt>
                <c:pt idx="1224">
                  <c:v>240.35</c:v>
                </c:pt>
                <c:pt idx="1225">
                  <c:v>238.17</c:v>
                </c:pt>
                <c:pt idx="1226">
                  <c:v>238.8</c:v>
                </c:pt>
                <c:pt idx="1227">
                  <c:v>243.49</c:v>
                </c:pt>
                <c:pt idx="1228">
                  <c:v>244.17</c:v>
                </c:pt>
                <c:pt idx="1229">
                  <c:v>243</c:v>
                </c:pt>
                <c:pt idx="1230">
                  <c:v>243.76</c:v>
                </c:pt>
                <c:pt idx="1231">
                  <c:v>245.48</c:v>
                </c:pt>
                <c:pt idx="1232">
                  <c:v>246.53</c:v>
                </c:pt>
                <c:pt idx="1233">
                  <c:v>245.33</c:v>
                </c:pt>
                <c:pt idx="1234">
                  <c:v>241.79</c:v>
                </c:pt>
                <c:pt idx="1235">
                  <c:v>241.22</c:v>
                </c:pt>
                <c:pt idx="1236">
                  <c:v>240.38</c:v>
                </c:pt>
                <c:pt idx="1237">
                  <c:v>234.63</c:v>
                </c:pt>
                <c:pt idx="1238">
                  <c:v>236.13</c:v>
                </c:pt>
                <c:pt idx="1239">
                  <c:v>234.6</c:v>
                </c:pt>
                <c:pt idx="1240">
                  <c:v>231.93</c:v>
                </c:pt>
                <c:pt idx="1241">
                  <c:v>233.68</c:v>
                </c:pt>
                <c:pt idx="1242">
                  <c:v>230.83</c:v>
                </c:pt>
                <c:pt idx="1243">
                  <c:v>230.55</c:v>
                </c:pt>
                <c:pt idx="1244">
                  <c:v>233.52</c:v>
                </c:pt>
                <c:pt idx="1245">
                  <c:v>231.38</c:v>
                </c:pt>
                <c:pt idx="1246">
                  <c:v>228.78</c:v>
                </c:pt>
                <c:pt idx="1247">
                  <c:v>228.59</c:v>
                </c:pt>
                <c:pt idx="1248">
                  <c:v>230.08</c:v>
                </c:pt>
                <c:pt idx="1249">
                  <c:v>224.54</c:v>
                </c:pt>
                <c:pt idx="1250">
                  <c:v>223.81</c:v>
                </c:pt>
                <c:pt idx="1251">
                  <c:v>228.79</c:v>
                </c:pt>
                <c:pt idx="1252">
                  <c:v>230.21</c:v>
                </c:pt>
                <c:pt idx="1253">
                  <c:v>227.19</c:v>
                </c:pt>
                <c:pt idx="1254">
                  <c:v>230.96</c:v>
                </c:pt>
                <c:pt idx="1255">
                  <c:v>231.51</c:v>
                </c:pt>
                <c:pt idx="1256">
                  <c:v>232.1</c:v>
                </c:pt>
                <c:pt idx="1257">
                  <c:v>233.67</c:v>
                </c:pt>
                <c:pt idx="1258">
                  <c:v>231.1</c:v>
                </c:pt>
                <c:pt idx="1259">
                  <c:v>228.97</c:v>
                </c:pt>
                <c:pt idx="1260">
                  <c:v>232.91</c:v>
                </c:pt>
                <c:pt idx="1261">
                  <c:v>233.3</c:v>
                </c:pt>
                <c:pt idx="1262">
                  <c:v>226.7</c:v>
                </c:pt>
                <c:pt idx="1263">
                  <c:v>224.98</c:v>
                </c:pt>
                <c:pt idx="1264">
                  <c:v>228.4</c:v>
                </c:pt>
                <c:pt idx="1265">
                  <c:v>231.52</c:v>
                </c:pt>
                <c:pt idx="1266">
                  <c:v>231.94</c:v>
                </c:pt>
                <c:pt idx="1267">
                  <c:v>234.74</c:v>
                </c:pt>
                <c:pt idx="1268">
                  <c:v>235.27</c:v>
                </c:pt>
                <c:pt idx="1269">
                  <c:v>234.95</c:v>
                </c:pt>
                <c:pt idx="1270">
                  <c:v>235.03</c:v>
                </c:pt>
                <c:pt idx="1271">
                  <c:v>234.91</c:v>
                </c:pt>
                <c:pt idx="1272">
                  <c:v>235.37</c:v>
                </c:pt>
                <c:pt idx="1273">
                  <c:v>235.22</c:v>
                </c:pt>
                <c:pt idx="1274">
                  <c:v>234.63</c:v>
                </c:pt>
                <c:pt idx="1275">
                  <c:v>238.63</c:v>
                </c:pt>
                <c:pt idx="1276">
                  <c:v>240.09</c:v>
                </c:pt>
                <c:pt idx="1277">
                  <c:v>239.74</c:v>
                </c:pt>
                <c:pt idx="1278">
                  <c:v>240.21</c:v>
                </c:pt>
                <c:pt idx="1279">
                  <c:v>238.44</c:v>
                </c:pt>
                <c:pt idx="1280">
                  <c:v>239.13</c:v>
                </c:pt>
                <c:pt idx="1281">
                  <c:v>241.43</c:v>
                </c:pt>
                <c:pt idx="1282">
                  <c:v>241.97</c:v>
                </c:pt>
                <c:pt idx="1283">
                  <c:v>242.15</c:v>
                </c:pt>
                <c:pt idx="1284">
                  <c:v>241.83</c:v>
                </c:pt>
                <c:pt idx="1285">
                  <c:v>242.35</c:v>
                </c:pt>
                <c:pt idx="1286">
                  <c:v>244.09</c:v>
                </c:pt>
                <c:pt idx="1287">
                  <c:v>244.63</c:v>
                </c:pt>
                <c:pt idx="1288">
                  <c:v>244.28</c:v>
                </c:pt>
                <c:pt idx="1289">
                  <c:v>245.41</c:v>
                </c:pt>
                <c:pt idx="1290">
                  <c:v>245.23</c:v>
                </c:pt>
                <c:pt idx="1291">
                  <c:v>244.08</c:v>
                </c:pt>
                <c:pt idx="1292">
                  <c:v>243.79</c:v>
                </c:pt>
                <c:pt idx="1293">
                  <c:v>243.95</c:v>
                </c:pt>
                <c:pt idx="1294">
                  <c:v>245.53</c:v>
                </c:pt>
                <c:pt idx="1295">
                  <c:v>246.54</c:v>
                </c:pt>
                <c:pt idx="1296">
                  <c:v>245.86</c:v>
                </c:pt>
                <c:pt idx="1297">
                  <c:v>242.36</c:v>
                </c:pt>
                <c:pt idx="1298">
                  <c:v>243.05</c:v>
                </c:pt>
                <c:pt idx="1299">
                  <c:v>240.58</c:v>
                </c:pt>
                <c:pt idx="1300">
                  <c:v>241.99</c:v>
                </c:pt>
                <c:pt idx="1301">
                  <c:v>242.29</c:v>
                </c:pt>
                <c:pt idx="1302">
                  <c:v>241.77</c:v>
                </c:pt>
                <c:pt idx="1303">
                  <c:v>242.06</c:v>
                </c:pt>
                <c:pt idx="1304">
                  <c:v>243.71</c:v>
                </c:pt>
                <c:pt idx="1305">
                  <c:v>248.89</c:v>
                </c:pt>
                <c:pt idx="1306">
                  <c:v>248.53</c:v>
                </c:pt>
                <c:pt idx="1307">
                  <c:v>248</c:v>
                </c:pt>
                <c:pt idx="1308">
                  <c:v>247.88</c:v>
                </c:pt>
                <c:pt idx="1309">
                  <c:v>247.26</c:v>
                </c:pt>
                <c:pt idx="1310">
                  <c:v>249.39</c:v>
                </c:pt>
                <c:pt idx="1311">
                  <c:v>248.32</c:v>
                </c:pt>
                <c:pt idx="1312">
                  <c:v>248.13</c:v>
                </c:pt>
                <c:pt idx="1313">
                  <c:v>248.92</c:v>
                </c:pt>
                <c:pt idx="1314">
                  <c:v>248.69</c:v>
                </c:pt>
                <c:pt idx="1315">
                  <c:v>246.27</c:v>
                </c:pt>
                <c:pt idx="1316">
                  <c:v>245.2</c:v>
                </c:pt>
                <c:pt idx="1317">
                  <c:v>243.47</c:v>
                </c:pt>
                <c:pt idx="1318">
                  <c:v>244.29</c:v>
                </c:pt>
                <c:pt idx="1319">
                  <c:v>243.31</c:v>
                </c:pt>
                <c:pt idx="1320">
                  <c:v>242.23</c:v>
                </c:pt>
                <c:pt idx="1321">
                  <c:v>243.68</c:v>
                </c:pt>
                <c:pt idx="1322">
                  <c:v>243.07</c:v>
                </c:pt>
                <c:pt idx="1323">
                  <c:v>242.34</c:v>
                </c:pt>
                <c:pt idx="1324">
                  <c:v>240.6</c:v>
                </c:pt>
                <c:pt idx="1325">
                  <c:v>240.82</c:v>
                </c:pt>
                <c:pt idx="1326">
                  <c:v>241.03</c:v>
                </c:pt>
                <c:pt idx="1327">
                  <c:v>239.82</c:v>
                </c:pt>
                <c:pt idx="1328">
                  <c:v>239.04</c:v>
                </c:pt>
                <c:pt idx="1329">
                  <c:v>238.74</c:v>
                </c:pt>
                <c:pt idx="1330">
                  <c:v>239.85</c:v>
                </c:pt>
                <c:pt idx="1331">
                  <c:v>237.65</c:v>
                </c:pt>
                <c:pt idx="1332">
                  <c:v>240.91</c:v>
                </c:pt>
                <c:pt idx="1333">
                  <c:v>240.58</c:v>
                </c:pt>
                <c:pt idx="1334">
                  <c:v>241.85</c:v>
                </c:pt>
                <c:pt idx="1335">
                  <c:v>241.73</c:v>
                </c:pt>
                <c:pt idx="1336">
                  <c:v>243.63</c:v>
                </c:pt>
                <c:pt idx="1337">
                  <c:v>243.58</c:v>
                </c:pt>
                <c:pt idx="1338">
                  <c:v>244.18</c:v>
                </c:pt>
                <c:pt idx="1339">
                  <c:v>244.39</c:v>
                </c:pt>
                <c:pt idx="1340">
                  <c:v>247.85</c:v>
                </c:pt>
                <c:pt idx="1341">
                  <c:v>250.04</c:v>
                </c:pt>
                <c:pt idx="1342">
                  <c:v>250.19</c:v>
                </c:pt>
                <c:pt idx="1343">
                  <c:v>248.96</c:v>
                </c:pt>
                <c:pt idx="1344">
                  <c:v>244.05</c:v>
                </c:pt>
                <c:pt idx="1345">
                  <c:v>243.35</c:v>
                </c:pt>
                <c:pt idx="1346">
                  <c:v>243.3</c:v>
                </c:pt>
                <c:pt idx="1347">
                  <c:v>241.61</c:v>
                </c:pt>
                <c:pt idx="1348">
                  <c:v>241.63</c:v>
                </c:pt>
                <c:pt idx="1349">
                  <c:v>245.17</c:v>
                </c:pt>
                <c:pt idx="1350">
                  <c:v>245.34</c:v>
                </c:pt>
                <c:pt idx="1351">
                  <c:v>246.75</c:v>
                </c:pt>
                <c:pt idx="1352">
                  <c:v>246.31</c:v>
                </c:pt>
                <c:pt idx="1353">
                  <c:v>239.21</c:v>
                </c:pt>
                <c:pt idx="1354">
                  <c:v>239.28</c:v>
                </c:pt>
                <c:pt idx="1355">
                  <c:v>240.08</c:v>
                </c:pt>
                <c:pt idx="1356">
                  <c:v>242.32</c:v>
                </c:pt>
                <c:pt idx="1357">
                  <c:v>244.14</c:v>
                </c:pt>
                <c:pt idx="1358">
                  <c:v>246.52</c:v>
                </c:pt>
                <c:pt idx="1359">
                  <c:v>247.62</c:v>
                </c:pt>
                <c:pt idx="1360">
                  <c:v>246.91</c:v>
                </c:pt>
                <c:pt idx="1361">
                  <c:v>241.86</c:v>
                </c:pt>
                <c:pt idx="1362">
                  <c:v>244.6</c:v>
                </c:pt>
                <c:pt idx="1363">
                  <c:v>243.43</c:v>
                </c:pt>
                <c:pt idx="1364">
                  <c:v>246.99</c:v>
                </c:pt>
                <c:pt idx="1365">
                  <c:v>247.14</c:v>
                </c:pt>
                <c:pt idx="1366">
                  <c:v>249.25</c:v>
                </c:pt>
                <c:pt idx="1367">
                  <c:v>249.8</c:v>
                </c:pt>
                <c:pt idx="1368">
                  <c:v>251.02</c:v>
                </c:pt>
                <c:pt idx="1369">
                  <c:v>251.52</c:v>
                </c:pt>
                <c:pt idx="1370">
                  <c:v>250.97</c:v>
                </c:pt>
                <c:pt idx="1371">
                  <c:v>250.66</c:v>
                </c:pt>
                <c:pt idx="1372">
                  <c:v>250.44</c:v>
                </c:pt>
                <c:pt idx="1373">
                  <c:v>250.04</c:v>
                </c:pt>
                <c:pt idx="1374">
                  <c:v>250.65</c:v>
                </c:pt>
                <c:pt idx="1375">
                  <c:v>252.72</c:v>
                </c:pt>
                <c:pt idx="1376">
                  <c:v>252.73</c:v>
                </c:pt>
                <c:pt idx="1377">
                  <c:v>251.86</c:v>
                </c:pt>
                <c:pt idx="1378">
                  <c:v>251.48</c:v>
                </c:pt>
                <c:pt idx="1379">
                  <c:v>253.81</c:v>
                </c:pt>
                <c:pt idx="1380">
                  <c:v>251.93</c:v>
                </c:pt>
                <c:pt idx="1381">
                  <c:v>248.65</c:v>
                </c:pt>
                <c:pt idx="1382">
                  <c:v>249.24</c:v>
                </c:pt>
                <c:pt idx="1383">
                  <c:v>252.36</c:v>
                </c:pt>
                <c:pt idx="1384">
                  <c:v>254.11</c:v>
                </c:pt>
                <c:pt idx="1385">
                  <c:v>255.85</c:v>
                </c:pt>
                <c:pt idx="1386">
                  <c:v>255.43</c:v>
                </c:pt>
                <c:pt idx="1387">
                  <c:v>256.18</c:v>
                </c:pt>
                <c:pt idx="1388">
                  <c:v>256.17</c:v>
                </c:pt>
                <c:pt idx="1389">
                  <c:v>256.14999999999998</c:v>
                </c:pt>
                <c:pt idx="1390">
                  <c:v>256.04000000000002</c:v>
                </c:pt>
                <c:pt idx="1391">
                  <c:v>258.11</c:v>
                </c:pt>
                <c:pt idx="1392">
                  <c:v>258.69</c:v>
                </c:pt>
                <c:pt idx="1393">
                  <c:v>257.27</c:v>
                </c:pt>
                <c:pt idx="1394">
                  <c:v>258.42</c:v>
                </c:pt>
                <c:pt idx="1395">
                  <c:v>257.3</c:v>
                </c:pt>
                <c:pt idx="1396">
                  <c:v>257.26</c:v>
                </c:pt>
                <c:pt idx="1397">
                  <c:v>256.23</c:v>
                </c:pt>
                <c:pt idx="1398">
                  <c:v>256.49</c:v>
                </c:pt>
                <c:pt idx="1399">
                  <c:v>257.49</c:v>
                </c:pt>
                <c:pt idx="1400">
                  <c:v>256.87</c:v>
                </c:pt>
                <c:pt idx="1401">
                  <c:v>256.02999999999997</c:v>
                </c:pt>
                <c:pt idx="1402">
                  <c:v>256.5</c:v>
                </c:pt>
                <c:pt idx="1403">
                  <c:v>259.64</c:v>
                </c:pt>
                <c:pt idx="1404">
                  <c:v>260.93</c:v>
                </c:pt>
                <c:pt idx="1405">
                  <c:v>260.31</c:v>
                </c:pt>
                <c:pt idx="1406">
                  <c:v>260.86</c:v>
                </c:pt>
                <c:pt idx="1407">
                  <c:v>257.31</c:v>
                </c:pt>
                <c:pt idx="1408">
                  <c:v>250.53</c:v>
                </c:pt>
                <c:pt idx="1409">
                  <c:v>251.77</c:v>
                </c:pt>
                <c:pt idx="1410">
                  <c:v>253.93</c:v>
                </c:pt>
                <c:pt idx="1411">
                  <c:v>255.09</c:v>
                </c:pt>
                <c:pt idx="1412">
                  <c:v>256.52</c:v>
                </c:pt>
                <c:pt idx="1413">
                  <c:v>258.33999999999997</c:v>
                </c:pt>
                <c:pt idx="1414">
                  <c:v>258.37</c:v>
                </c:pt>
                <c:pt idx="1415">
                  <c:v>257.48</c:v>
                </c:pt>
                <c:pt idx="1416">
                  <c:v>259.57</c:v>
                </c:pt>
                <c:pt idx="1417">
                  <c:v>258.20999999999998</c:v>
                </c:pt>
                <c:pt idx="1418">
                  <c:v>260.35000000000002</c:v>
                </c:pt>
                <c:pt idx="1419">
                  <c:v>257.49</c:v>
                </c:pt>
                <c:pt idx="1420">
                  <c:v>259.18</c:v>
                </c:pt>
                <c:pt idx="1421">
                  <c:v>258.99</c:v>
                </c:pt>
                <c:pt idx="1422">
                  <c:v>261.13</c:v>
                </c:pt>
                <c:pt idx="1423">
                  <c:v>260.06</c:v>
                </c:pt>
                <c:pt idx="1424">
                  <c:v>260.31</c:v>
                </c:pt>
                <c:pt idx="1425">
                  <c:v>256.14999999999998</c:v>
                </c:pt>
                <c:pt idx="1426">
                  <c:v>256.2</c:v>
                </c:pt>
                <c:pt idx="1427">
                  <c:v>253.93</c:v>
                </c:pt>
                <c:pt idx="1428">
                  <c:v>255.09</c:v>
                </c:pt>
                <c:pt idx="1429">
                  <c:v>256.19</c:v>
                </c:pt>
                <c:pt idx="1430">
                  <c:v>257.98</c:v>
                </c:pt>
                <c:pt idx="1431">
                  <c:v>258.20999999999998</c:v>
                </c:pt>
                <c:pt idx="1432">
                  <c:v>258.41000000000003</c:v>
                </c:pt>
                <c:pt idx="1433">
                  <c:v>257.26</c:v>
                </c:pt>
                <c:pt idx="1434">
                  <c:v>259.48</c:v>
                </c:pt>
                <c:pt idx="1435">
                  <c:v>258.57</c:v>
                </c:pt>
                <c:pt idx="1436">
                  <c:v>255.52</c:v>
                </c:pt>
                <c:pt idx="1437">
                  <c:v>256.66000000000003</c:v>
                </c:pt>
                <c:pt idx="1438">
                  <c:v>256.52999999999997</c:v>
                </c:pt>
                <c:pt idx="1439">
                  <c:v>255.93</c:v>
                </c:pt>
                <c:pt idx="1440">
                  <c:v>255.99</c:v>
                </c:pt>
                <c:pt idx="1441">
                  <c:v>252.83</c:v>
                </c:pt>
                <c:pt idx="1442">
                  <c:v>252.9</c:v>
                </c:pt>
                <c:pt idx="1443">
                  <c:v>252.57</c:v>
                </c:pt>
                <c:pt idx="1444">
                  <c:v>254.6</c:v>
                </c:pt>
                <c:pt idx="1445">
                  <c:v>255.26</c:v>
                </c:pt>
                <c:pt idx="1446">
                  <c:v>249.67</c:v>
                </c:pt>
                <c:pt idx="1447">
                  <c:v>255.31</c:v>
                </c:pt>
                <c:pt idx="1448">
                  <c:v>251.99</c:v>
                </c:pt>
                <c:pt idx="1449">
                  <c:v>250.01</c:v>
                </c:pt>
                <c:pt idx="1450">
                  <c:v>249.2</c:v>
                </c:pt>
                <c:pt idx="1451">
                  <c:v>250.32</c:v>
                </c:pt>
                <c:pt idx="1452">
                  <c:v>250.46</c:v>
                </c:pt>
                <c:pt idx="1453">
                  <c:v>250.21</c:v>
                </c:pt>
                <c:pt idx="1454">
                  <c:v>249.51</c:v>
                </c:pt>
                <c:pt idx="1455">
                  <c:v>252.37</c:v>
                </c:pt>
                <c:pt idx="1456">
                  <c:v>253.66</c:v>
                </c:pt>
                <c:pt idx="1457">
                  <c:v>252.03</c:v>
                </c:pt>
                <c:pt idx="1458">
                  <c:v>252.26</c:v>
                </c:pt>
                <c:pt idx="1459">
                  <c:v>252.96</c:v>
                </c:pt>
                <c:pt idx="1460">
                  <c:v>252.91</c:v>
                </c:pt>
                <c:pt idx="1461">
                  <c:v>254.26</c:v>
                </c:pt>
                <c:pt idx="1462">
                  <c:v>254.48</c:v>
                </c:pt>
                <c:pt idx="1463">
                  <c:v>252.88</c:v>
                </c:pt>
                <c:pt idx="1464">
                  <c:v>252.14</c:v>
                </c:pt>
                <c:pt idx="1465">
                  <c:v>255.63</c:v>
                </c:pt>
                <c:pt idx="1466">
                  <c:v>256.33999999999997</c:v>
                </c:pt>
                <c:pt idx="1467">
                  <c:v>262</c:v>
                </c:pt>
                <c:pt idx="1468">
                  <c:v>260.91000000000003</c:v>
                </c:pt>
                <c:pt idx="1469">
                  <c:v>260.72000000000003</c:v>
                </c:pt>
                <c:pt idx="1470">
                  <c:v>261.63</c:v>
                </c:pt>
                <c:pt idx="1471">
                  <c:v>262</c:v>
                </c:pt>
                <c:pt idx="1472">
                  <c:v>261.45</c:v>
                </c:pt>
                <c:pt idx="1473">
                  <c:v>262.56</c:v>
                </c:pt>
                <c:pt idx="1474">
                  <c:v>261.93</c:v>
                </c:pt>
                <c:pt idx="1475">
                  <c:v>262.58999999999997</c:v>
                </c:pt>
                <c:pt idx="1476">
                  <c:v>262.10000000000002</c:v>
                </c:pt>
                <c:pt idx="1477">
                  <c:v>261.97000000000003</c:v>
                </c:pt>
                <c:pt idx="1478">
                  <c:v>261.61</c:v>
                </c:pt>
                <c:pt idx="1479">
                  <c:v>261.89999999999998</c:v>
                </c:pt>
                <c:pt idx="1480">
                  <c:v>262.49</c:v>
                </c:pt>
                <c:pt idx="1481">
                  <c:v>259.7</c:v>
                </c:pt>
                <c:pt idx="1482">
                  <c:v>260.01</c:v>
                </c:pt>
                <c:pt idx="1483">
                  <c:v>260.36</c:v>
                </c:pt>
                <c:pt idx="1484">
                  <c:v>262.97000000000003</c:v>
                </c:pt>
                <c:pt idx="1485">
                  <c:v>263.12</c:v>
                </c:pt>
                <c:pt idx="1486">
                  <c:v>261.98</c:v>
                </c:pt>
                <c:pt idx="1487">
                  <c:v>263.2</c:v>
                </c:pt>
                <c:pt idx="1488">
                  <c:v>263.74</c:v>
                </c:pt>
                <c:pt idx="1489">
                  <c:v>263.73</c:v>
                </c:pt>
                <c:pt idx="1490">
                  <c:v>268.14999999999998</c:v>
                </c:pt>
                <c:pt idx="1491">
                  <c:v>269.95</c:v>
                </c:pt>
                <c:pt idx="1492">
                  <c:v>267.91000000000003</c:v>
                </c:pt>
                <c:pt idx="1493">
                  <c:v>266.14999999999998</c:v>
                </c:pt>
                <c:pt idx="1494">
                  <c:v>267.37</c:v>
                </c:pt>
                <c:pt idx="1495">
                  <c:v>267.08</c:v>
                </c:pt>
                <c:pt idx="1496">
                  <c:v>267.7</c:v>
                </c:pt>
                <c:pt idx="1497">
                  <c:v>266.52</c:v>
                </c:pt>
                <c:pt idx="1498">
                  <c:v>267.12</c:v>
                </c:pt>
                <c:pt idx="1499">
                  <c:v>267.3</c:v>
                </c:pt>
                <c:pt idx="1500">
                  <c:v>268.14999999999998</c:v>
                </c:pt>
                <c:pt idx="1501">
                  <c:v>270.48</c:v>
                </c:pt>
                <c:pt idx="1502">
                  <c:v>268.08999999999997</c:v>
                </c:pt>
                <c:pt idx="1503">
                  <c:v>269.56</c:v>
                </c:pt>
                <c:pt idx="1504">
                  <c:v>268.49</c:v>
                </c:pt>
                <c:pt idx="1505">
                  <c:v>268.85000000000002</c:v>
                </c:pt>
                <c:pt idx="1506">
                  <c:v>269.49</c:v>
                </c:pt>
                <c:pt idx="1507">
                  <c:v>268.97000000000003</c:v>
                </c:pt>
                <c:pt idx="1508">
                  <c:v>267.72000000000003</c:v>
                </c:pt>
                <c:pt idx="1509">
                  <c:v>267.69</c:v>
                </c:pt>
                <c:pt idx="1510">
                  <c:v>268.66000000000003</c:v>
                </c:pt>
                <c:pt idx="1511">
                  <c:v>268.81</c:v>
                </c:pt>
                <c:pt idx="1512">
                  <c:v>267.89999999999998</c:v>
                </c:pt>
                <c:pt idx="1513">
                  <c:v>268.81</c:v>
                </c:pt>
                <c:pt idx="1514">
                  <c:v>268.93</c:v>
                </c:pt>
                <c:pt idx="1515">
                  <c:v>268.83999999999997</c:v>
                </c:pt>
                <c:pt idx="1516">
                  <c:v>269.73</c:v>
                </c:pt>
                <c:pt idx="1517">
                  <c:v>272.11</c:v>
                </c:pt>
                <c:pt idx="1518">
                  <c:v>272.85000000000002</c:v>
                </c:pt>
                <c:pt idx="1519">
                  <c:v>272.89</c:v>
                </c:pt>
                <c:pt idx="1520">
                  <c:v>270.38</c:v>
                </c:pt>
                <c:pt idx="1521">
                  <c:v>268.97000000000003</c:v>
                </c:pt>
                <c:pt idx="1522">
                  <c:v>270.06</c:v>
                </c:pt>
                <c:pt idx="1523">
                  <c:v>272.64999999999998</c:v>
                </c:pt>
                <c:pt idx="1524">
                  <c:v>269.77</c:v>
                </c:pt>
                <c:pt idx="1525">
                  <c:v>270.41000000000003</c:v>
                </c:pt>
                <c:pt idx="1526">
                  <c:v>271.87</c:v>
                </c:pt>
                <c:pt idx="1527">
                  <c:v>272.29000000000002</c:v>
                </c:pt>
                <c:pt idx="1528">
                  <c:v>271.62</c:v>
                </c:pt>
                <c:pt idx="1529">
                  <c:v>272.29000000000002</c:v>
                </c:pt>
                <c:pt idx="1530">
                  <c:v>275.41000000000003</c:v>
                </c:pt>
                <c:pt idx="1531">
                  <c:v>277.89</c:v>
                </c:pt>
                <c:pt idx="1532">
                  <c:v>277.89</c:v>
                </c:pt>
                <c:pt idx="1533">
                  <c:v>280.11</c:v>
                </c:pt>
                <c:pt idx="1534">
                  <c:v>281.86</c:v>
                </c:pt>
                <c:pt idx="1535">
                  <c:v>280.75</c:v>
                </c:pt>
                <c:pt idx="1536">
                  <c:v>283.83999999999997</c:v>
                </c:pt>
                <c:pt idx="1537">
                  <c:v>282.63</c:v>
                </c:pt>
                <c:pt idx="1538">
                  <c:v>282.81</c:v>
                </c:pt>
                <c:pt idx="1539">
                  <c:v>282.31</c:v>
                </c:pt>
                <c:pt idx="1540">
                  <c:v>280.36</c:v>
                </c:pt>
                <c:pt idx="1541">
                  <c:v>281.25</c:v>
                </c:pt>
                <c:pt idx="1542">
                  <c:v>281.86</c:v>
                </c:pt>
                <c:pt idx="1543">
                  <c:v>281.66000000000003</c:v>
                </c:pt>
                <c:pt idx="1544">
                  <c:v>280.64</c:v>
                </c:pt>
                <c:pt idx="1545">
                  <c:v>281.60000000000002</c:v>
                </c:pt>
                <c:pt idx="1546">
                  <c:v>280.92</c:v>
                </c:pt>
                <c:pt idx="1547">
                  <c:v>280.74</c:v>
                </c:pt>
                <c:pt idx="1548">
                  <c:v>279.47000000000003</c:v>
                </c:pt>
                <c:pt idx="1549">
                  <c:v>279.01</c:v>
                </c:pt>
                <c:pt idx="1550">
                  <c:v>277.20999999999998</c:v>
                </c:pt>
                <c:pt idx="1551">
                  <c:v>275.49</c:v>
                </c:pt>
                <c:pt idx="1552">
                  <c:v>276.20999999999998</c:v>
                </c:pt>
                <c:pt idx="1553">
                  <c:v>279.12</c:v>
                </c:pt>
                <c:pt idx="1554">
                  <c:v>277.31</c:v>
                </c:pt>
                <c:pt idx="1555">
                  <c:v>278.10000000000002</c:v>
                </c:pt>
                <c:pt idx="1556">
                  <c:v>278.23</c:v>
                </c:pt>
                <c:pt idx="1557">
                  <c:v>276.49</c:v>
                </c:pt>
                <c:pt idx="1558">
                  <c:v>277.76</c:v>
                </c:pt>
                <c:pt idx="1559">
                  <c:v>280.05</c:v>
                </c:pt>
                <c:pt idx="1560">
                  <c:v>281.95999999999998</c:v>
                </c:pt>
                <c:pt idx="1561">
                  <c:v>285.41000000000003</c:v>
                </c:pt>
                <c:pt idx="1562">
                  <c:v>286.77999999999997</c:v>
                </c:pt>
                <c:pt idx="1563">
                  <c:v>287.33999999999997</c:v>
                </c:pt>
                <c:pt idx="1564">
                  <c:v>287.20999999999998</c:v>
                </c:pt>
                <c:pt idx="1565">
                  <c:v>289.64999999999998</c:v>
                </c:pt>
                <c:pt idx="1566">
                  <c:v>292.47000000000003</c:v>
                </c:pt>
                <c:pt idx="1567">
                  <c:v>299.86</c:v>
                </c:pt>
                <c:pt idx="1568">
                  <c:v>296.19</c:v>
                </c:pt>
                <c:pt idx="1569">
                  <c:v>299.75</c:v>
                </c:pt>
                <c:pt idx="1570">
                  <c:v>298.25</c:v>
                </c:pt>
                <c:pt idx="1571">
                  <c:v>298.87</c:v>
                </c:pt>
                <c:pt idx="1572">
                  <c:v>299.67</c:v>
                </c:pt>
                <c:pt idx="1573">
                  <c:v>299.33999999999997</c:v>
                </c:pt>
                <c:pt idx="1574">
                  <c:v>298.47000000000003</c:v>
                </c:pt>
                <c:pt idx="1575">
                  <c:v>298.08</c:v>
                </c:pt>
                <c:pt idx="1576">
                  <c:v>300.63</c:v>
                </c:pt>
                <c:pt idx="1577">
                  <c:v>301.36</c:v>
                </c:pt>
                <c:pt idx="1578">
                  <c:v>301.70999999999998</c:v>
                </c:pt>
                <c:pt idx="1579">
                  <c:v>305.22000000000003</c:v>
                </c:pt>
                <c:pt idx="1580">
                  <c:v>306.95999999999998</c:v>
                </c:pt>
                <c:pt idx="1581">
                  <c:v>306.52</c:v>
                </c:pt>
                <c:pt idx="1582">
                  <c:v>304.58999999999997</c:v>
                </c:pt>
                <c:pt idx="1583">
                  <c:v>304.67</c:v>
                </c:pt>
                <c:pt idx="1584">
                  <c:v>304.02999999999997</c:v>
                </c:pt>
                <c:pt idx="1585">
                  <c:v>307.83</c:v>
                </c:pt>
                <c:pt idx="1586">
                  <c:v>307.33</c:v>
                </c:pt>
                <c:pt idx="1587">
                  <c:v>305.68</c:v>
                </c:pt>
                <c:pt idx="1588">
                  <c:v>306.25</c:v>
                </c:pt>
                <c:pt idx="1589">
                  <c:v>309.38</c:v>
                </c:pt>
                <c:pt idx="1590">
                  <c:v>306.24</c:v>
                </c:pt>
                <c:pt idx="1591">
                  <c:v>308.02</c:v>
                </c:pt>
                <c:pt idx="1592">
                  <c:v>307.95</c:v>
                </c:pt>
                <c:pt idx="1593">
                  <c:v>306.69</c:v>
                </c:pt>
                <c:pt idx="1594">
                  <c:v>306.79000000000002</c:v>
                </c:pt>
                <c:pt idx="1595">
                  <c:v>308.61</c:v>
                </c:pt>
                <c:pt idx="1596">
                  <c:v>309.31</c:v>
                </c:pt>
                <c:pt idx="1597">
                  <c:v>307.52</c:v>
                </c:pt>
                <c:pt idx="1598">
                  <c:v>309.47000000000003</c:v>
                </c:pt>
                <c:pt idx="1599">
                  <c:v>310.26</c:v>
                </c:pt>
                <c:pt idx="1600">
                  <c:v>311.89</c:v>
                </c:pt>
                <c:pt idx="1601">
                  <c:v>312.12</c:v>
                </c:pt>
                <c:pt idx="1602">
                  <c:v>310.83999999999997</c:v>
                </c:pt>
                <c:pt idx="1603">
                  <c:v>312.56</c:v>
                </c:pt>
                <c:pt idx="1604">
                  <c:v>311.76</c:v>
                </c:pt>
                <c:pt idx="1605">
                  <c:v>312.39</c:v>
                </c:pt>
                <c:pt idx="1606">
                  <c:v>310.45999999999998</c:v>
                </c:pt>
                <c:pt idx="1607">
                  <c:v>311.77</c:v>
                </c:pt>
                <c:pt idx="1608">
                  <c:v>311.88</c:v>
                </c:pt>
                <c:pt idx="1609">
                  <c:v>310.66000000000003</c:v>
                </c:pt>
                <c:pt idx="1610">
                  <c:v>311.45999999999998</c:v>
                </c:pt>
                <c:pt idx="1611">
                  <c:v>313.58999999999997</c:v>
                </c:pt>
                <c:pt idx="1612">
                  <c:v>313.58</c:v>
                </c:pt>
                <c:pt idx="1613">
                  <c:v>316.35000000000002</c:v>
                </c:pt>
                <c:pt idx="1614">
                  <c:v>317.35000000000002</c:v>
                </c:pt>
                <c:pt idx="1615">
                  <c:v>318.52</c:v>
                </c:pt>
                <c:pt idx="1616">
                  <c:v>318.64999999999998</c:v>
                </c:pt>
                <c:pt idx="1617">
                  <c:v>318.91000000000003</c:v>
                </c:pt>
                <c:pt idx="1618">
                  <c:v>320.61</c:v>
                </c:pt>
                <c:pt idx="1619">
                  <c:v>321.79000000000002</c:v>
                </c:pt>
                <c:pt idx="1620">
                  <c:v>322.01</c:v>
                </c:pt>
                <c:pt idx="1621">
                  <c:v>320.14999999999998</c:v>
                </c:pt>
                <c:pt idx="1622">
                  <c:v>319.45999999999998</c:v>
                </c:pt>
                <c:pt idx="1623">
                  <c:v>320.51</c:v>
                </c:pt>
                <c:pt idx="1624">
                  <c:v>314.13</c:v>
                </c:pt>
                <c:pt idx="1625">
                  <c:v>314.60000000000002</c:v>
                </c:pt>
                <c:pt idx="1626">
                  <c:v>317.04000000000002</c:v>
                </c:pt>
                <c:pt idx="1627">
                  <c:v>317.69</c:v>
                </c:pt>
                <c:pt idx="1628">
                  <c:v>312.29000000000002</c:v>
                </c:pt>
                <c:pt idx="1629">
                  <c:v>313.45999999999998</c:v>
                </c:pt>
                <c:pt idx="1630">
                  <c:v>313.95999999999998</c:v>
                </c:pt>
                <c:pt idx="1631">
                  <c:v>313.39999999999998</c:v>
                </c:pt>
                <c:pt idx="1632">
                  <c:v>309.52</c:v>
                </c:pt>
                <c:pt idx="1633">
                  <c:v>308.37</c:v>
                </c:pt>
                <c:pt idx="1634">
                  <c:v>302.72000000000003</c:v>
                </c:pt>
                <c:pt idx="1635">
                  <c:v>304.93</c:v>
                </c:pt>
                <c:pt idx="1636">
                  <c:v>307.16000000000003</c:v>
                </c:pt>
                <c:pt idx="1637">
                  <c:v>309.02</c:v>
                </c:pt>
                <c:pt idx="1638">
                  <c:v>308.39</c:v>
                </c:pt>
                <c:pt idx="1639">
                  <c:v>308.14</c:v>
                </c:pt>
                <c:pt idx="1640">
                  <c:v>309.33999999999997</c:v>
                </c:pt>
                <c:pt idx="1641">
                  <c:v>309.70999999999998</c:v>
                </c:pt>
                <c:pt idx="1642">
                  <c:v>310.73</c:v>
                </c:pt>
                <c:pt idx="1643">
                  <c:v>311.20999999999998</c:v>
                </c:pt>
                <c:pt idx="1644">
                  <c:v>309.52999999999997</c:v>
                </c:pt>
                <c:pt idx="1645">
                  <c:v>308.64</c:v>
                </c:pt>
                <c:pt idx="1646">
                  <c:v>309.64999999999998</c:v>
                </c:pt>
                <c:pt idx="1647">
                  <c:v>308.27999999999997</c:v>
                </c:pt>
                <c:pt idx="1648">
                  <c:v>307.77999999999997</c:v>
                </c:pt>
                <c:pt idx="1649">
                  <c:v>304.19</c:v>
                </c:pt>
                <c:pt idx="1650">
                  <c:v>304.06</c:v>
                </c:pt>
                <c:pt idx="1651">
                  <c:v>303.18</c:v>
                </c:pt>
                <c:pt idx="1652">
                  <c:v>306.97000000000003</c:v>
                </c:pt>
                <c:pt idx="1653">
                  <c:v>307.43</c:v>
                </c:pt>
                <c:pt idx="1654">
                  <c:v>309.83</c:v>
                </c:pt>
                <c:pt idx="1655">
                  <c:v>310.42</c:v>
                </c:pt>
                <c:pt idx="1656">
                  <c:v>310</c:v>
                </c:pt>
                <c:pt idx="1657">
                  <c:v>312.52</c:v>
                </c:pt>
                <c:pt idx="1658">
                  <c:v>313.69</c:v>
                </c:pt>
                <c:pt idx="1659">
                  <c:v>318.93</c:v>
                </c:pt>
                <c:pt idx="1660">
                  <c:v>318.51</c:v>
                </c:pt>
                <c:pt idx="1661">
                  <c:v>318.48</c:v>
                </c:pt>
                <c:pt idx="1662">
                  <c:v>318.25</c:v>
                </c:pt>
                <c:pt idx="1663">
                  <c:v>316.70999999999998</c:v>
                </c:pt>
                <c:pt idx="1664">
                  <c:v>316.39999999999998</c:v>
                </c:pt>
                <c:pt idx="1665">
                  <c:v>314.29000000000002</c:v>
                </c:pt>
                <c:pt idx="1666">
                  <c:v>313.82</c:v>
                </c:pt>
                <c:pt idx="1667">
                  <c:v>313.85000000000002</c:v>
                </c:pt>
                <c:pt idx="1668">
                  <c:v>316.27</c:v>
                </c:pt>
                <c:pt idx="1669">
                  <c:v>322.49</c:v>
                </c:pt>
                <c:pt idx="1670">
                  <c:v>326.12</c:v>
                </c:pt>
                <c:pt idx="1671">
                  <c:v>328.11</c:v>
                </c:pt>
                <c:pt idx="1672">
                  <c:v>327.35000000000002</c:v>
                </c:pt>
                <c:pt idx="1673">
                  <c:v>327.82</c:v>
                </c:pt>
                <c:pt idx="1674">
                  <c:v>328.51</c:v>
                </c:pt>
                <c:pt idx="1675">
                  <c:v>328.4</c:v>
                </c:pt>
                <c:pt idx="1676">
                  <c:v>326.47000000000003</c:v>
                </c:pt>
                <c:pt idx="1677">
                  <c:v>328.89</c:v>
                </c:pt>
                <c:pt idx="1678">
                  <c:v>329.45</c:v>
                </c:pt>
                <c:pt idx="1679">
                  <c:v>328.96</c:v>
                </c:pt>
                <c:pt idx="1680">
                  <c:v>329.31</c:v>
                </c:pt>
                <c:pt idx="1681">
                  <c:v>326.99</c:v>
                </c:pt>
                <c:pt idx="1682">
                  <c:v>329.23</c:v>
                </c:pt>
                <c:pt idx="1683">
                  <c:v>330.38</c:v>
                </c:pt>
                <c:pt idx="1684">
                  <c:v>333.57</c:v>
                </c:pt>
                <c:pt idx="1685">
                  <c:v>338.76</c:v>
                </c:pt>
                <c:pt idx="1686">
                  <c:v>337.53</c:v>
                </c:pt>
                <c:pt idx="1687">
                  <c:v>338.83</c:v>
                </c:pt>
                <c:pt idx="1688">
                  <c:v>337.4</c:v>
                </c:pt>
                <c:pt idx="1689">
                  <c:v>336.76</c:v>
                </c:pt>
                <c:pt idx="1690">
                  <c:v>337.8</c:v>
                </c:pt>
                <c:pt idx="1691">
                  <c:v>337.14</c:v>
                </c:pt>
                <c:pt idx="1692">
                  <c:v>335.96</c:v>
                </c:pt>
                <c:pt idx="1693">
                  <c:v>334.33</c:v>
                </c:pt>
                <c:pt idx="1694">
                  <c:v>333.62</c:v>
                </c:pt>
                <c:pt idx="1695">
                  <c:v>332.17</c:v>
                </c:pt>
                <c:pt idx="1696">
                  <c:v>334.36</c:v>
                </c:pt>
                <c:pt idx="1697">
                  <c:v>334.18</c:v>
                </c:pt>
                <c:pt idx="1698">
                  <c:v>332.92</c:v>
                </c:pt>
                <c:pt idx="1699">
                  <c:v>333.51</c:v>
                </c:pt>
                <c:pt idx="1700">
                  <c:v>335.49</c:v>
                </c:pt>
                <c:pt idx="1701">
                  <c:v>334.51</c:v>
                </c:pt>
                <c:pt idx="1702">
                  <c:v>335.44</c:v>
                </c:pt>
                <c:pt idx="1703">
                  <c:v>329.53</c:v>
                </c:pt>
                <c:pt idx="1704">
                  <c:v>330.99</c:v>
                </c:pt>
                <c:pt idx="1705">
                  <c:v>330.68</c:v>
                </c:pt>
                <c:pt idx="1706">
                  <c:v>325.25</c:v>
                </c:pt>
                <c:pt idx="1707">
                  <c:v>324.77999999999997</c:v>
                </c:pt>
                <c:pt idx="1708">
                  <c:v>328.77</c:v>
                </c:pt>
                <c:pt idx="1709">
                  <c:v>329.61</c:v>
                </c:pt>
                <c:pt idx="1710">
                  <c:v>324.52</c:v>
                </c:pt>
                <c:pt idx="1711">
                  <c:v>323.58999999999997</c:v>
                </c:pt>
                <c:pt idx="1712">
                  <c:v>324.68</c:v>
                </c:pt>
                <c:pt idx="1713">
                  <c:v>325.08999999999997</c:v>
                </c:pt>
                <c:pt idx="1714">
                  <c:v>324.07</c:v>
                </c:pt>
                <c:pt idx="1715">
                  <c:v>326.18</c:v>
                </c:pt>
                <c:pt idx="1716">
                  <c:v>324.74</c:v>
                </c:pt>
                <c:pt idx="1717">
                  <c:v>326.23</c:v>
                </c:pt>
                <c:pt idx="1718">
                  <c:v>326.60000000000002</c:v>
                </c:pt>
                <c:pt idx="1719">
                  <c:v>326.76</c:v>
                </c:pt>
                <c:pt idx="1720">
                  <c:v>325.79000000000002</c:v>
                </c:pt>
                <c:pt idx="1721">
                  <c:v>319.72000000000003</c:v>
                </c:pt>
                <c:pt idx="1722">
                  <c:v>321.20999999999998</c:v>
                </c:pt>
                <c:pt idx="1723">
                  <c:v>318.89</c:v>
                </c:pt>
                <c:pt idx="1724">
                  <c:v>320.25</c:v>
                </c:pt>
                <c:pt idx="1725">
                  <c:v>324.74</c:v>
                </c:pt>
                <c:pt idx="1726">
                  <c:v>326</c:v>
                </c:pt>
                <c:pt idx="1727">
                  <c:v>327.13</c:v>
                </c:pt>
                <c:pt idx="1728">
                  <c:v>324.58</c:v>
                </c:pt>
                <c:pt idx="1729">
                  <c:v>328.97</c:v>
                </c:pt>
                <c:pt idx="1730">
                  <c:v>331.28</c:v>
                </c:pt>
                <c:pt idx="1731">
                  <c:v>330.25</c:v>
                </c:pt>
                <c:pt idx="1732">
                  <c:v>327.61</c:v>
                </c:pt>
                <c:pt idx="1733">
                  <c:v>325.67</c:v>
                </c:pt>
                <c:pt idx="1734">
                  <c:v>326.72000000000003</c:v>
                </c:pt>
                <c:pt idx="1735">
                  <c:v>327.39</c:v>
                </c:pt>
                <c:pt idx="1736">
                  <c:v>330.02</c:v>
                </c:pt>
                <c:pt idx="1737">
                  <c:v>329.19</c:v>
                </c:pt>
                <c:pt idx="1738">
                  <c:v>329.13</c:v>
                </c:pt>
                <c:pt idx="1739">
                  <c:v>329.52</c:v>
                </c:pt>
                <c:pt idx="1740">
                  <c:v>326.27</c:v>
                </c:pt>
                <c:pt idx="1741">
                  <c:v>330.93</c:v>
                </c:pt>
                <c:pt idx="1742">
                  <c:v>330.91</c:v>
                </c:pt>
                <c:pt idx="1743">
                  <c:v>334.08</c:v>
                </c:pt>
                <c:pt idx="1744">
                  <c:v>335.38</c:v>
                </c:pt>
                <c:pt idx="1745">
                  <c:v>338.05</c:v>
                </c:pt>
                <c:pt idx="1746">
                  <c:v>333.4</c:v>
                </c:pt>
                <c:pt idx="1747">
                  <c:v>333.38</c:v>
                </c:pt>
                <c:pt idx="1748">
                  <c:v>333.36</c:v>
                </c:pt>
                <c:pt idx="1749">
                  <c:v>327.01</c:v>
                </c:pt>
                <c:pt idx="1750">
                  <c:v>323.29000000000002</c:v>
                </c:pt>
                <c:pt idx="1751">
                  <c:v>318.01</c:v>
                </c:pt>
                <c:pt idx="1752">
                  <c:v>310.48</c:v>
                </c:pt>
                <c:pt idx="1753">
                  <c:v>311.62</c:v>
                </c:pt>
                <c:pt idx="1754">
                  <c:v>304.83</c:v>
                </c:pt>
                <c:pt idx="1755">
                  <c:v>308.13</c:v>
                </c:pt>
                <c:pt idx="1756">
                  <c:v>310.87</c:v>
                </c:pt>
                <c:pt idx="1757">
                  <c:v>314.39999999999998</c:v>
                </c:pt>
                <c:pt idx="1758">
                  <c:v>316.61</c:v>
                </c:pt>
                <c:pt idx="1759">
                  <c:v>312.83</c:v>
                </c:pt>
                <c:pt idx="1760">
                  <c:v>314.47000000000003</c:v>
                </c:pt>
                <c:pt idx="1761">
                  <c:v>312.17</c:v>
                </c:pt>
                <c:pt idx="1762">
                  <c:v>316.81</c:v>
                </c:pt>
                <c:pt idx="1763">
                  <c:v>317.33999999999997</c:v>
                </c:pt>
                <c:pt idx="1764">
                  <c:v>316.83</c:v>
                </c:pt>
                <c:pt idx="1765">
                  <c:v>312.86</c:v>
                </c:pt>
                <c:pt idx="1766">
                  <c:v>308.35000000000002</c:v>
                </c:pt>
                <c:pt idx="1767">
                  <c:v>304.58</c:v>
                </c:pt>
                <c:pt idx="1768">
                  <c:v>310.45999999999998</c:v>
                </c:pt>
                <c:pt idx="1769">
                  <c:v>311.14</c:v>
                </c:pt>
                <c:pt idx="1770">
                  <c:v>314.77999999999997</c:v>
                </c:pt>
                <c:pt idx="1771">
                  <c:v>317.67</c:v>
                </c:pt>
                <c:pt idx="1772">
                  <c:v>320.7</c:v>
                </c:pt>
                <c:pt idx="1773">
                  <c:v>322.98</c:v>
                </c:pt>
                <c:pt idx="1774">
                  <c:v>321.99</c:v>
                </c:pt>
                <c:pt idx="1775">
                  <c:v>322.74</c:v>
                </c:pt>
                <c:pt idx="1776">
                  <c:v>322.88</c:v>
                </c:pt>
                <c:pt idx="1777">
                  <c:v>320.35000000000002</c:v>
                </c:pt>
                <c:pt idx="1778">
                  <c:v>321.79000000000002</c:v>
                </c:pt>
                <c:pt idx="1779">
                  <c:v>321.60000000000002</c:v>
                </c:pt>
                <c:pt idx="1780">
                  <c:v>323.32</c:v>
                </c:pt>
                <c:pt idx="1781">
                  <c:v>312.42</c:v>
                </c:pt>
                <c:pt idx="1782">
                  <c:v>314.89</c:v>
                </c:pt>
                <c:pt idx="1783">
                  <c:v>316.33999999999997</c:v>
                </c:pt>
                <c:pt idx="1784">
                  <c:v>311.81</c:v>
                </c:pt>
                <c:pt idx="1785">
                  <c:v>313.82</c:v>
                </c:pt>
                <c:pt idx="1786">
                  <c:v>314.61</c:v>
                </c:pt>
                <c:pt idx="1787">
                  <c:v>314</c:v>
                </c:pt>
                <c:pt idx="1788">
                  <c:v>313.38</c:v>
                </c:pt>
                <c:pt idx="1789">
                  <c:v>308.54000000000002</c:v>
                </c:pt>
                <c:pt idx="1790">
                  <c:v>313.04000000000002</c:v>
                </c:pt>
                <c:pt idx="1791">
                  <c:v>311.61</c:v>
                </c:pt>
                <c:pt idx="1792">
                  <c:v>313.45</c:v>
                </c:pt>
                <c:pt idx="1793">
                  <c:v>313.94</c:v>
                </c:pt>
                <c:pt idx="1794">
                  <c:v>312.94</c:v>
                </c:pt>
                <c:pt idx="1795">
                  <c:v>313.22000000000003</c:v>
                </c:pt>
                <c:pt idx="1796">
                  <c:v>314.86</c:v>
                </c:pt>
                <c:pt idx="1797">
                  <c:v>315.17</c:v>
                </c:pt>
                <c:pt idx="1798">
                  <c:v>314.64</c:v>
                </c:pt>
                <c:pt idx="1799">
                  <c:v>318.64</c:v>
                </c:pt>
                <c:pt idx="1800">
                  <c:v>320.12</c:v>
                </c:pt>
                <c:pt idx="1801">
                  <c:v>317.89</c:v>
                </c:pt>
                <c:pt idx="1802">
                  <c:v>317.89</c:v>
                </c:pt>
                <c:pt idx="1803">
                  <c:v>315.86</c:v>
                </c:pt>
                <c:pt idx="1804">
                  <c:v>313.99</c:v>
                </c:pt>
                <c:pt idx="1805">
                  <c:v>318.08</c:v>
                </c:pt>
                <c:pt idx="1806">
                  <c:v>320.8</c:v>
                </c:pt>
                <c:pt idx="1807">
                  <c:v>323.56</c:v>
                </c:pt>
                <c:pt idx="1808">
                  <c:v>322.52999999999997</c:v>
                </c:pt>
                <c:pt idx="1809">
                  <c:v>320.55</c:v>
                </c:pt>
                <c:pt idx="1810">
                  <c:v>316.75</c:v>
                </c:pt>
                <c:pt idx="1811">
                  <c:v>315.87</c:v>
                </c:pt>
                <c:pt idx="1812">
                  <c:v>314.42</c:v>
                </c:pt>
                <c:pt idx="1813">
                  <c:v>317.31</c:v>
                </c:pt>
                <c:pt idx="1814">
                  <c:v>318.51</c:v>
                </c:pt>
                <c:pt idx="1815">
                  <c:v>317.72000000000003</c:v>
                </c:pt>
                <c:pt idx="1816">
                  <c:v>314.94</c:v>
                </c:pt>
                <c:pt idx="1817">
                  <c:v>315.97000000000003</c:v>
                </c:pt>
                <c:pt idx="1818">
                  <c:v>314.29000000000002</c:v>
                </c:pt>
                <c:pt idx="1819">
                  <c:v>315.37</c:v>
                </c:pt>
                <c:pt idx="1820">
                  <c:v>316.25</c:v>
                </c:pt>
                <c:pt idx="1821">
                  <c:v>318.31</c:v>
                </c:pt>
                <c:pt idx="1822">
                  <c:v>317.48</c:v>
                </c:pt>
                <c:pt idx="1823">
                  <c:v>318.05</c:v>
                </c:pt>
                <c:pt idx="1824">
                  <c:v>318.99</c:v>
                </c:pt>
                <c:pt idx="1825">
                  <c:v>316.2</c:v>
                </c:pt>
                <c:pt idx="1826">
                  <c:v>309.26</c:v>
                </c:pt>
                <c:pt idx="1827">
                  <c:v>310.92</c:v>
                </c:pt>
                <c:pt idx="1828">
                  <c:v>313.22000000000003</c:v>
                </c:pt>
                <c:pt idx="1829">
                  <c:v>314.83999999999997</c:v>
                </c:pt>
                <c:pt idx="1830">
                  <c:v>315.76</c:v>
                </c:pt>
                <c:pt idx="1831">
                  <c:v>317.67</c:v>
                </c:pt>
                <c:pt idx="1832">
                  <c:v>314.97000000000003</c:v>
                </c:pt>
                <c:pt idx="1833">
                  <c:v>317.22000000000003</c:v>
                </c:pt>
                <c:pt idx="1834">
                  <c:v>316.83999999999997</c:v>
                </c:pt>
                <c:pt idx="1835">
                  <c:v>311.2</c:v>
                </c:pt>
                <c:pt idx="1836">
                  <c:v>308.73</c:v>
                </c:pt>
                <c:pt idx="1837">
                  <c:v>305.35000000000002</c:v>
                </c:pt>
                <c:pt idx="1838">
                  <c:v>301.35000000000002</c:v>
                </c:pt>
                <c:pt idx="1839">
                  <c:v>304.02</c:v>
                </c:pt>
                <c:pt idx="1840">
                  <c:v>301.02</c:v>
                </c:pt>
                <c:pt idx="1841">
                  <c:v>303.69</c:v>
                </c:pt>
                <c:pt idx="1842">
                  <c:v>303.37</c:v>
                </c:pt>
                <c:pt idx="1843">
                  <c:v>302.76</c:v>
                </c:pt>
                <c:pt idx="1844">
                  <c:v>302.25</c:v>
                </c:pt>
                <c:pt idx="1845">
                  <c:v>298.26</c:v>
                </c:pt>
                <c:pt idx="1846">
                  <c:v>299.66000000000003</c:v>
                </c:pt>
                <c:pt idx="1847">
                  <c:v>292.93</c:v>
                </c:pt>
                <c:pt idx="1848">
                  <c:v>293.35000000000002</c:v>
                </c:pt>
                <c:pt idx="1849">
                  <c:v>292.26</c:v>
                </c:pt>
                <c:pt idx="1850">
                  <c:v>291.63</c:v>
                </c:pt>
                <c:pt idx="1851">
                  <c:v>293.11</c:v>
                </c:pt>
                <c:pt idx="1852">
                  <c:v>295.2</c:v>
                </c:pt>
                <c:pt idx="1853">
                  <c:v>296.19</c:v>
                </c:pt>
                <c:pt idx="1854">
                  <c:v>294.43</c:v>
                </c:pt>
                <c:pt idx="1855">
                  <c:v>294.41000000000003</c:v>
                </c:pt>
                <c:pt idx="1856">
                  <c:v>298.64999999999998</c:v>
                </c:pt>
                <c:pt idx="1857">
                  <c:v>297.37</c:v>
                </c:pt>
                <c:pt idx="1858">
                  <c:v>296.88</c:v>
                </c:pt>
                <c:pt idx="1859">
                  <c:v>296.47000000000003</c:v>
                </c:pt>
                <c:pt idx="1860">
                  <c:v>295.89999999999998</c:v>
                </c:pt>
                <c:pt idx="1861">
                  <c:v>296.95</c:v>
                </c:pt>
                <c:pt idx="1862">
                  <c:v>294.56</c:v>
                </c:pt>
                <c:pt idx="1863">
                  <c:v>295.49</c:v>
                </c:pt>
                <c:pt idx="1864">
                  <c:v>294.85000000000002</c:v>
                </c:pt>
                <c:pt idx="1865">
                  <c:v>296.95</c:v>
                </c:pt>
                <c:pt idx="1866">
                  <c:v>297.77999999999997</c:v>
                </c:pt>
                <c:pt idx="1867">
                  <c:v>297.29000000000002</c:v>
                </c:pt>
                <c:pt idx="1868">
                  <c:v>297.45</c:v>
                </c:pt>
                <c:pt idx="1869">
                  <c:v>298.69</c:v>
                </c:pt>
                <c:pt idx="1870">
                  <c:v>293.55</c:v>
                </c:pt>
                <c:pt idx="1871">
                  <c:v>295.61</c:v>
                </c:pt>
                <c:pt idx="1872">
                  <c:v>295.24</c:v>
                </c:pt>
                <c:pt idx="1873">
                  <c:v>297.18</c:v>
                </c:pt>
                <c:pt idx="1874">
                  <c:v>297.19</c:v>
                </c:pt>
                <c:pt idx="1875">
                  <c:v>297.41000000000003</c:v>
                </c:pt>
                <c:pt idx="1876">
                  <c:v>293.64</c:v>
                </c:pt>
                <c:pt idx="1877">
                  <c:v>289.85000000000002</c:v>
                </c:pt>
                <c:pt idx="1878">
                  <c:v>291.08</c:v>
                </c:pt>
                <c:pt idx="1879">
                  <c:v>288.24</c:v>
                </c:pt>
                <c:pt idx="1880">
                  <c:v>288.57</c:v>
                </c:pt>
                <c:pt idx="1881">
                  <c:v>288.61</c:v>
                </c:pt>
                <c:pt idx="1882">
                  <c:v>291.93</c:v>
                </c:pt>
                <c:pt idx="1883">
                  <c:v>293</c:v>
                </c:pt>
                <c:pt idx="1884">
                  <c:v>294.29000000000002</c:v>
                </c:pt>
                <c:pt idx="1885">
                  <c:v>295.54000000000002</c:v>
                </c:pt>
                <c:pt idx="1886">
                  <c:v>296.83</c:v>
                </c:pt>
                <c:pt idx="1887">
                  <c:v>297.22000000000003</c:v>
                </c:pt>
                <c:pt idx="1888">
                  <c:v>298.05</c:v>
                </c:pt>
                <c:pt idx="1889">
                  <c:v>298.05</c:v>
                </c:pt>
                <c:pt idx="1890">
                  <c:v>300.07</c:v>
                </c:pt>
                <c:pt idx="1891">
                  <c:v>297.49</c:v>
                </c:pt>
                <c:pt idx="1892">
                  <c:v>298.8</c:v>
                </c:pt>
                <c:pt idx="1893">
                  <c:v>294.95999999999998</c:v>
                </c:pt>
                <c:pt idx="1894">
                  <c:v>294.27999999999997</c:v>
                </c:pt>
                <c:pt idx="1895">
                  <c:v>292.86</c:v>
                </c:pt>
                <c:pt idx="1896">
                  <c:v>293.7</c:v>
                </c:pt>
                <c:pt idx="1897">
                  <c:v>292.45999999999998</c:v>
                </c:pt>
                <c:pt idx="1898">
                  <c:v>292.35000000000002</c:v>
                </c:pt>
                <c:pt idx="1899">
                  <c:v>292.42</c:v>
                </c:pt>
                <c:pt idx="1900">
                  <c:v>297.29000000000002</c:v>
                </c:pt>
                <c:pt idx="1901">
                  <c:v>295.23</c:v>
                </c:pt>
                <c:pt idx="1902">
                  <c:v>296.10000000000002</c:v>
                </c:pt>
                <c:pt idx="1903">
                  <c:v>296.64</c:v>
                </c:pt>
                <c:pt idx="1904">
                  <c:v>299.04000000000002</c:v>
                </c:pt>
                <c:pt idx="1905">
                  <c:v>300.81</c:v>
                </c:pt>
                <c:pt idx="1906">
                  <c:v>302.58999999999997</c:v>
                </c:pt>
                <c:pt idx="1907">
                  <c:v>300.51</c:v>
                </c:pt>
                <c:pt idx="1908">
                  <c:v>300.17</c:v>
                </c:pt>
                <c:pt idx="1909">
                  <c:v>296.52999999999997</c:v>
                </c:pt>
                <c:pt idx="1910">
                  <c:v>291.77999999999997</c:v>
                </c:pt>
                <c:pt idx="1911">
                  <c:v>291.27999999999997</c:v>
                </c:pt>
                <c:pt idx="1912">
                  <c:v>289.91000000000003</c:v>
                </c:pt>
                <c:pt idx="1913">
                  <c:v>287.85000000000002</c:v>
                </c:pt>
                <c:pt idx="1914">
                  <c:v>275.14999999999998</c:v>
                </c:pt>
                <c:pt idx="1915">
                  <c:v>279.37</c:v>
                </c:pt>
                <c:pt idx="1916">
                  <c:v>277.19</c:v>
                </c:pt>
                <c:pt idx="1917">
                  <c:v>276.89999999999998</c:v>
                </c:pt>
                <c:pt idx="1918">
                  <c:v>280.05</c:v>
                </c:pt>
                <c:pt idx="1919">
                  <c:v>277.48</c:v>
                </c:pt>
                <c:pt idx="1920">
                  <c:v>278.63</c:v>
                </c:pt>
                <c:pt idx="1921">
                  <c:v>279.39999999999998</c:v>
                </c:pt>
                <c:pt idx="1922">
                  <c:v>272.54000000000002</c:v>
                </c:pt>
                <c:pt idx="1923">
                  <c:v>271.36</c:v>
                </c:pt>
                <c:pt idx="1924">
                  <c:v>266.72000000000003</c:v>
                </c:pt>
                <c:pt idx="1925">
                  <c:v>262.69</c:v>
                </c:pt>
                <c:pt idx="1926">
                  <c:v>260.19</c:v>
                </c:pt>
                <c:pt idx="1927">
                  <c:v>262.47000000000003</c:v>
                </c:pt>
                <c:pt idx="1928">
                  <c:v>264.01</c:v>
                </c:pt>
                <c:pt idx="1929">
                  <c:v>262.95</c:v>
                </c:pt>
                <c:pt idx="1930">
                  <c:v>272.56</c:v>
                </c:pt>
                <c:pt idx="1931">
                  <c:v>270.07</c:v>
                </c:pt>
                <c:pt idx="1932">
                  <c:v>271.57</c:v>
                </c:pt>
                <c:pt idx="1933">
                  <c:v>270.45</c:v>
                </c:pt>
                <c:pt idx="1934">
                  <c:v>272.11</c:v>
                </c:pt>
                <c:pt idx="1935">
                  <c:v>271.33</c:v>
                </c:pt>
                <c:pt idx="1936">
                  <c:v>271.57</c:v>
                </c:pt>
                <c:pt idx="1937">
                  <c:v>269.7</c:v>
                </c:pt>
                <c:pt idx="1938">
                  <c:v>268.88</c:v>
                </c:pt>
                <c:pt idx="1939">
                  <c:v>271.54000000000002</c:v>
                </c:pt>
                <c:pt idx="1940">
                  <c:v>271.64999999999998</c:v>
                </c:pt>
                <c:pt idx="1941">
                  <c:v>272.31</c:v>
                </c:pt>
                <c:pt idx="1942">
                  <c:v>269.58</c:v>
                </c:pt>
                <c:pt idx="1943">
                  <c:v>268.27</c:v>
                </c:pt>
                <c:pt idx="1944">
                  <c:v>267.76</c:v>
                </c:pt>
                <c:pt idx="1945">
                  <c:v>266.33</c:v>
                </c:pt>
                <c:pt idx="1946">
                  <c:v>269.79000000000002</c:v>
                </c:pt>
                <c:pt idx="1947">
                  <c:v>272.08</c:v>
                </c:pt>
                <c:pt idx="1948">
                  <c:v>273.45</c:v>
                </c:pt>
                <c:pt idx="1949">
                  <c:v>274.16000000000003</c:v>
                </c:pt>
                <c:pt idx="1950">
                  <c:v>271.35000000000002</c:v>
                </c:pt>
                <c:pt idx="1951">
                  <c:v>276.18</c:v>
                </c:pt>
                <c:pt idx="1952">
                  <c:v>273.29000000000002</c:v>
                </c:pt>
                <c:pt idx="1953">
                  <c:v>271.49</c:v>
                </c:pt>
                <c:pt idx="1954">
                  <c:v>267.18</c:v>
                </c:pt>
                <c:pt idx="1955">
                  <c:v>268.27999999999997</c:v>
                </c:pt>
                <c:pt idx="1956">
                  <c:v>265.35000000000002</c:v>
                </c:pt>
                <c:pt idx="1957">
                  <c:v>264.69</c:v>
                </c:pt>
                <c:pt idx="1958">
                  <c:v>268.47000000000003</c:v>
                </c:pt>
                <c:pt idx="1959">
                  <c:v>269.41000000000003</c:v>
                </c:pt>
                <c:pt idx="1960">
                  <c:v>265.55</c:v>
                </c:pt>
                <c:pt idx="1961">
                  <c:v>266.33</c:v>
                </c:pt>
                <c:pt idx="1962">
                  <c:v>265.18</c:v>
                </c:pt>
                <c:pt idx="1963">
                  <c:v>267.31</c:v>
                </c:pt>
                <c:pt idx="1964">
                  <c:v>264.81</c:v>
                </c:pt>
                <c:pt idx="1965">
                  <c:v>265.06</c:v>
                </c:pt>
                <c:pt idx="1966">
                  <c:v>264.45</c:v>
                </c:pt>
                <c:pt idx="1967">
                  <c:v>260.98</c:v>
                </c:pt>
                <c:pt idx="1968">
                  <c:v>260.57</c:v>
                </c:pt>
                <c:pt idx="1969">
                  <c:v>261.98</c:v>
                </c:pt>
                <c:pt idx="1970">
                  <c:v>258.23</c:v>
                </c:pt>
                <c:pt idx="1971">
                  <c:v>255.77</c:v>
                </c:pt>
                <c:pt idx="1972">
                  <c:v>257.89</c:v>
                </c:pt>
                <c:pt idx="1973">
                  <c:v>261.57</c:v>
                </c:pt>
                <c:pt idx="1974">
                  <c:v>259.64999999999998</c:v>
                </c:pt>
                <c:pt idx="1975">
                  <c:v>265.60000000000002</c:v>
                </c:pt>
                <c:pt idx="1976">
                  <c:v>265.55</c:v>
                </c:pt>
                <c:pt idx="1977">
                  <c:v>267.13</c:v>
                </c:pt>
                <c:pt idx="1978">
                  <c:v>264.99</c:v>
                </c:pt>
                <c:pt idx="1979">
                  <c:v>269.93</c:v>
                </c:pt>
                <c:pt idx="1980">
                  <c:v>271.23</c:v>
                </c:pt>
                <c:pt idx="1981">
                  <c:v>271.88</c:v>
                </c:pt>
                <c:pt idx="1982">
                  <c:v>273.88</c:v>
                </c:pt>
                <c:pt idx="1983">
                  <c:v>274</c:v>
                </c:pt>
                <c:pt idx="1984">
                  <c:v>272.70999999999998</c:v>
                </c:pt>
                <c:pt idx="1985">
                  <c:v>273.87</c:v>
                </c:pt>
                <c:pt idx="1986">
                  <c:v>276.61</c:v>
                </c:pt>
                <c:pt idx="1987">
                  <c:v>281.67</c:v>
                </c:pt>
                <c:pt idx="1988">
                  <c:v>281.64</c:v>
                </c:pt>
                <c:pt idx="1989">
                  <c:v>283</c:v>
                </c:pt>
                <c:pt idx="1990">
                  <c:v>286.62</c:v>
                </c:pt>
                <c:pt idx="1991">
                  <c:v>285.89</c:v>
                </c:pt>
                <c:pt idx="1992">
                  <c:v>285.79000000000002</c:v>
                </c:pt>
                <c:pt idx="1993">
                  <c:v>285.64999999999998</c:v>
                </c:pt>
                <c:pt idx="1994">
                  <c:v>281.49</c:v>
                </c:pt>
                <c:pt idx="1995">
                  <c:v>282.10000000000002</c:v>
                </c:pt>
                <c:pt idx="1996">
                  <c:v>283.69</c:v>
                </c:pt>
                <c:pt idx="1997">
                  <c:v>284.97000000000003</c:v>
                </c:pt>
                <c:pt idx="1998">
                  <c:v>288.68</c:v>
                </c:pt>
                <c:pt idx="1999">
                  <c:v>283.98</c:v>
                </c:pt>
                <c:pt idx="2000">
                  <c:v>285.89999999999998</c:v>
                </c:pt>
                <c:pt idx="2001">
                  <c:v>284.91000000000003</c:v>
                </c:pt>
                <c:pt idx="2002">
                  <c:v>288.39999999999998</c:v>
                </c:pt>
                <c:pt idx="2003">
                  <c:v>288.41000000000003</c:v>
                </c:pt>
                <c:pt idx="2004">
                  <c:v>288.74</c:v>
                </c:pt>
                <c:pt idx="2005">
                  <c:v>289</c:v>
                </c:pt>
                <c:pt idx="2006">
                  <c:v>287.89</c:v>
                </c:pt>
                <c:pt idx="2007">
                  <c:v>288.76</c:v>
                </c:pt>
                <c:pt idx="2008">
                  <c:v>283.8</c:v>
                </c:pt>
                <c:pt idx="2009">
                  <c:v>282.51</c:v>
                </c:pt>
                <c:pt idx="2010">
                  <c:v>280.45</c:v>
                </c:pt>
                <c:pt idx="2011">
                  <c:v>279.85000000000002</c:v>
                </c:pt>
                <c:pt idx="2012">
                  <c:v>278.87</c:v>
                </c:pt>
                <c:pt idx="2013">
                  <c:v>274.83999999999997</c:v>
                </c:pt>
                <c:pt idx="2014">
                  <c:v>275.06</c:v>
                </c:pt>
                <c:pt idx="2015">
                  <c:v>277.73</c:v>
                </c:pt>
                <c:pt idx="2016">
                  <c:v>276</c:v>
                </c:pt>
                <c:pt idx="2017">
                  <c:v>276.64</c:v>
                </c:pt>
                <c:pt idx="2018">
                  <c:v>279.87</c:v>
                </c:pt>
                <c:pt idx="2019">
                  <c:v>279.93</c:v>
                </c:pt>
                <c:pt idx="2020">
                  <c:v>279.82</c:v>
                </c:pt>
                <c:pt idx="2021">
                  <c:v>279.92</c:v>
                </c:pt>
                <c:pt idx="2022">
                  <c:v>282.38</c:v>
                </c:pt>
                <c:pt idx="2023">
                  <c:v>283.13</c:v>
                </c:pt>
                <c:pt idx="2024">
                  <c:v>277.45</c:v>
                </c:pt>
                <c:pt idx="2025">
                  <c:v>277.60000000000002</c:v>
                </c:pt>
                <c:pt idx="2026">
                  <c:v>277.27999999999997</c:v>
                </c:pt>
                <c:pt idx="2027">
                  <c:v>275.08</c:v>
                </c:pt>
                <c:pt idx="2028">
                  <c:v>276.48</c:v>
                </c:pt>
                <c:pt idx="2029">
                  <c:v>280.32</c:v>
                </c:pt>
                <c:pt idx="2030">
                  <c:v>281.72000000000003</c:v>
                </c:pt>
                <c:pt idx="2031">
                  <c:v>285.64999999999998</c:v>
                </c:pt>
                <c:pt idx="2032">
                  <c:v>286.14999999999998</c:v>
                </c:pt>
                <c:pt idx="2033">
                  <c:v>286.68</c:v>
                </c:pt>
                <c:pt idx="2034">
                  <c:v>286.38</c:v>
                </c:pt>
                <c:pt idx="2035">
                  <c:v>286.70999999999998</c:v>
                </c:pt>
                <c:pt idx="2036">
                  <c:v>287.92</c:v>
                </c:pt>
                <c:pt idx="2037">
                  <c:v>287.42</c:v>
                </c:pt>
                <c:pt idx="2038">
                  <c:v>288.37</c:v>
                </c:pt>
                <c:pt idx="2039">
                  <c:v>289.38</c:v>
                </c:pt>
                <c:pt idx="2040">
                  <c:v>290.62</c:v>
                </c:pt>
                <c:pt idx="2041">
                  <c:v>290.33</c:v>
                </c:pt>
                <c:pt idx="2042">
                  <c:v>285.82</c:v>
                </c:pt>
                <c:pt idx="2043">
                  <c:v>285.89</c:v>
                </c:pt>
                <c:pt idx="2044">
                  <c:v>285.87</c:v>
                </c:pt>
                <c:pt idx="2045">
                  <c:v>286.47000000000003</c:v>
                </c:pt>
                <c:pt idx="2046">
                  <c:v>283.7</c:v>
                </c:pt>
                <c:pt idx="2047">
                  <c:v>282.83</c:v>
                </c:pt>
                <c:pt idx="2048">
                  <c:v>281.33999999999997</c:v>
                </c:pt>
                <c:pt idx="2049">
                  <c:v>286.79000000000002</c:v>
                </c:pt>
                <c:pt idx="2050">
                  <c:v>284.92</c:v>
                </c:pt>
                <c:pt idx="2051">
                  <c:v>286.12</c:v>
                </c:pt>
                <c:pt idx="2052">
                  <c:v>283.67</c:v>
                </c:pt>
                <c:pt idx="2053">
                  <c:v>281.31</c:v>
                </c:pt>
                <c:pt idx="2054">
                  <c:v>280.14999999999998</c:v>
                </c:pt>
                <c:pt idx="2055">
                  <c:v>271</c:v>
                </c:pt>
                <c:pt idx="2056">
                  <c:v>272.06</c:v>
                </c:pt>
                <c:pt idx="2057">
                  <c:v>268.72000000000003</c:v>
                </c:pt>
                <c:pt idx="2058">
                  <c:v>268.57</c:v>
                </c:pt>
                <c:pt idx="2059">
                  <c:v>269.64</c:v>
                </c:pt>
                <c:pt idx="2060">
                  <c:v>265.99</c:v>
                </c:pt>
                <c:pt idx="2061">
                  <c:v>264.35000000000002</c:v>
                </c:pt>
                <c:pt idx="2062">
                  <c:v>264.95999999999998</c:v>
                </c:pt>
                <c:pt idx="2063">
                  <c:v>266.12</c:v>
                </c:pt>
                <c:pt idx="2064">
                  <c:v>266.64999999999998</c:v>
                </c:pt>
                <c:pt idx="2065">
                  <c:v>266.38</c:v>
                </c:pt>
                <c:pt idx="2066">
                  <c:v>264.42</c:v>
                </c:pt>
                <c:pt idx="2067">
                  <c:v>264.39999999999998</c:v>
                </c:pt>
                <c:pt idx="2068">
                  <c:v>264.7</c:v>
                </c:pt>
                <c:pt idx="2069">
                  <c:v>261.37</c:v>
                </c:pt>
                <c:pt idx="2070">
                  <c:v>263.93</c:v>
                </c:pt>
                <c:pt idx="2071">
                  <c:v>263.89</c:v>
                </c:pt>
                <c:pt idx="2072">
                  <c:v>268.16000000000003</c:v>
                </c:pt>
                <c:pt idx="2073">
                  <c:v>267.66000000000003</c:v>
                </c:pt>
                <c:pt idx="2074">
                  <c:v>267.99</c:v>
                </c:pt>
                <c:pt idx="2075">
                  <c:v>268.27</c:v>
                </c:pt>
                <c:pt idx="2076">
                  <c:v>272.10000000000002</c:v>
                </c:pt>
                <c:pt idx="2077">
                  <c:v>273.20999999999998</c:v>
                </c:pt>
                <c:pt idx="2078">
                  <c:v>272.74</c:v>
                </c:pt>
                <c:pt idx="2079">
                  <c:v>271.13</c:v>
                </c:pt>
                <c:pt idx="2080">
                  <c:v>270.48</c:v>
                </c:pt>
                <c:pt idx="2081">
                  <c:v>270.08999999999997</c:v>
                </c:pt>
                <c:pt idx="2082">
                  <c:v>271.36</c:v>
                </c:pt>
                <c:pt idx="2083">
                  <c:v>275.31</c:v>
                </c:pt>
                <c:pt idx="2084">
                  <c:v>276.01</c:v>
                </c:pt>
                <c:pt idx="2085">
                  <c:v>275.48</c:v>
                </c:pt>
                <c:pt idx="2086">
                  <c:v>275.58</c:v>
                </c:pt>
                <c:pt idx="2087">
                  <c:v>275.27999999999997</c:v>
                </c:pt>
                <c:pt idx="2088">
                  <c:v>275.52999999999997</c:v>
                </c:pt>
                <c:pt idx="2089">
                  <c:v>277.75</c:v>
                </c:pt>
                <c:pt idx="2090">
                  <c:v>277.5</c:v>
                </c:pt>
                <c:pt idx="2091">
                  <c:v>277.27</c:v>
                </c:pt>
                <c:pt idx="2092">
                  <c:v>275.97000000000003</c:v>
                </c:pt>
                <c:pt idx="2093">
                  <c:v>272.37</c:v>
                </c:pt>
                <c:pt idx="2094">
                  <c:v>274.54000000000002</c:v>
                </c:pt>
                <c:pt idx="2095">
                  <c:v>274.35000000000002</c:v>
                </c:pt>
                <c:pt idx="2096">
                  <c:v>268.55</c:v>
                </c:pt>
                <c:pt idx="2097">
                  <c:v>267.72000000000003</c:v>
                </c:pt>
                <c:pt idx="2098">
                  <c:v>268.75</c:v>
                </c:pt>
                <c:pt idx="2099">
                  <c:v>271.77999999999997</c:v>
                </c:pt>
                <c:pt idx="2100">
                  <c:v>272.68</c:v>
                </c:pt>
                <c:pt idx="2101">
                  <c:v>272.64</c:v>
                </c:pt>
                <c:pt idx="2102">
                  <c:v>274.05</c:v>
                </c:pt>
                <c:pt idx="2103">
                  <c:v>271.48</c:v>
                </c:pt>
                <c:pt idx="2104">
                  <c:v>270.67</c:v>
                </c:pt>
                <c:pt idx="2105">
                  <c:v>274.55</c:v>
                </c:pt>
                <c:pt idx="2106">
                  <c:v>274.55</c:v>
                </c:pt>
                <c:pt idx="2107">
                  <c:v>275.92</c:v>
                </c:pt>
                <c:pt idx="2108">
                  <c:v>273.22000000000003</c:v>
                </c:pt>
                <c:pt idx="2109">
                  <c:v>273.04000000000002</c:v>
                </c:pt>
                <c:pt idx="2110">
                  <c:v>272.25</c:v>
                </c:pt>
                <c:pt idx="2111">
                  <c:v>267.75</c:v>
                </c:pt>
                <c:pt idx="2112">
                  <c:v>268.95</c:v>
                </c:pt>
                <c:pt idx="2113">
                  <c:v>266.33999999999997</c:v>
                </c:pt>
                <c:pt idx="2114">
                  <c:v>265.73</c:v>
                </c:pt>
                <c:pt idx="2115">
                  <c:v>262.99</c:v>
                </c:pt>
                <c:pt idx="2116">
                  <c:v>257.19</c:v>
                </c:pt>
                <c:pt idx="2117">
                  <c:v>253.41</c:v>
                </c:pt>
                <c:pt idx="2118">
                  <c:v>252</c:v>
                </c:pt>
                <c:pt idx="2119">
                  <c:v>252.4</c:v>
                </c:pt>
                <c:pt idx="2120">
                  <c:v>254.85</c:v>
                </c:pt>
                <c:pt idx="2121">
                  <c:v>255.35</c:v>
                </c:pt>
                <c:pt idx="2122">
                  <c:v>252.83</c:v>
                </c:pt>
                <c:pt idx="2123">
                  <c:v>254.86</c:v>
                </c:pt>
                <c:pt idx="2124">
                  <c:v>253.9</c:v>
                </c:pt>
                <c:pt idx="2125">
                  <c:v>255.11</c:v>
                </c:pt>
                <c:pt idx="2126">
                  <c:v>258.05</c:v>
                </c:pt>
                <c:pt idx="2127">
                  <c:v>258.38</c:v>
                </c:pt>
                <c:pt idx="2128">
                  <c:v>256.27999999999997</c:v>
                </c:pt>
                <c:pt idx="2129">
                  <c:v>256.11</c:v>
                </c:pt>
                <c:pt idx="2130">
                  <c:v>252.19</c:v>
                </c:pt>
                <c:pt idx="2131">
                  <c:v>253.5</c:v>
                </c:pt>
                <c:pt idx="2132">
                  <c:v>255.53</c:v>
                </c:pt>
                <c:pt idx="2133">
                  <c:v>254.31</c:v>
                </c:pt>
                <c:pt idx="2134">
                  <c:v>259</c:v>
                </c:pt>
                <c:pt idx="2135">
                  <c:v>259.08</c:v>
                </c:pt>
                <c:pt idx="2136">
                  <c:v>258.25</c:v>
                </c:pt>
                <c:pt idx="2137">
                  <c:v>261.69</c:v>
                </c:pt>
                <c:pt idx="2138">
                  <c:v>264.44</c:v>
                </c:pt>
                <c:pt idx="2139">
                  <c:v>265.52999999999997</c:v>
                </c:pt>
                <c:pt idx="2140">
                  <c:v>267.39999999999998</c:v>
                </c:pt>
                <c:pt idx="2141">
                  <c:v>268.76</c:v>
                </c:pt>
                <c:pt idx="2142">
                  <c:v>270.83999999999997</c:v>
                </c:pt>
                <c:pt idx="2143">
                  <c:v>272.02</c:v>
                </c:pt>
                <c:pt idx="2144">
                  <c:v>271.68</c:v>
                </c:pt>
                <c:pt idx="2145">
                  <c:v>273.06</c:v>
                </c:pt>
                <c:pt idx="2146">
                  <c:v>274.92</c:v>
                </c:pt>
                <c:pt idx="2147">
                  <c:v>276.44</c:v>
                </c:pt>
                <c:pt idx="2148">
                  <c:v>276.64999999999998</c:v>
                </c:pt>
                <c:pt idx="2149">
                  <c:v>277.97000000000003</c:v>
                </c:pt>
                <c:pt idx="2150">
                  <c:v>274.42</c:v>
                </c:pt>
                <c:pt idx="2151">
                  <c:v>274.89</c:v>
                </c:pt>
                <c:pt idx="2152">
                  <c:v>271.33</c:v>
                </c:pt>
                <c:pt idx="2153">
                  <c:v>273.55</c:v>
                </c:pt>
                <c:pt idx="2154">
                  <c:v>274.42</c:v>
                </c:pt>
                <c:pt idx="2155">
                  <c:v>268.55</c:v>
                </c:pt>
                <c:pt idx="2156">
                  <c:v>267.39</c:v>
                </c:pt>
                <c:pt idx="2157">
                  <c:v>267.67</c:v>
                </c:pt>
                <c:pt idx="2158">
                  <c:v>271.36</c:v>
                </c:pt>
                <c:pt idx="2159">
                  <c:v>268.8</c:v>
                </c:pt>
                <c:pt idx="2160">
                  <c:v>271.3</c:v>
                </c:pt>
                <c:pt idx="2161">
                  <c:v>274.23</c:v>
                </c:pt>
                <c:pt idx="2162">
                  <c:v>274.33999999999997</c:v>
                </c:pt>
                <c:pt idx="2163">
                  <c:v>276.32</c:v>
                </c:pt>
                <c:pt idx="2164">
                  <c:v>275.57</c:v>
                </c:pt>
                <c:pt idx="2165">
                  <c:v>272.81</c:v>
                </c:pt>
                <c:pt idx="2166">
                  <c:v>273.79000000000002</c:v>
                </c:pt>
                <c:pt idx="2167">
                  <c:v>277.41000000000003</c:v>
                </c:pt>
                <c:pt idx="2168">
                  <c:v>276.23</c:v>
                </c:pt>
                <c:pt idx="2169">
                  <c:v>276.7</c:v>
                </c:pt>
                <c:pt idx="2170">
                  <c:v>277.07</c:v>
                </c:pt>
                <c:pt idx="2171">
                  <c:v>277.77999999999997</c:v>
                </c:pt>
                <c:pt idx="2172">
                  <c:v>277.55</c:v>
                </c:pt>
                <c:pt idx="2173">
                  <c:v>275.51</c:v>
                </c:pt>
                <c:pt idx="2174">
                  <c:v>275.82</c:v>
                </c:pt>
                <c:pt idx="2175">
                  <c:v>278.43</c:v>
                </c:pt>
                <c:pt idx="2176">
                  <c:v>282.54000000000002</c:v>
                </c:pt>
                <c:pt idx="2177">
                  <c:v>284.38</c:v>
                </c:pt>
                <c:pt idx="2178">
                  <c:v>284.52</c:v>
                </c:pt>
                <c:pt idx="2179">
                  <c:v>284.37</c:v>
                </c:pt>
                <c:pt idx="2180">
                  <c:v>283.13</c:v>
                </c:pt>
                <c:pt idx="2181">
                  <c:v>280.85000000000002</c:v>
                </c:pt>
                <c:pt idx="2182">
                  <c:v>283.64999999999998</c:v>
                </c:pt>
                <c:pt idx="2183">
                  <c:v>281.27999999999997</c:v>
                </c:pt>
                <c:pt idx="2184">
                  <c:v>283.93</c:v>
                </c:pt>
                <c:pt idx="2185">
                  <c:v>287.29000000000002</c:v>
                </c:pt>
                <c:pt idx="2186">
                  <c:v>287.18</c:v>
                </c:pt>
                <c:pt idx="2187">
                  <c:v>286.23</c:v>
                </c:pt>
                <c:pt idx="2188">
                  <c:v>282.20999999999998</c:v>
                </c:pt>
                <c:pt idx="2189">
                  <c:v>278.27999999999997</c:v>
                </c:pt>
                <c:pt idx="2190">
                  <c:v>279.43</c:v>
                </c:pt>
                <c:pt idx="2191">
                  <c:v>282.19</c:v>
                </c:pt>
                <c:pt idx="2192">
                  <c:v>281.83</c:v>
                </c:pt>
                <c:pt idx="2193">
                  <c:v>282.85000000000002</c:v>
                </c:pt>
                <c:pt idx="2194">
                  <c:v>281.23</c:v>
                </c:pt>
                <c:pt idx="2195">
                  <c:v>276.77999999999997</c:v>
                </c:pt>
                <c:pt idx="2196">
                  <c:v>277.44</c:v>
                </c:pt>
                <c:pt idx="2197">
                  <c:v>276.19</c:v>
                </c:pt>
                <c:pt idx="2198">
                  <c:v>274.14999999999998</c:v>
                </c:pt>
                <c:pt idx="2199">
                  <c:v>273.3</c:v>
                </c:pt>
                <c:pt idx="2200">
                  <c:v>276.56</c:v>
                </c:pt>
                <c:pt idx="2201">
                  <c:v>278.02999999999997</c:v>
                </c:pt>
                <c:pt idx="2202">
                  <c:v>279.31</c:v>
                </c:pt>
                <c:pt idx="2203">
                  <c:v>280.27999999999997</c:v>
                </c:pt>
                <c:pt idx="2204">
                  <c:v>285.11</c:v>
                </c:pt>
                <c:pt idx="2205">
                  <c:v>290.11</c:v>
                </c:pt>
                <c:pt idx="2206">
                  <c:v>289.76</c:v>
                </c:pt>
                <c:pt idx="2207">
                  <c:v>294.39999999999998</c:v>
                </c:pt>
                <c:pt idx="2208">
                  <c:v>294.22000000000003</c:v>
                </c:pt>
                <c:pt idx="2209">
                  <c:v>294.31</c:v>
                </c:pt>
                <c:pt idx="2210">
                  <c:v>295.31</c:v>
                </c:pt>
                <c:pt idx="2211">
                  <c:v>294.87</c:v>
                </c:pt>
                <c:pt idx="2212">
                  <c:v>292.89999999999998</c:v>
                </c:pt>
                <c:pt idx="2213">
                  <c:v>294.06</c:v>
                </c:pt>
                <c:pt idx="2214">
                  <c:v>295.2</c:v>
                </c:pt>
                <c:pt idx="2215">
                  <c:v>293.77</c:v>
                </c:pt>
                <c:pt idx="2216">
                  <c:v>290.35000000000002</c:v>
                </c:pt>
                <c:pt idx="2217">
                  <c:v>290.74</c:v>
                </c:pt>
                <c:pt idx="2218">
                  <c:v>288.43</c:v>
                </c:pt>
                <c:pt idx="2219">
                  <c:v>291.23</c:v>
                </c:pt>
                <c:pt idx="2220">
                  <c:v>289.42</c:v>
                </c:pt>
                <c:pt idx="2221">
                  <c:v>294.41000000000003</c:v>
                </c:pt>
                <c:pt idx="2222">
                  <c:v>297.06</c:v>
                </c:pt>
                <c:pt idx="2223">
                  <c:v>300.13</c:v>
                </c:pt>
                <c:pt idx="2224">
                  <c:v>301.52999999999997</c:v>
                </c:pt>
                <c:pt idx="2225">
                  <c:v>299.74</c:v>
                </c:pt>
                <c:pt idx="2226">
                  <c:v>302.77999999999997</c:v>
                </c:pt>
                <c:pt idx="2227">
                  <c:v>303.3</c:v>
                </c:pt>
                <c:pt idx="2228">
                  <c:v>305.58</c:v>
                </c:pt>
                <c:pt idx="2229">
                  <c:v>302.11</c:v>
                </c:pt>
                <c:pt idx="2230">
                  <c:v>306.08</c:v>
                </c:pt>
                <c:pt idx="2231">
                  <c:v>302.33</c:v>
                </c:pt>
                <c:pt idx="2232">
                  <c:v>292.77</c:v>
                </c:pt>
                <c:pt idx="2233">
                  <c:v>293.98</c:v>
                </c:pt>
                <c:pt idx="2234">
                  <c:v>288.37</c:v>
                </c:pt>
                <c:pt idx="2235">
                  <c:v>284.52999999999997</c:v>
                </c:pt>
                <c:pt idx="2236">
                  <c:v>285.05</c:v>
                </c:pt>
                <c:pt idx="2237">
                  <c:v>290.68</c:v>
                </c:pt>
                <c:pt idx="2238">
                  <c:v>292.02</c:v>
                </c:pt>
                <c:pt idx="2239">
                  <c:v>300.64999999999998</c:v>
                </c:pt>
                <c:pt idx="2240">
                  <c:v>298.20999999999998</c:v>
                </c:pt>
                <c:pt idx="2241">
                  <c:v>296.24</c:v>
                </c:pt>
                <c:pt idx="2242">
                  <c:v>299.27999999999997</c:v>
                </c:pt>
                <c:pt idx="2243">
                  <c:v>301.54000000000002</c:v>
                </c:pt>
                <c:pt idx="2244">
                  <c:v>300.93</c:v>
                </c:pt>
                <c:pt idx="2245">
                  <c:v>303.01</c:v>
                </c:pt>
                <c:pt idx="2246">
                  <c:v>302.76</c:v>
                </c:pt>
                <c:pt idx="2247">
                  <c:v>297.74</c:v>
                </c:pt>
                <c:pt idx="2248">
                  <c:v>298.33</c:v>
                </c:pt>
                <c:pt idx="2249">
                  <c:v>296.64999999999998</c:v>
                </c:pt>
                <c:pt idx="2250">
                  <c:v>292.42</c:v>
                </c:pt>
                <c:pt idx="2251">
                  <c:v>281.02</c:v>
                </c:pt>
                <c:pt idx="2252">
                  <c:v>284.24</c:v>
                </c:pt>
                <c:pt idx="2253">
                  <c:v>279.94</c:v>
                </c:pt>
                <c:pt idx="2254">
                  <c:v>277.08999999999997</c:v>
                </c:pt>
                <c:pt idx="2255">
                  <c:v>268.02</c:v>
                </c:pt>
                <c:pt idx="2256">
                  <c:v>270.37</c:v>
                </c:pt>
                <c:pt idx="2257">
                  <c:v>271.56</c:v>
                </c:pt>
                <c:pt idx="2258">
                  <c:v>278.13</c:v>
                </c:pt>
                <c:pt idx="2259">
                  <c:v>281.38</c:v>
                </c:pt>
                <c:pt idx="2260">
                  <c:v>275.10000000000002</c:v>
                </c:pt>
                <c:pt idx="2261">
                  <c:v>263.11</c:v>
                </c:pt>
                <c:pt idx="2262">
                  <c:v>264.67</c:v>
                </c:pt>
                <c:pt idx="2263">
                  <c:v>257.01</c:v>
                </c:pt>
                <c:pt idx="2264">
                  <c:v>247.62</c:v>
                </c:pt>
                <c:pt idx="2265">
                  <c:v>240.65</c:v>
                </c:pt>
                <c:pt idx="2266">
                  <c:v>232.97</c:v>
                </c:pt>
                <c:pt idx="2267">
                  <c:v>226.89</c:v>
                </c:pt>
                <c:pt idx="2268">
                  <c:v>215.83</c:v>
                </c:pt>
                <c:pt idx="2269">
                  <c:v>199.28</c:v>
                </c:pt>
                <c:pt idx="2270">
                  <c:v>213.67</c:v>
                </c:pt>
                <c:pt idx="2271">
                  <c:v>201.87</c:v>
                </c:pt>
                <c:pt idx="2272">
                  <c:v>220.34</c:v>
                </c:pt>
                <c:pt idx="2273">
                  <c:v>232.89</c:v>
                </c:pt>
                <c:pt idx="2274">
                  <c:v>229.34</c:v>
                </c:pt>
                <c:pt idx="2275">
                  <c:v>233.79</c:v>
                </c:pt>
                <c:pt idx="2276">
                  <c:v>232.45</c:v>
                </c:pt>
                <c:pt idx="2277">
                  <c:v>236.82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D21-4357-BBAA-DBB799D568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24447471"/>
        <c:axId val="824442719"/>
      </c:lineChart>
      <c:dateAx>
        <c:axId val="999568207"/>
        <c:scaling>
          <c:orientation val="minMax"/>
          <c:max val="43921"/>
        </c:scaling>
        <c:delete val="0"/>
        <c:axPos val="b"/>
        <c:numFmt formatCode="yyyy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9569503"/>
        <c:crosses val="autoZero"/>
        <c:auto val="1"/>
        <c:lblOffset val="100"/>
        <c:baseTimeUnit val="days"/>
        <c:majorUnit val="1"/>
        <c:majorTimeUnit val="years"/>
      </c:dateAx>
      <c:valAx>
        <c:axId val="9995695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ko-KR" altLang="en-US"/>
                  <a:t>레버리지펀드 대비 초과성과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9568207"/>
        <c:crosses val="autoZero"/>
        <c:crossBetween val="between"/>
      </c:valAx>
      <c:valAx>
        <c:axId val="824442719"/>
        <c:scaling>
          <c:orientation val="minMax"/>
          <c:min val="180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ko-KR"/>
                  <a:t>KOSPI200</a:t>
                </a:r>
                <a:r>
                  <a:rPr lang="en-US" altLang="ko-KR" baseline="0"/>
                  <a:t>  </a:t>
                </a:r>
                <a:r>
                  <a:rPr lang="ko-KR" altLang="en-US" baseline="0"/>
                  <a:t>지수</a:t>
                </a:r>
                <a:endParaRPr lang="ko-KR" alt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 altLang="en-US"/>
            </a:p>
          </c:txPr>
        </c:title>
        <c:numFmt formatCode="#,##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24447471"/>
        <c:crosses val="max"/>
        <c:crossBetween val="between"/>
      </c:valAx>
      <c:dateAx>
        <c:axId val="824447471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824442719"/>
        <c:crosses val="autoZero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Sheet2!$S$2734</c:f>
              <c:strCache>
                <c:ptCount val="1"/>
                <c:pt idx="0">
                  <c:v>전략(1) 편입비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Sheet2!$I$2735:$I$5012</c:f>
              <c:numCache>
                <c:formatCode>m/d/yyyy</c:formatCode>
                <c:ptCount val="2278"/>
                <c:pt idx="0">
                  <c:v>40542</c:v>
                </c:pt>
                <c:pt idx="1">
                  <c:v>40546</c:v>
                </c:pt>
                <c:pt idx="2">
                  <c:v>40547</c:v>
                </c:pt>
                <c:pt idx="3">
                  <c:v>40548</c:v>
                </c:pt>
                <c:pt idx="4">
                  <c:v>40549</c:v>
                </c:pt>
                <c:pt idx="5">
                  <c:v>40550</c:v>
                </c:pt>
                <c:pt idx="6">
                  <c:v>40553</c:v>
                </c:pt>
                <c:pt idx="7">
                  <c:v>40554</c:v>
                </c:pt>
                <c:pt idx="8">
                  <c:v>40555</c:v>
                </c:pt>
                <c:pt idx="9">
                  <c:v>40556</c:v>
                </c:pt>
                <c:pt idx="10">
                  <c:v>40557</c:v>
                </c:pt>
                <c:pt idx="11">
                  <c:v>40560</c:v>
                </c:pt>
                <c:pt idx="12">
                  <c:v>40561</c:v>
                </c:pt>
                <c:pt idx="13">
                  <c:v>40562</c:v>
                </c:pt>
                <c:pt idx="14">
                  <c:v>40563</c:v>
                </c:pt>
                <c:pt idx="15">
                  <c:v>40564</c:v>
                </c:pt>
                <c:pt idx="16">
                  <c:v>40567</c:v>
                </c:pt>
                <c:pt idx="17">
                  <c:v>40568</c:v>
                </c:pt>
                <c:pt idx="18">
                  <c:v>40569</c:v>
                </c:pt>
                <c:pt idx="19">
                  <c:v>40570</c:v>
                </c:pt>
                <c:pt idx="20">
                  <c:v>40571</c:v>
                </c:pt>
                <c:pt idx="21">
                  <c:v>40574</c:v>
                </c:pt>
                <c:pt idx="22">
                  <c:v>40575</c:v>
                </c:pt>
                <c:pt idx="23">
                  <c:v>40581</c:v>
                </c:pt>
                <c:pt idx="24">
                  <c:v>40582</c:v>
                </c:pt>
                <c:pt idx="25">
                  <c:v>40583</c:v>
                </c:pt>
                <c:pt idx="26">
                  <c:v>40584</c:v>
                </c:pt>
                <c:pt idx="27">
                  <c:v>40585</c:v>
                </c:pt>
                <c:pt idx="28">
                  <c:v>40588</c:v>
                </c:pt>
                <c:pt idx="29">
                  <c:v>40589</c:v>
                </c:pt>
                <c:pt idx="30">
                  <c:v>40590</c:v>
                </c:pt>
                <c:pt idx="31">
                  <c:v>40591</c:v>
                </c:pt>
                <c:pt idx="32">
                  <c:v>40592</c:v>
                </c:pt>
                <c:pt idx="33">
                  <c:v>40595</c:v>
                </c:pt>
                <c:pt idx="34">
                  <c:v>40596</c:v>
                </c:pt>
                <c:pt idx="35">
                  <c:v>40597</c:v>
                </c:pt>
                <c:pt idx="36">
                  <c:v>40598</c:v>
                </c:pt>
                <c:pt idx="37">
                  <c:v>40599</c:v>
                </c:pt>
                <c:pt idx="38">
                  <c:v>40602</c:v>
                </c:pt>
                <c:pt idx="39">
                  <c:v>40604</c:v>
                </c:pt>
                <c:pt idx="40">
                  <c:v>40605</c:v>
                </c:pt>
                <c:pt idx="41">
                  <c:v>40606</c:v>
                </c:pt>
                <c:pt idx="42">
                  <c:v>40609</c:v>
                </c:pt>
                <c:pt idx="43">
                  <c:v>40610</c:v>
                </c:pt>
                <c:pt idx="44">
                  <c:v>40611</c:v>
                </c:pt>
                <c:pt idx="45">
                  <c:v>40612</c:v>
                </c:pt>
                <c:pt idx="46">
                  <c:v>40613</c:v>
                </c:pt>
                <c:pt idx="47">
                  <c:v>40616</c:v>
                </c:pt>
                <c:pt idx="48">
                  <c:v>40617</c:v>
                </c:pt>
                <c:pt idx="49">
                  <c:v>40618</c:v>
                </c:pt>
                <c:pt idx="50">
                  <c:v>40619</c:v>
                </c:pt>
                <c:pt idx="51">
                  <c:v>40620</c:v>
                </c:pt>
                <c:pt idx="52">
                  <c:v>40623</c:v>
                </c:pt>
                <c:pt idx="53">
                  <c:v>40624</c:v>
                </c:pt>
                <c:pt idx="54">
                  <c:v>40625</c:v>
                </c:pt>
                <c:pt idx="55">
                  <c:v>40626</c:v>
                </c:pt>
                <c:pt idx="56">
                  <c:v>40627</c:v>
                </c:pt>
                <c:pt idx="57">
                  <c:v>40630</c:v>
                </c:pt>
                <c:pt idx="58">
                  <c:v>40631</c:v>
                </c:pt>
                <c:pt idx="59">
                  <c:v>40632</c:v>
                </c:pt>
                <c:pt idx="60">
                  <c:v>40633</c:v>
                </c:pt>
                <c:pt idx="61">
                  <c:v>40634</c:v>
                </c:pt>
                <c:pt idx="62">
                  <c:v>40637</c:v>
                </c:pt>
                <c:pt idx="63">
                  <c:v>40638</c:v>
                </c:pt>
                <c:pt idx="64">
                  <c:v>40639</c:v>
                </c:pt>
                <c:pt idx="65">
                  <c:v>40640</c:v>
                </c:pt>
                <c:pt idx="66">
                  <c:v>40641</c:v>
                </c:pt>
                <c:pt idx="67">
                  <c:v>40644</c:v>
                </c:pt>
                <c:pt idx="68">
                  <c:v>40645</c:v>
                </c:pt>
                <c:pt idx="69">
                  <c:v>40646</c:v>
                </c:pt>
                <c:pt idx="70">
                  <c:v>40647</c:v>
                </c:pt>
                <c:pt idx="71">
                  <c:v>40648</c:v>
                </c:pt>
                <c:pt idx="72">
                  <c:v>40651</c:v>
                </c:pt>
                <c:pt idx="73">
                  <c:v>40652</c:v>
                </c:pt>
                <c:pt idx="74">
                  <c:v>40653</c:v>
                </c:pt>
                <c:pt idx="75">
                  <c:v>40654</c:v>
                </c:pt>
                <c:pt idx="76">
                  <c:v>40655</c:v>
                </c:pt>
                <c:pt idx="77">
                  <c:v>40658</c:v>
                </c:pt>
                <c:pt idx="78">
                  <c:v>40659</c:v>
                </c:pt>
                <c:pt idx="79">
                  <c:v>40660</c:v>
                </c:pt>
                <c:pt idx="80">
                  <c:v>40661</c:v>
                </c:pt>
                <c:pt idx="81">
                  <c:v>40662</c:v>
                </c:pt>
                <c:pt idx="82">
                  <c:v>40665</c:v>
                </c:pt>
                <c:pt idx="83">
                  <c:v>40666</c:v>
                </c:pt>
                <c:pt idx="84">
                  <c:v>40667</c:v>
                </c:pt>
                <c:pt idx="85">
                  <c:v>40669</c:v>
                </c:pt>
                <c:pt idx="86">
                  <c:v>40672</c:v>
                </c:pt>
                <c:pt idx="87">
                  <c:v>40674</c:v>
                </c:pt>
                <c:pt idx="88">
                  <c:v>40675</c:v>
                </c:pt>
                <c:pt idx="89">
                  <c:v>40676</c:v>
                </c:pt>
                <c:pt idx="90">
                  <c:v>40679</c:v>
                </c:pt>
                <c:pt idx="91">
                  <c:v>40680</c:v>
                </c:pt>
                <c:pt idx="92">
                  <c:v>40681</c:v>
                </c:pt>
                <c:pt idx="93">
                  <c:v>40682</c:v>
                </c:pt>
                <c:pt idx="94">
                  <c:v>40683</c:v>
                </c:pt>
                <c:pt idx="95">
                  <c:v>40686</c:v>
                </c:pt>
                <c:pt idx="96">
                  <c:v>40687</c:v>
                </c:pt>
                <c:pt idx="97">
                  <c:v>40688</c:v>
                </c:pt>
                <c:pt idx="98">
                  <c:v>40689</c:v>
                </c:pt>
                <c:pt idx="99">
                  <c:v>40690</c:v>
                </c:pt>
                <c:pt idx="100">
                  <c:v>40693</c:v>
                </c:pt>
                <c:pt idx="101">
                  <c:v>40694</c:v>
                </c:pt>
                <c:pt idx="102">
                  <c:v>40695</c:v>
                </c:pt>
                <c:pt idx="103">
                  <c:v>40696</c:v>
                </c:pt>
                <c:pt idx="104">
                  <c:v>40697</c:v>
                </c:pt>
                <c:pt idx="105">
                  <c:v>40701</c:v>
                </c:pt>
                <c:pt idx="106">
                  <c:v>40702</c:v>
                </c:pt>
                <c:pt idx="107">
                  <c:v>40703</c:v>
                </c:pt>
                <c:pt idx="108">
                  <c:v>40704</c:v>
                </c:pt>
                <c:pt idx="109">
                  <c:v>40707</c:v>
                </c:pt>
                <c:pt idx="110">
                  <c:v>40708</c:v>
                </c:pt>
                <c:pt idx="111">
                  <c:v>40709</c:v>
                </c:pt>
                <c:pt idx="112">
                  <c:v>40710</c:v>
                </c:pt>
                <c:pt idx="113">
                  <c:v>40711</c:v>
                </c:pt>
                <c:pt idx="114">
                  <c:v>40714</c:v>
                </c:pt>
                <c:pt idx="115">
                  <c:v>40715</c:v>
                </c:pt>
                <c:pt idx="116">
                  <c:v>40716</c:v>
                </c:pt>
                <c:pt idx="117">
                  <c:v>40717</c:v>
                </c:pt>
                <c:pt idx="118">
                  <c:v>40718</c:v>
                </c:pt>
                <c:pt idx="119">
                  <c:v>40721</c:v>
                </c:pt>
                <c:pt idx="120">
                  <c:v>40722</c:v>
                </c:pt>
                <c:pt idx="121">
                  <c:v>40723</c:v>
                </c:pt>
                <c:pt idx="122">
                  <c:v>40724</c:v>
                </c:pt>
                <c:pt idx="123">
                  <c:v>40725</c:v>
                </c:pt>
                <c:pt idx="124">
                  <c:v>40728</c:v>
                </c:pt>
                <c:pt idx="125">
                  <c:v>40729</c:v>
                </c:pt>
                <c:pt idx="126">
                  <c:v>40730</c:v>
                </c:pt>
                <c:pt idx="127">
                  <c:v>40731</c:v>
                </c:pt>
                <c:pt idx="128">
                  <c:v>40732</c:v>
                </c:pt>
                <c:pt idx="129">
                  <c:v>40735</c:v>
                </c:pt>
                <c:pt idx="130">
                  <c:v>40736</c:v>
                </c:pt>
                <c:pt idx="131">
                  <c:v>40737</c:v>
                </c:pt>
                <c:pt idx="132">
                  <c:v>40738</c:v>
                </c:pt>
                <c:pt idx="133">
                  <c:v>40739</c:v>
                </c:pt>
                <c:pt idx="134">
                  <c:v>40742</c:v>
                </c:pt>
                <c:pt idx="135">
                  <c:v>40743</c:v>
                </c:pt>
                <c:pt idx="136">
                  <c:v>40744</c:v>
                </c:pt>
                <c:pt idx="137">
                  <c:v>40745</c:v>
                </c:pt>
                <c:pt idx="138">
                  <c:v>40746</c:v>
                </c:pt>
                <c:pt idx="139">
                  <c:v>40749</c:v>
                </c:pt>
                <c:pt idx="140">
                  <c:v>40750</c:v>
                </c:pt>
                <c:pt idx="141">
                  <c:v>40751</c:v>
                </c:pt>
                <c:pt idx="142">
                  <c:v>40752</c:v>
                </c:pt>
                <c:pt idx="143">
                  <c:v>40753</c:v>
                </c:pt>
                <c:pt idx="144">
                  <c:v>40756</c:v>
                </c:pt>
                <c:pt idx="145">
                  <c:v>40757</c:v>
                </c:pt>
                <c:pt idx="146">
                  <c:v>40758</c:v>
                </c:pt>
                <c:pt idx="147">
                  <c:v>40759</c:v>
                </c:pt>
                <c:pt idx="148">
                  <c:v>40760</c:v>
                </c:pt>
                <c:pt idx="149">
                  <c:v>40763</c:v>
                </c:pt>
                <c:pt idx="150">
                  <c:v>40764</c:v>
                </c:pt>
                <c:pt idx="151">
                  <c:v>40765</c:v>
                </c:pt>
                <c:pt idx="152">
                  <c:v>40766</c:v>
                </c:pt>
                <c:pt idx="153">
                  <c:v>40767</c:v>
                </c:pt>
                <c:pt idx="154">
                  <c:v>40771</c:v>
                </c:pt>
                <c:pt idx="155">
                  <c:v>40772</c:v>
                </c:pt>
                <c:pt idx="156">
                  <c:v>40773</c:v>
                </c:pt>
                <c:pt idx="157">
                  <c:v>40774</c:v>
                </c:pt>
                <c:pt idx="158">
                  <c:v>40777</c:v>
                </c:pt>
                <c:pt idx="159">
                  <c:v>40778</c:v>
                </c:pt>
                <c:pt idx="160">
                  <c:v>40779</c:v>
                </c:pt>
                <c:pt idx="161">
                  <c:v>40780</c:v>
                </c:pt>
                <c:pt idx="162">
                  <c:v>40781</c:v>
                </c:pt>
                <c:pt idx="163">
                  <c:v>40784</c:v>
                </c:pt>
                <c:pt idx="164">
                  <c:v>40785</c:v>
                </c:pt>
                <c:pt idx="165">
                  <c:v>40786</c:v>
                </c:pt>
                <c:pt idx="166">
                  <c:v>40787</c:v>
                </c:pt>
                <c:pt idx="167">
                  <c:v>40788</c:v>
                </c:pt>
                <c:pt idx="168">
                  <c:v>40791</c:v>
                </c:pt>
                <c:pt idx="169">
                  <c:v>40792</c:v>
                </c:pt>
                <c:pt idx="170">
                  <c:v>40793</c:v>
                </c:pt>
                <c:pt idx="171">
                  <c:v>40794</c:v>
                </c:pt>
                <c:pt idx="172">
                  <c:v>40795</c:v>
                </c:pt>
                <c:pt idx="173">
                  <c:v>40800</c:v>
                </c:pt>
                <c:pt idx="174">
                  <c:v>40801</c:v>
                </c:pt>
                <c:pt idx="175">
                  <c:v>40802</c:v>
                </c:pt>
                <c:pt idx="176">
                  <c:v>40805</c:v>
                </c:pt>
                <c:pt idx="177">
                  <c:v>40806</c:v>
                </c:pt>
                <c:pt idx="178">
                  <c:v>40807</c:v>
                </c:pt>
                <c:pt idx="179">
                  <c:v>40808</c:v>
                </c:pt>
                <c:pt idx="180">
                  <c:v>40809</c:v>
                </c:pt>
                <c:pt idx="181">
                  <c:v>40812</c:v>
                </c:pt>
                <c:pt idx="182">
                  <c:v>40813</c:v>
                </c:pt>
                <c:pt idx="183">
                  <c:v>40814</c:v>
                </c:pt>
                <c:pt idx="184">
                  <c:v>40815</c:v>
                </c:pt>
                <c:pt idx="185">
                  <c:v>40816</c:v>
                </c:pt>
                <c:pt idx="186">
                  <c:v>40820</c:v>
                </c:pt>
                <c:pt idx="187">
                  <c:v>40821</c:v>
                </c:pt>
                <c:pt idx="188">
                  <c:v>40822</c:v>
                </c:pt>
                <c:pt idx="189">
                  <c:v>40823</c:v>
                </c:pt>
                <c:pt idx="190">
                  <c:v>40826</c:v>
                </c:pt>
                <c:pt idx="191">
                  <c:v>40827</c:v>
                </c:pt>
                <c:pt idx="192">
                  <c:v>40828</c:v>
                </c:pt>
                <c:pt idx="193">
                  <c:v>40829</c:v>
                </c:pt>
                <c:pt idx="194">
                  <c:v>40830</c:v>
                </c:pt>
                <c:pt idx="195">
                  <c:v>40833</c:v>
                </c:pt>
                <c:pt idx="196">
                  <c:v>40834</c:v>
                </c:pt>
                <c:pt idx="197">
                  <c:v>40835</c:v>
                </c:pt>
                <c:pt idx="198">
                  <c:v>40836</c:v>
                </c:pt>
                <c:pt idx="199">
                  <c:v>40837</c:v>
                </c:pt>
                <c:pt idx="200">
                  <c:v>40840</c:v>
                </c:pt>
                <c:pt idx="201">
                  <c:v>40841</c:v>
                </c:pt>
                <c:pt idx="202">
                  <c:v>40842</c:v>
                </c:pt>
                <c:pt idx="203">
                  <c:v>40843</c:v>
                </c:pt>
                <c:pt idx="204">
                  <c:v>40844</c:v>
                </c:pt>
                <c:pt idx="205">
                  <c:v>40847</c:v>
                </c:pt>
                <c:pt idx="206">
                  <c:v>40848</c:v>
                </c:pt>
                <c:pt idx="207">
                  <c:v>40849</c:v>
                </c:pt>
                <c:pt idx="208">
                  <c:v>40850</c:v>
                </c:pt>
                <c:pt idx="209">
                  <c:v>40851</c:v>
                </c:pt>
                <c:pt idx="210">
                  <c:v>40854</c:v>
                </c:pt>
                <c:pt idx="211">
                  <c:v>40855</c:v>
                </c:pt>
                <c:pt idx="212">
                  <c:v>40856</c:v>
                </c:pt>
                <c:pt idx="213">
                  <c:v>40857</c:v>
                </c:pt>
                <c:pt idx="214">
                  <c:v>40858</c:v>
                </c:pt>
                <c:pt idx="215">
                  <c:v>40861</c:v>
                </c:pt>
                <c:pt idx="216">
                  <c:v>40862</c:v>
                </c:pt>
                <c:pt idx="217">
                  <c:v>40863</c:v>
                </c:pt>
                <c:pt idx="218">
                  <c:v>40864</c:v>
                </c:pt>
                <c:pt idx="219">
                  <c:v>40865</c:v>
                </c:pt>
                <c:pt idx="220">
                  <c:v>40868</c:v>
                </c:pt>
                <c:pt idx="221">
                  <c:v>40869</c:v>
                </c:pt>
                <c:pt idx="222">
                  <c:v>40870</c:v>
                </c:pt>
                <c:pt idx="223">
                  <c:v>40871</c:v>
                </c:pt>
                <c:pt idx="224">
                  <c:v>40872</c:v>
                </c:pt>
                <c:pt idx="225">
                  <c:v>40875</c:v>
                </c:pt>
                <c:pt idx="226">
                  <c:v>40876</c:v>
                </c:pt>
                <c:pt idx="227">
                  <c:v>40877</c:v>
                </c:pt>
                <c:pt idx="228">
                  <c:v>40878</c:v>
                </c:pt>
                <c:pt idx="229">
                  <c:v>40879</c:v>
                </c:pt>
                <c:pt idx="230">
                  <c:v>40882</c:v>
                </c:pt>
                <c:pt idx="231">
                  <c:v>40883</c:v>
                </c:pt>
                <c:pt idx="232">
                  <c:v>40884</c:v>
                </c:pt>
                <c:pt idx="233">
                  <c:v>40885</c:v>
                </c:pt>
                <c:pt idx="234">
                  <c:v>40886</c:v>
                </c:pt>
                <c:pt idx="235">
                  <c:v>40889</c:v>
                </c:pt>
                <c:pt idx="236">
                  <c:v>40890</c:v>
                </c:pt>
                <c:pt idx="237">
                  <c:v>40891</c:v>
                </c:pt>
                <c:pt idx="238">
                  <c:v>40892</c:v>
                </c:pt>
                <c:pt idx="239">
                  <c:v>40893</c:v>
                </c:pt>
                <c:pt idx="240">
                  <c:v>40896</c:v>
                </c:pt>
                <c:pt idx="241">
                  <c:v>40897</c:v>
                </c:pt>
                <c:pt idx="242">
                  <c:v>40898</c:v>
                </c:pt>
                <c:pt idx="243">
                  <c:v>40899</c:v>
                </c:pt>
                <c:pt idx="244">
                  <c:v>40900</c:v>
                </c:pt>
                <c:pt idx="245">
                  <c:v>40903</c:v>
                </c:pt>
                <c:pt idx="246">
                  <c:v>40904</c:v>
                </c:pt>
                <c:pt idx="247">
                  <c:v>40905</c:v>
                </c:pt>
                <c:pt idx="248">
                  <c:v>40906</c:v>
                </c:pt>
                <c:pt idx="249">
                  <c:v>40910</c:v>
                </c:pt>
                <c:pt idx="250">
                  <c:v>40911</c:v>
                </c:pt>
                <c:pt idx="251">
                  <c:v>40912</c:v>
                </c:pt>
                <c:pt idx="252">
                  <c:v>40913</c:v>
                </c:pt>
                <c:pt idx="253">
                  <c:v>40914</c:v>
                </c:pt>
                <c:pt idx="254">
                  <c:v>40917</c:v>
                </c:pt>
                <c:pt idx="255">
                  <c:v>40918</c:v>
                </c:pt>
                <c:pt idx="256">
                  <c:v>40919</c:v>
                </c:pt>
                <c:pt idx="257">
                  <c:v>40920</c:v>
                </c:pt>
                <c:pt idx="258">
                  <c:v>40921</c:v>
                </c:pt>
                <c:pt idx="259">
                  <c:v>40924</c:v>
                </c:pt>
                <c:pt idx="260">
                  <c:v>40925</c:v>
                </c:pt>
                <c:pt idx="261">
                  <c:v>40926</c:v>
                </c:pt>
                <c:pt idx="262">
                  <c:v>40927</c:v>
                </c:pt>
                <c:pt idx="263">
                  <c:v>40928</c:v>
                </c:pt>
                <c:pt idx="264">
                  <c:v>40933</c:v>
                </c:pt>
                <c:pt idx="265">
                  <c:v>40934</c:v>
                </c:pt>
                <c:pt idx="266">
                  <c:v>40935</c:v>
                </c:pt>
                <c:pt idx="267">
                  <c:v>40938</c:v>
                </c:pt>
                <c:pt idx="268">
                  <c:v>40939</c:v>
                </c:pt>
                <c:pt idx="269">
                  <c:v>40940</c:v>
                </c:pt>
                <c:pt idx="270">
                  <c:v>40941</c:v>
                </c:pt>
                <c:pt idx="271">
                  <c:v>40942</c:v>
                </c:pt>
                <c:pt idx="272">
                  <c:v>40945</c:v>
                </c:pt>
                <c:pt idx="273">
                  <c:v>40946</c:v>
                </c:pt>
                <c:pt idx="274">
                  <c:v>40947</c:v>
                </c:pt>
                <c:pt idx="275">
                  <c:v>40948</c:v>
                </c:pt>
                <c:pt idx="276">
                  <c:v>40949</c:v>
                </c:pt>
                <c:pt idx="277">
                  <c:v>40952</c:v>
                </c:pt>
                <c:pt idx="278">
                  <c:v>40953</c:v>
                </c:pt>
                <c:pt idx="279">
                  <c:v>40954</c:v>
                </c:pt>
                <c:pt idx="280">
                  <c:v>40955</c:v>
                </c:pt>
                <c:pt idx="281">
                  <c:v>40956</c:v>
                </c:pt>
                <c:pt idx="282">
                  <c:v>40959</c:v>
                </c:pt>
                <c:pt idx="283">
                  <c:v>40960</c:v>
                </c:pt>
                <c:pt idx="284">
                  <c:v>40961</c:v>
                </c:pt>
                <c:pt idx="285">
                  <c:v>40962</c:v>
                </c:pt>
                <c:pt idx="286">
                  <c:v>40963</c:v>
                </c:pt>
                <c:pt idx="287">
                  <c:v>40966</c:v>
                </c:pt>
                <c:pt idx="288">
                  <c:v>40967</c:v>
                </c:pt>
                <c:pt idx="289">
                  <c:v>40968</c:v>
                </c:pt>
                <c:pt idx="290">
                  <c:v>40970</c:v>
                </c:pt>
                <c:pt idx="291">
                  <c:v>40973</c:v>
                </c:pt>
                <c:pt idx="292">
                  <c:v>40974</c:v>
                </c:pt>
                <c:pt idx="293">
                  <c:v>40975</c:v>
                </c:pt>
                <c:pt idx="294">
                  <c:v>40976</c:v>
                </c:pt>
                <c:pt idx="295">
                  <c:v>40977</c:v>
                </c:pt>
                <c:pt idx="296">
                  <c:v>40980</c:v>
                </c:pt>
                <c:pt idx="297">
                  <c:v>40981</c:v>
                </c:pt>
                <c:pt idx="298">
                  <c:v>40982</c:v>
                </c:pt>
                <c:pt idx="299">
                  <c:v>40983</c:v>
                </c:pt>
                <c:pt idx="300">
                  <c:v>40984</c:v>
                </c:pt>
                <c:pt idx="301">
                  <c:v>40987</c:v>
                </c:pt>
                <c:pt idx="302">
                  <c:v>40988</c:v>
                </c:pt>
                <c:pt idx="303">
                  <c:v>40989</c:v>
                </c:pt>
                <c:pt idx="304">
                  <c:v>40990</c:v>
                </c:pt>
                <c:pt idx="305">
                  <c:v>40991</c:v>
                </c:pt>
                <c:pt idx="306">
                  <c:v>40994</c:v>
                </c:pt>
                <c:pt idx="307">
                  <c:v>40995</c:v>
                </c:pt>
                <c:pt idx="308">
                  <c:v>40996</c:v>
                </c:pt>
                <c:pt idx="309">
                  <c:v>40997</c:v>
                </c:pt>
                <c:pt idx="310">
                  <c:v>40998</c:v>
                </c:pt>
                <c:pt idx="311">
                  <c:v>41001</c:v>
                </c:pt>
                <c:pt idx="312">
                  <c:v>41002</c:v>
                </c:pt>
                <c:pt idx="313">
                  <c:v>41003</c:v>
                </c:pt>
                <c:pt idx="314">
                  <c:v>41004</c:v>
                </c:pt>
                <c:pt idx="315">
                  <c:v>41005</c:v>
                </c:pt>
                <c:pt idx="316">
                  <c:v>41008</c:v>
                </c:pt>
                <c:pt idx="317">
                  <c:v>41009</c:v>
                </c:pt>
                <c:pt idx="318">
                  <c:v>41011</c:v>
                </c:pt>
                <c:pt idx="319">
                  <c:v>41012</c:v>
                </c:pt>
                <c:pt idx="320">
                  <c:v>41015</c:v>
                </c:pt>
                <c:pt idx="321">
                  <c:v>41016</c:v>
                </c:pt>
                <c:pt idx="322">
                  <c:v>41017</c:v>
                </c:pt>
                <c:pt idx="323">
                  <c:v>41018</c:v>
                </c:pt>
                <c:pt idx="324">
                  <c:v>41019</c:v>
                </c:pt>
                <c:pt idx="325">
                  <c:v>41022</c:v>
                </c:pt>
                <c:pt idx="326">
                  <c:v>41023</c:v>
                </c:pt>
                <c:pt idx="327">
                  <c:v>41024</c:v>
                </c:pt>
                <c:pt idx="328">
                  <c:v>41025</c:v>
                </c:pt>
                <c:pt idx="329">
                  <c:v>41026</c:v>
                </c:pt>
                <c:pt idx="330">
                  <c:v>41029</c:v>
                </c:pt>
                <c:pt idx="331">
                  <c:v>41031</c:v>
                </c:pt>
                <c:pt idx="332">
                  <c:v>41032</c:v>
                </c:pt>
                <c:pt idx="333">
                  <c:v>41033</c:v>
                </c:pt>
                <c:pt idx="334">
                  <c:v>41036</c:v>
                </c:pt>
                <c:pt idx="335">
                  <c:v>41037</c:v>
                </c:pt>
                <c:pt idx="336">
                  <c:v>41038</c:v>
                </c:pt>
                <c:pt idx="337">
                  <c:v>41039</c:v>
                </c:pt>
                <c:pt idx="338">
                  <c:v>41040</c:v>
                </c:pt>
                <c:pt idx="339">
                  <c:v>41043</c:v>
                </c:pt>
                <c:pt idx="340">
                  <c:v>41044</c:v>
                </c:pt>
                <c:pt idx="341">
                  <c:v>41045</c:v>
                </c:pt>
                <c:pt idx="342">
                  <c:v>41046</c:v>
                </c:pt>
                <c:pt idx="343">
                  <c:v>41047</c:v>
                </c:pt>
                <c:pt idx="344">
                  <c:v>41050</c:v>
                </c:pt>
                <c:pt idx="345">
                  <c:v>41051</c:v>
                </c:pt>
                <c:pt idx="346">
                  <c:v>41052</c:v>
                </c:pt>
                <c:pt idx="347">
                  <c:v>41053</c:v>
                </c:pt>
                <c:pt idx="348">
                  <c:v>41054</c:v>
                </c:pt>
                <c:pt idx="349">
                  <c:v>41058</c:v>
                </c:pt>
                <c:pt idx="350">
                  <c:v>41059</c:v>
                </c:pt>
                <c:pt idx="351">
                  <c:v>41060</c:v>
                </c:pt>
                <c:pt idx="352">
                  <c:v>41061</c:v>
                </c:pt>
                <c:pt idx="353">
                  <c:v>41064</c:v>
                </c:pt>
                <c:pt idx="354">
                  <c:v>41065</c:v>
                </c:pt>
                <c:pt idx="355">
                  <c:v>41067</c:v>
                </c:pt>
                <c:pt idx="356">
                  <c:v>41068</c:v>
                </c:pt>
                <c:pt idx="357">
                  <c:v>41071</c:v>
                </c:pt>
                <c:pt idx="358">
                  <c:v>41072</c:v>
                </c:pt>
                <c:pt idx="359">
                  <c:v>41073</c:v>
                </c:pt>
                <c:pt idx="360">
                  <c:v>41074</c:v>
                </c:pt>
                <c:pt idx="361">
                  <c:v>41075</c:v>
                </c:pt>
                <c:pt idx="362">
                  <c:v>41078</c:v>
                </c:pt>
                <c:pt idx="363">
                  <c:v>41079</c:v>
                </c:pt>
                <c:pt idx="364">
                  <c:v>41080</c:v>
                </c:pt>
                <c:pt idx="365">
                  <c:v>41081</c:v>
                </c:pt>
                <c:pt idx="366">
                  <c:v>41082</c:v>
                </c:pt>
                <c:pt idx="367">
                  <c:v>41085</c:v>
                </c:pt>
                <c:pt idx="368">
                  <c:v>41086</c:v>
                </c:pt>
                <c:pt idx="369">
                  <c:v>41087</c:v>
                </c:pt>
                <c:pt idx="370">
                  <c:v>41088</c:v>
                </c:pt>
                <c:pt idx="371">
                  <c:v>41089</c:v>
                </c:pt>
                <c:pt idx="372">
                  <c:v>41092</c:v>
                </c:pt>
                <c:pt idx="373">
                  <c:v>41093</c:v>
                </c:pt>
                <c:pt idx="374">
                  <c:v>41094</c:v>
                </c:pt>
                <c:pt idx="375">
                  <c:v>41095</c:v>
                </c:pt>
                <c:pt idx="376">
                  <c:v>41096</c:v>
                </c:pt>
                <c:pt idx="377">
                  <c:v>41099</c:v>
                </c:pt>
                <c:pt idx="378">
                  <c:v>41100</c:v>
                </c:pt>
                <c:pt idx="379">
                  <c:v>41101</c:v>
                </c:pt>
                <c:pt idx="380">
                  <c:v>41102</c:v>
                </c:pt>
                <c:pt idx="381">
                  <c:v>41103</c:v>
                </c:pt>
                <c:pt idx="382">
                  <c:v>41106</c:v>
                </c:pt>
                <c:pt idx="383">
                  <c:v>41107</c:v>
                </c:pt>
                <c:pt idx="384">
                  <c:v>41108</c:v>
                </c:pt>
                <c:pt idx="385">
                  <c:v>41109</c:v>
                </c:pt>
                <c:pt idx="386">
                  <c:v>41110</c:v>
                </c:pt>
                <c:pt idx="387">
                  <c:v>41113</c:v>
                </c:pt>
                <c:pt idx="388">
                  <c:v>41114</c:v>
                </c:pt>
                <c:pt idx="389">
                  <c:v>41115</c:v>
                </c:pt>
                <c:pt idx="390">
                  <c:v>41116</c:v>
                </c:pt>
                <c:pt idx="391">
                  <c:v>41117</c:v>
                </c:pt>
                <c:pt idx="392">
                  <c:v>41120</c:v>
                </c:pt>
                <c:pt idx="393">
                  <c:v>41121</c:v>
                </c:pt>
                <c:pt idx="394">
                  <c:v>41122</c:v>
                </c:pt>
                <c:pt idx="395">
                  <c:v>41123</c:v>
                </c:pt>
                <c:pt idx="396">
                  <c:v>41124</c:v>
                </c:pt>
                <c:pt idx="397">
                  <c:v>41127</c:v>
                </c:pt>
                <c:pt idx="398">
                  <c:v>41128</c:v>
                </c:pt>
                <c:pt idx="399">
                  <c:v>41129</c:v>
                </c:pt>
                <c:pt idx="400">
                  <c:v>41130</c:v>
                </c:pt>
                <c:pt idx="401">
                  <c:v>41131</c:v>
                </c:pt>
                <c:pt idx="402">
                  <c:v>41134</c:v>
                </c:pt>
                <c:pt idx="403">
                  <c:v>41135</c:v>
                </c:pt>
                <c:pt idx="404">
                  <c:v>41137</c:v>
                </c:pt>
                <c:pt idx="405">
                  <c:v>41138</c:v>
                </c:pt>
                <c:pt idx="406">
                  <c:v>41141</c:v>
                </c:pt>
                <c:pt idx="407">
                  <c:v>41142</c:v>
                </c:pt>
                <c:pt idx="408">
                  <c:v>41143</c:v>
                </c:pt>
                <c:pt idx="409">
                  <c:v>41144</c:v>
                </c:pt>
                <c:pt idx="410">
                  <c:v>41145</c:v>
                </c:pt>
                <c:pt idx="411">
                  <c:v>41148</c:v>
                </c:pt>
                <c:pt idx="412">
                  <c:v>41149</c:v>
                </c:pt>
                <c:pt idx="413">
                  <c:v>41150</c:v>
                </c:pt>
                <c:pt idx="414">
                  <c:v>41151</c:v>
                </c:pt>
                <c:pt idx="415">
                  <c:v>41152</c:v>
                </c:pt>
                <c:pt idx="416">
                  <c:v>41155</c:v>
                </c:pt>
                <c:pt idx="417">
                  <c:v>41156</c:v>
                </c:pt>
                <c:pt idx="418">
                  <c:v>41157</c:v>
                </c:pt>
                <c:pt idx="419">
                  <c:v>41158</c:v>
                </c:pt>
                <c:pt idx="420">
                  <c:v>41159</c:v>
                </c:pt>
                <c:pt idx="421">
                  <c:v>41162</c:v>
                </c:pt>
                <c:pt idx="422">
                  <c:v>41163</c:v>
                </c:pt>
                <c:pt idx="423">
                  <c:v>41164</c:v>
                </c:pt>
                <c:pt idx="424">
                  <c:v>41165</c:v>
                </c:pt>
                <c:pt idx="425">
                  <c:v>41166</c:v>
                </c:pt>
                <c:pt idx="426">
                  <c:v>41169</c:v>
                </c:pt>
                <c:pt idx="427">
                  <c:v>41170</c:v>
                </c:pt>
                <c:pt idx="428">
                  <c:v>41171</c:v>
                </c:pt>
                <c:pt idx="429">
                  <c:v>41172</c:v>
                </c:pt>
                <c:pt idx="430">
                  <c:v>41173</c:v>
                </c:pt>
                <c:pt idx="431">
                  <c:v>41176</c:v>
                </c:pt>
                <c:pt idx="432">
                  <c:v>41177</c:v>
                </c:pt>
                <c:pt idx="433">
                  <c:v>41178</c:v>
                </c:pt>
                <c:pt idx="434">
                  <c:v>41179</c:v>
                </c:pt>
                <c:pt idx="435">
                  <c:v>41180</c:v>
                </c:pt>
                <c:pt idx="436">
                  <c:v>41184</c:v>
                </c:pt>
                <c:pt idx="437">
                  <c:v>41186</c:v>
                </c:pt>
                <c:pt idx="438">
                  <c:v>41187</c:v>
                </c:pt>
                <c:pt idx="439">
                  <c:v>41190</c:v>
                </c:pt>
                <c:pt idx="440">
                  <c:v>41191</c:v>
                </c:pt>
                <c:pt idx="441">
                  <c:v>41192</c:v>
                </c:pt>
                <c:pt idx="442">
                  <c:v>41193</c:v>
                </c:pt>
                <c:pt idx="443">
                  <c:v>41194</c:v>
                </c:pt>
                <c:pt idx="444">
                  <c:v>41197</c:v>
                </c:pt>
                <c:pt idx="445">
                  <c:v>41198</c:v>
                </c:pt>
                <c:pt idx="446">
                  <c:v>41199</c:v>
                </c:pt>
                <c:pt idx="447">
                  <c:v>41200</c:v>
                </c:pt>
                <c:pt idx="448">
                  <c:v>41201</c:v>
                </c:pt>
                <c:pt idx="449">
                  <c:v>41204</c:v>
                </c:pt>
                <c:pt idx="450">
                  <c:v>41205</c:v>
                </c:pt>
                <c:pt idx="451">
                  <c:v>41206</c:v>
                </c:pt>
                <c:pt idx="452">
                  <c:v>41207</c:v>
                </c:pt>
                <c:pt idx="453">
                  <c:v>41208</c:v>
                </c:pt>
                <c:pt idx="454">
                  <c:v>41211</c:v>
                </c:pt>
                <c:pt idx="455">
                  <c:v>41212</c:v>
                </c:pt>
                <c:pt idx="456">
                  <c:v>41213</c:v>
                </c:pt>
                <c:pt idx="457">
                  <c:v>41214</c:v>
                </c:pt>
                <c:pt idx="458">
                  <c:v>41215</c:v>
                </c:pt>
                <c:pt idx="459">
                  <c:v>41218</c:v>
                </c:pt>
                <c:pt idx="460">
                  <c:v>41219</c:v>
                </c:pt>
                <c:pt idx="461">
                  <c:v>41220</c:v>
                </c:pt>
                <c:pt idx="462">
                  <c:v>41221</c:v>
                </c:pt>
                <c:pt idx="463">
                  <c:v>41222</c:v>
                </c:pt>
                <c:pt idx="464">
                  <c:v>41225</c:v>
                </c:pt>
                <c:pt idx="465">
                  <c:v>41226</c:v>
                </c:pt>
                <c:pt idx="466">
                  <c:v>41227</c:v>
                </c:pt>
                <c:pt idx="467">
                  <c:v>41228</c:v>
                </c:pt>
                <c:pt idx="468">
                  <c:v>41229</c:v>
                </c:pt>
                <c:pt idx="469">
                  <c:v>41232</c:v>
                </c:pt>
                <c:pt idx="470">
                  <c:v>41233</c:v>
                </c:pt>
                <c:pt idx="471">
                  <c:v>41234</c:v>
                </c:pt>
                <c:pt idx="472">
                  <c:v>41235</c:v>
                </c:pt>
                <c:pt idx="473">
                  <c:v>41236</c:v>
                </c:pt>
                <c:pt idx="474">
                  <c:v>41239</c:v>
                </c:pt>
                <c:pt idx="475">
                  <c:v>41240</c:v>
                </c:pt>
                <c:pt idx="476">
                  <c:v>41241</c:v>
                </c:pt>
                <c:pt idx="477">
                  <c:v>41242</c:v>
                </c:pt>
                <c:pt idx="478">
                  <c:v>41243</c:v>
                </c:pt>
                <c:pt idx="479">
                  <c:v>41246</c:v>
                </c:pt>
                <c:pt idx="480">
                  <c:v>41247</c:v>
                </c:pt>
                <c:pt idx="481">
                  <c:v>41248</c:v>
                </c:pt>
                <c:pt idx="482">
                  <c:v>41249</c:v>
                </c:pt>
                <c:pt idx="483">
                  <c:v>41250</c:v>
                </c:pt>
                <c:pt idx="484">
                  <c:v>41253</c:v>
                </c:pt>
                <c:pt idx="485">
                  <c:v>41254</c:v>
                </c:pt>
                <c:pt idx="486">
                  <c:v>41255</c:v>
                </c:pt>
                <c:pt idx="487">
                  <c:v>41256</c:v>
                </c:pt>
                <c:pt idx="488">
                  <c:v>41257</c:v>
                </c:pt>
                <c:pt idx="489">
                  <c:v>41260</c:v>
                </c:pt>
                <c:pt idx="490">
                  <c:v>41261</c:v>
                </c:pt>
                <c:pt idx="491">
                  <c:v>41263</c:v>
                </c:pt>
                <c:pt idx="492">
                  <c:v>41264</c:v>
                </c:pt>
                <c:pt idx="493">
                  <c:v>41267</c:v>
                </c:pt>
                <c:pt idx="494">
                  <c:v>41269</c:v>
                </c:pt>
                <c:pt idx="495">
                  <c:v>41270</c:v>
                </c:pt>
                <c:pt idx="496">
                  <c:v>41271</c:v>
                </c:pt>
                <c:pt idx="497">
                  <c:v>41276</c:v>
                </c:pt>
                <c:pt idx="498">
                  <c:v>41277</c:v>
                </c:pt>
                <c:pt idx="499">
                  <c:v>41278</c:v>
                </c:pt>
                <c:pt idx="500">
                  <c:v>41281</c:v>
                </c:pt>
                <c:pt idx="501">
                  <c:v>41282</c:v>
                </c:pt>
                <c:pt idx="502">
                  <c:v>41283</c:v>
                </c:pt>
                <c:pt idx="503">
                  <c:v>41284</c:v>
                </c:pt>
                <c:pt idx="504">
                  <c:v>41285</c:v>
                </c:pt>
                <c:pt idx="505">
                  <c:v>41288</c:v>
                </c:pt>
                <c:pt idx="506">
                  <c:v>41289</c:v>
                </c:pt>
                <c:pt idx="507">
                  <c:v>41290</c:v>
                </c:pt>
                <c:pt idx="508">
                  <c:v>41291</c:v>
                </c:pt>
                <c:pt idx="509">
                  <c:v>41292</c:v>
                </c:pt>
                <c:pt idx="510">
                  <c:v>41295</c:v>
                </c:pt>
                <c:pt idx="511">
                  <c:v>41296</c:v>
                </c:pt>
                <c:pt idx="512">
                  <c:v>41297</c:v>
                </c:pt>
                <c:pt idx="513">
                  <c:v>41298</c:v>
                </c:pt>
                <c:pt idx="514">
                  <c:v>41299</c:v>
                </c:pt>
                <c:pt idx="515">
                  <c:v>41302</c:v>
                </c:pt>
                <c:pt idx="516">
                  <c:v>41303</c:v>
                </c:pt>
                <c:pt idx="517">
                  <c:v>41304</c:v>
                </c:pt>
                <c:pt idx="518">
                  <c:v>41305</c:v>
                </c:pt>
                <c:pt idx="519">
                  <c:v>41306</c:v>
                </c:pt>
                <c:pt idx="520">
                  <c:v>41309</c:v>
                </c:pt>
                <c:pt idx="521">
                  <c:v>41310</c:v>
                </c:pt>
                <c:pt idx="522">
                  <c:v>41311</c:v>
                </c:pt>
                <c:pt idx="523">
                  <c:v>41312</c:v>
                </c:pt>
                <c:pt idx="524">
                  <c:v>41313</c:v>
                </c:pt>
                <c:pt idx="525">
                  <c:v>41317</c:v>
                </c:pt>
                <c:pt idx="526">
                  <c:v>41318</c:v>
                </c:pt>
                <c:pt idx="527">
                  <c:v>41319</c:v>
                </c:pt>
                <c:pt idx="528">
                  <c:v>41320</c:v>
                </c:pt>
                <c:pt idx="529">
                  <c:v>41323</c:v>
                </c:pt>
                <c:pt idx="530">
                  <c:v>41324</c:v>
                </c:pt>
                <c:pt idx="531">
                  <c:v>41325</c:v>
                </c:pt>
                <c:pt idx="532">
                  <c:v>41326</c:v>
                </c:pt>
                <c:pt idx="533">
                  <c:v>41327</c:v>
                </c:pt>
                <c:pt idx="534">
                  <c:v>41330</c:v>
                </c:pt>
                <c:pt idx="535">
                  <c:v>41331</c:v>
                </c:pt>
                <c:pt idx="536">
                  <c:v>41332</c:v>
                </c:pt>
                <c:pt idx="537">
                  <c:v>41333</c:v>
                </c:pt>
                <c:pt idx="538">
                  <c:v>41337</c:v>
                </c:pt>
                <c:pt idx="539">
                  <c:v>41338</c:v>
                </c:pt>
                <c:pt idx="540">
                  <c:v>41339</c:v>
                </c:pt>
                <c:pt idx="541">
                  <c:v>41340</c:v>
                </c:pt>
                <c:pt idx="542">
                  <c:v>41341</c:v>
                </c:pt>
                <c:pt idx="543">
                  <c:v>41344</c:v>
                </c:pt>
                <c:pt idx="544">
                  <c:v>41345</c:v>
                </c:pt>
                <c:pt idx="545">
                  <c:v>41346</c:v>
                </c:pt>
                <c:pt idx="546">
                  <c:v>41347</c:v>
                </c:pt>
                <c:pt idx="547">
                  <c:v>41348</c:v>
                </c:pt>
                <c:pt idx="548">
                  <c:v>41351</c:v>
                </c:pt>
                <c:pt idx="549">
                  <c:v>41352</c:v>
                </c:pt>
                <c:pt idx="550">
                  <c:v>41353</c:v>
                </c:pt>
                <c:pt idx="551">
                  <c:v>41354</c:v>
                </c:pt>
                <c:pt idx="552">
                  <c:v>41355</c:v>
                </c:pt>
                <c:pt idx="553">
                  <c:v>41358</c:v>
                </c:pt>
                <c:pt idx="554">
                  <c:v>41359</c:v>
                </c:pt>
                <c:pt idx="555">
                  <c:v>41360</c:v>
                </c:pt>
                <c:pt idx="556">
                  <c:v>41361</c:v>
                </c:pt>
                <c:pt idx="557">
                  <c:v>41362</c:v>
                </c:pt>
                <c:pt idx="558">
                  <c:v>41365</c:v>
                </c:pt>
                <c:pt idx="559">
                  <c:v>41366</c:v>
                </c:pt>
                <c:pt idx="560">
                  <c:v>41367</c:v>
                </c:pt>
                <c:pt idx="561">
                  <c:v>41368</c:v>
                </c:pt>
                <c:pt idx="562">
                  <c:v>41369</c:v>
                </c:pt>
                <c:pt idx="563">
                  <c:v>41372</c:v>
                </c:pt>
                <c:pt idx="564">
                  <c:v>41373</c:v>
                </c:pt>
                <c:pt idx="565">
                  <c:v>41374</c:v>
                </c:pt>
                <c:pt idx="566">
                  <c:v>41375</c:v>
                </c:pt>
                <c:pt idx="567">
                  <c:v>41376</c:v>
                </c:pt>
                <c:pt idx="568">
                  <c:v>41379</c:v>
                </c:pt>
                <c:pt idx="569">
                  <c:v>41380</c:v>
                </c:pt>
                <c:pt idx="570">
                  <c:v>41381</c:v>
                </c:pt>
                <c:pt idx="571">
                  <c:v>41382</c:v>
                </c:pt>
                <c:pt idx="572">
                  <c:v>41383</c:v>
                </c:pt>
                <c:pt idx="573">
                  <c:v>41386</c:v>
                </c:pt>
                <c:pt idx="574">
                  <c:v>41387</c:v>
                </c:pt>
                <c:pt idx="575">
                  <c:v>41388</c:v>
                </c:pt>
                <c:pt idx="576">
                  <c:v>41389</c:v>
                </c:pt>
                <c:pt idx="577">
                  <c:v>41390</c:v>
                </c:pt>
                <c:pt idx="578">
                  <c:v>41393</c:v>
                </c:pt>
                <c:pt idx="579">
                  <c:v>41394</c:v>
                </c:pt>
                <c:pt idx="580">
                  <c:v>41396</c:v>
                </c:pt>
                <c:pt idx="581">
                  <c:v>41397</c:v>
                </c:pt>
                <c:pt idx="582">
                  <c:v>41400</c:v>
                </c:pt>
                <c:pt idx="583">
                  <c:v>41401</c:v>
                </c:pt>
                <c:pt idx="584">
                  <c:v>41402</c:v>
                </c:pt>
                <c:pt idx="585">
                  <c:v>41403</c:v>
                </c:pt>
                <c:pt idx="586">
                  <c:v>41404</c:v>
                </c:pt>
                <c:pt idx="587">
                  <c:v>41407</c:v>
                </c:pt>
                <c:pt idx="588">
                  <c:v>41408</c:v>
                </c:pt>
                <c:pt idx="589">
                  <c:v>41409</c:v>
                </c:pt>
                <c:pt idx="590">
                  <c:v>41410</c:v>
                </c:pt>
                <c:pt idx="591">
                  <c:v>41414</c:v>
                </c:pt>
                <c:pt idx="592">
                  <c:v>41415</c:v>
                </c:pt>
                <c:pt idx="593">
                  <c:v>41416</c:v>
                </c:pt>
                <c:pt idx="594">
                  <c:v>41417</c:v>
                </c:pt>
                <c:pt idx="595">
                  <c:v>41418</c:v>
                </c:pt>
                <c:pt idx="596">
                  <c:v>41421</c:v>
                </c:pt>
                <c:pt idx="597">
                  <c:v>41422</c:v>
                </c:pt>
                <c:pt idx="598">
                  <c:v>41423</c:v>
                </c:pt>
                <c:pt idx="599">
                  <c:v>41424</c:v>
                </c:pt>
                <c:pt idx="600">
                  <c:v>41425</c:v>
                </c:pt>
                <c:pt idx="601">
                  <c:v>41428</c:v>
                </c:pt>
                <c:pt idx="602">
                  <c:v>41429</c:v>
                </c:pt>
                <c:pt idx="603">
                  <c:v>41430</c:v>
                </c:pt>
                <c:pt idx="604">
                  <c:v>41432</c:v>
                </c:pt>
                <c:pt idx="605">
                  <c:v>41435</c:v>
                </c:pt>
                <c:pt idx="606">
                  <c:v>41436</c:v>
                </c:pt>
                <c:pt idx="607">
                  <c:v>41437</c:v>
                </c:pt>
                <c:pt idx="608">
                  <c:v>41438</c:v>
                </c:pt>
                <c:pt idx="609">
                  <c:v>41439</c:v>
                </c:pt>
                <c:pt idx="610">
                  <c:v>41442</c:v>
                </c:pt>
                <c:pt idx="611">
                  <c:v>41443</c:v>
                </c:pt>
                <c:pt idx="612">
                  <c:v>41444</c:v>
                </c:pt>
                <c:pt idx="613">
                  <c:v>41445</c:v>
                </c:pt>
                <c:pt idx="614">
                  <c:v>41446</c:v>
                </c:pt>
                <c:pt idx="615">
                  <c:v>41449</c:v>
                </c:pt>
                <c:pt idx="616">
                  <c:v>41450</c:v>
                </c:pt>
                <c:pt idx="617">
                  <c:v>41451</c:v>
                </c:pt>
                <c:pt idx="618">
                  <c:v>41452</c:v>
                </c:pt>
                <c:pt idx="619">
                  <c:v>41453</c:v>
                </c:pt>
                <c:pt idx="620">
                  <c:v>41456</c:v>
                </c:pt>
                <c:pt idx="621">
                  <c:v>41457</c:v>
                </c:pt>
                <c:pt idx="622">
                  <c:v>41458</c:v>
                </c:pt>
                <c:pt idx="623">
                  <c:v>41459</c:v>
                </c:pt>
                <c:pt idx="624">
                  <c:v>41460</c:v>
                </c:pt>
                <c:pt idx="625">
                  <c:v>41463</c:v>
                </c:pt>
                <c:pt idx="626">
                  <c:v>41464</c:v>
                </c:pt>
                <c:pt idx="627">
                  <c:v>41465</c:v>
                </c:pt>
                <c:pt idx="628">
                  <c:v>41466</c:v>
                </c:pt>
                <c:pt idx="629">
                  <c:v>41467</c:v>
                </c:pt>
                <c:pt idx="630">
                  <c:v>41470</c:v>
                </c:pt>
                <c:pt idx="631">
                  <c:v>41471</c:v>
                </c:pt>
                <c:pt idx="632">
                  <c:v>41472</c:v>
                </c:pt>
                <c:pt idx="633">
                  <c:v>41473</c:v>
                </c:pt>
                <c:pt idx="634">
                  <c:v>41474</c:v>
                </c:pt>
                <c:pt idx="635">
                  <c:v>41477</c:v>
                </c:pt>
                <c:pt idx="636">
                  <c:v>41478</c:v>
                </c:pt>
                <c:pt idx="637">
                  <c:v>41479</c:v>
                </c:pt>
                <c:pt idx="638">
                  <c:v>41480</c:v>
                </c:pt>
                <c:pt idx="639">
                  <c:v>41481</c:v>
                </c:pt>
                <c:pt idx="640">
                  <c:v>41484</c:v>
                </c:pt>
                <c:pt idx="641">
                  <c:v>41485</c:v>
                </c:pt>
                <c:pt idx="642">
                  <c:v>41486</c:v>
                </c:pt>
                <c:pt idx="643">
                  <c:v>41487</c:v>
                </c:pt>
                <c:pt idx="644">
                  <c:v>41488</c:v>
                </c:pt>
                <c:pt idx="645">
                  <c:v>41491</c:v>
                </c:pt>
                <c:pt idx="646">
                  <c:v>41492</c:v>
                </c:pt>
                <c:pt idx="647">
                  <c:v>41493</c:v>
                </c:pt>
                <c:pt idx="648">
                  <c:v>41494</c:v>
                </c:pt>
                <c:pt idx="649">
                  <c:v>41495</c:v>
                </c:pt>
                <c:pt idx="650">
                  <c:v>41498</c:v>
                </c:pt>
                <c:pt idx="651">
                  <c:v>41499</c:v>
                </c:pt>
                <c:pt idx="652">
                  <c:v>41500</c:v>
                </c:pt>
                <c:pt idx="653">
                  <c:v>41502</c:v>
                </c:pt>
                <c:pt idx="654">
                  <c:v>41505</c:v>
                </c:pt>
                <c:pt idx="655">
                  <c:v>41506</c:v>
                </c:pt>
                <c:pt idx="656">
                  <c:v>41507</c:v>
                </c:pt>
                <c:pt idx="657">
                  <c:v>41508</c:v>
                </c:pt>
                <c:pt idx="658">
                  <c:v>41509</c:v>
                </c:pt>
                <c:pt idx="659">
                  <c:v>41512</c:v>
                </c:pt>
                <c:pt idx="660">
                  <c:v>41513</c:v>
                </c:pt>
                <c:pt idx="661">
                  <c:v>41514</c:v>
                </c:pt>
                <c:pt idx="662">
                  <c:v>41515</c:v>
                </c:pt>
                <c:pt idx="663">
                  <c:v>41516</c:v>
                </c:pt>
                <c:pt idx="664">
                  <c:v>41519</c:v>
                </c:pt>
                <c:pt idx="665">
                  <c:v>41520</c:v>
                </c:pt>
                <c:pt idx="666">
                  <c:v>41521</c:v>
                </c:pt>
                <c:pt idx="667">
                  <c:v>41522</c:v>
                </c:pt>
                <c:pt idx="668">
                  <c:v>41523</c:v>
                </c:pt>
                <c:pt idx="669">
                  <c:v>41526</c:v>
                </c:pt>
                <c:pt idx="670">
                  <c:v>41527</c:v>
                </c:pt>
                <c:pt idx="671">
                  <c:v>41528</c:v>
                </c:pt>
                <c:pt idx="672">
                  <c:v>41529</c:v>
                </c:pt>
                <c:pt idx="673">
                  <c:v>41530</c:v>
                </c:pt>
                <c:pt idx="674">
                  <c:v>41533</c:v>
                </c:pt>
                <c:pt idx="675">
                  <c:v>41534</c:v>
                </c:pt>
                <c:pt idx="676">
                  <c:v>41540</c:v>
                </c:pt>
                <c:pt idx="677">
                  <c:v>41541</c:v>
                </c:pt>
                <c:pt idx="678">
                  <c:v>41542</c:v>
                </c:pt>
                <c:pt idx="679">
                  <c:v>41543</c:v>
                </c:pt>
                <c:pt idx="680">
                  <c:v>41544</c:v>
                </c:pt>
                <c:pt idx="681">
                  <c:v>41547</c:v>
                </c:pt>
                <c:pt idx="682">
                  <c:v>41548</c:v>
                </c:pt>
                <c:pt idx="683">
                  <c:v>41549</c:v>
                </c:pt>
                <c:pt idx="684">
                  <c:v>41551</c:v>
                </c:pt>
                <c:pt idx="685">
                  <c:v>41554</c:v>
                </c:pt>
                <c:pt idx="686">
                  <c:v>41555</c:v>
                </c:pt>
                <c:pt idx="687">
                  <c:v>41557</c:v>
                </c:pt>
                <c:pt idx="688">
                  <c:v>41558</c:v>
                </c:pt>
                <c:pt idx="689">
                  <c:v>41561</c:v>
                </c:pt>
                <c:pt idx="690">
                  <c:v>41562</c:v>
                </c:pt>
                <c:pt idx="691">
                  <c:v>41563</c:v>
                </c:pt>
                <c:pt idx="692">
                  <c:v>41564</c:v>
                </c:pt>
                <c:pt idx="693">
                  <c:v>41565</c:v>
                </c:pt>
                <c:pt idx="694">
                  <c:v>41568</c:v>
                </c:pt>
                <c:pt idx="695">
                  <c:v>41569</c:v>
                </c:pt>
                <c:pt idx="696">
                  <c:v>41570</c:v>
                </c:pt>
                <c:pt idx="697">
                  <c:v>41571</c:v>
                </c:pt>
                <c:pt idx="698">
                  <c:v>41572</c:v>
                </c:pt>
                <c:pt idx="699">
                  <c:v>41575</c:v>
                </c:pt>
                <c:pt idx="700">
                  <c:v>41576</c:v>
                </c:pt>
                <c:pt idx="701">
                  <c:v>41577</c:v>
                </c:pt>
                <c:pt idx="702">
                  <c:v>41578</c:v>
                </c:pt>
                <c:pt idx="703">
                  <c:v>41579</c:v>
                </c:pt>
                <c:pt idx="704">
                  <c:v>41582</c:v>
                </c:pt>
                <c:pt idx="705">
                  <c:v>41583</c:v>
                </c:pt>
                <c:pt idx="706">
                  <c:v>41584</c:v>
                </c:pt>
                <c:pt idx="707">
                  <c:v>41585</c:v>
                </c:pt>
                <c:pt idx="708">
                  <c:v>41586</c:v>
                </c:pt>
                <c:pt idx="709">
                  <c:v>41589</c:v>
                </c:pt>
                <c:pt idx="710">
                  <c:v>41590</c:v>
                </c:pt>
                <c:pt idx="711">
                  <c:v>41591</c:v>
                </c:pt>
                <c:pt idx="712">
                  <c:v>41592</c:v>
                </c:pt>
                <c:pt idx="713">
                  <c:v>41593</c:v>
                </c:pt>
                <c:pt idx="714">
                  <c:v>41596</c:v>
                </c:pt>
                <c:pt idx="715">
                  <c:v>41597</c:v>
                </c:pt>
                <c:pt idx="716">
                  <c:v>41598</c:v>
                </c:pt>
                <c:pt idx="717">
                  <c:v>41599</c:v>
                </c:pt>
                <c:pt idx="718">
                  <c:v>41600</c:v>
                </c:pt>
                <c:pt idx="719">
                  <c:v>41603</c:v>
                </c:pt>
                <c:pt idx="720">
                  <c:v>41604</c:v>
                </c:pt>
                <c:pt idx="721">
                  <c:v>41605</c:v>
                </c:pt>
                <c:pt idx="722">
                  <c:v>41606</c:v>
                </c:pt>
                <c:pt idx="723">
                  <c:v>41607</c:v>
                </c:pt>
                <c:pt idx="724">
                  <c:v>41610</c:v>
                </c:pt>
                <c:pt idx="725">
                  <c:v>41611</c:v>
                </c:pt>
                <c:pt idx="726">
                  <c:v>41612</c:v>
                </c:pt>
                <c:pt idx="727">
                  <c:v>41613</c:v>
                </c:pt>
                <c:pt idx="728">
                  <c:v>41614</c:v>
                </c:pt>
                <c:pt idx="729">
                  <c:v>41617</c:v>
                </c:pt>
                <c:pt idx="730">
                  <c:v>41618</c:v>
                </c:pt>
                <c:pt idx="731">
                  <c:v>41619</c:v>
                </c:pt>
                <c:pt idx="732">
                  <c:v>41620</c:v>
                </c:pt>
                <c:pt idx="733">
                  <c:v>41621</c:v>
                </c:pt>
                <c:pt idx="734">
                  <c:v>41624</c:v>
                </c:pt>
                <c:pt idx="735">
                  <c:v>41625</c:v>
                </c:pt>
                <c:pt idx="736">
                  <c:v>41626</c:v>
                </c:pt>
                <c:pt idx="737">
                  <c:v>41627</c:v>
                </c:pt>
                <c:pt idx="738">
                  <c:v>41628</c:v>
                </c:pt>
                <c:pt idx="739">
                  <c:v>41631</c:v>
                </c:pt>
                <c:pt idx="740">
                  <c:v>41632</c:v>
                </c:pt>
                <c:pt idx="741">
                  <c:v>41634</c:v>
                </c:pt>
                <c:pt idx="742">
                  <c:v>41635</c:v>
                </c:pt>
                <c:pt idx="743">
                  <c:v>41638</c:v>
                </c:pt>
                <c:pt idx="744">
                  <c:v>41641</c:v>
                </c:pt>
                <c:pt idx="745">
                  <c:v>41642</c:v>
                </c:pt>
                <c:pt idx="746">
                  <c:v>41645</c:v>
                </c:pt>
                <c:pt idx="747">
                  <c:v>41646</c:v>
                </c:pt>
                <c:pt idx="748">
                  <c:v>41647</c:v>
                </c:pt>
                <c:pt idx="749">
                  <c:v>41648</c:v>
                </c:pt>
                <c:pt idx="750">
                  <c:v>41649</c:v>
                </c:pt>
                <c:pt idx="751">
                  <c:v>41652</c:v>
                </c:pt>
                <c:pt idx="752">
                  <c:v>41653</c:v>
                </c:pt>
                <c:pt idx="753">
                  <c:v>41654</c:v>
                </c:pt>
                <c:pt idx="754">
                  <c:v>41655</c:v>
                </c:pt>
                <c:pt idx="755">
                  <c:v>41656</c:v>
                </c:pt>
                <c:pt idx="756">
                  <c:v>41659</c:v>
                </c:pt>
                <c:pt idx="757">
                  <c:v>41660</c:v>
                </c:pt>
                <c:pt idx="758">
                  <c:v>41661</c:v>
                </c:pt>
                <c:pt idx="759">
                  <c:v>41662</c:v>
                </c:pt>
                <c:pt idx="760">
                  <c:v>41663</c:v>
                </c:pt>
                <c:pt idx="761">
                  <c:v>41666</c:v>
                </c:pt>
                <c:pt idx="762">
                  <c:v>41667</c:v>
                </c:pt>
                <c:pt idx="763">
                  <c:v>41668</c:v>
                </c:pt>
                <c:pt idx="764">
                  <c:v>41673</c:v>
                </c:pt>
                <c:pt idx="765">
                  <c:v>41674</c:v>
                </c:pt>
                <c:pt idx="766">
                  <c:v>41675</c:v>
                </c:pt>
                <c:pt idx="767">
                  <c:v>41676</c:v>
                </c:pt>
                <c:pt idx="768">
                  <c:v>41677</c:v>
                </c:pt>
                <c:pt idx="769">
                  <c:v>41680</c:v>
                </c:pt>
                <c:pt idx="770">
                  <c:v>41681</c:v>
                </c:pt>
                <c:pt idx="771">
                  <c:v>41682</c:v>
                </c:pt>
                <c:pt idx="772">
                  <c:v>41683</c:v>
                </c:pt>
                <c:pt idx="773">
                  <c:v>41684</c:v>
                </c:pt>
                <c:pt idx="774">
                  <c:v>41687</c:v>
                </c:pt>
                <c:pt idx="775">
                  <c:v>41688</c:v>
                </c:pt>
                <c:pt idx="776">
                  <c:v>41689</c:v>
                </c:pt>
                <c:pt idx="777">
                  <c:v>41690</c:v>
                </c:pt>
                <c:pt idx="778">
                  <c:v>41691</c:v>
                </c:pt>
                <c:pt idx="779">
                  <c:v>41694</c:v>
                </c:pt>
                <c:pt idx="780">
                  <c:v>41695</c:v>
                </c:pt>
                <c:pt idx="781">
                  <c:v>41696</c:v>
                </c:pt>
                <c:pt idx="782">
                  <c:v>41697</c:v>
                </c:pt>
                <c:pt idx="783">
                  <c:v>41698</c:v>
                </c:pt>
                <c:pt idx="784">
                  <c:v>41701</c:v>
                </c:pt>
                <c:pt idx="785">
                  <c:v>41702</c:v>
                </c:pt>
                <c:pt idx="786">
                  <c:v>41703</c:v>
                </c:pt>
                <c:pt idx="787">
                  <c:v>41704</c:v>
                </c:pt>
                <c:pt idx="788">
                  <c:v>41705</c:v>
                </c:pt>
                <c:pt idx="789">
                  <c:v>41708</c:v>
                </c:pt>
                <c:pt idx="790">
                  <c:v>41709</c:v>
                </c:pt>
                <c:pt idx="791">
                  <c:v>41710</c:v>
                </c:pt>
                <c:pt idx="792">
                  <c:v>41711</c:v>
                </c:pt>
                <c:pt idx="793">
                  <c:v>41712</c:v>
                </c:pt>
                <c:pt idx="794">
                  <c:v>41715</c:v>
                </c:pt>
                <c:pt idx="795">
                  <c:v>41716</c:v>
                </c:pt>
                <c:pt idx="796">
                  <c:v>41717</c:v>
                </c:pt>
                <c:pt idx="797">
                  <c:v>41718</c:v>
                </c:pt>
                <c:pt idx="798">
                  <c:v>41719</c:v>
                </c:pt>
                <c:pt idx="799">
                  <c:v>41722</c:v>
                </c:pt>
                <c:pt idx="800">
                  <c:v>41723</c:v>
                </c:pt>
                <c:pt idx="801">
                  <c:v>41724</c:v>
                </c:pt>
                <c:pt idx="802">
                  <c:v>41725</c:v>
                </c:pt>
                <c:pt idx="803">
                  <c:v>41726</c:v>
                </c:pt>
                <c:pt idx="804">
                  <c:v>41729</c:v>
                </c:pt>
                <c:pt idx="805">
                  <c:v>41730</c:v>
                </c:pt>
                <c:pt idx="806">
                  <c:v>41731</c:v>
                </c:pt>
                <c:pt idx="807">
                  <c:v>41732</c:v>
                </c:pt>
                <c:pt idx="808">
                  <c:v>41733</c:v>
                </c:pt>
                <c:pt idx="809">
                  <c:v>41736</c:v>
                </c:pt>
                <c:pt idx="810">
                  <c:v>41737</c:v>
                </c:pt>
                <c:pt idx="811">
                  <c:v>41738</c:v>
                </c:pt>
                <c:pt idx="812">
                  <c:v>41739</c:v>
                </c:pt>
                <c:pt idx="813">
                  <c:v>41740</c:v>
                </c:pt>
                <c:pt idx="814">
                  <c:v>41743</c:v>
                </c:pt>
                <c:pt idx="815">
                  <c:v>41744</c:v>
                </c:pt>
                <c:pt idx="816">
                  <c:v>41745</c:v>
                </c:pt>
                <c:pt idx="817">
                  <c:v>41746</c:v>
                </c:pt>
                <c:pt idx="818">
                  <c:v>41747</c:v>
                </c:pt>
                <c:pt idx="819">
                  <c:v>41750</c:v>
                </c:pt>
                <c:pt idx="820">
                  <c:v>41751</c:v>
                </c:pt>
                <c:pt idx="821">
                  <c:v>41752</c:v>
                </c:pt>
                <c:pt idx="822">
                  <c:v>41753</c:v>
                </c:pt>
                <c:pt idx="823">
                  <c:v>41754</c:v>
                </c:pt>
                <c:pt idx="824">
                  <c:v>41757</c:v>
                </c:pt>
                <c:pt idx="825">
                  <c:v>41758</c:v>
                </c:pt>
                <c:pt idx="826">
                  <c:v>41759</c:v>
                </c:pt>
                <c:pt idx="827">
                  <c:v>41761</c:v>
                </c:pt>
                <c:pt idx="828">
                  <c:v>41766</c:v>
                </c:pt>
                <c:pt idx="829">
                  <c:v>41767</c:v>
                </c:pt>
                <c:pt idx="830">
                  <c:v>41768</c:v>
                </c:pt>
                <c:pt idx="831">
                  <c:v>41771</c:v>
                </c:pt>
                <c:pt idx="832">
                  <c:v>41772</c:v>
                </c:pt>
                <c:pt idx="833">
                  <c:v>41773</c:v>
                </c:pt>
                <c:pt idx="834">
                  <c:v>41774</c:v>
                </c:pt>
                <c:pt idx="835">
                  <c:v>41775</c:v>
                </c:pt>
                <c:pt idx="836">
                  <c:v>41778</c:v>
                </c:pt>
                <c:pt idx="837">
                  <c:v>41779</c:v>
                </c:pt>
                <c:pt idx="838">
                  <c:v>41780</c:v>
                </c:pt>
                <c:pt idx="839">
                  <c:v>41781</c:v>
                </c:pt>
                <c:pt idx="840">
                  <c:v>41782</c:v>
                </c:pt>
                <c:pt idx="841">
                  <c:v>41785</c:v>
                </c:pt>
                <c:pt idx="842">
                  <c:v>41786</c:v>
                </c:pt>
                <c:pt idx="843">
                  <c:v>41787</c:v>
                </c:pt>
                <c:pt idx="844">
                  <c:v>41788</c:v>
                </c:pt>
                <c:pt idx="845">
                  <c:v>41789</c:v>
                </c:pt>
                <c:pt idx="846">
                  <c:v>41792</c:v>
                </c:pt>
                <c:pt idx="847">
                  <c:v>41793</c:v>
                </c:pt>
                <c:pt idx="848">
                  <c:v>41795</c:v>
                </c:pt>
                <c:pt idx="849">
                  <c:v>41799</c:v>
                </c:pt>
                <c:pt idx="850">
                  <c:v>41800</c:v>
                </c:pt>
                <c:pt idx="851">
                  <c:v>41801</c:v>
                </c:pt>
                <c:pt idx="852">
                  <c:v>41802</c:v>
                </c:pt>
                <c:pt idx="853">
                  <c:v>41803</c:v>
                </c:pt>
                <c:pt idx="854">
                  <c:v>41806</c:v>
                </c:pt>
                <c:pt idx="855">
                  <c:v>41807</c:v>
                </c:pt>
                <c:pt idx="856">
                  <c:v>41808</c:v>
                </c:pt>
                <c:pt idx="857">
                  <c:v>41809</c:v>
                </c:pt>
                <c:pt idx="858">
                  <c:v>41810</c:v>
                </c:pt>
                <c:pt idx="859">
                  <c:v>41813</c:v>
                </c:pt>
                <c:pt idx="860">
                  <c:v>41814</c:v>
                </c:pt>
                <c:pt idx="861">
                  <c:v>41815</c:v>
                </c:pt>
                <c:pt idx="862">
                  <c:v>41816</c:v>
                </c:pt>
                <c:pt idx="863">
                  <c:v>41817</c:v>
                </c:pt>
                <c:pt idx="864">
                  <c:v>41820</c:v>
                </c:pt>
                <c:pt idx="865">
                  <c:v>41821</c:v>
                </c:pt>
                <c:pt idx="866">
                  <c:v>41822</c:v>
                </c:pt>
                <c:pt idx="867">
                  <c:v>41823</c:v>
                </c:pt>
                <c:pt idx="868">
                  <c:v>41824</c:v>
                </c:pt>
                <c:pt idx="869">
                  <c:v>41827</c:v>
                </c:pt>
                <c:pt idx="870">
                  <c:v>41828</c:v>
                </c:pt>
                <c:pt idx="871">
                  <c:v>41829</c:v>
                </c:pt>
                <c:pt idx="872">
                  <c:v>41830</c:v>
                </c:pt>
                <c:pt idx="873">
                  <c:v>41831</c:v>
                </c:pt>
                <c:pt idx="874">
                  <c:v>41834</c:v>
                </c:pt>
                <c:pt idx="875">
                  <c:v>41835</c:v>
                </c:pt>
                <c:pt idx="876">
                  <c:v>41836</c:v>
                </c:pt>
                <c:pt idx="877">
                  <c:v>41837</c:v>
                </c:pt>
                <c:pt idx="878">
                  <c:v>41838</c:v>
                </c:pt>
                <c:pt idx="879">
                  <c:v>41841</c:v>
                </c:pt>
                <c:pt idx="880">
                  <c:v>41842</c:v>
                </c:pt>
                <c:pt idx="881">
                  <c:v>41843</c:v>
                </c:pt>
                <c:pt idx="882">
                  <c:v>41844</c:v>
                </c:pt>
                <c:pt idx="883">
                  <c:v>41845</c:v>
                </c:pt>
                <c:pt idx="884">
                  <c:v>41848</c:v>
                </c:pt>
                <c:pt idx="885">
                  <c:v>41849</c:v>
                </c:pt>
                <c:pt idx="886">
                  <c:v>41850</c:v>
                </c:pt>
                <c:pt idx="887">
                  <c:v>41851</c:v>
                </c:pt>
                <c:pt idx="888">
                  <c:v>41852</c:v>
                </c:pt>
                <c:pt idx="889">
                  <c:v>41855</c:v>
                </c:pt>
                <c:pt idx="890">
                  <c:v>41856</c:v>
                </c:pt>
                <c:pt idx="891">
                  <c:v>41857</c:v>
                </c:pt>
                <c:pt idx="892">
                  <c:v>41858</c:v>
                </c:pt>
                <c:pt idx="893">
                  <c:v>41859</c:v>
                </c:pt>
                <c:pt idx="894">
                  <c:v>41862</c:v>
                </c:pt>
                <c:pt idx="895">
                  <c:v>41863</c:v>
                </c:pt>
                <c:pt idx="896">
                  <c:v>41864</c:v>
                </c:pt>
                <c:pt idx="897">
                  <c:v>41865</c:v>
                </c:pt>
                <c:pt idx="898">
                  <c:v>41869</c:v>
                </c:pt>
                <c:pt idx="899">
                  <c:v>41870</c:v>
                </c:pt>
                <c:pt idx="900">
                  <c:v>41871</c:v>
                </c:pt>
                <c:pt idx="901">
                  <c:v>41872</c:v>
                </c:pt>
                <c:pt idx="902">
                  <c:v>41873</c:v>
                </c:pt>
                <c:pt idx="903">
                  <c:v>41876</c:v>
                </c:pt>
                <c:pt idx="904">
                  <c:v>41877</c:v>
                </c:pt>
                <c:pt idx="905">
                  <c:v>41878</c:v>
                </c:pt>
                <c:pt idx="906">
                  <c:v>41879</c:v>
                </c:pt>
                <c:pt idx="907">
                  <c:v>41880</c:v>
                </c:pt>
                <c:pt idx="908">
                  <c:v>41883</c:v>
                </c:pt>
                <c:pt idx="909">
                  <c:v>41884</c:v>
                </c:pt>
                <c:pt idx="910">
                  <c:v>41885</c:v>
                </c:pt>
                <c:pt idx="911">
                  <c:v>41886</c:v>
                </c:pt>
                <c:pt idx="912">
                  <c:v>41887</c:v>
                </c:pt>
                <c:pt idx="913">
                  <c:v>41893</c:v>
                </c:pt>
                <c:pt idx="914">
                  <c:v>41894</c:v>
                </c:pt>
                <c:pt idx="915">
                  <c:v>41897</c:v>
                </c:pt>
                <c:pt idx="916">
                  <c:v>41898</c:v>
                </c:pt>
                <c:pt idx="917">
                  <c:v>41899</c:v>
                </c:pt>
                <c:pt idx="918">
                  <c:v>41900</c:v>
                </c:pt>
                <c:pt idx="919">
                  <c:v>41901</c:v>
                </c:pt>
                <c:pt idx="920">
                  <c:v>41904</c:v>
                </c:pt>
                <c:pt idx="921">
                  <c:v>41905</c:v>
                </c:pt>
                <c:pt idx="922">
                  <c:v>41906</c:v>
                </c:pt>
                <c:pt idx="923">
                  <c:v>41907</c:v>
                </c:pt>
                <c:pt idx="924">
                  <c:v>41908</c:v>
                </c:pt>
                <c:pt idx="925">
                  <c:v>41911</c:v>
                </c:pt>
                <c:pt idx="926">
                  <c:v>41912</c:v>
                </c:pt>
                <c:pt idx="927">
                  <c:v>41913</c:v>
                </c:pt>
                <c:pt idx="928">
                  <c:v>41914</c:v>
                </c:pt>
                <c:pt idx="929">
                  <c:v>41918</c:v>
                </c:pt>
                <c:pt idx="930">
                  <c:v>41919</c:v>
                </c:pt>
                <c:pt idx="931">
                  <c:v>41920</c:v>
                </c:pt>
                <c:pt idx="932">
                  <c:v>41922</c:v>
                </c:pt>
                <c:pt idx="933">
                  <c:v>41925</c:v>
                </c:pt>
                <c:pt idx="934">
                  <c:v>41926</c:v>
                </c:pt>
                <c:pt idx="935">
                  <c:v>41927</c:v>
                </c:pt>
                <c:pt idx="936">
                  <c:v>41928</c:v>
                </c:pt>
                <c:pt idx="937">
                  <c:v>41929</c:v>
                </c:pt>
                <c:pt idx="938">
                  <c:v>41932</c:v>
                </c:pt>
                <c:pt idx="939">
                  <c:v>41933</c:v>
                </c:pt>
                <c:pt idx="940">
                  <c:v>41934</c:v>
                </c:pt>
                <c:pt idx="941">
                  <c:v>41935</c:v>
                </c:pt>
                <c:pt idx="942">
                  <c:v>41936</c:v>
                </c:pt>
                <c:pt idx="943">
                  <c:v>41939</c:v>
                </c:pt>
                <c:pt idx="944">
                  <c:v>41940</c:v>
                </c:pt>
                <c:pt idx="945">
                  <c:v>41941</c:v>
                </c:pt>
                <c:pt idx="946">
                  <c:v>41942</c:v>
                </c:pt>
                <c:pt idx="947">
                  <c:v>41943</c:v>
                </c:pt>
                <c:pt idx="948">
                  <c:v>41946</c:v>
                </c:pt>
                <c:pt idx="949">
                  <c:v>41947</c:v>
                </c:pt>
                <c:pt idx="950">
                  <c:v>41948</c:v>
                </c:pt>
                <c:pt idx="951">
                  <c:v>41949</c:v>
                </c:pt>
                <c:pt idx="952">
                  <c:v>41950</c:v>
                </c:pt>
                <c:pt idx="953">
                  <c:v>41953</c:v>
                </c:pt>
                <c:pt idx="954">
                  <c:v>41954</c:v>
                </c:pt>
                <c:pt idx="955">
                  <c:v>41955</c:v>
                </c:pt>
                <c:pt idx="956">
                  <c:v>41956</c:v>
                </c:pt>
                <c:pt idx="957">
                  <c:v>41957</c:v>
                </c:pt>
                <c:pt idx="958">
                  <c:v>41960</c:v>
                </c:pt>
                <c:pt idx="959">
                  <c:v>41961</c:v>
                </c:pt>
                <c:pt idx="960">
                  <c:v>41962</c:v>
                </c:pt>
                <c:pt idx="961">
                  <c:v>41963</c:v>
                </c:pt>
                <c:pt idx="962">
                  <c:v>41964</c:v>
                </c:pt>
                <c:pt idx="963">
                  <c:v>41967</c:v>
                </c:pt>
                <c:pt idx="964">
                  <c:v>41968</c:v>
                </c:pt>
                <c:pt idx="965">
                  <c:v>41969</c:v>
                </c:pt>
                <c:pt idx="966">
                  <c:v>41970</c:v>
                </c:pt>
                <c:pt idx="967">
                  <c:v>41971</c:v>
                </c:pt>
                <c:pt idx="968">
                  <c:v>41974</c:v>
                </c:pt>
                <c:pt idx="969">
                  <c:v>41975</c:v>
                </c:pt>
                <c:pt idx="970">
                  <c:v>41976</c:v>
                </c:pt>
                <c:pt idx="971">
                  <c:v>41977</c:v>
                </c:pt>
                <c:pt idx="972">
                  <c:v>41978</c:v>
                </c:pt>
                <c:pt idx="973">
                  <c:v>41981</c:v>
                </c:pt>
                <c:pt idx="974">
                  <c:v>41982</c:v>
                </c:pt>
                <c:pt idx="975">
                  <c:v>41983</c:v>
                </c:pt>
                <c:pt idx="976">
                  <c:v>41984</c:v>
                </c:pt>
                <c:pt idx="977">
                  <c:v>41985</c:v>
                </c:pt>
                <c:pt idx="978">
                  <c:v>41988</c:v>
                </c:pt>
                <c:pt idx="979">
                  <c:v>41989</c:v>
                </c:pt>
                <c:pt idx="980">
                  <c:v>41990</c:v>
                </c:pt>
                <c:pt idx="981">
                  <c:v>41991</c:v>
                </c:pt>
                <c:pt idx="982">
                  <c:v>41992</c:v>
                </c:pt>
                <c:pt idx="983">
                  <c:v>41995</c:v>
                </c:pt>
                <c:pt idx="984">
                  <c:v>41996</c:v>
                </c:pt>
                <c:pt idx="985">
                  <c:v>41997</c:v>
                </c:pt>
                <c:pt idx="986">
                  <c:v>41999</c:v>
                </c:pt>
                <c:pt idx="987">
                  <c:v>42002</c:v>
                </c:pt>
                <c:pt idx="988">
                  <c:v>42003</c:v>
                </c:pt>
                <c:pt idx="989">
                  <c:v>42006</c:v>
                </c:pt>
                <c:pt idx="990">
                  <c:v>42009</c:v>
                </c:pt>
                <c:pt idx="991">
                  <c:v>42010</c:v>
                </c:pt>
                <c:pt idx="992">
                  <c:v>42011</c:v>
                </c:pt>
                <c:pt idx="993">
                  <c:v>42012</c:v>
                </c:pt>
                <c:pt idx="994">
                  <c:v>42013</c:v>
                </c:pt>
                <c:pt idx="995">
                  <c:v>42016</c:v>
                </c:pt>
                <c:pt idx="996">
                  <c:v>42017</c:v>
                </c:pt>
                <c:pt idx="997">
                  <c:v>42018</c:v>
                </c:pt>
                <c:pt idx="998">
                  <c:v>42019</c:v>
                </c:pt>
                <c:pt idx="999">
                  <c:v>42020</c:v>
                </c:pt>
                <c:pt idx="1000">
                  <c:v>42023</c:v>
                </c:pt>
                <c:pt idx="1001">
                  <c:v>42024</c:v>
                </c:pt>
                <c:pt idx="1002">
                  <c:v>42025</c:v>
                </c:pt>
                <c:pt idx="1003">
                  <c:v>42026</c:v>
                </c:pt>
                <c:pt idx="1004">
                  <c:v>42027</c:v>
                </c:pt>
                <c:pt idx="1005">
                  <c:v>42030</c:v>
                </c:pt>
                <c:pt idx="1006">
                  <c:v>42031</c:v>
                </c:pt>
                <c:pt idx="1007">
                  <c:v>42032</c:v>
                </c:pt>
                <c:pt idx="1008">
                  <c:v>42033</c:v>
                </c:pt>
                <c:pt idx="1009">
                  <c:v>42034</c:v>
                </c:pt>
                <c:pt idx="1010">
                  <c:v>42037</c:v>
                </c:pt>
                <c:pt idx="1011">
                  <c:v>42038</c:v>
                </c:pt>
                <c:pt idx="1012">
                  <c:v>42039</c:v>
                </c:pt>
                <c:pt idx="1013">
                  <c:v>42040</c:v>
                </c:pt>
                <c:pt idx="1014">
                  <c:v>42041</c:v>
                </c:pt>
                <c:pt idx="1015">
                  <c:v>42044</c:v>
                </c:pt>
                <c:pt idx="1016">
                  <c:v>42045</c:v>
                </c:pt>
                <c:pt idx="1017">
                  <c:v>42046</c:v>
                </c:pt>
                <c:pt idx="1018">
                  <c:v>42047</c:v>
                </c:pt>
                <c:pt idx="1019">
                  <c:v>42048</c:v>
                </c:pt>
                <c:pt idx="1020">
                  <c:v>42051</c:v>
                </c:pt>
                <c:pt idx="1021">
                  <c:v>42052</c:v>
                </c:pt>
                <c:pt idx="1022">
                  <c:v>42058</c:v>
                </c:pt>
                <c:pt idx="1023">
                  <c:v>42059</c:v>
                </c:pt>
                <c:pt idx="1024">
                  <c:v>42060</c:v>
                </c:pt>
                <c:pt idx="1025">
                  <c:v>42061</c:v>
                </c:pt>
                <c:pt idx="1026">
                  <c:v>42062</c:v>
                </c:pt>
                <c:pt idx="1027">
                  <c:v>42065</c:v>
                </c:pt>
                <c:pt idx="1028">
                  <c:v>42066</c:v>
                </c:pt>
                <c:pt idx="1029">
                  <c:v>42067</c:v>
                </c:pt>
                <c:pt idx="1030">
                  <c:v>42068</c:v>
                </c:pt>
                <c:pt idx="1031">
                  <c:v>42069</c:v>
                </c:pt>
                <c:pt idx="1032">
                  <c:v>42072</c:v>
                </c:pt>
                <c:pt idx="1033">
                  <c:v>42073</c:v>
                </c:pt>
                <c:pt idx="1034">
                  <c:v>42074</c:v>
                </c:pt>
                <c:pt idx="1035">
                  <c:v>42075</c:v>
                </c:pt>
                <c:pt idx="1036">
                  <c:v>42076</c:v>
                </c:pt>
                <c:pt idx="1037">
                  <c:v>42079</c:v>
                </c:pt>
                <c:pt idx="1038">
                  <c:v>42080</c:v>
                </c:pt>
                <c:pt idx="1039">
                  <c:v>42081</c:v>
                </c:pt>
                <c:pt idx="1040">
                  <c:v>42082</c:v>
                </c:pt>
                <c:pt idx="1041">
                  <c:v>42083</c:v>
                </c:pt>
                <c:pt idx="1042">
                  <c:v>42086</c:v>
                </c:pt>
                <c:pt idx="1043">
                  <c:v>42087</c:v>
                </c:pt>
                <c:pt idx="1044">
                  <c:v>42088</c:v>
                </c:pt>
                <c:pt idx="1045">
                  <c:v>42089</c:v>
                </c:pt>
                <c:pt idx="1046">
                  <c:v>42090</c:v>
                </c:pt>
                <c:pt idx="1047">
                  <c:v>42093</c:v>
                </c:pt>
                <c:pt idx="1048">
                  <c:v>42094</c:v>
                </c:pt>
                <c:pt idx="1049">
                  <c:v>42095</c:v>
                </c:pt>
                <c:pt idx="1050">
                  <c:v>42096</c:v>
                </c:pt>
                <c:pt idx="1051">
                  <c:v>42097</c:v>
                </c:pt>
                <c:pt idx="1052">
                  <c:v>42100</c:v>
                </c:pt>
                <c:pt idx="1053">
                  <c:v>42101</c:v>
                </c:pt>
                <c:pt idx="1054">
                  <c:v>42102</c:v>
                </c:pt>
                <c:pt idx="1055">
                  <c:v>42103</c:v>
                </c:pt>
                <c:pt idx="1056">
                  <c:v>42104</c:v>
                </c:pt>
                <c:pt idx="1057">
                  <c:v>42107</c:v>
                </c:pt>
                <c:pt idx="1058">
                  <c:v>42108</c:v>
                </c:pt>
                <c:pt idx="1059">
                  <c:v>42109</c:v>
                </c:pt>
                <c:pt idx="1060">
                  <c:v>42110</c:v>
                </c:pt>
                <c:pt idx="1061">
                  <c:v>42111</c:v>
                </c:pt>
                <c:pt idx="1062">
                  <c:v>42114</c:v>
                </c:pt>
                <c:pt idx="1063">
                  <c:v>42115</c:v>
                </c:pt>
                <c:pt idx="1064">
                  <c:v>42116</c:v>
                </c:pt>
                <c:pt idx="1065">
                  <c:v>42117</c:v>
                </c:pt>
                <c:pt idx="1066">
                  <c:v>42118</c:v>
                </c:pt>
                <c:pt idx="1067">
                  <c:v>42121</c:v>
                </c:pt>
                <c:pt idx="1068">
                  <c:v>42122</c:v>
                </c:pt>
                <c:pt idx="1069">
                  <c:v>42123</c:v>
                </c:pt>
                <c:pt idx="1070">
                  <c:v>42124</c:v>
                </c:pt>
                <c:pt idx="1071">
                  <c:v>42128</c:v>
                </c:pt>
                <c:pt idx="1072">
                  <c:v>42130</c:v>
                </c:pt>
                <c:pt idx="1073">
                  <c:v>42131</c:v>
                </c:pt>
                <c:pt idx="1074">
                  <c:v>42132</c:v>
                </c:pt>
                <c:pt idx="1075">
                  <c:v>42135</c:v>
                </c:pt>
                <c:pt idx="1076">
                  <c:v>42136</c:v>
                </c:pt>
                <c:pt idx="1077">
                  <c:v>42137</c:v>
                </c:pt>
                <c:pt idx="1078">
                  <c:v>42138</c:v>
                </c:pt>
                <c:pt idx="1079">
                  <c:v>42139</c:v>
                </c:pt>
                <c:pt idx="1080">
                  <c:v>42142</c:v>
                </c:pt>
                <c:pt idx="1081">
                  <c:v>42143</c:v>
                </c:pt>
                <c:pt idx="1082">
                  <c:v>42144</c:v>
                </c:pt>
                <c:pt idx="1083">
                  <c:v>42145</c:v>
                </c:pt>
                <c:pt idx="1084">
                  <c:v>42146</c:v>
                </c:pt>
                <c:pt idx="1085">
                  <c:v>42150</c:v>
                </c:pt>
                <c:pt idx="1086">
                  <c:v>42151</c:v>
                </c:pt>
                <c:pt idx="1087">
                  <c:v>42152</c:v>
                </c:pt>
                <c:pt idx="1088">
                  <c:v>42153</c:v>
                </c:pt>
                <c:pt idx="1089">
                  <c:v>42156</c:v>
                </c:pt>
                <c:pt idx="1090">
                  <c:v>42157</c:v>
                </c:pt>
                <c:pt idx="1091">
                  <c:v>42158</c:v>
                </c:pt>
                <c:pt idx="1092">
                  <c:v>42159</c:v>
                </c:pt>
                <c:pt idx="1093">
                  <c:v>42160</c:v>
                </c:pt>
                <c:pt idx="1094">
                  <c:v>42163</c:v>
                </c:pt>
                <c:pt idx="1095">
                  <c:v>42164</c:v>
                </c:pt>
                <c:pt idx="1096">
                  <c:v>42165</c:v>
                </c:pt>
                <c:pt idx="1097">
                  <c:v>42166</c:v>
                </c:pt>
                <c:pt idx="1098">
                  <c:v>42167</c:v>
                </c:pt>
                <c:pt idx="1099">
                  <c:v>42170</c:v>
                </c:pt>
                <c:pt idx="1100">
                  <c:v>42171</c:v>
                </c:pt>
                <c:pt idx="1101">
                  <c:v>42172</c:v>
                </c:pt>
                <c:pt idx="1102">
                  <c:v>42173</c:v>
                </c:pt>
                <c:pt idx="1103">
                  <c:v>42174</c:v>
                </c:pt>
                <c:pt idx="1104">
                  <c:v>42177</c:v>
                </c:pt>
                <c:pt idx="1105">
                  <c:v>42178</c:v>
                </c:pt>
                <c:pt idx="1106">
                  <c:v>42179</c:v>
                </c:pt>
                <c:pt idx="1107">
                  <c:v>42180</c:v>
                </c:pt>
                <c:pt idx="1108">
                  <c:v>42181</c:v>
                </c:pt>
                <c:pt idx="1109">
                  <c:v>42184</c:v>
                </c:pt>
                <c:pt idx="1110">
                  <c:v>42185</c:v>
                </c:pt>
                <c:pt idx="1111">
                  <c:v>42186</c:v>
                </c:pt>
                <c:pt idx="1112">
                  <c:v>42187</c:v>
                </c:pt>
                <c:pt idx="1113">
                  <c:v>42188</c:v>
                </c:pt>
                <c:pt idx="1114">
                  <c:v>42191</c:v>
                </c:pt>
                <c:pt idx="1115">
                  <c:v>42192</c:v>
                </c:pt>
                <c:pt idx="1116">
                  <c:v>42193</c:v>
                </c:pt>
                <c:pt idx="1117">
                  <c:v>42194</c:v>
                </c:pt>
                <c:pt idx="1118">
                  <c:v>42195</c:v>
                </c:pt>
                <c:pt idx="1119">
                  <c:v>42198</c:v>
                </c:pt>
                <c:pt idx="1120">
                  <c:v>42199</c:v>
                </c:pt>
                <c:pt idx="1121">
                  <c:v>42200</c:v>
                </c:pt>
                <c:pt idx="1122">
                  <c:v>42201</c:v>
                </c:pt>
                <c:pt idx="1123">
                  <c:v>42202</c:v>
                </c:pt>
                <c:pt idx="1124">
                  <c:v>42205</c:v>
                </c:pt>
                <c:pt idx="1125">
                  <c:v>42206</c:v>
                </c:pt>
                <c:pt idx="1126">
                  <c:v>42207</c:v>
                </c:pt>
                <c:pt idx="1127">
                  <c:v>42208</c:v>
                </c:pt>
                <c:pt idx="1128">
                  <c:v>42209</c:v>
                </c:pt>
                <c:pt idx="1129">
                  <c:v>42212</c:v>
                </c:pt>
                <c:pt idx="1130">
                  <c:v>42213</c:v>
                </c:pt>
                <c:pt idx="1131">
                  <c:v>42214</c:v>
                </c:pt>
                <c:pt idx="1132">
                  <c:v>42215</c:v>
                </c:pt>
                <c:pt idx="1133">
                  <c:v>42216</c:v>
                </c:pt>
                <c:pt idx="1134">
                  <c:v>42219</c:v>
                </c:pt>
                <c:pt idx="1135">
                  <c:v>42220</c:v>
                </c:pt>
                <c:pt idx="1136">
                  <c:v>42221</c:v>
                </c:pt>
                <c:pt idx="1137">
                  <c:v>42222</c:v>
                </c:pt>
                <c:pt idx="1138">
                  <c:v>42223</c:v>
                </c:pt>
                <c:pt idx="1139">
                  <c:v>42226</c:v>
                </c:pt>
                <c:pt idx="1140">
                  <c:v>42227</c:v>
                </c:pt>
                <c:pt idx="1141">
                  <c:v>42228</c:v>
                </c:pt>
                <c:pt idx="1142">
                  <c:v>42229</c:v>
                </c:pt>
                <c:pt idx="1143">
                  <c:v>42233</c:v>
                </c:pt>
                <c:pt idx="1144">
                  <c:v>42234</c:v>
                </c:pt>
                <c:pt idx="1145">
                  <c:v>42235</c:v>
                </c:pt>
                <c:pt idx="1146">
                  <c:v>42236</c:v>
                </c:pt>
                <c:pt idx="1147">
                  <c:v>42237</c:v>
                </c:pt>
                <c:pt idx="1148">
                  <c:v>42240</c:v>
                </c:pt>
                <c:pt idx="1149">
                  <c:v>42241</c:v>
                </c:pt>
                <c:pt idx="1150">
                  <c:v>42242</c:v>
                </c:pt>
                <c:pt idx="1151">
                  <c:v>42243</c:v>
                </c:pt>
                <c:pt idx="1152">
                  <c:v>42244</c:v>
                </c:pt>
                <c:pt idx="1153">
                  <c:v>42247</c:v>
                </c:pt>
                <c:pt idx="1154">
                  <c:v>42248</c:v>
                </c:pt>
                <c:pt idx="1155">
                  <c:v>42249</c:v>
                </c:pt>
                <c:pt idx="1156">
                  <c:v>42250</c:v>
                </c:pt>
                <c:pt idx="1157">
                  <c:v>42251</c:v>
                </c:pt>
                <c:pt idx="1158">
                  <c:v>42254</c:v>
                </c:pt>
                <c:pt idx="1159">
                  <c:v>42255</c:v>
                </c:pt>
                <c:pt idx="1160">
                  <c:v>42256</c:v>
                </c:pt>
                <c:pt idx="1161">
                  <c:v>42257</c:v>
                </c:pt>
                <c:pt idx="1162">
                  <c:v>42258</c:v>
                </c:pt>
                <c:pt idx="1163">
                  <c:v>42261</c:v>
                </c:pt>
                <c:pt idx="1164">
                  <c:v>42262</c:v>
                </c:pt>
                <c:pt idx="1165">
                  <c:v>42263</c:v>
                </c:pt>
                <c:pt idx="1166">
                  <c:v>42264</c:v>
                </c:pt>
                <c:pt idx="1167">
                  <c:v>42265</c:v>
                </c:pt>
                <c:pt idx="1168">
                  <c:v>42268</c:v>
                </c:pt>
                <c:pt idx="1169">
                  <c:v>42269</c:v>
                </c:pt>
                <c:pt idx="1170">
                  <c:v>42270</c:v>
                </c:pt>
                <c:pt idx="1171">
                  <c:v>42271</c:v>
                </c:pt>
                <c:pt idx="1172">
                  <c:v>42272</c:v>
                </c:pt>
                <c:pt idx="1173">
                  <c:v>42277</c:v>
                </c:pt>
                <c:pt idx="1174">
                  <c:v>42278</c:v>
                </c:pt>
                <c:pt idx="1175">
                  <c:v>42279</c:v>
                </c:pt>
                <c:pt idx="1176">
                  <c:v>42282</c:v>
                </c:pt>
                <c:pt idx="1177">
                  <c:v>42283</c:v>
                </c:pt>
                <c:pt idx="1178">
                  <c:v>42284</c:v>
                </c:pt>
                <c:pt idx="1179">
                  <c:v>42285</c:v>
                </c:pt>
                <c:pt idx="1180">
                  <c:v>42289</c:v>
                </c:pt>
                <c:pt idx="1181">
                  <c:v>42290</c:v>
                </c:pt>
                <c:pt idx="1182">
                  <c:v>42291</c:v>
                </c:pt>
                <c:pt idx="1183">
                  <c:v>42292</c:v>
                </c:pt>
                <c:pt idx="1184">
                  <c:v>42293</c:v>
                </c:pt>
                <c:pt idx="1185">
                  <c:v>42296</c:v>
                </c:pt>
                <c:pt idx="1186">
                  <c:v>42297</c:v>
                </c:pt>
                <c:pt idx="1187">
                  <c:v>42298</c:v>
                </c:pt>
                <c:pt idx="1188">
                  <c:v>42299</c:v>
                </c:pt>
                <c:pt idx="1189">
                  <c:v>42300</c:v>
                </c:pt>
                <c:pt idx="1190">
                  <c:v>42303</c:v>
                </c:pt>
                <c:pt idx="1191">
                  <c:v>42304</c:v>
                </c:pt>
                <c:pt idx="1192">
                  <c:v>42305</c:v>
                </c:pt>
                <c:pt idx="1193">
                  <c:v>42306</c:v>
                </c:pt>
                <c:pt idx="1194">
                  <c:v>42307</c:v>
                </c:pt>
                <c:pt idx="1195">
                  <c:v>42310</c:v>
                </c:pt>
                <c:pt idx="1196">
                  <c:v>42311</c:v>
                </c:pt>
                <c:pt idx="1197">
                  <c:v>42312</c:v>
                </c:pt>
                <c:pt idx="1198">
                  <c:v>42313</c:v>
                </c:pt>
                <c:pt idx="1199">
                  <c:v>42314</c:v>
                </c:pt>
                <c:pt idx="1200">
                  <c:v>42317</c:v>
                </c:pt>
                <c:pt idx="1201">
                  <c:v>42318</c:v>
                </c:pt>
                <c:pt idx="1202">
                  <c:v>42319</c:v>
                </c:pt>
                <c:pt idx="1203">
                  <c:v>42320</c:v>
                </c:pt>
                <c:pt idx="1204">
                  <c:v>42321</c:v>
                </c:pt>
                <c:pt idx="1205">
                  <c:v>42324</c:v>
                </c:pt>
                <c:pt idx="1206">
                  <c:v>42325</c:v>
                </c:pt>
                <c:pt idx="1207">
                  <c:v>42326</c:v>
                </c:pt>
                <c:pt idx="1208">
                  <c:v>42327</c:v>
                </c:pt>
                <c:pt idx="1209">
                  <c:v>42328</c:v>
                </c:pt>
                <c:pt idx="1210">
                  <c:v>42331</c:v>
                </c:pt>
                <c:pt idx="1211">
                  <c:v>42332</c:v>
                </c:pt>
                <c:pt idx="1212">
                  <c:v>42333</c:v>
                </c:pt>
                <c:pt idx="1213">
                  <c:v>42334</c:v>
                </c:pt>
                <c:pt idx="1214">
                  <c:v>42335</c:v>
                </c:pt>
                <c:pt idx="1215">
                  <c:v>42338</c:v>
                </c:pt>
                <c:pt idx="1216">
                  <c:v>42339</c:v>
                </c:pt>
                <c:pt idx="1217">
                  <c:v>42340</c:v>
                </c:pt>
                <c:pt idx="1218">
                  <c:v>42341</c:v>
                </c:pt>
                <c:pt idx="1219">
                  <c:v>42342</c:v>
                </c:pt>
                <c:pt idx="1220">
                  <c:v>42345</c:v>
                </c:pt>
                <c:pt idx="1221">
                  <c:v>42346</c:v>
                </c:pt>
                <c:pt idx="1222">
                  <c:v>42347</c:v>
                </c:pt>
                <c:pt idx="1223">
                  <c:v>42348</c:v>
                </c:pt>
                <c:pt idx="1224">
                  <c:v>42349</c:v>
                </c:pt>
                <c:pt idx="1225">
                  <c:v>42352</c:v>
                </c:pt>
                <c:pt idx="1226">
                  <c:v>42353</c:v>
                </c:pt>
                <c:pt idx="1227">
                  <c:v>42354</c:v>
                </c:pt>
                <c:pt idx="1228">
                  <c:v>42355</c:v>
                </c:pt>
                <c:pt idx="1229">
                  <c:v>42356</c:v>
                </c:pt>
                <c:pt idx="1230">
                  <c:v>42359</c:v>
                </c:pt>
                <c:pt idx="1231">
                  <c:v>42360</c:v>
                </c:pt>
                <c:pt idx="1232">
                  <c:v>42361</c:v>
                </c:pt>
                <c:pt idx="1233">
                  <c:v>42362</c:v>
                </c:pt>
                <c:pt idx="1234">
                  <c:v>42366</c:v>
                </c:pt>
                <c:pt idx="1235">
                  <c:v>42367</c:v>
                </c:pt>
                <c:pt idx="1236">
                  <c:v>42368</c:v>
                </c:pt>
                <c:pt idx="1237">
                  <c:v>42373</c:v>
                </c:pt>
                <c:pt idx="1238">
                  <c:v>42374</c:v>
                </c:pt>
                <c:pt idx="1239">
                  <c:v>42375</c:v>
                </c:pt>
                <c:pt idx="1240">
                  <c:v>42376</c:v>
                </c:pt>
                <c:pt idx="1241">
                  <c:v>42377</c:v>
                </c:pt>
                <c:pt idx="1242">
                  <c:v>42380</c:v>
                </c:pt>
                <c:pt idx="1243">
                  <c:v>42381</c:v>
                </c:pt>
                <c:pt idx="1244">
                  <c:v>42382</c:v>
                </c:pt>
                <c:pt idx="1245">
                  <c:v>42383</c:v>
                </c:pt>
                <c:pt idx="1246">
                  <c:v>42384</c:v>
                </c:pt>
                <c:pt idx="1247">
                  <c:v>42387</c:v>
                </c:pt>
                <c:pt idx="1248">
                  <c:v>42388</c:v>
                </c:pt>
                <c:pt idx="1249">
                  <c:v>42389</c:v>
                </c:pt>
                <c:pt idx="1250">
                  <c:v>42390</c:v>
                </c:pt>
                <c:pt idx="1251">
                  <c:v>42391</c:v>
                </c:pt>
                <c:pt idx="1252">
                  <c:v>42394</c:v>
                </c:pt>
                <c:pt idx="1253">
                  <c:v>42395</c:v>
                </c:pt>
                <c:pt idx="1254">
                  <c:v>42396</c:v>
                </c:pt>
                <c:pt idx="1255">
                  <c:v>42397</c:v>
                </c:pt>
                <c:pt idx="1256">
                  <c:v>42398</c:v>
                </c:pt>
                <c:pt idx="1257">
                  <c:v>42401</c:v>
                </c:pt>
                <c:pt idx="1258">
                  <c:v>42402</c:v>
                </c:pt>
                <c:pt idx="1259">
                  <c:v>42403</c:v>
                </c:pt>
                <c:pt idx="1260">
                  <c:v>42404</c:v>
                </c:pt>
                <c:pt idx="1261">
                  <c:v>42405</c:v>
                </c:pt>
                <c:pt idx="1262">
                  <c:v>42411</c:v>
                </c:pt>
                <c:pt idx="1263">
                  <c:v>42412</c:v>
                </c:pt>
                <c:pt idx="1264">
                  <c:v>42415</c:v>
                </c:pt>
                <c:pt idx="1265">
                  <c:v>42416</c:v>
                </c:pt>
                <c:pt idx="1266">
                  <c:v>42417</c:v>
                </c:pt>
                <c:pt idx="1267">
                  <c:v>42418</c:v>
                </c:pt>
                <c:pt idx="1268">
                  <c:v>42419</c:v>
                </c:pt>
                <c:pt idx="1269">
                  <c:v>42422</c:v>
                </c:pt>
                <c:pt idx="1270">
                  <c:v>42423</c:v>
                </c:pt>
                <c:pt idx="1271">
                  <c:v>42424</c:v>
                </c:pt>
                <c:pt idx="1272">
                  <c:v>42425</c:v>
                </c:pt>
                <c:pt idx="1273">
                  <c:v>42426</c:v>
                </c:pt>
                <c:pt idx="1274">
                  <c:v>42429</c:v>
                </c:pt>
                <c:pt idx="1275">
                  <c:v>42431</c:v>
                </c:pt>
                <c:pt idx="1276">
                  <c:v>42432</c:v>
                </c:pt>
                <c:pt idx="1277">
                  <c:v>42433</c:v>
                </c:pt>
                <c:pt idx="1278">
                  <c:v>42436</c:v>
                </c:pt>
                <c:pt idx="1279">
                  <c:v>42437</c:v>
                </c:pt>
                <c:pt idx="1280">
                  <c:v>42438</c:v>
                </c:pt>
                <c:pt idx="1281">
                  <c:v>42439</c:v>
                </c:pt>
                <c:pt idx="1282">
                  <c:v>42440</c:v>
                </c:pt>
                <c:pt idx="1283">
                  <c:v>42443</c:v>
                </c:pt>
                <c:pt idx="1284">
                  <c:v>42444</c:v>
                </c:pt>
                <c:pt idx="1285">
                  <c:v>42445</c:v>
                </c:pt>
                <c:pt idx="1286">
                  <c:v>42446</c:v>
                </c:pt>
                <c:pt idx="1287">
                  <c:v>42447</c:v>
                </c:pt>
                <c:pt idx="1288">
                  <c:v>42450</c:v>
                </c:pt>
                <c:pt idx="1289">
                  <c:v>42451</c:v>
                </c:pt>
                <c:pt idx="1290">
                  <c:v>42452</c:v>
                </c:pt>
                <c:pt idx="1291">
                  <c:v>42453</c:v>
                </c:pt>
                <c:pt idx="1292">
                  <c:v>42454</c:v>
                </c:pt>
                <c:pt idx="1293">
                  <c:v>42457</c:v>
                </c:pt>
                <c:pt idx="1294">
                  <c:v>42458</c:v>
                </c:pt>
                <c:pt idx="1295">
                  <c:v>42459</c:v>
                </c:pt>
                <c:pt idx="1296">
                  <c:v>42460</c:v>
                </c:pt>
                <c:pt idx="1297">
                  <c:v>42461</c:v>
                </c:pt>
                <c:pt idx="1298">
                  <c:v>42464</c:v>
                </c:pt>
                <c:pt idx="1299">
                  <c:v>42465</c:v>
                </c:pt>
                <c:pt idx="1300">
                  <c:v>42466</c:v>
                </c:pt>
                <c:pt idx="1301">
                  <c:v>42467</c:v>
                </c:pt>
                <c:pt idx="1302">
                  <c:v>42468</c:v>
                </c:pt>
                <c:pt idx="1303">
                  <c:v>42471</c:v>
                </c:pt>
                <c:pt idx="1304">
                  <c:v>42472</c:v>
                </c:pt>
                <c:pt idx="1305">
                  <c:v>42474</c:v>
                </c:pt>
                <c:pt idx="1306">
                  <c:v>42475</c:v>
                </c:pt>
                <c:pt idx="1307">
                  <c:v>42478</c:v>
                </c:pt>
                <c:pt idx="1308">
                  <c:v>42479</c:v>
                </c:pt>
                <c:pt idx="1309">
                  <c:v>42480</c:v>
                </c:pt>
                <c:pt idx="1310">
                  <c:v>42481</c:v>
                </c:pt>
                <c:pt idx="1311">
                  <c:v>42482</c:v>
                </c:pt>
                <c:pt idx="1312">
                  <c:v>42485</c:v>
                </c:pt>
                <c:pt idx="1313">
                  <c:v>42486</c:v>
                </c:pt>
                <c:pt idx="1314">
                  <c:v>42487</c:v>
                </c:pt>
                <c:pt idx="1315">
                  <c:v>42488</c:v>
                </c:pt>
                <c:pt idx="1316">
                  <c:v>42489</c:v>
                </c:pt>
                <c:pt idx="1317">
                  <c:v>42492</c:v>
                </c:pt>
                <c:pt idx="1318">
                  <c:v>42493</c:v>
                </c:pt>
                <c:pt idx="1319">
                  <c:v>42494</c:v>
                </c:pt>
                <c:pt idx="1320">
                  <c:v>42499</c:v>
                </c:pt>
                <c:pt idx="1321">
                  <c:v>42500</c:v>
                </c:pt>
                <c:pt idx="1322">
                  <c:v>42501</c:v>
                </c:pt>
                <c:pt idx="1323">
                  <c:v>42502</c:v>
                </c:pt>
                <c:pt idx="1324">
                  <c:v>42503</c:v>
                </c:pt>
                <c:pt idx="1325">
                  <c:v>42506</c:v>
                </c:pt>
                <c:pt idx="1326">
                  <c:v>42507</c:v>
                </c:pt>
                <c:pt idx="1327">
                  <c:v>42508</c:v>
                </c:pt>
                <c:pt idx="1328">
                  <c:v>42509</c:v>
                </c:pt>
                <c:pt idx="1329">
                  <c:v>42510</c:v>
                </c:pt>
                <c:pt idx="1330">
                  <c:v>42513</c:v>
                </c:pt>
                <c:pt idx="1331">
                  <c:v>42514</c:v>
                </c:pt>
                <c:pt idx="1332">
                  <c:v>42515</c:v>
                </c:pt>
                <c:pt idx="1333">
                  <c:v>42516</c:v>
                </c:pt>
                <c:pt idx="1334">
                  <c:v>42517</c:v>
                </c:pt>
                <c:pt idx="1335">
                  <c:v>42520</c:v>
                </c:pt>
                <c:pt idx="1336">
                  <c:v>42521</c:v>
                </c:pt>
                <c:pt idx="1337">
                  <c:v>42522</c:v>
                </c:pt>
                <c:pt idx="1338">
                  <c:v>42523</c:v>
                </c:pt>
                <c:pt idx="1339">
                  <c:v>42524</c:v>
                </c:pt>
                <c:pt idx="1340">
                  <c:v>42528</c:v>
                </c:pt>
                <c:pt idx="1341">
                  <c:v>42529</c:v>
                </c:pt>
                <c:pt idx="1342">
                  <c:v>42530</c:v>
                </c:pt>
                <c:pt idx="1343">
                  <c:v>42531</c:v>
                </c:pt>
                <c:pt idx="1344">
                  <c:v>42534</c:v>
                </c:pt>
                <c:pt idx="1345">
                  <c:v>42535</c:v>
                </c:pt>
                <c:pt idx="1346">
                  <c:v>42536</c:v>
                </c:pt>
                <c:pt idx="1347">
                  <c:v>42537</c:v>
                </c:pt>
                <c:pt idx="1348">
                  <c:v>42538</c:v>
                </c:pt>
                <c:pt idx="1349">
                  <c:v>42541</c:v>
                </c:pt>
                <c:pt idx="1350">
                  <c:v>42542</c:v>
                </c:pt>
                <c:pt idx="1351">
                  <c:v>42543</c:v>
                </c:pt>
                <c:pt idx="1352">
                  <c:v>42544</c:v>
                </c:pt>
                <c:pt idx="1353">
                  <c:v>42545</c:v>
                </c:pt>
                <c:pt idx="1354">
                  <c:v>42548</c:v>
                </c:pt>
                <c:pt idx="1355">
                  <c:v>42549</c:v>
                </c:pt>
                <c:pt idx="1356">
                  <c:v>42550</c:v>
                </c:pt>
                <c:pt idx="1357">
                  <c:v>42551</c:v>
                </c:pt>
                <c:pt idx="1358">
                  <c:v>42552</c:v>
                </c:pt>
                <c:pt idx="1359">
                  <c:v>42555</c:v>
                </c:pt>
                <c:pt idx="1360">
                  <c:v>42556</c:v>
                </c:pt>
                <c:pt idx="1361">
                  <c:v>42557</c:v>
                </c:pt>
                <c:pt idx="1362">
                  <c:v>42558</c:v>
                </c:pt>
                <c:pt idx="1363">
                  <c:v>42559</c:v>
                </c:pt>
                <c:pt idx="1364">
                  <c:v>42562</c:v>
                </c:pt>
                <c:pt idx="1365">
                  <c:v>42563</c:v>
                </c:pt>
                <c:pt idx="1366">
                  <c:v>42564</c:v>
                </c:pt>
                <c:pt idx="1367">
                  <c:v>42565</c:v>
                </c:pt>
                <c:pt idx="1368">
                  <c:v>42566</c:v>
                </c:pt>
                <c:pt idx="1369">
                  <c:v>42569</c:v>
                </c:pt>
                <c:pt idx="1370">
                  <c:v>42570</c:v>
                </c:pt>
                <c:pt idx="1371">
                  <c:v>42571</c:v>
                </c:pt>
                <c:pt idx="1372">
                  <c:v>42572</c:v>
                </c:pt>
                <c:pt idx="1373">
                  <c:v>42573</c:v>
                </c:pt>
                <c:pt idx="1374">
                  <c:v>42576</c:v>
                </c:pt>
                <c:pt idx="1375">
                  <c:v>42577</c:v>
                </c:pt>
                <c:pt idx="1376">
                  <c:v>42578</c:v>
                </c:pt>
                <c:pt idx="1377">
                  <c:v>42579</c:v>
                </c:pt>
                <c:pt idx="1378">
                  <c:v>42580</c:v>
                </c:pt>
                <c:pt idx="1379">
                  <c:v>42583</c:v>
                </c:pt>
                <c:pt idx="1380">
                  <c:v>42584</c:v>
                </c:pt>
                <c:pt idx="1381">
                  <c:v>42585</c:v>
                </c:pt>
                <c:pt idx="1382">
                  <c:v>42586</c:v>
                </c:pt>
                <c:pt idx="1383">
                  <c:v>42587</c:v>
                </c:pt>
                <c:pt idx="1384">
                  <c:v>42590</c:v>
                </c:pt>
                <c:pt idx="1385">
                  <c:v>42591</c:v>
                </c:pt>
                <c:pt idx="1386">
                  <c:v>42592</c:v>
                </c:pt>
                <c:pt idx="1387">
                  <c:v>42593</c:v>
                </c:pt>
                <c:pt idx="1388">
                  <c:v>42594</c:v>
                </c:pt>
                <c:pt idx="1389">
                  <c:v>42598</c:v>
                </c:pt>
                <c:pt idx="1390">
                  <c:v>42599</c:v>
                </c:pt>
                <c:pt idx="1391">
                  <c:v>42600</c:v>
                </c:pt>
                <c:pt idx="1392">
                  <c:v>42601</c:v>
                </c:pt>
                <c:pt idx="1393">
                  <c:v>42604</c:v>
                </c:pt>
                <c:pt idx="1394">
                  <c:v>42605</c:v>
                </c:pt>
                <c:pt idx="1395">
                  <c:v>42606</c:v>
                </c:pt>
                <c:pt idx="1396">
                  <c:v>42607</c:v>
                </c:pt>
                <c:pt idx="1397">
                  <c:v>42608</c:v>
                </c:pt>
                <c:pt idx="1398">
                  <c:v>42611</c:v>
                </c:pt>
                <c:pt idx="1399">
                  <c:v>42612</c:v>
                </c:pt>
                <c:pt idx="1400">
                  <c:v>42613</c:v>
                </c:pt>
                <c:pt idx="1401">
                  <c:v>42614</c:v>
                </c:pt>
                <c:pt idx="1402">
                  <c:v>42615</c:v>
                </c:pt>
                <c:pt idx="1403">
                  <c:v>42618</c:v>
                </c:pt>
                <c:pt idx="1404">
                  <c:v>42619</c:v>
                </c:pt>
                <c:pt idx="1405">
                  <c:v>42620</c:v>
                </c:pt>
                <c:pt idx="1406">
                  <c:v>42621</c:v>
                </c:pt>
                <c:pt idx="1407">
                  <c:v>42622</c:v>
                </c:pt>
                <c:pt idx="1408">
                  <c:v>42625</c:v>
                </c:pt>
                <c:pt idx="1409">
                  <c:v>42626</c:v>
                </c:pt>
                <c:pt idx="1410">
                  <c:v>42632</c:v>
                </c:pt>
                <c:pt idx="1411">
                  <c:v>42633</c:v>
                </c:pt>
                <c:pt idx="1412">
                  <c:v>42634</c:v>
                </c:pt>
                <c:pt idx="1413">
                  <c:v>42635</c:v>
                </c:pt>
                <c:pt idx="1414">
                  <c:v>42636</c:v>
                </c:pt>
                <c:pt idx="1415">
                  <c:v>42639</c:v>
                </c:pt>
                <c:pt idx="1416">
                  <c:v>42640</c:v>
                </c:pt>
                <c:pt idx="1417">
                  <c:v>42641</c:v>
                </c:pt>
                <c:pt idx="1418">
                  <c:v>42642</c:v>
                </c:pt>
                <c:pt idx="1419">
                  <c:v>42643</c:v>
                </c:pt>
                <c:pt idx="1420">
                  <c:v>42647</c:v>
                </c:pt>
                <c:pt idx="1421">
                  <c:v>42648</c:v>
                </c:pt>
                <c:pt idx="1422">
                  <c:v>42649</c:v>
                </c:pt>
                <c:pt idx="1423">
                  <c:v>42650</c:v>
                </c:pt>
                <c:pt idx="1424">
                  <c:v>42653</c:v>
                </c:pt>
                <c:pt idx="1425">
                  <c:v>42654</c:v>
                </c:pt>
                <c:pt idx="1426">
                  <c:v>42655</c:v>
                </c:pt>
                <c:pt idx="1427">
                  <c:v>42656</c:v>
                </c:pt>
                <c:pt idx="1428">
                  <c:v>42657</c:v>
                </c:pt>
                <c:pt idx="1429">
                  <c:v>42660</c:v>
                </c:pt>
                <c:pt idx="1430">
                  <c:v>42661</c:v>
                </c:pt>
                <c:pt idx="1431">
                  <c:v>42662</c:v>
                </c:pt>
                <c:pt idx="1432">
                  <c:v>42663</c:v>
                </c:pt>
                <c:pt idx="1433">
                  <c:v>42664</c:v>
                </c:pt>
                <c:pt idx="1434">
                  <c:v>42667</c:v>
                </c:pt>
                <c:pt idx="1435">
                  <c:v>42668</c:v>
                </c:pt>
                <c:pt idx="1436">
                  <c:v>42669</c:v>
                </c:pt>
                <c:pt idx="1437">
                  <c:v>42670</c:v>
                </c:pt>
                <c:pt idx="1438">
                  <c:v>42671</c:v>
                </c:pt>
                <c:pt idx="1439">
                  <c:v>42674</c:v>
                </c:pt>
                <c:pt idx="1440">
                  <c:v>42675</c:v>
                </c:pt>
                <c:pt idx="1441">
                  <c:v>42676</c:v>
                </c:pt>
                <c:pt idx="1442">
                  <c:v>42677</c:v>
                </c:pt>
                <c:pt idx="1443">
                  <c:v>42678</c:v>
                </c:pt>
                <c:pt idx="1444">
                  <c:v>42681</c:v>
                </c:pt>
                <c:pt idx="1445">
                  <c:v>42682</c:v>
                </c:pt>
                <c:pt idx="1446">
                  <c:v>42683</c:v>
                </c:pt>
                <c:pt idx="1447">
                  <c:v>42684</c:v>
                </c:pt>
                <c:pt idx="1448">
                  <c:v>42685</c:v>
                </c:pt>
                <c:pt idx="1449">
                  <c:v>42688</c:v>
                </c:pt>
                <c:pt idx="1450">
                  <c:v>42689</c:v>
                </c:pt>
                <c:pt idx="1451">
                  <c:v>42690</c:v>
                </c:pt>
                <c:pt idx="1452">
                  <c:v>42691</c:v>
                </c:pt>
                <c:pt idx="1453">
                  <c:v>42692</c:v>
                </c:pt>
                <c:pt idx="1454">
                  <c:v>42695</c:v>
                </c:pt>
                <c:pt idx="1455">
                  <c:v>42696</c:v>
                </c:pt>
                <c:pt idx="1456">
                  <c:v>42697</c:v>
                </c:pt>
                <c:pt idx="1457">
                  <c:v>42698</c:v>
                </c:pt>
                <c:pt idx="1458">
                  <c:v>42699</c:v>
                </c:pt>
                <c:pt idx="1459">
                  <c:v>42702</c:v>
                </c:pt>
                <c:pt idx="1460">
                  <c:v>42703</c:v>
                </c:pt>
                <c:pt idx="1461">
                  <c:v>42704</c:v>
                </c:pt>
                <c:pt idx="1462">
                  <c:v>42705</c:v>
                </c:pt>
                <c:pt idx="1463">
                  <c:v>42706</c:v>
                </c:pt>
                <c:pt idx="1464">
                  <c:v>42709</c:v>
                </c:pt>
                <c:pt idx="1465">
                  <c:v>42710</c:v>
                </c:pt>
                <c:pt idx="1466">
                  <c:v>42711</c:v>
                </c:pt>
                <c:pt idx="1467">
                  <c:v>42712</c:v>
                </c:pt>
                <c:pt idx="1468">
                  <c:v>42713</c:v>
                </c:pt>
                <c:pt idx="1469">
                  <c:v>42716</c:v>
                </c:pt>
                <c:pt idx="1470">
                  <c:v>42717</c:v>
                </c:pt>
                <c:pt idx="1471">
                  <c:v>42718</c:v>
                </c:pt>
                <c:pt idx="1472">
                  <c:v>42719</c:v>
                </c:pt>
                <c:pt idx="1473">
                  <c:v>42720</c:v>
                </c:pt>
                <c:pt idx="1474">
                  <c:v>42723</c:v>
                </c:pt>
                <c:pt idx="1475">
                  <c:v>42724</c:v>
                </c:pt>
                <c:pt idx="1476">
                  <c:v>42725</c:v>
                </c:pt>
                <c:pt idx="1477">
                  <c:v>42726</c:v>
                </c:pt>
                <c:pt idx="1478">
                  <c:v>42727</c:v>
                </c:pt>
                <c:pt idx="1479">
                  <c:v>42730</c:v>
                </c:pt>
                <c:pt idx="1480">
                  <c:v>42731</c:v>
                </c:pt>
                <c:pt idx="1481">
                  <c:v>42732</c:v>
                </c:pt>
                <c:pt idx="1482">
                  <c:v>42733</c:v>
                </c:pt>
                <c:pt idx="1483">
                  <c:v>42737</c:v>
                </c:pt>
                <c:pt idx="1484">
                  <c:v>42738</c:v>
                </c:pt>
                <c:pt idx="1485">
                  <c:v>42739</c:v>
                </c:pt>
                <c:pt idx="1486">
                  <c:v>42740</c:v>
                </c:pt>
                <c:pt idx="1487">
                  <c:v>42741</c:v>
                </c:pt>
                <c:pt idx="1488">
                  <c:v>42744</c:v>
                </c:pt>
                <c:pt idx="1489">
                  <c:v>42745</c:v>
                </c:pt>
                <c:pt idx="1490">
                  <c:v>42746</c:v>
                </c:pt>
                <c:pt idx="1491">
                  <c:v>42747</c:v>
                </c:pt>
                <c:pt idx="1492">
                  <c:v>42748</c:v>
                </c:pt>
                <c:pt idx="1493">
                  <c:v>42751</c:v>
                </c:pt>
                <c:pt idx="1494">
                  <c:v>42752</c:v>
                </c:pt>
                <c:pt idx="1495">
                  <c:v>42753</c:v>
                </c:pt>
                <c:pt idx="1496">
                  <c:v>42754</c:v>
                </c:pt>
                <c:pt idx="1497">
                  <c:v>42755</c:v>
                </c:pt>
                <c:pt idx="1498">
                  <c:v>42758</c:v>
                </c:pt>
                <c:pt idx="1499">
                  <c:v>42759</c:v>
                </c:pt>
                <c:pt idx="1500">
                  <c:v>42760</c:v>
                </c:pt>
                <c:pt idx="1501">
                  <c:v>42761</c:v>
                </c:pt>
                <c:pt idx="1502">
                  <c:v>42766</c:v>
                </c:pt>
                <c:pt idx="1503">
                  <c:v>42767</c:v>
                </c:pt>
                <c:pt idx="1504">
                  <c:v>42768</c:v>
                </c:pt>
                <c:pt idx="1505">
                  <c:v>42769</c:v>
                </c:pt>
                <c:pt idx="1506">
                  <c:v>42772</c:v>
                </c:pt>
                <c:pt idx="1507">
                  <c:v>42773</c:v>
                </c:pt>
                <c:pt idx="1508">
                  <c:v>42774</c:v>
                </c:pt>
                <c:pt idx="1509">
                  <c:v>42775</c:v>
                </c:pt>
                <c:pt idx="1510">
                  <c:v>42776</c:v>
                </c:pt>
                <c:pt idx="1511">
                  <c:v>42779</c:v>
                </c:pt>
                <c:pt idx="1512">
                  <c:v>42780</c:v>
                </c:pt>
                <c:pt idx="1513">
                  <c:v>42781</c:v>
                </c:pt>
                <c:pt idx="1514">
                  <c:v>42782</c:v>
                </c:pt>
                <c:pt idx="1515">
                  <c:v>42783</c:v>
                </c:pt>
                <c:pt idx="1516">
                  <c:v>42786</c:v>
                </c:pt>
                <c:pt idx="1517">
                  <c:v>42787</c:v>
                </c:pt>
                <c:pt idx="1518">
                  <c:v>42788</c:v>
                </c:pt>
                <c:pt idx="1519">
                  <c:v>42789</c:v>
                </c:pt>
                <c:pt idx="1520">
                  <c:v>42790</c:v>
                </c:pt>
                <c:pt idx="1521">
                  <c:v>42793</c:v>
                </c:pt>
                <c:pt idx="1522">
                  <c:v>42794</c:v>
                </c:pt>
                <c:pt idx="1523">
                  <c:v>42796</c:v>
                </c:pt>
                <c:pt idx="1524">
                  <c:v>42797</c:v>
                </c:pt>
                <c:pt idx="1525">
                  <c:v>42800</c:v>
                </c:pt>
                <c:pt idx="1526">
                  <c:v>42801</c:v>
                </c:pt>
                <c:pt idx="1527">
                  <c:v>42802</c:v>
                </c:pt>
                <c:pt idx="1528">
                  <c:v>42803</c:v>
                </c:pt>
                <c:pt idx="1529">
                  <c:v>42804</c:v>
                </c:pt>
                <c:pt idx="1530">
                  <c:v>42807</c:v>
                </c:pt>
                <c:pt idx="1531">
                  <c:v>42808</c:v>
                </c:pt>
                <c:pt idx="1532">
                  <c:v>42809</c:v>
                </c:pt>
                <c:pt idx="1533">
                  <c:v>42810</c:v>
                </c:pt>
                <c:pt idx="1534">
                  <c:v>42811</c:v>
                </c:pt>
                <c:pt idx="1535">
                  <c:v>42814</c:v>
                </c:pt>
                <c:pt idx="1536">
                  <c:v>42815</c:v>
                </c:pt>
                <c:pt idx="1537">
                  <c:v>42816</c:v>
                </c:pt>
                <c:pt idx="1538">
                  <c:v>42817</c:v>
                </c:pt>
                <c:pt idx="1539">
                  <c:v>42818</c:v>
                </c:pt>
                <c:pt idx="1540">
                  <c:v>42821</c:v>
                </c:pt>
                <c:pt idx="1541">
                  <c:v>42822</c:v>
                </c:pt>
                <c:pt idx="1542">
                  <c:v>42823</c:v>
                </c:pt>
                <c:pt idx="1543">
                  <c:v>42824</c:v>
                </c:pt>
                <c:pt idx="1544">
                  <c:v>42825</c:v>
                </c:pt>
                <c:pt idx="1545">
                  <c:v>42828</c:v>
                </c:pt>
                <c:pt idx="1546">
                  <c:v>42829</c:v>
                </c:pt>
                <c:pt idx="1547">
                  <c:v>42830</c:v>
                </c:pt>
                <c:pt idx="1548">
                  <c:v>42831</c:v>
                </c:pt>
                <c:pt idx="1549">
                  <c:v>42832</c:v>
                </c:pt>
                <c:pt idx="1550">
                  <c:v>42835</c:v>
                </c:pt>
                <c:pt idx="1551">
                  <c:v>42836</c:v>
                </c:pt>
                <c:pt idx="1552">
                  <c:v>42837</c:v>
                </c:pt>
                <c:pt idx="1553">
                  <c:v>42838</c:v>
                </c:pt>
                <c:pt idx="1554">
                  <c:v>42839</c:v>
                </c:pt>
                <c:pt idx="1555">
                  <c:v>42842</c:v>
                </c:pt>
                <c:pt idx="1556">
                  <c:v>42843</c:v>
                </c:pt>
                <c:pt idx="1557">
                  <c:v>42844</c:v>
                </c:pt>
                <c:pt idx="1558">
                  <c:v>42845</c:v>
                </c:pt>
                <c:pt idx="1559">
                  <c:v>42846</c:v>
                </c:pt>
                <c:pt idx="1560">
                  <c:v>42849</c:v>
                </c:pt>
                <c:pt idx="1561">
                  <c:v>42850</c:v>
                </c:pt>
                <c:pt idx="1562">
                  <c:v>42851</c:v>
                </c:pt>
                <c:pt idx="1563">
                  <c:v>42852</c:v>
                </c:pt>
                <c:pt idx="1564">
                  <c:v>42853</c:v>
                </c:pt>
                <c:pt idx="1565">
                  <c:v>42857</c:v>
                </c:pt>
                <c:pt idx="1566">
                  <c:v>42859</c:v>
                </c:pt>
                <c:pt idx="1567">
                  <c:v>42863</c:v>
                </c:pt>
                <c:pt idx="1568">
                  <c:v>42865</c:v>
                </c:pt>
                <c:pt idx="1569">
                  <c:v>42866</c:v>
                </c:pt>
                <c:pt idx="1570">
                  <c:v>42867</c:v>
                </c:pt>
                <c:pt idx="1571">
                  <c:v>42870</c:v>
                </c:pt>
                <c:pt idx="1572">
                  <c:v>42871</c:v>
                </c:pt>
                <c:pt idx="1573">
                  <c:v>42872</c:v>
                </c:pt>
                <c:pt idx="1574">
                  <c:v>42873</c:v>
                </c:pt>
                <c:pt idx="1575">
                  <c:v>42874</c:v>
                </c:pt>
                <c:pt idx="1576">
                  <c:v>42877</c:v>
                </c:pt>
                <c:pt idx="1577">
                  <c:v>42878</c:v>
                </c:pt>
                <c:pt idx="1578">
                  <c:v>42879</c:v>
                </c:pt>
                <c:pt idx="1579">
                  <c:v>42880</c:v>
                </c:pt>
                <c:pt idx="1580">
                  <c:v>42881</c:v>
                </c:pt>
                <c:pt idx="1581">
                  <c:v>42884</c:v>
                </c:pt>
                <c:pt idx="1582">
                  <c:v>42885</c:v>
                </c:pt>
                <c:pt idx="1583">
                  <c:v>42886</c:v>
                </c:pt>
                <c:pt idx="1584">
                  <c:v>42887</c:v>
                </c:pt>
                <c:pt idx="1585">
                  <c:v>42888</c:v>
                </c:pt>
                <c:pt idx="1586">
                  <c:v>42891</c:v>
                </c:pt>
                <c:pt idx="1587">
                  <c:v>42893</c:v>
                </c:pt>
                <c:pt idx="1588">
                  <c:v>42894</c:v>
                </c:pt>
                <c:pt idx="1589">
                  <c:v>42895</c:v>
                </c:pt>
                <c:pt idx="1590">
                  <c:v>42898</c:v>
                </c:pt>
                <c:pt idx="1591">
                  <c:v>42899</c:v>
                </c:pt>
                <c:pt idx="1592">
                  <c:v>42900</c:v>
                </c:pt>
                <c:pt idx="1593">
                  <c:v>42901</c:v>
                </c:pt>
                <c:pt idx="1594">
                  <c:v>42902</c:v>
                </c:pt>
                <c:pt idx="1595">
                  <c:v>42905</c:v>
                </c:pt>
                <c:pt idx="1596">
                  <c:v>42906</c:v>
                </c:pt>
                <c:pt idx="1597">
                  <c:v>42907</c:v>
                </c:pt>
                <c:pt idx="1598">
                  <c:v>42908</c:v>
                </c:pt>
                <c:pt idx="1599">
                  <c:v>42909</c:v>
                </c:pt>
                <c:pt idx="1600">
                  <c:v>42912</c:v>
                </c:pt>
                <c:pt idx="1601">
                  <c:v>42913</c:v>
                </c:pt>
                <c:pt idx="1602">
                  <c:v>42914</c:v>
                </c:pt>
                <c:pt idx="1603">
                  <c:v>42915</c:v>
                </c:pt>
                <c:pt idx="1604">
                  <c:v>42916</c:v>
                </c:pt>
                <c:pt idx="1605">
                  <c:v>42919</c:v>
                </c:pt>
                <c:pt idx="1606">
                  <c:v>42920</c:v>
                </c:pt>
                <c:pt idx="1607">
                  <c:v>42921</c:v>
                </c:pt>
                <c:pt idx="1608">
                  <c:v>42922</c:v>
                </c:pt>
                <c:pt idx="1609">
                  <c:v>42923</c:v>
                </c:pt>
                <c:pt idx="1610">
                  <c:v>42926</c:v>
                </c:pt>
                <c:pt idx="1611">
                  <c:v>42927</c:v>
                </c:pt>
                <c:pt idx="1612">
                  <c:v>42928</c:v>
                </c:pt>
                <c:pt idx="1613">
                  <c:v>42929</c:v>
                </c:pt>
                <c:pt idx="1614">
                  <c:v>42930</c:v>
                </c:pt>
                <c:pt idx="1615">
                  <c:v>42933</c:v>
                </c:pt>
                <c:pt idx="1616">
                  <c:v>42934</c:v>
                </c:pt>
                <c:pt idx="1617">
                  <c:v>42935</c:v>
                </c:pt>
                <c:pt idx="1618">
                  <c:v>42936</c:v>
                </c:pt>
                <c:pt idx="1619">
                  <c:v>42937</c:v>
                </c:pt>
                <c:pt idx="1620">
                  <c:v>42940</c:v>
                </c:pt>
                <c:pt idx="1621">
                  <c:v>42941</c:v>
                </c:pt>
                <c:pt idx="1622">
                  <c:v>42942</c:v>
                </c:pt>
                <c:pt idx="1623">
                  <c:v>42943</c:v>
                </c:pt>
                <c:pt idx="1624">
                  <c:v>42944</c:v>
                </c:pt>
                <c:pt idx="1625">
                  <c:v>42947</c:v>
                </c:pt>
                <c:pt idx="1626">
                  <c:v>42948</c:v>
                </c:pt>
                <c:pt idx="1627">
                  <c:v>42949</c:v>
                </c:pt>
                <c:pt idx="1628">
                  <c:v>42950</c:v>
                </c:pt>
                <c:pt idx="1629">
                  <c:v>42951</c:v>
                </c:pt>
                <c:pt idx="1630">
                  <c:v>42954</c:v>
                </c:pt>
                <c:pt idx="1631">
                  <c:v>42955</c:v>
                </c:pt>
                <c:pt idx="1632">
                  <c:v>42956</c:v>
                </c:pt>
                <c:pt idx="1633">
                  <c:v>42957</c:v>
                </c:pt>
                <c:pt idx="1634">
                  <c:v>42958</c:v>
                </c:pt>
                <c:pt idx="1635">
                  <c:v>42961</c:v>
                </c:pt>
                <c:pt idx="1636">
                  <c:v>42963</c:v>
                </c:pt>
                <c:pt idx="1637">
                  <c:v>42964</c:v>
                </c:pt>
                <c:pt idx="1638">
                  <c:v>42965</c:v>
                </c:pt>
                <c:pt idx="1639">
                  <c:v>42968</c:v>
                </c:pt>
                <c:pt idx="1640">
                  <c:v>42969</c:v>
                </c:pt>
                <c:pt idx="1641">
                  <c:v>42970</c:v>
                </c:pt>
                <c:pt idx="1642">
                  <c:v>42971</c:v>
                </c:pt>
                <c:pt idx="1643">
                  <c:v>42972</c:v>
                </c:pt>
                <c:pt idx="1644">
                  <c:v>42975</c:v>
                </c:pt>
                <c:pt idx="1645">
                  <c:v>42976</c:v>
                </c:pt>
                <c:pt idx="1646">
                  <c:v>42977</c:v>
                </c:pt>
                <c:pt idx="1647">
                  <c:v>42978</c:v>
                </c:pt>
                <c:pt idx="1648">
                  <c:v>42979</c:v>
                </c:pt>
                <c:pt idx="1649">
                  <c:v>42982</c:v>
                </c:pt>
                <c:pt idx="1650">
                  <c:v>42983</c:v>
                </c:pt>
                <c:pt idx="1651">
                  <c:v>42984</c:v>
                </c:pt>
                <c:pt idx="1652">
                  <c:v>42985</c:v>
                </c:pt>
                <c:pt idx="1653">
                  <c:v>42986</c:v>
                </c:pt>
                <c:pt idx="1654">
                  <c:v>42989</c:v>
                </c:pt>
                <c:pt idx="1655">
                  <c:v>42990</c:v>
                </c:pt>
                <c:pt idx="1656">
                  <c:v>42991</c:v>
                </c:pt>
                <c:pt idx="1657">
                  <c:v>42992</c:v>
                </c:pt>
                <c:pt idx="1658">
                  <c:v>42993</c:v>
                </c:pt>
                <c:pt idx="1659">
                  <c:v>42996</c:v>
                </c:pt>
                <c:pt idx="1660">
                  <c:v>42997</c:v>
                </c:pt>
                <c:pt idx="1661">
                  <c:v>42998</c:v>
                </c:pt>
                <c:pt idx="1662">
                  <c:v>42999</c:v>
                </c:pt>
                <c:pt idx="1663">
                  <c:v>43000</c:v>
                </c:pt>
                <c:pt idx="1664">
                  <c:v>43003</c:v>
                </c:pt>
                <c:pt idx="1665">
                  <c:v>43004</c:v>
                </c:pt>
                <c:pt idx="1666">
                  <c:v>43005</c:v>
                </c:pt>
                <c:pt idx="1667">
                  <c:v>43006</c:v>
                </c:pt>
                <c:pt idx="1668">
                  <c:v>43007</c:v>
                </c:pt>
                <c:pt idx="1669">
                  <c:v>43018</c:v>
                </c:pt>
                <c:pt idx="1670">
                  <c:v>43019</c:v>
                </c:pt>
                <c:pt idx="1671">
                  <c:v>43020</c:v>
                </c:pt>
                <c:pt idx="1672">
                  <c:v>43021</c:v>
                </c:pt>
                <c:pt idx="1673">
                  <c:v>43024</c:v>
                </c:pt>
                <c:pt idx="1674">
                  <c:v>43025</c:v>
                </c:pt>
                <c:pt idx="1675">
                  <c:v>43026</c:v>
                </c:pt>
                <c:pt idx="1676">
                  <c:v>43027</c:v>
                </c:pt>
                <c:pt idx="1677">
                  <c:v>43028</c:v>
                </c:pt>
                <c:pt idx="1678">
                  <c:v>43031</c:v>
                </c:pt>
                <c:pt idx="1679">
                  <c:v>43032</c:v>
                </c:pt>
                <c:pt idx="1680">
                  <c:v>43033</c:v>
                </c:pt>
                <c:pt idx="1681">
                  <c:v>43034</c:v>
                </c:pt>
                <c:pt idx="1682">
                  <c:v>43035</c:v>
                </c:pt>
                <c:pt idx="1683">
                  <c:v>43038</c:v>
                </c:pt>
                <c:pt idx="1684">
                  <c:v>43039</c:v>
                </c:pt>
                <c:pt idx="1685">
                  <c:v>43040</c:v>
                </c:pt>
                <c:pt idx="1686">
                  <c:v>43041</c:v>
                </c:pt>
                <c:pt idx="1687">
                  <c:v>43042</c:v>
                </c:pt>
                <c:pt idx="1688">
                  <c:v>43045</c:v>
                </c:pt>
                <c:pt idx="1689">
                  <c:v>43046</c:v>
                </c:pt>
                <c:pt idx="1690">
                  <c:v>43047</c:v>
                </c:pt>
                <c:pt idx="1691">
                  <c:v>43048</c:v>
                </c:pt>
                <c:pt idx="1692">
                  <c:v>43049</c:v>
                </c:pt>
                <c:pt idx="1693">
                  <c:v>43052</c:v>
                </c:pt>
                <c:pt idx="1694">
                  <c:v>43053</c:v>
                </c:pt>
                <c:pt idx="1695">
                  <c:v>43054</c:v>
                </c:pt>
                <c:pt idx="1696">
                  <c:v>43055</c:v>
                </c:pt>
                <c:pt idx="1697">
                  <c:v>43056</c:v>
                </c:pt>
                <c:pt idx="1698">
                  <c:v>43059</c:v>
                </c:pt>
                <c:pt idx="1699">
                  <c:v>43060</c:v>
                </c:pt>
                <c:pt idx="1700">
                  <c:v>43061</c:v>
                </c:pt>
                <c:pt idx="1701">
                  <c:v>43062</c:v>
                </c:pt>
                <c:pt idx="1702">
                  <c:v>43063</c:v>
                </c:pt>
                <c:pt idx="1703">
                  <c:v>43066</c:v>
                </c:pt>
                <c:pt idx="1704">
                  <c:v>43067</c:v>
                </c:pt>
                <c:pt idx="1705">
                  <c:v>43068</c:v>
                </c:pt>
                <c:pt idx="1706">
                  <c:v>43069</c:v>
                </c:pt>
                <c:pt idx="1707">
                  <c:v>43070</c:v>
                </c:pt>
                <c:pt idx="1708">
                  <c:v>43073</c:v>
                </c:pt>
                <c:pt idx="1709">
                  <c:v>43074</c:v>
                </c:pt>
                <c:pt idx="1710">
                  <c:v>43075</c:v>
                </c:pt>
                <c:pt idx="1711">
                  <c:v>43076</c:v>
                </c:pt>
                <c:pt idx="1712">
                  <c:v>43077</c:v>
                </c:pt>
                <c:pt idx="1713">
                  <c:v>43080</c:v>
                </c:pt>
                <c:pt idx="1714">
                  <c:v>43081</c:v>
                </c:pt>
                <c:pt idx="1715">
                  <c:v>43082</c:v>
                </c:pt>
                <c:pt idx="1716">
                  <c:v>43083</c:v>
                </c:pt>
                <c:pt idx="1717">
                  <c:v>43084</c:v>
                </c:pt>
                <c:pt idx="1718">
                  <c:v>43087</c:v>
                </c:pt>
                <c:pt idx="1719">
                  <c:v>43088</c:v>
                </c:pt>
                <c:pt idx="1720">
                  <c:v>43089</c:v>
                </c:pt>
                <c:pt idx="1721">
                  <c:v>43090</c:v>
                </c:pt>
                <c:pt idx="1722">
                  <c:v>43091</c:v>
                </c:pt>
                <c:pt idx="1723">
                  <c:v>43095</c:v>
                </c:pt>
                <c:pt idx="1724">
                  <c:v>43096</c:v>
                </c:pt>
                <c:pt idx="1725">
                  <c:v>43097</c:v>
                </c:pt>
                <c:pt idx="1726">
                  <c:v>43102</c:v>
                </c:pt>
                <c:pt idx="1727">
                  <c:v>43103</c:v>
                </c:pt>
                <c:pt idx="1728">
                  <c:v>43104</c:v>
                </c:pt>
                <c:pt idx="1729">
                  <c:v>43105</c:v>
                </c:pt>
                <c:pt idx="1730">
                  <c:v>43108</c:v>
                </c:pt>
                <c:pt idx="1731">
                  <c:v>43109</c:v>
                </c:pt>
                <c:pt idx="1732">
                  <c:v>43110</c:v>
                </c:pt>
                <c:pt idx="1733">
                  <c:v>43111</c:v>
                </c:pt>
                <c:pt idx="1734">
                  <c:v>43112</c:v>
                </c:pt>
                <c:pt idx="1735">
                  <c:v>43115</c:v>
                </c:pt>
                <c:pt idx="1736">
                  <c:v>43116</c:v>
                </c:pt>
                <c:pt idx="1737">
                  <c:v>43117</c:v>
                </c:pt>
                <c:pt idx="1738">
                  <c:v>43118</c:v>
                </c:pt>
                <c:pt idx="1739">
                  <c:v>43119</c:v>
                </c:pt>
                <c:pt idx="1740">
                  <c:v>43122</c:v>
                </c:pt>
                <c:pt idx="1741">
                  <c:v>43123</c:v>
                </c:pt>
                <c:pt idx="1742">
                  <c:v>43124</c:v>
                </c:pt>
                <c:pt idx="1743">
                  <c:v>43125</c:v>
                </c:pt>
                <c:pt idx="1744">
                  <c:v>43126</c:v>
                </c:pt>
                <c:pt idx="1745">
                  <c:v>43129</c:v>
                </c:pt>
                <c:pt idx="1746">
                  <c:v>43130</c:v>
                </c:pt>
                <c:pt idx="1747">
                  <c:v>43131</c:v>
                </c:pt>
                <c:pt idx="1748">
                  <c:v>43132</c:v>
                </c:pt>
                <c:pt idx="1749">
                  <c:v>43133</c:v>
                </c:pt>
                <c:pt idx="1750">
                  <c:v>43136</c:v>
                </c:pt>
                <c:pt idx="1751">
                  <c:v>43137</c:v>
                </c:pt>
                <c:pt idx="1752">
                  <c:v>43138</c:v>
                </c:pt>
                <c:pt idx="1753">
                  <c:v>43139</c:v>
                </c:pt>
                <c:pt idx="1754">
                  <c:v>43140</c:v>
                </c:pt>
                <c:pt idx="1755">
                  <c:v>43143</c:v>
                </c:pt>
                <c:pt idx="1756">
                  <c:v>43144</c:v>
                </c:pt>
                <c:pt idx="1757">
                  <c:v>43145</c:v>
                </c:pt>
                <c:pt idx="1758">
                  <c:v>43150</c:v>
                </c:pt>
                <c:pt idx="1759">
                  <c:v>43151</c:v>
                </c:pt>
                <c:pt idx="1760">
                  <c:v>43152</c:v>
                </c:pt>
                <c:pt idx="1761">
                  <c:v>43153</c:v>
                </c:pt>
                <c:pt idx="1762">
                  <c:v>43154</c:v>
                </c:pt>
                <c:pt idx="1763">
                  <c:v>43157</c:v>
                </c:pt>
                <c:pt idx="1764">
                  <c:v>43158</c:v>
                </c:pt>
                <c:pt idx="1765">
                  <c:v>43159</c:v>
                </c:pt>
                <c:pt idx="1766">
                  <c:v>43161</c:v>
                </c:pt>
                <c:pt idx="1767">
                  <c:v>43164</c:v>
                </c:pt>
                <c:pt idx="1768">
                  <c:v>43165</c:v>
                </c:pt>
                <c:pt idx="1769">
                  <c:v>43166</c:v>
                </c:pt>
                <c:pt idx="1770">
                  <c:v>43167</c:v>
                </c:pt>
                <c:pt idx="1771">
                  <c:v>43168</c:v>
                </c:pt>
                <c:pt idx="1772">
                  <c:v>43171</c:v>
                </c:pt>
                <c:pt idx="1773">
                  <c:v>43172</c:v>
                </c:pt>
                <c:pt idx="1774">
                  <c:v>43173</c:v>
                </c:pt>
                <c:pt idx="1775">
                  <c:v>43174</c:v>
                </c:pt>
                <c:pt idx="1776">
                  <c:v>43175</c:v>
                </c:pt>
                <c:pt idx="1777">
                  <c:v>43178</c:v>
                </c:pt>
                <c:pt idx="1778">
                  <c:v>43179</c:v>
                </c:pt>
                <c:pt idx="1779">
                  <c:v>43180</c:v>
                </c:pt>
                <c:pt idx="1780">
                  <c:v>43181</c:v>
                </c:pt>
                <c:pt idx="1781">
                  <c:v>43182</c:v>
                </c:pt>
                <c:pt idx="1782">
                  <c:v>43185</c:v>
                </c:pt>
                <c:pt idx="1783">
                  <c:v>43186</c:v>
                </c:pt>
                <c:pt idx="1784">
                  <c:v>43187</c:v>
                </c:pt>
                <c:pt idx="1785">
                  <c:v>43188</c:v>
                </c:pt>
                <c:pt idx="1786">
                  <c:v>43189</c:v>
                </c:pt>
                <c:pt idx="1787">
                  <c:v>43192</c:v>
                </c:pt>
                <c:pt idx="1788">
                  <c:v>43193</c:v>
                </c:pt>
                <c:pt idx="1789">
                  <c:v>43194</c:v>
                </c:pt>
                <c:pt idx="1790">
                  <c:v>43195</c:v>
                </c:pt>
                <c:pt idx="1791">
                  <c:v>43196</c:v>
                </c:pt>
                <c:pt idx="1792">
                  <c:v>43199</c:v>
                </c:pt>
                <c:pt idx="1793">
                  <c:v>43200</c:v>
                </c:pt>
                <c:pt idx="1794">
                  <c:v>43201</c:v>
                </c:pt>
                <c:pt idx="1795">
                  <c:v>43202</c:v>
                </c:pt>
                <c:pt idx="1796">
                  <c:v>43203</c:v>
                </c:pt>
                <c:pt idx="1797">
                  <c:v>43206</c:v>
                </c:pt>
                <c:pt idx="1798">
                  <c:v>43207</c:v>
                </c:pt>
                <c:pt idx="1799">
                  <c:v>43208</c:v>
                </c:pt>
                <c:pt idx="1800">
                  <c:v>43209</c:v>
                </c:pt>
                <c:pt idx="1801">
                  <c:v>43210</c:v>
                </c:pt>
                <c:pt idx="1802">
                  <c:v>43213</c:v>
                </c:pt>
                <c:pt idx="1803">
                  <c:v>43214</c:v>
                </c:pt>
                <c:pt idx="1804">
                  <c:v>43215</c:v>
                </c:pt>
                <c:pt idx="1805">
                  <c:v>43216</c:v>
                </c:pt>
                <c:pt idx="1806">
                  <c:v>43217</c:v>
                </c:pt>
                <c:pt idx="1807">
                  <c:v>43220</c:v>
                </c:pt>
                <c:pt idx="1808">
                  <c:v>43222</c:v>
                </c:pt>
                <c:pt idx="1809">
                  <c:v>43223</c:v>
                </c:pt>
                <c:pt idx="1810">
                  <c:v>43224</c:v>
                </c:pt>
                <c:pt idx="1811">
                  <c:v>43228</c:v>
                </c:pt>
                <c:pt idx="1812">
                  <c:v>43229</c:v>
                </c:pt>
                <c:pt idx="1813">
                  <c:v>43230</c:v>
                </c:pt>
                <c:pt idx="1814">
                  <c:v>43231</c:v>
                </c:pt>
                <c:pt idx="1815">
                  <c:v>43234</c:v>
                </c:pt>
                <c:pt idx="1816">
                  <c:v>43235</c:v>
                </c:pt>
                <c:pt idx="1817">
                  <c:v>43236</c:v>
                </c:pt>
                <c:pt idx="1818">
                  <c:v>43237</c:v>
                </c:pt>
                <c:pt idx="1819">
                  <c:v>43238</c:v>
                </c:pt>
                <c:pt idx="1820">
                  <c:v>43241</c:v>
                </c:pt>
                <c:pt idx="1821">
                  <c:v>43243</c:v>
                </c:pt>
                <c:pt idx="1822">
                  <c:v>43244</c:v>
                </c:pt>
                <c:pt idx="1823">
                  <c:v>43245</c:v>
                </c:pt>
                <c:pt idx="1824">
                  <c:v>43248</c:v>
                </c:pt>
                <c:pt idx="1825">
                  <c:v>43249</c:v>
                </c:pt>
                <c:pt idx="1826">
                  <c:v>43250</c:v>
                </c:pt>
                <c:pt idx="1827">
                  <c:v>43251</c:v>
                </c:pt>
                <c:pt idx="1828">
                  <c:v>43252</c:v>
                </c:pt>
                <c:pt idx="1829">
                  <c:v>43255</c:v>
                </c:pt>
                <c:pt idx="1830">
                  <c:v>43256</c:v>
                </c:pt>
                <c:pt idx="1831">
                  <c:v>43258</c:v>
                </c:pt>
                <c:pt idx="1832">
                  <c:v>43259</c:v>
                </c:pt>
                <c:pt idx="1833">
                  <c:v>43262</c:v>
                </c:pt>
                <c:pt idx="1834">
                  <c:v>43263</c:v>
                </c:pt>
                <c:pt idx="1835">
                  <c:v>43265</c:v>
                </c:pt>
                <c:pt idx="1836">
                  <c:v>43266</c:v>
                </c:pt>
                <c:pt idx="1837">
                  <c:v>43269</c:v>
                </c:pt>
                <c:pt idx="1838">
                  <c:v>43270</c:v>
                </c:pt>
                <c:pt idx="1839">
                  <c:v>43271</c:v>
                </c:pt>
                <c:pt idx="1840">
                  <c:v>43272</c:v>
                </c:pt>
                <c:pt idx="1841">
                  <c:v>43273</c:v>
                </c:pt>
                <c:pt idx="1842">
                  <c:v>43276</c:v>
                </c:pt>
                <c:pt idx="1843">
                  <c:v>43277</c:v>
                </c:pt>
                <c:pt idx="1844">
                  <c:v>43278</c:v>
                </c:pt>
                <c:pt idx="1845">
                  <c:v>43279</c:v>
                </c:pt>
                <c:pt idx="1846">
                  <c:v>43280</c:v>
                </c:pt>
                <c:pt idx="1847">
                  <c:v>43283</c:v>
                </c:pt>
                <c:pt idx="1848">
                  <c:v>43284</c:v>
                </c:pt>
                <c:pt idx="1849">
                  <c:v>43285</c:v>
                </c:pt>
                <c:pt idx="1850">
                  <c:v>43286</c:v>
                </c:pt>
                <c:pt idx="1851">
                  <c:v>43287</c:v>
                </c:pt>
                <c:pt idx="1852">
                  <c:v>43290</c:v>
                </c:pt>
                <c:pt idx="1853">
                  <c:v>43291</c:v>
                </c:pt>
                <c:pt idx="1854">
                  <c:v>43292</c:v>
                </c:pt>
                <c:pt idx="1855">
                  <c:v>43293</c:v>
                </c:pt>
                <c:pt idx="1856">
                  <c:v>43294</c:v>
                </c:pt>
                <c:pt idx="1857">
                  <c:v>43297</c:v>
                </c:pt>
                <c:pt idx="1858">
                  <c:v>43298</c:v>
                </c:pt>
                <c:pt idx="1859">
                  <c:v>43299</c:v>
                </c:pt>
                <c:pt idx="1860">
                  <c:v>43300</c:v>
                </c:pt>
                <c:pt idx="1861">
                  <c:v>43301</c:v>
                </c:pt>
                <c:pt idx="1862">
                  <c:v>43304</c:v>
                </c:pt>
                <c:pt idx="1863">
                  <c:v>43305</c:v>
                </c:pt>
                <c:pt idx="1864">
                  <c:v>43306</c:v>
                </c:pt>
                <c:pt idx="1865">
                  <c:v>43307</c:v>
                </c:pt>
                <c:pt idx="1866">
                  <c:v>43308</c:v>
                </c:pt>
                <c:pt idx="1867">
                  <c:v>43311</c:v>
                </c:pt>
                <c:pt idx="1868">
                  <c:v>43312</c:v>
                </c:pt>
                <c:pt idx="1869">
                  <c:v>43313</c:v>
                </c:pt>
                <c:pt idx="1870">
                  <c:v>43314</c:v>
                </c:pt>
                <c:pt idx="1871">
                  <c:v>43315</c:v>
                </c:pt>
                <c:pt idx="1872">
                  <c:v>43318</c:v>
                </c:pt>
                <c:pt idx="1873">
                  <c:v>43319</c:v>
                </c:pt>
                <c:pt idx="1874">
                  <c:v>43320</c:v>
                </c:pt>
                <c:pt idx="1875">
                  <c:v>43321</c:v>
                </c:pt>
                <c:pt idx="1876">
                  <c:v>43322</c:v>
                </c:pt>
                <c:pt idx="1877">
                  <c:v>43325</c:v>
                </c:pt>
                <c:pt idx="1878">
                  <c:v>43326</c:v>
                </c:pt>
                <c:pt idx="1879">
                  <c:v>43328</c:v>
                </c:pt>
                <c:pt idx="1880">
                  <c:v>43329</c:v>
                </c:pt>
                <c:pt idx="1881">
                  <c:v>43332</c:v>
                </c:pt>
                <c:pt idx="1882">
                  <c:v>43333</c:v>
                </c:pt>
                <c:pt idx="1883">
                  <c:v>43334</c:v>
                </c:pt>
                <c:pt idx="1884">
                  <c:v>43335</c:v>
                </c:pt>
                <c:pt idx="1885">
                  <c:v>43336</c:v>
                </c:pt>
                <c:pt idx="1886">
                  <c:v>43339</c:v>
                </c:pt>
                <c:pt idx="1887">
                  <c:v>43340</c:v>
                </c:pt>
                <c:pt idx="1888">
                  <c:v>43341</c:v>
                </c:pt>
                <c:pt idx="1889">
                  <c:v>43342</c:v>
                </c:pt>
                <c:pt idx="1890">
                  <c:v>43343</c:v>
                </c:pt>
                <c:pt idx="1891">
                  <c:v>43346</c:v>
                </c:pt>
                <c:pt idx="1892">
                  <c:v>43347</c:v>
                </c:pt>
                <c:pt idx="1893">
                  <c:v>43348</c:v>
                </c:pt>
                <c:pt idx="1894">
                  <c:v>43349</c:v>
                </c:pt>
                <c:pt idx="1895">
                  <c:v>43350</c:v>
                </c:pt>
                <c:pt idx="1896">
                  <c:v>43353</c:v>
                </c:pt>
                <c:pt idx="1897">
                  <c:v>43354</c:v>
                </c:pt>
                <c:pt idx="1898">
                  <c:v>43355</c:v>
                </c:pt>
                <c:pt idx="1899">
                  <c:v>43356</c:v>
                </c:pt>
                <c:pt idx="1900">
                  <c:v>43357</c:v>
                </c:pt>
                <c:pt idx="1901">
                  <c:v>43360</c:v>
                </c:pt>
                <c:pt idx="1902">
                  <c:v>43361</c:v>
                </c:pt>
                <c:pt idx="1903">
                  <c:v>43362</c:v>
                </c:pt>
                <c:pt idx="1904">
                  <c:v>43363</c:v>
                </c:pt>
                <c:pt idx="1905">
                  <c:v>43364</c:v>
                </c:pt>
                <c:pt idx="1906">
                  <c:v>43370</c:v>
                </c:pt>
                <c:pt idx="1907">
                  <c:v>43371</c:v>
                </c:pt>
                <c:pt idx="1908">
                  <c:v>43374</c:v>
                </c:pt>
                <c:pt idx="1909">
                  <c:v>43375</c:v>
                </c:pt>
                <c:pt idx="1910">
                  <c:v>43377</c:v>
                </c:pt>
                <c:pt idx="1911">
                  <c:v>43378</c:v>
                </c:pt>
                <c:pt idx="1912">
                  <c:v>43381</c:v>
                </c:pt>
                <c:pt idx="1913">
                  <c:v>43383</c:v>
                </c:pt>
                <c:pt idx="1914">
                  <c:v>43384</c:v>
                </c:pt>
                <c:pt idx="1915">
                  <c:v>43385</c:v>
                </c:pt>
                <c:pt idx="1916">
                  <c:v>43388</c:v>
                </c:pt>
                <c:pt idx="1917">
                  <c:v>43389</c:v>
                </c:pt>
                <c:pt idx="1918">
                  <c:v>43390</c:v>
                </c:pt>
                <c:pt idx="1919">
                  <c:v>43391</c:v>
                </c:pt>
                <c:pt idx="1920">
                  <c:v>43392</c:v>
                </c:pt>
                <c:pt idx="1921">
                  <c:v>43395</c:v>
                </c:pt>
                <c:pt idx="1922">
                  <c:v>43396</c:v>
                </c:pt>
                <c:pt idx="1923">
                  <c:v>43397</c:v>
                </c:pt>
                <c:pt idx="1924">
                  <c:v>43398</c:v>
                </c:pt>
                <c:pt idx="1925">
                  <c:v>43399</c:v>
                </c:pt>
                <c:pt idx="1926">
                  <c:v>43402</c:v>
                </c:pt>
                <c:pt idx="1927">
                  <c:v>43403</c:v>
                </c:pt>
                <c:pt idx="1928">
                  <c:v>43404</c:v>
                </c:pt>
                <c:pt idx="1929">
                  <c:v>43405</c:v>
                </c:pt>
                <c:pt idx="1930">
                  <c:v>43406</c:v>
                </c:pt>
                <c:pt idx="1931">
                  <c:v>43409</c:v>
                </c:pt>
                <c:pt idx="1932">
                  <c:v>43410</c:v>
                </c:pt>
                <c:pt idx="1933">
                  <c:v>43411</c:v>
                </c:pt>
                <c:pt idx="1934">
                  <c:v>43412</c:v>
                </c:pt>
                <c:pt idx="1935">
                  <c:v>43413</c:v>
                </c:pt>
                <c:pt idx="1936">
                  <c:v>43416</c:v>
                </c:pt>
                <c:pt idx="1937">
                  <c:v>43417</c:v>
                </c:pt>
                <c:pt idx="1938">
                  <c:v>43418</c:v>
                </c:pt>
                <c:pt idx="1939">
                  <c:v>43419</c:v>
                </c:pt>
                <c:pt idx="1940">
                  <c:v>43420</c:v>
                </c:pt>
                <c:pt idx="1941">
                  <c:v>43423</c:v>
                </c:pt>
                <c:pt idx="1942">
                  <c:v>43424</c:v>
                </c:pt>
                <c:pt idx="1943">
                  <c:v>43425</c:v>
                </c:pt>
                <c:pt idx="1944">
                  <c:v>43426</c:v>
                </c:pt>
                <c:pt idx="1945">
                  <c:v>43427</c:v>
                </c:pt>
                <c:pt idx="1946">
                  <c:v>43430</c:v>
                </c:pt>
                <c:pt idx="1947">
                  <c:v>43431</c:v>
                </c:pt>
                <c:pt idx="1948">
                  <c:v>43432</c:v>
                </c:pt>
                <c:pt idx="1949">
                  <c:v>43433</c:v>
                </c:pt>
                <c:pt idx="1950">
                  <c:v>43434</c:v>
                </c:pt>
                <c:pt idx="1951">
                  <c:v>43437</c:v>
                </c:pt>
                <c:pt idx="1952">
                  <c:v>43438</c:v>
                </c:pt>
                <c:pt idx="1953">
                  <c:v>43439</c:v>
                </c:pt>
                <c:pt idx="1954">
                  <c:v>43440</c:v>
                </c:pt>
                <c:pt idx="1955">
                  <c:v>43441</c:v>
                </c:pt>
                <c:pt idx="1956">
                  <c:v>43444</c:v>
                </c:pt>
                <c:pt idx="1957">
                  <c:v>43445</c:v>
                </c:pt>
                <c:pt idx="1958">
                  <c:v>43446</c:v>
                </c:pt>
                <c:pt idx="1959">
                  <c:v>43447</c:v>
                </c:pt>
                <c:pt idx="1960">
                  <c:v>43448</c:v>
                </c:pt>
                <c:pt idx="1961">
                  <c:v>43451</c:v>
                </c:pt>
                <c:pt idx="1962">
                  <c:v>43452</c:v>
                </c:pt>
                <c:pt idx="1963">
                  <c:v>43453</c:v>
                </c:pt>
                <c:pt idx="1964">
                  <c:v>43454</c:v>
                </c:pt>
                <c:pt idx="1965">
                  <c:v>43455</c:v>
                </c:pt>
                <c:pt idx="1966">
                  <c:v>43458</c:v>
                </c:pt>
                <c:pt idx="1967">
                  <c:v>43460</c:v>
                </c:pt>
                <c:pt idx="1968">
                  <c:v>43461</c:v>
                </c:pt>
                <c:pt idx="1969">
                  <c:v>43462</c:v>
                </c:pt>
                <c:pt idx="1970">
                  <c:v>43467</c:v>
                </c:pt>
                <c:pt idx="1971">
                  <c:v>43468</c:v>
                </c:pt>
                <c:pt idx="1972">
                  <c:v>43469</c:v>
                </c:pt>
                <c:pt idx="1973">
                  <c:v>43472</c:v>
                </c:pt>
                <c:pt idx="1974">
                  <c:v>43473</c:v>
                </c:pt>
                <c:pt idx="1975">
                  <c:v>43474</c:v>
                </c:pt>
                <c:pt idx="1976">
                  <c:v>43475</c:v>
                </c:pt>
                <c:pt idx="1977">
                  <c:v>43476</c:v>
                </c:pt>
                <c:pt idx="1978">
                  <c:v>43479</c:v>
                </c:pt>
                <c:pt idx="1979">
                  <c:v>43480</c:v>
                </c:pt>
                <c:pt idx="1980">
                  <c:v>43481</c:v>
                </c:pt>
                <c:pt idx="1981">
                  <c:v>43482</c:v>
                </c:pt>
                <c:pt idx="1982">
                  <c:v>43483</c:v>
                </c:pt>
                <c:pt idx="1983">
                  <c:v>43486</c:v>
                </c:pt>
                <c:pt idx="1984">
                  <c:v>43487</c:v>
                </c:pt>
                <c:pt idx="1985">
                  <c:v>43488</c:v>
                </c:pt>
                <c:pt idx="1986">
                  <c:v>43489</c:v>
                </c:pt>
                <c:pt idx="1987">
                  <c:v>43490</c:v>
                </c:pt>
                <c:pt idx="1988">
                  <c:v>43493</c:v>
                </c:pt>
                <c:pt idx="1989">
                  <c:v>43494</c:v>
                </c:pt>
                <c:pt idx="1990">
                  <c:v>43495</c:v>
                </c:pt>
                <c:pt idx="1991">
                  <c:v>43496</c:v>
                </c:pt>
                <c:pt idx="1992">
                  <c:v>43497</c:v>
                </c:pt>
                <c:pt idx="1993">
                  <c:v>43503</c:v>
                </c:pt>
                <c:pt idx="1994">
                  <c:v>43504</c:v>
                </c:pt>
                <c:pt idx="1995">
                  <c:v>43507</c:v>
                </c:pt>
                <c:pt idx="1996">
                  <c:v>43508</c:v>
                </c:pt>
                <c:pt idx="1997">
                  <c:v>43509</c:v>
                </c:pt>
                <c:pt idx="1998">
                  <c:v>43510</c:v>
                </c:pt>
                <c:pt idx="1999">
                  <c:v>43511</c:v>
                </c:pt>
                <c:pt idx="2000">
                  <c:v>43514</c:v>
                </c:pt>
                <c:pt idx="2001">
                  <c:v>43515</c:v>
                </c:pt>
                <c:pt idx="2002">
                  <c:v>43516</c:v>
                </c:pt>
                <c:pt idx="2003">
                  <c:v>43517</c:v>
                </c:pt>
                <c:pt idx="2004">
                  <c:v>43518</c:v>
                </c:pt>
                <c:pt idx="2005">
                  <c:v>43521</c:v>
                </c:pt>
                <c:pt idx="2006">
                  <c:v>43522</c:v>
                </c:pt>
                <c:pt idx="2007">
                  <c:v>43523</c:v>
                </c:pt>
                <c:pt idx="2008">
                  <c:v>43524</c:v>
                </c:pt>
                <c:pt idx="2009">
                  <c:v>43528</c:v>
                </c:pt>
                <c:pt idx="2010">
                  <c:v>43529</c:v>
                </c:pt>
                <c:pt idx="2011">
                  <c:v>43530</c:v>
                </c:pt>
                <c:pt idx="2012">
                  <c:v>43531</c:v>
                </c:pt>
                <c:pt idx="2013">
                  <c:v>43532</c:v>
                </c:pt>
                <c:pt idx="2014">
                  <c:v>43535</c:v>
                </c:pt>
                <c:pt idx="2015">
                  <c:v>43536</c:v>
                </c:pt>
                <c:pt idx="2016">
                  <c:v>43537</c:v>
                </c:pt>
                <c:pt idx="2017">
                  <c:v>43538</c:v>
                </c:pt>
                <c:pt idx="2018">
                  <c:v>43539</c:v>
                </c:pt>
                <c:pt idx="2019">
                  <c:v>43542</c:v>
                </c:pt>
                <c:pt idx="2020">
                  <c:v>43543</c:v>
                </c:pt>
                <c:pt idx="2021">
                  <c:v>43544</c:v>
                </c:pt>
                <c:pt idx="2022">
                  <c:v>43545</c:v>
                </c:pt>
                <c:pt idx="2023">
                  <c:v>43546</c:v>
                </c:pt>
                <c:pt idx="2024">
                  <c:v>43549</c:v>
                </c:pt>
                <c:pt idx="2025">
                  <c:v>43550</c:v>
                </c:pt>
                <c:pt idx="2026">
                  <c:v>43551</c:v>
                </c:pt>
                <c:pt idx="2027">
                  <c:v>43552</c:v>
                </c:pt>
                <c:pt idx="2028">
                  <c:v>43553</c:v>
                </c:pt>
                <c:pt idx="2029">
                  <c:v>43556</c:v>
                </c:pt>
                <c:pt idx="2030">
                  <c:v>43557</c:v>
                </c:pt>
                <c:pt idx="2031">
                  <c:v>43558</c:v>
                </c:pt>
                <c:pt idx="2032">
                  <c:v>43559</c:v>
                </c:pt>
                <c:pt idx="2033">
                  <c:v>43560</c:v>
                </c:pt>
                <c:pt idx="2034">
                  <c:v>43563</c:v>
                </c:pt>
                <c:pt idx="2035">
                  <c:v>43564</c:v>
                </c:pt>
                <c:pt idx="2036">
                  <c:v>43565</c:v>
                </c:pt>
                <c:pt idx="2037">
                  <c:v>43566</c:v>
                </c:pt>
                <c:pt idx="2038">
                  <c:v>43567</c:v>
                </c:pt>
                <c:pt idx="2039">
                  <c:v>43570</c:v>
                </c:pt>
                <c:pt idx="2040">
                  <c:v>43571</c:v>
                </c:pt>
                <c:pt idx="2041">
                  <c:v>43572</c:v>
                </c:pt>
                <c:pt idx="2042">
                  <c:v>43573</c:v>
                </c:pt>
                <c:pt idx="2043">
                  <c:v>43574</c:v>
                </c:pt>
                <c:pt idx="2044">
                  <c:v>43577</c:v>
                </c:pt>
                <c:pt idx="2045">
                  <c:v>43578</c:v>
                </c:pt>
                <c:pt idx="2046">
                  <c:v>43579</c:v>
                </c:pt>
                <c:pt idx="2047">
                  <c:v>43580</c:v>
                </c:pt>
                <c:pt idx="2048">
                  <c:v>43581</c:v>
                </c:pt>
                <c:pt idx="2049">
                  <c:v>43584</c:v>
                </c:pt>
                <c:pt idx="2050">
                  <c:v>43585</c:v>
                </c:pt>
                <c:pt idx="2051">
                  <c:v>43587</c:v>
                </c:pt>
                <c:pt idx="2052">
                  <c:v>43588</c:v>
                </c:pt>
                <c:pt idx="2053">
                  <c:v>43592</c:v>
                </c:pt>
                <c:pt idx="2054">
                  <c:v>43593</c:v>
                </c:pt>
                <c:pt idx="2055">
                  <c:v>43594</c:v>
                </c:pt>
                <c:pt idx="2056">
                  <c:v>43595</c:v>
                </c:pt>
                <c:pt idx="2057">
                  <c:v>43598</c:v>
                </c:pt>
                <c:pt idx="2058">
                  <c:v>43599</c:v>
                </c:pt>
                <c:pt idx="2059">
                  <c:v>43600</c:v>
                </c:pt>
                <c:pt idx="2060">
                  <c:v>43601</c:v>
                </c:pt>
                <c:pt idx="2061">
                  <c:v>43602</c:v>
                </c:pt>
                <c:pt idx="2062">
                  <c:v>43605</c:v>
                </c:pt>
                <c:pt idx="2063">
                  <c:v>43606</c:v>
                </c:pt>
                <c:pt idx="2064">
                  <c:v>43607</c:v>
                </c:pt>
                <c:pt idx="2065">
                  <c:v>43608</c:v>
                </c:pt>
                <c:pt idx="2066">
                  <c:v>43609</c:v>
                </c:pt>
                <c:pt idx="2067">
                  <c:v>43612</c:v>
                </c:pt>
                <c:pt idx="2068">
                  <c:v>43613</c:v>
                </c:pt>
                <c:pt idx="2069">
                  <c:v>43614</c:v>
                </c:pt>
                <c:pt idx="2070">
                  <c:v>43615</c:v>
                </c:pt>
                <c:pt idx="2071">
                  <c:v>43616</c:v>
                </c:pt>
                <c:pt idx="2072">
                  <c:v>43619</c:v>
                </c:pt>
                <c:pt idx="2073">
                  <c:v>43620</c:v>
                </c:pt>
                <c:pt idx="2074">
                  <c:v>43621</c:v>
                </c:pt>
                <c:pt idx="2075">
                  <c:v>43623</c:v>
                </c:pt>
                <c:pt idx="2076">
                  <c:v>43626</c:v>
                </c:pt>
                <c:pt idx="2077">
                  <c:v>43627</c:v>
                </c:pt>
                <c:pt idx="2078">
                  <c:v>43628</c:v>
                </c:pt>
                <c:pt idx="2079">
                  <c:v>43629</c:v>
                </c:pt>
                <c:pt idx="2080">
                  <c:v>43630</c:v>
                </c:pt>
                <c:pt idx="2081">
                  <c:v>43633</c:v>
                </c:pt>
                <c:pt idx="2082">
                  <c:v>43634</c:v>
                </c:pt>
                <c:pt idx="2083">
                  <c:v>43635</c:v>
                </c:pt>
                <c:pt idx="2084">
                  <c:v>43636</c:v>
                </c:pt>
                <c:pt idx="2085">
                  <c:v>43637</c:v>
                </c:pt>
                <c:pt idx="2086">
                  <c:v>43640</c:v>
                </c:pt>
                <c:pt idx="2087">
                  <c:v>43641</c:v>
                </c:pt>
                <c:pt idx="2088">
                  <c:v>43642</c:v>
                </c:pt>
                <c:pt idx="2089">
                  <c:v>43643</c:v>
                </c:pt>
                <c:pt idx="2090">
                  <c:v>43644</c:v>
                </c:pt>
                <c:pt idx="2091">
                  <c:v>43647</c:v>
                </c:pt>
                <c:pt idx="2092">
                  <c:v>43648</c:v>
                </c:pt>
                <c:pt idx="2093">
                  <c:v>43649</c:v>
                </c:pt>
                <c:pt idx="2094">
                  <c:v>43650</c:v>
                </c:pt>
                <c:pt idx="2095">
                  <c:v>43651</c:v>
                </c:pt>
                <c:pt idx="2096">
                  <c:v>43654</c:v>
                </c:pt>
                <c:pt idx="2097">
                  <c:v>43655</c:v>
                </c:pt>
                <c:pt idx="2098">
                  <c:v>43656</c:v>
                </c:pt>
                <c:pt idx="2099">
                  <c:v>43657</c:v>
                </c:pt>
                <c:pt idx="2100">
                  <c:v>43658</c:v>
                </c:pt>
                <c:pt idx="2101">
                  <c:v>43661</c:v>
                </c:pt>
                <c:pt idx="2102">
                  <c:v>43662</c:v>
                </c:pt>
                <c:pt idx="2103">
                  <c:v>43663</c:v>
                </c:pt>
                <c:pt idx="2104">
                  <c:v>43664</c:v>
                </c:pt>
                <c:pt idx="2105">
                  <c:v>43665</c:v>
                </c:pt>
                <c:pt idx="2106">
                  <c:v>43668</c:v>
                </c:pt>
                <c:pt idx="2107">
                  <c:v>43669</c:v>
                </c:pt>
                <c:pt idx="2108">
                  <c:v>43670</c:v>
                </c:pt>
                <c:pt idx="2109">
                  <c:v>43671</c:v>
                </c:pt>
                <c:pt idx="2110">
                  <c:v>43672</c:v>
                </c:pt>
                <c:pt idx="2111">
                  <c:v>43675</c:v>
                </c:pt>
                <c:pt idx="2112">
                  <c:v>43676</c:v>
                </c:pt>
                <c:pt idx="2113">
                  <c:v>43677</c:v>
                </c:pt>
                <c:pt idx="2114">
                  <c:v>43678</c:v>
                </c:pt>
                <c:pt idx="2115">
                  <c:v>43679</c:v>
                </c:pt>
                <c:pt idx="2116">
                  <c:v>43682</c:v>
                </c:pt>
                <c:pt idx="2117">
                  <c:v>43683</c:v>
                </c:pt>
                <c:pt idx="2118">
                  <c:v>43684</c:v>
                </c:pt>
                <c:pt idx="2119">
                  <c:v>43685</c:v>
                </c:pt>
                <c:pt idx="2120">
                  <c:v>43686</c:v>
                </c:pt>
                <c:pt idx="2121">
                  <c:v>43689</c:v>
                </c:pt>
                <c:pt idx="2122">
                  <c:v>43690</c:v>
                </c:pt>
                <c:pt idx="2123">
                  <c:v>43691</c:v>
                </c:pt>
                <c:pt idx="2124">
                  <c:v>43693</c:v>
                </c:pt>
                <c:pt idx="2125">
                  <c:v>43696</c:v>
                </c:pt>
                <c:pt idx="2126">
                  <c:v>43697</c:v>
                </c:pt>
                <c:pt idx="2127">
                  <c:v>43698</c:v>
                </c:pt>
                <c:pt idx="2128">
                  <c:v>43699</c:v>
                </c:pt>
                <c:pt idx="2129">
                  <c:v>43700</c:v>
                </c:pt>
                <c:pt idx="2130">
                  <c:v>43703</c:v>
                </c:pt>
                <c:pt idx="2131">
                  <c:v>43704</c:v>
                </c:pt>
                <c:pt idx="2132">
                  <c:v>43705</c:v>
                </c:pt>
                <c:pt idx="2133">
                  <c:v>43706</c:v>
                </c:pt>
                <c:pt idx="2134">
                  <c:v>43707</c:v>
                </c:pt>
                <c:pt idx="2135">
                  <c:v>43710</c:v>
                </c:pt>
                <c:pt idx="2136">
                  <c:v>43711</c:v>
                </c:pt>
                <c:pt idx="2137">
                  <c:v>43712</c:v>
                </c:pt>
                <c:pt idx="2138">
                  <c:v>43713</c:v>
                </c:pt>
                <c:pt idx="2139">
                  <c:v>43714</c:v>
                </c:pt>
                <c:pt idx="2140">
                  <c:v>43717</c:v>
                </c:pt>
                <c:pt idx="2141">
                  <c:v>43718</c:v>
                </c:pt>
                <c:pt idx="2142">
                  <c:v>43719</c:v>
                </c:pt>
                <c:pt idx="2143">
                  <c:v>43724</c:v>
                </c:pt>
                <c:pt idx="2144">
                  <c:v>43725</c:v>
                </c:pt>
                <c:pt idx="2145">
                  <c:v>43726</c:v>
                </c:pt>
                <c:pt idx="2146">
                  <c:v>43727</c:v>
                </c:pt>
                <c:pt idx="2147">
                  <c:v>43728</c:v>
                </c:pt>
                <c:pt idx="2148">
                  <c:v>43731</c:v>
                </c:pt>
                <c:pt idx="2149">
                  <c:v>43732</c:v>
                </c:pt>
                <c:pt idx="2150">
                  <c:v>43733</c:v>
                </c:pt>
                <c:pt idx="2151">
                  <c:v>43734</c:v>
                </c:pt>
                <c:pt idx="2152">
                  <c:v>43735</c:v>
                </c:pt>
                <c:pt idx="2153">
                  <c:v>43738</c:v>
                </c:pt>
                <c:pt idx="2154">
                  <c:v>43739</c:v>
                </c:pt>
                <c:pt idx="2155">
                  <c:v>43740</c:v>
                </c:pt>
                <c:pt idx="2156">
                  <c:v>43742</c:v>
                </c:pt>
                <c:pt idx="2157">
                  <c:v>43745</c:v>
                </c:pt>
                <c:pt idx="2158">
                  <c:v>43746</c:v>
                </c:pt>
                <c:pt idx="2159">
                  <c:v>43748</c:v>
                </c:pt>
                <c:pt idx="2160">
                  <c:v>43749</c:v>
                </c:pt>
                <c:pt idx="2161">
                  <c:v>43752</c:v>
                </c:pt>
                <c:pt idx="2162">
                  <c:v>43753</c:v>
                </c:pt>
                <c:pt idx="2163">
                  <c:v>43754</c:v>
                </c:pt>
                <c:pt idx="2164">
                  <c:v>43755</c:v>
                </c:pt>
                <c:pt idx="2165">
                  <c:v>43756</c:v>
                </c:pt>
                <c:pt idx="2166">
                  <c:v>43759</c:v>
                </c:pt>
                <c:pt idx="2167">
                  <c:v>43760</c:v>
                </c:pt>
                <c:pt idx="2168">
                  <c:v>43761</c:v>
                </c:pt>
                <c:pt idx="2169">
                  <c:v>43762</c:v>
                </c:pt>
                <c:pt idx="2170">
                  <c:v>43763</c:v>
                </c:pt>
                <c:pt idx="2171">
                  <c:v>43766</c:v>
                </c:pt>
                <c:pt idx="2172">
                  <c:v>43767</c:v>
                </c:pt>
                <c:pt idx="2173">
                  <c:v>43768</c:v>
                </c:pt>
                <c:pt idx="2174">
                  <c:v>43769</c:v>
                </c:pt>
                <c:pt idx="2175">
                  <c:v>43770</c:v>
                </c:pt>
                <c:pt idx="2176">
                  <c:v>43773</c:v>
                </c:pt>
                <c:pt idx="2177">
                  <c:v>43774</c:v>
                </c:pt>
                <c:pt idx="2178">
                  <c:v>43775</c:v>
                </c:pt>
                <c:pt idx="2179">
                  <c:v>43776</c:v>
                </c:pt>
                <c:pt idx="2180">
                  <c:v>43777</c:v>
                </c:pt>
                <c:pt idx="2181">
                  <c:v>43780</c:v>
                </c:pt>
                <c:pt idx="2182">
                  <c:v>43781</c:v>
                </c:pt>
                <c:pt idx="2183">
                  <c:v>43782</c:v>
                </c:pt>
                <c:pt idx="2184">
                  <c:v>43783</c:v>
                </c:pt>
                <c:pt idx="2185">
                  <c:v>43784</c:v>
                </c:pt>
                <c:pt idx="2186">
                  <c:v>43787</c:v>
                </c:pt>
                <c:pt idx="2187">
                  <c:v>43788</c:v>
                </c:pt>
                <c:pt idx="2188">
                  <c:v>43789</c:v>
                </c:pt>
                <c:pt idx="2189">
                  <c:v>43790</c:v>
                </c:pt>
                <c:pt idx="2190">
                  <c:v>43791</c:v>
                </c:pt>
                <c:pt idx="2191">
                  <c:v>43794</c:v>
                </c:pt>
                <c:pt idx="2192">
                  <c:v>43795</c:v>
                </c:pt>
                <c:pt idx="2193">
                  <c:v>43796</c:v>
                </c:pt>
                <c:pt idx="2194">
                  <c:v>43797</c:v>
                </c:pt>
                <c:pt idx="2195">
                  <c:v>43798</c:v>
                </c:pt>
                <c:pt idx="2196">
                  <c:v>43801</c:v>
                </c:pt>
                <c:pt idx="2197">
                  <c:v>43802</c:v>
                </c:pt>
                <c:pt idx="2198">
                  <c:v>43803</c:v>
                </c:pt>
                <c:pt idx="2199">
                  <c:v>43804</c:v>
                </c:pt>
                <c:pt idx="2200">
                  <c:v>43805</c:v>
                </c:pt>
                <c:pt idx="2201">
                  <c:v>43808</c:v>
                </c:pt>
                <c:pt idx="2202">
                  <c:v>43809</c:v>
                </c:pt>
                <c:pt idx="2203">
                  <c:v>43810</c:v>
                </c:pt>
                <c:pt idx="2204">
                  <c:v>43811</c:v>
                </c:pt>
                <c:pt idx="2205">
                  <c:v>43812</c:v>
                </c:pt>
                <c:pt idx="2206">
                  <c:v>43815</c:v>
                </c:pt>
                <c:pt idx="2207">
                  <c:v>43816</c:v>
                </c:pt>
                <c:pt idx="2208">
                  <c:v>43817</c:v>
                </c:pt>
                <c:pt idx="2209">
                  <c:v>43818</c:v>
                </c:pt>
                <c:pt idx="2210">
                  <c:v>43819</c:v>
                </c:pt>
                <c:pt idx="2211">
                  <c:v>43822</c:v>
                </c:pt>
                <c:pt idx="2212">
                  <c:v>43823</c:v>
                </c:pt>
                <c:pt idx="2213">
                  <c:v>43825</c:v>
                </c:pt>
                <c:pt idx="2214">
                  <c:v>43826</c:v>
                </c:pt>
                <c:pt idx="2215">
                  <c:v>43829</c:v>
                </c:pt>
                <c:pt idx="2216">
                  <c:v>43832</c:v>
                </c:pt>
                <c:pt idx="2217">
                  <c:v>43833</c:v>
                </c:pt>
                <c:pt idx="2218">
                  <c:v>43836</c:v>
                </c:pt>
                <c:pt idx="2219">
                  <c:v>43837</c:v>
                </c:pt>
                <c:pt idx="2220">
                  <c:v>43838</c:v>
                </c:pt>
                <c:pt idx="2221">
                  <c:v>43839</c:v>
                </c:pt>
                <c:pt idx="2222">
                  <c:v>43840</c:v>
                </c:pt>
                <c:pt idx="2223">
                  <c:v>43843</c:v>
                </c:pt>
                <c:pt idx="2224">
                  <c:v>43844</c:v>
                </c:pt>
                <c:pt idx="2225">
                  <c:v>43845</c:v>
                </c:pt>
                <c:pt idx="2226">
                  <c:v>43846</c:v>
                </c:pt>
                <c:pt idx="2227">
                  <c:v>43847</c:v>
                </c:pt>
                <c:pt idx="2228">
                  <c:v>43850</c:v>
                </c:pt>
                <c:pt idx="2229">
                  <c:v>43851</c:v>
                </c:pt>
                <c:pt idx="2230">
                  <c:v>43852</c:v>
                </c:pt>
                <c:pt idx="2231">
                  <c:v>43853</c:v>
                </c:pt>
                <c:pt idx="2232">
                  <c:v>43858</c:v>
                </c:pt>
                <c:pt idx="2233">
                  <c:v>43859</c:v>
                </c:pt>
                <c:pt idx="2234">
                  <c:v>43860</c:v>
                </c:pt>
                <c:pt idx="2235">
                  <c:v>43861</c:v>
                </c:pt>
                <c:pt idx="2236">
                  <c:v>43864</c:v>
                </c:pt>
                <c:pt idx="2237">
                  <c:v>43865</c:v>
                </c:pt>
                <c:pt idx="2238">
                  <c:v>43866</c:v>
                </c:pt>
                <c:pt idx="2239">
                  <c:v>43867</c:v>
                </c:pt>
                <c:pt idx="2240">
                  <c:v>43868</c:v>
                </c:pt>
                <c:pt idx="2241">
                  <c:v>43871</c:v>
                </c:pt>
                <c:pt idx="2242">
                  <c:v>43872</c:v>
                </c:pt>
                <c:pt idx="2243">
                  <c:v>43873</c:v>
                </c:pt>
                <c:pt idx="2244">
                  <c:v>43874</c:v>
                </c:pt>
                <c:pt idx="2245">
                  <c:v>43875</c:v>
                </c:pt>
                <c:pt idx="2246">
                  <c:v>43878</c:v>
                </c:pt>
                <c:pt idx="2247">
                  <c:v>43879</c:v>
                </c:pt>
                <c:pt idx="2248">
                  <c:v>43880</c:v>
                </c:pt>
                <c:pt idx="2249">
                  <c:v>43881</c:v>
                </c:pt>
                <c:pt idx="2250">
                  <c:v>43882</c:v>
                </c:pt>
                <c:pt idx="2251">
                  <c:v>43885</c:v>
                </c:pt>
                <c:pt idx="2252">
                  <c:v>43886</c:v>
                </c:pt>
                <c:pt idx="2253">
                  <c:v>43887</c:v>
                </c:pt>
                <c:pt idx="2254">
                  <c:v>43888</c:v>
                </c:pt>
                <c:pt idx="2255">
                  <c:v>43889</c:v>
                </c:pt>
                <c:pt idx="2256">
                  <c:v>43892</c:v>
                </c:pt>
                <c:pt idx="2257">
                  <c:v>43893</c:v>
                </c:pt>
                <c:pt idx="2258">
                  <c:v>43894</c:v>
                </c:pt>
                <c:pt idx="2259">
                  <c:v>43895</c:v>
                </c:pt>
                <c:pt idx="2260">
                  <c:v>43896</c:v>
                </c:pt>
                <c:pt idx="2261">
                  <c:v>43899</c:v>
                </c:pt>
                <c:pt idx="2262">
                  <c:v>43900</c:v>
                </c:pt>
                <c:pt idx="2263">
                  <c:v>43901</c:v>
                </c:pt>
                <c:pt idx="2264">
                  <c:v>43902</c:v>
                </c:pt>
                <c:pt idx="2265">
                  <c:v>43903</c:v>
                </c:pt>
                <c:pt idx="2266">
                  <c:v>43906</c:v>
                </c:pt>
                <c:pt idx="2267">
                  <c:v>43907</c:v>
                </c:pt>
                <c:pt idx="2268">
                  <c:v>43908</c:v>
                </c:pt>
                <c:pt idx="2269">
                  <c:v>43909</c:v>
                </c:pt>
                <c:pt idx="2270">
                  <c:v>43910</c:v>
                </c:pt>
                <c:pt idx="2271">
                  <c:v>43913</c:v>
                </c:pt>
                <c:pt idx="2272">
                  <c:v>43914</c:v>
                </c:pt>
                <c:pt idx="2273">
                  <c:v>43915</c:v>
                </c:pt>
                <c:pt idx="2274">
                  <c:v>43916</c:v>
                </c:pt>
                <c:pt idx="2275">
                  <c:v>43917</c:v>
                </c:pt>
                <c:pt idx="2276">
                  <c:v>43920</c:v>
                </c:pt>
                <c:pt idx="2277">
                  <c:v>43921</c:v>
                </c:pt>
              </c:numCache>
            </c:numRef>
          </c:cat>
          <c:val>
            <c:numRef>
              <c:f>Sheet2!$S$2735:$S$5012</c:f>
              <c:numCache>
                <c:formatCode>0.0%</c:formatCode>
                <c:ptCount val="2278"/>
                <c:pt idx="0">
                  <c:v>1.9842686763737474</c:v>
                </c:pt>
                <c:pt idx="1">
                  <c:v>1.9657548998492356</c:v>
                </c:pt>
                <c:pt idx="2">
                  <c:v>1.9522865637830955</c:v>
                </c:pt>
                <c:pt idx="3">
                  <c:v>1.9551942057800189</c:v>
                </c:pt>
                <c:pt idx="4">
                  <c:v>1.9594864479315266</c:v>
                </c:pt>
                <c:pt idx="5">
                  <c:v>1.9534339783117163</c:v>
                </c:pt>
                <c:pt idx="6">
                  <c:v>1.9645084964508501</c:v>
                </c:pt>
                <c:pt idx="7">
                  <c:v>1.9568928723858305</c:v>
                </c:pt>
                <c:pt idx="8">
                  <c:v>1.9496646664313448</c:v>
                </c:pt>
                <c:pt idx="9">
                  <c:v>1.9540425531914893</c:v>
                </c:pt>
                <c:pt idx="10">
                  <c:v>1.9364427427775845</c:v>
                </c:pt>
                <c:pt idx="11">
                  <c:v>1.9438013049884237</c:v>
                </c:pt>
                <c:pt idx="12">
                  <c:v>1.9467905405405406</c:v>
                </c:pt>
                <c:pt idx="13">
                  <c:v>1.9294548469564019</c:v>
                </c:pt>
                <c:pt idx="14">
                  <c:v>1.9391887174474627</c:v>
                </c:pt>
                <c:pt idx="15">
                  <c:v>1.973724212812161</c:v>
                </c:pt>
                <c:pt idx="16">
                  <c:v>1.960994427775397</c:v>
                </c:pt>
                <c:pt idx="17">
                  <c:v>1.9563486421157408</c:v>
                </c:pt>
                <c:pt idx="18">
                  <c:v>1.9322891399265374</c:v>
                </c:pt>
                <c:pt idx="19">
                  <c:v>1.9297760575062213</c:v>
                </c:pt>
                <c:pt idx="20">
                  <c:v>1.9346209963176553</c:v>
                </c:pt>
                <c:pt idx="21">
                  <c:v>1.9705627705627715</c:v>
                </c:pt>
                <c:pt idx="22">
                  <c:v>1.9682573958108411</c:v>
                </c:pt>
                <c:pt idx="23">
                  <c:v>1.958256161846418</c:v>
                </c:pt>
                <c:pt idx="24">
                  <c:v>1.9702827466820552</c:v>
                </c:pt>
                <c:pt idx="25">
                  <c:v>1.9936475107105935</c:v>
                </c:pt>
                <c:pt idx="26">
                  <c:v>2.0343713956170713</c:v>
                </c:pt>
                <c:pt idx="27">
                  <c:v>2.0686367969494772</c:v>
                </c:pt>
                <c:pt idx="28">
                  <c:v>2.0229657794676816</c:v>
                </c:pt>
                <c:pt idx="29">
                  <c:v>2.0278117359413215</c:v>
                </c:pt>
                <c:pt idx="30">
                  <c:v>2.0506091846298045</c:v>
                </c:pt>
                <c:pt idx="31">
                  <c:v>2.0616368084602645</c:v>
                </c:pt>
                <c:pt idx="32">
                  <c:v>2.0246800731261438</c:v>
                </c:pt>
                <c:pt idx="33">
                  <c:v>2.0345304929631634</c:v>
                </c:pt>
                <c:pt idx="34">
                  <c:v>2.0709338428469084</c:v>
                </c:pt>
                <c:pt idx="35">
                  <c:v>2.0788355120699347</c:v>
                </c:pt>
                <c:pt idx="36">
                  <c:v>2.0921490622716585</c:v>
                </c:pt>
                <c:pt idx="37">
                  <c:v>2.0782302019878185</c:v>
                </c:pt>
                <c:pt idx="38">
                  <c:v>2.1040709126723587</c:v>
                </c:pt>
                <c:pt idx="39">
                  <c:v>2.1169046828296261</c:v>
                </c:pt>
                <c:pt idx="40">
                  <c:v>2.0679580819307728</c:v>
                </c:pt>
                <c:pt idx="41">
                  <c:v>2.0276546982429342</c:v>
                </c:pt>
                <c:pt idx="42">
                  <c:v>2.0598802395209592</c:v>
                </c:pt>
                <c:pt idx="43">
                  <c:v>2.0443288564552451</c:v>
                </c:pt>
                <c:pt idx="44">
                  <c:v>2.0405321782178225</c:v>
                </c:pt>
                <c:pt idx="45">
                  <c:v>2.0670262552550178</c:v>
                </c:pt>
                <c:pt idx="46">
                  <c:v>2.0998283051263193</c:v>
                </c:pt>
                <c:pt idx="47">
                  <c:v>2.0661805500515187</c:v>
                </c:pt>
                <c:pt idx="48">
                  <c:v>2.1231527093596068</c:v>
                </c:pt>
                <c:pt idx="49">
                  <c:v>2.0768491834774268</c:v>
                </c:pt>
                <c:pt idx="50">
                  <c:v>2.0737547892720314</c:v>
                </c:pt>
                <c:pt idx="51">
                  <c:v>2.0520059435364053</c:v>
                </c:pt>
                <c:pt idx="52">
                  <c:v>2.0318324767968106</c:v>
                </c:pt>
                <c:pt idx="53">
                  <c:v>2.0227324564738094</c:v>
                </c:pt>
                <c:pt idx="54">
                  <c:v>2.0256957682043475</c:v>
                </c:pt>
                <c:pt idx="55">
                  <c:v>2.0008183914887296</c:v>
                </c:pt>
                <c:pt idx="56">
                  <c:v>1.9808954353215704</c:v>
                </c:pt>
                <c:pt idx="57">
                  <c:v>1.9775452365380437</c:v>
                </c:pt>
                <c:pt idx="58">
                  <c:v>1.9629205440229076</c:v>
                </c:pt>
                <c:pt idx="59">
                  <c:v>1.9438675273645818</c:v>
                </c:pt>
                <c:pt idx="60">
                  <c:v>1.9319016279875316</c:v>
                </c:pt>
                <c:pt idx="61">
                  <c:v>1.9200465084467555</c:v>
                </c:pt>
                <c:pt idx="62">
                  <c:v>1.9245996288404714</c:v>
                </c:pt>
                <c:pt idx="63">
                  <c:v>1.9119381736831411</c:v>
                </c:pt>
                <c:pt idx="64">
                  <c:v>1.9161615473677045</c:v>
                </c:pt>
                <c:pt idx="65">
                  <c:v>1.9218118275885705</c:v>
                </c:pt>
                <c:pt idx="66">
                  <c:v>1.9180372619941313</c:v>
                </c:pt>
                <c:pt idx="67">
                  <c:v>1.9215592244981849</c:v>
                </c:pt>
                <c:pt idx="68">
                  <c:v>1.9499329143422075</c:v>
                </c:pt>
                <c:pt idx="69">
                  <c:v>1.9203612479474552</c:v>
                </c:pt>
                <c:pt idx="70">
                  <c:v>1.9050662719504816</c:v>
                </c:pt>
                <c:pt idx="71">
                  <c:v>1.9072025896951716</c:v>
                </c:pt>
                <c:pt idx="72">
                  <c:v>1.9112586370410518</c:v>
                </c:pt>
                <c:pt idx="73">
                  <c:v>1.9219381810705234</c:v>
                </c:pt>
                <c:pt idx="74">
                  <c:v>1.8811161328355284</c:v>
                </c:pt>
                <c:pt idx="75">
                  <c:v>1.8587844739530137</c:v>
                </c:pt>
                <c:pt idx="76">
                  <c:v>1.8605424769703183</c:v>
                </c:pt>
                <c:pt idx="77">
                  <c:v>1.8504773345134991</c:v>
                </c:pt>
                <c:pt idx="78">
                  <c:v>1.8575800076501348</c:v>
                </c:pt>
                <c:pt idx="79">
                  <c:v>1.8537699923838544</c:v>
                </c:pt>
                <c:pt idx="80">
                  <c:v>1.8533908519951794</c:v>
                </c:pt>
                <c:pt idx="81">
                  <c:v>1.863026881375506</c:v>
                </c:pt>
                <c:pt idx="82">
                  <c:v>1.8364111173288571</c:v>
                </c:pt>
                <c:pt idx="83">
                  <c:v>1.8561064087061676</c:v>
                </c:pt>
                <c:pt idx="84">
                  <c:v>1.8738469533584521</c:v>
                </c:pt>
                <c:pt idx="85">
                  <c:v>1.9018503620273541</c:v>
                </c:pt>
                <c:pt idx="86">
                  <c:v>1.908489228067807</c:v>
                </c:pt>
                <c:pt idx="87">
                  <c:v>1.886282777704573</c:v>
                </c:pt>
                <c:pt idx="88">
                  <c:v>1.9245360824742275</c:v>
                </c:pt>
                <c:pt idx="89">
                  <c:v>1.9272764872130705</c:v>
                </c:pt>
                <c:pt idx="90">
                  <c:v>1.9426769446391032</c:v>
                </c:pt>
                <c:pt idx="91">
                  <c:v>1.9431395919512031</c:v>
                </c:pt>
                <c:pt idx="92">
                  <c:v>1.9136104319478411</c:v>
                </c:pt>
                <c:pt idx="93">
                  <c:v>1.9476576259246219</c:v>
                </c:pt>
                <c:pt idx="94">
                  <c:v>1.9337127785104475</c:v>
                </c:pt>
                <c:pt idx="95">
                  <c:v>1.984268676373748</c:v>
                </c:pt>
                <c:pt idx="96">
                  <c:v>1.9800378843071558</c:v>
                </c:pt>
                <c:pt idx="97">
                  <c:v>2.0031319910514553</c:v>
                </c:pt>
                <c:pt idx="98">
                  <c:v>1.9485931880685434</c:v>
                </c:pt>
                <c:pt idx="99">
                  <c:v>1.9418189455996646</c:v>
                </c:pt>
                <c:pt idx="100">
                  <c:v>1.9486600846262354</c:v>
                </c:pt>
                <c:pt idx="101">
                  <c:v>1.9074473826227751</c:v>
                </c:pt>
                <c:pt idx="102">
                  <c:v>1.9075086014976737</c:v>
                </c:pt>
                <c:pt idx="103">
                  <c:v>1.932612312811981</c:v>
                </c:pt>
                <c:pt idx="104">
                  <c:v>1.9320953436807107</c:v>
                </c:pt>
                <c:pt idx="105">
                  <c:v>1.9443313443313452</c:v>
                </c:pt>
                <c:pt idx="106">
                  <c:v>1.9612691153351449</c:v>
                </c:pt>
                <c:pt idx="107">
                  <c:v>1.9753480278422286</c:v>
                </c:pt>
                <c:pt idx="108">
                  <c:v>2.0000000000000013</c:v>
                </c:pt>
                <c:pt idx="109">
                  <c:v>1.9944555333776905</c:v>
                </c:pt>
                <c:pt idx="110">
                  <c:v>1.9667265540783343</c:v>
                </c:pt>
                <c:pt idx="111">
                  <c:v>1.9607885151060656</c:v>
                </c:pt>
                <c:pt idx="112">
                  <c:v>2.0011908306043482</c:v>
                </c:pt>
                <c:pt idx="113">
                  <c:v>2.0214123006833726</c:v>
                </c:pt>
                <c:pt idx="114">
                  <c:v>2.0358050358050375</c:v>
                </c:pt>
                <c:pt idx="115">
                  <c:v>2.0029076269291002</c:v>
                </c:pt>
                <c:pt idx="116">
                  <c:v>1.9877377193626564</c:v>
                </c:pt>
                <c:pt idx="117">
                  <c:v>1.9977748108589244</c:v>
                </c:pt>
                <c:pt idx="118">
                  <c:v>1.9623005937477656</c:v>
                </c:pt>
                <c:pt idx="119">
                  <c:v>1.9824715162138489</c:v>
                </c:pt>
                <c:pt idx="120">
                  <c:v>1.9899183162852321</c:v>
                </c:pt>
                <c:pt idx="121">
                  <c:v>1.9602398458134072</c:v>
                </c:pt>
                <c:pt idx="122">
                  <c:v>1.9564166370423048</c:v>
                </c:pt>
                <c:pt idx="123">
                  <c:v>1.93254766031196</c:v>
                </c:pt>
                <c:pt idx="124">
                  <c:v>1.9141692150866478</c:v>
                </c:pt>
                <c:pt idx="125">
                  <c:v>1.9006427423674355</c:v>
                </c:pt>
                <c:pt idx="126">
                  <c:v>1.8932270916334673</c:v>
                </c:pt>
                <c:pt idx="127">
                  <c:v>1.8876278455955142</c:v>
                </c:pt>
                <c:pt idx="128">
                  <c:v>1.8877450009899039</c:v>
                </c:pt>
                <c:pt idx="129">
                  <c:v>1.909287549006355</c:v>
                </c:pt>
                <c:pt idx="130">
                  <c:v>1.9514782854717796</c:v>
                </c:pt>
                <c:pt idx="131">
                  <c:v>1.9354659248956894</c:v>
                </c:pt>
                <c:pt idx="132">
                  <c:v>1.9373562817922105</c:v>
                </c:pt>
                <c:pt idx="133">
                  <c:v>1.927276487213071</c:v>
                </c:pt>
                <c:pt idx="134">
                  <c:v>1.9460580912863086</c:v>
                </c:pt>
                <c:pt idx="135">
                  <c:v>1.9469238349992977</c:v>
                </c:pt>
                <c:pt idx="136">
                  <c:v>1.9220645691959712</c:v>
                </c:pt>
                <c:pt idx="137">
                  <c:v>1.9297760575062222</c:v>
                </c:pt>
                <c:pt idx="138">
                  <c:v>1.9084892280678072</c:v>
                </c:pt>
                <c:pt idx="139">
                  <c:v>1.9268292682926842</c:v>
                </c:pt>
                <c:pt idx="140">
                  <c:v>1.9118763557483742</c:v>
                </c:pt>
                <c:pt idx="141">
                  <c:v>1.9078148198137415</c:v>
                </c:pt>
                <c:pt idx="142">
                  <c:v>1.9244090159428269</c:v>
                </c:pt>
                <c:pt idx="143">
                  <c:v>1.9434041657900283</c:v>
                </c:pt>
                <c:pt idx="144">
                  <c:v>1.9099025974025985</c:v>
                </c:pt>
                <c:pt idx="145">
                  <c:v>1.9548551959114155</c:v>
                </c:pt>
                <c:pt idx="146">
                  <c:v>2.0093037214885969</c:v>
                </c:pt>
                <c:pt idx="147">
                  <c:v>2.0590458195559771</c:v>
                </c:pt>
                <c:pt idx="148">
                  <c:v>2.1460214687340282</c:v>
                </c:pt>
                <c:pt idx="149">
                  <c:v>2.246363383674606</c:v>
                </c:pt>
                <c:pt idx="150">
                  <c:v>2.2999999999999998</c:v>
                </c:pt>
                <c:pt idx="151">
                  <c:v>2.2999999999999998</c:v>
                </c:pt>
                <c:pt idx="152">
                  <c:v>2.2884031484269558</c:v>
                </c:pt>
                <c:pt idx="153">
                  <c:v>2.2999999999999998</c:v>
                </c:pt>
                <c:pt idx="154">
                  <c:v>2.1587449339628417</c:v>
                </c:pt>
                <c:pt idx="155">
                  <c:v>2.1464840253311137</c:v>
                </c:pt>
                <c:pt idx="156">
                  <c:v>2.2006909487900121</c:v>
                </c:pt>
                <c:pt idx="157">
                  <c:v>2.2999999999999998</c:v>
                </c:pt>
                <c:pt idx="158">
                  <c:v>2.2999999999999998</c:v>
                </c:pt>
                <c:pt idx="159">
                  <c:v>2.1834393359659106</c:v>
                </c:pt>
                <c:pt idx="160">
                  <c:v>2.2181855487126314</c:v>
                </c:pt>
                <c:pt idx="161">
                  <c:v>2.1960318720883256</c:v>
                </c:pt>
                <c:pt idx="162">
                  <c:v>2.1735546301040785</c:v>
                </c:pt>
                <c:pt idx="163">
                  <c:v>2.1025996899994888</c:v>
                </c:pt>
                <c:pt idx="164">
                  <c:v>2.0846094905917321</c:v>
                </c:pt>
                <c:pt idx="165">
                  <c:v>2.0432447953942421</c:v>
                </c:pt>
                <c:pt idx="166">
                  <c:v>2.0413995476935165</c:v>
                </c:pt>
                <c:pt idx="167">
                  <c:v>2.0611519073181808</c:v>
                </c:pt>
                <c:pt idx="168">
                  <c:v>2.1747811786530926</c:v>
                </c:pt>
                <c:pt idx="169">
                  <c:v>2.2003279898461656</c:v>
                </c:pt>
                <c:pt idx="170">
                  <c:v>2.0992667182768412</c:v>
                </c:pt>
                <c:pt idx="171">
                  <c:v>2.0767696709132735</c:v>
                </c:pt>
                <c:pt idx="172">
                  <c:v>2.1265086744746879</c:v>
                </c:pt>
                <c:pt idx="173">
                  <c:v>2.218065539146302</c:v>
                </c:pt>
                <c:pt idx="174">
                  <c:v>2.1782516502724114</c:v>
                </c:pt>
                <c:pt idx="175">
                  <c:v>2.0859431357330322</c:v>
                </c:pt>
                <c:pt idx="176">
                  <c:v>2.1071413071248046</c:v>
                </c:pt>
                <c:pt idx="177">
                  <c:v>2.0856570786049216</c:v>
                </c:pt>
                <c:pt idx="178">
                  <c:v>2.0671048234675347</c:v>
                </c:pt>
                <c:pt idx="179">
                  <c:v>2.1405371183575466</c:v>
                </c:pt>
                <c:pt idx="180">
                  <c:v>2.2999999999999998</c:v>
                </c:pt>
                <c:pt idx="181">
                  <c:v>2.2999999999999998</c:v>
                </c:pt>
                <c:pt idx="182">
                  <c:v>2.155062764215292</c:v>
                </c:pt>
                <c:pt idx="183">
                  <c:v>2.1715364642382418</c:v>
                </c:pt>
                <c:pt idx="184">
                  <c:v>2.1015348921645751</c:v>
                </c:pt>
                <c:pt idx="185">
                  <c:v>2.1011330916500954</c:v>
                </c:pt>
                <c:pt idx="186">
                  <c:v>2.1934203006835205</c:v>
                </c:pt>
                <c:pt idx="187">
                  <c:v>2.2501322383405675</c:v>
                </c:pt>
                <c:pt idx="188">
                  <c:v>2.1701740789204602</c:v>
                </c:pt>
                <c:pt idx="189">
                  <c:v>2.1025406775115481</c:v>
                </c:pt>
                <c:pt idx="190">
                  <c:v>2.097031473906565</c:v>
                </c:pt>
                <c:pt idx="191">
                  <c:v>2.0587483532646114</c:v>
                </c:pt>
                <c:pt idx="192">
                  <c:v>2.0417586716355833</c:v>
                </c:pt>
                <c:pt idx="193">
                  <c:v>2.0290629460500522</c:v>
                </c:pt>
                <c:pt idx="194">
                  <c:v>2.0153905518944932</c:v>
                </c:pt>
                <c:pt idx="195">
                  <c:v>1.9837888267766157</c:v>
                </c:pt>
                <c:pt idx="196">
                  <c:v>2.0135155632356065</c:v>
                </c:pt>
                <c:pt idx="197">
                  <c:v>1.9949756258678564</c:v>
                </c:pt>
                <c:pt idx="198">
                  <c:v>2.0516482218142174</c:v>
                </c:pt>
                <c:pt idx="199">
                  <c:v>2.0124108666882701</c:v>
                </c:pt>
                <c:pt idx="200">
                  <c:v>1.9473578862398548</c:v>
                </c:pt>
                <c:pt idx="201">
                  <c:v>1.9549247694571865</c:v>
                </c:pt>
                <c:pt idx="202">
                  <c:v>1.9522138377815086</c:v>
                </c:pt>
                <c:pt idx="203">
                  <c:v>1.9256437987473853</c:v>
                </c:pt>
                <c:pt idx="204">
                  <c:v>1.9167190439127026</c:v>
                </c:pt>
                <c:pt idx="205">
                  <c:v>1.935105976103086</c:v>
                </c:pt>
                <c:pt idx="206">
                  <c:v>1.9348164020985623</c:v>
                </c:pt>
                <c:pt idx="207">
                  <c:v>1.948697645683698</c:v>
                </c:pt>
                <c:pt idx="208">
                  <c:v>1.9790030810615808</c:v>
                </c:pt>
                <c:pt idx="209">
                  <c:v>1.9176246870888349</c:v>
                </c:pt>
                <c:pt idx="210">
                  <c:v>1.9286336530740058</c:v>
                </c:pt>
                <c:pt idx="211">
                  <c:v>1.9465410055738708</c:v>
                </c:pt>
                <c:pt idx="212">
                  <c:v>1.9398368249374218</c:v>
                </c:pt>
                <c:pt idx="213">
                  <c:v>2.0475427112933327</c:v>
                </c:pt>
                <c:pt idx="214">
                  <c:v>1.9878128361142269</c:v>
                </c:pt>
                <c:pt idx="215">
                  <c:v>1.9469121402609064</c:v>
                </c:pt>
                <c:pt idx="216">
                  <c:v>1.9624600511059931</c:v>
                </c:pt>
                <c:pt idx="217">
                  <c:v>1.9960425809183031</c:v>
                </c:pt>
                <c:pt idx="218">
                  <c:v>1.9749716554638241</c:v>
                </c:pt>
                <c:pt idx="219">
                  <c:v>2.017443922146366</c:v>
                </c:pt>
                <c:pt idx="220">
                  <c:v>2.0419384558726832</c:v>
                </c:pt>
                <c:pt idx="221">
                  <c:v>2.0316125279686665</c:v>
                </c:pt>
                <c:pt idx="222">
                  <c:v>2.0885265780348137</c:v>
                </c:pt>
                <c:pt idx="223">
                  <c:v>2.0723823387512494</c:v>
                </c:pt>
                <c:pt idx="224">
                  <c:v>2.0949424562888526</c:v>
                </c:pt>
                <c:pt idx="225">
                  <c:v>2.0423881880665551</c:v>
                </c:pt>
                <c:pt idx="226">
                  <c:v>1.9917884317763666</c:v>
                </c:pt>
                <c:pt idx="227">
                  <c:v>2.0025759122974391</c:v>
                </c:pt>
                <c:pt idx="228">
                  <c:v>1.9233787051455267</c:v>
                </c:pt>
                <c:pt idx="229">
                  <c:v>1.9257147619994097</c:v>
                </c:pt>
                <c:pt idx="230">
                  <c:v>1.9184622550817827</c:v>
                </c:pt>
                <c:pt idx="231">
                  <c:v>1.9380116138164689</c:v>
                </c:pt>
                <c:pt idx="232">
                  <c:v>1.9230257852704298</c:v>
                </c:pt>
                <c:pt idx="233">
                  <c:v>1.9320024260403337</c:v>
                </c:pt>
                <c:pt idx="234">
                  <c:v>1.9723807313171298</c:v>
                </c:pt>
                <c:pt idx="235">
                  <c:v>1.9448375264041995</c:v>
                </c:pt>
                <c:pt idx="236">
                  <c:v>1.9838689856455931</c:v>
                </c:pt>
                <c:pt idx="237">
                  <c:v>1.9930118562265822</c:v>
                </c:pt>
                <c:pt idx="238">
                  <c:v>2.0412196909882869</c:v>
                </c:pt>
                <c:pt idx="239">
                  <c:v>2.0141113989766892</c:v>
                </c:pt>
                <c:pt idx="240">
                  <c:v>2.0879381316337837</c:v>
                </c:pt>
                <c:pt idx="241">
                  <c:v>2.0678303041325536</c:v>
                </c:pt>
                <c:pt idx="242">
                  <c:v>1.9999191996927055</c:v>
                </c:pt>
                <c:pt idx="243">
                  <c:v>2.000830855080471</c:v>
                </c:pt>
                <c:pt idx="244">
                  <c:v>1.9779723000981588</c:v>
                </c:pt>
                <c:pt idx="245">
                  <c:v>1.9906492856724443</c:v>
                </c:pt>
                <c:pt idx="246">
                  <c:v>2.0059167217784459</c:v>
                </c:pt>
                <c:pt idx="247">
                  <c:v>2.0285370189584953</c:v>
                </c:pt>
                <c:pt idx="248">
                  <c:v>2.0291506528607375</c:v>
                </c:pt>
                <c:pt idx="249">
                  <c:v>2.0237409533196211</c:v>
                </c:pt>
                <c:pt idx="250">
                  <c:v>1.9654612487067247</c:v>
                </c:pt>
                <c:pt idx="251">
                  <c:v>1.9778139110366015</c:v>
                </c:pt>
                <c:pt idx="252">
                  <c:v>1.9832280802096987</c:v>
                </c:pt>
                <c:pt idx="253">
                  <c:v>2.00776367473116</c:v>
                </c:pt>
                <c:pt idx="254">
                  <c:v>2.0296772078452481</c:v>
                </c:pt>
                <c:pt idx="255">
                  <c:v>1.9984309771324302</c:v>
                </c:pt>
                <c:pt idx="256">
                  <c:v>2.0055816392542067</c:v>
                </c:pt>
                <c:pt idx="257">
                  <c:v>1.9840293425778837</c:v>
                </c:pt>
                <c:pt idx="258">
                  <c:v>1.9696477867461919</c:v>
                </c:pt>
                <c:pt idx="259">
                  <c:v>1.9869247321527725</c:v>
                </c:pt>
                <c:pt idx="260">
                  <c:v>1.9503402844470652</c:v>
                </c:pt>
                <c:pt idx="261">
                  <c:v>1.9502654956541556</c:v>
                </c:pt>
                <c:pt idx="262">
                  <c:v>1.9251473604534719</c:v>
                </c:pt>
                <c:pt idx="263">
                  <c:v>1.8887842564123702</c:v>
                </c:pt>
                <c:pt idx="264">
                  <c:v>1.8853305129210833</c:v>
                </c:pt>
                <c:pt idx="265">
                  <c:v>1.8828707198872345</c:v>
                </c:pt>
                <c:pt idx="266">
                  <c:v>1.8756361673789237</c:v>
                </c:pt>
                <c:pt idx="267">
                  <c:v>1.8980383028301138</c:v>
                </c:pt>
                <c:pt idx="268">
                  <c:v>1.8868911409958369</c:v>
                </c:pt>
                <c:pt idx="269">
                  <c:v>1.8858501116596336</c:v>
                </c:pt>
                <c:pt idx="270">
                  <c:v>1.864972966964868</c:v>
                </c:pt>
                <c:pt idx="271">
                  <c:v>1.8763988066050821</c:v>
                </c:pt>
                <c:pt idx="272">
                  <c:v>1.8738618270832055</c:v>
                </c:pt>
                <c:pt idx="273">
                  <c:v>1.8683942941621154</c:v>
                </c:pt>
                <c:pt idx="274">
                  <c:v>1.8492174152712944</c:v>
                </c:pt>
                <c:pt idx="275">
                  <c:v>1.8400015524153313</c:v>
                </c:pt>
                <c:pt idx="276">
                  <c:v>1.8599218457177304</c:v>
                </c:pt>
                <c:pt idx="277">
                  <c:v>1.8503536930650404</c:v>
                </c:pt>
                <c:pt idx="278">
                  <c:v>1.8525751937065915</c:v>
                </c:pt>
                <c:pt idx="279">
                  <c:v>1.8320142092674161</c:v>
                </c:pt>
                <c:pt idx="280">
                  <c:v>1.8555351072952373</c:v>
                </c:pt>
                <c:pt idx="281">
                  <c:v>1.8323583251720914</c:v>
                </c:pt>
                <c:pt idx="282">
                  <c:v>1.8316131001538063</c:v>
                </c:pt>
                <c:pt idx="283">
                  <c:v>1.8319568842774399</c:v>
                </c:pt>
                <c:pt idx="284">
                  <c:v>1.8277366443116743</c:v>
                </c:pt>
                <c:pt idx="285">
                  <c:v>1.8454121950284903</c:v>
                </c:pt>
                <c:pt idx="286">
                  <c:v>1.8359309288058778</c:v>
                </c:pt>
                <c:pt idx="287">
                  <c:v>1.8591264708589028</c:v>
                </c:pt>
                <c:pt idx="288">
                  <c:v>1.8461823679700609</c:v>
                </c:pt>
                <c:pt idx="289">
                  <c:v>1.8249092863046756</c:v>
                </c:pt>
                <c:pt idx="290">
                  <c:v>1.8231098916908226</c:v>
                </c:pt>
                <c:pt idx="291">
                  <c:v>1.8385432151585648</c:v>
                </c:pt>
                <c:pt idx="292">
                  <c:v>1.849755273347347</c:v>
                </c:pt>
                <c:pt idx="293">
                  <c:v>1.864972966964868</c:v>
                </c:pt>
                <c:pt idx="294">
                  <c:v>1.849755273347347</c:v>
                </c:pt>
                <c:pt idx="295">
                  <c:v>1.8335074368197855</c:v>
                </c:pt>
                <c:pt idx="296">
                  <c:v>1.8444662123308504</c:v>
                </c:pt>
                <c:pt idx="297">
                  <c:v>1.8262074682635991</c:v>
                </c:pt>
                <c:pt idx="298">
                  <c:v>1.8098606271236872</c:v>
                </c:pt>
                <c:pt idx="299">
                  <c:v>1.8103497722533148</c:v>
                </c:pt>
                <c:pt idx="300">
                  <c:v>1.8185345753534339</c:v>
                </c:pt>
                <c:pt idx="301">
                  <c:v>1.8075857358763885</c:v>
                </c:pt>
                <c:pt idx="302">
                  <c:v>1.8107850642332615</c:v>
                </c:pt>
                <c:pt idx="303">
                  <c:v>1.8212066164323308</c:v>
                </c:pt>
                <c:pt idx="304">
                  <c:v>1.82014685017781</c:v>
                </c:pt>
                <c:pt idx="305">
                  <c:v>1.8203139998094517</c:v>
                </c:pt>
                <c:pt idx="306">
                  <c:v>1.823334386596692</c:v>
                </c:pt>
                <c:pt idx="307">
                  <c:v>1.8052161839213976</c:v>
                </c:pt>
                <c:pt idx="308">
                  <c:v>1.8110028856382399</c:v>
                </c:pt>
                <c:pt idx="309">
                  <c:v>1.8249092863046754</c:v>
                </c:pt>
                <c:pt idx="310">
                  <c:v>1.8280204464555112</c:v>
                </c:pt>
                <c:pt idx="311">
                  <c:v>1.8145589589447275</c:v>
                </c:pt>
                <c:pt idx="312">
                  <c:v>1.7959278743282894</c:v>
                </c:pt>
                <c:pt idx="313">
                  <c:v>1.8182017923551823</c:v>
                </c:pt>
                <c:pt idx="314">
                  <c:v>1.8092635844228333</c:v>
                </c:pt>
                <c:pt idx="315">
                  <c:v>1.8092093514619583</c:v>
                </c:pt>
                <c:pt idx="316">
                  <c:v>1.8320142092674163</c:v>
                </c:pt>
                <c:pt idx="317">
                  <c:v>1.8348905658565402</c:v>
                </c:pt>
                <c:pt idx="318">
                  <c:v>1.843227818093526</c:v>
                </c:pt>
                <c:pt idx="319">
                  <c:v>1.826433656246373</c:v>
                </c:pt>
                <c:pt idx="320">
                  <c:v>1.8400599914205613</c:v>
                </c:pt>
                <c:pt idx="321">
                  <c:v>1.8469539454507007</c:v>
                </c:pt>
                <c:pt idx="322">
                  <c:v>1.8300695810485395</c:v>
                </c:pt>
                <c:pt idx="323">
                  <c:v>1.8337376399917271</c:v>
                </c:pt>
                <c:pt idx="324">
                  <c:v>1.8558382952755061</c:v>
                </c:pt>
                <c:pt idx="325">
                  <c:v>1.8569315535662057</c:v>
                </c:pt>
                <c:pt idx="326">
                  <c:v>1.862440010578478</c:v>
                </c:pt>
                <c:pt idx="327">
                  <c:v>1.8620705778274222</c:v>
                </c:pt>
                <c:pt idx="328">
                  <c:v>1.8578447380205121</c:v>
                </c:pt>
                <c:pt idx="329">
                  <c:v>1.8463009806820387</c:v>
                </c:pt>
                <c:pt idx="330">
                  <c:v>1.8408789921039121</c:v>
                </c:pt>
                <c:pt idx="331">
                  <c:v>1.827850141820597</c:v>
                </c:pt>
                <c:pt idx="332">
                  <c:v>1.8310407575562122</c:v>
                </c:pt>
                <c:pt idx="333">
                  <c:v>1.8405863086016325</c:v>
                </c:pt>
                <c:pt idx="334">
                  <c:v>1.8688316783442882</c:v>
                </c:pt>
                <c:pt idx="335">
                  <c:v>1.8602281514058077</c:v>
                </c:pt>
                <c:pt idx="336">
                  <c:v>1.8747480974633899</c:v>
                </c:pt>
                <c:pt idx="337">
                  <c:v>1.8804887565268118</c:v>
                </c:pt>
                <c:pt idx="338">
                  <c:v>1.9061931045971523</c:v>
                </c:pt>
                <c:pt idx="339">
                  <c:v>1.9054456440980563</c:v>
                </c:pt>
                <c:pt idx="340">
                  <c:v>1.9177641756550672</c:v>
                </c:pt>
                <c:pt idx="341">
                  <c:v>1.980274721321341</c:v>
                </c:pt>
                <c:pt idx="342">
                  <c:v>1.9759172362715329</c:v>
                </c:pt>
                <c:pt idx="343">
                  <c:v>2.0490899089351009</c:v>
                </c:pt>
                <c:pt idx="344">
                  <c:v>2.024435781185371</c:v>
                </c:pt>
                <c:pt idx="345">
                  <c:v>1.9904867640956714</c:v>
                </c:pt>
                <c:pt idx="346">
                  <c:v>2.0146226732053019</c:v>
                </c:pt>
                <c:pt idx="347">
                  <c:v>2.0082685668630771</c:v>
                </c:pt>
                <c:pt idx="348">
                  <c:v>1.9991745342538396</c:v>
                </c:pt>
                <c:pt idx="349">
                  <c:v>1.9698035411002617</c:v>
                </c:pt>
                <c:pt idx="350">
                  <c:v>1.9743422855875341</c:v>
                </c:pt>
                <c:pt idx="351">
                  <c:v>1.9793206817246931</c:v>
                </c:pt>
                <c:pt idx="352">
                  <c:v>1.9878936521018136</c:v>
                </c:pt>
                <c:pt idx="353">
                  <c:v>2.0450043100209365</c:v>
                </c:pt>
                <c:pt idx="354">
                  <c:v>2.02296039774129</c:v>
                </c:pt>
                <c:pt idx="355">
                  <c:v>1.9678602009193717</c:v>
                </c:pt>
                <c:pt idx="356">
                  <c:v>1.9821883878677156</c:v>
                </c:pt>
                <c:pt idx="357">
                  <c:v>1.9466894245320221</c:v>
                </c:pt>
                <c:pt idx="358">
                  <c:v>1.960775284909497</c:v>
                </c:pt>
                <c:pt idx="359">
                  <c:v>1.9558318468129017</c:v>
                </c:pt>
                <c:pt idx="360">
                  <c:v>1.9443202925762537</c:v>
                </c:pt>
                <c:pt idx="361">
                  <c:v>1.9597062285627722</c:v>
                </c:pt>
                <c:pt idx="362">
                  <c:v>1.9244390859017471</c:v>
                </c:pt>
                <c:pt idx="363">
                  <c:v>1.9248639204351345</c:v>
                </c:pt>
                <c:pt idx="364">
                  <c:v>1.9135978821641795</c:v>
                </c:pt>
                <c:pt idx="365">
                  <c:v>1.9309246333133037</c:v>
                </c:pt>
                <c:pt idx="366">
                  <c:v>1.9785270661296863</c:v>
                </c:pt>
                <c:pt idx="367">
                  <c:v>2.0062520276912634</c:v>
                </c:pt>
                <c:pt idx="368">
                  <c:v>2.0153051746484363</c:v>
                </c:pt>
                <c:pt idx="369">
                  <c:v>2.0138559550392423</c:v>
                </c:pt>
                <c:pt idx="370">
                  <c:v>2.0127505167416224</c:v>
                </c:pt>
                <c:pt idx="371">
                  <c:v>1.9726157007125169</c:v>
                </c:pt>
                <c:pt idx="372">
                  <c:v>1.9760750114219729</c:v>
                </c:pt>
                <c:pt idx="373">
                  <c:v>1.9579550770756378</c:v>
                </c:pt>
                <c:pt idx="374">
                  <c:v>1.9507144050643135</c:v>
                </c:pt>
                <c:pt idx="375">
                  <c:v>1.9513885649935563</c:v>
                </c:pt>
                <c:pt idx="376">
                  <c:v>1.9712857069027847</c:v>
                </c:pt>
                <c:pt idx="377">
                  <c:v>1.9981008624099783</c:v>
                </c:pt>
                <c:pt idx="378">
                  <c:v>2.0051630998991419</c:v>
                </c:pt>
                <c:pt idx="379">
                  <c:v>2.0097018458178244</c:v>
                </c:pt>
                <c:pt idx="380">
                  <c:v>2.0600495992243637</c:v>
                </c:pt>
                <c:pt idx="381">
                  <c:v>2.023133751655708</c:v>
                </c:pt>
                <c:pt idx="382">
                  <c:v>2.0177869582091623</c:v>
                </c:pt>
                <c:pt idx="383">
                  <c:v>2.0109698919553352</c:v>
                </c:pt>
                <c:pt idx="384">
                  <c:v>2.0439201857995517</c:v>
                </c:pt>
                <c:pt idx="385">
                  <c:v>2.0088582474646168</c:v>
                </c:pt>
                <c:pt idx="386">
                  <c:v>2.0096174225009578</c:v>
                </c:pt>
                <c:pt idx="387">
                  <c:v>2.0500021619919173</c:v>
                </c:pt>
                <c:pt idx="388">
                  <c:v>2.0418485559981194</c:v>
                </c:pt>
                <c:pt idx="389">
                  <c:v>2.0710506579907877</c:v>
                </c:pt>
                <c:pt idx="390">
                  <c:v>2.0538510132297794</c:v>
                </c:pt>
                <c:pt idx="391">
                  <c:v>1.9939927711238079</c:v>
                </c:pt>
                <c:pt idx="392">
                  <c:v>1.9751291249963083</c:v>
                </c:pt>
                <c:pt idx="393">
                  <c:v>1.9336598973077219</c:v>
                </c:pt>
                <c:pt idx="394">
                  <c:v>1.9371380282548976</c:v>
                </c:pt>
                <c:pt idx="395">
                  <c:v>1.9496676088105425</c:v>
                </c:pt>
                <c:pt idx="396">
                  <c:v>1.9733212907386306</c:v>
                </c:pt>
                <c:pt idx="397">
                  <c:v>1.931642884609055</c:v>
                </c:pt>
                <c:pt idx="398">
                  <c:v>1.9314272928728182</c:v>
                </c:pt>
                <c:pt idx="399">
                  <c:v>1.9141512010958226</c:v>
                </c:pt>
                <c:pt idx="400">
                  <c:v>1.8792705739630302</c:v>
                </c:pt>
                <c:pt idx="401">
                  <c:v>1.873988327169221</c:v>
                </c:pt>
                <c:pt idx="402">
                  <c:v>1.8885226566921058</c:v>
                </c:pt>
                <c:pt idx="403">
                  <c:v>1.8664625887554562</c:v>
                </c:pt>
                <c:pt idx="404">
                  <c:v>1.8666491523116866</c:v>
                </c:pt>
                <c:pt idx="405">
                  <c:v>1.8785029307329306</c:v>
                </c:pt>
                <c:pt idx="406">
                  <c:v>1.8795908213955659</c:v>
                </c:pt>
                <c:pt idx="407">
                  <c:v>1.8829998418620641</c:v>
                </c:pt>
                <c:pt idx="408">
                  <c:v>1.8914087508821014</c:v>
                </c:pt>
                <c:pt idx="409">
                  <c:v>1.8844226803427995</c:v>
                </c:pt>
                <c:pt idx="410">
                  <c:v>1.9080330230915938</c:v>
                </c:pt>
                <c:pt idx="411">
                  <c:v>1.9146359052532433</c:v>
                </c:pt>
                <c:pt idx="412">
                  <c:v>1.9160236108317203</c:v>
                </c:pt>
                <c:pt idx="413">
                  <c:v>1.9046994156470549</c:v>
                </c:pt>
                <c:pt idx="414">
                  <c:v>1.9273499251479864</c:v>
                </c:pt>
                <c:pt idx="415">
                  <c:v>1.9302074886379423</c:v>
                </c:pt>
                <c:pt idx="416">
                  <c:v>1.9254309742549389</c:v>
                </c:pt>
                <c:pt idx="417">
                  <c:v>1.9302074886379423</c:v>
                </c:pt>
                <c:pt idx="418">
                  <c:v>1.966001907530579</c:v>
                </c:pt>
                <c:pt idx="419">
                  <c:v>1.9580310812012207</c:v>
                </c:pt>
                <c:pt idx="420">
                  <c:v>1.9060571109107587</c:v>
                </c:pt>
                <c:pt idx="421">
                  <c:v>1.9104292520646942</c:v>
                </c:pt>
                <c:pt idx="422">
                  <c:v>1.9149131099041763</c:v>
                </c:pt>
                <c:pt idx="423">
                  <c:v>1.886565556586604</c:v>
                </c:pt>
                <c:pt idx="424">
                  <c:v>1.8870866064523184</c:v>
                </c:pt>
                <c:pt idx="425">
                  <c:v>1.8369738877971964</c:v>
                </c:pt>
                <c:pt idx="426">
                  <c:v>1.8431100651913941</c:v>
                </c:pt>
                <c:pt idx="427">
                  <c:v>1.8414649709908755</c:v>
                </c:pt>
                <c:pt idx="428">
                  <c:v>1.8403523084574036</c:v>
                </c:pt>
                <c:pt idx="429">
                  <c:v>1.8556563567060316</c:v>
                </c:pt>
                <c:pt idx="430">
                  <c:v>1.8464196266514994</c:v>
                </c:pt>
                <c:pt idx="431">
                  <c:v>1.8455305919072806</c:v>
                </c:pt>
                <c:pt idx="432">
                  <c:v>1.8546873226276086</c:v>
                </c:pt>
                <c:pt idx="433">
                  <c:v>1.8645394582638981</c:v>
                </c:pt>
                <c:pt idx="434">
                  <c:v>1.8571748792682989</c:v>
                </c:pt>
                <c:pt idx="435">
                  <c:v>1.8519135360830903</c:v>
                </c:pt>
                <c:pt idx="436">
                  <c:v>1.8519736443357602</c:v>
                </c:pt>
                <c:pt idx="437">
                  <c:v>1.8553532975958034</c:v>
                </c:pt>
                <c:pt idx="438">
                  <c:v>1.8544454069593015</c:v>
                </c:pt>
                <c:pt idx="439">
                  <c:v>1.8664625887554567</c:v>
                </c:pt>
                <c:pt idx="440">
                  <c:v>1.869269503343097</c:v>
                </c:pt>
                <c:pt idx="441">
                  <c:v>1.8984392131485153</c:v>
                </c:pt>
                <c:pt idx="442">
                  <c:v>1.9141512010958224</c:v>
                </c:pt>
                <c:pt idx="443">
                  <c:v>1.916927879789728</c:v>
                </c:pt>
                <c:pt idx="444">
                  <c:v>1.9239439386367234</c:v>
                </c:pt>
                <c:pt idx="445">
                  <c:v>1.9063291391133319</c:v>
                </c:pt>
                <c:pt idx="446">
                  <c:v>1.8923969367699285</c:v>
                </c:pt>
                <c:pt idx="447">
                  <c:v>1.8844874637786375</c:v>
                </c:pt>
                <c:pt idx="448">
                  <c:v>1.9008522123232965</c:v>
                </c:pt>
                <c:pt idx="449">
                  <c:v>1.9046994156470556</c:v>
                </c:pt>
                <c:pt idx="450">
                  <c:v>1.9209841581989495</c:v>
                </c:pt>
                <c:pt idx="451">
                  <c:v>1.9356856626462395</c:v>
                </c:pt>
                <c:pt idx="452">
                  <c:v>1.9219686424438025</c:v>
                </c:pt>
                <c:pt idx="453">
                  <c:v>1.9550758294406556</c:v>
                </c:pt>
                <c:pt idx="454">
                  <c:v>1.9514635306758648</c:v>
                </c:pt>
                <c:pt idx="455">
                  <c:v>1.945059371537627</c:v>
                </c:pt>
                <c:pt idx="456">
                  <c:v>1.9329385338122458</c:v>
                </c:pt>
                <c:pt idx="457">
                  <c:v>1.950190718631605</c:v>
                </c:pt>
                <c:pt idx="458">
                  <c:v>1.9267805179557933</c:v>
                </c:pt>
                <c:pt idx="459">
                  <c:v>1.9378659031372569</c:v>
                </c:pt>
                <c:pt idx="460">
                  <c:v>1.9179037066351945</c:v>
                </c:pt>
                <c:pt idx="461">
                  <c:v>1.9082379197861645</c:v>
                </c:pt>
                <c:pt idx="462">
                  <c:v>1.9332990761713278</c:v>
                </c:pt>
                <c:pt idx="463">
                  <c:v>1.9438036247386483</c:v>
                </c:pt>
                <c:pt idx="464">
                  <c:v>1.9475809166380091</c:v>
                </c:pt>
                <c:pt idx="465">
                  <c:v>1.9571956985595305</c:v>
                </c:pt>
                <c:pt idx="466">
                  <c:v>1.9504150850131134</c:v>
                </c:pt>
                <c:pt idx="467">
                  <c:v>1.9746568689241788</c:v>
                </c:pt>
                <c:pt idx="468">
                  <c:v>1.9841095406475853</c:v>
                </c:pt>
                <c:pt idx="469">
                  <c:v>1.9654612487067251</c:v>
                </c:pt>
                <c:pt idx="470">
                  <c:v>1.9510139137083045</c:v>
                </c:pt>
                <c:pt idx="471">
                  <c:v>1.9562860320183597</c:v>
                </c:pt>
                <c:pt idx="472">
                  <c:v>1.9377930647723505</c:v>
                </c:pt>
                <c:pt idx="473">
                  <c:v>1.9239439386367234</c:v>
                </c:pt>
                <c:pt idx="474">
                  <c:v>1.9289908751541598</c:v>
                </c:pt>
                <c:pt idx="475">
                  <c:v>1.9102233655688985</c:v>
                </c:pt>
                <c:pt idx="476">
                  <c:v>1.9219686424438025</c:v>
                </c:pt>
                <c:pt idx="477">
                  <c:v>1.9012556395636904</c:v>
                </c:pt>
                <c:pt idx="478">
                  <c:v>1.9044961122228863</c:v>
                </c:pt>
                <c:pt idx="479">
                  <c:v>1.8956403345772572</c:v>
                </c:pt>
                <c:pt idx="480">
                  <c:v>1.9005834614201957</c:v>
                </c:pt>
                <c:pt idx="481">
                  <c:v>1.8886534372999599</c:v>
                </c:pt>
                <c:pt idx="482">
                  <c:v>1.8844874637786373</c:v>
                </c:pt>
                <c:pt idx="483">
                  <c:v>1.8748114712854633</c:v>
                </c:pt>
                <c:pt idx="484">
                  <c:v>1.8732298755403012</c:v>
                </c:pt>
                <c:pt idx="485">
                  <c:v>1.8664004187516701</c:v>
                </c:pt>
                <c:pt idx="486">
                  <c:v>1.856870743724375</c:v>
                </c:pt>
                <c:pt idx="487">
                  <c:v>1.8325304898896571</c:v>
                </c:pt>
                <c:pt idx="488">
                  <c:v>1.8396510890563857</c:v>
                </c:pt>
                <c:pt idx="489">
                  <c:v>1.8502938131678994</c:v>
                </c:pt>
                <c:pt idx="490">
                  <c:v>1.8415822647854501</c:v>
                </c:pt>
                <c:pt idx="491">
                  <c:v>1.8383685548958562</c:v>
                </c:pt>
                <c:pt idx="492">
                  <c:v>1.855535107295238</c:v>
                </c:pt>
                <c:pt idx="493">
                  <c:v>1.8542036281986769</c:v>
                </c:pt>
                <c:pt idx="494">
                  <c:v>1.85505045308646</c:v>
                </c:pt>
                <c:pt idx="495">
                  <c:v>1.850773088607772</c:v>
                </c:pt>
                <c:pt idx="496">
                  <c:v>1.8434045091319582</c:v>
                </c:pt>
                <c:pt idx="497">
                  <c:v>1.8136259009554818</c:v>
                </c:pt>
                <c:pt idx="498">
                  <c:v>1.8227173200479099</c:v>
                </c:pt>
                <c:pt idx="499">
                  <c:v>1.8305263223779205</c:v>
                </c:pt>
                <c:pt idx="500">
                  <c:v>1.8314985685748664</c:v>
                </c:pt>
                <c:pt idx="501">
                  <c:v>1.8432278180935266</c:v>
                </c:pt>
                <c:pt idx="502">
                  <c:v>1.8494563792220016</c:v>
                </c:pt>
                <c:pt idx="503">
                  <c:v>1.8373801861427079</c:v>
                </c:pt>
                <c:pt idx="504">
                  <c:v>1.8469539454507014</c:v>
                </c:pt>
                <c:pt idx="505">
                  <c:v>1.8382521551373339</c:v>
                </c:pt>
                <c:pt idx="506">
                  <c:v>1.8583325659861547</c:v>
                </c:pt>
                <c:pt idx="507">
                  <c:v>1.8641063838785918</c:v>
                </c:pt>
                <c:pt idx="508">
                  <c:v>1.8665247676821077</c:v>
                </c:pt>
                <c:pt idx="509">
                  <c:v>1.8566275906366978</c:v>
                </c:pt>
                <c:pt idx="510">
                  <c:v>1.8591264708589037</c:v>
                </c:pt>
                <c:pt idx="511">
                  <c:v>1.8493966256271839</c:v>
                </c:pt>
                <c:pt idx="512">
                  <c:v>1.8603507347894586</c:v>
                </c:pt>
                <c:pt idx="513">
                  <c:v>1.8750650584266122</c:v>
                </c:pt>
                <c:pt idx="514">
                  <c:v>1.8923969367699287</c:v>
                </c:pt>
                <c:pt idx="515">
                  <c:v>1.9017267616001949</c:v>
                </c:pt>
                <c:pt idx="516">
                  <c:v>1.8848115233704281</c:v>
                </c:pt>
                <c:pt idx="517">
                  <c:v>1.8767806246032244</c:v>
                </c:pt>
                <c:pt idx="518">
                  <c:v>1.8793346047925197</c:v>
                </c:pt>
                <c:pt idx="519">
                  <c:v>1.8820967803719184</c:v>
                </c:pt>
                <c:pt idx="520">
                  <c:v>1.8869562865762026</c:v>
                </c:pt>
                <c:pt idx="521">
                  <c:v>1.9006506341117835</c:v>
                </c:pt>
                <c:pt idx="522">
                  <c:v>1.9040897793686313</c:v>
                </c:pt>
                <c:pt idx="523">
                  <c:v>1.9061931045971527</c:v>
                </c:pt>
                <c:pt idx="524">
                  <c:v>1.8856551906754018</c:v>
                </c:pt>
                <c:pt idx="525">
                  <c:v>1.8885226566921063</c:v>
                </c:pt>
                <c:pt idx="526">
                  <c:v>1.8614555594042674</c:v>
                </c:pt>
                <c:pt idx="527">
                  <c:v>1.8582715571507067</c:v>
                </c:pt>
                <c:pt idx="528">
                  <c:v>1.8572357322867077</c:v>
                </c:pt>
                <c:pt idx="529">
                  <c:v>1.8571140348888837</c:v>
                </c:pt>
                <c:pt idx="530">
                  <c:v>1.8539015970973336</c:v>
                </c:pt>
                <c:pt idx="531">
                  <c:v>1.8196458097401014</c:v>
                </c:pt>
                <c:pt idx="532">
                  <c:v>1.8264902225942379</c:v>
                </c:pt>
                <c:pt idx="533">
                  <c:v>1.824796593685867</c:v>
                </c:pt>
                <c:pt idx="534">
                  <c:v>1.8312696000321653</c:v>
                </c:pt>
                <c:pt idx="535">
                  <c:v>1.8389510389237493</c:v>
                </c:pt>
                <c:pt idx="536">
                  <c:v>1.8368578749631395</c:v>
                </c:pt>
                <c:pt idx="537">
                  <c:v>1.8199797686501091</c:v>
                </c:pt>
                <c:pt idx="538">
                  <c:v>1.8305263223779207</c:v>
                </c:pt>
                <c:pt idx="539">
                  <c:v>1.8282476283295184</c:v>
                </c:pt>
                <c:pt idx="540">
                  <c:v>1.824233592131937</c:v>
                </c:pt>
                <c:pt idx="541">
                  <c:v>1.8383685548958566</c:v>
                </c:pt>
                <c:pt idx="542">
                  <c:v>1.8395927069261455</c:v>
                </c:pt>
                <c:pt idx="543">
                  <c:v>1.8420517671433672</c:v>
                </c:pt>
                <c:pt idx="544">
                  <c:v>1.8522743128753043</c:v>
                </c:pt>
                <c:pt idx="545">
                  <c:v>1.8468945433840795</c:v>
                </c:pt>
                <c:pt idx="546">
                  <c:v>1.8466570184188367</c:v>
                </c:pt>
                <c:pt idx="547">
                  <c:v>1.8619475039000672</c:v>
                </c:pt>
                <c:pt idx="548">
                  <c:v>1.8778642511943355</c:v>
                </c:pt>
                <c:pt idx="549">
                  <c:v>1.8684567506531724</c:v>
                </c:pt>
                <c:pt idx="550">
                  <c:v>1.8859801066555932</c:v>
                </c:pt>
                <c:pt idx="551">
                  <c:v>1.8939825994421553</c:v>
                </c:pt>
                <c:pt idx="552">
                  <c:v>1.8972375546249107</c:v>
                </c:pt>
                <c:pt idx="553">
                  <c:v>1.8697704154011485</c:v>
                </c:pt>
                <c:pt idx="554">
                  <c:v>1.8637973105780761</c:v>
                </c:pt>
                <c:pt idx="555">
                  <c:v>1.8557169943002592</c:v>
                </c:pt>
                <c:pt idx="556">
                  <c:v>1.8557169943002592</c:v>
                </c:pt>
                <c:pt idx="557">
                  <c:v>1.8465383058924336</c:v>
                </c:pt>
                <c:pt idx="558">
                  <c:v>1.8532378799112268</c:v>
                </c:pt>
                <c:pt idx="559">
                  <c:v>1.862255254632142</c:v>
                </c:pt>
                <c:pt idx="560">
                  <c:v>1.8649110105349294</c:v>
                </c:pt>
                <c:pt idx="561">
                  <c:v>1.8859151043889011</c:v>
                </c:pt>
                <c:pt idx="562">
                  <c:v>1.9146359052532442</c:v>
                </c:pt>
                <c:pt idx="563">
                  <c:v>1.9172761511071748</c:v>
                </c:pt>
                <c:pt idx="564">
                  <c:v>1.9163016574105294</c:v>
                </c:pt>
                <c:pt idx="565">
                  <c:v>1.9038867498154834</c:v>
                </c:pt>
                <c:pt idx="566">
                  <c:v>1.8916062129398077</c:v>
                </c:pt>
                <c:pt idx="567">
                  <c:v>1.9200017741890927</c:v>
                </c:pt>
                <c:pt idx="568">
                  <c:v>1.9234493215084512</c:v>
                </c:pt>
                <c:pt idx="569">
                  <c:v>1.9215464630211549</c:v>
                </c:pt>
                <c:pt idx="570">
                  <c:v>1.9234493215084514</c:v>
                </c:pt>
                <c:pt idx="571">
                  <c:v>1.9500411998864711</c:v>
                </c:pt>
                <c:pt idx="572">
                  <c:v>1.9432138390683651</c:v>
                </c:pt>
                <c:pt idx="573">
                  <c:v>1.9238025653988775</c:v>
                </c:pt>
                <c:pt idx="574">
                  <c:v>1.9341655158605153</c:v>
                </c:pt>
                <c:pt idx="575">
                  <c:v>1.9200017741890925</c:v>
                </c:pt>
                <c:pt idx="576">
                  <c:v>1.9028729683333081</c:v>
                </c:pt>
                <c:pt idx="577">
                  <c:v>1.91276915855416</c:v>
                </c:pt>
                <c:pt idx="578">
                  <c:v>1.9182527197733004</c:v>
                </c:pt>
                <c:pt idx="579">
                  <c:v>1.8946449565605996</c:v>
                </c:pt>
                <c:pt idx="580">
                  <c:v>1.8999793577845481</c:v>
                </c:pt>
                <c:pt idx="581">
                  <c:v>1.892660823141449</c:v>
                </c:pt>
                <c:pt idx="582">
                  <c:v>1.8981050963677055</c:v>
                </c:pt>
                <c:pt idx="583">
                  <c:v>1.907282525506786</c:v>
                </c:pt>
                <c:pt idx="584">
                  <c:v>1.9060571109107602</c:v>
                </c:pt>
                <c:pt idx="585">
                  <c:v>1.8828061730600143</c:v>
                </c:pt>
                <c:pt idx="586">
                  <c:v>1.9149824373233428</c:v>
                </c:pt>
                <c:pt idx="587">
                  <c:v>1.9110474707734995</c:v>
                </c:pt>
                <c:pt idx="588">
                  <c:v>1.8908826127392526</c:v>
                </c:pt>
                <c:pt idx="589">
                  <c:v>1.8888496804130992</c:v>
                </c:pt>
                <c:pt idx="590">
                  <c:v>1.8734825464435583</c:v>
                </c:pt>
                <c:pt idx="591">
                  <c:v>1.8759537723617956</c:v>
                </c:pt>
                <c:pt idx="592">
                  <c:v>1.8786307781761413</c:v>
                </c:pt>
                <c:pt idx="593">
                  <c:v>1.8659654784041153</c:v>
                </c:pt>
                <c:pt idx="594">
                  <c:v>1.8884572808220759</c:v>
                </c:pt>
                <c:pt idx="595">
                  <c:v>1.8841636414716683</c:v>
                </c:pt>
                <c:pt idx="596">
                  <c:v>1.8785668498035049</c:v>
                </c:pt>
                <c:pt idx="597">
                  <c:v>1.8760173210082769</c:v>
                </c:pt>
                <c:pt idx="598">
                  <c:v>1.8614555594042681</c:v>
                </c:pt>
                <c:pt idx="599">
                  <c:v>1.8596769581801464</c:v>
                </c:pt>
                <c:pt idx="600">
                  <c:v>1.8580885826701354</c:v>
                </c:pt>
                <c:pt idx="601">
                  <c:v>1.8653448920266855</c:v>
                </c:pt>
                <c:pt idx="602">
                  <c:v>1.8637973105780772</c:v>
                </c:pt>
                <c:pt idx="603">
                  <c:v>1.8894389301383707</c:v>
                </c:pt>
                <c:pt idx="604">
                  <c:v>1.9256437987473869</c:v>
                </c:pt>
                <c:pt idx="605">
                  <c:v>1.9186019984218379</c:v>
                </c:pt>
                <c:pt idx="606">
                  <c:v>1.9328664587652793</c:v>
                </c:pt>
                <c:pt idx="607">
                  <c:v>1.9452073261785292</c:v>
                </c:pt>
                <c:pt idx="608">
                  <c:v>1.9758383678221405</c:v>
                </c:pt>
                <c:pt idx="609">
                  <c:v>1.969025269304254</c:v>
                </c:pt>
                <c:pt idx="610">
                  <c:v>1.9736352150226428</c:v>
                </c:pt>
                <c:pt idx="611">
                  <c:v>1.9554536885742209</c:v>
                </c:pt>
                <c:pt idx="612">
                  <c:v>1.9684035506664501</c:v>
                </c:pt>
                <c:pt idx="613">
                  <c:v>2.0103777409700272</c:v>
                </c:pt>
                <c:pt idx="614">
                  <c:v>2.042568189668978</c:v>
                </c:pt>
                <c:pt idx="615">
                  <c:v>2.0712406955724787</c:v>
                </c:pt>
                <c:pt idx="616">
                  <c:v>2.0878401190824039</c:v>
                </c:pt>
                <c:pt idx="617">
                  <c:v>2.0900988850058253</c:v>
                </c:pt>
                <c:pt idx="618">
                  <c:v>2.0241751102349892</c:v>
                </c:pt>
                <c:pt idx="619">
                  <c:v>1.9936655842366553</c:v>
                </c:pt>
                <c:pt idx="620">
                  <c:v>2.0037426684838802</c:v>
                </c:pt>
                <c:pt idx="621">
                  <c:v>2.0058329302134328</c:v>
                </c:pt>
                <c:pt idx="622">
                  <c:v>2.042028371263295</c:v>
                </c:pt>
                <c:pt idx="623">
                  <c:v>2.0249575213614963</c:v>
                </c:pt>
                <c:pt idx="624">
                  <c:v>2.0362159697678619</c:v>
                </c:pt>
                <c:pt idx="625">
                  <c:v>2.0557860394382521</c:v>
                </c:pt>
                <c:pt idx="626">
                  <c:v>2.0392481911077023</c:v>
                </c:pt>
                <c:pt idx="627">
                  <c:v>2.0456377563192358</c:v>
                </c:pt>
                <c:pt idx="628">
                  <c:v>1.9806727866534675</c:v>
                </c:pt>
                <c:pt idx="629">
                  <c:v>1.9899995191588871</c:v>
                </c:pt>
                <c:pt idx="630">
                  <c:v>1.9842699760100835</c:v>
                </c:pt>
                <c:pt idx="631">
                  <c:v>1.9957140434145326</c:v>
                </c:pt>
                <c:pt idx="632">
                  <c:v>1.9732428412954002</c:v>
                </c:pt>
                <c:pt idx="633">
                  <c:v>1.9883788258594419</c:v>
                </c:pt>
                <c:pt idx="634">
                  <c:v>1.9956319429000913</c:v>
                </c:pt>
                <c:pt idx="635">
                  <c:v>1.9862798407308517</c:v>
                </c:pt>
                <c:pt idx="636">
                  <c:v>1.9592487895002297</c:v>
                </c:pt>
                <c:pt idx="637">
                  <c:v>1.9501159533766397</c:v>
                </c:pt>
                <c:pt idx="638">
                  <c:v>1.9510888203578192</c:v>
                </c:pt>
                <c:pt idx="639">
                  <c:v>1.950415085013117</c:v>
                </c:pt>
                <c:pt idx="640">
                  <c:v>1.9600114303926206</c:v>
                </c:pt>
                <c:pt idx="641">
                  <c:v>1.9431401676841171</c:v>
                </c:pt>
                <c:pt idx="642">
                  <c:v>1.9489958847751696</c:v>
                </c:pt>
                <c:pt idx="643">
                  <c:v>1.9423305413641654</c:v>
                </c:pt>
                <c:pt idx="644">
                  <c:v>1.9391058887798309</c:v>
                </c:pt>
                <c:pt idx="645">
                  <c:v>1.9470606756398892</c:v>
                </c:pt>
                <c:pt idx="646">
                  <c:v>1.9579550770756398</c:v>
                </c:pt>
                <c:pt idx="647">
                  <c:v>1.9897560764121653</c:v>
                </c:pt>
                <c:pt idx="648">
                  <c:v>1.9845910037169929</c:v>
                </c:pt>
                <c:pt idx="649">
                  <c:v>1.9866827990647968</c:v>
                </c:pt>
                <c:pt idx="650">
                  <c:v>1.98146988797298</c:v>
                </c:pt>
                <c:pt idx="651">
                  <c:v>1.947432218039602</c:v>
                </c:pt>
                <c:pt idx="652">
                  <c:v>1.9355406736415348</c:v>
                </c:pt>
                <c:pt idx="653">
                  <c:v>1.9398368249374238</c:v>
                </c:pt>
                <c:pt idx="654">
                  <c:v>1.9423305413641643</c:v>
                </c:pt>
                <c:pt idx="655">
                  <c:v>1.9708171653427287</c:v>
                </c:pt>
                <c:pt idx="656">
                  <c:v>1.9918698996110857</c:v>
                </c:pt>
                <c:pt idx="657">
                  <c:v>2.0094486182130233</c:v>
                </c:pt>
                <c:pt idx="658">
                  <c:v>1.984751596112617</c:v>
                </c:pt>
                <c:pt idx="659">
                  <c:v>1.9663111273913714</c:v>
                </c:pt>
                <c:pt idx="660">
                  <c:v>1.9663111273913714</c:v>
                </c:pt>
                <c:pt idx="661">
                  <c:v>1.9666205452798009</c:v>
                </c:pt>
                <c:pt idx="662">
                  <c:v>1.9425512106562122</c:v>
                </c:pt>
                <c:pt idx="663">
                  <c:v>1.9218278729963532</c:v>
                </c:pt>
                <c:pt idx="664">
                  <c:v>1.9261407701094537</c:v>
                </c:pt>
                <c:pt idx="665">
                  <c:v>1.9196514304632766</c:v>
                </c:pt>
                <c:pt idx="666">
                  <c:v>1.9189515428838981</c:v>
                </c:pt>
                <c:pt idx="667">
                  <c:v>1.9019961954027034</c:v>
                </c:pt>
                <c:pt idx="668">
                  <c:v>1.8977712280010852</c:v>
                </c:pt>
                <c:pt idx="669">
                  <c:v>1.8790145438690493</c:v>
                </c:pt>
                <c:pt idx="670">
                  <c:v>1.8597381669875905</c:v>
                </c:pt>
                <c:pt idx="671">
                  <c:v>1.852575193706594</c:v>
                </c:pt>
                <c:pt idx="672">
                  <c:v>1.8529365312459471</c:v>
                </c:pt>
                <c:pt idx="673">
                  <c:v>1.862009036470756</c:v>
                </c:pt>
                <c:pt idx="674">
                  <c:v>1.8437581134463612</c:v>
                </c:pt>
                <c:pt idx="675">
                  <c:v>1.851493015678837</c:v>
                </c:pt>
                <c:pt idx="676">
                  <c:v>1.848739890486472</c:v>
                </c:pt>
                <c:pt idx="677">
                  <c:v>1.849874889901223</c:v>
                </c:pt>
                <c:pt idx="678">
                  <c:v>1.8582105569874559</c:v>
                </c:pt>
                <c:pt idx="679">
                  <c:v>1.8507730886077745</c:v>
                </c:pt>
                <c:pt idx="680">
                  <c:v>1.8492174152712972</c:v>
                </c:pt>
                <c:pt idx="681">
                  <c:v>1.8615170217547865</c:v>
                </c:pt>
                <c:pt idx="682">
                  <c:v>1.8580276085123757</c:v>
                </c:pt>
                <c:pt idx="683">
                  <c:v>1.8556563567060353</c:v>
                </c:pt>
                <c:pt idx="684">
                  <c:v>1.8562024046272545</c:v>
                </c:pt>
                <c:pt idx="685">
                  <c:v>1.8557776404894775</c:v>
                </c:pt>
                <c:pt idx="686">
                  <c:v>1.8480246094020611</c:v>
                </c:pt>
                <c:pt idx="687">
                  <c:v>1.849456379222004</c:v>
                </c:pt>
                <c:pt idx="688">
                  <c:v>1.8293284468766826</c:v>
                </c:pt>
                <c:pt idx="689">
                  <c:v>1.8324157054989312</c:v>
                </c:pt>
                <c:pt idx="690">
                  <c:v>1.8143941461791191</c:v>
                </c:pt>
                <c:pt idx="691">
                  <c:v>1.8186455631837271</c:v>
                </c:pt>
                <c:pt idx="692">
                  <c:v>1.8112753270338637</c:v>
                </c:pt>
                <c:pt idx="693">
                  <c:v>1.8023803481754026</c:v>
                </c:pt>
                <c:pt idx="694">
                  <c:v>1.8024869981381741</c:v>
                </c:pt>
                <c:pt idx="695">
                  <c:v>1.8030740800814959</c:v>
                </c:pt>
                <c:pt idx="696">
                  <c:v>1.8198684187799465</c:v>
                </c:pt>
                <c:pt idx="697">
                  <c:v>1.8125309186999616</c:v>
                </c:pt>
                <c:pt idx="698">
                  <c:v>1.8227733787832576</c:v>
                </c:pt>
                <c:pt idx="699">
                  <c:v>1.8104585514239864</c:v>
                </c:pt>
                <c:pt idx="700">
                  <c:v>1.8075317275575986</c:v>
                </c:pt>
                <c:pt idx="701">
                  <c:v>1.8013154055860217</c:v>
                </c:pt>
                <c:pt idx="702">
                  <c:v>1.8261509406121341</c:v>
                </c:pt>
                <c:pt idx="703">
                  <c:v>1.8165419280123476</c:v>
                </c:pt>
                <c:pt idx="704">
                  <c:v>1.8279636704588704</c:v>
                </c:pt>
                <c:pt idx="705">
                  <c:v>1.8373221193726945</c:v>
                </c:pt>
                <c:pt idx="706">
                  <c:v>1.8393009180143851</c:v>
                </c:pt>
                <c:pt idx="707">
                  <c:v>1.8468351496493367</c:v>
                </c:pt>
                <c:pt idx="708">
                  <c:v>1.8638591075490374</c:v>
                </c:pt>
                <c:pt idx="709">
                  <c:v>1.8662139622582981</c:v>
                </c:pt>
                <c:pt idx="710">
                  <c:v>1.8499945401356972</c:v>
                </c:pt>
                <c:pt idx="711">
                  <c:v>1.8795267532479658</c:v>
                </c:pt>
                <c:pt idx="712">
                  <c:v>1.8769716583885927</c:v>
                </c:pt>
                <c:pt idx="713">
                  <c:v>1.8417582668021097</c:v>
                </c:pt>
                <c:pt idx="714">
                  <c:v>1.8369158773597607</c:v>
                </c:pt>
                <c:pt idx="715">
                  <c:v>1.8210949331338571</c:v>
                </c:pt>
                <c:pt idx="716">
                  <c:v>1.8335074368197872</c:v>
                </c:pt>
                <c:pt idx="717">
                  <c:v>1.8536601259543868</c:v>
                </c:pt>
                <c:pt idx="718">
                  <c:v>1.843758113446361</c:v>
                </c:pt>
                <c:pt idx="719">
                  <c:v>1.8358730628477871</c:v>
                </c:pt>
                <c:pt idx="720">
                  <c:v>1.8298413987180051</c:v>
                </c:pt>
                <c:pt idx="721">
                  <c:v>1.8247965936858686</c:v>
                </c:pt>
                <c:pt idx="722">
                  <c:v>1.8106761974021914</c:v>
                </c:pt>
                <c:pt idx="723">
                  <c:v>1.8113843548511179</c:v>
                </c:pt>
                <c:pt idx="724">
                  <c:v>1.8223811279892246</c:v>
                </c:pt>
                <c:pt idx="725">
                  <c:v>1.8380194525595848</c:v>
                </c:pt>
                <c:pt idx="726">
                  <c:v>1.8580276085123755</c:v>
                </c:pt>
                <c:pt idx="727">
                  <c:v>1.8603507347894606</c:v>
                </c:pt>
                <c:pt idx="728">
                  <c:v>1.8627481131641932</c:v>
                </c:pt>
                <c:pt idx="729">
                  <c:v>1.8447025094777709</c:v>
                </c:pt>
                <c:pt idx="730">
                  <c:v>1.8507730886077745</c:v>
                </c:pt>
                <c:pt idx="731">
                  <c:v>1.8637355224478958</c:v>
                </c:pt>
                <c:pt idx="732">
                  <c:v>1.8731035948980308</c:v>
                </c:pt>
                <c:pt idx="733">
                  <c:v>1.8795267532479669</c:v>
                </c:pt>
                <c:pt idx="734">
                  <c:v>1.8804245575085761</c:v>
                </c:pt>
                <c:pt idx="735">
                  <c:v>1.8751919071368632</c:v>
                </c:pt>
                <c:pt idx="736">
                  <c:v>1.8672716114851755</c:v>
                </c:pt>
                <c:pt idx="737">
                  <c:v>1.8659033797141535</c:v>
                </c:pt>
                <c:pt idx="738">
                  <c:v>1.8593098882825547</c:v>
                </c:pt>
                <c:pt idx="739">
                  <c:v>1.8474294621417546</c:v>
                </c:pt>
                <c:pt idx="740">
                  <c:v>1.8454121950284939</c:v>
                </c:pt>
                <c:pt idx="741">
                  <c:v>1.8479650570613546</c:v>
                </c:pt>
                <c:pt idx="742">
                  <c:v>1.8469539454507038</c:v>
                </c:pt>
                <c:pt idx="743">
                  <c:v>1.8415236138009861</c:v>
                </c:pt>
                <c:pt idx="744">
                  <c:v>1.8820967803719217</c:v>
                </c:pt>
                <c:pt idx="745">
                  <c:v>1.9029404830111827</c:v>
                </c:pt>
                <c:pt idx="746">
                  <c:v>1.8967045153480815</c:v>
                </c:pt>
                <c:pt idx="747">
                  <c:v>1.8929248656242543</c:v>
                </c:pt>
                <c:pt idx="748">
                  <c:v>1.8943798959694644</c:v>
                </c:pt>
                <c:pt idx="749">
                  <c:v>1.9087163718663367</c:v>
                </c:pt>
                <c:pt idx="750">
                  <c:v>1.9166494530914866</c:v>
                </c:pt>
                <c:pt idx="751">
                  <c:v>1.9056493746465628</c:v>
                </c:pt>
                <c:pt idx="752">
                  <c:v>1.9063971716883412</c:v>
                </c:pt>
                <c:pt idx="753">
                  <c:v>1.9012556395636941</c:v>
                </c:pt>
                <c:pt idx="754">
                  <c:v>1.8970375906483086</c:v>
                </c:pt>
                <c:pt idx="755">
                  <c:v>1.9098804282629667</c:v>
                </c:pt>
                <c:pt idx="756">
                  <c:v>1.9007178168246699</c:v>
                </c:pt>
                <c:pt idx="757">
                  <c:v>1.8905540916795844</c:v>
                </c:pt>
                <c:pt idx="758">
                  <c:v>1.8857201548049853</c:v>
                </c:pt>
                <c:pt idx="759">
                  <c:v>1.9079647447359924</c:v>
                </c:pt>
                <c:pt idx="760">
                  <c:v>1.913805298250308</c:v>
                </c:pt>
                <c:pt idx="761">
                  <c:v>1.9418895126124425</c:v>
                </c:pt>
                <c:pt idx="762">
                  <c:v>1.9348887787848383</c:v>
                </c:pt>
                <c:pt idx="763">
                  <c:v>1.9138052982503087</c:v>
                </c:pt>
                <c:pt idx="764">
                  <c:v>1.9341655158605193</c:v>
                </c:pt>
                <c:pt idx="765">
                  <c:v>1.9694920824136457</c:v>
                </c:pt>
                <c:pt idx="766">
                  <c:v>1.9637659683146544</c:v>
                </c:pt>
                <c:pt idx="767">
                  <c:v>1.9447636011696379</c:v>
                </c:pt>
                <c:pt idx="768">
                  <c:v>1.9305659228079817</c:v>
                </c:pt>
                <c:pt idx="769">
                  <c:v>1.9308528690900799</c:v>
                </c:pt>
                <c:pt idx="770">
                  <c:v>1.9209139183415642</c:v>
                </c:pt>
                <c:pt idx="771">
                  <c:v>1.917833935842189</c:v>
                </c:pt>
                <c:pt idx="772">
                  <c:v>1.9272787109881961</c:v>
                </c:pt>
                <c:pt idx="773">
                  <c:v>1.9148437929899758</c:v>
                </c:pt>
                <c:pt idx="774">
                  <c:v>1.908647990708898</c:v>
                </c:pt>
                <c:pt idx="775">
                  <c:v>1.9085112592635793</c:v>
                </c:pt>
                <c:pt idx="776">
                  <c:v>1.9135978821641815</c:v>
                </c:pt>
                <c:pt idx="777">
                  <c:v>1.9274211502469911</c:v>
                </c:pt>
                <c:pt idx="778">
                  <c:v>1.8979715192268756</c:v>
                </c:pt>
                <c:pt idx="779">
                  <c:v>1.9061251026513857</c:v>
                </c:pt>
                <c:pt idx="780">
                  <c:v>1.8912113762680047</c:v>
                </c:pt>
                <c:pt idx="781">
                  <c:v>1.8842283869627903</c:v>
                </c:pt>
                <c:pt idx="782">
                  <c:v>1.8779919127991307</c:v>
                </c:pt>
                <c:pt idx="783">
                  <c:v>1.8771627754373434</c:v>
                </c:pt>
                <c:pt idx="784">
                  <c:v>1.890882612739256</c:v>
                </c:pt>
                <c:pt idx="785">
                  <c:v>1.9009194251135337</c:v>
                </c:pt>
                <c:pt idx="786">
                  <c:v>1.8842931419369628</c:v>
                </c:pt>
                <c:pt idx="787">
                  <c:v>1.8821612235018135</c:v>
                </c:pt>
                <c:pt idx="788">
                  <c:v>1.8839694618758096</c:v>
                </c:pt>
                <c:pt idx="789">
                  <c:v>1.9029404830111836</c:v>
                </c:pt>
                <c:pt idx="790">
                  <c:v>1.8961721090411261</c:v>
                </c:pt>
                <c:pt idx="791">
                  <c:v>1.9262828599578383</c:v>
                </c:pt>
                <c:pt idx="792">
                  <c:v>1.9264249934121687</c:v>
                </c:pt>
                <c:pt idx="793">
                  <c:v>1.9413755005424078</c:v>
                </c:pt>
                <c:pt idx="794">
                  <c:v>1.9331548257925191</c:v>
                </c:pt>
                <c:pt idx="795">
                  <c:v>1.9209139183415649</c:v>
                </c:pt>
                <c:pt idx="796">
                  <c:v>1.9247930875654493</c:v>
                </c:pt>
                <c:pt idx="797">
                  <c:v>1.9438773998124821</c:v>
                </c:pt>
                <c:pt idx="798">
                  <c:v>1.9293483721688318</c:v>
                </c:pt>
                <c:pt idx="799">
                  <c:v>1.9178339358421899</c:v>
                </c:pt>
                <c:pt idx="800">
                  <c:v>1.92309634766177</c:v>
                </c:pt>
                <c:pt idx="801">
                  <c:v>1.8989073945056441</c:v>
                </c:pt>
                <c:pt idx="802">
                  <c:v>1.884552256705871</c:v>
                </c:pt>
                <c:pt idx="803">
                  <c:v>1.8833874344988373</c:v>
                </c:pt>
                <c:pt idx="804">
                  <c:v>1.8790785374130232</c:v>
                </c:pt>
                <c:pt idx="805">
                  <c:v>1.8737353636108558</c:v>
                </c:pt>
                <c:pt idx="806">
                  <c:v>1.8690192636131024</c:v>
                </c:pt>
                <c:pt idx="807">
                  <c:v>1.8712766213494352</c:v>
                </c:pt>
                <c:pt idx="808">
                  <c:v>1.8704601128445077</c:v>
                </c:pt>
                <c:pt idx="809">
                  <c:v>1.8678325897306167</c:v>
                </c:pt>
                <c:pt idx="810">
                  <c:v>1.8642300751373928</c:v>
                </c:pt>
                <c:pt idx="811">
                  <c:v>1.8596769581801502</c:v>
                </c:pt>
                <c:pt idx="812">
                  <c:v>1.852394639720226</c:v>
                </c:pt>
                <c:pt idx="813">
                  <c:v>1.8638591075490398</c:v>
                </c:pt>
                <c:pt idx="814">
                  <c:v>1.8639827280208769</c:v>
                </c:pt>
                <c:pt idx="815">
                  <c:v>1.8687691679164573</c:v>
                </c:pt>
                <c:pt idx="816">
                  <c:v>1.8682069785772561</c:v>
                </c:pt>
                <c:pt idx="817">
                  <c:v>1.8692695033431015</c:v>
                </c:pt>
                <c:pt idx="818">
                  <c:v>1.8577837985108834</c:v>
                </c:pt>
                <c:pt idx="819">
                  <c:v>1.8615784928762504</c:v>
                </c:pt>
                <c:pt idx="820">
                  <c:v>1.8576010319191099</c:v>
                </c:pt>
                <c:pt idx="821">
                  <c:v>1.8597381669875928</c:v>
                </c:pt>
                <c:pt idx="822">
                  <c:v>1.8604733531146049</c:v>
                </c:pt>
                <c:pt idx="823">
                  <c:v>1.8835167076704806</c:v>
                </c:pt>
                <c:pt idx="824">
                  <c:v>1.887543027751901</c:v>
                </c:pt>
                <c:pt idx="825">
                  <c:v>1.8941149923932572</c:v>
                </c:pt>
                <c:pt idx="826">
                  <c:v>1.8972375546249149</c:v>
                </c:pt>
                <c:pt idx="827">
                  <c:v>1.8989743173917488</c:v>
                </c:pt>
                <c:pt idx="828">
                  <c:v>1.9175549587048897</c:v>
                </c:pt>
                <c:pt idx="829">
                  <c:v>1.9072825255067902</c:v>
                </c:pt>
                <c:pt idx="830">
                  <c:v>1.9040897793686353</c:v>
                </c:pt>
                <c:pt idx="831">
                  <c:v>1.8941149923932572</c:v>
                </c:pt>
                <c:pt idx="832">
                  <c:v>1.8772264996326438</c:v>
                </c:pt>
                <c:pt idx="833">
                  <c:v>1.8522743128753076</c:v>
                </c:pt>
                <c:pt idx="834">
                  <c:v>1.8524548158846836</c:v>
                </c:pt>
                <c:pt idx="835">
                  <c:v>1.8490382805210235</c:v>
                </c:pt>
                <c:pt idx="836">
                  <c:v>1.8463602995087136</c:v>
                </c:pt>
                <c:pt idx="837">
                  <c:v>1.8486205931902584</c:v>
                </c:pt>
                <c:pt idx="838">
                  <c:v>1.8524548158846836</c:v>
                </c:pt>
                <c:pt idx="839">
                  <c:v>1.8468945433840829</c:v>
                </c:pt>
                <c:pt idx="840">
                  <c:v>1.8463602995087136</c:v>
                </c:pt>
                <c:pt idx="841">
                  <c:v>1.8528762870545448</c:v>
                </c:pt>
                <c:pt idx="842">
                  <c:v>1.8649110105349322</c:v>
                </c:pt>
                <c:pt idx="843">
                  <c:v>1.8487995517133868</c:v>
                </c:pt>
                <c:pt idx="844">
                  <c:v>1.8514329752230587</c:v>
                </c:pt>
                <c:pt idx="845">
                  <c:v>1.8675208455873902</c:v>
                </c:pt>
                <c:pt idx="846">
                  <c:v>1.8585156445441662</c:v>
                </c:pt>
                <c:pt idx="847">
                  <c:v>1.8535394415891098</c:v>
                </c:pt>
                <c:pt idx="848">
                  <c:v>1.8636737431565926</c:v>
                </c:pt>
                <c:pt idx="849">
                  <c:v>1.8691443654661566</c:v>
                </c:pt>
                <c:pt idx="850">
                  <c:v>1.8510129289956303</c:v>
                </c:pt>
                <c:pt idx="851">
                  <c:v>1.8511328999065366</c:v>
                </c:pt>
                <c:pt idx="852">
                  <c:v>1.854808331838492</c:v>
                </c:pt>
                <c:pt idx="853">
                  <c:v>1.8750016478594063</c:v>
                </c:pt>
                <c:pt idx="854">
                  <c:v>1.8707111831860428</c:v>
                </c:pt>
                <c:pt idx="855">
                  <c:v>1.864477563919047</c:v>
                </c:pt>
                <c:pt idx="856">
                  <c:v>1.875318792628214</c:v>
                </c:pt>
                <c:pt idx="857">
                  <c:v>1.8744946939680878</c:v>
                </c:pt>
                <c:pt idx="858">
                  <c:v>1.8973709134779662</c:v>
                </c:pt>
                <c:pt idx="859">
                  <c:v>1.8877387806895127</c:v>
                </c:pt>
                <c:pt idx="860">
                  <c:v>1.8687066664829359</c:v>
                </c:pt>
                <c:pt idx="861">
                  <c:v>1.8787586628357307</c:v>
                </c:pt>
                <c:pt idx="862">
                  <c:v>1.8669602701703121</c:v>
                </c:pt>
                <c:pt idx="863">
                  <c:v>1.874811471285468</c:v>
                </c:pt>
                <c:pt idx="864">
                  <c:v>1.8636737431565937</c:v>
                </c:pt>
                <c:pt idx="865">
                  <c:v>1.8687691679164573</c:v>
                </c:pt>
                <c:pt idx="866">
                  <c:v>1.8546268308690816</c:v>
                </c:pt>
                <c:pt idx="867">
                  <c:v>1.8601668728123797</c:v>
                </c:pt>
                <c:pt idx="868">
                  <c:v>1.863241535446841</c:v>
                </c:pt>
                <c:pt idx="869">
                  <c:v>1.8674585236332639</c:v>
                </c:pt>
                <c:pt idx="870">
                  <c:v>1.8675831764971156</c:v>
                </c:pt>
                <c:pt idx="871">
                  <c:v>1.8742414372458587</c:v>
                </c:pt>
                <c:pt idx="872">
                  <c:v>1.8723466773775252</c:v>
                </c:pt>
                <c:pt idx="873">
                  <c:v>1.8880652275426908</c:v>
                </c:pt>
                <c:pt idx="874">
                  <c:v>1.8844874637786413</c:v>
                </c:pt>
                <c:pt idx="875">
                  <c:v>1.8646632735462643</c:v>
                </c:pt>
                <c:pt idx="876">
                  <c:v>1.862070577827426</c:v>
                </c:pt>
                <c:pt idx="877">
                  <c:v>1.8552927115331634</c:v>
                </c:pt>
                <c:pt idx="878">
                  <c:v>1.8569315535662099</c:v>
                </c:pt>
                <c:pt idx="879">
                  <c:v>1.8578447380205156</c:v>
                </c:pt>
                <c:pt idx="880">
                  <c:v>1.8496954776961958</c:v>
                </c:pt>
                <c:pt idx="881">
                  <c:v>1.8514930156788383</c:v>
                </c:pt>
                <c:pt idx="882">
                  <c:v>1.8505333833699344</c:v>
                </c:pt>
                <c:pt idx="883">
                  <c:v>1.8460637885015878</c:v>
                </c:pt>
                <c:pt idx="884">
                  <c:v>1.8340255728341184</c:v>
                </c:pt>
                <c:pt idx="885">
                  <c:v>1.8199797686501125</c:v>
                </c:pt>
                <c:pt idx="886">
                  <c:v>1.8027537471227444</c:v>
                </c:pt>
                <c:pt idx="887">
                  <c:v>1.8107850642332652</c:v>
                </c:pt>
                <c:pt idx="888">
                  <c:v>1.8169286270304168</c:v>
                </c:pt>
                <c:pt idx="889">
                  <c:v>1.8109484193154621</c:v>
                </c:pt>
                <c:pt idx="890">
                  <c:v>1.8221011777553444</c:v>
                </c:pt>
                <c:pt idx="891">
                  <c:v>1.827906902247767</c:v>
                </c:pt>
                <c:pt idx="892">
                  <c:v>1.8333923828982595</c:v>
                </c:pt>
                <c:pt idx="893">
                  <c:v>1.8547478229501428</c:v>
                </c:pt>
                <c:pt idx="894">
                  <c:v>1.8469539454507047</c:v>
                </c:pt>
                <c:pt idx="895">
                  <c:v>1.8468351496493385</c:v>
                </c:pt>
                <c:pt idx="896">
                  <c:v>1.8318422579920504</c:v>
                </c:pt>
                <c:pt idx="897">
                  <c:v>1.8320142092674205</c:v>
                </c:pt>
                <c:pt idx="898">
                  <c:v>1.8415236138009869</c:v>
                </c:pt>
                <c:pt idx="899">
                  <c:v>1.8277933891757716</c:v>
                </c:pt>
                <c:pt idx="900">
                  <c:v>1.8268297833621021</c:v>
                </c:pt>
                <c:pt idx="901">
                  <c:v>1.8516731878633648</c:v>
                </c:pt>
                <c:pt idx="902">
                  <c:v>1.8414063363534248</c:v>
                </c:pt>
                <c:pt idx="903">
                  <c:v>1.8402353572337409</c:v>
                </c:pt>
                <c:pt idx="904">
                  <c:v>1.836278292874429</c:v>
                </c:pt>
                <c:pt idx="905">
                  <c:v>1.8320142092674205</c:v>
                </c:pt>
                <c:pt idx="906">
                  <c:v>1.8302408001643118</c:v>
                </c:pt>
                <c:pt idx="907">
                  <c:v>1.8347174237441788</c:v>
                </c:pt>
                <c:pt idx="908">
                  <c:v>1.8355260352678056</c:v>
                </c:pt>
                <c:pt idx="909">
                  <c:v>1.851192898047491</c:v>
                </c:pt>
                <c:pt idx="910">
                  <c:v>1.8532378799112303</c:v>
                </c:pt>
                <c:pt idx="911">
                  <c:v>1.8477269313160387</c:v>
                </c:pt>
                <c:pt idx="912">
                  <c:v>1.8543245004727975</c:v>
                </c:pt>
                <c:pt idx="913">
                  <c:v>1.8683942941621199</c:v>
                </c:pt>
                <c:pt idx="914">
                  <c:v>1.8585766880868921</c:v>
                </c:pt>
                <c:pt idx="915">
                  <c:v>1.8636737431565933</c:v>
                </c:pt>
                <c:pt idx="916">
                  <c:v>1.8582105569874576</c:v>
                </c:pt>
                <c:pt idx="917">
                  <c:v>1.8428746580215098</c:v>
                </c:pt>
                <c:pt idx="918">
                  <c:v>1.8565668239255124</c:v>
                </c:pt>
                <c:pt idx="919">
                  <c:v>1.8529967839488324</c:v>
                </c:pt>
                <c:pt idx="920">
                  <c:v>1.8662139622583007</c:v>
                </c:pt>
                <c:pt idx="921">
                  <c:v>1.8766533149768863</c:v>
                </c:pt>
                <c:pt idx="922">
                  <c:v>1.8741781459836533</c:v>
                </c:pt>
                <c:pt idx="923">
                  <c:v>1.876844293283557</c:v>
                </c:pt>
                <c:pt idx="924">
                  <c:v>1.8776728283803266</c:v>
                </c:pt>
                <c:pt idx="925">
                  <c:v>1.8801037027943692</c:v>
                </c:pt>
                <c:pt idx="926">
                  <c:v>1.8877387806895134</c:v>
                </c:pt>
                <c:pt idx="927">
                  <c:v>1.9143588685289585</c:v>
                </c:pt>
                <c:pt idx="928">
                  <c:v>1.9338043038923696</c:v>
                </c:pt>
                <c:pt idx="929">
                  <c:v>1.9401295180898406</c:v>
                </c:pt>
                <c:pt idx="930">
                  <c:v>1.9347440366178612</c:v>
                </c:pt>
                <c:pt idx="931">
                  <c:v>1.9462443072257276</c:v>
                </c:pt>
                <c:pt idx="932">
                  <c:v>1.9713638411361201</c:v>
                </c:pt>
                <c:pt idx="933">
                  <c:v>1.9782892322090153</c:v>
                </c:pt>
                <c:pt idx="934">
                  <c:v>1.9759961174704528</c:v>
                </c:pt>
                <c:pt idx="935">
                  <c:v>1.9807524385177238</c:v>
                </c:pt>
                <c:pt idx="936">
                  <c:v>1.9894316722627008</c:v>
                </c:pt>
                <c:pt idx="937">
                  <c:v>2.013941088718612</c:v>
                </c:pt>
                <c:pt idx="938">
                  <c:v>1.9805135217322434</c:v>
                </c:pt>
                <c:pt idx="939">
                  <c:v>2.0001676682268434</c:v>
                </c:pt>
                <c:pt idx="940">
                  <c:v>1.9787650157190797</c:v>
                </c:pt>
                <c:pt idx="941">
                  <c:v>1.9846712933669579</c:v>
                </c:pt>
                <c:pt idx="942">
                  <c:v>1.988459734488057</c:v>
                </c:pt>
                <c:pt idx="943">
                  <c:v>1.9805931477260268</c:v>
                </c:pt>
                <c:pt idx="944">
                  <c:v>1.9853140822811011</c:v>
                </c:pt>
                <c:pt idx="945">
                  <c:v>1.9441726154806114</c:v>
                </c:pt>
                <c:pt idx="946">
                  <c:v>1.9426983809432177</c:v>
                </c:pt>
                <c:pt idx="947">
                  <c:v>1.9309964086027303</c:v>
                </c:pt>
                <c:pt idx="948">
                  <c:v>1.9438036247386536</c:v>
                </c:pt>
                <c:pt idx="949">
                  <c:v>1.9601641041133957</c:v>
                </c:pt>
                <c:pt idx="950">
                  <c:v>1.9651525724427603</c:v>
                </c:pt>
                <c:pt idx="951">
                  <c:v>1.9550002934753365</c:v>
                </c:pt>
                <c:pt idx="952">
                  <c:v>1.9534920793122377</c:v>
                </c:pt>
                <c:pt idx="953">
                  <c:v>1.929634567946777</c:v>
                </c:pt>
                <c:pt idx="954">
                  <c:v>1.93099640860273</c:v>
                </c:pt>
                <c:pt idx="955">
                  <c:v>1.925218247605434</c:v>
                </c:pt>
                <c:pt idx="956">
                  <c:v>1.9334433711545103</c:v>
                </c:pt>
                <c:pt idx="957">
                  <c:v>1.947580916638014</c:v>
                </c:pt>
                <c:pt idx="958">
                  <c:v>1.9466894245320259</c:v>
                </c:pt>
                <c:pt idx="959">
                  <c:v>1.9295630024782697</c:v>
                </c:pt>
                <c:pt idx="960">
                  <c:v>1.9318585761717844</c:v>
                </c:pt>
                <c:pt idx="961">
                  <c:v>1.9418160479526194</c:v>
                </c:pt>
                <c:pt idx="962">
                  <c:v>1.9349611666792819</c:v>
                </c:pt>
                <c:pt idx="963">
                  <c:v>1.9176246870888389</c:v>
                </c:pt>
                <c:pt idx="964">
                  <c:v>1.9219686424438069</c:v>
                </c:pt>
                <c:pt idx="965">
                  <c:v>1.9200017741890976</c:v>
                </c:pt>
                <c:pt idx="966">
                  <c:v>1.9109787383476731</c:v>
                </c:pt>
                <c:pt idx="967">
                  <c:v>1.9082379197861687</c:v>
                </c:pt>
                <c:pt idx="968">
                  <c:v>1.9228846928459653</c:v>
                </c:pt>
                <c:pt idx="969">
                  <c:v>1.924156079643065</c:v>
                </c:pt>
                <c:pt idx="970">
                  <c:v>1.9224616742602094</c:v>
                </c:pt>
                <c:pt idx="971">
                  <c:v>1.9057852459538298</c:v>
                </c:pt>
                <c:pt idx="972">
                  <c:v>1.9045638698776965</c:v>
                </c:pt>
                <c:pt idx="973">
                  <c:v>1.9081696106143684</c:v>
                </c:pt>
                <c:pt idx="974">
                  <c:v>1.9115977037826783</c:v>
                </c:pt>
                <c:pt idx="975">
                  <c:v>1.9389598379595445</c:v>
                </c:pt>
                <c:pt idx="976">
                  <c:v>1.9676275233470755</c:v>
                </c:pt>
                <c:pt idx="977">
                  <c:v>1.9606988447621541</c:v>
                </c:pt>
                <c:pt idx="978">
                  <c:v>1.9619999837154265</c:v>
                </c:pt>
                <c:pt idx="979">
                  <c:v>1.9763117698231509</c:v>
                </c:pt>
                <c:pt idx="980">
                  <c:v>1.9819487710449382</c:v>
                </c:pt>
                <c:pt idx="981">
                  <c:v>1.9811508920015228</c:v>
                </c:pt>
                <c:pt idx="982">
                  <c:v>1.9492196871781775</c:v>
                </c:pt>
                <c:pt idx="983">
                  <c:v>1.9364112822993609</c:v>
                </c:pt>
                <c:pt idx="984">
                  <c:v>1.9410820311665646</c:v>
                </c:pt>
                <c:pt idx="985">
                  <c:v>1.9337320950167372</c:v>
                </c:pt>
                <c:pt idx="986">
                  <c:v>1.9338765239372089</c:v>
                </c:pt>
                <c:pt idx="987">
                  <c:v>1.9617701149190065</c:v>
                </c:pt>
                <c:pt idx="988">
                  <c:v>1.9793206817246971</c:v>
                </c:pt>
                <c:pt idx="989">
                  <c:v>1.9734782275723042</c:v>
                </c:pt>
                <c:pt idx="990">
                  <c:v>1.9776555732710461</c:v>
                </c:pt>
                <c:pt idx="991">
                  <c:v>2.0131753999214195</c:v>
                </c:pt>
                <c:pt idx="992">
                  <c:v>2.008100213283555</c:v>
                </c:pt>
                <c:pt idx="993">
                  <c:v>1.9801951470307033</c:v>
                </c:pt>
                <c:pt idx="994">
                  <c:v>1.9636890515627641</c:v>
                </c:pt>
                <c:pt idx="995">
                  <c:v>1.966388463290959</c:v>
                </c:pt>
                <c:pt idx="996">
                  <c:v>1.9618467256441989</c:v>
                </c:pt>
                <c:pt idx="997">
                  <c:v>1.9641507363207324</c:v>
                </c:pt>
                <c:pt idx="998">
                  <c:v>1.9659246334849292</c:v>
                </c:pt>
                <c:pt idx="999">
                  <c:v>1.9940746015151489</c:v>
                </c:pt>
                <c:pt idx="1000">
                  <c:v>1.9735567149688602</c:v>
                </c:pt>
                <c:pt idx="1001">
                  <c:v>1.9546227927997253</c:v>
                </c:pt>
                <c:pt idx="1002">
                  <c:v>1.9445418948576523</c:v>
                </c:pt>
                <c:pt idx="1003">
                  <c:v>1.9454293450221916</c:v>
                </c:pt>
                <c:pt idx="1004">
                  <c:v>1.9319304955550065</c:v>
                </c:pt>
                <c:pt idx="1005">
                  <c:v>1.9332269454076718</c:v>
                </c:pt>
                <c:pt idx="1006">
                  <c:v>1.9186019984218392</c:v>
                </c:pt>
                <c:pt idx="1007">
                  <c:v>1.9185321214367559</c:v>
                </c:pt>
                <c:pt idx="1008">
                  <c:v>1.9309246333133054</c:v>
                </c:pt>
                <c:pt idx="1009">
                  <c:v>1.9351059761030891</c:v>
                </c:pt>
                <c:pt idx="1010">
                  <c:v>1.9298493304840103</c:v>
                </c:pt>
                <c:pt idx="1011">
                  <c:v>1.9314991456973469</c:v>
                </c:pt>
                <c:pt idx="1012">
                  <c:v>1.9228141628078868</c:v>
                </c:pt>
                <c:pt idx="1013">
                  <c:v>1.9358306965983703</c:v>
                </c:pt>
                <c:pt idx="1014">
                  <c:v>1.9330827173232852</c:v>
                </c:pt>
                <c:pt idx="1015">
                  <c:v>1.9396174246467279</c:v>
                </c:pt>
                <c:pt idx="1016">
                  <c:v>1.951463530675869</c:v>
                </c:pt>
                <c:pt idx="1017">
                  <c:v>1.9459477948226647</c:v>
                </c:pt>
                <c:pt idx="1018">
                  <c:v>1.9510888203578198</c:v>
                </c:pt>
                <c:pt idx="1019">
                  <c:v>1.9359757755188223</c:v>
                </c:pt>
                <c:pt idx="1020">
                  <c:v>1.9356131625267683</c:v>
                </c:pt>
                <c:pt idx="1021">
                  <c:v>1.9315710096085708</c:v>
                </c:pt>
                <c:pt idx="1022">
                  <c:v>1.928490841152579</c:v>
                </c:pt>
                <c:pt idx="1023">
                  <c:v>1.9250764841629637</c:v>
                </c:pt>
                <c:pt idx="1024">
                  <c:v>1.9133214738077031</c:v>
                </c:pt>
                <c:pt idx="1025">
                  <c:v>1.9135287643914141</c:v>
                </c:pt>
                <c:pt idx="1026">
                  <c:v>1.9238025653988813</c:v>
                </c:pt>
                <c:pt idx="1027">
                  <c:v>1.9085796198420859</c:v>
                </c:pt>
                <c:pt idx="1028">
                  <c:v>1.9028054637511029</c:v>
                </c:pt>
                <c:pt idx="1029">
                  <c:v>1.9040897793686347</c:v>
                </c:pt>
                <c:pt idx="1030">
                  <c:v>1.9051062967975447</c:v>
                </c:pt>
                <c:pt idx="1031">
                  <c:v>1.8930569454506831</c:v>
                </c:pt>
                <c:pt idx="1032">
                  <c:v>1.9146359052532471</c:v>
                </c:pt>
                <c:pt idx="1033">
                  <c:v>1.921757504391282</c:v>
                </c:pt>
                <c:pt idx="1034">
                  <c:v>1.9188816127118413</c:v>
                </c:pt>
                <c:pt idx="1035">
                  <c:v>1.9322182841346858</c:v>
                </c:pt>
                <c:pt idx="1036">
                  <c:v>1.9187417842920518</c:v>
                </c:pt>
                <c:pt idx="1037">
                  <c:v>1.916927879789732</c:v>
                </c:pt>
                <c:pt idx="1038">
                  <c:v>1.878630778176144</c:v>
                </c:pt>
                <c:pt idx="1039">
                  <c:v>1.8783751204898571</c:v>
                </c:pt>
                <c:pt idx="1040">
                  <c:v>1.8734825464435605</c:v>
                </c:pt>
                <c:pt idx="1041">
                  <c:v>1.8753187926282138</c:v>
                </c:pt>
                <c:pt idx="1042">
                  <c:v>1.8737353636108545</c:v>
                </c:pt>
                <c:pt idx="1043">
                  <c:v>1.8724097037081202</c:v>
                </c:pt>
                <c:pt idx="1044">
                  <c:v>1.8737985907713177</c:v>
                </c:pt>
                <c:pt idx="1045">
                  <c:v>1.8928588403605455</c:v>
                </c:pt>
                <c:pt idx="1046">
                  <c:v>1.8958396760285106</c:v>
                </c:pt>
                <c:pt idx="1047">
                  <c:v>1.8921332063712861</c:v>
                </c:pt>
                <c:pt idx="1048">
                  <c:v>1.8844226803428032</c:v>
                </c:pt>
                <c:pt idx="1049">
                  <c:v>1.8996440947198012</c:v>
                </c:pt>
                <c:pt idx="1050">
                  <c:v>1.8995100594236862</c:v>
                </c:pt>
                <c:pt idx="1051">
                  <c:v>1.887869330626623</c:v>
                </c:pt>
                <c:pt idx="1052">
                  <c:v>1.8866957616602109</c:v>
                </c:pt>
                <c:pt idx="1053">
                  <c:v>1.887021441727663</c:v>
                </c:pt>
                <c:pt idx="1054">
                  <c:v>1.8765260423162029</c:v>
                </c:pt>
                <c:pt idx="1055">
                  <c:v>1.8776728283803243</c:v>
                </c:pt>
                <c:pt idx="1056">
                  <c:v>1.8551715651526843</c:v>
                </c:pt>
                <c:pt idx="1057">
                  <c:v>1.8460045112292944</c:v>
                </c:pt>
                <c:pt idx="1058">
                  <c:v>1.8337952106544992</c:v>
                </c:pt>
                <c:pt idx="1059">
                  <c:v>1.8326453059407077</c:v>
                </c:pt>
                <c:pt idx="1060">
                  <c:v>1.8175370374756614</c:v>
                </c:pt>
                <c:pt idx="1061">
                  <c:v>1.8184790927229033</c:v>
                </c:pt>
                <c:pt idx="1062">
                  <c:v>1.8169838996486425</c:v>
                </c:pt>
                <c:pt idx="1063">
                  <c:v>1.8190898156524202</c:v>
                </c:pt>
                <c:pt idx="1064">
                  <c:v>1.8164867151786439</c:v>
                </c:pt>
                <c:pt idx="1065">
                  <c:v>1.795246428686103</c:v>
                </c:pt>
                <c:pt idx="1066">
                  <c:v>1.8033946687953131</c:v>
                </c:pt>
                <c:pt idx="1067">
                  <c:v>1.8087757493139023</c:v>
                </c:pt>
                <c:pt idx="1068">
                  <c:v>1.8169838996486425</c:v>
                </c:pt>
                <c:pt idx="1069">
                  <c:v>1.8198684187799472</c:v>
                </c:pt>
                <c:pt idx="1070">
                  <c:v>1.8289299225434956</c:v>
                </c:pt>
                <c:pt idx="1071">
                  <c:v>1.8237837439812419</c:v>
                </c:pt>
                <c:pt idx="1072">
                  <c:v>1.8427570037262133</c:v>
                </c:pt>
                <c:pt idx="1073">
                  <c:v>1.8520337610711171</c:v>
                </c:pt>
                <c:pt idx="1074">
                  <c:v>1.8621321279719576</c:v>
                </c:pt>
                <c:pt idx="1075">
                  <c:v>1.8579666430194159</c:v>
                </c:pt>
                <c:pt idx="1076">
                  <c:v>1.8583935834956491</c:v>
                </c:pt>
                <c:pt idx="1077">
                  <c:v>1.8473699933569554</c:v>
                </c:pt>
                <c:pt idx="1078">
                  <c:v>1.8447616044285335</c:v>
                </c:pt>
                <c:pt idx="1079">
                  <c:v>1.8589431317184772</c:v>
                </c:pt>
                <c:pt idx="1080">
                  <c:v>1.8550504530864629</c:v>
                </c:pt>
                <c:pt idx="1081">
                  <c:v>1.8493368804383117</c:v>
                </c:pt>
                <c:pt idx="1082">
                  <c:v>1.8350060338416159</c:v>
                </c:pt>
                <c:pt idx="1083">
                  <c:v>1.8508929919008072</c:v>
                </c:pt>
                <c:pt idx="1084">
                  <c:v>1.8311551630423557</c:v>
                </c:pt>
                <c:pt idx="1085">
                  <c:v>1.8347174237441777</c:v>
                </c:pt>
                <c:pt idx="1086">
                  <c:v>1.8661518279267699</c:v>
                </c:pt>
                <c:pt idx="1087">
                  <c:v>1.866773572655787</c:v>
                </c:pt>
                <c:pt idx="1088">
                  <c:v>1.8647251944875796</c:v>
                </c:pt>
                <c:pt idx="1089">
                  <c:v>1.8750650584266146</c:v>
                </c:pt>
                <c:pt idx="1090">
                  <c:v>1.8908826127392551</c:v>
                </c:pt>
                <c:pt idx="1091">
                  <c:v>1.9054456440980594</c:v>
                </c:pt>
                <c:pt idx="1092">
                  <c:v>1.8963051513386047</c:v>
                </c:pt>
                <c:pt idx="1093">
                  <c:v>1.8998452225775764</c:v>
                </c:pt>
                <c:pt idx="1094">
                  <c:v>1.90476720376618</c:v>
                </c:pt>
                <c:pt idx="1095">
                  <c:v>1.9095377492709955</c:v>
                </c:pt>
                <c:pt idx="1096">
                  <c:v>1.9192313700432582</c:v>
                </c:pt>
                <c:pt idx="1097">
                  <c:v>1.917764175655071</c:v>
                </c:pt>
                <c:pt idx="1098">
                  <c:v>1.922391208861929</c:v>
                </c:pt>
                <c:pt idx="1099">
                  <c:v>1.9289194087535235</c:v>
                </c:pt>
                <c:pt idx="1100">
                  <c:v>1.9452813208727229</c:v>
                </c:pt>
                <c:pt idx="1101">
                  <c:v>1.9409353650837209</c:v>
                </c:pt>
                <c:pt idx="1102">
                  <c:v>1.9366291877050161</c:v>
                </c:pt>
                <c:pt idx="1103">
                  <c:v>1.9353957295633588</c:v>
                </c:pt>
                <c:pt idx="1104">
                  <c:v>1.9271363154761427</c:v>
                </c:pt>
                <c:pt idx="1105">
                  <c:v>1.902670484864615</c:v>
                </c:pt>
                <c:pt idx="1106">
                  <c:v>1.8998452225775775</c:v>
                </c:pt>
                <c:pt idx="1107">
                  <c:v>1.9075552901373931</c:v>
                </c:pt>
                <c:pt idx="1108">
                  <c:v>1.9029404830111836</c:v>
                </c:pt>
                <c:pt idx="1109">
                  <c:v>1.9252182476054334</c:v>
                </c:pt>
                <c:pt idx="1110">
                  <c:v>1.9181130826737685</c:v>
                </c:pt>
                <c:pt idx="1111">
                  <c:v>1.898974317391749</c:v>
                </c:pt>
                <c:pt idx="1112">
                  <c:v>1.8961056027023027</c:v>
                </c:pt>
                <c:pt idx="1113">
                  <c:v>1.9017267616001989</c:v>
                </c:pt>
                <c:pt idx="1114">
                  <c:v>1.9466894245320254</c:v>
                </c:pt>
                <c:pt idx="1115">
                  <c:v>1.9485485964221885</c:v>
                </c:pt>
                <c:pt idx="1116">
                  <c:v>1.9723024334122363</c:v>
                </c:pt>
                <c:pt idx="1117">
                  <c:v>1.9581831256391276</c:v>
                </c:pt>
                <c:pt idx="1118">
                  <c:v>1.9577271370379083</c:v>
                </c:pt>
                <c:pt idx="1119">
                  <c:v>1.9353957295633588</c:v>
                </c:pt>
                <c:pt idx="1120">
                  <c:v>1.9441726154806109</c:v>
                </c:pt>
                <c:pt idx="1121">
                  <c:v>1.9367745143254944</c:v>
                </c:pt>
                <c:pt idx="1122">
                  <c:v>1.9237318950024234</c:v>
                </c:pt>
                <c:pt idx="1123">
                  <c:v>1.9325782699075216</c:v>
                </c:pt>
                <c:pt idx="1124">
                  <c:v>1.9421834858970743</c:v>
                </c:pt>
                <c:pt idx="1125">
                  <c:v>1.9317147707013789</c:v>
                </c:pt>
                <c:pt idx="1126">
                  <c:v>1.9498170099770371</c:v>
                </c:pt>
                <c:pt idx="1127">
                  <c:v>1.9540947929614436</c:v>
                </c:pt>
                <c:pt idx="1128">
                  <c:v>1.972537364964229</c:v>
                </c:pt>
                <c:pt idx="1129">
                  <c:v>1.9719893678459015</c:v>
                </c:pt>
                <c:pt idx="1130">
                  <c:v>1.9701931459878379</c:v>
                </c:pt>
                <c:pt idx="1131">
                  <c:v>1.9643047295598577</c:v>
                </c:pt>
                <c:pt idx="1132">
                  <c:v>1.9828279381574436</c:v>
                </c:pt>
                <c:pt idx="1133">
                  <c:v>1.9773390515282758</c:v>
                </c:pt>
                <c:pt idx="1134">
                  <c:v>2.0001676682268426</c:v>
                </c:pt>
                <c:pt idx="1135">
                  <c:v>1.9833081477220234</c:v>
                </c:pt>
                <c:pt idx="1136">
                  <c:v>1.9867634302470312</c:v>
                </c:pt>
                <c:pt idx="1137">
                  <c:v>2.0122411270795886</c:v>
                </c:pt>
                <c:pt idx="1138">
                  <c:v>2.0143669716662593</c:v>
                </c:pt>
                <c:pt idx="1139">
                  <c:v>2.0195916992385268</c:v>
                </c:pt>
                <c:pt idx="1140">
                  <c:v>2.0306439593825769</c:v>
                </c:pt>
                <c:pt idx="1141">
                  <c:v>2.0365717829874068</c:v>
                </c:pt>
                <c:pt idx="1142">
                  <c:v>2.0358604007371102</c:v>
                </c:pt>
                <c:pt idx="1143">
                  <c:v>2.0534832407194581</c:v>
                </c:pt>
                <c:pt idx="1144">
                  <c:v>2.0550480492883176</c:v>
                </c:pt>
                <c:pt idx="1145">
                  <c:v>2.0636914225628655</c:v>
                </c:pt>
                <c:pt idx="1146">
                  <c:v>2.0894104421562569</c:v>
                </c:pt>
                <c:pt idx="1147">
                  <c:v>2.1349775254730923</c:v>
                </c:pt>
                <c:pt idx="1148">
                  <c:v>2.1981570410561826</c:v>
                </c:pt>
                <c:pt idx="1149">
                  <c:v>2.1801237725813625</c:v>
                </c:pt>
                <c:pt idx="1150">
                  <c:v>2.1289291155713999</c:v>
                </c:pt>
                <c:pt idx="1151">
                  <c:v>2.1160944324327242</c:v>
                </c:pt>
                <c:pt idx="1152">
                  <c:v>2.0819915099356092</c:v>
                </c:pt>
                <c:pt idx="1153">
                  <c:v>2.0776461578027621</c:v>
                </c:pt>
                <c:pt idx="1154">
                  <c:v>2.109836910716631</c:v>
                </c:pt>
                <c:pt idx="1155">
                  <c:v>2.1061767629356738</c:v>
                </c:pt>
                <c:pt idx="1156">
                  <c:v>2.1012335142957537</c:v>
                </c:pt>
                <c:pt idx="1157">
                  <c:v>2.1269272791295331</c:v>
                </c:pt>
                <c:pt idx="1158">
                  <c:v>2.1331668422999095</c:v>
                </c:pt>
                <c:pt idx="1159">
                  <c:v>2.1284016273015784</c:v>
                </c:pt>
                <c:pt idx="1160">
                  <c:v>2.0624747042830625</c:v>
                </c:pt>
                <c:pt idx="1161">
                  <c:v>2.0371059612212434</c:v>
                </c:pt>
                <c:pt idx="1162">
                  <c:v>2.0686808646293278</c:v>
                </c:pt>
                <c:pt idx="1163">
                  <c:v>2.0751513817044538</c:v>
                </c:pt>
                <c:pt idx="1164">
                  <c:v>2.0701014805633053</c:v>
                </c:pt>
                <c:pt idx="1165">
                  <c:v>2.0230470673548568</c:v>
                </c:pt>
                <c:pt idx="1166">
                  <c:v>2.018645561211986</c:v>
                </c:pt>
                <c:pt idx="1167">
                  <c:v>2.0031589511324781</c:v>
                </c:pt>
                <c:pt idx="1168">
                  <c:v>2.0412196909882918</c:v>
                </c:pt>
                <c:pt idx="1169">
                  <c:v>2.0239145719079685</c:v>
                </c:pt>
                <c:pt idx="1170">
                  <c:v>2.0637851317126401</c:v>
                </c:pt>
                <c:pt idx="1171">
                  <c:v>2.0637851317126401</c:v>
                </c:pt>
                <c:pt idx="1172">
                  <c:v>2.0682081638104872</c:v>
                </c:pt>
                <c:pt idx="1173">
                  <c:v>2.0413094823629034</c:v>
                </c:pt>
                <c:pt idx="1174">
                  <c:v>2.0244357811853755</c:v>
                </c:pt>
                <c:pt idx="1175">
                  <c:v>2.0373732568505809</c:v>
                </c:pt>
                <c:pt idx="1176">
                  <c:v>2.0300285439445847</c:v>
                </c:pt>
                <c:pt idx="1177">
                  <c:v>2.0110545416177854</c:v>
                </c:pt>
                <c:pt idx="1178">
                  <c:v>1.9835484285200473</c:v>
                </c:pt>
                <c:pt idx="1179">
                  <c:v>1.9639198386589349</c:v>
                </c:pt>
                <c:pt idx="1180">
                  <c:v>1.9603168264022823</c:v>
                </c:pt>
                <c:pt idx="1181">
                  <c:v>1.9637659683146542</c:v>
                </c:pt>
                <c:pt idx="1182">
                  <c:v>1.9723024334122352</c:v>
                </c:pt>
                <c:pt idx="1183">
                  <c:v>1.9497423035183266</c:v>
                </c:pt>
                <c:pt idx="1184">
                  <c:v>1.9536426863241796</c:v>
                </c:pt>
                <c:pt idx="1185">
                  <c:v>1.9528901266658414</c:v>
                </c:pt>
                <c:pt idx="1186">
                  <c:v>1.944985411585483</c:v>
                </c:pt>
                <c:pt idx="1187">
                  <c:v>1.9396905466943144</c:v>
                </c:pt>
                <c:pt idx="1188">
                  <c:v>1.9547737572510993</c:v>
                </c:pt>
                <c:pt idx="1189">
                  <c:v>1.9385219579394541</c:v>
                </c:pt>
                <c:pt idx="1190">
                  <c:v>1.9316428846090581</c:v>
                </c:pt>
                <c:pt idx="1191">
                  <c:v>1.9339487551538515</c:v>
                </c:pt>
                <c:pt idx="1192">
                  <c:v>1.9357581740025729</c:v>
                </c:pt>
                <c:pt idx="1193">
                  <c:v>1.9420364763203246</c:v>
                </c:pt>
                <c:pt idx="1194">
                  <c:v>1.9385219579394546</c:v>
                </c:pt>
                <c:pt idx="1195">
                  <c:v>1.9299209400488149</c:v>
                </c:pt>
                <c:pt idx="1196">
                  <c:v>1.9191613972778871</c:v>
                </c:pt>
                <c:pt idx="1197">
                  <c:v>1.9176944260714266</c:v>
                </c:pt>
                <c:pt idx="1198">
                  <c:v>1.921476137371285</c:v>
                </c:pt>
                <c:pt idx="1199">
                  <c:v>1.9324342422406007</c:v>
                </c:pt>
                <c:pt idx="1200">
                  <c:v>1.9399831487288408</c:v>
                </c:pt>
                <c:pt idx="1201">
                  <c:v>1.9651525724427594</c:v>
                </c:pt>
                <c:pt idx="1202">
                  <c:v>1.9651525724427594</c:v>
                </c:pt>
                <c:pt idx="1203">
                  <c:v>1.9707391190277603</c:v>
                </c:pt>
                <c:pt idx="1204">
                  <c:v>1.9900806933556463</c:v>
                </c:pt>
                <c:pt idx="1205">
                  <c:v>2.0222675691276195</c:v>
                </c:pt>
                <c:pt idx="1206">
                  <c:v>2.0019935507963975</c:v>
                </c:pt>
                <c:pt idx="1207">
                  <c:v>2.000499151754326</c:v>
                </c:pt>
                <c:pt idx="1208">
                  <c:v>1.9734782275723035</c:v>
                </c:pt>
                <c:pt idx="1209">
                  <c:v>1.9733997528299145</c:v>
                </c:pt>
                <c:pt idx="1210">
                  <c:v>1.9646899279556038</c:v>
                </c:pt>
                <c:pt idx="1211">
                  <c:v>1.9525894352684348</c:v>
                </c:pt>
                <c:pt idx="1212">
                  <c:v>1.959629958424207</c:v>
                </c:pt>
                <c:pt idx="1213">
                  <c:v>1.9383760886757757</c:v>
                </c:pt>
                <c:pt idx="1214">
                  <c:v>1.9410086924102805</c:v>
                </c:pt>
                <c:pt idx="1215">
                  <c:v>1.9778139110366053</c:v>
                </c:pt>
                <c:pt idx="1216">
                  <c:v>1.9437298611966931</c:v>
                </c:pt>
                <c:pt idx="1217">
                  <c:v>1.9594774545095108</c:v>
                </c:pt>
                <c:pt idx="1218">
                  <c:v>1.9743422855875374</c:v>
                </c:pt>
                <c:pt idx="1219">
                  <c:v>1.9946477917262184</c:v>
                </c:pt>
                <c:pt idx="1220">
                  <c:v>2.0068393512397553</c:v>
                </c:pt>
                <c:pt idx="1221">
                  <c:v>2.0191614187089222</c:v>
                </c:pt>
                <c:pt idx="1222">
                  <c:v>2.0177011775097475</c:v>
                </c:pt>
                <c:pt idx="1223">
                  <c:v>2.00751141823691</c:v>
                </c:pt>
                <c:pt idx="1224">
                  <c:v>2.00961742250096</c:v>
                </c:pt>
                <c:pt idx="1225">
                  <c:v>2.0283618293687655</c:v>
                </c:pt>
                <c:pt idx="1226">
                  <c:v>2.0228737428112868</c:v>
                </c:pt>
                <c:pt idx="1227">
                  <c:v>1.9837888267766179</c:v>
                </c:pt>
                <c:pt idx="1228">
                  <c:v>1.9783684973356981</c:v>
                </c:pt>
                <c:pt idx="1229">
                  <c:v>1.9877320333480855</c:v>
                </c:pt>
                <c:pt idx="1230">
                  <c:v>1.981629463756357</c:v>
                </c:pt>
                <c:pt idx="1231">
                  <c:v>1.9680929904187785</c:v>
                </c:pt>
                <c:pt idx="1232">
                  <c:v>1.9600114303926193</c:v>
                </c:pt>
                <c:pt idx="1233">
                  <c:v>1.9692586196524677</c:v>
                </c:pt>
                <c:pt idx="1234">
                  <c:v>1.9976060994245977</c:v>
                </c:pt>
                <c:pt idx="1235">
                  <c:v>2.0023262459269837</c:v>
                </c:pt>
                <c:pt idx="1236">
                  <c:v>2.0093642372348728</c:v>
                </c:pt>
                <c:pt idx="1237">
                  <c:v>2.0603288538945916</c:v>
                </c:pt>
                <c:pt idx="1238">
                  <c:v>2.0465440129108878</c:v>
                </c:pt>
                <c:pt idx="1239">
                  <c:v>2.0606082557347616</c:v>
                </c:pt>
                <c:pt idx="1240">
                  <c:v>2.0860789081178548</c:v>
                </c:pt>
                <c:pt idx="1241">
                  <c:v>2.0692486581362868</c:v>
                </c:pt>
                <c:pt idx="1242">
                  <c:v>2.0969318161410717</c:v>
                </c:pt>
                <c:pt idx="1243">
                  <c:v>2.099729095264752</c:v>
                </c:pt>
                <c:pt idx="1244">
                  <c:v>2.0707657280067808</c:v>
                </c:pt>
                <c:pt idx="1245">
                  <c:v>2.0914783843388252</c:v>
                </c:pt>
                <c:pt idx="1246">
                  <c:v>2.1177474483511793</c:v>
                </c:pt>
                <c:pt idx="1247">
                  <c:v>2.1197167756326269</c:v>
                </c:pt>
                <c:pt idx="1248">
                  <c:v>2.1044567386211419</c:v>
                </c:pt>
                <c:pt idx="1249">
                  <c:v>2.1634094072971131</c:v>
                </c:pt>
                <c:pt idx="1250">
                  <c:v>2.1716501395577592</c:v>
                </c:pt>
                <c:pt idx="1251">
                  <c:v>2.1176439914182743</c:v>
                </c:pt>
                <c:pt idx="1252">
                  <c:v>2.1031450308273558</c:v>
                </c:pt>
                <c:pt idx="1253">
                  <c:v>2.1344443711989833</c:v>
                </c:pt>
                <c:pt idx="1254">
                  <c:v>2.0956379109325951</c:v>
                </c:pt>
                <c:pt idx="1255">
                  <c:v>2.0901973050201508</c:v>
                </c:pt>
                <c:pt idx="1256">
                  <c:v>2.0844207705742281</c:v>
                </c:pt>
                <c:pt idx="1257">
                  <c:v>2.0693433490507904</c:v>
                </c:pt>
                <c:pt idx="1258">
                  <c:v>2.0942478839628058</c:v>
                </c:pt>
                <c:pt idx="1259">
                  <c:v>2.1157850361058212</c:v>
                </c:pt>
                <c:pt idx="1260">
                  <c:v>2.0765892640301069</c:v>
                </c:pt>
                <c:pt idx="1261">
                  <c:v>2.0728587419028903</c:v>
                </c:pt>
                <c:pt idx="1262">
                  <c:v>2.1396909816587177</c:v>
                </c:pt>
                <c:pt idx="1263">
                  <c:v>2.1584981462891504</c:v>
                </c:pt>
                <c:pt idx="1264">
                  <c:v>2.1216930545648891</c:v>
                </c:pt>
                <c:pt idx="1265">
                  <c:v>2.0900988850058257</c:v>
                </c:pt>
                <c:pt idx="1266">
                  <c:v>2.0859812302607836</c:v>
                </c:pt>
                <c:pt idx="1267">
                  <c:v>2.059305638717591</c:v>
                </c:pt>
                <c:pt idx="1268">
                  <c:v>2.054403153709687</c:v>
                </c:pt>
                <c:pt idx="1269">
                  <c:v>2.0573577015864082</c:v>
                </c:pt>
                <c:pt idx="1270">
                  <c:v>2.0566175134003855</c:v>
                </c:pt>
                <c:pt idx="1271">
                  <c:v>2.0577281847065598</c:v>
                </c:pt>
                <c:pt idx="1272">
                  <c:v>2.0534832407194563</c:v>
                </c:pt>
                <c:pt idx="1273">
                  <c:v>2.0548637129264522</c:v>
                </c:pt>
                <c:pt idx="1274">
                  <c:v>2.0603288538945916</c:v>
                </c:pt>
                <c:pt idx="1275">
                  <c:v>2.0243488761264001</c:v>
                </c:pt>
                <c:pt idx="1276">
                  <c:v>2.0118170269640352</c:v>
                </c:pt>
                <c:pt idx="1277">
                  <c:v>2.0147932125291765</c:v>
                </c:pt>
                <c:pt idx="1278">
                  <c:v>2.0108006351466394</c:v>
                </c:pt>
                <c:pt idx="1279">
                  <c:v>2.026002597657806</c:v>
                </c:pt>
                <c:pt idx="1280">
                  <c:v>2.0200223432425064</c:v>
                </c:pt>
                <c:pt idx="1281">
                  <c:v>2.0005820569711998</c:v>
                </c:pt>
                <c:pt idx="1282">
                  <c:v>1.9961247491725098</c:v>
                </c:pt>
                <c:pt idx="1283">
                  <c:v>1.9946477917262175</c:v>
                </c:pt>
                <c:pt idx="1284">
                  <c:v>1.9972765298511921</c:v>
                </c:pt>
                <c:pt idx="1285">
                  <c:v>1.9930118562265848</c:v>
                </c:pt>
                <c:pt idx="1286">
                  <c:v>1.9790030810615826</c:v>
                </c:pt>
                <c:pt idx="1287">
                  <c:v>1.9747355465011218</c:v>
                </c:pt>
                <c:pt idx="1288">
                  <c:v>1.977497286776567</c:v>
                </c:pt>
                <c:pt idx="1289">
                  <c:v>1.9686366016433874</c:v>
                </c:pt>
                <c:pt idx="1290">
                  <c:v>1.9700372664744585</c:v>
                </c:pt>
                <c:pt idx="1291">
                  <c:v>1.9790824619132661</c:v>
                </c:pt>
                <c:pt idx="1292">
                  <c:v>1.9813901195354457</c:v>
                </c:pt>
                <c:pt idx="1293">
                  <c:v>1.9801155856579773</c:v>
                </c:pt>
                <c:pt idx="1294">
                  <c:v>1.9677050701064782</c:v>
                </c:pt>
                <c:pt idx="1295">
                  <c:v>1.9599351117380366</c:v>
                </c:pt>
                <c:pt idx="1296">
                  <c:v>1.9651525724427579</c:v>
                </c:pt>
                <c:pt idx="1297">
                  <c:v>1.9929302007010061</c:v>
                </c:pt>
                <c:pt idx="1298">
                  <c:v>1.987328217725493</c:v>
                </c:pt>
                <c:pt idx="1299">
                  <c:v>2.0076795751989334</c:v>
                </c:pt>
                <c:pt idx="1300">
                  <c:v>1.9959604262187585</c:v>
                </c:pt>
                <c:pt idx="1301">
                  <c:v>1.9935020715534579</c:v>
                </c:pt>
                <c:pt idx="1302">
                  <c:v>1.9977709659093437</c:v>
                </c:pt>
                <c:pt idx="1303">
                  <c:v>1.9953857225707761</c:v>
                </c:pt>
                <c:pt idx="1304">
                  <c:v>1.9820286303275974</c:v>
                </c:pt>
                <c:pt idx="1305">
                  <c:v>1.9423305413641647</c:v>
                </c:pt>
                <c:pt idx="1306">
                  <c:v>1.9449854115854823</c:v>
                </c:pt>
                <c:pt idx="1307">
                  <c:v>1.9489213074243428</c:v>
                </c:pt>
                <c:pt idx="1308">
                  <c:v>1.9498170099770358</c:v>
                </c:pt>
                <c:pt idx="1309">
                  <c:v>1.9544718760804176</c:v>
                </c:pt>
                <c:pt idx="1310">
                  <c:v>1.9386678725605335</c:v>
                </c:pt>
                <c:pt idx="1311">
                  <c:v>1.9465410055738734</c:v>
                </c:pt>
                <c:pt idx="1312">
                  <c:v>1.9479528674226172</c:v>
                </c:pt>
                <c:pt idx="1313">
                  <c:v>1.9421099753737485</c:v>
                </c:pt>
                <c:pt idx="1314">
                  <c:v>1.9438036247386519</c:v>
                </c:pt>
                <c:pt idx="1315">
                  <c:v>1.9619999837154252</c:v>
                </c:pt>
                <c:pt idx="1316">
                  <c:v>1.970271104532753</c:v>
                </c:pt>
                <c:pt idx="1317">
                  <c:v>1.9839491575782879</c:v>
                </c:pt>
                <c:pt idx="1318">
                  <c:v>1.9774181627482041</c:v>
                </c:pt>
                <c:pt idx="1319">
                  <c:v>1.9852336877757697</c:v>
                </c:pt>
                <c:pt idx="1320">
                  <c:v>1.9939927711238108</c:v>
                </c:pt>
                <c:pt idx="1321">
                  <c:v>1.9822682861315175</c:v>
                </c:pt>
                <c:pt idx="1322">
                  <c:v>1.9871667839130864</c:v>
                </c:pt>
                <c:pt idx="1323">
                  <c:v>1.9930935251834674</c:v>
                </c:pt>
                <c:pt idx="1324">
                  <c:v>2.00751141823691</c:v>
                </c:pt>
                <c:pt idx="1325">
                  <c:v>2.0056653889548004</c:v>
                </c:pt>
                <c:pt idx="1326">
                  <c:v>2.0039095696612326</c:v>
                </c:pt>
                <c:pt idx="1327">
                  <c:v>2.0141113989766928</c:v>
                </c:pt>
                <c:pt idx="1328">
                  <c:v>2.0207984198763413</c:v>
                </c:pt>
                <c:pt idx="1329">
                  <c:v>2.0233938927193615</c:v>
                </c:pt>
                <c:pt idx="1330">
                  <c:v>2.0138559550392445</c:v>
                </c:pt>
                <c:pt idx="1331">
                  <c:v>2.0329362408834544</c:v>
                </c:pt>
                <c:pt idx="1332">
                  <c:v>2.0049121434790909</c:v>
                </c:pt>
                <c:pt idx="1333">
                  <c:v>2.0076795751989329</c:v>
                </c:pt>
                <c:pt idx="1334">
                  <c:v>1.9971118267085619</c:v>
                </c:pt>
                <c:pt idx="1335">
                  <c:v>1.9981008624099805</c:v>
                </c:pt>
                <c:pt idx="1336">
                  <c:v>1.9826679725148306</c:v>
                </c:pt>
                <c:pt idx="1337">
                  <c:v>1.9830679842964809</c:v>
                </c:pt>
                <c:pt idx="1338">
                  <c:v>1.9782892322090133</c:v>
                </c:pt>
                <c:pt idx="1339">
                  <c:v>1.9766276264156832</c:v>
                </c:pt>
                <c:pt idx="1340">
                  <c:v>1.9500411998864744</c:v>
                </c:pt>
                <c:pt idx="1341">
                  <c:v>1.9339487551538517</c:v>
                </c:pt>
                <c:pt idx="1342">
                  <c:v>1.9328664587652817</c:v>
                </c:pt>
                <c:pt idx="1343">
                  <c:v>1.9418160479526183</c:v>
                </c:pt>
                <c:pt idx="1344">
                  <c:v>1.9793206817246971</c:v>
                </c:pt>
                <c:pt idx="1345">
                  <c:v>1.9849122409038547</c:v>
                </c:pt>
                <c:pt idx="1346">
                  <c:v>1.9853140822811002</c:v>
                </c:pt>
                <c:pt idx="1347">
                  <c:v>1.999091862109468</c:v>
                </c:pt>
                <c:pt idx="1348">
                  <c:v>1.9989265588559062</c:v>
                </c:pt>
                <c:pt idx="1349">
                  <c:v>1.9705050553566579</c:v>
                </c:pt>
                <c:pt idx="1350">
                  <c:v>1.9691808237167461</c:v>
                </c:pt>
                <c:pt idx="1351">
                  <c:v>1.9583352183451501</c:v>
                </c:pt>
                <c:pt idx="1352">
                  <c:v>1.9616935163968716</c:v>
                </c:pt>
                <c:pt idx="1353">
                  <c:v>2.0193334873332947</c:v>
                </c:pt>
                <c:pt idx="1354">
                  <c:v>2.018731501193721</c:v>
                </c:pt>
                <c:pt idx="1355">
                  <c:v>2.0119018185550308</c:v>
                </c:pt>
                <c:pt idx="1356">
                  <c:v>1.9932569034043992</c:v>
                </c:pt>
                <c:pt idx="1357">
                  <c:v>1.9786063698032399</c:v>
                </c:pt>
                <c:pt idx="1358">
                  <c:v>1.9600877611834415</c:v>
                </c:pt>
                <c:pt idx="1359">
                  <c:v>1.9517635115823828</c:v>
                </c:pt>
                <c:pt idx="1360">
                  <c:v>1.9571198269188603</c:v>
                </c:pt>
                <c:pt idx="1361">
                  <c:v>1.9970294955364678</c:v>
                </c:pt>
                <c:pt idx="1362">
                  <c:v>1.9749716554638275</c:v>
                </c:pt>
                <c:pt idx="1363">
                  <c:v>1.9842699760100841</c:v>
                </c:pt>
                <c:pt idx="1364">
                  <c:v>1.9565132865218688</c:v>
                </c:pt>
                <c:pt idx="1365">
                  <c:v>1.9553780928304592</c:v>
                </c:pt>
                <c:pt idx="1366">
                  <c:v>1.939690546694314</c:v>
                </c:pt>
                <c:pt idx="1367">
                  <c:v>1.9356856626462429</c:v>
                </c:pt>
                <c:pt idx="1368">
                  <c:v>1.9269228041891273</c:v>
                </c:pt>
                <c:pt idx="1369">
                  <c:v>1.9233787051455304</c:v>
                </c:pt>
                <c:pt idx="1370">
                  <c:v>1.9272787109881959</c:v>
                </c:pt>
                <c:pt idx="1371">
                  <c:v>1.9294914480274716</c:v>
                </c:pt>
                <c:pt idx="1372">
                  <c:v>1.9310681949609099</c:v>
                </c:pt>
                <c:pt idx="1373">
                  <c:v>1.9339487551538517</c:v>
                </c:pt>
                <c:pt idx="1374">
                  <c:v>1.9295630024782686</c:v>
                </c:pt>
                <c:pt idx="1375">
                  <c:v>1.9149824373233457</c:v>
                </c:pt>
                <c:pt idx="1376">
                  <c:v>1.9149131099041805</c:v>
                </c:pt>
                <c:pt idx="1377">
                  <c:v>1.9209841581989529</c:v>
                </c:pt>
                <c:pt idx="1378">
                  <c:v>1.9236612354176312</c:v>
                </c:pt>
                <c:pt idx="1379">
                  <c:v>1.9074870836051996</c:v>
                </c:pt>
                <c:pt idx="1380">
                  <c:v>1.9204927040849218</c:v>
                </c:pt>
                <c:pt idx="1381">
                  <c:v>1.9440987942522445</c:v>
                </c:pt>
                <c:pt idx="1382">
                  <c:v>1.9397636801236617</c:v>
                </c:pt>
                <c:pt idx="1383">
                  <c:v>1.9174852409171639</c:v>
                </c:pt>
                <c:pt idx="1384">
                  <c:v>1.9054456440980607</c:v>
                </c:pt>
                <c:pt idx="1385">
                  <c:v>1.8937840835127759</c:v>
                </c:pt>
                <c:pt idx="1386">
                  <c:v>1.8965713544744784</c:v>
                </c:pt>
                <c:pt idx="1387">
                  <c:v>1.8916062129398119</c:v>
                </c:pt>
                <c:pt idx="1388">
                  <c:v>1.8916720530676707</c:v>
                </c:pt>
                <c:pt idx="1389">
                  <c:v>1.8918037624992472</c:v>
                </c:pt>
                <c:pt idx="1390">
                  <c:v>1.8925288604504369</c:v>
                </c:pt>
                <c:pt idx="1391">
                  <c:v>1.879078537413023</c:v>
                </c:pt>
                <c:pt idx="1392">
                  <c:v>1.875382249171802</c:v>
                </c:pt>
                <c:pt idx="1393">
                  <c:v>1.8844874637786417</c:v>
                </c:pt>
                <c:pt idx="1394">
                  <c:v>1.8770990604995808</c:v>
                </c:pt>
                <c:pt idx="1395">
                  <c:v>1.8842931419369635</c:v>
                </c:pt>
                <c:pt idx="1396">
                  <c:v>1.8845522567058708</c:v>
                </c:pt>
                <c:pt idx="1397">
                  <c:v>1.8912771580936687</c:v>
                </c:pt>
                <c:pt idx="1398">
                  <c:v>1.8895699806356252</c:v>
                </c:pt>
                <c:pt idx="1399">
                  <c:v>1.8830644170138202</c:v>
                </c:pt>
                <c:pt idx="1400">
                  <c:v>1.887086606452324</c:v>
                </c:pt>
                <c:pt idx="1401">
                  <c:v>1.8925948369185501</c:v>
                </c:pt>
                <c:pt idx="1402">
                  <c:v>1.8895044505600891</c:v>
                </c:pt>
                <c:pt idx="1403">
                  <c:v>1.8693946772594976</c:v>
                </c:pt>
                <c:pt idx="1404">
                  <c:v>1.8613941058228247</c:v>
                </c:pt>
                <c:pt idx="1405">
                  <c:v>1.865220881472943</c:v>
                </c:pt>
                <c:pt idx="1406">
                  <c:v>1.8618244651091185</c:v>
                </c:pt>
                <c:pt idx="1407">
                  <c:v>1.8842283869627914</c:v>
                </c:pt>
                <c:pt idx="1408">
                  <c:v>1.93042251599762</c:v>
                </c:pt>
                <c:pt idx="1409">
                  <c:v>1.9216167994061455</c:v>
                </c:pt>
                <c:pt idx="1410">
                  <c:v>1.9066694041548129</c:v>
                </c:pt>
                <c:pt idx="1411">
                  <c:v>1.8988404815827595</c:v>
                </c:pt>
                <c:pt idx="1412">
                  <c:v>1.8893734193683467</c:v>
                </c:pt>
                <c:pt idx="1413">
                  <c:v>1.8776090393257416</c:v>
                </c:pt>
                <c:pt idx="1414">
                  <c:v>1.8774177277839417</c:v>
                </c:pt>
                <c:pt idx="1415">
                  <c:v>1.8831290016112245</c:v>
                </c:pt>
                <c:pt idx="1416">
                  <c:v>1.8698330700024564</c:v>
                </c:pt>
                <c:pt idx="1417">
                  <c:v>1.8784390209623958</c:v>
                </c:pt>
                <c:pt idx="1418">
                  <c:v>1.8649729669648729</c:v>
                </c:pt>
                <c:pt idx="1419">
                  <c:v>1.8830644170138202</c:v>
                </c:pt>
                <c:pt idx="1420">
                  <c:v>1.8722836601528159</c:v>
                </c:pt>
                <c:pt idx="1421">
                  <c:v>1.8734825464435623</c:v>
                </c:pt>
                <c:pt idx="1422">
                  <c:v>1.8601668728123801</c:v>
                </c:pt>
                <c:pt idx="1423">
                  <c:v>1.8667735726557892</c:v>
                </c:pt>
                <c:pt idx="1424">
                  <c:v>1.8652208814729432</c:v>
                </c:pt>
                <c:pt idx="1425">
                  <c:v>1.8918037624992476</c:v>
                </c:pt>
                <c:pt idx="1426">
                  <c:v>1.8914745618491831</c:v>
                </c:pt>
                <c:pt idx="1427">
                  <c:v>1.9066694041548127</c:v>
                </c:pt>
                <c:pt idx="1428">
                  <c:v>1.8988404815827593</c:v>
                </c:pt>
                <c:pt idx="1429">
                  <c:v>1.8915403825343677</c:v>
                </c:pt>
                <c:pt idx="1430">
                  <c:v>1.8799113021937814</c:v>
                </c:pt>
                <c:pt idx="1431">
                  <c:v>1.878439020962396</c:v>
                </c:pt>
                <c:pt idx="1432">
                  <c:v>1.8771627754373446</c:v>
                </c:pt>
                <c:pt idx="1433">
                  <c:v>1.8845522567058715</c:v>
                </c:pt>
                <c:pt idx="1434">
                  <c:v>1.8703973678813548</c:v>
                </c:pt>
                <c:pt idx="1435">
                  <c:v>1.8761444459671996</c:v>
                </c:pt>
                <c:pt idx="1436">
                  <c:v>1.8959726196335005</c:v>
                </c:pt>
                <c:pt idx="1437">
                  <c:v>1.8884572808220803</c:v>
                </c:pt>
                <c:pt idx="1438">
                  <c:v>1.8893079182478738</c:v>
                </c:pt>
                <c:pt idx="1439">
                  <c:v>1.8932551384703684</c:v>
                </c:pt>
                <c:pt idx="1440">
                  <c:v>1.8928588403605471</c:v>
                </c:pt>
                <c:pt idx="1441">
                  <c:v>1.9142204130916267</c:v>
                </c:pt>
                <c:pt idx="1442">
                  <c:v>1.9137361490912552</c:v>
                </c:pt>
                <c:pt idx="1443">
                  <c:v>1.9160236108317259</c:v>
                </c:pt>
                <c:pt idx="1444">
                  <c:v>1.9021309726926141</c:v>
                </c:pt>
                <c:pt idx="1445">
                  <c:v>1.8977044841130879</c:v>
                </c:pt>
                <c:pt idx="1446">
                  <c:v>1.936629187705017</c:v>
                </c:pt>
                <c:pt idx="1447">
                  <c:v>1.8973709134779664</c:v>
                </c:pt>
                <c:pt idx="1448">
                  <c:v>1.9200718749681578</c:v>
                </c:pt>
                <c:pt idx="1449">
                  <c:v>1.9341655158605202</c:v>
                </c:pt>
                <c:pt idx="1450">
                  <c:v>1.9400563277118126</c:v>
                </c:pt>
                <c:pt idx="1451">
                  <c:v>1.9319304955550076</c:v>
                </c:pt>
                <c:pt idx="1452">
                  <c:v>1.9309246333133068</c:v>
                </c:pt>
                <c:pt idx="1453">
                  <c:v>1.9327223420755395</c:v>
                </c:pt>
                <c:pt idx="1454">
                  <c:v>1.9377930647723554</c:v>
                </c:pt>
                <c:pt idx="1455">
                  <c:v>1.9174155337232464</c:v>
                </c:pt>
                <c:pt idx="1456">
                  <c:v>1.90851125926358</c:v>
                </c:pt>
                <c:pt idx="1457">
                  <c:v>1.9197915359294699</c:v>
                </c:pt>
                <c:pt idx="1458">
                  <c:v>1.9181828959145404</c:v>
                </c:pt>
                <c:pt idx="1459">
                  <c:v>1.9133214738077038</c:v>
                </c:pt>
                <c:pt idx="1460">
                  <c:v>1.9136670103966709</c:v>
                </c:pt>
                <c:pt idx="1461">
                  <c:v>1.9044283647182942</c:v>
                </c:pt>
                <c:pt idx="1462">
                  <c:v>1.9029404830111842</c:v>
                </c:pt>
                <c:pt idx="1463">
                  <c:v>1.9138744578762112</c:v>
                </c:pt>
                <c:pt idx="1464">
                  <c:v>1.9190214837006405</c:v>
                </c:pt>
                <c:pt idx="1465">
                  <c:v>1.8952419177000712</c:v>
                </c:pt>
                <c:pt idx="1466">
                  <c:v>1.8905540916795858</c:v>
                </c:pt>
                <c:pt idx="1467">
                  <c:v>1.8548688492944787</c:v>
                </c:pt>
                <c:pt idx="1468">
                  <c:v>1.8615170217547876</c:v>
                </c:pt>
                <c:pt idx="1469">
                  <c:v>1.8626864750374013</c:v>
                </c:pt>
                <c:pt idx="1470">
                  <c:v>1.8571140348888873</c:v>
                </c:pt>
                <c:pt idx="1471">
                  <c:v>1.8548688492944785</c:v>
                </c:pt>
                <c:pt idx="1472">
                  <c:v>1.8582105569874574</c:v>
                </c:pt>
                <c:pt idx="1473">
                  <c:v>1.8514930156788383</c:v>
                </c:pt>
                <c:pt idx="1474">
                  <c:v>1.8552927115331639</c:v>
                </c:pt>
                <c:pt idx="1475">
                  <c:v>1.8513129197093461</c:v>
                </c:pt>
                <c:pt idx="1476">
                  <c:v>1.8542640600600977</c:v>
                </c:pt>
                <c:pt idx="1477">
                  <c:v>1.8550504530864638</c:v>
                </c:pt>
                <c:pt idx="1478">
                  <c:v>1.8572357322867119</c:v>
                </c:pt>
                <c:pt idx="1479">
                  <c:v>1.8554744954750217</c:v>
                </c:pt>
                <c:pt idx="1480">
                  <c:v>1.8519135360830943</c:v>
                </c:pt>
                <c:pt idx="1481">
                  <c:v>1.8690192636131022</c:v>
                </c:pt>
                <c:pt idx="1482">
                  <c:v>1.8670847798680299</c:v>
                </c:pt>
                <c:pt idx="1483">
                  <c:v>1.8649110105349329</c:v>
                </c:pt>
                <c:pt idx="1484">
                  <c:v>1.8490382805210239</c:v>
                </c:pt>
                <c:pt idx="1485">
                  <c:v>1.8481437391810633</c:v>
                </c:pt>
                <c:pt idx="1486">
                  <c:v>1.8549899099166438</c:v>
                </c:pt>
                <c:pt idx="1487">
                  <c:v>1.8476674207752823</c:v>
                </c:pt>
                <c:pt idx="1488">
                  <c:v>1.8444662123308544</c:v>
                </c:pt>
                <c:pt idx="1489">
                  <c:v>1.8445252742226328</c:v>
                </c:pt>
                <c:pt idx="1490">
                  <c:v>1.8192009541177687</c:v>
                </c:pt>
                <c:pt idx="1491">
                  <c:v>1.8093178246535522</c:v>
                </c:pt>
                <c:pt idx="1492">
                  <c:v>1.8205369719964286</c:v>
                </c:pt>
                <c:pt idx="1493">
                  <c:v>1.8304692022255755</c:v>
                </c:pt>
                <c:pt idx="1494">
                  <c:v>1.8235590039934091</c:v>
                </c:pt>
                <c:pt idx="1495">
                  <c:v>1.8251911526239628</c:v>
                </c:pt>
                <c:pt idx="1496">
                  <c:v>1.8217095674801609</c:v>
                </c:pt>
                <c:pt idx="1497">
                  <c:v>1.8283612660214261</c:v>
                </c:pt>
                <c:pt idx="1498">
                  <c:v>1.8249656441628357</c:v>
                </c:pt>
                <c:pt idx="1499">
                  <c:v>1.8239523794829282</c:v>
                </c:pt>
                <c:pt idx="1500">
                  <c:v>1.8192009541177689</c:v>
                </c:pt>
                <c:pt idx="1501">
                  <c:v>1.8064530761428341</c:v>
                </c:pt>
                <c:pt idx="1502">
                  <c:v>1.819534550545802</c:v>
                </c:pt>
                <c:pt idx="1503">
                  <c:v>1.8114388797497247</c:v>
                </c:pt>
                <c:pt idx="1504">
                  <c:v>1.8173156924889005</c:v>
                </c:pt>
                <c:pt idx="1505">
                  <c:v>1.8153289680442644</c:v>
                </c:pt>
                <c:pt idx="1506">
                  <c:v>1.8118207593241344</c:v>
                </c:pt>
                <c:pt idx="1507">
                  <c:v>1.814668871186732</c:v>
                </c:pt>
                <c:pt idx="1508">
                  <c:v>1.8215977473474028</c:v>
                </c:pt>
                <c:pt idx="1509">
                  <c:v>1.8217654889614259</c:v>
                </c:pt>
                <c:pt idx="1510">
                  <c:v>1.8163763119084568</c:v>
                </c:pt>
                <c:pt idx="1511">
                  <c:v>1.8155492381066489</c:v>
                </c:pt>
                <c:pt idx="1512">
                  <c:v>1.8205927339840804</c:v>
                </c:pt>
                <c:pt idx="1513">
                  <c:v>1.8155492381066485</c:v>
                </c:pt>
                <c:pt idx="1514">
                  <c:v>1.8148887846805848</c:v>
                </c:pt>
                <c:pt idx="1515">
                  <c:v>1.8153840244043009</c:v>
                </c:pt>
                <c:pt idx="1516">
                  <c:v>1.8105129519617249</c:v>
                </c:pt>
                <c:pt idx="1517">
                  <c:v>1.7977683538422504</c:v>
                </c:pt>
                <c:pt idx="1518">
                  <c:v>1.7938870319975491</c:v>
                </c:pt>
                <c:pt idx="1519">
                  <c:v>1.7936783064382313</c:v>
                </c:pt>
                <c:pt idx="1520">
                  <c:v>1.8069920414103688</c:v>
                </c:pt>
                <c:pt idx="1521">
                  <c:v>1.8146688711867316</c:v>
                </c:pt>
                <c:pt idx="1522">
                  <c:v>1.8087215817158673</c:v>
                </c:pt>
                <c:pt idx="1523">
                  <c:v>1.7949323087136324</c:v>
                </c:pt>
                <c:pt idx="1524">
                  <c:v>1.8102953936174457</c:v>
                </c:pt>
                <c:pt idx="1525">
                  <c:v>1.8068302762034889</c:v>
                </c:pt>
                <c:pt idx="1526">
                  <c:v>1.7990353241875601</c:v>
                </c:pt>
                <c:pt idx="1527">
                  <c:v>1.7968207596848127</c:v>
                </c:pt>
                <c:pt idx="1528">
                  <c:v>1.8003593713250325</c:v>
                </c:pt>
                <c:pt idx="1529">
                  <c:v>1.7968207596848125</c:v>
                </c:pt>
                <c:pt idx="1530">
                  <c:v>1.7807462561301111</c:v>
                </c:pt>
                <c:pt idx="1531">
                  <c:v>1.7684244271265284</c:v>
                </c:pt>
                <c:pt idx="1532">
                  <c:v>1.7684244271265284</c:v>
                </c:pt>
                <c:pt idx="1533">
                  <c:v>1.7577197112221985</c:v>
                </c:pt>
                <c:pt idx="1534">
                  <c:v>1.7494892445047436</c:v>
                </c:pt>
                <c:pt idx="1535">
                  <c:v>1.7546888300798573</c:v>
                </c:pt>
                <c:pt idx="1536">
                  <c:v>1.7403900366582008</c:v>
                </c:pt>
                <c:pt idx="1537">
                  <c:v>1.7459242139225599</c:v>
                </c:pt>
                <c:pt idx="1538">
                  <c:v>1.745095715471441</c:v>
                </c:pt>
                <c:pt idx="1539">
                  <c:v>1.7474016583868031</c:v>
                </c:pt>
                <c:pt idx="1540">
                  <c:v>1.7565328803735851</c:v>
                </c:pt>
                <c:pt idx="1541">
                  <c:v>1.7523377727578531</c:v>
                </c:pt>
                <c:pt idx="1542">
                  <c:v>1.7494892445047436</c:v>
                </c:pt>
                <c:pt idx="1543">
                  <c:v>1.7504208084963118</c:v>
                </c:pt>
                <c:pt idx="1544">
                  <c:v>1.7552080359981721</c:v>
                </c:pt>
                <c:pt idx="1545">
                  <c:v>1.7507007294317127</c:v>
                </c:pt>
                <c:pt idx="1546">
                  <c:v>1.7538878236600441</c:v>
                </c:pt>
                <c:pt idx="1547">
                  <c:v>1.7547360011156836</c:v>
                </c:pt>
                <c:pt idx="1548">
                  <c:v>1.7607750349730746</c:v>
                </c:pt>
                <c:pt idx="1549">
                  <c:v>1.7629863125181053</c:v>
                </c:pt>
                <c:pt idx="1550">
                  <c:v>1.7717641242727147</c:v>
                </c:pt>
                <c:pt idx="1551">
                  <c:v>1.7803426129257345</c:v>
                </c:pt>
                <c:pt idx="1552">
                  <c:v>1.7767285184986643</c:v>
                </c:pt>
                <c:pt idx="1553">
                  <c:v>1.7624563601366514</c:v>
                </c:pt>
                <c:pt idx="1554">
                  <c:v>1.7712711728661388</c:v>
                </c:pt>
                <c:pt idx="1555">
                  <c:v>1.7673988837259762</c:v>
                </c:pt>
                <c:pt idx="1556">
                  <c:v>1.7667653941926038</c:v>
                </c:pt>
                <c:pt idx="1557">
                  <c:v>1.7753320618751558</c:v>
                </c:pt>
                <c:pt idx="1558">
                  <c:v>1.7690606620968514</c:v>
                </c:pt>
                <c:pt idx="1559">
                  <c:v>1.758005104927701</c:v>
                </c:pt>
                <c:pt idx="1560">
                  <c:v>1.7490243292957834</c:v>
                </c:pt>
                <c:pt idx="1561">
                  <c:v>1.7333305612923371</c:v>
                </c:pt>
                <c:pt idx="1562">
                  <c:v>1.7272794644853644</c:v>
                </c:pt>
                <c:pt idx="1563">
                  <c:v>1.7248346791043625</c:v>
                </c:pt>
                <c:pt idx="1564">
                  <c:v>1.725400752496999</c:v>
                </c:pt>
                <c:pt idx="1565">
                  <c:v>1.7149213024847731</c:v>
                </c:pt>
                <c:pt idx="1566">
                  <c:v>1.7031807976110074</c:v>
                </c:pt>
                <c:pt idx="1567">
                  <c:v>1.7</c:v>
                </c:pt>
                <c:pt idx="1568">
                  <c:v>1.714320418374174</c:v>
                </c:pt>
                <c:pt idx="1569">
                  <c:v>1.7</c:v>
                </c:pt>
                <c:pt idx="1570">
                  <c:v>1.7060051871581441</c:v>
                </c:pt>
                <c:pt idx="1571">
                  <c:v>1.7035102362458303</c:v>
                </c:pt>
                <c:pt idx="1572">
                  <c:v>1.7003168826720421</c:v>
                </c:pt>
                <c:pt idx="1573">
                  <c:v>1.7016306216153454</c:v>
                </c:pt>
                <c:pt idx="1574">
                  <c:v>1.7051178589452958</c:v>
                </c:pt>
                <c:pt idx="1575">
                  <c:v>1.706692380946897</c:v>
                </c:pt>
                <c:pt idx="1576">
                  <c:v>1.7</c:v>
                </c:pt>
                <c:pt idx="1577">
                  <c:v>1.7</c:v>
                </c:pt>
                <c:pt idx="1578">
                  <c:v>1.7</c:v>
                </c:pt>
                <c:pt idx="1579">
                  <c:v>1.7</c:v>
                </c:pt>
                <c:pt idx="1580">
                  <c:v>1.7</c:v>
                </c:pt>
                <c:pt idx="1581">
                  <c:v>1.7016938143955977</c:v>
                </c:pt>
                <c:pt idx="1582">
                  <c:v>1.709293681595726</c:v>
                </c:pt>
                <c:pt idx="1583">
                  <c:v>1.7089753921815594</c:v>
                </c:pt>
                <c:pt idx="1584">
                  <c:v>1.711529734771309</c:v>
                </c:pt>
                <c:pt idx="1585">
                  <c:v>1.7</c:v>
                </c:pt>
                <c:pt idx="1586">
                  <c:v>1.7019288881978922</c:v>
                </c:pt>
                <c:pt idx="1587">
                  <c:v>1.7084018054867858</c:v>
                </c:pt>
                <c:pt idx="1588">
                  <c:v>1.7061522526324706</c:v>
                </c:pt>
                <c:pt idx="1589">
                  <c:v>1.7</c:v>
                </c:pt>
                <c:pt idx="1590">
                  <c:v>1.7121845327297123</c:v>
                </c:pt>
                <c:pt idx="1591">
                  <c:v>1.7051667409824167</c:v>
                </c:pt>
                <c:pt idx="1592">
                  <c:v>1.7054401080062951</c:v>
                </c:pt>
                <c:pt idx="1593">
                  <c:v>1.7103972123157902</c:v>
                </c:pt>
                <c:pt idx="1594">
                  <c:v>1.7100012476105002</c:v>
                </c:pt>
                <c:pt idx="1595">
                  <c:v>1.7028710385355459</c:v>
                </c:pt>
                <c:pt idx="1596">
                  <c:v>1.7001666367291095</c:v>
                </c:pt>
                <c:pt idx="1597">
                  <c:v>1.7071240235724199</c:v>
                </c:pt>
                <c:pt idx="1598">
                  <c:v>1.7</c:v>
                </c:pt>
                <c:pt idx="1599">
                  <c:v>1.7</c:v>
                </c:pt>
                <c:pt idx="1600">
                  <c:v>1.7</c:v>
                </c:pt>
                <c:pt idx="1601">
                  <c:v>1.7</c:v>
                </c:pt>
                <c:pt idx="1602">
                  <c:v>1.7049083194995505</c:v>
                </c:pt>
                <c:pt idx="1603">
                  <c:v>1.7</c:v>
                </c:pt>
                <c:pt idx="1604">
                  <c:v>1.703051772697346</c:v>
                </c:pt>
                <c:pt idx="1605">
                  <c:v>1.7006405170615959</c:v>
                </c:pt>
                <c:pt idx="1606">
                  <c:v>1.7080802126504384</c:v>
                </c:pt>
                <c:pt idx="1607">
                  <c:v>1.7030133691765412</c:v>
                </c:pt>
                <c:pt idx="1608">
                  <c:v>1.7025912071850755</c:v>
                </c:pt>
                <c:pt idx="1609">
                  <c:v>1.7073019298245009</c:v>
                </c:pt>
                <c:pt idx="1610">
                  <c:v>1.7042058325428582</c:v>
                </c:pt>
                <c:pt idx="1611">
                  <c:v>1.7</c:v>
                </c:pt>
                <c:pt idx="1612">
                  <c:v>1.7000377378835849</c:v>
                </c:pt>
                <c:pt idx="1613">
                  <c:v>1.7</c:v>
                </c:pt>
                <c:pt idx="1614">
                  <c:v>1.7</c:v>
                </c:pt>
                <c:pt idx="1615">
                  <c:v>1.7</c:v>
                </c:pt>
                <c:pt idx="1616">
                  <c:v>1.7</c:v>
                </c:pt>
                <c:pt idx="1617">
                  <c:v>1.7</c:v>
                </c:pt>
                <c:pt idx="1618">
                  <c:v>1.7</c:v>
                </c:pt>
                <c:pt idx="1619">
                  <c:v>1.7</c:v>
                </c:pt>
                <c:pt idx="1620">
                  <c:v>1.7</c:v>
                </c:pt>
                <c:pt idx="1621">
                  <c:v>1.7069338238787111</c:v>
                </c:pt>
                <c:pt idx="1622">
                  <c:v>1.7095441314391258</c:v>
                </c:pt>
                <c:pt idx="1623">
                  <c:v>1.7055795339337261</c:v>
                </c:pt>
                <c:pt idx="1624">
                  <c:v>1.7303764594639017</c:v>
                </c:pt>
                <c:pt idx="1625">
                  <c:v>1.7284904108559735</c:v>
                </c:pt>
                <c:pt idx="1626">
                  <c:v>1.7188534861497013</c:v>
                </c:pt>
                <c:pt idx="1627">
                  <c:v>1.7163291291802358</c:v>
                </c:pt>
                <c:pt idx="1628">
                  <c:v>1.7378550553111638</c:v>
                </c:pt>
                <c:pt idx="1629">
                  <c:v>1.7330820281217594</c:v>
                </c:pt>
                <c:pt idx="1630">
                  <c:v>1.7310610545126299</c:v>
                </c:pt>
                <c:pt idx="1631">
                  <c:v>1.7333252960777472</c:v>
                </c:pt>
                <c:pt idx="1632">
                  <c:v>1.7494069429303358</c:v>
                </c:pt>
                <c:pt idx="1633">
                  <c:v>1.7543098055322885</c:v>
                </c:pt>
                <c:pt idx="1634">
                  <c:v>1.7793605738181917</c:v>
                </c:pt>
                <c:pt idx="1635">
                  <c:v>1.769366367292269</c:v>
                </c:pt>
                <c:pt idx="1636">
                  <c:v>1.759538209879058</c:v>
                </c:pt>
                <c:pt idx="1637">
                  <c:v>1.7515307687650206</c:v>
                </c:pt>
                <c:pt idx="1638">
                  <c:v>1.7542239902751815</c:v>
                </c:pt>
                <c:pt idx="1639">
                  <c:v>1.7552980864058778</c:v>
                </c:pt>
                <c:pt idx="1640">
                  <c:v>1.7501701359775266</c:v>
                </c:pt>
                <c:pt idx="1641">
                  <c:v>1.7486030331497038</c:v>
                </c:pt>
                <c:pt idx="1642">
                  <c:v>1.744316621384465</c:v>
                </c:pt>
                <c:pt idx="1643">
                  <c:v>1.7423164259015287</c:v>
                </c:pt>
                <c:pt idx="1644">
                  <c:v>1.7493645888461249</c:v>
                </c:pt>
                <c:pt idx="1645">
                  <c:v>1.7531529447127761</c:v>
                </c:pt>
                <c:pt idx="1646">
                  <c:v>1.748856713002422</c:v>
                </c:pt>
                <c:pt idx="1647">
                  <c:v>1.7546962159725692</c:v>
                </c:pt>
                <c:pt idx="1648">
                  <c:v>1.7568501703809407</c:v>
                </c:pt>
                <c:pt idx="1649">
                  <c:v>1.7726841760723973</c:v>
                </c:pt>
                <c:pt idx="1650">
                  <c:v>1.7732699916881391</c:v>
                </c:pt>
                <c:pt idx="1651">
                  <c:v>1.7772589913583625</c:v>
                </c:pt>
                <c:pt idx="1652">
                  <c:v>1.7603657903117069</c:v>
                </c:pt>
                <c:pt idx="1653">
                  <c:v>1.7583652686752387</c:v>
                </c:pt>
                <c:pt idx="1654">
                  <c:v>1.7480961887089059</c:v>
                </c:pt>
                <c:pt idx="1655">
                  <c:v>1.7456141530669667</c:v>
                </c:pt>
                <c:pt idx="1656">
                  <c:v>1.747379332808108</c:v>
                </c:pt>
                <c:pt idx="1657">
                  <c:v>1.7369118660233611</c:v>
                </c:pt>
                <c:pt idx="1658">
                  <c:v>1.7321509942485356</c:v>
                </c:pt>
                <c:pt idx="1659">
                  <c:v>1.7115622775963397</c:v>
                </c:pt>
                <c:pt idx="1660">
                  <c:v>1.713169735204108</c:v>
                </c:pt>
                <c:pt idx="1661">
                  <c:v>1.7132848315576923</c:v>
                </c:pt>
                <c:pt idx="1662">
                  <c:v>1.7141684726736934</c:v>
                </c:pt>
                <c:pt idx="1663">
                  <c:v>1.7201419042656518</c:v>
                </c:pt>
                <c:pt idx="1664">
                  <c:v>1.7213564506715147</c:v>
                </c:pt>
                <c:pt idx="1665">
                  <c:v>1.7297333049316805</c:v>
                </c:pt>
                <c:pt idx="1666">
                  <c:v>1.7316258030499567</c:v>
                </c:pt>
                <c:pt idx="1667">
                  <c:v>1.7315047120645701</c:v>
                </c:pt>
                <c:pt idx="1668">
                  <c:v>1.7218669966685483</c:v>
                </c:pt>
                <c:pt idx="1669">
                  <c:v>1.7</c:v>
                </c:pt>
                <c:pt idx="1670">
                  <c:v>1.7</c:v>
                </c:pt>
                <c:pt idx="1671">
                  <c:v>1.7</c:v>
                </c:pt>
                <c:pt idx="1672">
                  <c:v>1.7027393627233214</c:v>
                </c:pt>
                <c:pt idx="1673">
                  <c:v>1.7010255335739812</c:v>
                </c:pt>
                <c:pt idx="1674">
                  <c:v>1.7</c:v>
                </c:pt>
                <c:pt idx="1675">
                  <c:v>1.7003978522105063</c:v>
                </c:pt>
                <c:pt idx="1676">
                  <c:v>1.7074677207373041</c:v>
                </c:pt>
                <c:pt idx="1677">
                  <c:v>1.7</c:v>
                </c:pt>
                <c:pt idx="1678">
                  <c:v>1.7</c:v>
                </c:pt>
                <c:pt idx="1679">
                  <c:v>1.7017692894524978</c:v>
                </c:pt>
                <c:pt idx="1680">
                  <c:v>1.7005009533223947</c:v>
                </c:pt>
                <c:pt idx="1681">
                  <c:v>1.7089947718588374</c:v>
                </c:pt>
                <c:pt idx="1682">
                  <c:v>1.7007904543604973</c:v>
                </c:pt>
                <c:pt idx="1683">
                  <c:v>1.7</c:v>
                </c:pt>
                <c:pt idx="1684">
                  <c:v>1.7</c:v>
                </c:pt>
                <c:pt idx="1685">
                  <c:v>1.7</c:v>
                </c:pt>
                <c:pt idx="1686">
                  <c:v>1.7042370691324893</c:v>
                </c:pt>
                <c:pt idx="1687">
                  <c:v>1.7</c:v>
                </c:pt>
                <c:pt idx="1688">
                  <c:v>1.7050560009164366</c:v>
                </c:pt>
                <c:pt idx="1689">
                  <c:v>1.7073437271365475</c:v>
                </c:pt>
                <c:pt idx="1690">
                  <c:v>1.7036336715576501</c:v>
                </c:pt>
                <c:pt idx="1691">
                  <c:v>1.7059836026067894</c:v>
                </c:pt>
                <c:pt idx="1692">
                  <c:v>1.7102243473630112</c:v>
                </c:pt>
                <c:pt idx="1693">
                  <c:v>1.7161668216885779</c:v>
                </c:pt>
                <c:pt idx="1694">
                  <c:v>1.718786466395033</c:v>
                </c:pt>
                <c:pt idx="1695">
                  <c:v>1.7241964285664431</c:v>
                </c:pt>
                <c:pt idx="1696">
                  <c:v>1.7160565528674891</c:v>
                </c:pt>
                <c:pt idx="1697">
                  <c:v>1.7167186756105561</c:v>
                </c:pt>
                <c:pt idx="1698">
                  <c:v>1.7213880442537879</c:v>
                </c:pt>
                <c:pt idx="1699">
                  <c:v>1.719194042405308</c:v>
                </c:pt>
                <c:pt idx="1700">
                  <c:v>1.7119276791397122</c:v>
                </c:pt>
                <c:pt idx="1701">
                  <c:v>1.7155057177157818</c:v>
                </c:pt>
                <c:pt idx="1702">
                  <c:v>1.7121093655884181</c:v>
                </c:pt>
                <c:pt idx="1703">
                  <c:v>1.7342583085085939</c:v>
                </c:pt>
                <c:pt idx="1704">
                  <c:v>1.7286594910606812</c:v>
                </c:pt>
                <c:pt idx="1705">
                  <c:v>1.7298411294986913</c:v>
                </c:pt>
                <c:pt idx="1706">
                  <c:v>1.7511785187278306</c:v>
                </c:pt>
                <c:pt idx="1707">
                  <c:v>1.7530842186696225</c:v>
                </c:pt>
                <c:pt idx="1708">
                  <c:v>1.7372069490881317</c:v>
                </c:pt>
                <c:pt idx="1709">
                  <c:v>1.7339492968456602</c:v>
                </c:pt>
                <c:pt idx="1710">
                  <c:v>1.7541425954955514</c:v>
                </c:pt>
                <c:pt idx="1711">
                  <c:v>1.7579528022163731</c:v>
                </c:pt>
                <c:pt idx="1712">
                  <c:v>1.7534909349289158</c:v>
                </c:pt>
                <c:pt idx="1713">
                  <c:v>1.7518261839025906</c:v>
                </c:pt>
                <c:pt idx="1714">
                  <c:v>1.7559814487783012</c:v>
                </c:pt>
                <c:pt idx="1715">
                  <c:v>1.7474359477470092</c:v>
                </c:pt>
                <c:pt idx="1716">
                  <c:v>1.7532468524734075</c:v>
                </c:pt>
                <c:pt idx="1717">
                  <c:v>1.7472357903674132</c:v>
                </c:pt>
                <c:pt idx="1718">
                  <c:v>1.745757950979026</c:v>
                </c:pt>
                <c:pt idx="1719">
                  <c:v>1.745120694211673</c:v>
                </c:pt>
                <c:pt idx="1720">
                  <c:v>1.7490008631401246</c:v>
                </c:pt>
                <c:pt idx="1721">
                  <c:v>1.7742305145029025</c:v>
                </c:pt>
                <c:pt idx="1722">
                  <c:v>1.7678812912962987</c:v>
                </c:pt>
                <c:pt idx="1723">
                  <c:v>1.7778130753218586</c:v>
                </c:pt>
                <c:pt idx="1724">
                  <c:v>1.771960069710026</c:v>
                </c:pt>
                <c:pt idx="1725">
                  <c:v>1.7532468524734071</c:v>
                </c:pt>
                <c:pt idx="1726">
                  <c:v>1.7481574030333966</c:v>
                </c:pt>
                <c:pt idx="1727">
                  <c:v>1.7436512009841001</c:v>
                </c:pt>
                <c:pt idx="1728">
                  <c:v>1.7538980907340049</c:v>
                </c:pt>
                <c:pt idx="1729">
                  <c:v>1.7364286973920413</c:v>
                </c:pt>
                <c:pt idx="1730">
                  <c:v>1.7275575460333366</c:v>
                </c:pt>
                <c:pt idx="1731">
                  <c:v>1.7314865355189233</c:v>
                </c:pt>
                <c:pt idx="1732">
                  <c:v>1.7417534463970263</c:v>
                </c:pt>
                <c:pt idx="1733">
                  <c:v>1.7494836947662837</c:v>
                </c:pt>
                <c:pt idx="1734">
                  <c:v>1.7452799062801543</c:v>
                </c:pt>
                <c:pt idx="1735">
                  <c:v>1.7426220468429257</c:v>
                </c:pt>
                <c:pt idx="1736">
                  <c:v>1.7323696855488899</c:v>
                </c:pt>
                <c:pt idx="1737">
                  <c:v>1.7355745161786422</c:v>
                </c:pt>
                <c:pt idx="1738">
                  <c:v>1.7358072781144325</c:v>
                </c:pt>
                <c:pt idx="1739">
                  <c:v>1.7342969532630037</c:v>
                </c:pt>
                <c:pt idx="1740">
                  <c:v>1.7470757416319933</c:v>
                </c:pt>
                <c:pt idx="1741">
                  <c:v>1.7288878965678531</c:v>
                </c:pt>
                <c:pt idx="1742">
                  <c:v>1.7289640635606629</c:v>
                </c:pt>
                <c:pt idx="1743">
                  <c:v>1.717087050956901</c:v>
                </c:pt>
                <c:pt idx="1744">
                  <c:v>1.7123275117732977</c:v>
                </c:pt>
                <c:pt idx="1745">
                  <c:v>1.7027476261768306</c:v>
                </c:pt>
                <c:pt idx="1746">
                  <c:v>1.7196020808963317</c:v>
                </c:pt>
                <c:pt idx="1747">
                  <c:v>1.7196763194624096</c:v>
                </c:pt>
                <c:pt idx="1748">
                  <c:v>1.71975057334788</c:v>
                </c:pt>
                <c:pt idx="1749">
                  <c:v>1.7441271578988018</c:v>
                </c:pt>
                <c:pt idx="1750">
                  <c:v>1.7591901276086075</c:v>
                </c:pt>
                <c:pt idx="1751">
                  <c:v>1.7816478424958808</c:v>
                </c:pt>
                <c:pt idx="1752">
                  <c:v>1.8160754115738138</c:v>
                </c:pt>
                <c:pt idx="1753">
                  <c:v>1.81066974734306</c:v>
                </c:pt>
                <c:pt idx="1754">
                  <c:v>1.8439670607083416</c:v>
                </c:pt>
                <c:pt idx="1755">
                  <c:v>1.8274493143441839</c:v>
                </c:pt>
                <c:pt idx="1756">
                  <c:v>1.8142180110625892</c:v>
                </c:pt>
                <c:pt idx="1757">
                  <c:v>1.7977829946862467</c:v>
                </c:pt>
                <c:pt idx="1758">
                  <c:v>1.7878271537383088</c:v>
                </c:pt>
                <c:pt idx="1759">
                  <c:v>1.8050099544010147</c:v>
                </c:pt>
                <c:pt idx="1760">
                  <c:v>1.7974637940521883</c:v>
                </c:pt>
                <c:pt idx="1761">
                  <c:v>1.808087279738767</c:v>
                </c:pt>
                <c:pt idx="1762">
                  <c:v>1.7869384200434322</c:v>
                </c:pt>
                <c:pt idx="1763">
                  <c:v>1.7845929441547836</c:v>
                </c:pt>
                <c:pt idx="1764">
                  <c:v>1.7868496569436063</c:v>
                </c:pt>
                <c:pt idx="1765">
                  <c:v>1.8048706327722548</c:v>
                </c:pt>
                <c:pt idx="1766">
                  <c:v>1.826371089951947</c:v>
                </c:pt>
                <c:pt idx="1767">
                  <c:v>1.8452453178716559</c:v>
                </c:pt>
                <c:pt idx="1768">
                  <c:v>1.8161708913398145</c:v>
                </c:pt>
                <c:pt idx="1769">
                  <c:v>1.812937063506157</c:v>
                </c:pt>
                <c:pt idx="1770">
                  <c:v>1.7960532561919653</c:v>
                </c:pt>
                <c:pt idx="1771">
                  <c:v>1.7831396033045468</c:v>
                </c:pt>
                <c:pt idx="1772">
                  <c:v>1.7700427605433009</c:v>
                </c:pt>
                <c:pt idx="1773">
                  <c:v>1.7604729483452306</c:v>
                </c:pt>
                <c:pt idx="1774">
                  <c:v>1.7645988852368539</c:v>
                </c:pt>
                <c:pt idx="1775">
                  <c:v>1.7614690811472826</c:v>
                </c:pt>
                <c:pt idx="1776">
                  <c:v>1.7608876867777348</c:v>
                </c:pt>
                <c:pt idx="1777">
                  <c:v>1.7715331763514142</c:v>
                </c:pt>
                <c:pt idx="1778">
                  <c:v>1.76543784966198</c:v>
                </c:pt>
                <c:pt idx="1779">
                  <c:v>1.7662365729879759</c:v>
                </c:pt>
                <c:pt idx="1780">
                  <c:v>1.7590662133098052</c:v>
                </c:pt>
                <c:pt idx="1781">
                  <c:v>1.8069188621054626</c:v>
                </c:pt>
                <c:pt idx="1782">
                  <c:v>1.7955539414414408</c:v>
                </c:pt>
                <c:pt idx="1783">
                  <c:v>1.7890301333166998</c:v>
                </c:pt>
                <c:pt idx="1784">
                  <c:v>1.8097757580972136</c:v>
                </c:pt>
                <c:pt idx="1785">
                  <c:v>1.8004376628375254</c:v>
                </c:pt>
                <c:pt idx="1786">
                  <c:v>1.7968261584627878</c:v>
                </c:pt>
                <c:pt idx="1787">
                  <c:v>1.7996119116035862</c:v>
                </c:pt>
                <c:pt idx="1788">
                  <c:v>1.8024633639270771</c:v>
                </c:pt>
                <c:pt idx="1789">
                  <c:v>1.8254421549729578</c:v>
                </c:pt>
                <c:pt idx="1790">
                  <c:v>1.8040357146592461</c:v>
                </c:pt>
                <c:pt idx="1791">
                  <c:v>1.8107168540910656</c:v>
                </c:pt>
                <c:pt idx="1792">
                  <c:v>1.8021404077434096</c:v>
                </c:pt>
                <c:pt idx="1793">
                  <c:v>1.7998869726463715</c:v>
                </c:pt>
                <c:pt idx="1794">
                  <c:v>1.8044993440833283</c:v>
                </c:pt>
                <c:pt idx="1795">
                  <c:v>1.8032025269259144</c:v>
                </c:pt>
                <c:pt idx="1796">
                  <c:v>1.7956900560607996</c:v>
                </c:pt>
                <c:pt idx="1797">
                  <c:v>1.7942857804016599</c:v>
                </c:pt>
                <c:pt idx="1798">
                  <c:v>1.7966896549048488</c:v>
                </c:pt>
                <c:pt idx="1799">
                  <c:v>1.7788986661470858</c:v>
                </c:pt>
                <c:pt idx="1800">
                  <c:v>1.7725157378295742</c:v>
                </c:pt>
                <c:pt idx="1801">
                  <c:v>1.7821736969330109</c:v>
                </c:pt>
                <c:pt idx="1802">
                  <c:v>1.7821736969330109</c:v>
                </c:pt>
                <c:pt idx="1803">
                  <c:v>1.7911778594818535</c:v>
                </c:pt>
                <c:pt idx="1804">
                  <c:v>1.7996577419729394</c:v>
                </c:pt>
                <c:pt idx="1805">
                  <c:v>1.7813414204716604</c:v>
                </c:pt>
                <c:pt idx="1806">
                  <c:v>1.7696179845090445</c:v>
                </c:pt>
                <c:pt idx="1807">
                  <c:v>1.7580763532330415</c:v>
                </c:pt>
                <c:pt idx="1808">
                  <c:v>1.7623428405263271</c:v>
                </c:pt>
                <c:pt idx="1809">
                  <c:v>1.77068080449966</c:v>
                </c:pt>
                <c:pt idx="1810">
                  <c:v>1.7872048295420633</c:v>
                </c:pt>
                <c:pt idx="1811">
                  <c:v>1.7911329959376812</c:v>
                </c:pt>
                <c:pt idx="1812">
                  <c:v>1.7976917684333018</c:v>
                </c:pt>
                <c:pt idx="1813">
                  <c:v>1.784725333575601</c:v>
                </c:pt>
                <c:pt idx="1814">
                  <c:v>1.779464371824576</c:v>
                </c:pt>
                <c:pt idx="1815">
                  <c:v>1.7829198697090098</c:v>
                </c:pt>
                <c:pt idx="1816">
                  <c:v>1.7953271871993712</c:v>
                </c:pt>
                <c:pt idx="1817">
                  <c:v>1.7906846401747414</c:v>
                </c:pt>
                <c:pt idx="1818">
                  <c:v>1.7982851122879515</c:v>
                </c:pt>
                <c:pt idx="1819">
                  <c:v>1.7933824236093874</c:v>
                </c:pt>
                <c:pt idx="1820">
                  <c:v>1.7894319433253401</c:v>
                </c:pt>
                <c:pt idx="1821">
                  <c:v>1.7803362946114913</c:v>
                </c:pt>
                <c:pt idx="1822">
                  <c:v>1.783975717033649</c:v>
                </c:pt>
                <c:pt idx="1823">
                  <c:v>1.7814727147733256</c:v>
                </c:pt>
                <c:pt idx="1824">
                  <c:v>1.7773796858239295</c:v>
                </c:pt>
                <c:pt idx="1825">
                  <c:v>1.7896553479899906</c:v>
                </c:pt>
                <c:pt idx="1826">
                  <c:v>1.8219408522374647</c:v>
                </c:pt>
                <c:pt idx="1827">
                  <c:v>1.8139804940823376</c:v>
                </c:pt>
                <c:pt idx="1828">
                  <c:v>1.8032025269259151</c:v>
                </c:pt>
                <c:pt idx="1829">
                  <c:v>1.7957808250193397</c:v>
                </c:pt>
                <c:pt idx="1830">
                  <c:v>1.7916267749356107</c:v>
                </c:pt>
                <c:pt idx="1831">
                  <c:v>1.7831396033045475</c:v>
                </c:pt>
                <c:pt idx="1832">
                  <c:v>1.7951911966893268</c:v>
                </c:pt>
                <c:pt idx="1833">
                  <c:v>1.7851227700408532</c:v>
                </c:pt>
                <c:pt idx="1834">
                  <c:v>1.7868052829023282</c:v>
                </c:pt>
                <c:pt idx="1835">
                  <c:v>1.8126529556454412</c:v>
                </c:pt>
                <c:pt idx="1836">
                  <c:v>1.8245153061058246</c:v>
                </c:pt>
                <c:pt idx="1837">
                  <c:v>1.8413206311695394</c:v>
                </c:pt>
                <c:pt idx="1838">
                  <c:v>1.8621155370120426</c:v>
                </c:pt>
                <c:pt idx="1839">
                  <c:v>1.8481227126451605</c:v>
                </c:pt>
                <c:pt idx="1840">
                  <c:v>1.8638771128141574</c:v>
                </c:pt>
                <c:pt idx="1841">
                  <c:v>1.8498275124085943</c:v>
                </c:pt>
                <c:pt idx="1842">
                  <c:v>1.8514872095647386</c:v>
                </c:pt>
                <c:pt idx="1843">
                  <c:v>1.8546690316172643</c:v>
                </c:pt>
                <c:pt idx="1844">
                  <c:v>1.857347552349476</c:v>
                </c:pt>
                <c:pt idx="1845">
                  <c:v>1.8788970815447281</c:v>
                </c:pt>
                <c:pt idx="1846">
                  <c:v>1.8712135542654542</c:v>
                </c:pt>
                <c:pt idx="1847">
                  <c:v>1.9094326296298816</c:v>
                </c:pt>
                <c:pt idx="1848">
                  <c:v>1.9069496511432937</c:v>
                </c:pt>
                <c:pt idx="1849">
                  <c:v>1.9134218376288168</c:v>
                </c:pt>
                <c:pt idx="1850">
                  <c:v>1.917204941638585</c:v>
                </c:pt>
                <c:pt idx="1851">
                  <c:v>1.9083668331980499</c:v>
                </c:pt>
                <c:pt idx="1852">
                  <c:v>1.8961721934457894</c:v>
                </c:pt>
                <c:pt idx="1853">
                  <c:v>1.8905093429594002</c:v>
                </c:pt>
                <c:pt idx="1854">
                  <c:v>1.9006266727997922</c:v>
                </c:pt>
                <c:pt idx="1855">
                  <c:v>1.9007429636738267</c:v>
                </c:pt>
                <c:pt idx="1856">
                  <c:v>1.8767430853351235</c:v>
                </c:pt>
                <c:pt idx="1857">
                  <c:v>1.8838524706906095</c:v>
                </c:pt>
                <c:pt idx="1858">
                  <c:v>1.8866046442498186</c:v>
                </c:pt>
                <c:pt idx="1859">
                  <c:v>1.8889206883707104</c:v>
                </c:pt>
                <c:pt idx="1860">
                  <c:v>1.8921607325339314</c:v>
                </c:pt>
                <c:pt idx="1861">
                  <c:v>1.8862104276989975</c:v>
                </c:pt>
                <c:pt idx="1862">
                  <c:v>1.8998715134272195</c:v>
                </c:pt>
                <c:pt idx="1863">
                  <c:v>1.8945059339239534</c:v>
                </c:pt>
                <c:pt idx="1864">
                  <c:v>1.8981914820617658</c:v>
                </c:pt>
                <c:pt idx="1865">
                  <c:v>1.8862104276989973</c:v>
                </c:pt>
                <c:pt idx="1866">
                  <c:v>1.8815627273070075</c:v>
                </c:pt>
                <c:pt idx="1867">
                  <c:v>1.8843006374702385</c:v>
                </c:pt>
                <c:pt idx="1868">
                  <c:v>1.8834047579459803</c:v>
                </c:pt>
                <c:pt idx="1869">
                  <c:v>1.8765227594649783</c:v>
                </c:pt>
                <c:pt idx="1870">
                  <c:v>1.9057720396382634</c:v>
                </c:pt>
                <c:pt idx="1871">
                  <c:v>1.89381825826895</c:v>
                </c:pt>
                <c:pt idx="1872">
                  <c:v>1.8959419955733026</c:v>
                </c:pt>
                <c:pt idx="1873">
                  <c:v>1.8849176094158415</c:v>
                </c:pt>
                <c:pt idx="1874">
                  <c:v>1.8848614854843562</c:v>
                </c:pt>
                <c:pt idx="1875">
                  <c:v>1.8836285576070531</c:v>
                </c:pt>
                <c:pt idx="1876">
                  <c:v>1.905243111581709</c:v>
                </c:pt>
                <c:pt idx="1877">
                  <c:v>1.9280650652683351</c:v>
                </c:pt>
                <c:pt idx="1878">
                  <c:v>1.9205333650312724</c:v>
                </c:pt>
                <c:pt idx="1879">
                  <c:v>1.9381118916705604</c:v>
                </c:pt>
                <c:pt idx="1880">
                  <c:v>1.9360349199279869</c:v>
                </c:pt>
                <c:pt idx="1881">
                  <c:v>1.9357837905526516</c:v>
                </c:pt>
                <c:pt idx="1882">
                  <c:v>1.9153995630090452</c:v>
                </c:pt>
                <c:pt idx="1883">
                  <c:v>1.9090178561861029</c:v>
                </c:pt>
                <c:pt idx="1884">
                  <c:v>1.9014413400676839</c:v>
                </c:pt>
                <c:pt idx="1885">
                  <c:v>1.8942192738473798</c:v>
                </c:pt>
                <c:pt idx="1886">
                  <c:v>1.8868864422963276</c:v>
                </c:pt>
                <c:pt idx="1887">
                  <c:v>1.8846931563962008</c:v>
                </c:pt>
                <c:pt idx="1888">
                  <c:v>1.8800613153466696</c:v>
                </c:pt>
                <c:pt idx="1889">
                  <c:v>1.8800613153466696</c:v>
                </c:pt>
                <c:pt idx="1890">
                  <c:v>1.8689887460053867</c:v>
                </c:pt>
                <c:pt idx="1891">
                  <c:v>1.8831810716212305</c:v>
                </c:pt>
                <c:pt idx="1892">
                  <c:v>1.8759174339100013</c:v>
                </c:pt>
                <c:pt idx="1893">
                  <c:v>1.8975558686329155</c:v>
                </c:pt>
                <c:pt idx="1894">
                  <c:v>1.9014995869868032</c:v>
                </c:pt>
                <c:pt idx="1895">
                  <c:v>1.9098477817582882</c:v>
                </c:pt>
                <c:pt idx="1896">
                  <c:v>1.9048908359315477</c:v>
                </c:pt>
                <c:pt idx="1897">
                  <c:v>1.9122273698464678</c:v>
                </c:pt>
                <c:pt idx="1898">
                  <c:v>1.9128839402566631</c:v>
                </c:pt>
                <c:pt idx="1899">
                  <c:v>1.9124660134195943</c:v>
                </c:pt>
                <c:pt idx="1900">
                  <c:v>1.8843006374702385</c:v>
                </c:pt>
                <c:pt idx="1901">
                  <c:v>1.8959995339537539</c:v>
                </c:pt>
                <c:pt idx="1902">
                  <c:v>1.891021188563093</c:v>
                </c:pt>
                <c:pt idx="1903">
                  <c:v>1.8879589105428927</c:v>
                </c:pt>
                <c:pt idx="1904">
                  <c:v>1.8745996213177767</c:v>
                </c:pt>
                <c:pt idx="1905">
                  <c:v>1.8650018686741288</c:v>
                </c:pt>
                <c:pt idx="1906">
                  <c:v>1.855560010318186</c:v>
                </c:pt>
                <c:pt idx="1907">
                  <c:v>1.8666137528553335</c:v>
                </c:pt>
                <c:pt idx="1908">
                  <c:v>1.8684478324767477</c:v>
                </c:pt>
                <c:pt idx="1909">
                  <c:v>1.8885809995590217</c:v>
                </c:pt>
                <c:pt idx="1910">
                  <c:v>1.9163013630452008</c:v>
                </c:pt>
                <c:pt idx="1911">
                  <c:v>1.919320237925267</c:v>
                </c:pt>
                <c:pt idx="1912">
                  <c:v>1.9276948070074535</c:v>
                </c:pt>
                <c:pt idx="1913">
                  <c:v>1.940578409218378</c:v>
                </c:pt>
                <c:pt idx="1914">
                  <c:v>2.0286501046625482</c:v>
                </c:pt>
                <c:pt idx="1915">
                  <c:v>1.9976108526829484</c:v>
                </c:pt>
                <c:pt idx="1916">
                  <c:v>2.013407751502637</c:v>
                </c:pt>
                <c:pt idx="1917">
                  <c:v>2.0155469554150938</c:v>
                </c:pt>
                <c:pt idx="1918">
                  <c:v>1.9927836597812811</c:v>
                </c:pt>
                <c:pt idx="1919">
                  <c:v>2.0112775409194841</c:v>
                </c:pt>
                <c:pt idx="1920">
                  <c:v>2.0029175961236505</c:v>
                </c:pt>
                <c:pt idx="1921">
                  <c:v>1.997396898693337</c:v>
                </c:pt>
                <c:pt idx="1922">
                  <c:v>2.0488330480080883</c:v>
                </c:pt>
                <c:pt idx="1923">
                  <c:v>2.0582202114287589</c:v>
                </c:pt>
                <c:pt idx="1924">
                  <c:v>2.0968213287565987</c:v>
                </c:pt>
                <c:pt idx="1925">
                  <c:v>2.1327076314295605</c:v>
                </c:pt>
                <c:pt idx="1926">
                  <c:v>2.1561742814088443</c:v>
                </c:pt>
                <c:pt idx="1927">
                  <c:v>2.1347344024461323</c:v>
                </c:pt>
                <c:pt idx="1928">
                  <c:v>2.1206974355154169</c:v>
                </c:pt>
                <c:pt idx="1929">
                  <c:v>2.1303216712859552</c:v>
                </c:pt>
                <c:pt idx="1930">
                  <c:v>2.0486753786184693</c:v>
                </c:pt>
                <c:pt idx="1931">
                  <c:v>2.0686766074074323</c:v>
                </c:pt>
                <c:pt idx="1932">
                  <c:v>2.0565373430330944</c:v>
                </c:pt>
                <c:pt idx="1933">
                  <c:v>2.0655750209840904</c:v>
                </c:pt>
                <c:pt idx="1934">
                  <c:v>2.0522344447314533</c:v>
                </c:pt>
                <c:pt idx="1935">
                  <c:v>2.058461058931468</c:v>
                </c:pt>
                <c:pt idx="1936">
                  <c:v>2.0565373430330944</c:v>
                </c:pt>
                <c:pt idx="1937">
                  <c:v>2.0717139716481947</c:v>
                </c:pt>
                <c:pt idx="1938">
                  <c:v>2.0785073501113605</c:v>
                </c:pt>
                <c:pt idx="1939">
                  <c:v>2.0567774250271849</c:v>
                </c:pt>
                <c:pt idx="1940">
                  <c:v>2.0558976573644885</c:v>
                </c:pt>
                <c:pt idx="1941">
                  <c:v>2.0506496595925303</c:v>
                </c:pt>
                <c:pt idx="1942">
                  <c:v>2.0727027740172077</c:v>
                </c:pt>
                <c:pt idx="1943">
                  <c:v>2.0836170894445991</c:v>
                </c:pt>
                <c:pt idx="1944">
                  <c:v>2.087926476709125</c:v>
                </c:pt>
                <c:pt idx="1945">
                  <c:v>2.1001945119230978</c:v>
                </c:pt>
                <c:pt idx="1946">
                  <c:v>2.0709735653416583</c:v>
                </c:pt>
                <c:pt idx="1947">
                  <c:v>2.0524725749512664</c:v>
                </c:pt>
                <c:pt idx="1948">
                  <c:v>2.0417067628744534</c:v>
                </c:pt>
                <c:pt idx="1949">
                  <c:v>2.0362135924497471</c:v>
                </c:pt>
                <c:pt idx="1950">
                  <c:v>2.05830048175015</c:v>
                </c:pt>
                <c:pt idx="1951">
                  <c:v>2.0208973342157948</c:v>
                </c:pt>
                <c:pt idx="1952">
                  <c:v>2.0429527112255914</c:v>
                </c:pt>
                <c:pt idx="1953">
                  <c:v>2.0571778042424018</c:v>
                </c:pt>
                <c:pt idx="1954">
                  <c:v>2.0928691929612411</c:v>
                </c:pt>
                <c:pt idx="1955">
                  <c:v>2.0835329328957495</c:v>
                </c:pt>
                <c:pt idx="1956">
                  <c:v>2.108763000676384</c:v>
                </c:pt>
                <c:pt idx="1957">
                  <c:v>2.114609221945341</c:v>
                </c:pt>
                <c:pt idx="1958">
                  <c:v>2.0819364384192993</c:v>
                </c:pt>
                <c:pt idx="1959">
                  <c:v>2.0741067048390058</c:v>
                </c:pt>
                <c:pt idx="1960">
                  <c:v>2.1070035071489714</c:v>
                </c:pt>
                <c:pt idx="1961">
                  <c:v>2.1001945119230965</c:v>
                </c:pt>
                <c:pt idx="1962">
                  <c:v>2.1102629737368939</c:v>
                </c:pt>
                <c:pt idx="1963">
                  <c:v>2.091757441643574</c:v>
                </c:pt>
                <c:pt idx="1964">
                  <c:v>2.1135416913867431</c:v>
                </c:pt>
                <c:pt idx="1965">
                  <c:v>2.1113242240703456</c:v>
                </c:pt>
                <c:pt idx="1966">
                  <c:v>2.1167504353822859</c:v>
                </c:pt>
                <c:pt idx="1967">
                  <c:v>2.1486544216657486</c:v>
                </c:pt>
                <c:pt idx="1968">
                  <c:v>2.1525448825047575</c:v>
                </c:pt>
                <c:pt idx="1969">
                  <c:v>2.1392747461321107</c:v>
                </c:pt>
                <c:pt idx="1970">
                  <c:v>2.1752633404564881</c:v>
                </c:pt>
                <c:pt idx="1971">
                  <c:v>2.2001329877402411</c:v>
                </c:pt>
                <c:pt idx="1972">
                  <c:v>2.1786390485723404</c:v>
                </c:pt>
                <c:pt idx="1973">
                  <c:v>2.143101823136548</c:v>
                </c:pt>
                <c:pt idx="1974">
                  <c:v>2.1613713461499025</c:v>
                </c:pt>
                <c:pt idx="1975">
                  <c:v>2.1065645059637048</c:v>
                </c:pt>
                <c:pt idx="1976">
                  <c:v>2.1070035071489719</c:v>
                </c:pt>
                <c:pt idx="1977">
                  <c:v>2.0932973927576426</c:v>
                </c:pt>
                <c:pt idx="1978">
                  <c:v>2.1119442241999238</c:v>
                </c:pt>
                <c:pt idx="1979">
                  <c:v>2.0698238534590381</c:v>
                </c:pt>
                <c:pt idx="1980">
                  <c:v>2.0592646763299576</c:v>
                </c:pt>
                <c:pt idx="1981">
                  <c:v>2.0540628683425828</c:v>
                </c:pt>
                <c:pt idx="1982">
                  <c:v>2.0383729802868413</c:v>
                </c:pt>
                <c:pt idx="1983">
                  <c:v>2.0374464273004662</c:v>
                </c:pt>
                <c:pt idx="1984">
                  <c:v>2.0474943675090107</c:v>
                </c:pt>
                <c:pt idx="1985">
                  <c:v>2.0384502677473044</c:v>
                </c:pt>
                <c:pt idx="1986">
                  <c:v>2.017695209729423</c:v>
                </c:pt>
                <c:pt idx="1987">
                  <c:v>1.9814696521741149</c:v>
                </c:pt>
                <c:pt idx="1988">
                  <c:v>1.9816768268296274</c:v>
                </c:pt>
                <c:pt idx="1989">
                  <c:v>1.9723719670368967</c:v>
                </c:pt>
                <c:pt idx="1990">
                  <c:v>1.9484430945606117</c:v>
                </c:pt>
                <c:pt idx="1991">
                  <c:v>1.953173255781558</c:v>
                </c:pt>
                <c:pt idx="1992">
                  <c:v>1.953824899870237</c:v>
                </c:pt>
                <c:pt idx="1993">
                  <c:v>1.9547386999131584</c:v>
                </c:pt>
                <c:pt idx="1994">
                  <c:v>1.9827140134443715</c:v>
                </c:pt>
                <c:pt idx="1995">
                  <c:v>1.9785097290266653</c:v>
                </c:pt>
                <c:pt idx="1996">
                  <c:v>1.9677182453619566</c:v>
                </c:pt>
                <c:pt idx="1997">
                  <c:v>1.9592021794947565</c:v>
                </c:pt>
                <c:pt idx="1998">
                  <c:v>1.9353446382389774</c:v>
                </c:pt>
                <c:pt idx="1999">
                  <c:v>1.9657756018458772</c:v>
                </c:pt>
                <c:pt idx="2000">
                  <c:v>1.953108140341018</c:v>
                </c:pt>
                <c:pt idx="2001">
                  <c:v>1.9595980204323431</c:v>
                </c:pt>
                <c:pt idx="2002">
                  <c:v>1.937103725212852</c:v>
                </c:pt>
                <c:pt idx="2003">
                  <c:v>1.9370407867524257</c:v>
                </c:pt>
                <c:pt idx="2004">
                  <c:v>1.9349685498982614</c:v>
                </c:pt>
                <c:pt idx="2005">
                  <c:v>1.9333423225293493</c:v>
                </c:pt>
                <c:pt idx="2006">
                  <c:v>1.940324836305404</c:v>
                </c:pt>
                <c:pt idx="2007">
                  <c:v>1.9348432543177263</c:v>
                </c:pt>
                <c:pt idx="2008">
                  <c:v>1.966980461299682</c:v>
                </c:pt>
                <c:pt idx="2009">
                  <c:v>1.9757040559086967</c:v>
                </c:pt>
                <c:pt idx="2010">
                  <c:v>1.9899658945843963</c:v>
                </c:pt>
                <c:pt idx="2011">
                  <c:v>1.9941985661602999</c:v>
                </c:pt>
                <c:pt idx="2012">
                  <c:v>2.00119031475539</c:v>
                </c:pt>
                <c:pt idx="2013">
                  <c:v>2.031006568375727</c:v>
                </c:pt>
                <c:pt idx="2014">
                  <c:v>2.0293331288615795</c:v>
                </c:pt>
                <c:pt idx="2015">
                  <c:v>2.0094483273279868</c:v>
                </c:pt>
                <c:pt idx="2016">
                  <c:v>2.0222437493807153</c:v>
                </c:pt>
                <c:pt idx="2017">
                  <c:v>2.0174725551434856</c:v>
                </c:pt>
                <c:pt idx="2018">
                  <c:v>1.994056894062189</c:v>
                </c:pt>
                <c:pt idx="2019">
                  <c:v>1.9936321199215759</c:v>
                </c:pt>
                <c:pt idx="2020">
                  <c:v>1.994411150039834</c:v>
                </c:pt>
                <c:pt idx="2021">
                  <c:v>1.9937028903999079</c:v>
                </c:pt>
                <c:pt idx="2022">
                  <c:v>1.976591916017109</c:v>
                </c:pt>
                <c:pt idx="2023">
                  <c:v>1.9714917599529398</c:v>
                </c:pt>
                <c:pt idx="2024">
                  <c:v>2.0114974921435693</c:v>
                </c:pt>
                <c:pt idx="2025">
                  <c:v>2.0103986917644652</c:v>
                </c:pt>
                <c:pt idx="2026">
                  <c:v>2.012745691895967</c:v>
                </c:pt>
                <c:pt idx="2027">
                  <c:v>2.0291812673301761</c:v>
                </c:pt>
                <c:pt idx="2028">
                  <c:v>2.0186611733969952</c:v>
                </c:pt>
                <c:pt idx="2029">
                  <c:v>1.9908799121990073</c:v>
                </c:pt>
                <c:pt idx="2030">
                  <c:v>1.981124555335368</c:v>
                </c:pt>
                <c:pt idx="2031">
                  <c:v>1.9547386999131586</c:v>
                </c:pt>
                <c:pt idx="2032">
                  <c:v>1.9514831408064737</c:v>
                </c:pt>
                <c:pt idx="2033">
                  <c:v>1.9480564012492732</c:v>
                </c:pt>
                <c:pt idx="2034">
                  <c:v>1.949993027450893</c:v>
                </c:pt>
                <c:pt idx="2035">
                  <c:v>1.9478631728146449</c:v>
                </c:pt>
                <c:pt idx="2036">
                  <c:v>1.9401347463268255</c:v>
                </c:pt>
                <c:pt idx="2037">
                  <c:v>1.9433129803673084</c:v>
                </c:pt>
                <c:pt idx="2038">
                  <c:v>1.9372925913332018</c:v>
                </c:pt>
                <c:pt idx="2039">
                  <c:v>1.930975679003551</c:v>
                </c:pt>
                <c:pt idx="2040">
                  <c:v>1.9233357446801713</c:v>
                </c:pt>
                <c:pt idx="2041">
                  <c:v>1.9251112483075403</c:v>
                </c:pt>
                <c:pt idx="2042">
                  <c:v>1.9536293131075255</c:v>
                </c:pt>
                <c:pt idx="2043">
                  <c:v>1.9531732557815595</c:v>
                </c:pt>
                <c:pt idx="2044">
                  <c:v>1.9533035133580352</c:v>
                </c:pt>
                <c:pt idx="2045">
                  <c:v>1.9494112093370057</c:v>
                </c:pt>
                <c:pt idx="2046">
                  <c:v>1.9676511275651081</c:v>
                </c:pt>
                <c:pt idx="2047">
                  <c:v>1.9735254165808793</c:v>
                </c:pt>
                <c:pt idx="2048">
                  <c:v>1.983753394047673</c:v>
                </c:pt>
                <c:pt idx="2049">
                  <c:v>1.9473482818572156</c:v>
                </c:pt>
                <c:pt idx="2050">
                  <c:v>1.9595320242561749</c:v>
                </c:pt>
                <c:pt idx="2051">
                  <c:v>1.9516778481218076</c:v>
                </c:pt>
                <c:pt idx="2052">
                  <c:v>1.9678525088919074</c:v>
                </c:pt>
                <c:pt idx="2053">
                  <c:v>1.983961534059701</c:v>
                </c:pt>
                <c:pt idx="2054">
                  <c:v>1.9920777157494378</c:v>
                </c:pt>
                <c:pt idx="2055">
                  <c:v>2.0611176353488667</c:v>
                </c:pt>
                <c:pt idx="2056">
                  <c:v>2.0526313883191052</c:v>
                </c:pt>
                <c:pt idx="2057">
                  <c:v>2.0798429415966777</c:v>
                </c:pt>
                <c:pt idx="2058">
                  <c:v>2.0810980663636292</c:v>
                </c:pt>
                <c:pt idx="2059">
                  <c:v>2.0722081448615941</c:v>
                </c:pt>
                <c:pt idx="2060">
                  <c:v>2.1031522096425168</c:v>
                </c:pt>
                <c:pt idx="2061">
                  <c:v>2.1176450376208922</c:v>
                </c:pt>
                <c:pt idx="2062">
                  <c:v>2.1122101503635351</c:v>
                </c:pt>
                <c:pt idx="2063">
                  <c:v>2.1020194493763289</c:v>
                </c:pt>
                <c:pt idx="2064">
                  <c:v>2.097425247947748</c:v>
                </c:pt>
                <c:pt idx="2065">
                  <c:v>2.0997608935186771</c:v>
                </c:pt>
                <c:pt idx="2066">
                  <c:v>2.1170186656428478</c:v>
                </c:pt>
                <c:pt idx="2067">
                  <c:v>2.1171975574121733</c:v>
                </c:pt>
                <c:pt idx="2068">
                  <c:v>2.1145201828937443</c:v>
                </c:pt>
                <c:pt idx="2069">
                  <c:v>2.1449780356346353</c:v>
                </c:pt>
                <c:pt idx="2070">
                  <c:v>2.1214180713786397</c:v>
                </c:pt>
                <c:pt idx="2071">
                  <c:v>2.1217787369618897</c:v>
                </c:pt>
                <c:pt idx="2072">
                  <c:v>2.0845436750147579</c:v>
                </c:pt>
                <c:pt idx="2073">
                  <c:v>2.0887754769875833</c:v>
                </c:pt>
                <c:pt idx="2074">
                  <c:v>2.085978791876733</c:v>
                </c:pt>
                <c:pt idx="2075">
                  <c:v>2.0836170894446009</c:v>
                </c:pt>
                <c:pt idx="2076">
                  <c:v>2.0523138094974138</c:v>
                </c:pt>
                <c:pt idx="2077">
                  <c:v>2.0435768037457991</c:v>
                </c:pt>
                <c:pt idx="2078">
                  <c:v>2.0472584844264508</c:v>
                </c:pt>
                <c:pt idx="2079">
                  <c:v>2.0600695149195447</c:v>
                </c:pt>
                <c:pt idx="2080">
                  <c:v>2.0653309254822876</c:v>
                </c:pt>
                <c:pt idx="2081">
                  <c:v>2.0685129159441891</c:v>
                </c:pt>
                <c:pt idx="2082">
                  <c:v>2.0582202114287602</c:v>
                </c:pt>
                <c:pt idx="2083">
                  <c:v>2.0274380749430407</c:v>
                </c:pt>
                <c:pt idx="2084">
                  <c:v>2.0221688553742467</c:v>
                </c:pt>
                <c:pt idx="2085">
                  <c:v>2.0261534190020614</c:v>
                </c:pt>
                <c:pt idx="2086">
                  <c:v>2.0253992385994439</c:v>
                </c:pt>
                <c:pt idx="2087">
                  <c:v>2.0276651129051415</c:v>
                </c:pt>
                <c:pt idx="2088">
                  <c:v>2.0257761901769462</c:v>
                </c:pt>
                <c:pt idx="2089">
                  <c:v>2.0093022760717032</c:v>
                </c:pt>
                <c:pt idx="2090">
                  <c:v>2.0111309599053162</c:v>
                </c:pt>
                <c:pt idx="2091">
                  <c:v>2.0128192113529915</c:v>
                </c:pt>
                <c:pt idx="2092">
                  <c:v>2.0224684972641445</c:v>
                </c:pt>
                <c:pt idx="2093">
                  <c:v>2.050175154508671</c:v>
                </c:pt>
                <c:pt idx="2094">
                  <c:v>2.0332973196965582</c:v>
                </c:pt>
                <c:pt idx="2095">
                  <c:v>2.0347534013251649</c:v>
                </c:pt>
                <c:pt idx="2096">
                  <c:v>2.081265636816473</c:v>
                </c:pt>
                <c:pt idx="2097">
                  <c:v>2.088265917883859</c:v>
                </c:pt>
                <c:pt idx="2098">
                  <c:v>2.0795922662816859</c:v>
                </c:pt>
                <c:pt idx="2099">
                  <c:v>2.0548598186091414</c:v>
                </c:pt>
                <c:pt idx="2100">
                  <c:v>2.0477303568754874</c:v>
                </c:pt>
                <c:pt idx="2101">
                  <c:v>2.0480451748188426</c:v>
                </c:pt>
                <c:pt idx="2102">
                  <c:v>2.0370608514014572</c:v>
                </c:pt>
                <c:pt idx="2103">
                  <c:v>2.0572579164940219</c:v>
                </c:pt>
                <c:pt idx="2104">
                  <c:v>2.0637875805260659</c:v>
                </c:pt>
                <c:pt idx="2105">
                  <c:v>2.0332207973290384</c:v>
                </c:pt>
                <c:pt idx="2106">
                  <c:v>2.0332207973290384</c:v>
                </c:pt>
                <c:pt idx="2107">
                  <c:v>2.0228432967614332</c:v>
                </c:pt>
                <c:pt idx="2108">
                  <c:v>2.0434987513376517</c:v>
                </c:pt>
                <c:pt idx="2109">
                  <c:v>2.0449054834550924</c:v>
                </c:pt>
                <c:pt idx="2110">
                  <c:v>2.0511245936655054</c:v>
                </c:pt>
                <c:pt idx="2111">
                  <c:v>2.0880113171496721</c:v>
                </c:pt>
                <c:pt idx="2112">
                  <c:v>2.0779240671719332</c:v>
                </c:pt>
                <c:pt idx="2113">
                  <c:v>2.1001077608893466</c:v>
                </c:pt>
                <c:pt idx="2114">
                  <c:v>2.105424730718124</c:v>
                </c:pt>
                <c:pt idx="2115">
                  <c:v>2.1299554923663169</c:v>
                </c:pt>
                <c:pt idx="2116">
                  <c:v>2.1856504607021288</c:v>
                </c:pt>
                <c:pt idx="2117">
                  <c:v>2.2250013917515346</c:v>
                </c:pt>
                <c:pt idx="2118">
                  <c:v>2.240357190776046</c:v>
                </c:pt>
                <c:pt idx="2119">
                  <c:v>2.2359619586149213</c:v>
                </c:pt>
                <c:pt idx="2120">
                  <c:v>2.2097064082994571</c:v>
                </c:pt>
                <c:pt idx="2121">
                  <c:v>2.2044845967785629</c:v>
                </c:pt>
                <c:pt idx="2122">
                  <c:v>2.2312716932948793</c:v>
                </c:pt>
                <c:pt idx="2123">
                  <c:v>2.2096015283995629</c:v>
                </c:pt>
                <c:pt idx="2124">
                  <c:v>2.2197536224500176</c:v>
                </c:pt>
                <c:pt idx="2125">
                  <c:v>2.2069854285333186</c:v>
                </c:pt>
                <c:pt idx="2126">
                  <c:v>2.1770480676844888</c:v>
                </c:pt>
                <c:pt idx="2127">
                  <c:v>2.1737801969223627</c:v>
                </c:pt>
                <c:pt idx="2128">
                  <c:v>2.1948909784358328</c:v>
                </c:pt>
                <c:pt idx="2129">
                  <c:v>2.1966332193746858</c:v>
                </c:pt>
                <c:pt idx="2130">
                  <c:v>2.2382655643450038</c:v>
                </c:pt>
                <c:pt idx="2131">
                  <c:v>2.2240341332041447</c:v>
                </c:pt>
                <c:pt idx="2132">
                  <c:v>2.2026157633080703</c:v>
                </c:pt>
                <c:pt idx="2133">
                  <c:v>2.2153970583326119</c:v>
                </c:pt>
                <c:pt idx="2134">
                  <c:v>2.1676893770936929</c:v>
                </c:pt>
                <c:pt idx="2135">
                  <c:v>2.1669080661380136</c:v>
                </c:pt>
                <c:pt idx="2136">
                  <c:v>2.1750653714656525</c:v>
                </c:pt>
                <c:pt idx="2137">
                  <c:v>2.1419790442070274</c:v>
                </c:pt>
                <c:pt idx="2138">
                  <c:v>2.1168398311546017</c:v>
                </c:pt>
                <c:pt idx="2139">
                  <c:v>2.1071792051695595</c:v>
                </c:pt>
                <c:pt idx="2140">
                  <c:v>2.090989091751585</c:v>
                </c:pt>
                <c:pt idx="2141">
                  <c:v>2.0795087337044191</c:v>
                </c:pt>
                <c:pt idx="2142">
                  <c:v>2.0624104784326014</c:v>
                </c:pt>
                <c:pt idx="2143">
                  <c:v>2.0529491588835134</c:v>
                </c:pt>
                <c:pt idx="2144">
                  <c:v>2.0556579748954027</c:v>
                </c:pt>
                <c:pt idx="2145">
                  <c:v>2.0447489926153728</c:v>
                </c:pt>
                <c:pt idx="2146">
                  <c:v>2.0303974157285483</c:v>
                </c:pt>
                <c:pt idx="2147">
                  <c:v>2.0189587620095764</c:v>
                </c:pt>
                <c:pt idx="2148">
                  <c:v>2.01739835859685</c:v>
                </c:pt>
                <c:pt idx="2149">
                  <c:v>2.0076984971537399</c:v>
                </c:pt>
                <c:pt idx="2150">
                  <c:v>2.0342164730072065</c:v>
                </c:pt>
                <c:pt idx="2151">
                  <c:v>2.0306257635992373</c:v>
                </c:pt>
                <c:pt idx="2152">
                  <c:v>2.0584610589314671</c:v>
                </c:pt>
                <c:pt idx="2153">
                  <c:v>2.0409295557383675</c:v>
                </c:pt>
                <c:pt idx="2154">
                  <c:v>2.034216473007207</c:v>
                </c:pt>
                <c:pt idx="2155">
                  <c:v>2.0812656368164704</c:v>
                </c:pt>
                <c:pt idx="2156">
                  <c:v>2.0910744105507897</c:v>
                </c:pt>
                <c:pt idx="2157">
                  <c:v>2.088690517335237</c:v>
                </c:pt>
                <c:pt idx="2158">
                  <c:v>2.058220211428758</c:v>
                </c:pt>
                <c:pt idx="2159">
                  <c:v>2.079174732620674</c:v>
                </c:pt>
                <c:pt idx="2160">
                  <c:v>2.0587020160913609</c:v>
                </c:pt>
                <c:pt idx="2161">
                  <c:v>2.0356751480852422</c:v>
                </c:pt>
                <c:pt idx="2162">
                  <c:v>2.0348301508848232</c:v>
                </c:pt>
                <c:pt idx="2163">
                  <c:v>2.0198525720021392</c:v>
                </c:pt>
                <c:pt idx="2164">
                  <c:v>2.0254746067498046</c:v>
                </c:pt>
                <c:pt idx="2165">
                  <c:v>2.0467085034903389</c:v>
                </c:pt>
                <c:pt idx="2166">
                  <c:v>2.0390689818654746</c:v>
                </c:pt>
                <c:pt idx="2167">
                  <c:v>2.0117909093180741</c:v>
                </c:pt>
                <c:pt idx="2168">
                  <c:v>2.0205239592160331</c:v>
                </c:pt>
                <c:pt idx="2169">
                  <c:v>2.0170275381222327</c:v>
                </c:pt>
                <c:pt idx="2170">
                  <c:v>2.0142918453286773</c:v>
                </c:pt>
                <c:pt idx="2171">
                  <c:v>2.0090832784125037</c:v>
                </c:pt>
                <c:pt idx="2172">
                  <c:v>2.0107646932084315</c:v>
                </c:pt>
                <c:pt idx="2173">
                  <c:v>2.0259270484201499</c:v>
                </c:pt>
                <c:pt idx="2174">
                  <c:v>2.0235937206873871</c:v>
                </c:pt>
                <c:pt idx="2175">
                  <c:v>2.0043615565259278</c:v>
                </c:pt>
                <c:pt idx="2176">
                  <c:v>1.9754993943275223</c:v>
                </c:pt>
                <c:pt idx="2177">
                  <c:v>1.9631088564526296</c:v>
                </c:pt>
                <c:pt idx="2178">
                  <c:v>1.96217897148021</c:v>
                </c:pt>
                <c:pt idx="2179">
                  <c:v>1.9631753455886884</c:v>
                </c:pt>
                <c:pt idx="2180">
                  <c:v>1.9714917599529389</c:v>
                </c:pt>
                <c:pt idx="2181">
                  <c:v>1.9871640791451262</c:v>
                </c:pt>
                <c:pt idx="2182">
                  <c:v>1.9679868096831079</c:v>
                </c:pt>
                <c:pt idx="2183">
                  <c:v>1.9841697621658232</c:v>
                </c:pt>
                <c:pt idx="2184">
                  <c:v>1.9661099837450864</c:v>
                </c:pt>
                <c:pt idx="2185">
                  <c:v>1.944142844175577</c:v>
                </c:pt>
                <c:pt idx="2186">
                  <c:v>1.9448461779251769</c:v>
                </c:pt>
                <c:pt idx="2187">
                  <c:v>1.9509643105930508</c:v>
                </c:pt>
                <c:pt idx="2188">
                  <c:v>1.9777554048723711</c:v>
                </c:pt>
                <c:pt idx="2189">
                  <c:v>2.0054472584071186</c:v>
                </c:pt>
                <c:pt idx="2190">
                  <c:v>1.9971830364559209</c:v>
                </c:pt>
                <c:pt idx="2191">
                  <c:v>1.9778924682021159</c:v>
                </c:pt>
                <c:pt idx="2192">
                  <c:v>1.9803661958655969</c:v>
                </c:pt>
                <c:pt idx="2193">
                  <c:v>1.9733895746216956</c:v>
                </c:pt>
                <c:pt idx="2194">
                  <c:v>1.9845170049259739</c:v>
                </c:pt>
                <c:pt idx="2195">
                  <c:v>2.0164347872854669</c:v>
                </c:pt>
                <c:pt idx="2196">
                  <c:v>2.0115708304815971</c:v>
                </c:pt>
                <c:pt idx="2197">
                  <c:v>2.0208226373606069</c:v>
                </c:pt>
                <c:pt idx="2198">
                  <c:v>2.036290558780411</c:v>
                </c:pt>
                <c:pt idx="2199">
                  <c:v>2.0428747521417465</c:v>
                </c:pt>
                <c:pt idx="2200">
                  <c:v>2.0180665173349341</c:v>
                </c:pt>
                <c:pt idx="2201">
                  <c:v>2.0072619870891164</c:v>
                </c:pt>
                <c:pt idx="2202">
                  <c:v>1.9980390361550493</c:v>
                </c:pt>
                <c:pt idx="2203">
                  <c:v>1.9911614880403703</c:v>
                </c:pt>
                <c:pt idx="2204">
                  <c:v>1.9582798194304989</c:v>
                </c:pt>
                <c:pt idx="2205">
                  <c:v>1.9264627436637609</c:v>
                </c:pt>
                <c:pt idx="2206">
                  <c:v>1.9286210071522372</c:v>
                </c:pt>
                <c:pt idx="2207">
                  <c:v>1.9008011203733679</c:v>
                </c:pt>
                <c:pt idx="2208">
                  <c:v>1.9018492266358389</c:v>
                </c:pt>
                <c:pt idx="2209">
                  <c:v>1.9013248688069291</c:v>
                </c:pt>
                <c:pt idx="2210">
                  <c:v>1.8955394337338582</c:v>
                </c:pt>
                <c:pt idx="2211">
                  <c:v>1.898075849032979</c:v>
                </c:pt>
                <c:pt idx="2212">
                  <c:v>1.9096105055708494</c:v>
                </c:pt>
                <c:pt idx="2213">
                  <c:v>1.9027829263219211</c:v>
                </c:pt>
                <c:pt idx="2214">
                  <c:v>1.896172193445788</c:v>
                </c:pt>
                <c:pt idx="2215">
                  <c:v>1.9044801940442329</c:v>
                </c:pt>
                <c:pt idx="2216">
                  <c:v>1.9249885805900404</c:v>
                </c:pt>
                <c:pt idx="2217">
                  <c:v>1.9226030454514305</c:v>
                </c:pt>
                <c:pt idx="2218">
                  <c:v>1.9369149351908856</c:v>
                </c:pt>
                <c:pt idx="2219">
                  <c:v>1.9196232198425109</c:v>
                </c:pt>
                <c:pt idx="2220">
                  <c:v>1.9307272566251774</c:v>
                </c:pt>
                <c:pt idx="2221">
                  <c:v>1.9007429636738258</c:v>
                </c:pt>
                <c:pt idx="2222">
                  <c:v>1.8855916523394221</c:v>
                </c:pt>
                <c:pt idx="2223">
                  <c:v>1.8686641170603722</c:v>
                </c:pt>
                <c:pt idx="2224">
                  <c:v>1.8611577021865224</c:v>
                </c:pt>
                <c:pt idx="2225">
                  <c:v>1.8707785512279271</c:v>
                </c:pt>
                <c:pt idx="2226">
                  <c:v>1.8545643325815164</c:v>
                </c:pt>
                <c:pt idx="2227">
                  <c:v>1.8518511328379141</c:v>
                </c:pt>
                <c:pt idx="2228">
                  <c:v>1.8401553816177503</c:v>
                </c:pt>
                <c:pt idx="2229">
                  <c:v>1.8580857720059456</c:v>
                </c:pt>
                <c:pt idx="2230">
                  <c:v>1.8376333325883882</c:v>
                </c:pt>
                <c:pt idx="2231">
                  <c:v>1.8569262825573309</c:v>
                </c:pt>
                <c:pt idx="2232">
                  <c:v>1.9103821060501733</c:v>
                </c:pt>
                <c:pt idx="2233">
                  <c:v>1.903250501546716</c:v>
                </c:pt>
                <c:pt idx="2234">
                  <c:v>1.9372925913332009</c:v>
                </c:pt>
                <c:pt idx="2235">
                  <c:v>1.9621126198300336</c:v>
                </c:pt>
                <c:pt idx="2236">
                  <c:v>1.9586748993032581</c:v>
                </c:pt>
                <c:pt idx="2237">
                  <c:v>1.9229692496524848</c:v>
                </c:pt>
                <c:pt idx="2238">
                  <c:v>1.9148593345116038</c:v>
                </c:pt>
                <c:pt idx="2239">
                  <c:v>1.8658607933096307</c:v>
                </c:pt>
                <c:pt idx="2240">
                  <c:v>1.8791740005858131</c:v>
                </c:pt>
                <c:pt idx="2241">
                  <c:v>1.8902252383086084</c:v>
                </c:pt>
                <c:pt idx="2242">
                  <c:v>1.8732857680512507</c:v>
                </c:pt>
                <c:pt idx="2243">
                  <c:v>1.8611045515425235</c:v>
                </c:pt>
                <c:pt idx="2244">
                  <c:v>1.864358792673912</c:v>
                </c:pt>
                <c:pt idx="2245">
                  <c:v>1.8533621347978662</c:v>
                </c:pt>
                <c:pt idx="2246">
                  <c:v>1.8546690316172647</c:v>
                </c:pt>
                <c:pt idx="2247">
                  <c:v>1.8817855945120727</c:v>
                </c:pt>
                <c:pt idx="2248">
                  <c:v>1.8785096878271681</c:v>
                </c:pt>
                <c:pt idx="2249">
                  <c:v>1.8879024001852829</c:v>
                </c:pt>
                <c:pt idx="2250">
                  <c:v>1.9124660134195941</c:v>
                </c:pt>
                <c:pt idx="2251">
                  <c:v>1.9859781042611171</c:v>
                </c:pt>
                <c:pt idx="2252">
                  <c:v>1.9640405405134933</c:v>
                </c:pt>
                <c:pt idx="2253">
                  <c:v>1.9935613595229225</c:v>
                </c:pt>
                <c:pt idx="2254">
                  <c:v>2.0141443892509168</c:v>
                </c:pt>
                <c:pt idx="2255">
                  <c:v>2.0857252600434979</c:v>
                </c:pt>
                <c:pt idx="2256">
                  <c:v>2.0662264895153375</c:v>
                </c:pt>
                <c:pt idx="2257">
                  <c:v>2.0566173582429652</c:v>
                </c:pt>
                <c:pt idx="2258">
                  <c:v>2.0065353100878571</c:v>
                </c:pt>
                <c:pt idx="2259">
                  <c:v>1.983476010970294</c:v>
                </c:pt>
                <c:pt idx="2260">
                  <c:v>2.0290294506016089</c:v>
                </c:pt>
                <c:pt idx="2261">
                  <c:v>2.1288583777527705</c:v>
                </c:pt>
                <c:pt idx="2262">
                  <c:v>2.1147873427353554</c:v>
                </c:pt>
                <c:pt idx="2263">
                  <c:v>2.1874668989908326</c:v>
                </c:pt>
                <c:pt idx="2264">
                  <c:v>2.2906130722561664</c:v>
                </c:pt>
                <c:pt idx="2265">
                  <c:v>2.2999999999999998</c:v>
                </c:pt>
                <c:pt idx="2266">
                  <c:v>2.2999999999999998</c:v>
                </c:pt>
                <c:pt idx="2267">
                  <c:v>2.2999999999999998</c:v>
                </c:pt>
                <c:pt idx="2268">
                  <c:v>2.2999999999999998</c:v>
                </c:pt>
                <c:pt idx="2269">
                  <c:v>2.2999999999999998</c:v>
                </c:pt>
                <c:pt idx="2270">
                  <c:v>2.0735699976175983</c:v>
                </c:pt>
                <c:pt idx="2271">
                  <c:v>2.2124071316379696</c:v>
                </c:pt>
                <c:pt idx="2272">
                  <c:v>2.0083032245974026</c:v>
                </c:pt>
                <c:pt idx="2273">
                  <c:v>1.9048046240134733</c:v>
                </c:pt>
                <c:pt idx="2274">
                  <c:v>1.9318616069558003</c:v>
                </c:pt>
                <c:pt idx="2275">
                  <c:v>1.8981929452474151</c:v>
                </c:pt>
                <c:pt idx="2276">
                  <c:v>1.9080725545918897</c:v>
                </c:pt>
                <c:pt idx="2277">
                  <c:v>1.8766268353635864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89E-48C3-9F49-028D9C76F5F6}"/>
            </c:ext>
          </c:extLst>
        </c:ser>
        <c:ser>
          <c:idx val="1"/>
          <c:order val="1"/>
          <c:tx>
            <c:strRef>
              <c:f>Sheet2!$T$2734</c:f>
              <c:strCache>
                <c:ptCount val="1"/>
                <c:pt idx="0">
                  <c:v>전략(2) 편입비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Sheet2!$I$2735:$I$5012</c:f>
              <c:numCache>
                <c:formatCode>m/d/yyyy</c:formatCode>
                <c:ptCount val="2278"/>
                <c:pt idx="0">
                  <c:v>40542</c:v>
                </c:pt>
                <c:pt idx="1">
                  <c:v>40546</c:v>
                </c:pt>
                <c:pt idx="2">
                  <c:v>40547</c:v>
                </c:pt>
                <c:pt idx="3">
                  <c:v>40548</c:v>
                </c:pt>
                <c:pt idx="4">
                  <c:v>40549</c:v>
                </c:pt>
                <c:pt idx="5">
                  <c:v>40550</c:v>
                </c:pt>
                <c:pt idx="6">
                  <c:v>40553</c:v>
                </c:pt>
                <c:pt idx="7">
                  <c:v>40554</c:v>
                </c:pt>
                <c:pt idx="8">
                  <c:v>40555</c:v>
                </c:pt>
                <c:pt idx="9">
                  <c:v>40556</c:v>
                </c:pt>
                <c:pt idx="10">
                  <c:v>40557</c:v>
                </c:pt>
                <c:pt idx="11">
                  <c:v>40560</c:v>
                </c:pt>
                <c:pt idx="12">
                  <c:v>40561</c:v>
                </c:pt>
                <c:pt idx="13">
                  <c:v>40562</c:v>
                </c:pt>
                <c:pt idx="14">
                  <c:v>40563</c:v>
                </c:pt>
                <c:pt idx="15">
                  <c:v>40564</c:v>
                </c:pt>
                <c:pt idx="16">
                  <c:v>40567</c:v>
                </c:pt>
                <c:pt idx="17">
                  <c:v>40568</c:v>
                </c:pt>
                <c:pt idx="18">
                  <c:v>40569</c:v>
                </c:pt>
                <c:pt idx="19">
                  <c:v>40570</c:v>
                </c:pt>
                <c:pt idx="20">
                  <c:v>40571</c:v>
                </c:pt>
                <c:pt idx="21">
                  <c:v>40574</c:v>
                </c:pt>
                <c:pt idx="22">
                  <c:v>40575</c:v>
                </c:pt>
                <c:pt idx="23">
                  <c:v>40581</c:v>
                </c:pt>
                <c:pt idx="24">
                  <c:v>40582</c:v>
                </c:pt>
                <c:pt idx="25">
                  <c:v>40583</c:v>
                </c:pt>
                <c:pt idx="26">
                  <c:v>40584</c:v>
                </c:pt>
                <c:pt idx="27">
                  <c:v>40585</c:v>
                </c:pt>
                <c:pt idx="28">
                  <c:v>40588</c:v>
                </c:pt>
                <c:pt idx="29">
                  <c:v>40589</c:v>
                </c:pt>
                <c:pt idx="30">
                  <c:v>40590</c:v>
                </c:pt>
                <c:pt idx="31">
                  <c:v>40591</c:v>
                </c:pt>
                <c:pt idx="32">
                  <c:v>40592</c:v>
                </c:pt>
                <c:pt idx="33">
                  <c:v>40595</c:v>
                </c:pt>
                <c:pt idx="34">
                  <c:v>40596</c:v>
                </c:pt>
                <c:pt idx="35">
                  <c:v>40597</c:v>
                </c:pt>
                <c:pt idx="36">
                  <c:v>40598</c:v>
                </c:pt>
                <c:pt idx="37">
                  <c:v>40599</c:v>
                </c:pt>
                <c:pt idx="38">
                  <c:v>40602</c:v>
                </c:pt>
                <c:pt idx="39">
                  <c:v>40604</c:v>
                </c:pt>
                <c:pt idx="40">
                  <c:v>40605</c:v>
                </c:pt>
                <c:pt idx="41">
                  <c:v>40606</c:v>
                </c:pt>
                <c:pt idx="42">
                  <c:v>40609</c:v>
                </c:pt>
                <c:pt idx="43">
                  <c:v>40610</c:v>
                </c:pt>
                <c:pt idx="44">
                  <c:v>40611</c:v>
                </c:pt>
                <c:pt idx="45">
                  <c:v>40612</c:v>
                </c:pt>
                <c:pt idx="46">
                  <c:v>40613</c:v>
                </c:pt>
                <c:pt idx="47">
                  <c:v>40616</c:v>
                </c:pt>
                <c:pt idx="48">
                  <c:v>40617</c:v>
                </c:pt>
                <c:pt idx="49">
                  <c:v>40618</c:v>
                </c:pt>
                <c:pt idx="50">
                  <c:v>40619</c:v>
                </c:pt>
                <c:pt idx="51">
                  <c:v>40620</c:v>
                </c:pt>
                <c:pt idx="52">
                  <c:v>40623</c:v>
                </c:pt>
                <c:pt idx="53">
                  <c:v>40624</c:v>
                </c:pt>
                <c:pt idx="54">
                  <c:v>40625</c:v>
                </c:pt>
                <c:pt idx="55">
                  <c:v>40626</c:v>
                </c:pt>
                <c:pt idx="56">
                  <c:v>40627</c:v>
                </c:pt>
                <c:pt idx="57">
                  <c:v>40630</c:v>
                </c:pt>
                <c:pt idx="58">
                  <c:v>40631</c:v>
                </c:pt>
                <c:pt idx="59">
                  <c:v>40632</c:v>
                </c:pt>
                <c:pt idx="60">
                  <c:v>40633</c:v>
                </c:pt>
                <c:pt idx="61">
                  <c:v>40634</c:v>
                </c:pt>
                <c:pt idx="62">
                  <c:v>40637</c:v>
                </c:pt>
                <c:pt idx="63">
                  <c:v>40638</c:v>
                </c:pt>
                <c:pt idx="64">
                  <c:v>40639</c:v>
                </c:pt>
                <c:pt idx="65">
                  <c:v>40640</c:v>
                </c:pt>
                <c:pt idx="66">
                  <c:v>40641</c:v>
                </c:pt>
                <c:pt idx="67">
                  <c:v>40644</c:v>
                </c:pt>
                <c:pt idx="68">
                  <c:v>40645</c:v>
                </c:pt>
                <c:pt idx="69">
                  <c:v>40646</c:v>
                </c:pt>
                <c:pt idx="70">
                  <c:v>40647</c:v>
                </c:pt>
                <c:pt idx="71">
                  <c:v>40648</c:v>
                </c:pt>
                <c:pt idx="72">
                  <c:v>40651</c:v>
                </c:pt>
                <c:pt idx="73">
                  <c:v>40652</c:v>
                </c:pt>
                <c:pt idx="74">
                  <c:v>40653</c:v>
                </c:pt>
                <c:pt idx="75">
                  <c:v>40654</c:v>
                </c:pt>
                <c:pt idx="76">
                  <c:v>40655</c:v>
                </c:pt>
                <c:pt idx="77">
                  <c:v>40658</c:v>
                </c:pt>
                <c:pt idx="78">
                  <c:v>40659</c:v>
                </c:pt>
                <c:pt idx="79">
                  <c:v>40660</c:v>
                </c:pt>
                <c:pt idx="80">
                  <c:v>40661</c:v>
                </c:pt>
                <c:pt idx="81">
                  <c:v>40662</c:v>
                </c:pt>
                <c:pt idx="82">
                  <c:v>40665</c:v>
                </c:pt>
                <c:pt idx="83">
                  <c:v>40666</c:v>
                </c:pt>
                <c:pt idx="84">
                  <c:v>40667</c:v>
                </c:pt>
                <c:pt idx="85">
                  <c:v>40669</c:v>
                </c:pt>
                <c:pt idx="86">
                  <c:v>40672</c:v>
                </c:pt>
                <c:pt idx="87">
                  <c:v>40674</c:v>
                </c:pt>
                <c:pt idx="88">
                  <c:v>40675</c:v>
                </c:pt>
                <c:pt idx="89">
                  <c:v>40676</c:v>
                </c:pt>
                <c:pt idx="90">
                  <c:v>40679</c:v>
                </c:pt>
                <c:pt idx="91">
                  <c:v>40680</c:v>
                </c:pt>
                <c:pt idx="92">
                  <c:v>40681</c:v>
                </c:pt>
                <c:pt idx="93">
                  <c:v>40682</c:v>
                </c:pt>
                <c:pt idx="94">
                  <c:v>40683</c:v>
                </c:pt>
                <c:pt idx="95">
                  <c:v>40686</c:v>
                </c:pt>
                <c:pt idx="96">
                  <c:v>40687</c:v>
                </c:pt>
                <c:pt idx="97">
                  <c:v>40688</c:v>
                </c:pt>
                <c:pt idx="98">
                  <c:v>40689</c:v>
                </c:pt>
                <c:pt idx="99">
                  <c:v>40690</c:v>
                </c:pt>
                <c:pt idx="100">
                  <c:v>40693</c:v>
                </c:pt>
                <c:pt idx="101">
                  <c:v>40694</c:v>
                </c:pt>
                <c:pt idx="102">
                  <c:v>40695</c:v>
                </c:pt>
                <c:pt idx="103">
                  <c:v>40696</c:v>
                </c:pt>
                <c:pt idx="104">
                  <c:v>40697</c:v>
                </c:pt>
                <c:pt idx="105">
                  <c:v>40701</c:v>
                </c:pt>
                <c:pt idx="106">
                  <c:v>40702</c:v>
                </c:pt>
                <c:pt idx="107">
                  <c:v>40703</c:v>
                </c:pt>
                <c:pt idx="108">
                  <c:v>40704</c:v>
                </c:pt>
                <c:pt idx="109">
                  <c:v>40707</c:v>
                </c:pt>
                <c:pt idx="110">
                  <c:v>40708</c:v>
                </c:pt>
                <c:pt idx="111">
                  <c:v>40709</c:v>
                </c:pt>
                <c:pt idx="112">
                  <c:v>40710</c:v>
                </c:pt>
                <c:pt idx="113">
                  <c:v>40711</c:v>
                </c:pt>
                <c:pt idx="114">
                  <c:v>40714</c:v>
                </c:pt>
                <c:pt idx="115">
                  <c:v>40715</c:v>
                </c:pt>
                <c:pt idx="116">
                  <c:v>40716</c:v>
                </c:pt>
                <c:pt idx="117">
                  <c:v>40717</c:v>
                </c:pt>
                <c:pt idx="118">
                  <c:v>40718</c:v>
                </c:pt>
                <c:pt idx="119">
                  <c:v>40721</c:v>
                </c:pt>
                <c:pt idx="120">
                  <c:v>40722</c:v>
                </c:pt>
                <c:pt idx="121">
                  <c:v>40723</c:v>
                </c:pt>
                <c:pt idx="122">
                  <c:v>40724</c:v>
                </c:pt>
                <c:pt idx="123">
                  <c:v>40725</c:v>
                </c:pt>
                <c:pt idx="124">
                  <c:v>40728</c:v>
                </c:pt>
                <c:pt idx="125">
                  <c:v>40729</c:v>
                </c:pt>
                <c:pt idx="126">
                  <c:v>40730</c:v>
                </c:pt>
                <c:pt idx="127">
                  <c:v>40731</c:v>
                </c:pt>
                <c:pt idx="128">
                  <c:v>40732</c:v>
                </c:pt>
                <c:pt idx="129">
                  <c:v>40735</c:v>
                </c:pt>
                <c:pt idx="130">
                  <c:v>40736</c:v>
                </c:pt>
                <c:pt idx="131">
                  <c:v>40737</c:v>
                </c:pt>
                <c:pt idx="132">
                  <c:v>40738</c:v>
                </c:pt>
                <c:pt idx="133">
                  <c:v>40739</c:v>
                </c:pt>
                <c:pt idx="134">
                  <c:v>40742</c:v>
                </c:pt>
                <c:pt idx="135">
                  <c:v>40743</c:v>
                </c:pt>
                <c:pt idx="136">
                  <c:v>40744</c:v>
                </c:pt>
                <c:pt idx="137">
                  <c:v>40745</c:v>
                </c:pt>
                <c:pt idx="138">
                  <c:v>40746</c:v>
                </c:pt>
                <c:pt idx="139">
                  <c:v>40749</c:v>
                </c:pt>
                <c:pt idx="140">
                  <c:v>40750</c:v>
                </c:pt>
                <c:pt idx="141">
                  <c:v>40751</c:v>
                </c:pt>
                <c:pt idx="142">
                  <c:v>40752</c:v>
                </c:pt>
                <c:pt idx="143">
                  <c:v>40753</c:v>
                </c:pt>
                <c:pt idx="144">
                  <c:v>40756</c:v>
                </c:pt>
                <c:pt idx="145">
                  <c:v>40757</c:v>
                </c:pt>
                <c:pt idx="146">
                  <c:v>40758</c:v>
                </c:pt>
                <c:pt idx="147">
                  <c:v>40759</c:v>
                </c:pt>
                <c:pt idx="148">
                  <c:v>40760</c:v>
                </c:pt>
                <c:pt idx="149">
                  <c:v>40763</c:v>
                </c:pt>
                <c:pt idx="150">
                  <c:v>40764</c:v>
                </c:pt>
                <c:pt idx="151">
                  <c:v>40765</c:v>
                </c:pt>
                <c:pt idx="152">
                  <c:v>40766</c:v>
                </c:pt>
                <c:pt idx="153">
                  <c:v>40767</c:v>
                </c:pt>
                <c:pt idx="154">
                  <c:v>40771</c:v>
                </c:pt>
                <c:pt idx="155">
                  <c:v>40772</c:v>
                </c:pt>
                <c:pt idx="156">
                  <c:v>40773</c:v>
                </c:pt>
                <c:pt idx="157">
                  <c:v>40774</c:v>
                </c:pt>
                <c:pt idx="158">
                  <c:v>40777</c:v>
                </c:pt>
                <c:pt idx="159">
                  <c:v>40778</c:v>
                </c:pt>
                <c:pt idx="160">
                  <c:v>40779</c:v>
                </c:pt>
                <c:pt idx="161">
                  <c:v>40780</c:v>
                </c:pt>
                <c:pt idx="162">
                  <c:v>40781</c:v>
                </c:pt>
                <c:pt idx="163">
                  <c:v>40784</c:v>
                </c:pt>
                <c:pt idx="164">
                  <c:v>40785</c:v>
                </c:pt>
                <c:pt idx="165">
                  <c:v>40786</c:v>
                </c:pt>
                <c:pt idx="166">
                  <c:v>40787</c:v>
                </c:pt>
                <c:pt idx="167">
                  <c:v>40788</c:v>
                </c:pt>
                <c:pt idx="168">
                  <c:v>40791</c:v>
                </c:pt>
                <c:pt idx="169">
                  <c:v>40792</c:v>
                </c:pt>
                <c:pt idx="170">
                  <c:v>40793</c:v>
                </c:pt>
                <c:pt idx="171">
                  <c:v>40794</c:v>
                </c:pt>
                <c:pt idx="172">
                  <c:v>40795</c:v>
                </c:pt>
                <c:pt idx="173">
                  <c:v>40800</c:v>
                </c:pt>
                <c:pt idx="174">
                  <c:v>40801</c:v>
                </c:pt>
                <c:pt idx="175">
                  <c:v>40802</c:v>
                </c:pt>
                <c:pt idx="176">
                  <c:v>40805</c:v>
                </c:pt>
                <c:pt idx="177">
                  <c:v>40806</c:v>
                </c:pt>
                <c:pt idx="178">
                  <c:v>40807</c:v>
                </c:pt>
                <c:pt idx="179">
                  <c:v>40808</c:v>
                </c:pt>
                <c:pt idx="180">
                  <c:v>40809</c:v>
                </c:pt>
                <c:pt idx="181">
                  <c:v>40812</c:v>
                </c:pt>
                <c:pt idx="182">
                  <c:v>40813</c:v>
                </c:pt>
                <c:pt idx="183">
                  <c:v>40814</c:v>
                </c:pt>
                <c:pt idx="184">
                  <c:v>40815</c:v>
                </c:pt>
                <c:pt idx="185">
                  <c:v>40816</c:v>
                </c:pt>
                <c:pt idx="186">
                  <c:v>40820</c:v>
                </c:pt>
                <c:pt idx="187">
                  <c:v>40821</c:v>
                </c:pt>
                <c:pt idx="188">
                  <c:v>40822</c:v>
                </c:pt>
                <c:pt idx="189">
                  <c:v>40823</c:v>
                </c:pt>
                <c:pt idx="190">
                  <c:v>40826</c:v>
                </c:pt>
                <c:pt idx="191">
                  <c:v>40827</c:v>
                </c:pt>
                <c:pt idx="192">
                  <c:v>40828</c:v>
                </c:pt>
                <c:pt idx="193">
                  <c:v>40829</c:v>
                </c:pt>
                <c:pt idx="194">
                  <c:v>40830</c:v>
                </c:pt>
                <c:pt idx="195">
                  <c:v>40833</c:v>
                </c:pt>
                <c:pt idx="196">
                  <c:v>40834</c:v>
                </c:pt>
                <c:pt idx="197">
                  <c:v>40835</c:v>
                </c:pt>
                <c:pt idx="198">
                  <c:v>40836</c:v>
                </c:pt>
                <c:pt idx="199">
                  <c:v>40837</c:v>
                </c:pt>
                <c:pt idx="200">
                  <c:v>40840</c:v>
                </c:pt>
                <c:pt idx="201">
                  <c:v>40841</c:v>
                </c:pt>
                <c:pt idx="202">
                  <c:v>40842</c:v>
                </c:pt>
                <c:pt idx="203">
                  <c:v>40843</c:v>
                </c:pt>
                <c:pt idx="204">
                  <c:v>40844</c:v>
                </c:pt>
                <c:pt idx="205">
                  <c:v>40847</c:v>
                </c:pt>
                <c:pt idx="206">
                  <c:v>40848</c:v>
                </c:pt>
                <c:pt idx="207">
                  <c:v>40849</c:v>
                </c:pt>
                <c:pt idx="208">
                  <c:v>40850</c:v>
                </c:pt>
                <c:pt idx="209">
                  <c:v>40851</c:v>
                </c:pt>
                <c:pt idx="210">
                  <c:v>40854</c:v>
                </c:pt>
                <c:pt idx="211">
                  <c:v>40855</c:v>
                </c:pt>
                <c:pt idx="212">
                  <c:v>40856</c:v>
                </c:pt>
                <c:pt idx="213">
                  <c:v>40857</c:v>
                </c:pt>
                <c:pt idx="214">
                  <c:v>40858</c:v>
                </c:pt>
                <c:pt idx="215">
                  <c:v>40861</c:v>
                </c:pt>
                <c:pt idx="216">
                  <c:v>40862</c:v>
                </c:pt>
                <c:pt idx="217">
                  <c:v>40863</c:v>
                </c:pt>
                <c:pt idx="218">
                  <c:v>40864</c:v>
                </c:pt>
                <c:pt idx="219">
                  <c:v>40865</c:v>
                </c:pt>
                <c:pt idx="220">
                  <c:v>40868</c:v>
                </c:pt>
                <c:pt idx="221">
                  <c:v>40869</c:v>
                </c:pt>
                <c:pt idx="222">
                  <c:v>40870</c:v>
                </c:pt>
                <c:pt idx="223">
                  <c:v>40871</c:v>
                </c:pt>
                <c:pt idx="224">
                  <c:v>40872</c:v>
                </c:pt>
                <c:pt idx="225">
                  <c:v>40875</c:v>
                </c:pt>
                <c:pt idx="226">
                  <c:v>40876</c:v>
                </c:pt>
                <c:pt idx="227">
                  <c:v>40877</c:v>
                </c:pt>
                <c:pt idx="228">
                  <c:v>40878</c:v>
                </c:pt>
                <c:pt idx="229">
                  <c:v>40879</c:v>
                </c:pt>
                <c:pt idx="230">
                  <c:v>40882</c:v>
                </c:pt>
                <c:pt idx="231">
                  <c:v>40883</c:v>
                </c:pt>
                <c:pt idx="232">
                  <c:v>40884</c:v>
                </c:pt>
                <c:pt idx="233">
                  <c:v>40885</c:v>
                </c:pt>
                <c:pt idx="234">
                  <c:v>40886</c:v>
                </c:pt>
                <c:pt idx="235">
                  <c:v>40889</c:v>
                </c:pt>
                <c:pt idx="236">
                  <c:v>40890</c:v>
                </c:pt>
                <c:pt idx="237">
                  <c:v>40891</c:v>
                </c:pt>
                <c:pt idx="238">
                  <c:v>40892</c:v>
                </c:pt>
                <c:pt idx="239">
                  <c:v>40893</c:v>
                </c:pt>
                <c:pt idx="240">
                  <c:v>40896</c:v>
                </c:pt>
                <c:pt idx="241">
                  <c:v>40897</c:v>
                </c:pt>
                <c:pt idx="242">
                  <c:v>40898</c:v>
                </c:pt>
                <c:pt idx="243">
                  <c:v>40899</c:v>
                </c:pt>
                <c:pt idx="244">
                  <c:v>40900</c:v>
                </c:pt>
                <c:pt idx="245">
                  <c:v>40903</c:v>
                </c:pt>
                <c:pt idx="246">
                  <c:v>40904</c:v>
                </c:pt>
                <c:pt idx="247">
                  <c:v>40905</c:v>
                </c:pt>
                <c:pt idx="248">
                  <c:v>40906</c:v>
                </c:pt>
                <c:pt idx="249">
                  <c:v>40910</c:v>
                </c:pt>
                <c:pt idx="250">
                  <c:v>40911</c:v>
                </c:pt>
                <c:pt idx="251">
                  <c:v>40912</c:v>
                </c:pt>
                <c:pt idx="252">
                  <c:v>40913</c:v>
                </c:pt>
                <c:pt idx="253">
                  <c:v>40914</c:v>
                </c:pt>
                <c:pt idx="254">
                  <c:v>40917</c:v>
                </c:pt>
                <c:pt idx="255">
                  <c:v>40918</c:v>
                </c:pt>
                <c:pt idx="256">
                  <c:v>40919</c:v>
                </c:pt>
                <c:pt idx="257">
                  <c:v>40920</c:v>
                </c:pt>
                <c:pt idx="258">
                  <c:v>40921</c:v>
                </c:pt>
                <c:pt idx="259">
                  <c:v>40924</c:v>
                </c:pt>
                <c:pt idx="260">
                  <c:v>40925</c:v>
                </c:pt>
                <c:pt idx="261">
                  <c:v>40926</c:v>
                </c:pt>
                <c:pt idx="262">
                  <c:v>40927</c:v>
                </c:pt>
                <c:pt idx="263">
                  <c:v>40928</c:v>
                </c:pt>
                <c:pt idx="264">
                  <c:v>40933</c:v>
                </c:pt>
                <c:pt idx="265">
                  <c:v>40934</c:v>
                </c:pt>
                <c:pt idx="266">
                  <c:v>40935</c:v>
                </c:pt>
                <c:pt idx="267">
                  <c:v>40938</c:v>
                </c:pt>
                <c:pt idx="268">
                  <c:v>40939</c:v>
                </c:pt>
                <c:pt idx="269">
                  <c:v>40940</c:v>
                </c:pt>
                <c:pt idx="270">
                  <c:v>40941</c:v>
                </c:pt>
                <c:pt idx="271">
                  <c:v>40942</c:v>
                </c:pt>
                <c:pt idx="272">
                  <c:v>40945</c:v>
                </c:pt>
                <c:pt idx="273">
                  <c:v>40946</c:v>
                </c:pt>
                <c:pt idx="274">
                  <c:v>40947</c:v>
                </c:pt>
                <c:pt idx="275">
                  <c:v>40948</c:v>
                </c:pt>
                <c:pt idx="276">
                  <c:v>40949</c:v>
                </c:pt>
                <c:pt idx="277">
                  <c:v>40952</c:v>
                </c:pt>
                <c:pt idx="278">
                  <c:v>40953</c:v>
                </c:pt>
                <c:pt idx="279">
                  <c:v>40954</c:v>
                </c:pt>
                <c:pt idx="280">
                  <c:v>40955</c:v>
                </c:pt>
                <c:pt idx="281">
                  <c:v>40956</c:v>
                </c:pt>
                <c:pt idx="282">
                  <c:v>40959</c:v>
                </c:pt>
                <c:pt idx="283">
                  <c:v>40960</c:v>
                </c:pt>
                <c:pt idx="284">
                  <c:v>40961</c:v>
                </c:pt>
                <c:pt idx="285">
                  <c:v>40962</c:v>
                </c:pt>
                <c:pt idx="286">
                  <c:v>40963</c:v>
                </c:pt>
                <c:pt idx="287">
                  <c:v>40966</c:v>
                </c:pt>
                <c:pt idx="288">
                  <c:v>40967</c:v>
                </c:pt>
                <c:pt idx="289">
                  <c:v>40968</c:v>
                </c:pt>
                <c:pt idx="290">
                  <c:v>40970</c:v>
                </c:pt>
                <c:pt idx="291">
                  <c:v>40973</c:v>
                </c:pt>
                <c:pt idx="292">
                  <c:v>40974</c:v>
                </c:pt>
                <c:pt idx="293">
                  <c:v>40975</c:v>
                </c:pt>
                <c:pt idx="294">
                  <c:v>40976</c:v>
                </c:pt>
                <c:pt idx="295">
                  <c:v>40977</c:v>
                </c:pt>
                <c:pt idx="296">
                  <c:v>40980</c:v>
                </c:pt>
                <c:pt idx="297">
                  <c:v>40981</c:v>
                </c:pt>
                <c:pt idx="298">
                  <c:v>40982</c:v>
                </c:pt>
                <c:pt idx="299">
                  <c:v>40983</c:v>
                </c:pt>
                <c:pt idx="300">
                  <c:v>40984</c:v>
                </c:pt>
                <c:pt idx="301">
                  <c:v>40987</c:v>
                </c:pt>
                <c:pt idx="302">
                  <c:v>40988</c:v>
                </c:pt>
                <c:pt idx="303">
                  <c:v>40989</c:v>
                </c:pt>
                <c:pt idx="304">
                  <c:v>40990</c:v>
                </c:pt>
                <c:pt idx="305">
                  <c:v>40991</c:v>
                </c:pt>
                <c:pt idx="306">
                  <c:v>40994</c:v>
                </c:pt>
                <c:pt idx="307">
                  <c:v>40995</c:v>
                </c:pt>
                <c:pt idx="308">
                  <c:v>40996</c:v>
                </c:pt>
                <c:pt idx="309">
                  <c:v>40997</c:v>
                </c:pt>
                <c:pt idx="310">
                  <c:v>40998</c:v>
                </c:pt>
                <c:pt idx="311">
                  <c:v>41001</c:v>
                </c:pt>
                <c:pt idx="312">
                  <c:v>41002</c:v>
                </c:pt>
                <c:pt idx="313">
                  <c:v>41003</c:v>
                </c:pt>
                <c:pt idx="314">
                  <c:v>41004</c:v>
                </c:pt>
                <c:pt idx="315">
                  <c:v>41005</c:v>
                </c:pt>
                <c:pt idx="316">
                  <c:v>41008</c:v>
                </c:pt>
                <c:pt idx="317">
                  <c:v>41009</c:v>
                </c:pt>
                <c:pt idx="318">
                  <c:v>41011</c:v>
                </c:pt>
                <c:pt idx="319">
                  <c:v>41012</c:v>
                </c:pt>
                <c:pt idx="320">
                  <c:v>41015</c:v>
                </c:pt>
                <c:pt idx="321">
                  <c:v>41016</c:v>
                </c:pt>
                <c:pt idx="322">
                  <c:v>41017</c:v>
                </c:pt>
                <c:pt idx="323">
                  <c:v>41018</c:v>
                </c:pt>
                <c:pt idx="324">
                  <c:v>41019</c:v>
                </c:pt>
                <c:pt idx="325">
                  <c:v>41022</c:v>
                </c:pt>
                <c:pt idx="326">
                  <c:v>41023</c:v>
                </c:pt>
                <c:pt idx="327">
                  <c:v>41024</c:v>
                </c:pt>
                <c:pt idx="328">
                  <c:v>41025</c:v>
                </c:pt>
                <c:pt idx="329">
                  <c:v>41026</c:v>
                </c:pt>
                <c:pt idx="330">
                  <c:v>41029</c:v>
                </c:pt>
                <c:pt idx="331">
                  <c:v>41031</c:v>
                </c:pt>
                <c:pt idx="332">
                  <c:v>41032</c:v>
                </c:pt>
                <c:pt idx="333">
                  <c:v>41033</c:v>
                </c:pt>
                <c:pt idx="334">
                  <c:v>41036</c:v>
                </c:pt>
                <c:pt idx="335">
                  <c:v>41037</c:v>
                </c:pt>
                <c:pt idx="336">
                  <c:v>41038</c:v>
                </c:pt>
                <c:pt idx="337">
                  <c:v>41039</c:v>
                </c:pt>
                <c:pt idx="338">
                  <c:v>41040</c:v>
                </c:pt>
                <c:pt idx="339">
                  <c:v>41043</c:v>
                </c:pt>
                <c:pt idx="340">
                  <c:v>41044</c:v>
                </c:pt>
                <c:pt idx="341">
                  <c:v>41045</c:v>
                </c:pt>
                <c:pt idx="342">
                  <c:v>41046</c:v>
                </c:pt>
                <c:pt idx="343">
                  <c:v>41047</c:v>
                </c:pt>
                <c:pt idx="344">
                  <c:v>41050</c:v>
                </c:pt>
                <c:pt idx="345">
                  <c:v>41051</c:v>
                </c:pt>
                <c:pt idx="346">
                  <c:v>41052</c:v>
                </c:pt>
                <c:pt idx="347">
                  <c:v>41053</c:v>
                </c:pt>
                <c:pt idx="348">
                  <c:v>41054</c:v>
                </c:pt>
                <c:pt idx="349">
                  <c:v>41058</c:v>
                </c:pt>
                <c:pt idx="350">
                  <c:v>41059</c:v>
                </c:pt>
                <c:pt idx="351">
                  <c:v>41060</c:v>
                </c:pt>
                <c:pt idx="352">
                  <c:v>41061</c:v>
                </c:pt>
                <c:pt idx="353">
                  <c:v>41064</c:v>
                </c:pt>
                <c:pt idx="354">
                  <c:v>41065</c:v>
                </c:pt>
                <c:pt idx="355">
                  <c:v>41067</c:v>
                </c:pt>
                <c:pt idx="356">
                  <c:v>41068</c:v>
                </c:pt>
                <c:pt idx="357">
                  <c:v>41071</c:v>
                </c:pt>
                <c:pt idx="358">
                  <c:v>41072</c:v>
                </c:pt>
                <c:pt idx="359">
                  <c:v>41073</c:v>
                </c:pt>
                <c:pt idx="360">
                  <c:v>41074</c:v>
                </c:pt>
                <c:pt idx="361">
                  <c:v>41075</c:v>
                </c:pt>
                <c:pt idx="362">
                  <c:v>41078</c:v>
                </c:pt>
                <c:pt idx="363">
                  <c:v>41079</c:v>
                </c:pt>
                <c:pt idx="364">
                  <c:v>41080</c:v>
                </c:pt>
                <c:pt idx="365">
                  <c:v>41081</c:v>
                </c:pt>
                <c:pt idx="366">
                  <c:v>41082</c:v>
                </c:pt>
                <c:pt idx="367">
                  <c:v>41085</c:v>
                </c:pt>
                <c:pt idx="368">
                  <c:v>41086</c:v>
                </c:pt>
                <c:pt idx="369">
                  <c:v>41087</c:v>
                </c:pt>
                <c:pt idx="370">
                  <c:v>41088</c:v>
                </c:pt>
                <c:pt idx="371">
                  <c:v>41089</c:v>
                </c:pt>
                <c:pt idx="372">
                  <c:v>41092</c:v>
                </c:pt>
                <c:pt idx="373">
                  <c:v>41093</c:v>
                </c:pt>
                <c:pt idx="374">
                  <c:v>41094</c:v>
                </c:pt>
                <c:pt idx="375">
                  <c:v>41095</c:v>
                </c:pt>
                <c:pt idx="376">
                  <c:v>41096</c:v>
                </c:pt>
                <c:pt idx="377">
                  <c:v>41099</c:v>
                </c:pt>
                <c:pt idx="378">
                  <c:v>41100</c:v>
                </c:pt>
                <c:pt idx="379">
                  <c:v>41101</c:v>
                </c:pt>
                <c:pt idx="380">
                  <c:v>41102</c:v>
                </c:pt>
                <c:pt idx="381">
                  <c:v>41103</c:v>
                </c:pt>
                <c:pt idx="382">
                  <c:v>41106</c:v>
                </c:pt>
                <c:pt idx="383">
                  <c:v>41107</c:v>
                </c:pt>
                <c:pt idx="384">
                  <c:v>41108</c:v>
                </c:pt>
                <c:pt idx="385">
                  <c:v>41109</c:v>
                </c:pt>
                <c:pt idx="386">
                  <c:v>41110</c:v>
                </c:pt>
                <c:pt idx="387">
                  <c:v>41113</c:v>
                </c:pt>
                <c:pt idx="388">
                  <c:v>41114</c:v>
                </c:pt>
                <c:pt idx="389">
                  <c:v>41115</c:v>
                </c:pt>
                <c:pt idx="390">
                  <c:v>41116</c:v>
                </c:pt>
                <c:pt idx="391">
                  <c:v>41117</c:v>
                </c:pt>
                <c:pt idx="392">
                  <c:v>41120</c:v>
                </c:pt>
                <c:pt idx="393">
                  <c:v>41121</c:v>
                </c:pt>
                <c:pt idx="394">
                  <c:v>41122</c:v>
                </c:pt>
                <c:pt idx="395">
                  <c:v>41123</c:v>
                </c:pt>
                <c:pt idx="396">
                  <c:v>41124</c:v>
                </c:pt>
                <c:pt idx="397">
                  <c:v>41127</c:v>
                </c:pt>
                <c:pt idx="398">
                  <c:v>41128</c:v>
                </c:pt>
                <c:pt idx="399">
                  <c:v>41129</c:v>
                </c:pt>
                <c:pt idx="400">
                  <c:v>41130</c:v>
                </c:pt>
                <c:pt idx="401">
                  <c:v>41131</c:v>
                </c:pt>
                <c:pt idx="402">
                  <c:v>41134</c:v>
                </c:pt>
                <c:pt idx="403">
                  <c:v>41135</c:v>
                </c:pt>
                <c:pt idx="404">
                  <c:v>41137</c:v>
                </c:pt>
                <c:pt idx="405">
                  <c:v>41138</c:v>
                </c:pt>
                <c:pt idx="406">
                  <c:v>41141</c:v>
                </c:pt>
                <c:pt idx="407">
                  <c:v>41142</c:v>
                </c:pt>
                <c:pt idx="408">
                  <c:v>41143</c:v>
                </c:pt>
                <c:pt idx="409">
                  <c:v>41144</c:v>
                </c:pt>
                <c:pt idx="410">
                  <c:v>41145</c:v>
                </c:pt>
                <c:pt idx="411">
                  <c:v>41148</c:v>
                </c:pt>
                <c:pt idx="412">
                  <c:v>41149</c:v>
                </c:pt>
                <c:pt idx="413">
                  <c:v>41150</c:v>
                </c:pt>
                <c:pt idx="414">
                  <c:v>41151</c:v>
                </c:pt>
                <c:pt idx="415">
                  <c:v>41152</c:v>
                </c:pt>
                <c:pt idx="416">
                  <c:v>41155</c:v>
                </c:pt>
                <c:pt idx="417">
                  <c:v>41156</c:v>
                </c:pt>
                <c:pt idx="418">
                  <c:v>41157</c:v>
                </c:pt>
                <c:pt idx="419">
                  <c:v>41158</c:v>
                </c:pt>
                <c:pt idx="420">
                  <c:v>41159</c:v>
                </c:pt>
                <c:pt idx="421">
                  <c:v>41162</c:v>
                </c:pt>
                <c:pt idx="422">
                  <c:v>41163</c:v>
                </c:pt>
                <c:pt idx="423">
                  <c:v>41164</c:v>
                </c:pt>
                <c:pt idx="424">
                  <c:v>41165</c:v>
                </c:pt>
                <c:pt idx="425">
                  <c:v>41166</c:v>
                </c:pt>
                <c:pt idx="426">
                  <c:v>41169</c:v>
                </c:pt>
                <c:pt idx="427">
                  <c:v>41170</c:v>
                </c:pt>
                <c:pt idx="428">
                  <c:v>41171</c:v>
                </c:pt>
                <c:pt idx="429">
                  <c:v>41172</c:v>
                </c:pt>
                <c:pt idx="430">
                  <c:v>41173</c:v>
                </c:pt>
                <c:pt idx="431">
                  <c:v>41176</c:v>
                </c:pt>
                <c:pt idx="432">
                  <c:v>41177</c:v>
                </c:pt>
                <c:pt idx="433">
                  <c:v>41178</c:v>
                </c:pt>
                <c:pt idx="434">
                  <c:v>41179</c:v>
                </c:pt>
                <c:pt idx="435">
                  <c:v>41180</c:v>
                </c:pt>
                <c:pt idx="436">
                  <c:v>41184</c:v>
                </c:pt>
                <c:pt idx="437">
                  <c:v>41186</c:v>
                </c:pt>
                <c:pt idx="438">
                  <c:v>41187</c:v>
                </c:pt>
                <c:pt idx="439">
                  <c:v>41190</c:v>
                </c:pt>
                <c:pt idx="440">
                  <c:v>41191</c:v>
                </c:pt>
                <c:pt idx="441">
                  <c:v>41192</c:v>
                </c:pt>
                <c:pt idx="442">
                  <c:v>41193</c:v>
                </c:pt>
                <c:pt idx="443">
                  <c:v>41194</c:v>
                </c:pt>
                <c:pt idx="444">
                  <c:v>41197</c:v>
                </c:pt>
                <c:pt idx="445">
                  <c:v>41198</c:v>
                </c:pt>
                <c:pt idx="446">
                  <c:v>41199</c:v>
                </c:pt>
                <c:pt idx="447">
                  <c:v>41200</c:v>
                </c:pt>
                <c:pt idx="448">
                  <c:v>41201</c:v>
                </c:pt>
                <c:pt idx="449">
                  <c:v>41204</c:v>
                </c:pt>
                <c:pt idx="450">
                  <c:v>41205</c:v>
                </c:pt>
                <c:pt idx="451">
                  <c:v>41206</c:v>
                </c:pt>
                <c:pt idx="452">
                  <c:v>41207</c:v>
                </c:pt>
                <c:pt idx="453">
                  <c:v>41208</c:v>
                </c:pt>
                <c:pt idx="454">
                  <c:v>41211</c:v>
                </c:pt>
                <c:pt idx="455">
                  <c:v>41212</c:v>
                </c:pt>
                <c:pt idx="456">
                  <c:v>41213</c:v>
                </c:pt>
                <c:pt idx="457">
                  <c:v>41214</c:v>
                </c:pt>
                <c:pt idx="458">
                  <c:v>41215</c:v>
                </c:pt>
                <c:pt idx="459">
                  <c:v>41218</c:v>
                </c:pt>
                <c:pt idx="460">
                  <c:v>41219</c:v>
                </c:pt>
                <c:pt idx="461">
                  <c:v>41220</c:v>
                </c:pt>
                <c:pt idx="462">
                  <c:v>41221</c:v>
                </c:pt>
                <c:pt idx="463">
                  <c:v>41222</c:v>
                </c:pt>
                <c:pt idx="464">
                  <c:v>41225</c:v>
                </c:pt>
                <c:pt idx="465">
                  <c:v>41226</c:v>
                </c:pt>
                <c:pt idx="466">
                  <c:v>41227</c:v>
                </c:pt>
                <c:pt idx="467">
                  <c:v>41228</c:v>
                </c:pt>
                <c:pt idx="468">
                  <c:v>41229</c:v>
                </c:pt>
                <c:pt idx="469">
                  <c:v>41232</c:v>
                </c:pt>
                <c:pt idx="470">
                  <c:v>41233</c:v>
                </c:pt>
                <c:pt idx="471">
                  <c:v>41234</c:v>
                </c:pt>
                <c:pt idx="472">
                  <c:v>41235</c:v>
                </c:pt>
                <c:pt idx="473">
                  <c:v>41236</c:v>
                </c:pt>
                <c:pt idx="474">
                  <c:v>41239</c:v>
                </c:pt>
                <c:pt idx="475">
                  <c:v>41240</c:v>
                </c:pt>
                <c:pt idx="476">
                  <c:v>41241</c:v>
                </c:pt>
                <c:pt idx="477">
                  <c:v>41242</c:v>
                </c:pt>
                <c:pt idx="478">
                  <c:v>41243</c:v>
                </c:pt>
                <c:pt idx="479">
                  <c:v>41246</c:v>
                </c:pt>
                <c:pt idx="480">
                  <c:v>41247</c:v>
                </c:pt>
                <c:pt idx="481">
                  <c:v>41248</c:v>
                </c:pt>
                <c:pt idx="482">
                  <c:v>41249</c:v>
                </c:pt>
                <c:pt idx="483">
                  <c:v>41250</c:v>
                </c:pt>
                <c:pt idx="484">
                  <c:v>41253</c:v>
                </c:pt>
                <c:pt idx="485">
                  <c:v>41254</c:v>
                </c:pt>
                <c:pt idx="486">
                  <c:v>41255</c:v>
                </c:pt>
                <c:pt idx="487">
                  <c:v>41256</c:v>
                </c:pt>
                <c:pt idx="488">
                  <c:v>41257</c:v>
                </c:pt>
                <c:pt idx="489">
                  <c:v>41260</c:v>
                </c:pt>
                <c:pt idx="490">
                  <c:v>41261</c:v>
                </c:pt>
                <c:pt idx="491">
                  <c:v>41263</c:v>
                </c:pt>
                <c:pt idx="492">
                  <c:v>41264</c:v>
                </c:pt>
                <c:pt idx="493">
                  <c:v>41267</c:v>
                </c:pt>
                <c:pt idx="494">
                  <c:v>41269</c:v>
                </c:pt>
                <c:pt idx="495">
                  <c:v>41270</c:v>
                </c:pt>
                <c:pt idx="496">
                  <c:v>41271</c:v>
                </c:pt>
                <c:pt idx="497">
                  <c:v>41276</c:v>
                </c:pt>
                <c:pt idx="498">
                  <c:v>41277</c:v>
                </c:pt>
                <c:pt idx="499">
                  <c:v>41278</c:v>
                </c:pt>
                <c:pt idx="500">
                  <c:v>41281</c:v>
                </c:pt>
                <c:pt idx="501">
                  <c:v>41282</c:v>
                </c:pt>
                <c:pt idx="502">
                  <c:v>41283</c:v>
                </c:pt>
                <c:pt idx="503">
                  <c:v>41284</c:v>
                </c:pt>
                <c:pt idx="504">
                  <c:v>41285</c:v>
                </c:pt>
                <c:pt idx="505">
                  <c:v>41288</c:v>
                </c:pt>
                <c:pt idx="506">
                  <c:v>41289</c:v>
                </c:pt>
                <c:pt idx="507">
                  <c:v>41290</c:v>
                </c:pt>
                <c:pt idx="508">
                  <c:v>41291</c:v>
                </c:pt>
                <c:pt idx="509">
                  <c:v>41292</c:v>
                </c:pt>
                <c:pt idx="510">
                  <c:v>41295</c:v>
                </c:pt>
                <c:pt idx="511">
                  <c:v>41296</c:v>
                </c:pt>
                <c:pt idx="512">
                  <c:v>41297</c:v>
                </c:pt>
                <c:pt idx="513">
                  <c:v>41298</c:v>
                </c:pt>
                <c:pt idx="514">
                  <c:v>41299</c:v>
                </c:pt>
                <c:pt idx="515">
                  <c:v>41302</c:v>
                </c:pt>
                <c:pt idx="516">
                  <c:v>41303</c:v>
                </c:pt>
                <c:pt idx="517">
                  <c:v>41304</c:v>
                </c:pt>
                <c:pt idx="518">
                  <c:v>41305</c:v>
                </c:pt>
                <c:pt idx="519">
                  <c:v>41306</c:v>
                </c:pt>
                <c:pt idx="520">
                  <c:v>41309</c:v>
                </c:pt>
                <c:pt idx="521">
                  <c:v>41310</c:v>
                </c:pt>
                <c:pt idx="522">
                  <c:v>41311</c:v>
                </c:pt>
                <c:pt idx="523">
                  <c:v>41312</c:v>
                </c:pt>
                <c:pt idx="524">
                  <c:v>41313</c:v>
                </c:pt>
                <c:pt idx="525">
                  <c:v>41317</c:v>
                </c:pt>
                <c:pt idx="526">
                  <c:v>41318</c:v>
                </c:pt>
                <c:pt idx="527">
                  <c:v>41319</c:v>
                </c:pt>
                <c:pt idx="528">
                  <c:v>41320</c:v>
                </c:pt>
                <c:pt idx="529">
                  <c:v>41323</c:v>
                </c:pt>
                <c:pt idx="530">
                  <c:v>41324</c:v>
                </c:pt>
                <c:pt idx="531">
                  <c:v>41325</c:v>
                </c:pt>
                <c:pt idx="532">
                  <c:v>41326</c:v>
                </c:pt>
                <c:pt idx="533">
                  <c:v>41327</c:v>
                </c:pt>
                <c:pt idx="534">
                  <c:v>41330</c:v>
                </c:pt>
                <c:pt idx="535">
                  <c:v>41331</c:v>
                </c:pt>
                <c:pt idx="536">
                  <c:v>41332</c:v>
                </c:pt>
                <c:pt idx="537">
                  <c:v>41333</c:v>
                </c:pt>
                <c:pt idx="538">
                  <c:v>41337</c:v>
                </c:pt>
                <c:pt idx="539">
                  <c:v>41338</c:v>
                </c:pt>
                <c:pt idx="540">
                  <c:v>41339</c:v>
                </c:pt>
                <c:pt idx="541">
                  <c:v>41340</c:v>
                </c:pt>
                <c:pt idx="542">
                  <c:v>41341</c:v>
                </c:pt>
                <c:pt idx="543">
                  <c:v>41344</c:v>
                </c:pt>
                <c:pt idx="544">
                  <c:v>41345</c:v>
                </c:pt>
                <c:pt idx="545">
                  <c:v>41346</c:v>
                </c:pt>
                <c:pt idx="546">
                  <c:v>41347</c:v>
                </c:pt>
                <c:pt idx="547">
                  <c:v>41348</c:v>
                </c:pt>
                <c:pt idx="548">
                  <c:v>41351</c:v>
                </c:pt>
                <c:pt idx="549">
                  <c:v>41352</c:v>
                </c:pt>
                <c:pt idx="550">
                  <c:v>41353</c:v>
                </c:pt>
                <c:pt idx="551">
                  <c:v>41354</c:v>
                </c:pt>
                <c:pt idx="552">
                  <c:v>41355</c:v>
                </c:pt>
                <c:pt idx="553">
                  <c:v>41358</c:v>
                </c:pt>
                <c:pt idx="554">
                  <c:v>41359</c:v>
                </c:pt>
                <c:pt idx="555">
                  <c:v>41360</c:v>
                </c:pt>
                <c:pt idx="556">
                  <c:v>41361</c:v>
                </c:pt>
                <c:pt idx="557">
                  <c:v>41362</c:v>
                </c:pt>
                <c:pt idx="558">
                  <c:v>41365</c:v>
                </c:pt>
                <c:pt idx="559">
                  <c:v>41366</c:v>
                </c:pt>
                <c:pt idx="560">
                  <c:v>41367</c:v>
                </c:pt>
                <c:pt idx="561">
                  <c:v>41368</c:v>
                </c:pt>
                <c:pt idx="562">
                  <c:v>41369</c:v>
                </c:pt>
                <c:pt idx="563">
                  <c:v>41372</c:v>
                </c:pt>
                <c:pt idx="564">
                  <c:v>41373</c:v>
                </c:pt>
                <c:pt idx="565">
                  <c:v>41374</c:v>
                </c:pt>
                <c:pt idx="566">
                  <c:v>41375</c:v>
                </c:pt>
                <c:pt idx="567">
                  <c:v>41376</c:v>
                </c:pt>
                <c:pt idx="568">
                  <c:v>41379</c:v>
                </c:pt>
                <c:pt idx="569">
                  <c:v>41380</c:v>
                </c:pt>
                <c:pt idx="570">
                  <c:v>41381</c:v>
                </c:pt>
                <c:pt idx="571">
                  <c:v>41382</c:v>
                </c:pt>
                <c:pt idx="572">
                  <c:v>41383</c:v>
                </c:pt>
                <c:pt idx="573">
                  <c:v>41386</c:v>
                </c:pt>
                <c:pt idx="574">
                  <c:v>41387</c:v>
                </c:pt>
                <c:pt idx="575">
                  <c:v>41388</c:v>
                </c:pt>
                <c:pt idx="576">
                  <c:v>41389</c:v>
                </c:pt>
                <c:pt idx="577">
                  <c:v>41390</c:v>
                </c:pt>
                <c:pt idx="578">
                  <c:v>41393</c:v>
                </c:pt>
                <c:pt idx="579">
                  <c:v>41394</c:v>
                </c:pt>
                <c:pt idx="580">
                  <c:v>41396</c:v>
                </c:pt>
                <c:pt idx="581">
                  <c:v>41397</c:v>
                </c:pt>
                <c:pt idx="582">
                  <c:v>41400</c:v>
                </c:pt>
                <c:pt idx="583">
                  <c:v>41401</c:v>
                </c:pt>
                <c:pt idx="584">
                  <c:v>41402</c:v>
                </c:pt>
                <c:pt idx="585">
                  <c:v>41403</c:v>
                </c:pt>
                <c:pt idx="586">
                  <c:v>41404</c:v>
                </c:pt>
                <c:pt idx="587">
                  <c:v>41407</c:v>
                </c:pt>
                <c:pt idx="588">
                  <c:v>41408</c:v>
                </c:pt>
                <c:pt idx="589">
                  <c:v>41409</c:v>
                </c:pt>
                <c:pt idx="590">
                  <c:v>41410</c:v>
                </c:pt>
                <c:pt idx="591">
                  <c:v>41414</c:v>
                </c:pt>
                <c:pt idx="592">
                  <c:v>41415</c:v>
                </c:pt>
                <c:pt idx="593">
                  <c:v>41416</c:v>
                </c:pt>
                <c:pt idx="594">
                  <c:v>41417</c:v>
                </c:pt>
                <c:pt idx="595">
                  <c:v>41418</c:v>
                </c:pt>
                <c:pt idx="596">
                  <c:v>41421</c:v>
                </c:pt>
                <c:pt idx="597">
                  <c:v>41422</c:v>
                </c:pt>
                <c:pt idx="598">
                  <c:v>41423</c:v>
                </c:pt>
                <c:pt idx="599">
                  <c:v>41424</c:v>
                </c:pt>
                <c:pt idx="600">
                  <c:v>41425</c:v>
                </c:pt>
                <c:pt idx="601">
                  <c:v>41428</c:v>
                </c:pt>
                <c:pt idx="602">
                  <c:v>41429</c:v>
                </c:pt>
                <c:pt idx="603">
                  <c:v>41430</c:v>
                </c:pt>
                <c:pt idx="604">
                  <c:v>41432</c:v>
                </c:pt>
                <c:pt idx="605">
                  <c:v>41435</c:v>
                </c:pt>
                <c:pt idx="606">
                  <c:v>41436</c:v>
                </c:pt>
                <c:pt idx="607">
                  <c:v>41437</c:v>
                </c:pt>
                <c:pt idx="608">
                  <c:v>41438</c:v>
                </c:pt>
                <c:pt idx="609">
                  <c:v>41439</c:v>
                </c:pt>
                <c:pt idx="610">
                  <c:v>41442</c:v>
                </c:pt>
                <c:pt idx="611">
                  <c:v>41443</c:v>
                </c:pt>
                <c:pt idx="612">
                  <c:v>41444</c:v>
                </c:pt>
                <c:pt idx="613">
                  <c:v>41445</c:v>
                </c:pt>
                <c:pt idx="614">
                  <c:v>41446</c:v>
                </c:pt>
                <c:pt idx="615">
                  <c:v>41449</c:v>
                </c:pt>
                <c:pt idx="616">
                  <c:v>41450</c:v>
                </c:pt>
                <c:pt idx="617">
                  <c:v>41451</c:v>
                </c:pt>
                <c:pt idx="618">
                  <c:v>41452</c:v>
                </c:pt>
                <c:pt idx="619">
                  <c:v>41453</c:v>
                </c:pt>
                <c:pt idx="620">
                  <c:v>41456</c:v>
                </c:pt>
                <c:pt idx="621">
                  <c:v>41457</c:v>
                </c:pt>
                <c:pt idx="622">
                  <c:v>41458</c:v>
                </c:pt>
                <c:pt idx="623">
                  <c:v>41459</c:v>
                </c:pt>
                <c:pt idx="624">
                  <c:v>41460</c:v>
                </c:pt>
                <c:pt idx="625">
                  <c:v>41463</c:v>
                </c:pt>
                <c:pt idx="626">
                  <c:v>41464</c:v>
                </c:pt>
                <c:pt idx="627">
                  <c:v>41465</c:v>
                </c:pt>
                <c:pt idx="628">
                  <c:v>41466</c:v>
                </c:pt>
                <c:pt idx="629">
                  <c:v>41467</c:v>
                </c:pt>
                <c:pt idx="630">
                  <c:v>41470</c:v>
                </c:pt>
                <c:pt idx="631">
                  <c:v>41471</c:v>
                </c:pt>
                <c:pt idx="632">
                  <c:v>41472</c:v>
                </c:pt>
                <c:pt idx="633">
                  <c:v>41473</c:v>
                </c:pt>
                <c:pt idx="634">
                  <c:v>41474</c:v>
                </c:pt>
                <c:pt idx="635">
                  <c:v>41477</c:v>
                </c:pt>
                <c:pt idx="636">
                  <c:v>41478</c:v>
                </c:pt>
                <c:pt idx="637">
                  <c:v>41479</c:v>
                </c:pt>
                <c:pt idx="638">
                  <c:v>41480</c:v>
                </c:pt>
                <c:pt idx="639">
                  <c:v>41481</c:v>
                </c:pt>
                <c:pt idx="640">
                  <c:v>41484</c:v>
                </c:pt>
                <c:pt idx="641">
                  <c:v>41485</c:v>
                </c:pt>
                <c:pt idx="642">
                  <c:v>41486</c:v>
                </c:pt>
                <c:pt idx="643">
                  <c:v>41487</c:v>
                </c:pt>
                <c:pt idx="644">
                  <c:v>41488</c:v>
                </c:pt>
                <c:pt idx="645">
                  <c:v>41491</c:v>
                </c:pt>
                <c:pt idx="646">
                  <c:v>41492</c:v>
                </c:pt>
                <c:pt idx="647">
                  <c:v>41493</c:v>
                </c:pt>
                <c:pt idx="648">
                  <c:v>41494</c:v>
                </c:pt>
                <c:pt idx="649">
                  <c:v>41495</c:v>
                </c:pt>
                <c:pt idx="650">
                  <c:v>41498</c:v>
                </c:pt>
                <c:pt idx="651">
                  <c:v>41499</c:v>
                </c:pt>
                <c:pt idx="652">
                  <c:v>41500</c:v>
                </c:pt>
                <c:pt idx="653">
                  <c:v>41502</c:v>
                </c:pt>
                <c:pt idx="654">
                  <c:v>41505</c:v>
                </c:pt>
                <c:pt idx="655">
                  <c:v>41506</c:v>
                </c:pt>
                <c:pt idx="656">
                  <c:v>41507</c:v>
                </c:pt>
                <c:pt idx="657">
                  <c:v>41508</c:v>
                </c:pt>
                <c:pt idx="658">
                  <c:v>41509</c:v>
                </c:pt>
                <c:pt idx="659">
                  <c:v>41512</c:v>
                </c:pt>
                <c:pt idx="660">
                  <c:v>41513</c:v>
                </c:pt>
                <c:pt idx="661">
                  <c:v>41514</c:v>
                </c:pt>
                <c:pt idx="662">
                  <c:v>41515</c:v>
                </c:pt>
                <c:pt idx="663">
                  <c:v>41516</c:v>
                </c:pt>
                <c:pt idx="664">
                  <c:v>41519</c:v>
                </c:pt>
                <c:pt idx="665">
                  <c:v>41520</c:v>
                </c:pt>
                <c:pt idx="666">
                  <c:v>41521</c:v>
                </c:pt>
                <c:pt idx="667">
                  <c:v>41522</c:v>
                </c:pt>
                <c:pt idx="668">
                  <c:v>41523</c:v>
                </c:pt>
                <c:pt idx="669">
                  <c:v>41526</c:v>
                </c:pt>
                <c:pt idx="670">
                  <c:v>41527</c:v>
                </c:pt>
                <c:pt idx="671">
                  <c:v>41528</c:v>
                </c:pt>
                <c:pt idx="672">
                  <c:v>41529</c:v>
                </c:pt>
                <c:pt idx="673">
                  <c:v>41530</c:v>
                </c:pt>
                <c:pt idx="674">
                  <c:v>41533</c:v>
                </c:pt>
                <c:pt idx="675">
                  <c:v>41534</c:v>
                </c:pt>
                <c:pt idx="676">
                  <c:v>41540</c:v>
                </c:pt>
                <c:pt idx="677">
                  <c:v>41541</c:v>
                </c:pt>
                <c:pt idx="678">
                  <c:v>41542</c:v>
                </c:pt>
                <c:pt idx="679">
                  <c:v>41543</c:v>
                </c:pt>
                <c:pt idx="680">
                  <c:v>41544</c:v>
                </c:pt>
                <c:pt idx="681">
                  <c:v>41547</c:v>
                </c:pt>
                <c:pt idx="682">
                  <c:v>41548</c:v>
                </c:pt>
                <c:pt idx="683">
                  <c:v>41549</c:v>
                </c:pt>
                <c:pt idx="684">
                  <c:v>41551</c:v>
                </c:pt>
                <c:pt idx="685">
                  <c:v>41554</c:v>
                </c:pt>
                <c:pt idx="686">
                  <c:v>41555</c:v>
                </c:pt>
                <c:pt idx="687">
                  <c:v>41557</c:v>
                </c:pt>
                <c:pt idx="688">
                  <c:v>41558</c:v>
                </c:pt>
                <c:pt idx="689">
                  <c:v>41561</c:v>
                </c:pt>
                <c:pt idx="690">
                  <c:v>41562</c:v>
                </c:pt>
                <c:pt idx="691">
                  <c:v>41563</c:v>
                </c:pt>
                <c:pt idx="692">
                  <c:v>41564</c:v>
                </c:pt>
                <c:pt idx="693">
                  <c:v>41565</c:v>
                </c:pt>
                <c:pt idx="694">
                  <c:v>41568</c:v>
                </c:pt>
                <c:pt idx="695">
                  <c:v>41569</c:v>
                </c:pt>
                <c:pt idx="696">
                  <c:v>41570</c:v>
                </c:pt>
                <c:pt idx="697">
                  <c:v>41571</c:v>
                </c:pt>
                <c:pt idx="698">
                  <c:v>41572</c:v>
                </c:pt>
                <c:pt idx="699">
                  <c:v>41575</c:v>
                </c:pt>
                <c:pt idx="700">
                  <c:v>41576</c:v>
                </c:pt>
                <c:pt idx="701">
                  <c:v>41577</c:v>
                </c:pt>
                <c:pt idx="702">
                  <c:v>41578</c:v>
                </c:pt>
                <c:pt idx="703">
                  <c:v>41579</c:v>
                </c:pt>
                <c:pt idx="704">
                  <c:v>41582</c:v>
                </c:pt>
                <c:pt idx="705">
                  <c:v>41583</c:v>
                </c:pt>
                <c:pt idx="706">
                  <c:v>41584</c:v>
                </c:pt>
                <c:pt idx="707">
                  <c:v>41585</c:v>
                </c:pt>
                <c:pt idx="708">
                  <c:v>41586</c:v>
                </c:pt>
                <c:pt idx="709">
                  <c:v>41589</c:v>
                </c:pt>
                <c:pt idx="710">
                  <c:v>41590</c:v>
                </c:pt>
                <c:pt idx="711">
                  <c:v>41591</c:v>
                </c:pt>
                <c:pt idx="712">
                  <c:v>41592</c:v>
                </c:pt>
                <c:pt idx="713">
                  <c:v>41593</c:v>
                </c:pt>
                <c:pt idx="714">
                  <c:v>41596</c:v>
                </c:pt>
                <c:pt idx="715">
                  <c:v>41597</c:v>
                </c:pt>
                <c:pt idx="716">
                  <c:v>41598</c:v>
                </c:pt>
                <c:pt idx="717">
                  <c:v>41599</c:v>
                </c:pt>
                <c:pt idx="718">
                  <c:v>41600</c:v>
                </c:pt>
                <c:pt idx="719">
                  <c:v>41603</c:v>
                </c:pt>
                <c:pt idx="720">
                  <c:v>41604</c:v>
                </c:pt>
                <c:pt idx="721">
                  <c:v>41605</c:v>
                </c:pt>
                <c:pt idx="722">
                  <c:v>41606</c:v>
                </c:pt>
                <c:pt idx="723">
                  <c:v>41607</c:v>
                </c:pt>
                <c:pt idx="724">
                  <c:v>41610</c:v>
                </c:pt>
                <c:pt idx="725">
                  <c:v>41611</c:v>
                </c:pt>
                <c:pt idx="726">
                  <c:v>41612</c:v>
                </c:pt>
                <c:pt idx="727">
                  <c:v>41613</c:v>
                </c:pt>
                <c:pt idx="728">
                  <c:v>41614</c:v>
                </c:pt>
                <c:pt idx="729">
                  <c:v>41617</c:v>
                </c:pt>
                <c:pt idx="730">
                  <c:v>41618</c:v>
                </c:pt>
                <c:pt idx="731">
                  <c:v>41619</c:v>
                </c:pt>
                <c:pt idx="732">
                  <c:v>41620</c:v>
                </c:pt>
                <c:pt idx="733">
                  <c:v>41621</c:v>
                </c:pt>
                <c:pt idx="734">
                  <c:v>41624</c:v>
                </c:pt>
                <c:pt idx="735">
                  <c:v>41625</c:v>
                </c:pt>
                <c:pt idx="736">
                  <c:v>41626</c:v>
                </c:pt>
                <c:pt idx="737">
                  <c:v>41627</c:v>
                </c:pt>
                <c:pt idx="738">
                  <c:v>41628</c:v>
                </c:pt>
                <c:pt idx="739">
                  <c:v>41631</c:v>
                </c:pt>
                <c:pt idx="740">
                  <c:v>41632</c:v>
                </c:pt>
                <c:pt idx="741">
                  <c:v>41634</c:v>
                </c:pt>
                <c:pt idx="742">
                  <c:v>41635</c:v>
                </c:pt>
                <c:pt idx="743">
                  <c:v>41638</c:v>
                </c:pt>
                <c:pt idx="744">
                  <c:v>41641</c:v>
                </c:pt>
                <c:pt idx="745">
                  <c:v>41642</c:v>
                </c:pt>
                <c:pt idx="746">
                  <c:v>41645</c:v>
                </c:pt>
                <c:pt idx="747">
                  <c:v>41646</c:v>
                </c:pt>
                <c:pt idx="748">
                  <c:v>41647</c:v>
                </c:pt>
                <c:pt idx="749">
                  <c:v>41648</c:v>
                </c:pt>
                <c:pt idx="750">
                  <c:v>41649</c:v>
                </c:pt>
                <c:pt idx="751">
                  <c:v>41652</c:v>
                </c:pt>
                <c:pt idx="752">
                  <c:v>41653</c:v>
                </c:pt>
                <c:pt idx="753">
                  <c:v>41654</c:v>
                </c:pt>
                <c:pt idx="754">
                  <c:v>41655</c:v>
                </c:pt>
                <c:pt idx="755">
                  <c:v>41656</c:v>
                </c:pt>
                <c:pt idx="756">
                  <c:v>41659</c:v>
                </c:pt>
                <c:pt idx="757">
                  <c:v>41660</c:v>
                </c:pt>
                <c:pt idx="758">
                  <c:v>41661</c:v>
                </c:pt>
                <c:pt idx="759">
                  <c:v>41662</c:v>
                </c:pt>
                <c:pt idx="760">
                  <c:v>41663</c:v>
                </c:pt>
                <c:pt idx="761">
                  <c:v>41666</c:v>
                </c:pt>
                <c:pt idx="762">
                  <c:v>41667</c:v>
                </c:pt>
                <c:pt idx="763">
                  <c:v>41668</c:v>
                </c:pt>
                <c:pt idx="764">
                  <c:v>41673</c:v>
                </c:pt>
                <c:pt idx="765">
                  <c:v>41674</c:v>
                </c:pt>
                <c:pt idx="766">
                  <c:v>41675</c:v>
                </c:pt>
                <c:pt idx="767">
                  <c:v>41676</c:v>
                </c:pt>
                <c:pt idx="768">
                  <c:v>41677</c:v>
                </c:pt>
                <c:pt idx="769">
                  <c:v>41680</c:v>
                </c:pt>
                <c:pt idx="770">
                  <c:v>41681</c:v>
                </c:pt>
                <c:pt idx="771">
                  <c:v>41682</c:v>
                </c:pt>
                <c:pt idx="772">
                  <c:v>41683</c:v>
                </c:pt>
                <c:pt idx="773">
                  <c:v>41684</c:v>
                </c:pt>
                <c:pt idx="774">
                  <c:v>41687</c:v>
                </c:pt>
                <c:pt idx="775">
                  <c:v>41688</c:v>
                </c:pt>
                <c:pt idx="776">
                  <c:v>41689</c:v>
                </c:pt>
                <c:pt idx="777">
                  <c:v>41690</c:v>
                </c:pt>
                <c:pt idx="778">
                  <c:v>41691</c:v>
                </c:pt>
                <c:pt idx="779">
                  <c:v>41694</c:v>
                </c:pt>
                <c:pt idx="780">
                  <c:v>41695</c:v>
                </c:pt>
                <c:pt idx="781">
                  <c:v>41696</c:v>
                </c:pt>
                <c:pt idx="782">
                  <c:v>41697</c:v>
                </c:pt>
                <c:pt idx="783">
                  <c:v>41698</c:v>
                </c:pt>
                <c:pt idx="784">
                  <c:v>41701</c:v>
                </c:pt>
                <c:pt idx="785">
                  <c:v>41702</c:v>
                </c:pt>
                <c:pt idx="786">
                  <c:v>41703</c:v>
                </c:pt>
                <c:pt idx="787">
                  <c:v>41704</c:v>
                </c:pt>
                <c:pt idx="788">
                  <c:v>41705</c:v>
                </c:pt>
                <c:pt idx="789">
                  <c:v>41708</c:v>
                </c:pt>
                <c:pt idx="790">
                  <c:v>41709</c:v>
                </c:pt>
                <c:pt idx="791">
                  <c:v>41710</c:v>
                </c:pt>
                <c:pt idx="792">
                  <c:v>41711</c:v>
                </c:pt>
                <c:pt idx="793">
                  <c:v>41712</c:v>
                </c:pt>
                <c:pt idx="794">
                  <c:v>41715</c:v>
                </c:pt>
                <c:pt idx="795">
                  <c:v>41716</c:v>
                </c:pt>
                <c:pt idx="796">
                  <c:v>41717</c:v>
                </c:pt>
                <c:pt idx="797">
                  <c:v>41718</c:v>
                </c:pt>
                <c:pt idx="798">
                  <c:v>41719</c:v>
                </c:pt>
                <c:pt idx="799">
                  <c:v>41722</c:v>
                </c:pt>
                <c:pt idx="800">
                  <c:v>41723</c:v>
                </c:pt>
                <c:pt idx="801">
                  <c:v>41724</c:v>
                </c:pt>
                <c:pt idx="802">
                  <c:v>41725</c:v>
                </c:pt>
                <c:pt idx="803">
                  <c:v>41726</c:v>
                </c:pt>
                <c:pt idx="804">
                  <c:v>41729</c:v>
                </c:pt>
                <c:pt idx="805">
                  <c:v>41730</c:v>
                </c:pt>
                <c:pt idx="806">
                  <c:v>41731</c:v>
                </c:pt>
                <c:pt idx="807">
                  <c:v>41732</c:v>
                </c:pt>
                <c:pt idx="808">
                  <c:v>41733</c:v>
                </c:pt>
                <c:pt idx="809">
                  <c:v>41736</c:v>
                </c:pt>
                <c:pt idx="810">
                  <c:v>41737</c:v>
                </c:pt>
                <c:pt idx="811">
                  <c:v>41738</c:v>
                </c:pt>
                <c:pt idx="812">
                  <c:v>41739</c:v>
                </c:pt>
                <c:pt idx="813">
                  <c:v>41740</c:v>
                </c:pt>
                <c:pt idx="814">
                  <c:v>41743</c:v>
                </c:pt>
                <c:pt idx="815">
                  <c:v>41744</c:v>
                </c:pt>
                <c:pt idx="816">
                  <c:v>41745</c:v>
                </c:pt>
                <c:pt idx="817">
                  <c:v>41746</c:v>
                </c:pt>
                <c:pt idx="818">
                  <c:v>41747</c:v>
                </c:pt>
                <c:pt idx="819">
                  <c:v>41750</c:v>
                </c:pt>
                <c:pt idx="820">
                  <c:v>41751</c:v>
                </c:pt>
                <c:pt idx="821">
                  <c:v>41752</c:v>
                </c:pt>
                <c:pt idx="822">
                  <c:v>41753</c:v>
                </c:pt>
                <c:pt idx="823">
                  <c:v>41754</c:v>
                </c:pt>
                <c:pt idx="824">
                  <c:v>41757</c:v>
                </c:pt>
                <c:pt idx="825">
                  <c:v>41758</c:v>
                </c:pt>
                <c:pt idx="826">
                  <c:v>41759</c:v>
                </c:pt>
                <c:pt idx="827">
                  <c:v>41761</c:v>
                </c:pt>
                <c:pt idx="828">
                  <c:v>41766</c:v>
                </c:pt>
                <c:pt idx="829">
                  <c:v>41767</c:v>
                </c:pt>
                <c:pt idx="830">
                  <c:v>41768</c:v>
                </c:pt>
                <c:pt idx="831">
                  <c:v>41771</c:v>
                </c:pt>
                <c:pt idx="832">
                  <c:v>41772</c:v>
                </c:pt>
                <c:pt idx="833">
                  <c:v>41773</c:v>
                </c:pt>
                <c:pt idx="834">
                  <c:v>41774</c:v>
                </c:pt>
                <c:pt idx="835">
                  <c:v>41775</c:v>
                </c:pt>
                <c:pt idx="836">
                  <c:v>41778</c:v>
                </c:pt>
                <c:pt idx="837">
                  <c:v>41779</c:v>
                </c:pt>
                <c:pt idx="838">
                  <c:v>41780</c:v>
                </c:pt>
                <c:pt idx="839">
                  <c:v>41781</c:v>
                </c:pt>
                <c:pt idx="840">
                  <c:v>41782</c:v>
                </c:pt>
                <c:pt idx="841">
                  <c:v>41785</c:v>
                </c:pt>
                <c:pt idx="842">
                  <c:v>41786</c:v>
                </c:pt>
                <c:pt idx="843">
                  <c:v>41787</c:v>
                </c:pt>
                <c:pt idx="844">
                  <c:v>41788</c:v>
                </c:pt>
                <c:pt idx="845">
                  <c:v>41789</c:v>
                </c:pt>
                <c:pt idx="846">
                  <c:v>41792</c:v>
                </c:pt>
                <c:pt idx="847">
                  <c:v>41793</c:v>
                </c:pt>
                <c:pt idx="848">
                  <c:v>41795</c:v>
                </c:pt>
                <c:pt idx="849">
                  <c:v>41799</c:v>
                </c:pt>
                <c:pt idx="850">
                  <c:v>41800</c:v>
                </c:pt>
                <c:pt idx="851">
                  <c:v>41801</c:v>
                </c:pt>
                <c:pt idx="852">
                  <c:v>41802</c:v>
                </c:pt>
                <c:pt idx="853">
                  <c:v>41803</c:v>
                </c:pt>
                <c:pt idx="854">
                  <c:v>41806</c:v>
                </c:pt>
                <c:pt idx="855">
                  <c:v>41807</c:v>
                </c:pt>
                <c:pt idx="856">
                  <c:v>41808</c:v>
                </c:pt>
                <c:pt idx="857">
                  <c:v>41809</c:v>
                </c:pt>
                <c:pt idx="858">
                  <c:v>41810</c:v>
                </c:pt>
                <c:pt idx="859">
                  <c:v>41813</c:v>
                </c:pt>
                <c:pt idx="860">
                  <c:v>41814</c:v>
                </c:pt>
                <c:pt idx="861">
                  <c:v>41815</c:v>
                </c:pt>
                <c:pt idx="862">
                  <c:v>41816</c:v>
                </c:pt>
                <c:pt idx="863">
                  <c:v>41817</c:v>
                </c:pt>
                <c:pt idx="864">
                  <c:v>41820</c:v>
                </c:pt>
                <c:pt idx="865">
                  <c:v>41821</c:v>
                </c:pt>
                <c:pt idx="866">
                  <c:v>41822</c:v>
                </c:pt>
                <c:pt idx="867">
                  <c:v>41823</c:v>
                </c:pt>
                <c:pt idx="868">
                  <c:v>41824</c:v>
                </c:pt>
                <c:pt idx="869">
                  <c:v>41827</c:v>
                </c:pt>
                <c:pt idx="870">
                  <c:v>41828</c:v>
                </c:pt>
                <c:pt idx="871">
                  <c:v>41829</c:v>
                </c:pt>
                <c:pt idx="872">
                  <c:v>41830</c:v>
                </c:pt>
                <c:pt idx="873">
                  <c:v>41831</c:v>
                </c:pt>
                <c:pt idx="874">
                  <c:v>41834</c:v>
                </c:pt>
                <c:pt idx="875">
                  <c:v>41835</c:v>
                </c:pt>
                <c:pt idx="876">
                  <c:v>41836</c:v>
                </c:pt>
                <c:pt idx="877">
                  <c:v>41837</c:v>
                </c:pt>
                <c:pt idx="878">
                  <c:v>41838</c:v>
                </c:pt>
                <c:pt idx="879">
                  <c:v>41841</c:v>
                </c:pt>
                <c:pt idx="880">
                  <c:v>41842</c:v>
                </c:pt>
                <c:pt idx="881">
                  <c:v>41843</c:v>
                </c:pt>
                <c:pt idx="882">
                  <c:v>41844</c:v>
                </c:pt>
                <c:pt idx="883">
                  <c:v>41845</c:v>
                </c:pt>
                <c:pt idx="884">
                  <c:v>41848</c:v>
                </c:pt>
                <c:pt idx="885">
                  <c:v>41849</c:v>
                </c:pt>
                <c:pt idx="886">
                  <c:v>41850</c:v>
                </c:pt>
                <c:pt idx="887">
                  <c:v>41851</c:v>
                </c:pt>
                <c:pt idx="888">
                  <c:v>41852</c:v>
                </c:pt>
                <c:pt idx="889">
                  <c:v>41855</c:v>
                </c:pt>
                <c:pt idx="890">
                  <c:v>41856</c:v>
                </c:pt>
                <c:pt idx="891">
                  <c:v>41857</c:v>
                </c:pt>
                <c:pt idx="892">
                  <c:v>41858</c:v>
                </c:pt>
                <c:pt idx="893">
                  <c:v>41859</c:v>
                </c:pt>
                <c:pt idx="894">
                  <c:v>41862</c:v>
                </c:pt>
                <c:pt idx="895">
                  <c:v>41863</c:v>
                </c:pt>
                <c:pt idx="896">
                  <c:v>41864</c:v>
                </c:pt>
                <c:pt idx="897">
                  <c:v>41865</c:v>
                </c:pt>
                <c:pt idx="898">
                  <c:v>41869</c:v>
                </c:pt>
                <c:pt idx="899">
                  <c:v>41870</c:v>
                </c:pt>
                <c:pt idx="900">
                  <c:v>41871</c:v>
                </c:pt>
                <c:pt idx="901">
                  <c:v>41872</c:v>
                </c:pt>
                <c:pt idx="902">
                  <c:v>41873</c:v>
                </c:pt>
                <c:pt idx="903">
                  <c:v>41876</c:v>
                </c:pt>
                <c:pt idx="904">
                  <c:v>41877</c:v>
                </c:pt>
                <c:pt idx="905">
                  <c:v>41878</c:v>
                </c:pt>
                <c:pt idx="906">
                  <c:v>41879</c:v>
                </c:pt>
                <c:pt idx="907">
                  <c:v>41880</c:v>
                </c:pt>
                <c:pt idx="908">
                  <c:v>41883</c:v>
                </c:pt>
                <c:pt idx="909">
                  <c:v>41884</c:v>
                </c:pt>
                <c:pt idx="910">
                  <c:v>41885</c:v>
                </c:pt>
                <c:pt idx="911">
                  <c:v>41886</c:v>
                </c:pt>
                <c:pt idx="912">
                  <c:v>41887</c:v>
                </c:pt>
                <c:pt idx="913">
                  <c:v>41893</c:v>
                </c:pt>
                <c:pt idx="914">
                  <c:v>41894</c:v>
                </c:pt>
                <c:pt idx="915">
                  <c:v>41897</c:v>
                </c:pt>
                <c:pt idx="916">
                  <c:v>41898</c:v>
                </c:pt>
                <c:pt idx="917">
                  <c:v>41899</c:v>
                </c:pt>
                <c:pt idx="918">
                  <c:v>41900</c:v>
                </c:pt>
                <c:pt idx="919">
                  <c:v>41901</c:v>
                </c:pt>
                <c:pt idx="920">
                  <c:v>41904</c:v>
                </c:pt>
                <c:pt idx="921">
                  <c:v>41905</c:v>
                </c:pt>
                <c:pt idx="922">
                  <c:v>41906</c:v>
                </c:pt>
                <c:pt idx="923">
                  <c:v>41907</c:v>
                </c:pt>
                <c:pt idx="924">
                  <c:v>41908</c:v>
                </c:pt>
                <c:pt idx="925">
                  <c:v>41911</c:v>
                </c:pt>
                <c:pt idx="926">
                  <c:v>41912</c:v>
                </c:pt>
                <c:pt idx="927">
                  <c:v>41913</c:v>
                </c:pt>
                <c:pt idx="928">
                  <c:v>41914</c:v>
                </c:pt>
                <c:pt idx="929">
                  <c:v>41918</c:v>
                </c:pt>
                <c:pt idx="930">
                  <c:v>41919</c:v>
                </c:pt>
                <c:pt idx="931">
                  <c:v>41920</c:v>
                </c:pt>
                <c:pt idx="932">
                  <c:v>41922</c:v>
                </c:pt>
                <c:pt idx="933">
                  <c:v>41925</c:v>
                </c:pt>
                <c:pt idx="934">
                  <c:v>41926</c:v>
                </c:pt>
                <c:pt idx="935">
                  <c:v>41927</c:v>
                </c:pt>
                <c:pt idx="936">
                  <c:v>41928</c:v>
                </c:pt>
                <c:pt idx="937">
                  <c:v>41929</c:v>
                </c:pt>
                <c:pt idx="938">
                  <c:v>41932</c:v>
                </c:pt>
                <c:pt idx="939">
                  <c:v>41933</c:v>
                </c:pt>
                <c:pt idx="940">
                  <c:v>41934</c:v>
                </c:pt>
                <c:pt idx="941">
                  <c:v>41935</c:v>
                </c:pt>
                <c:pt idx="942">
                  <c:v>41936</c:v>
                </c:pt>
                <c:pt idx="943">
                  <c:v>41939</c:v>
                </c:pt>
                <c:pt idx="944">
                  <c:v>41940</c:v>
                </c:pt>
                <c:pt idx="945">
                  <c:v>41941</c:v>
                </c:pt>
                <c:pt idx="946">
                  <c:v>41942</c:v>
                </c:pt>
                <c:pt idx="947">
                  <c:v>41943</c:v>
                </c:pt>
                <c:pt idx="948">
                  <c:v>41946</c:v>
                </c:pt>
                <c:pt idx="949">
                  <c:v>41947</c:v>
                </c:pt>
                <c:pt idx="950">
                  <c:v>41948</c:v>
                </c:pt>
                <c:pt idx="951">
                  <c:v>41949</c:v>
                </c:pt>
                <c:pt idx="952">
                  <c:v>41950</c:v>
                </c:pt>
                <c:pt idx="953">
                  <c:v>41953</c:v>
                </c:pt>
                <c:pt idx="954">
                  <c:v>41954</c:v>
                </c:pt>
                <c:pt idx="955">
                  <c:v>41955</c:v>
                </c:pt>
                <c:pt idx="956">
                  <c:v>41956</c:v>
                </c:pt>
                <c:pt idx="957">
                  <c:v>41957</c:v>
                </c:pt>
                <c:pt idx="958">
                  <c:v>41960</c:v>
                </c:pt>
                <c:pt idx="959">
                  <c:v>41961</c:v>
                </c:pt>
                <c:pt idx="960">
                  <c:v>41962</c:v>
                </c:pt>
                <c:pt idx="961">
                  <c:v>41963</c:v>
                </c:pt>
                <c:pt idx="962">
                  <c:v>41964</c:v>
                </c:pt>
                <c:pt idx="963">
                  <c:v>41967</c:v>
                </c:pt>
                <c:pt idx="964">
                  <c:v>41968</c:v>
                </c:pt>
                <c:pt idx="965">
                  <c:v>41969</c:v>
                </c:pt>
                <c:pt idx="966">
                  <c:v>41970</c:v>
                </c:pt>
                <c:pt idx="967">
                  <c:v>41971</c:v>
                </c:pt>
                <c:pt idx="968">
                  <c:v>41974</c:v>
                </c:pt>
                <c:pt idx="969">
                  <c:v>41975</c:v>
                </c:pt>
                <c:pt idx="970">
                  <c:v>41976</c:v>
                </c:pt>
                <c:pt idx="971">
                  <c:v>41977</c:v>
                </c:pt>
                <c:pt idx="972">
                  <c:v>41978</c:v>
                </c:pt>
                <c:pt idx="973">
                  <c:v>41981</c:v>
                </c:pt>
                <c:pt idx="974">
                  <c:v>41982</c:v>
                </c:pt>
                <c:pt idx="975">
                  <c:v>41983</c:v>
                </c:pt>
                <c:pt idx="976">
                  <c:v>41984</c:v>
                </c:pt>
                <c:pt idx="977">
                  <c:v>41985</c:v>
                </c:pt>
                <c:pt idx="978">
                  <c:v>41988</c:v>
                </c:pt>
                <c:pt idx="979">
                  <c:v>41989</c:v>
                </c:pt>
                <c:pt idx="980">
                  <c:v>41990</c:v>
                </c:pt>
                <c:pt idx="981">
                  <c:v>41991</c:v>
                </c:pt>
                <c:pt idx="982">
                  <c:v>41992</c:v>
                </c:pt>
                <c:pt idx="983">
                  <c:v>41995</c:v>
                </c:pt>
                <c:pt idx="984">
                  <c:v>41996</c:v>
                </c:pt>
                <c:pt idx="985">
                  <c:v>41997</c:v>
                </c:pt>
                <c:pt idx="986">
                  <c:v>41999</c:v>
                </c:pt>
                <c:pt idx="987">
                  <c:v>42002</c:v>
                </c:pt>
                <c:pt idx="988">
                  <c:v>42003</c:v>
                </c:pt>
                <c:pt idx="989">
                  <c:v>42006</c:v>
                </c:pt>
                <c:pt idx="990">
                  <c:v>42009</c:v>
                </c:pt>
                <c:pt idx="991">
                  <c:v>42010</c:v>
                </c:pt>
                <c:pt idx="992">
                  <c:v>42011</c:v>
                </c:pt>
                <c:pt idx="993">
                  <c:v>42012</c:v>
                </c:pt>
                <c:pt idx="994">
                  <c:v>42013</c:v>
                </c:pt>
                <c:pt idx="995">
                  <c:v>42016</c:v>
                </c:pt>
                <c:pt idx="996">
                  <c:v>42017</c:v>
                </c:pt>
                <c:pt idx="997">
                  <c:v>42018</c:v>
                </c:pt>
                <c:pt idx="998">
                  <c:v>42019</c:v>
                </c:pt>
                <c:pt idx="999">
                  <c:v>42020</c:v>
                </c:pt>
                <c:pt idx="1000">
                  <c:v>42023</c:v>
                </c:pt>
                <c:pt idx="1001">
                  <c:v>42024</c:v>
                </c:pt>
                <c:pt idx="1002">
                  <c:v>42025</c:v>
                </c:pt>
                <c:pt idx="1003">
                  <c:v>42026</c:v>
                </c:pt>
                <c:pt idx="1004">
                  <c:v>42027</c:v>
                </c:pt>
                <c:pt idx="1005">
                  <c:v>42030</c:v>
                </c:pt>
                <c:pt idx="1006">
                  <c:v>42031</c:v>
                </c:pt>
                <c:pt idx="1007">
                  <c:v>42032</c:v>
                </c:pt>
                <c:pt idx="1008">
                  <c:v>42033</c:v>
                </c:pt>
                <c:pt idx="1009">
                  <c:v>42034</c:v>
                </c:pt>
                <c:pt idx="1010">
                  <c:v>42037</c:v>
                </c:pt>
                <c:pt idx="1011">
                  <c:v>42038</c:v>
                </c:pt>
                <c:pt idx="1012">
                  <c:v>42039</c:v>
                </c:pt>
                <c:pt idx="1013">
                  <c:v>42040</c:v>
                </c:pt>
                <c:pt idx="1014">
                  <c:v>42041</c:v>
                </c:pt>
                <c:pt idx="1015">
                  <c:v>42044</c:v>
                </c:pt>
                <c:pt idx="1016">
                  <c:v>42045</c:v>
                </c:pt>
                <c:pt idx="1017">
                  <c:v>42046</c:v>
                </c:pt>
                <c:pt idx="1018">
                  <c:v>42047</c:v>
                </c:pt>
                <c:pt idx="1019">
                  <c:v>42048</c:v>
                </c:pt>
                <c:pt idx="1020">
                  <c:v>42051</c:v>
                </c:pt>
                <c:pt idx="1021">
                  <c:v>42052</c:v>
                </c:pt>
                <c:pt idx="1022">
                  <c:v>42058</c:v>
                </c:pt>
                <c:pt idx="1023">
                  <c:v>42059</c:v>
                </c:pt>
                <c:pt idx="1024">
                  <c:v>42060</c:v>
                </c:pt>
                <c:pt idx="1025">
                  <c:v>42061</c:v>
                </c:pt>
                <c:pt idx="1026">
                  <c:v>42062</c:v>
                </c:pt>
                <c:pt idx="1027">
                  <c:v>42065</c:v>
                </c:pt>
                <c:pt idx="1028">
                  <c:v>42066</c:v>
                </c:pt>
                <c:pt idx="1029">
                  <c:v>42067</c:v>
                </c:pt>
                <c:pt idx="1030">
                  <c:v>42068</c:v>
                </c:pt>
                <c:pt idx="1031">
                  <c:v>42069</c:v>
                </c:pt>
                <c:pt idx="1032">
                  <c:v>42072</c:v>
                </c:pt>
                <c:pt idx="1033">
                  <c:v>42073</c:v>
                </c:pt>
                <c:pt idx="1034">
                  <c:v>42074</c:v>
                </c:pt>
                <c:pt idx="1035">
                  <c:v>42075</c:v>
                </c:pt>
                <c:pt idx="1036">
                  <c:v>42076</c:v>
                </c:pt>
                <c:pt idx="1037">
                  <c:v>42079</c:v>
                </c:pt>
                <c:pt idx="1038">
                  <c:v>42080</c:v>
                </c:pt>
                <c:pt idx="1039">
                  <c:v>42081</c:v>
                </c:pt>
                <c:pt idx="1040">
                  <c:v>42082</c:v>
                </c:pt>
                <c:pt idx="1041">
                  <c:v>42083</c:v>
                </c:pt>
                <c:pt idx="1042">
                  <c:v>42086</c:v>
                </c:pt>
                <c:pt idx="1043">
                  <c:v>42087</c:v>
                </c:pt>
                <c:pt idx="1044">
                  <c:v>42088</c:v>
                </c:pt>
                <c:pt idx="1045">
                  <c:v>42089</c:v>
                </c:pt>
                <c:pt idx="1046">
                  <c:v>42090</c:v>
                </c:pt>
                <c:pt idx="1047">
                  <c:v>42093</c:v>
                </c:pt>
                <c:pt idx="1048">
                  <c:v>42094</c:v>
                </c:pt>
                <c:pt idx="1049">
                  <c:v>42095</c:v>
                </c:pt>
                <c:pt idx="1050">
                  <c:v>42096</c:v>
                </c:pt>
                <c:pt idx="1051">
                  <c:v>42097</c:v>
                </c:pt>
                <c:pt idx="1052">
                  <c:v>42100</c:v>
                </c:pt>
                <c:pt idx="1053">
                  <c:v>42101</c:v>
                </c:pt>
                <c:pt idx="1054">
                  <c:v>42102</c:v>
                </c:pt>
                <c:pt idx="1055">
                  <c:v>42103</c:v>
                </c:pt>
                <c:pt idx="1056">
                  <c:v>42104</c:v>
                </c:pt>
                <c:pt idx="1057">
                  <c:v>42107</c:v>
                </c:pt>
                <c:pt idx="1058">
                  <c:v>42108</c:v>
                </c:pt>
                <c:pt idx="1059">
                  <c:v>42109</c:v>
                </c:pt>
                <c:pt idx="1060">
                  <c:v>42110</c:v>
                </c:pt>
                <c:pt idx="1061">
                  <c:v>42111</c:v>
                </c:pt>
                <c:pt idx="1062">
                  <c:v>42114</c:v>
                </c:pt>
                <c:pt idx="1063">
                  <c:v>42115</c:v>
                </c:pt>
                <c:pt idx="1064">
                  <c:v>42116</c:v>
                </c:pt>
                <c:pt idx="1065">
                  <c:v>42117</c:v>
                </c:pt>
                <c:pt idx="1066">
                  <c:v>42118</c:v>
                </c:pt>
                <c:pt idx="1067">
                  <c:v>42121</c:v>
                </c:pt>
                <c:pt idx="1068">
                  <c:v>42122</c:v>
                </c:pt>
                <c:pt idx="1069">
                  <c:v>42123</c:v>
                </c:pt>
                <c:pt idx="1070">
                  <c:v>42124</c:v>
                </c:pt>
                <c:pt idx="1071">
                  <c:v>42128</c:v>
                </c:pt>
                <c:pt idx="1072">
                  <c:v>42130</c:v>
                </c:pt>
                <c:pt idx="1073">
                  <c:v>42131</c:v>
                </c:pt>
                <c:pt idx="1074">
                  <c:v>42132</c:v>
                </c:pt>
                <c:pt idx="1075">
                  <c:v>42135</c:v>
                </c:pt>
                <c:pt idx="1076">
                  <c:v>42136</c:v>
                </c:pt>
                <c:pt idx="1077">
                  <c:v>42137</c:v>
                </c:pt>
                <c:pt idx="1078">
                  <c:v>42138</c:v>
                </c:pt>
                <c:pt idx="1079">
                  <c:v>42139</c:v>
                </c:pt>
                <c:pt idx="1080">
                  <c:v>42142</c:v>
                </c:pt>
                <c:pt idx="1081">
                  <c:v>42143</c:v>
                </c:pt>
                <c:pt idx="1082">
                  <c:v>42144</c:v>
                </c:pt>
                <c:pt idx="1083">
                  <c:v>42145</c:v>
                </c:pt>
                <c:pt idx="1084">
                  <c:v>42146</c:v>
                </c:pt>
                <c:pt idx="1085">
                  <c:v>42150</c:v>
                </c:pt>
                <c:pt idx="1086">
                  <c:v>42151</c:v>
                </c:pt>
                <c:pt idx="1087">
                  <c:v>42152</c:v>
                </c:pt>
                <c:pt idx="1088">
                  <c:v>42153</c:v>
                </c:pt>
                <c:pt idx="1089">
                  <c:v>42156</c:v>
                </c:pt>
                <c:pt idx="1090">
                  <c:v>42157</c:v>
                </c:pt>
                <c:pt idx="1091">
                  <c:v>42158</c:v>
                </c:pt>
                <c:pt idx="1092">
                  <c:v>42159</c:v>
                </c:pt>
                <c:pt idx="1093">
                  <c:v>42160</c:v>
                </c:pt>
                <c:pt idx="1094">
                  <c:v>42163</c:v>
                </c:pt>
                <c:pt idx="1095">
                  <c:v>42164</c:v>
                </c:pt>
                <c:pt idx="1096">
                  <c:v>42165</c:v>
                </c:pt>
                <c:pt idx="1097">
                  <c:v>42166</c:v>
                </c:pt>
                <c:pt idx="1098">
                  <c:v>42167</c:v>
                </c:pt>
                <c:pt idx="1099">
                  <c:v>42170</c:v>
                </c:pt>
                <c:pt idx="1100">
                  <c:v>42171</c:v>
                </c:pt>
                <c:pt idx="1101">
                  <c:v>42172</c:v>
                </c:pt>
                <c:pt idx="1102">
                  <c:v>42173</c:v>
                </c:pt>
                <c:pt idx="1103">
                  <c:v>42174</c:v>
                </c:pt>
                <c:pt idx="1104">
                  <c:v>42177</c:v>
                </c:pt>
                <c:pt idx="1105">
                  <c:v>42178</c:v>
                </c:pt>
                <c:pt idx="1106">
                  <c:v>42179</c:v>
                </c:pt>
                <c:pt idx="1107">
                  <c:v>42180</c:v>
                </c:pt>
                <c:pt idx="1108">
                  <c:v>42181</c:v>
                </c:pt>
                <c:pt idx="1109">
                  <c:v>42184</c:v>
                </c:pt>
                <c:pt idx="1110">
                  <c:v>42185</c:v>
                </c:pt>
                <c:pt idx="1111">
                  <c:v>42186</c:v>
                </c:pt>
                <c:pt idx="1112">
                  <c:v>42187</c:v>
                </c:pt>
                <c:pt idx="1113">
                  <c:v>42188</c:v>
                </c:pt>
                <c:pt idx="1114">
                  <c:v>42191</c:v>
                </c:pt>
                <c:pt idx="1115">
                  <c:v>42192</c:v>
                </c:pt>
                <c:pt idx="1116">
                  <c:v>42193</c:v>
                </c:pt>
                <c:pt idx="1117">
                  <c:v>42194</c:v>
                </c:pt>
                <c:pt idx="1118">
                  <c:v>42195</c:v>
                </c:pt>
                <c:pt idx="1119">
                  <c:v>42198</c:v>
                </c:pt>
                <c:pt idx="1120">
                  <c:v>42199</c:v>
                </c:pt>
                <c:pt idx="1121">
                  <c:v>42200</c:v>
                </c:pt>
                <c:pt idx="1122">
                  <c:v>42201</c:v>
                </c:pt>
                <c:pt idx="1123">
                  <c:v>42202</c:v>
                </c:pt>
                <c:pt idx="1124">
                  <c:v>42205</c:v>
                </c:pt>
                <c:pt idx="1125">
                  <c:v>42206</c:v>
                </c:pt>
                <c:pt idx="1126">
                  <c:v>42207</c:v>
                </c:pt>
                <c:pt idx="1127">
                  <c:v>42208</c:v>
                </c:pt>
                <c:pt idx="1128">
                  <c:v>42209</c:v>
                </c:pt>
                <c:pt idx="1129">
                  <c:v>42212</c:v>
                </c:pt>
                <c:pt idx="1130">
                  <c:v>42213</c:v>
                </c:pt>
                <c:pt idx="1131">
                  <c:v>42214</c:v>
                </c:pt>
                <c:pt idx="1132">
                  <c:v>42215</c:v>
                </c:pt>
                <c:pt idx="1133">
                  <c:v>42216</c:v>
                </c:pt>
                <c:pt idx="1134">
                  <c:v>42219</c:v>
                </c:pt>
                <c:pt idx="1135">
                  <c:v>42220</c:v>
                </c:pt>
                <c:pt idx="1136">
                  <c:v>42221</c:v>
                </c:pt>
                <c:pt idx="1137">
                  <c:v>42222</c:v>
                </c:pt>
                <c:pt idx="1138">
                  <c:v>42223</c:v>
                </c:pt>
                <c:pt idx="1139">
                  <c:v>42226</c:v>
                </c:pt>
                <c:pt idx="1140">
                  <c:v>42227</c:v>
                </c:pt>
                <c:pt idx="1141">
                  <c:v>42228</c:v>
                </c:pt>
                <c:pt idx="1142">
                  <c:v>42229</c:v>
                </c:pt>
                <c:pt idx="1143">
                  <c:v>42233</c:v>
                </c:pt>
                <c:pt idx="1144">
                  <c:v>42234</c:v>
                </c:pt>
                <c:pt idx="1145">
                  <c:v>42235</c:v>
                </c:pt>
                <c:pt idx="1146">
                  <c:v>42236</c:v>
                </c:pt>
                <c:pt idx="1147">
                  <c:v>42237</c:v>
                </c:pt>
                <c:pt idx="1148">
                  <c:v>42240</c:v>
                </c:pt>
                <c:pt idx="1149">
                  <c:v>42241</c:v>
                </c:pt>
                <c:pt idx="1150">
                  <c:v>42242</c:v>
                </c:pt>
                <c:pt idx="1151">
                  <c:v>42243</c:v>
                </c:pt>
                <c:pt idx="1152">
                  <c:v>42244</c:v>
                </c:pt>
                <c:pt idx="1153">
                  <c:v>42247</c:v>
                </c:pt>
                <c:pt idx="1154">
                  <c:v>42248</c:v>
                </c:pt>
                <c:pt idx="1155">
                  <c:v>42249</c:v>
                </c:pt>
                <c:pt idx="1156">
                  <c:v>42250</c:v>
                </c:pt>
                <c:pt idx="1157">
                  <c:v>42251</c:v>
                </c:pt>
                <c:pt idx="1158">
                  <c:v>42254</c:v>
                </c:pt>
                <c:pt idx="1159">
                  <c:v>42255</c:v>
                </c:pt>
                <c:pt idx="1160">
                  <c:v>42256</c:v>
                </c:pt>
                <c:pt idx="1161">
                  <c:v>42257</c:v>
                </c:pt>
                <c:pt idx="1162">
                  <c:v>42258</c:v>
                </c:pt>
                <c:pt idx="1163">
                  <c:v>42261</c:v>
                </c:pt>
                <c:pt idx="1164">
                  <c:v>42262</c:v>
                </c:pt>
                <c:pt idx="1165">
                  <c:v>42263</c:v>
                </c:pt>
                <c:pt idx="1166">
                  <c:v>42264</c:v>
                </c:pt>
                <c:pt idx="1167">
                  <c:v>42265</c:v>
                </c:pt>
                <c:pt idx="1168">
                  <c:v>42268</c:v>
                </c:pt>
                <c:pt idx="1169">
                  <c:v>42269</c:v>
                </c:pt>
                <c:pt idx="1170">
                  <c:v>42270</c:v>
                </c:pt>
                <c:pt idx="1171">
                  <c:v>42271</c:v>
                </c:pt>
                <c:pt idx="1172">
                  <c:v>42272</c:v>
                </c:pt>
                <c:pt idx="1173">
                  <c:v>42277</c:v>
                </c:pt>
                <c:pt idx="1174">
                  <c:v>42278</c:v>
                </c:pt>
                <c:pt idx="1175">
                  <c:v>42279</c:v>
                </c:pt>
                <c:pt idx="1176">
                  <c:v>42282</c:v>
                </c:pt>
                <c:pt idx="1177">
                  <c:v>42283</c:v>
                </c:pt>
                <c:pt idx="1178">
                  <c:v>42284</c:v>
                </c:pt>
                <c:pt idx="1179">
                  <c:v>42285</c:v>
                </c:pt>
                <c:pt idx="1180">
                  <c:v>42289</c:v>
                </c:pt>
                <c:pt idx="1181">
                  <c:v>42290</c:v>
                </c:pt>
                <c:pt idx="1182">
                  <c:v>42291</c:v>
                </c:pt>
                <c:pt idx="1183">
                  <c:v>42292</c:v>
                </c:pt>
                <c:pt idx="1184">
                  <c:v>42293</c:v>
                </c:pt>
                <c:pt idx="1185">
                  <c:v>42296</c:v>
                </c:pt>
                <c:pt idx="1186">
                  <c:v>42297</c:v>
                </c:pt>
                <c:pt idx="1187">
                  <c:v>42298</c:v>
                </c:pt>
                <c:pt idx="1188">
                  <c:v>42299</c:v>
                </c:pt>
                <c:pt idx="1189">
                  <c:v>42300</c:v>
                </c:pt>
                <c:pt idx="1190">
                  <c:v>42303</c:v>
                </c:pt>
                <c:pt idx="1191">
                  <c:v>42304</c:v>
                </c:pt>
                <c:pt idx="1192">
                  <c:v>42305</c:v>
                </c:pt>
                <c:pt idx="1193">
                  <c:v>42306</c:v>
                </c:pt>
                <c:pt idx="1194">
                  <c:v>42307</c:v>
                </c:pt>
                <c:pt idx="1195">
                  <c:v>42310</c:v>
                </c:pt>
                <c:pt idx="1196">
                  <c:v>42311</c:v>
                </c:pt>
                <c:pt idx="1197">
                  <c:v>42312</c:v>
                </c:pt>
                <c:pt idx="1198">
                  <c:v>42313</c:v>
                </c:pt>
                <c:pt idx="1199">
                  <c:v>42314</c:v>
                </c:pt>
                <c:pt idx="1200">
                  <c:v>42317</c:v>
                </c:pt>
                <c:pt idx="1201">
                  <c:v>42318</c:v>
                </c:pt>
                <c:pt idx="1202">
                  <c:v>42319</c:v>
                </c:pt>
                <c:pt idx="1203">
                  <c:v>42320</c:v>
                </c:pt>
                <c:pt idx="1204">
                  <c:v>42321</c:v>
                </c:pt>
                <c:pt idx="1205">
                  <c:v>42324</c:v>
                </c:pt>
                <c:pt idx="1206">
                  <c:v>42325</c:v>
                </c:pt>
                <c:pt idx="1207">
                  <c:v>42326</c:v>
                </c:pt>
                <c:pt idx="1208">
                  <c:v>42327</c:v>
                </c:pt>
                <c:pt idx="1209">
                  <c:v>42328</c:v>
                </c:pt>
                <c:pt idx="1210">
                  <c:v>42331</c:v>
                </c:pt>
                <c:pt idx="1211">
                  <c:v>42332</c:v>
                </c:pt>
                <c:pt idx="1212">
                  <c:v>42333</c:v>
                </c:pt>
                <c:pt idx="1213">
                  <c:v>42334</c:v>
                </c:pt>
                <c:pt idx="1214">
                  <c:v>42335</c:v>
                </c:pt>
                <c:pt idx="1215">
                  <c:v>42338</c:v>
                </c:pt>
                <c:pt idx="1216">
                  <c:v>42339</c:v>
                </c:pt>
                <c:pt idx="1217">
                  <c:v>42340</c:v>
                </c:pt>
                <c:pt idx="1218">
                  <c:v>42341</c:v>
                </c:pt>
                <c:pt idx="1219">
                  <c:v>42342</c:v>
                </c:pt>
                <c:pt idx="1220">
                  <c:v>42345</c:v>
                </c:pt>
                <c:pt idx="1221">
                  <c:v>42346</c:v>
                </c:pt>
                <c:pt idx="1222">
                  <c:v>42347</c:v>
                </c:pt>
                <c:pt idx="1223">
                  <c:v>42348</c:v>
                </c:pt>
                <c:pt idx="1224">
                  <c:v>42349</c:v>
                </c:pt>
                <c:pt idx="1225">
                  <c:v>42352</c:v>
                </c:pt>
                <c:pt idx="1226">
                  <c:v>42353</c:v>
                </c:pt>
                <c:pt idx="1227">
                  <c:v>42354</c:v>
                </c:pt>
                <c:pt idx="1228">
                  <c:v>42355</c:v>
                </c:pt>
                <c:pt idx="1229">
                  <c:v>42356</c:v>
                </c:pt>
                <c:pt idx="1230">
                  <c:v>42359</c:v>
                </c:pt>
                <c:pt idx="1231">
                  <c:v>42360</c:v>
                </c:pt>
                <c:pt idx="1232">
                  <c:v>42361</c:v>
                </c:pt>
                <c:pt idx="1233">
                  <c:v>42362</c:v>
                </c:pt>
                <c:pt idx="1234">
                  <c:v>42366</c:v>
                </c:pt>
                <c:pt idx="1235">
                  <c:v>42367</c:v>
                </c:pt>
                <c:pt idx="1236">
                  <c:v>42368</c:v>
                </c:pt>
                <c:pt idx="1237">
                  <c:v>42373</c:v>
                </c:pt>
                <c:pt idx="1238">
                  <c:v>42374</c:v>
                </c:pt>
                <c:pt idx="1239">
                  <c:v>42375</c:v>
                </c:pt>
                <c:pt idx="1240">
                  <c:v>42376</c:v>
                </c:pt>
                <c:pt idx="1241">
                  <c:v>42377</c:v>
                </c:pt>
                <c:pt idx="1242">
                  <c:v>42380</c:v>
                </c:pt>
                <c:pt idx="1243">
                  <c:v>42381</c:v>
                </c:pt>
                <c:pt idx="1244">
                  <c:v>42382</c:v>
                </c:pt>
                <c:pt idx="1245">
                  <c:v>42383</c:v>
                </c:pt>
                <c:pt idx="1246">
                  <c:v>42384</c:v>
                </c:pt>
                <c:pt idx="1247">
                  <c:v>42387</c:v>
                </c:pt>
                <c:pt idx="1248">
                  <c:v>42388</c:v>
                </c:pt>
                <c:pt idx="1249">
                  <c:v>42389</c:v>
                </c:pt>
                <c:pt idx="1250">
                  <c:v>42390</c:v>
                </c:pt>
                <c:pt idx="1251">
                  <c:v>42391</c:v>
                </c:pt>
                <c:pt idx="1252">
                  <c:v>42394</c:v>
                </c:pt>
                <c:pt idx="1253">
                  <c:v>42395</c:v>
                </c:pt>
                <c:pt idx="1254">
                  <c:v>42396</c:v>
                </c:pt>
                <c:pt idx="1255">
                  <c:v>42397</c:v>
                </c:pt>
                <c:pt idx="1256">
                  <c:v>42398</c:v>
                </c:pt>
                <c:pt idx="1257">
                  <c:v>42401</c:v>
                </c:pt>
                <c:pt idx="1258">
                  <c:v>42402</c:v>
                </c:pt>
                <c:pt idx="1259">
                  <c:v>42403</c:v>
                </c:pt>
                <c:pt idx="1260">
                  <c:v>42404</c:v>
                </c:pt>
                <c:pt idx="1261">
                  <c:v>42405</c:v>
                </c:pt>
                <c:pt idx="1262">
                  <c:v>42411</c:v>
                </c:pt>
                <c:pt idx="1263">
                  <c:v>42412</c:v>
                </c:pt>
                <c:pt idx="1264">
                  <c:v>42415</c:v>
                </c:pt>
                <c:pt idx="1265">
                  <c:v>42416</c:v>
                </c:pt>
                <c:pt idx="1266">
                  <c:v>42417</c:v>
                </c:pt>
                <c:pt idx="1267">
                  <c:v>42418</c:v>
                </c:pt>
                <c:pt idx="1268">
                  <c:v>42419</c:v>
                </c:pt>
                <c:pt idx="1269">
                  <c:v>42422</c:v>
                </c:pt>
                <c:pt idx="1270">
                  <c:v>42423</c:v>
                </c:pt>
                <c:pt idx="1271">
                  <c:v>42424</c:v>
                </c:pt>
                <c:pt idx="1272">
                  <c:v>42425</c:v>
                </c:pt>
                <c:pt idx="1273">
                  <c:v>42426</c:v>
                </c:pt>
                <c:pt idx="1274">
                  <c:v>42429</c:v>
                </c:pt>
                <c:pt idx="1275">
                  <c:v>42431</c:v>
                </c:pt>
                <c:pt idx="1276">
                  <c:v>42432</c:v>
                </c:pt>
                <c:pt idx="1277">
                  <c:v>42433</c:v>
                </c:pt>
                <c:pt idx="1278">
                  <c:v>42436</c:v>
                </c:pt>
                <c:pt idx="1279">
                  <c:v>42437</c:v>
                </c:pt>
                <c:pt idx="1280">
                  <c:v>42438</c:v>
                </c:pt>
                <c:pt idx="1281">
                  <c:v>42439</c:v>
                </c:pt>
                <c:pt idx="1282">
                  <c:v>42440</c:v>
                </c:pt>
                <c:pt idx="1283">
                  <c:v>42443</c:v>
                </c:pt>
                <c:pt idx="1284">
                  <c:v>42444</c:v>
                </c:pt>
                <c:pt idx="1285">
                  <c:v>42445</c:v>
                </c:pt>
                <c:pt idx="1286">
                  <c:v>42446</c:v>
                </c:pt>
                <c:pt idx="1287">
                  <c:v>42447</c:v>
                </c:pt>
                <c:pt idx="1288">
                  <c:v>42450</c:v>
                </c:pt>
                <c:pt idx="1289">
                  <c:v>42451</c:v>
                </c:pt>
                <c:pt idx="1290">
                  <c:v>42452</c:v>
                </c:pt>
                <c:pt idx="1291">
                  <c:v>42453</c:v>
                </c:pt>
                <c:pt idx="1292">
                  <c:v>42454</c:v>
                </c:pt>
                <c:pt idx="1293">
                  <c:v>42457</c:v>
                </c:pt>
                <c:pt idx="1294">
                  <c:v>42458</c:v>
                </c:pt>
                <c:pt idx="1295">
                  <c:v>42459</c:v>
                </c:pt>
                <c:pt idx="1296">
                  <c:v>42460</c:v>
                </c:pt>
                <c:pt idx="1297">
                  <c:v>42461</c:v>
                </c:pt>
                <c:pt idx="1298">
                  <c:v>42464</c:v>
                </c:pt>
                <c:pt idx="1299">
                  <c:v>42465</c:v>
                </c:pt>
                <c:pt idx="1300">
                  <c:v>42466</c:v>
                </c:pt>
                <c:pt idx="1301">
                  <c:v>42467</c:v>
                </c:pt>
                <c:pt idx="1302">
                  <c:v>42468</c:v>
                </c:pt>
                <c:pt idx="1303">
                  <c:v>42471</c:v>
                </c:pt>
                <c:pt idx="1304">
                  <c:v>42472</c:v>
                </c:pt>
                <c:pt idx="1305">
                  <c:v>42474</c:v>
                </c:pt>
                <c:pt idx="1306">
                  <c:v>42475</c:v>
                </c:pt>
                <c:pt idx="1307">
                  <c:v>42478</c:v>
                </c:pt>
                <c:pt idx="1308">
                  <c:v>42479</c:v>
                </c:pt>
                <c:pt idx="1309">
                  <c:v>42480</c:v>
                </c:pt>
                <c:pt idx="1310">
                  <c:v>42481</c:v>
                </c:pt>
                <c:pt idx="1311">
                  <c:v>42482</c:v>
                </c:pt>
                <c:pt idx="1312">
                  <c:v>42485</c:v>
                </c:pt>
                <c:pt idx="1313">
                  <c:v>42486</c:v>
                </c:pt>
                <c:pt idx="1314">
                  <c:v>42487</c:v>
                </c:pt>
                <c:pt idx="1315">
                  <c:v>42488</c:v>
                </c:pt>
                <c:pt idx="1316">
                  <c:v>42489</c:v>
                </c:pt>
                <c:pt idx="1317">
                  <c:v>42492</c:v>
                </c:pt>
                <c:pt idx="1318">
                  <c:v>42493</c:v>
                </c:pt>
                <c:pt idx="1319">
                  <c:v>42494</c:v>
                </c:pt>
                <c:pt idx="1320">
                  <c:v>42499</c:v>
                </c:pt>
                <c:pt idx="1321">
                  <c:v>42500</c:v>
                </c:pt>
                <c:pt idx="1322">
                  <c:v>42501</c:v>
                </c:pt>
                <c:pt idx="1323">
                  <c:v>42502</c:v>
                </c:pt>
                <c:pt idx="1324">
                  <c:v>42503</c:v>
                </c:pt>
                <c:pt idx="1325">
                  <c:v>42506</c:v>
                </c:pt>
                <c:pt idx="1326">
                  <c:v>42507</c:v>
                </c:pt>
                <c:pt idx="1327">
                  <c:v>42508</c:v>
                </c:pt>
                <c:pt idx="1328">
                  <c:v>42509</c:v>
                </c:pt>
                <c:pt idx="1329">
                  <c:v>42510</c:v>
                </c:pt>
                <c:pt idx="1330">
                  <c:v>42513</c:v>
                </c:pt>
                <c:pt idx="1331">
                  <c:v>42514</c:v>
                </c:pt>
                <c:pt idx="1332">
                  <c:v>42515</c:v>
                </c:pt>
                <c:pt idx="1333">
                  <c:v>42516</c:v>
                </c:pt>
                <c:pt idx="1334">
                  <c:v>42517</c:v>
                </c:pt>
                <c:pt idx="1335">
                  <c:v>42520</c:v>
                </c:pt>
                <c:pt idx="1336">
                  <c:v>42521</c:v>
                </c:pt>
                <c:pt idx="1337">
                  <c:v>42522</c:v>
                </c:pt>
                <c:pt idx="1338">
                  <c:v>42523</c:v>
                </c:pt>
                <c:pt idx="1339">
                  <c:v>42524</c:v>
                </c:pt>
                <c:pt idx="1340">
                  <c:v>42528</c:v>
                </c:pt>
                <c:pt idx="1341">
                  <c:v>42529</c:v>
                </c:pt>
                <c:pt idx="1342">
                  <c:v>42530</c:v>
                </c:pt>
                <c:pt idx="1343">
                  <c:v>42531</c:v>
                </c:pt>
                <c:pt idx="1344">
                  <c:v>42534</c:v>
                </c:pt>
                <c:pt idx="1345">
                  <c:v>42535</c:v>
                </c:pt>
                <c:pt idx="1346">
                  <c:v>42536</c:v>
                </c:pt>
                <c:pt idx="1347">
                  <c:v>42537</c:v>
                </c:pt>
                <c:pt idx="1348">
                  <c:v>42538</c:v>
                </c:pt>
                <c:pt idx="1349">
                  <c:v>42541</c:v>
                </c:pt>
                <c:pt idx="1350">
                  <c:v>42542</c:v>
                </c:pt>
                <c:pt idx="1351">
                  <c:v>42543</c:v>
                </c:pt>
                <c:pt idx="1352">
                  <c:v>42544</c:v>
                </c:pt>
                <c:pt idx="1353">
                  <c:v>42545</c:v>
                </c:pt>
                <c:pt idx="1354">
                  <c:v>42548</c:v>
                </c:pt>
                <c:pt idx="1355">
                  <c:v>42549</c:v>
                </c:pt>
                <c:pt idx="1356">
                  <c:v>42550</c:v>
                </c:pt>
                <c:pt idx="1357">
                  <c:v>42551</c:v>
                </c:pt>
                <c:pt idx="1358">
                  <c:v>42552</c:v>
                </c:pt>
                <c:pt idx="1359">
                  <c:v>42555</c:v>
                </c:pt>
                <c:pt idx="1360">
                  <c:v>42556</c:v>
                </c:pt>
                <c:pt idx="1361">
                  <c:v>42557</c:v>
                </c:pt>
                <c:pt idx="1362">
                  <c:v>42558</c:v>
                </c:pt>
                <c:pt idx="1363">
                  <c:v>42559</c:v>
                </c:pt>
                <c:pt idx="1364">
                  <c:v>42562</c:v>
                </c:pt>
                <c:pt idx="1365">
                  <c:v>42563</c:v>
                </c:pt>
                <c:pt idx="1366">
                  <c:v>42564</c:v>
                </c:pt>
                <c:pt idx="1367">
                  <c:v>42565</c:v>
                </c:pt>
                <c:pt idx="1368">
                  <c:v>42566</c:v>
                </c:pt>
                <c:pt idx="1369">
                  <c:v>42569</c:v>
                </c:pt>
                <c:pt idx="1370">
                  <c:v>42570</c:v>
                </c:pt>
                <c:pt idx="1371">
                  <c:v>42571</c:v>
                </c:pt>
                <c:pt idx="1372">
                  <c:v>42572</c:v>
                </c:pt>
                <c:pt idx="1373">
                  <c:v>42573</c:v>
                </c:pt>
                <c:pt idx="1374">
                  <c:v>42576</c:v>
                </c:pt>
                <c:pt idx="1375">
                  <c:v>42577</c:v>
                </c:pt>
                <c:pt idx="1376">
                  <c:v>42578</c:v>
                </c:pt>
                <c:pt idx="1377">
                  <c:v>42579</c:v>
                </c:pt>
                <c:pt idx="1378">
                  <c:v>42580</c:v>
                </c:pt>
                <c:pt idx="1379">
                  <c:v>42583</c:v>
                </c:pt>
                <c:pt idx="1380">
                  <c:v>42584</c:v>
                </c:pt>
                <c:pt idx="1381">
                  <c:v>42585</c:v>
                </c:pt>
                <c:pt idx="1382">
                  <c:v>42586</c:v>
                </c:pt>
                <c:pt idx="1383">
                  <c:v>42587</c:v>
                </c:pt>
                <c:pt idx="1384">
                  <c:v>42590</c:v>
                </c:pt>
                <c:pt idx="1385">
                  <c:v>42591</c:v>
                </c:pt>
                <c:pt idx="1386">
                  <c:v>42592</c:v>
                </c:pt>
                <c:pt idx="1387">
                  <c:v>42593</c:v>
                </c:pt>
                <c:pt idx="1388">
                  <c:v>42594</c:v>
                </c:pt>
                <c:pt idx="1389">
                  <c:v>42598</c:v>
                </c:pt>
                <c:pt idx="1390">
                  <c:v>42599</c:v>
                </c:pt>
                <c:pt idx="1391">
                  <c:v>42600</c:v>
                </c:pt>
                <c:pt idx="1392">
                  <c:v>42601</c:v>
                </c:pt>
                <c:pt idx="1393">
                  <c:v>42604</c:v>
                </c:pt>
                <c:pt idx="1394">
                  <c:v>42605</c:v>
                </c:pt>
                <c:pt idx="1395">
                  <c:v>42606</c:v>
                </c:pt>
                <c:pt idx="1396">
                  <c:v>42607</c:v>
                </c:pt>
                <c:pt idx="1397">
                  <c:v>42608</c:v>
                </c:pt>
                <c:pt idx="1398">
                  <c:v>42611</c:v>
                </c:pt>
                <c:pt idx="1399">
                  <c:v>42612</c:v>
                </c:pt>
                <c:pt idx="1400">
                  <c:v>42613</c:v>
                </c:pt>
                <c:pt idx="1401">
                  <c:v>42614</c:v>
                </c:pt>
                <c:pt idx="1402">
                  <c:v>42615</c:v>
                </c:pt>
                <c:pt idx="1403">
                  <c:v>42618</c:v>
                </c:pt>
                <c:pt idx="1404">
                  <c:v>42619</c:v>
                </c:pt>
                <c:pt idx="1405">
                  <c:v>42620</c:v>
                </c:pt>
                <c:pt idx="1406">
                  <c:v>42621</c:v>
                </c:pt>
                <c:pt idx="1407">
                  <c:v>42622</c:v>
                </c:pt>
                <c:pt idx="1408">
                  <c:v>42625</c:v>
                </c:pt>
                <c:pt idx="1409">
                  <c:v>42626</c:v>
                </c:pt>
                <c:pt idx="1410">
                  <c:v>42632</c:v>
                </c:pt>
                <c:pt idx="1411">
                  <c:v>42633</c:v>
                </c:pt>
                <c:pt idx="1412">
                  <c:v>42634</c:v>
                </c:pt>
                <c:pt idx="1413">
                  <c:v>42635</c:v>
                </c:pt>
                <c:pt idx="1414">
                  <c:v>42636</c:v>
                </c:pt>
                <c:pt idx="1415">
                  <c:v>42639</c:v>
                </c:pt>
                <c:pt idx="1416">
                  <c:v>42640</c:v>
                </c:pt>
                <c:pt idx="1417">
                  <c:v>42641</c:v>
                </c:pt>
                <c:pt idx="1418">
                  <c:v>42642</c:v>
                </c:pt>
                <c:pt idx="1419">
                  <c:v>42643</c:v>
                </c:pt>
                <c:pt idx="1420">
                  <c:v>42647</c:v>
                </c:pt>
                <c:pt idx="1421">
                  <c:v>42648</c:v>
                </c:pt>
                <c:pt idx="1422">
                  <c:v>42649</c:v>
                </c:pt>
                <c:pt idx="1423">
                  <c:v>42650</c:v>
                </c:pt>
                <c:pt idx="1424">
                  <c:v>42653</c:v>
                </c:pt>
                <c:pt idx="1425">
                  <c:v>42654</c:v>
                </c:pt>
                <c:pt idx="1426">
                  <c:v>42655</c:v>
                </c:pt>
                <c:pt idx="1427">
                  <c:v>42656</c:v>
                </c:pt>
                <c:pt idx="1428">
                  <c:v>42657</c:v>
                </c:pt>
                <c:pt idx="1429">
                  <c:v>42660</c:v>
                </c:pt>
                <c:pt idx="1430">
                  <c:v>42661</c:v>
                </c:pt>
                <c:pt idx="1431">
                  <c:v>42662</c:v>
                </c:pt>
                <c:pt idx="1432">
                  <c:v>42663</c:v>
                </c:pt>
                <c:pt idx="1433">
                  <c:v>42664</c:v>
                </c:pt>
                <c:pt idx="1434">
                  <c:v>42667</c:v>
                </c:pt>
                <c:pt idx="1435">
                  <c:v>42668</c:v>
                </c:pt>
                <c:pt idx="1436">
                  <c:v>42669</c:v>
                </c:pt>
                <c:pt idx="1437">
                  <c:v>42670</c:v>
                </c:pt>
                <c:pt idx="1438">
                  <c:v>42671</c:v>
                </c:pt>
                <c:pt idx="1439">
                  <c:v>42674</c:v>
                </c:pt>
                <c:pt idx="1440">
                  <c:v>42675</c:v>
                </c:pt>
                <c:pt idx="1441">
                  <c:v>42676</c:v>
                </c:pt>
                <c:pt idx="1442">
                  <c:v>42677</c:v>
                </c:pt>
                <c:pt idx="1443">
                  <c:v>42678</c:v>
                </c:pt>
                <c:pt idx="1444">
                  <c:v>42681</c:v>
                </c:pt>
                <c:pt idx="1445">
                  <c:v>42682</c:v>
                </c:pt>
                <c:pt idx="1446">
                  <c:v>42683</c:v>
                </c:pt>
                <c:pt idx="1447">
                  <c:v>42684</c:v>
                </c:pt>
                <c:pt idx="1448">
                  <c:v>42685</c:v>
                </c:pt>
                <c:pt idx="1449">
                  <c:v>42688</c:v>
                </c:pt>
                <c:pt idx="1450">
                  <c:v>42689</c:v>
                </c:pt>
                <c:pt idx="1451">
                  <c:v>42690</c:v>
                </c:pt>
                <c:pt idx="1452">
                  <c:v>42691</c:v>
                </c:pt>
                <c:pt idx="1453">
                  <c:v>42692</c:v>
                </c:pt>
                <c:pt idx="1454">
                  <c:v>42695</c:v>
                </c:pt>
                <c:pt idx="1455">
                  <c:v>42696</c:v>
                </c:pt>
                <c:pt idx="1456">
                  <c:v>42697</c:v>
                </c:pt>
                <c:pt idx="1457">
                  <c:v>42698</c:v>
                </c:pt>
                <c:pt idx="1458">
                  <c:v>42699</c:v>
                </c:pt>
                <c:pt idx="1459">
                  <c:v>42702</c:v>
                </c:pt>
                <c:pt idx="1460">
                  <c:v>42703</c:v>
                </c:pt>
                <c:pt idx="1461">
                  <c:v>42704</c:v>
                </c:pt>
                <c:pt idx="1462">
                  <c:v>42705</c:v>
                </c:pt>
                <c:pt idx="1463">
                  <c:v>42706</c:v>
                </c:pt>
                <c:pt idx="1464">
                  <c:v>42709</c:v>
                </c:pt>
                <c:pt idx="1465">
                  <c:v>42710</c:v>
                </c:pt>
                <c:pt idx="1466">
                  <c:v>42711</c:v>
                </c:pt>
                <c:pt idx="1467">
                  <c:v>42712</c:v>
                </c:pt>
                <c:pt idx="1468">
                  <c:v>42713</c:v>
                </c:pt>
                <c:pt idx="1469">
                  <c:v>42716</c:v>
                </c:pt>
                <c:pt idx="1470">
                  <c:v>42717</c:v>
                </c:pt>
                <c:pt idx="1471">
                  <c:v>42718</c:v>
                </c:pt>
                <c:pt idx="1472">
                  <c:v>42719</c:v>
                </c:pt>
                <c:pt idx="1473">
                  <c:v>42720</c:v>
                </c:pt>
                <c:pt idx="1474">
                  <c:v>42723</c:v>
                </c:pt>
                <c:pt idx="1475">
                  <c:v>42724</c:v>
                </c:pt>
                <c:pt idx="1476">
                  <c:v>42725</c:v>
                </c:pt>
                <c:pt idx="1477">
                  <c:v>42726</c:v>
                </c:pt>
                <c:pt idx="1478">
                  <c:v>42727</c:v>
                </c:pt>
                <c:pt idx="1479">
                  <c:v>42730</c:v>
                </c:pt>
                <c:pt idx="1480">
                  <c:v>42731</c:v>
                </c:pt>
                <c:pt idx="1481">
                  <c:v>42732</c:v>
                </c:pt>
                <c:pt idx="1482">
                  <c:v>42733</c:v>
                </c:pt>
                <c:pt idx="1483">
                  <c:v>42737</c:v>
                </c:pt>
                <c:pt idx="1484">
                  <c:v>42738</c:v>
                </c:pt>
                <c:pt idx="1485">
                  <c:v>42739</c:v>
                </c:pt>
                <c:pt idx="1486">
                  <c:v>42740</c:v>
                </c:pt>
                <c:pt idx="1487">
                  <c:v>42741</c:v>
                </c:pt>
                <c:pt idx="1488">
                  <c:v>42744</c:v>
                </c:pt>
                <c:pt idx="1489">
                  <c:v>42745</c:v>
                </c:pt>
                <c:pt idx="1490">
                  <c:v>42746</c:v>
                </c:pt>
                <c:pt idx="1491">
                  <c:v>42747</c:v>
                </c:pt>
                <c:pt idx="1492">
                  <c:v>42748</c:v>
                </c:pt>
                <c:pt idx="1493">
                  <c:v>42751</c:v>
                </c:pt>
                <c:pt idx="1494">
                  <c:v>42752</c:v>
                </c:pt>
                <c:pt idx="1495">
                  <c:v>42753</c:v>
                </c:pt>
                <c:pt idx="1496">
                  <c:v>42754</c:v>
                </c:pt>
                <c:pt idx="1497">
                  <c:v>42755</c:v>
                </c:pt>
                <c:pt idx="1498">
                  <c:v>42758</c:v>
                </c:pt>
                <c:pt idx="1499">
                  <c:v>42759</c:v>
                </c:pt>
                <c:pt idx="1500">
                  <c:v>42760</c:v>
                </c:pt>
                <c:pt idx="1501">
                  <c:v>42761</c:v>
                </c:pt>
                <c:pt idx="1502">
                  <c:v>42766</c:v>
                </c:pt>
                <c:pt idx="1503">
                  <c:v>42767</c:v>
                </c:pt>
                <c:pt idx="1504">
                  <c:v>42768</c:v>
                </c:pt>
                <c:pt idx="1505">
                  <c:v>42769</c:v>
                </c:pt>
                <c:pt idx="1506">
                  <c:v>42772</c:v>
                </c:pt>
                <c:pt idx="1507">
                  <c:v>42773</c:v>
                </c:pt>
                <c:pt idx="1508">
                  <c:v>42774</c:v>
                </c:pt>
                <c:pt idx="1509">
                  <c:v>42775</c:v>
                </c:pt>
                <c:pt idx="1510">
                  <c:v>42776</c:v>
                </c:pt>
                <c:pt idx="1511">
                  <c:v>42779</c:v>
                </c:pt>
                <c:pt idx="1512">
                  <c:v>42780</c:v>
                </c:pt>
                <c:pt idx="1513">
                  <c:v>42781</c:v>
                </c:pt>
                <c:pt idx="1514">
                  <c:v>42782</c:v>
                </c:pt>
                <c:pt idx="1515">
                  <c:v>42783</c:v>
                </c:pt>
                <c:pt idx="1516">
                  <c:v>42786</c:v>
                </c:pt>
                <c:pt idx="1517">
                  <c:v>42787</c:v>
                </c:pt>
                <c:pt idx="1518">
                  <c:v>42788</c:v>
                </c:pt>
                <c:pt idx="1519">
                  <c:v>42789</c:v>
                </c:pt>
                <c:pt idx="1520">
                  <c:v>42790</c:v>
                </c:pt>
                <c:pt idx="1521">
                  <c:v>42793</c:v>
                </c:pt>
                <c:pt idx="1522">
                  <c:v>42794</c:v>
                </c:pt>
                <c:pt idx="1523">
                  <c:v>42796</c:v>
                </c:pt>
                <c:pt idx="1524">
                  <c:v>42797</c:v>
                </c:pt>
                <c:pt idx="1525">
                  <c:v>42800</c:v>
                </c:pt>
                <c:pt idx="1526">
                  <c:v>42801</c:v>
                </c:pt>
                <c:pt idx="1527">
                  <c:v>42802</c:v>
                </c:pt>
                <c:pt idx="1528">
                  <c:v>42803</c:v>
                </c:pt>
                <c:pt idx="1529">
                  <c:v>42804</c:v>
                </c:pt>
                <c:pt idx="1530">
                  <c:v>42807</c:v>
                </c:pt>
                <c:pt idx="1531">
                  <c:v>42808</c:v>
                </c:pt>
                <c:pt idx="1532">
                  <c:v>42809</c:v>
                </c:pt>
                <c:pt idx="1533">
                  <c:v>42810</c:v>
                </c:pt>
                <c:pt idx="1534">
                  <c:v>42811</c:v>
                </c:pt>
                <c:pt idx="1535">
                  <c:v>42814</c:v>
                </c:pt>
                <c:pt idx="1536">
                  <c:v>42815</c:v>
                </c:pt>
                <c:pt idx="1537">
                  <c:v>42816</c:v>
                </c:pt>
                <c:pt idx="1538">
                  <c:v>42817</c:v>
                </c:pt>
                <c:pt idx="1539">
                  <c:v>42818</c:v>
                </c:pt>
                <c:pt idx="1540">
                  <c:v>42821</c:v>
                </c:pt>
                <c:pt idx="1541">
                  <c:v>42822</c:v>
                </c:pt>
                <c:pt idx="1542">
                  <c:v>42823</c:v>
                </c:pt>
                <c:pt idx="1543">
                  <c:v>42824</c:v>
                </c:pt>
                <c:pt idx="1544">
                  <c:v>42825</c:v>
                </c:pt>
                <c:pt idx="1545">
                  <c:v>42828</c:v>
                </c:pt>
                <c:pt idx="1546">
                  <c:v>42829</c:v>
                </c:pt>
                <c:pt idx="1547">
                  <c:v>42830</c:v>
                </c:pt>
                <c:pt idx="1548">
                  <c:v>42831</c:v>
                </c:pt>
                <c:pt idx="1549">
                  <c:v>42832</c:v>
                </c:pt>
                <c:pt idx="1550">
                  <c:v>42835</c:v>
                </c:pt>
                <c:pt idx="1551">
                  <c:v>42836</c:v>
                </c:pt>
                <c:pt idx="1552">
                  <c:v>42837</c:v>
                </c:pt>
                <c:pt idx="1553">
                  <c:v>42838</c:v>
                </c:pt>
                <c:pt idx="1554">
                  <c:v>42839</c:v>
                </c:pt>
                <c:pt idx="1555">
                  <c:v>42842</c:v>
                </c:pt>
                <c:pt idx="1556">
                  <c:v>42843</c:v>
                </c:pt>
                <c:pt idx="1557">
                  <c:v>42844</c:v>
                </c:pt>
                <c:pt idx="1558">
                  <c:v>42845</c:v>
                </c:pt>
                <c:pt idx="1559">
                  <c:v>42846</c:v>
                </c:pt>
                <c:pt idx="1560">
                  <c:v>42849</c:v>
                </c:pt>
                <c:pt idx="1561">
                  <c:v>42850</c:v>
                </c:pt>
                <c:pt idx="1562">
                  <c:v>42851</c:v>
                </c:pt>
                <c:pt idx="1563">
                  <c:v>42852</c:v>
                </c:pt>
                <c:pt idx="1564">
                  <c:v>42853</c:v>
                </c:pt>
                <c:pt idx="1565">
                  <c:v>42857</c:v>
                </c:pt>
                <c:pt idx="1566">
                  <c:v>42859</c:v>
                </c:pt>
                <c:pt idx="1567">
                  <c:v>42863</c:v>
                </c:pt>
                <c:pt idx="1568">
                  <c:v>42865</c:v>
                </c:pt>
                <c:pt idx="1569">
                  <c:v>42866</c:v>
                </c:pt>
                <c:pt idx="1570">
                  <c:v>42867</c:v>
                </c:pt>
                <c:pt idx="1571">
                  <c:v>42870</c:v>
                </c:pt>
                <c:pt idx="1572">
                  <c:v>42871</c:v>
                </c:pt>
                <c:pt idx="1573">
                  <c:v>42872</c:v>
                </c:pt>
                <c:pt idx="1574">
                  <c:v>42873</c:v>
                </c:pt>
                <c:pt idx="1575">
                  <c:v>42874</c:v>
                </c:pt>
                <c:pt idx="1576">
                  <c:v>42877</c:v>
                </c:pt>
                <c:pt idx="1577">
                  <c:v>42878</c:v>
                </c:pt>
                <c:pt idx="1578">
                  <c:v>42879</c:v>
                </c:pt>
                <c:pt idx="1579">
                  <c:v>42880</c:v>
                </c:pt>
                <c:pt idx="1580">
                  <c:v>42881</c:v>
                </c:pt>
                <c:pt idx="1581">
                  <c:v>42884</c:v>
                </c:pt>
                <c:pt idx="1582">
                  <c:v>42885</c:v>
                </c:pt>
                <c:pt idx="1583">
                  <c:v>42886</c:v>
                </c:pt>
                <c:pt idx="1584">
                  <c:v>42887</c:v>
                </c:pt>
                <c:pt idx="1585">
                  <c:v>42888</c:v>
                </c:pt>
                <c:pt idx="1586">
                  <c:v>42891</c:v>
                </c:pt>
                <c:pt idx="1587">
                  <c:v>42893</c:v>
                </c:pt>
                <c:pt idx="1588">
                  <c:v>42894</c:v>
                </c:pt>
                <c:pt idx="1589">
                  <c:v>42895</c:v>
                </c:pt>
                <c:pt idx="1590">
                  <c:v>42898</c:v>
                </c:pt>
                <c:pt idx="1591">
                  <c:v>42899</c:v>
                </c:pt>
                <c:pt idx="1592">
                  <c:v>42900</c:v>
                </c:pt>
                <c:pt idx="1593">
                  <c:v>42901</c:v>
                </c:pt>
                <c:pt idx="1594">
                  <c:v>42902</c:v>
                </c:pt>
                <c:pt idx="1595">
                  <c:v>42905</c:v>
                </c:pt>
                <c:pt idx="1596">
                  <c:v>42906</c:v>
                </c:pt>
                <c:pt idx="1597">
                  <c:v>42907</c:v>
                </c:pt>
                <c:pt idx="1598">
                  <c:v>42908</c:v>
                </c:pt>
                <c:pt idx="1599">
                  <c:v>42909</c:v>
                </c:pt>
                <c:pt idx="1600">
                  <c:v>42912</c:v>
                </c:pt>
                <c:pt idx="1601">
                  <c:v>42913</c:v>
                </c:pt>
                <c:pt idx="1602">
                  <c:v>42914</c:v>
                </c:pt>
                <c:pt idx="1603">
                  <c:v>42915</c:v>
                </c:pt>
                <c:pt idx="1604">
                  <c:v>42916</c:v>
                </c:pt>
                <c:pt idx="1605">
                  <c:v>42919</c:v>
                </c:pt>
                <c:pt idx="1606">
                  <c:v>42920</c:v>
                </c:pt>
                <c:pt idx="1607">
                  <c:v>42921</c:v>
                </c:pt>
                <c:pt idx="1608">
                  <c:v>42922</c:v>
                </c:pt>
                <c:pt idx="1609">
                  <c:v>42923</c:v>
                </c:pt>
                <c:pt idx="1610">
                  <c:v>42926</c:v>
                </c:pt>
                <c:pt idx="1611">
                  <c:v>42927</c:v>
                </c:pt>
                <c:pt idx="1612">
                  <c:v>42928</c:v>
                </c:pt>
                <c:pt idx="1613">
                  <c:v>42929</c:v>
                </c:pt>
                <c:pt idx="1614">
                  <c:v>42930</c:v>
                </c:pt>
                <c:pt idx="1615">
                  <c:v>42933</c:v>
                </c:pt>
                <c:pt idx="1616">
                  <c:v>42934</c:v>
                </c:pt>
                <c:pt idx="1617">
                  <c:v>42935</c:v>
                </c:pt>
                <c:pt idx="1618">
                  <c:v>42936</c:v>
                </c:pt>
                <c:pt idx="1619">
                  <c:v>42937</c:v>
                </c:pt>
                <c:pt idx="1620">
                  <c:v>42940</c:v>
                </c:pt>
                <c:pt idx="1621">
                  <c:v>42941</c:v>
                </c:pt>
                <c:pt idx="1622">
                  <c:v>42942</c:v>
                </c:pt>
                <c:pt idx="1623">
                  <c:v>42943</c:v>
                </c:pt>
                <c:pt idx="1624">
                  <c:v>42944</c:v>
                </c:pt>
                <c:pt idx="1625">
                  <c:v>42947</c:v>
                </c:pt>
                <c:pt idx="1626">
                  <c:v>42948</c:v>
                </c:pt>
                <c:pt idx="1627">
                  <c:v>42949</c:v>
                </c:pt>
                <c:pt idx="1628">
                  <c:v>42950</c:v>
                </c:pt>
                <c:pt idx="1629">
                  <c:v>42951</c:v>
                </c:pt>
                <c:pt idx="1630">
                  <c:v>42954</c:v>
                </c:pt>
                <c:pt idx="1631">
                  <c:v>42955</c:v>
                </c:pt>
                <c:pt idx="1632">
                  <c:v>42956</c:v>
                </c:pt>
                <c:pt idx="1633">
                  <c:v>42957</c:v>
                </c:pt>
                <c:pt idx="1634">
                  <c:v>42958</c:v>
                </c:pt>
                <c:pt idx="1635">
                  <c:v>42961</c:v>
                </c:pt>
                <c:pt idx="1636">
                  <c:v>42963</c:v>
                </c:pt>
                <c:pt idx="1637">
                  <c:v>42964</c:v>
                </c:pt>
                <c:pt idx="1638">
                  <c:v>42965</c:v>
                </c:pt>
                <c:pt idx="1639">
                  <c:v>42968</c:v>
                </c:pt>
                <c:pt idx="1640">
                  <c:v>42969</c:v>
                </c:pt>
                <c:pt idx="1641">
                  <c:v>42970</c:v>
                </c:pt>
                <c:pt idx="1642">
                  <c:v>42971</c:v>
                </c:pt>
                <c:pt idx="1643">
                  <c:v>42972</c:v>
                </c:pt>
                <c:pt idx="1644">
                  <c:v>42975</c:v>
                </c:pt>
                <c:pt idx="1645">
                  <c:v>42976</c:v>
                </c:pt>
                <c:pt idx="1646">
                  <c:v>42977</c:v>
                </c:pt>
                <c:pt idx="1647">
                  <c:v>42978</c:v>
                </c:pt>
                <c:pt idx="1648">
                  <c:v>42979</c:v>
                </c:pt>
                <c:pt idx="1649">
                  <c:v>42982</c:v>
                </c:pt>
                <c:pt idx="1650">
                  <c:v>42983</c:v>
                </c:pt>
                <c:pt idx="1651">
                  <c:v>42984</c:v>
                </c:pt>
                <c:pt idx="1652">
                  <c:v>42985</c:v>
                </c:pt>
                <c:pt idx="1653">
                  <c:v>42986</c:v>
                </c:pt>
                <c:pt idx="1654">
                  <c:v>42989</c:v>
                </c:pt>
                <c:pt idx="1655">
                  <c:v>42990</c:v>
                </c:pt>
                <c:pt idx="1656">
                  <c:v>42991</c:v>
                </c:pt>
                <c:pt idx="1657">
                  <c:v>42992</c:v>
                </c:pt>
                <c:pt idx="1658">
                  <c:v>42993</c:v>
                </c:pt>
                <c:pt idx="1659">
                  <c:v>42996</c:v>
                </c:pt>
                <c:pt idx="1660">
                  <c:v>42997</c:v>
                </c:pt>
                <c:pt idx="1661">
                  <c:v>42998</c:v>
                </c:pt>
                <c:pt idx="1662">
                  <c:v>42999</c:v>
                </c:pt>
                <c:pt idx="1663">
                  <c:v>43000</c:v>
                </c:pt>
                <c:pt idx="1664">
                  <c:v>43003</c:v>
                </c:pt>
                <c:pt idx="1665">
                  <c:v>43004</c:v>
                </c:pt>
                <c:pt idx="1666">
                  <c:v>43005</c:v>
                </c:pt>
                <c:pt idx="1667">
                  <c:v>43006</c:v>
                </c:pt>
                <c:pt idx="1668">
                  <c:v>43007</c:v>
                </c:pt>
                <c:pt idx="1669">
                  <c:v>43018</c:v>
                </c:pt>
                <c:pt idx="1670">
                  <c:v>43019</c:v>
                </c:pt>
                <c:pt idx="1671">
                  <c:v>43020</c:v>
                </c:pt>
                <c:pt idx="1672">
                  <c:v>43021</c:v>
                </c:pt>
                <c:pt idx="1673">
                  <c:v>43024</c:v>
                </c:pt>
                <c:pt idx="1674">
                  <c:v>43025</c:v>
                </c:pt>
                <c:pt idx="1675">
                  <c:v>43026</c:v>
                </c:pt>
                <c:pt idx="1676">
                  <c:v>43027</c:v>
                </c:pt>
                <c:pt idx="1677">
                  <c:v>43028</c:v>
                </c:pt>
                <c:pt idx="1678">
                  <c:v>43031</c:v>
                </c:pt>
                <c:pt idx="1679">
                  <c:v>43032</c:v>
                </c:pt>
                <c:pt idx="1680">
                  <c:v>43033</c:v>
                </c:pt>
                <c:pt idx="1681">
                  <c:v>43034</c:v>
                </c:pt>
                <c:pt idx="1682">
                  <c:v>43035</c:v>
                </c:pt>
                <c:pt idx="1683">
                  <c:v>43038</c:v>
                </c:pt>
                <c:pt idx="1684">
                  <c:v>43039</c:v>
                </c:pt>
                <c:pt idx="1685">
                  <c:v>43040</c:v>
                </c:pt>
                <c:pt idx="1686">
                  <c:v>43041</c:v>
                </c:pt>
                <c:pt idx="1687">
                  <c:v>43042</c:v>
                </c:pt>
                <c:pt idx="1688">
                  <c:v>43045</c:v>
                </c:pt>
                <c:pt idx="1689">
                  <c:v>43046</c:v>
                </c:pt>
                <c:pt idx="1690">
                  <c:v>43047</c:v>
                </c:pt>
                <c:pt idx="1691">
                  <c:v>43048</c:v>
                </c:pt>
                <c:pt idx="1692">
                  <c:v>43049</c:v>
                </c:pt>
                <c:pt idx="1693">
                  <c:v>43052</c:v>
                </c:pt>
                <c:pt idx="1694">
                  <c:v>43053</c:v>
                </c:pt>
                <c:pt idx="1695">
                  <c:v>43054</c:v>
                </c:pt>
                <c:pt idx="1696">
                  <c:v>43055</c:v>
                </c:pt>
                <c:pt idx="1697">
                  <c:v>43056</c:v>
                </c:pt>
                <c:pt idx="1698">
                  <c:v>43059</c:v>
                </c:pt>
                <c:pt idx="1699">
                  <c:v>43060</c:v>
                </c:pt>
                <c:pt idx="1700">
                  <c:v>43061</c:v>
                </c:pt>
                <c:pt idx="1701">
                  <c:v>43062</c:v>
                </c:pt>
                <c:pt idx="1702">
                  <c:v>43063</c:v>
                </c:pt>
                <c:pt idx="1703">
                  <c:v>43066</c:v>
                </c:pt>
                <c:pt idx="1704">
                  <c:v>43067</c:v>
                </c:pt>
                <c:pt idx="1705">
                  <c:v>43068</c:v>
                </c:pt>
                <c:pt idx="1706">
                  <c:v>43069</c:v>
                </c:pt>
                <c:pt idx="1707">
                  <c:v>43070</c:v>
                </c:pt>
                <c:pt idx="1708">
                  <c:v>43073</c:v>
                </c:pt>
                <c:pt idx="1709">
                  <c:v>43074</c:v>
                </c:pt>
                <c:pt idx="1710">
                  <c:v>43075</c:v>
                </c:pt>
                <c:pt idx="1711">
                  <c:v>43076</c:v>
                </c:pt>
                <c:pt idx="1712">
                  <c:v>43077</c:v>
                </c:pt>
                <c:pt idx="1713">
                  <c:v>43080</c:v>
                </c:pt>
                <c:pt idx="1714">
                  <c:v>43081</c:v>
                </c:pt>
                <c:pt idx="1715">
                  <c:v>43082</c:v>
                </c:pt>
                <c:pt idx="1716">
                  <c:v>43083</c:v>
                </c:pt>
                <c:pt idx="1717">
                  <c:v>43084</c:v>
                </c:pt>
                <c:pt idx="1718">
                  <c:v>43087</c:v>
                </c:pt>
                <c:pt idx="1719">
                  <c:v>43088</c:v>
                </c:pt>
                <c:pt idx="1720">
                  <c:v>43089</c:v>
                </c:pt>
                <c:pt idx="1721">
                  <c:v>43090</c:v>
                </c:pt>
                <c:pt idx="1722">
                  <c:v>43091</c:v>
                </c:pt>
                <c:pt idx="1723">
                  <c:v>43095</c:v>
                </c:pt>
                <c:pt idx="1724">
                  <c:v>43096</c:v>
                </c:pt>
                <c:pt idx="1725">
                  <c:v>43097</c:v>
                </c:pt>
                <c:pt idx="1726">
                  <c:v>43102</c:v>
                </c:pt>
                <c:pt idx="1727">
                  <c:v>43103</c:v>
                </c:pt>
                <c:pt idx="1728">
                  <c:v>43104</c:v>
                </c:pt>
                <c:pt idx="1729">
                  <c:v>43105</c:v>
                </c:pt>
                <c:pt idx="1730">
                  <c:v>43108</c:v>
                </c:pt>
                <c:pt idx="1731">
                  <c:v>43109</c:v>
                </c:pt>
                <c:pt idx="1732">
                  <c:v>43110</c:v>
                </c:pt>
                <c:pt idx="1733">
                  <c:v>43111</c:v>
                </c:pt>
                <c:pt idx="1734">
                  <c:v>43112</c:v>
                </c:pt>
                <c:pt idx="1735">
                  <c:v>43115</c:v>
                </c:pt>
                <c:pt idx="1736">
                  <c:v>43116</c:v>
                </c:pt>
                <c:pt idx="1737">
                  <c:v>43117</c:v>
                </c:pt>
                <c:pt idx="1738">
                  <c:v>43118</c:v>
                </c:pt>
                <c:pt idx="1739">
                  <c:v>43119</c:v>
                </c:pt>
                <c:pt idx="1740">
                  <c:v>43122</c:v>
                </c:pt>
                <c:pt idx="1741">
                  <c:v>43123</c:v>
                </c:pt>
                <c:pt idx="1742">
                  <c:v>43124</c:v>
                </c:pt>
                <c:pt idx="1743">
                  <c:v>43125</c:v>
                </c:pt>
                <c:pt idx="1744">
                  <c:v>43126</c:v>
                </c:pt>
                <c:pt idx="1745">
                  <c:v>43129</c:v>
                </c:pt>
                <c:pt idx="1746">
                  <c:v>43130</c:v>
                </c:pt>
                <c:pt idx="1747">
                  <c:v>43131</c:v>
                </c:pt>
                <c:pt idx="1748">
                  <c:v>43132</c:v>
                </c:pt>
                <c:pt idx="1749">
                  <c:v>43133</c:v>
                </c:pt>
                <c:pt idx="1750">
                  <c:v>43136</c:v>
                </c:pt>
                <c:pt idx="1751">
                  <c:v>43137</c:v>
                </c:pt>
                <c:pt idx="1752">
                  <c:v>43138</c:v>
                </c:pt>
                <c:pt idx="1753">
                  <c:v>43139</c:v>
                </c:pt>
                <c:pt idx="1754">
                  <c:v>43140</c:v>
                </c:pt>
                <c:pt idx="1755">
                  <c:v>43143</c:v>
                </c:pt>
                <c:pt idx="1756">
                  <c:v>43144</c:v>
                </c:pt>
                <c:pt idx="1757">
                  <c:v>43145</c:v>
                </c:pt>
                <c:pt idx="1758">
                  <c:v>43150</c:v>
                </c:pt>
                <c:pt idx="1759">
                  <c:v>43151</c:v>
                </c:pt>
                <c:pt idx="1760">
                  <c:v>43152</c:v>
                </c:pt>
                <c:pt idx="1761">
                  <c:v>43153</c:v>
                </c:pt>
                <c:pt idx="1762">
                  <c:v>43154</c:v>
                </c:pt>
                <c:pt idx="1763">
                  <c:v>43157</c:v>
                </c:pt>
                <c:pt idx="1764">
                  <c:v>43158</c:v>
                </c:pt>
                <c:pt idx="1765">
                  <c:v>43159</c:v>
                </c:pt>
                <c:pt idx="1766">
                  <c:v>43161</c:v>
                </c:pt>
                <c:pt idx="1767">
                  <c:v>43164</c:v>
                </c:pt>
                <c:pt idx="1768">
                  <c:v>43165</c:v>
                </c:pt>
                <c:pt idx="1769">
                  <c:v>43166</c:v>
                </c:pt>
                <c:pt idx="1770">
                  <c:v>43167</c:v>
                </c:pt>
                <c:pt idx="1771">
                  <c:v>43168</c:v>
                </c:pt>
                <c:pt idx="1772">
                  <c:v>43171</c:v>
                </c:pt>
                <c:pt idx="1773">
                  <c:v>43172</c:v>
                </c:pt>
                <c:pt idx="1774">
                  <c:v>43173</c:v>
                </c:pt>
                <c:pt idx="1775">
                  <c:v>43174</c:v>
                </c:pt>
                <c:pt idx="1776">
                  <c:v>43175</c:v>
                </c:pt>
                <c:pt idx="1777">
                  <c:v>43178</c:v>
                </c:pt>
                <c:pt idx="1778">
                  <c:v>43179</c:v>
                </c:pt>
                <c:pt idx="1779">
                  <c:v>43180</c:v>
                </c:pt>
                <c:pt idx="1780">
                  <c:v>43181</c:v>
                </c:pt>
                <c:pt idx="1781">
                  <c:v>43182</c:v>
                </c:pt>
                <c:pt idx="1782">
                  <c:v>43185</c:v>
                </c:pt>
                <c:pt idx="1783">
                  <c:v>43186</c:v>
                </c:pt>
                <c:pt idx="1784">
                  <c:v>43187</c:v>
                </c:pt>
                <c:pt idx="1785">
                  <c:v>43188</c:v>
                </c:pt>
                <c:pt idx="1786">
                  <c:v>43189</c:v>
                </c:pt>
                <c:pt idx="1787">
                  <c:v>43192</c:v>
                </c:pt>
                <c:pt idx="1788">
                  <c:v>43193</c:v>
                </c:pt>
                <c:pt idx="1789">
                  <c:v>43194</c:v>
                </c:pt>
                <c:pt idx="1790">
                  <c:v>43195</c:v>
                </c:pt>
                <c:pt idx="1791">
                  <c:v>43196</c:v>
                </c:pt>
                <c:pt idx="1792">
                  <c:v>43199</c:v>
                </c:pt>
                <c:pt idx="1793">
                  <c:v>43200</c:v>
                </c:pt>
                <c:pt idx="1794">
                  <c:v>43201</c:v>
                </c:pt>
                <c:pt idx="1795">
                  <c:v>43202</c:v>
                </c:pt>
                <c:pt idx="1796">
                  <c:v>43203</c:v>
                </c:pt>
                <c:pt idx="1797">
                  <c:v>43206</c:v>
                </c:pt>
                <c:pt idx="1798">
                  <c:v>43207</c:v>
                </c:pt>
                <c:pt idx="1799">
                  <c:v>43208</c:v>
                </c:pt>
                <c:pt idx="1800">
                  <c:v>43209</c:v>
                </c:pt>
                <c:pt idx="1801">
                  <c:v>43210</c:v>
                </c:pt>
                <c:pt idx="1802">
                  <c:v>43213</c:v>
                </c:pt>
                <c:pt idx="1803">
                  <c:v>43214</c:v>
                </c:pt>
                <c:pt idx="1804">
                  <c:v>43215</c:v>
                </c:pt>
                <c:pt idx="1805">
                  <c:v>43216</c:v>
                </c:pt>
                <c:pt idx="1806">
                  <c:v>43217</c:v>
                </c:pt>
                <c:pt idx="1807">
                  <c:v>43220</c:v>
                </c:pt>
                <c:pt idx="1808">
                  <c:v>43222</c:v>
                </c:pt>
                <c:pt idx="1809">
                  <c:v>43223</c:v>
                </c:pt>
                <c:pt idx="1810">
                  <c:v>43224</c:v>
                </c:pt>
                <c:pt idx="1811">
                  <c:v>43228</c:v>
                </c:pt>
                <c:pt idx="1812">
                  <c:v>43229</c:v>
                </c:pt>
                <c:pt idx="1813">
                  <c:v>43230</c:v>
                </c:pt>
                <c:pt idx="1814">
                  <c:v>43231</c:v>
                </c:pt>
                <c:pt idx="1815">
                  <c:v>43234</c:v>
                </c:pt>
                <c:pt idx="1816">
                  <c:v>43235</c:v>
                </c:pt>
                <c:pt idx="1817">
                  <c:v>43236</c:v>
                </c:pt>
                <c:pt idx="1818">
                  <c:v>43237</c:v>
                </c:pt>
                <c:pt idx="1819">
                  <c:v>43238</c:v>
                </c:pt>
                <c:pt idx="1820">
                  <c:v>43241</c:v>
                </c:pt>
                <c:pt idx="1821">
                  <c:v>43243</c:v>
                </c:pt>
                <c:pt idx="1822">
                  <c:v>43244</c:v>
                </c:pt>
                <c:pt idx="1823">
                  <c:v>43245</c:v>
                </c:pt>
                <c:pt idx="1824">
                  <c:v>43248</c:v>
                </c:pt>
                <c:pt idx="1825">
                  <c:v>43249</c:v>
                </c:pt>
                <c:pt idx="1826">
                  <c:v>43250</c:v>
                </c:pt>
                <c:pt idx="1827">
                  <c:v>43251</c:v>
                </c:pt>
                <c:pt idx="1828">
                  <c:v>43252</c:v>
                </c:pt>
                <c:pt idx="1829">
                  <c:v>43255</c:v>
                </c:pt>
                <c:pt idx="1830">
                  <c:v>43256</c:v>
                </c:pt>
                <c:pt idx="1831">
                  <c:v>43258</c:v>
                </c:pt>
                <c:pt idx="1832">
                  <c:v>43259</c:v>
                </c:pt>
                <c:pt idx="1833">
                  <c:v>43262</c:v>
                </c:pt>
                <c:pt idx="1834">
                  <c:v>43263</c:v>
                </c:pt>
                <c:pt idx="1835">
                  <c:v>43265</c:v>
                </c:pt>
                <c:pt idx="1836">
                  <c:v>43266</c:v>
                </c:pt>
                <c:pt idx="1837">
                  <c:v>43269</c:v>
                </c:pt>
                <c:pt idx="1838">
                  <c:v>43270</c:v>
                </c:pt>
                <c:pt idx="1839">
                  <c:v>43271</c:v>
                </c:pt>
                <c:pt idx="1840">
                  <c:v>43272</c:v>
                </c:pt>
                <c:pt idx="1841">
                  <c:v>43273</c:v>
                </c:pt>
                <c:pt idx="1842">
                  <c:v>43276</c:v>
                </c:pt>
                <c:pt idx="1843">
                  <c:v>43277</c:v>
                </c:pt>
                <c:pt idx="1844">
                  <c:v>43278</c:v>
                </c:pt>
                <c:pt idx="1845">
                  <c:v>43279</c:v>
                </c:pt>
                <c:pt idx="1846">
                  <c:v>43280</c:v>
                </c:pt>
                <c:pt idx="1847">
                  <c:v>43283</c:v>
                </c:pt>
                <c:pt idx="1848">
                  <c:v>43284</c:v>
                </c:pt>
                <c:pt idx="1849">
                  <c:v>43285</c:v>
                </c:pt>
                <c:pt idx="1850">
                  <c:v>43286</c:v>
                </c:pt>
                <c:pt idx="1851">
                  <c:v>43287</c:v>
                </c:pt>
                <c:pt idx="1852">
                  <c:v>43290</c:v>
                </c:pt>
                <c:pt idx="1853">
                  <c:v>43291</c:v>
                </c:pt>
                <c:pt idx="1854">
                  <c:v>43292</c:v>
                </c:pt>
                <c:pt idx="1855">
                  <c:v>43293</c:v>
                </c:pt>
                <c:pt idx="1856">
                  <c:v>43294</c:v>
                </c:pt>
                <c:pt idx="1857">
                  <c:v>43297</c:v>
                </c:pt>
                <c:pt idx="1858">
                  <c:v>43298</c:v>
                </c:pt>
                <c:pt idx="1859">
                  <c:v>43299</c:v>
                </c:pt>
                <c:pt idx="1860">
                  <c:v>43300</c:v>
                </c:pt>
                <c:pt idx="1861">
                  <c:v>43301</c:v>
                </c:pt>
                <c:pt idx="1862">
                  <c:v>43304</c:v>
                </c:pt>
                <c:pt idx="1863">
                  <c:v>43305</c:v>
                </c:pt>
                <c:pt idx="1864">
                  <c:v>43306</c:v>
                </c:pt>
                <c:pt idx="1865">
                  <c:v>43307</c:v>
                </c:pt>
                <c:pt idx="1866">
                  <c:v>43308</c:v>
                </c:pt>
                <c:pt idx="1867">
                  <c:v>43311</c:v>
                </c:pt>
                <c:pt idx="1868">
                  <c:v>43312</c:v>
                </c:pt>
                <c:pt idx="1869">
                  <c:v>43313</c:v>
                </c:pt>
                <c:pt idx="1870">
                  <c:v>43314</c:v>
                </c:pt>
                <c:pt idx="1871">
                  <c:v>43315</c:v>
                </c:pt>
                <c:pt idx="1872">
                  <c:v>43318</c:v>
                </c:pt>
                <c:pt idx="1873">
                  <c:v>43319</c:v>
                </c:pt>
                <c:pt idx="1874">
                  <c:v>43320</c:v>
                </c:pt>
                <c:pt idx="1875">
                  <c:v>43321</c:v>
                </c:pt>
                <c:pt idx="1876">
                  <c:v>43322</c:v>
                </c:pt>
                <c:pt idx="1877">
                  <c:v>43325</c:v>
                </c:pt>
                <c:pt idx="1878">
                  <c:v>43326</c:v>
                </c:pt>
                <c:pt idx="1879">
                  <c:v>43328</c:v>
                </c:pt>
                <c:pt idx="1880">
                  <c:v>43329</c:v>
                </c:pt>
                <c:pt idx="1881">
                  <c:v>43332</c:v>
                </c:pt>
                <c:pt idx="1882">
                  <c:v>43333</c:v>
                </c:pt>
                <c:pt idx="1883">
                  <c:v>43334</c:v>
                </c:pt>
                <c:pt idx="1884">
                  <c:v>43335</c:v>
                </c:pt>
                <c:pt idx="1885">
                  <c:v>43336</c:v>
                </c:pt>
                <c:pt idx="1886">
                  <c:v>43339</c:v>
                </c:pt>
                <c:pt idx="1887">
                  <c:v>43340</c:v>
                </c:pt>
                <c:pt idx="1888">
                  <c:v>43341</c:v>
                </c:pt>
                <c:pt idx="1889">
                  <c:v>43342</c:v>
                </c:pt>
                <c:pt idx="1890">
                  <c:v>43343</c:v>
                </c:pt>
                <c:pt idx="1891">
                  <c:v>43346</c:v>
                </c:pt>
                <c:pt idx="1892">
                  <c:v>43347</c:v>
                </c:pt>
                <c:pt idx="1893">
                  <c:v>43348</c:v>
                </c:pt>
                <c:pt idx="1894">
                  <c:v>43349</c:v>
                </c:pt>
                <c:pt idx="1895">
                  <c:v>43350</c:v>
                </c:pt>
                <c:pt idx="1896">
                  <c:v>43353</c:v>
                </c:pt>
                <c:pt idx="1897">
                  <c:v>43354</c:v>
                </c:pt>
                <c:pt idx="1898">
                  <c:v>43355</c:v>
                </c:pt>
                <c:pt idx="1899">
                  <c:v>43356</c:v>
                </c:pt>
                <c:pt idx="1900">
                  <c:v>43357</c:v>
                </c:pt>
                <c:pt idx="1901">
                  <c:v>43360</c:v>
                </c:pt>
                <c:pt idx="1902">
                  <c:v>43361</c:v>
                </c:pt>
                <c:pt idx="1903">
                  <c:v>43362</c:v>
                </c:pt>
                <c:pt idx="1904">
                  <c:v>43363</c:v>
                </c:pt>
                <c:pt idx="1905">
                  <c:v>43364</c:v>
                </c:pt>
                <c:pt idx="1906">
                  <c:v>43370</c:v>
                </c:pt>
                <c:pt idx="1907">
                  <c:v>43371</c:v>
                </c:pt>
                <c:pt idx="1908">
                  <c:v>43374</c:v>
                </c:pt>
                <c:pt idx="1909">
                  <c:v>43375</c:v>
                </c:pt>
                <c:pt idx="1910">
                  <c:v>43377</c:v>
                </c:pt>
                <c:pt idx="1911">
                  <c:v>43378</c:v>
                </c:pt>
                <c:pt idx="1912">
                  <c:v>43381</c:v>
                </c:pt>
                <c:pt idx="1913">
                  <c:v>43383</c:v>
                </c:pt>
                <c:pt idx="1914">
                  <c:v>43384</c:v>
                </c:pt>
                <c:pt idx="1915">
                  <c:v>43385</c:v>
                </c:pt>
                <c:pt idx="1916">
                  <c:v>43388</c:v>
                </c:pt>
                <c:pt idx="1917">
                  <c:v>43389</c:v>
                </c:pt>
                <c:pt idx="1918">
                  <c:v>43390</c:v>
                </c:pt>
                <c:pt idx="1919">
                  <c:v>43391</c:v>
                </c:pt>
                <c:pt idx="1920">
                  <c:v>43392</c:v>
                </c:pt>
                <c:pt idx="1921">
                  <c:v>43395</c:v>
                </c:pt>
                <c:pt idx="1922">
                  <c:v>43396</c:v>
                </c:pt>
                <c:pt idx="1923">
                  <c:v>43397</c:v>
                </c:pt>
                <c:pt idx="1924">
                  <c:v>43398</c:v>
                </c:pt>
                <c:pt idx="1925">
                  <c:v>43399</c:v>
                </c:pt>
                <c:pt idx="1926">
                  <c:v>43402</c:v>
                </c:pt>
                <c:pt idx="1927">
                  <c:v>43403</c:v>
                </c:pt>
                <c:pt idx="1928">
                  <c:v>43404</c:v>
                </c:pt>
                <c:pt idx="1929">
                  <c:v>43405</c:v>
                </c:pt>
                <c:pt idx="1930">
                  <c:v>43406</c:v>
                </c:pt>
                <c:pt idx="1931">
                  <c:v>43409</c:v>
                </c:pt>
                <c:pt idx="1932">
                  <c:v>43410</c:v>
                </c:pt>
                <c:pt idx="1933">
                  <c:v>43411</c:v>
                </c:pt>
                <c:pt idx="1934">
                  <c:v>43412</c:v>
                </c:pt>
                <c:pt idx="1935">
                  <c:v>43413</c:v>
                </c:pt>
                <c:pt idx="1936">
                  <c:v>43416</c:v>
                </c:pt>
                <c:pt idx="1937">
                  <c:v>43417</c:v>
                </c:pt>
                <c:pt idx="1938">
                  <c:v>43418</c:v>
                </c:pt>
                <c:pt idx="1939">
                  <c:v>43419</c:v>
                </c:pt>
                <c:pt idx="1940">
                  <c:v>43420</c:v>
                </c:pt>
                <c:pt idx="1941">
                  <c:v>43423</c:v>
                </c:pt>
                <c:pt idx="1942">
                  <c:v>43424</c:v>
                </c:pt>
                <c:pt idx="1943">
                  <c:v>43425</c:v>
                </c:pt>
                <c:pt idx="1944">
                  <c:v>43426</c:v>
                </c:pt>
                <c:pt idx="1945">
                  <c:v>43427</c:v>
                </c:pt>
                <c:pt idx="1946">
                  <c:v>43430</c:v>
                </c:pt>
                <c:pt idx="1947">
                  <c:v>43431</c:v>
                </c:pt>
                <c:pt idx="1948">
                  <c:v>43432</c:v>
                </c:pt>
                <c:pt idx="1949">
                  <c:v>43433</c:v>
                </c:pt>
                <c:pt idx="1950">
                  <c:v>43434</c:v>
                </c:pt>
                <c:pt idx="1951">
                  <c:v>43437</c:v>
                </c:pt>
                <c:pt idx="1952">
                  <c:v>43438</c:v>
                </c:pt>
                <c:pt idx="1953">
                  <c:v>43439</c:v>
                </c:pt>
                <c:pt idx="1954">
                  <c:v>43440</c:v>
                </c:pt>
                <c:pt idx="1955">
                  <c:v>43441</c:v>
                </c:pt>
                <c:pt idx="1956">
                  <c:v>43444</c:v>
                </c:pt>
                <c:pt idx="1957">
                  <c:v>43445</c:v>
                </c:pt>
                <c:pt idx="1958">
                  <c:v>43446</c:v>
                </c:pt>
                <c:pt idx="1959">
                  <c:v>43447</c:v>
                </c:pt>
                <c:pt idx="1960">
                  <c:v>43448</c:v>
                </c:pt>
                <c:pt idx="1961">
                  <c:v>43451</c:v>
                </c:pt>
                <c:pt idx="1962">
                  <c:v>43452</c:v>
                </c:pt>
                <c:pt idx="1963">
                  <c:v>43453</c:v>
                </c:pt>
                <c:pt idx="1964">
                  <c:v>43454</c:v>
                </c:pt>
                <c:pt idx="1965">
                  <c:v>43455</c:v>
                </c:pt>
                <c:pt idx="1966">
                  <c:v>43458</c:v>
                </c:pt>
                <c:pt idx="1967">
                  <c:v>43460</c:v>
                </c:pt>
                <c:pt idx="1968">
                  <c:v>43461</c:v>
                </c:pt>
                <c:pt idx="1969">
                  <c:v>43462</c:v>
                </c:pt>
                <c:pt idx="1970">
                  <c:v>43467</c:v>
                </c:pt>
                <c:pt idx="1971">
                  <c:v>43468</c:v>
                </c:pt>
                <c:pt idx="1972">
                  <c:v>43469</c:v>
                </c:pt>
                <c:pt idx="1973">
                  <c:v>43472</c:v>
                </c:pt>
                <c:pt idx="1974">
                  <c:v>43473</c:v>
                </c:pt>
                <c:pt idx="1975">
                  <c:v>43474</c:v>
                </c:pt>
                <c:pt idx="1976">
                  <c:v>43475</c:v>
                </c:pt>
                <c:pt idx="1977">
                  <c:v>43476</c:v>
                </c:pt>
                <c:pt idx="1978">
                  <c:v>43479</c:v>
                </c:pt>
                <c:pt idx="1979">
                  <c:v>43480</c:v>
                </c:pt>
                <c:pt idx="1980">
                  <c:v>43481</c:v>
                </c:pt>
                <c:pt idx="1981">
                  <c:v>43482</c:v>
                </c:pt>
                <c:pt idx="1982">
                  <c:v>43483</c:v>
                </c:pt>
                <c:pt idx="1983">
                  <c:v>43486</c:v>
                </c:pt>
                <c:pt idx="1984">
                  <c:v>43487</c:v>
                </c:pt>
                <c:pt idx="1985">
                  <c:v>43488</c:v>
                </c:pt>
                <c:pt idx="1986">
                  <c:v>43489</c:v>
                </c:pt>
                <c:pt idx="1987">
                  <c:v>43490</c:v>
                </c:pt>
                <c:pt idx="1988">
                  <c:v>43493</c:v>
                </c:pt>
                <c:pt idx="1989">
                  <c:v>43494</c:v>
                </c:pt>
                <c:pt idx="1990">
                  <c:v>43495</c:v>
                </c:pt>
                <c:pt idx="1991">
                  <c:v>43496</c:v>
                </c:pt>
                <c:pt idx="1992">
                  <c:v>43497</c:v>
                </c:pt>
                <c:pt idx="1993">
                  <c:v>43503</c:v>
                </c:pt>
                <c:pt idx="1994">
                  <c:v>43504</c:v>
                </c:pt>
                <c:pt idx="1995">
                  <c:v>43507</c:v>
                </c:pt>
                <c:pt idx="1996">
                  <c:v>43508</c:v>
                </c:pt>
                <c:pt idx="1997">
                  <c:v>43509</c:v>
                </c:pt>
                <c:pt idx="1998">
                  <c:v>43510</c:v>
                </c:pt>
                <c:pt idx="1999">
                  <c:v>43511</c:v>
                </c:pt>
                <c:pt idx="2000">
                  <c:v>43514</c:v>
                </c:pt>
                <c:pt idx="2001">
                  <c:v>43515</c:v>
                </c:pt>
                <c:pt idx="2002">
                  <c:v>43516</c:v>
                </c:pt>
                <c:pt idx="2003">
                  <c:v>43517</c:v>
                </c:pt>
                <c:pt idx="2004">
                  <c:v>43518</c:v>
                </c:pt>
                <c:pt idx="2005">
                  <c:v>43521</c:v>
                </c:pt>
                <c:pt idx="2006">
                  <c:v>43522</c:v>
                </c:pt>
                <c:pt idx="2007">
                  <c:v>43523</c:v>
                </c:pt>
                <c:pt idx="2008">
                  <c:v>43524</c:v>
                </c:pt>
                <c:pt idx="2009">
                  <c:v>43528</c:v>
                </c:pt>
                <c:pt idx="2010">
                  <c:v>43529</c:v>
                </c:pt>
                <c:pt idx="2011">
                  <c:v>43530</c:v>
                </c:pt>
                <c:pt idx="2012">
                  <c:v>43531</c:v>
                </c:pt>
                <c:pt idx="2013">
                  <c:v>43532</c:v>
                </c:pt>
                <c:pt idx="2014">
                  <c:v>43535</c:v>
                </c:pt>
                <c:pt idx="2015">
                  <c:v>43536</c:v>
                </c:pt>
                <c:pt idx="2016">
                  <c:v>43537</c:v>
                </c:pt>
                <c:pt idx="2017">
                  <c:v>43538</c:v>
                </c:pt>
                <c:pt idx="2018">
                  <c:v>43539</c:v>
                </c:pt>
                <c:pt idx="2019">
                  <c:v>43542</c:v>
                </c:pt>
                <c:pt idx="2020">
                  <c:v>43543</c:v>
                </c:pt>
                <c:pt idx="2021">
                  <c:v>43544</c:v>
                </c:pt>
                <c:pt idx="2022">
                  <c:v>43545</c:v>
                </c:pt>
                <c:pt idx="2023">
                  <c:v>43546</c:v>
                </c:pt>
                <c:pt idx="2024">
                  <c:v>43549</c:v>
                </c:pt>
                <c:pt idx="2025">
                  <c:v>43550</c:v>
                </c:pt>
                <c:pt idx="2026">
                  <c:v>43551</c:v>
                </c:pt>
                <c:pt idx="2027">
                  <c:v>43552</c:v>
                </c:pt>
                <c:pt idx="2028">
                  <c:v>43553</c:v>
                </c:pt>
                <c:pt idx="2029">
                  <c:v>43556</c:v>
                </c:pt>
                <c:pt idx="2030">
                  <c:v>43557</c:v>
                </c:pt>
                <c:pt idx="2031">
                  <c:v>43558</c:v>
                </c:pt>
                <c:pt idx="2032">
                  <c:v>43559</c:v>
                </c:pt>
                <c:pt idx="2033">
                  <c:v>43560</c:v>
                </c:pt>
                <c:pt idx="2034">
                  <c:v>43563</c:v>
                </c:pt>
                <c:pt idx="2035">
                  <c:v>43564</c:v>
                </c:pt>
                <c:pt idx="2036">
                  <c:v>43565</c:v>
                </c:pt>
                <c:pt idx="2037">
                  <c:v>43566</c:v>
                </c:pt>
                <c:pt idx="2038">
                  <c:v>43567</c:v>
                </c:pt>
                <c:pt idx="2039">
                  <c:v>43570</c:v>
                </c:pt>
                <c:pt idx="2040">
                  <c:v>43571</c:v>
                </c:pt>
                <c:pt idx="2041">
                  <c:v>43572</c:v>
                </c:pt>
                <c:pt idx="2042">
                  <c:v>43573</c:v>
                </c:pt>
                <c:pt idx="2043">
                  <c:v>43574</c:v>
                </c:pt>
                <c:pt idx="2044">
                  <c:v>43577</c:v>
                </c:pt>
                <c:pt idx="2045">
                  <c:v>43578</c:v>
                </c:pt>
                <c:pt idx="2046">
                  <c:v>43579</c:v>
                </c:pt>
                <c:pt idx="2047">
                  <c:v>43580</c:v>
                </c:pt>
                <c:pt idx="2048">
                  <c:v>43581</c:v>
                </c:pt>
                <c:pt idx="2049">
                  <c:v>43584</c:v>
                </c:pt>
                <c:pt idx="2050">
                  <c:v>43585</c:v>
                </c:pt>
                <c:pt idx="2051">
                  <c:v>43587</c:v>
                </c:pt>
                <c:pt idx="2052">
                  <c:v>43588</c:v>
                </c:pt>
                <c:pt idx="2053">
                  <c:v>43592</c:v>
                </c:pt>
                <c:pt idx="2054">
                  <c:v>43593</c:v>
                </c:pt>
                <c:pt idx="2055">
                  <c:v>43594</c:v>
                </c:pt>
                <c:pt idx="2056">
                  <c:v>43595</c:v>
                </c:pt>
                <c:pt idx="2057">
                  <c:v>43598</c:v>
                </c:pt>
                <c:pt idx="2058">
                  <c:v>43599</c:v>
                </c:pt>
                <c:pt idx="2059">
                  <c:v>43600</c:v>
                </c:pt>
                <c:pt idx="2060">
                  <c:v>43601</c:v>
                </c:pt>
                <c:pt idx="2061">
                  <c:v>43602</c:v>
                </c:pt>
                <c:pt idx="2062">
                  <c:v>43605</c:v>
                </c:pt>
                <c:pt idx="2063">
                  <c:v>43606</c:v>
                </c:pt>
                <c:pt idx="2064">
                  <c:v>43607</c:v>
                </c:pt>
                <c:pt idx="2065">
                  <c:v>43608</c:v>
                </c:pt>
                <c:pt idx="2066">
                  <c:v>43609</c:v>
                </c:pt>
                <c:pt idx="2067">
                  <c:v>43612</c:v>
                </c:pt>
                <c:pt idx="2068">
                  <c:v>43613</c:v>
                </c:pt>
                <c:pt idx="2069">
                  <c:v>43614</c:v>
                </c:pt>
                <c:pt idx="2070">
                  <c:v>43615</c:v>
                </c:pt>
                <c:pt idx="2071">
                  <c:v>43616</c:v>
                </c:pt>
                <c:pt idx="2072">
                  <c:v>43619</c:v>
                </c:pt>
                <c:pt idx="2073">
                  <c:v>43620</c:v>
                </c:pt>
                <c:pt idx="2074">
                  <c:v>43621</c:v>
                </c:pt>
                <c:pt idx="2075">
                  <c:v>43623</c:v>
                </c:pt>
                <c:pt idx="2076">
                  <c:v>43626</c:v>
                </c:pt>
                <c:pt idx="2077">
                  <c:v>43627</c:v>
                </c:pt>
                <c:pt idx="2078">
                  <c:v>43628</c:v>
                </c:pt>
                <c:pt idx="2079">
                  <c:v>43629</c:v>
                </c:pt>
                <c:pt idx="2080">
                  <c:v>43630</c:v>
                </c:pt>
                <c:pt idx="2081">
                  <c:v>43633</c:v>
                </c:pt>
                <c:pt idx="2082">
                  <c:v>43634</c:v>
                </c:pt>
                <c:pt idx="2083">
                  <c:v>43635</c:v>
                </c:pt>
                <c:pt idx="2084">
                  <c:v>43636</c:v>
                </c:pt>
                <c:pt idx="2085">
                  <c:v>43637</c:v>
                </c:pt>
                <c:pt idx="2086">
                  <c:v>43640</c:v>
                </c:pt>
                <c:pt idx="2087">
                  <c:v>43641</c:v>
                </c:pt>
                <c:pt idx="2088">
                  <c:v>43642</c:v>
                </c:pt>
                <c:pt idx="2089">
                  <c:v>43643</c:v>
                </c:pt>
                <c:pt idx="2090">
                  <c:v>43644</c:v>
                </c:pt>
                <c:pt idx="2091">
                  <c:v>43647</c:v>
                </c:pt>
                <c:pt idx="2092">
                  <c:v>43648</c:v>
                </c:pt>
                <c:pt idx="2093">
                  <c:v>43649</c:v>
                </c:pt>
                <c:pt idx="2094">
                  <c:v>43650</c:v>
                </c:pt>
                <c:pt idx="2095">
                  <c:v>43651</c:v>
                </c:pt>
                <c:pt idx="2096">
                  <c:v>43654</c:v>
                </c:pt>
                <c:pt idx="2097">
                  <c:v>43655</c:v>
                </c:pt>
                <c:pt idx="2098">
                  <c:v>43656</c:v>
                </c:pt>
                <c:pt idx="2099">
                  <c:v>43657</c:v>
                </c:pt>
                <c:pt idx="2100">
                  <c:v>43658</c:v>
                </c:pt>
                <c:pt idx="2101">
                  <c:v>43661</c:v>
                </c:pt>
                <c:pt idx="2102">
                  <c:v>43662</c:v>
                </c:pt>
                <c:pt idx="2103">
                  <c:v>43663</c:v>
                </c:pt>
                <c:pt idx="2104">
                  <c:v>43664</c:v>
                </c:pt>
                <c:pt idx="2105">
                  <c:v>43665</c:v>
                </c:pt>
                <c:pt idx="2106">
                  <c:v>43668</c:v>
                </c:pt>
                <c:pt idx="2107">
                  <c:v>43669</c:v>
                </c:pt>
                <c:pt idx="2108">
                  <c:v>43670</c:v>
                </c:pt>
                <c:pt idx="2109">
                  <c:v>43671</c:v>
                </c:pt>
                <c:pt idx="2110">
                  <c:v>43672</c:v>
                </c:pt>
                <c:pt idx="2111">
                  <c:v>43675</c:v>
                </c:pt>
                <c:pt idx="2112">
                  <c:v>43676</c:v>
                </c:pt>
                <c:pt idx="2113">
                  <c:v>43677</c:v>
                </c:pt>
                <c:pt idx="2114">
                  <c:v>43678</c:v>
                </c:pt>
                <c:pt idx="2115">
                  <c:v>43679</c:v>
                </c:pt>
                <c:pt idx="2116">
                  <c:v>43682</c:v>
                </c:pt>
                <c:pt idx="2117">
                  <c:v>43683</c:v>
                </c:pt>
                <c:pt idx="2118">
                  <c:v>43684</c:v>
                </c:pt>
                <c:pt idx="2119">
                  <c:v>43685</c:v>
                </c:pt>
                <c:pt idx="2120">
                  <c:v>43686</c:v>
                </c:pt>
                <c:pt idx="2121">
                  <c:v>43689</c:v>
                </c:pt>
                <c:pt idx="2122">
                  <c:v>43690</c:v>
                </c:pt>
                <c:pt idx="2123">
                  <c:v>43691</c:v>
                </c:pt>
                <c:pt idx="2124">
                  <c:v>43693</c:v>
                </c:pt>
                <c:pt idx="2125">
                  <c:v>43696</c:v>
                </c:pt>
                <c:pt idx="2126">
                  <c:v>43697</c:v>
                </c:pt>
                <c:pt idx="2127">
                  <c:v>43698</c:v>
                </c:pt>
                <c:pt idx="2128">
                  <c:v>43699</c:v>
                </c:pt>
                <c:pt idx="2129">
                  <c:v>43700</c:v>
                </c:pt>
                <c:pt idx="2130">
                  <c:v>43703</c:v>
                </c:pt>
                <c:pt idx="2131">
                  <c:v>43704</c:v>
                </c:pt>
                <c:pt idx="2132">
                  <c:v>43705</c:v>
                </c:pt>
                <c:pt idx="2133">
                  <c:v>43706</c:v>
                </c:pt>
                <c:pt idx="2134">
                  <c:v>43707</c:v>
                </c:pt>
                <c:pt idx="2135">
                  <c:v>43710</c:v>
                </c:pt>
                <c:pt idx="2136">
                  <c:v>43711</c:v>
                </c:pt>
                <c:pt idx="2137">
                  <c:v>43712</c:v>
                </c:pt>
                <c:pt idx="2138">
                  <c:v>43713</c:v>
                </c:pt>
                <c:pt idx="2139">
                  <c:v>43714</c:v>
                </c:pt>
                <c:pt idx="2140">
                  <c:v>43717</c:v>
                </c:pt>
                <c:pt idx="2141">
                  <c:v>43718</c:v>
                </c:pt>
                <c:pt idx="2142">
                  <c:v>43719</c:v>
                </c:pt>
                <c:pt idx="2143">
                  <c:v>43724</c:v>
                </c:pt>
                <c:pt idx="2144">
                  <c:v>43725</c:v>
                </c:pt>
                <c:pt idx="2145">
                  <c:v>43726</c:v>
                </c:pt>
                <c:pt idx="2146">
                  <c:v>43727</c:v>
                </c:pt>
                <c:pt idx="2147">
                  <c:v>43728</c:v>
                </c:pt>
                <c:pt idx="2148">
                  <c:v>43731</c:v>
                </c:pt>
                <c:pt idx="2149">
                  <c:v>43732</c:v>
                </c:pt>
                <c:pt idx="2150">
                  <c:v>43733</c:v>
                </c:pt>
                <c:pt idx="2151">
                  <c:v>43734</c:v>
                </c:pt>
                <c:pt idx="2152">
                  <c:v>43735</c:v>
                </c:pt>
                <c:pt idx="2153">
                  <c:v>43738</c:v>
                </c:pt>
                <c:pt idx="2154">
                  <c:v>43739</c:v>
                </c:pt>
                <c:pt idx="2155">
                  <c:v>43740</c:v>
                </c:pt>
                <c:pt idx="2156">
                  <c:v>43742</c:v>
                </c:pt>
                <c:pt idx="2157">
                  <c:v>43745</c:v>
                </c:pt>
                <c:pt idx="2158">
                  <c:v>43746</c:v>
                </c:pt>
                <c:pt idx="2159">
                  <c:v>43748</c:v>
                </c:pt>
                <c:pt idx="2160">
                  <c:v>43749</c:v>
                </c:pt>
                <c:pt idx="2161">
                  <c:v>43752</c:v>
                </c:pt>
                <c:pt idx="2162">
                  <c:v>43753</c:v>
                </c:pt>
                <c:pt idx="2163">
                  <c:v>43754</c:v>
                </c:pt>
                <c:pt idx="2164">
                  <c:v>43755</c:v>
                </c:pt>
                <c:pt idx="2165">
                  <c:v>43756</c:v>
                </c:pt>
                <c:pt idx="2166">
                  <c:v>43759</c:v>
                </c:pt>
                <c:pt idx="2167">
                  <c:v>43760</c:v>
                </c:pt>
                <c:pt idx="2168">
                  <c:v>43761</c:v>
                </c:pt>
                <c:pt idx="2169">
                  <c:v>43762</c:v>
                </c:pt>
                <c:pt idx="2170">
                  <c:v>43763</c:v>
                </c:pt>
                <c:pt idx="2171">
                  <c:v>43766</c:v>
                </c:pt>
                <c:pt idx="2172">
                  <c:v>43767</c:v>
                </c:pt>
                <c:pt idx="2173">
                  <c:v>43768</c:v>
                </c:pt>
                <c:pt idx="2174">
                  <c:v>43769</c:v>
                </c:pt>
                <c:pt idx="2175">
                  <c:v>43770</c:v>
                </c:pt>
                <c:pt idx="2176">
                  <c:v>43773</c:v>
                </c:pt>
                <c:pt idx="2177">
                  <c:v>43774</c:v>
                </c:pt>
                <c:pt idx="2178">
                  <c:v>43775</c:v>
                </c:pt>
                <c:pt idx="2179">
                  <c:v>43776</c:v>
                </c:pt>
                <c:pt idx="2180">
                  <c:v>43777</c:v>
                </c:pt>
                <c:pt idx="2181">
                  <c:v>43780</c:v>
                </c:pt>
                <c:pt idx="2182">
                  <c:v>43781</c:v>
                </c:pt>
                <c:pt idx="2183">
                  <c:v>43782</c:v>
                </c:pt>
                <c:pt idx="2184">
                  <c:v>43783</c:v>
                </c:pt>
                <c:pt idx="2185">
                  <c:v>43784</c:v>
                </c:pt>
                <c:pt idx="2186">
                  <c:v>43787</c:v>
                </c:pt>
                <c:pt idx="2187">
                  <c:v>43788</c:v>
                </c:pt>
                <c:pt idx="2188">
                  <c:v>43789</c:v>
                </c:pt>
                <c:pt idx="2189">
                  <c:v>43790</c:v>
                </c:pt>
                <c:pt idx="2190">
                  <c:v>43791</c:v>
                </c:pt>
                <c:pt idx="2191">
                  <c:v>43794</c:v>
                </c:pt>
                <c:pt idx="2192">
                  <c:v>43795</c:v>
                </c:pt>
                <c:pt idx="2193">
                  <c:v>43796</c:v>
                </c:pt>
                <c:pt idx="2194">
                  <c:v>43797</c:v>
                </c:pt>
                <c:pt idx="2195">
                  <c:v>43798</c:v>
                </c:pt>
                <c:pt idx="2196">
                  <c:v>43801</c:v>
                </c:pt>
                <c:pt idx="2197">
                  <c:v>43802</c:v>
                </c:pt>
                <c:pt idx="2198">
                  <c:v>43803</c:v>
                </c:pt>
                <c:pt idx="2199">
                  <c:v>43804</c:v>
                </c:pt>
                <c:pt idx="2200">
                  <c:v>43805</c:v>
                </c:pt>
                <c:pt idx="2201">
                  <c:v>43808</c:v>
                </c:pt>
                <c:pt idx="2202">
                  <c:v>43809</c:v>
                </c:pt>
                <c:pt idx="2203">
                  <c:v>43810</c:v>
                </c:pt>
                <c:pt idx="2204">
                  <c:v>43811</c:v>
                </c:pt>
                <c:pt idx="2205">
                  <c:v>43812</c:v>
                </c:pt>
                <c:pt idx="2206">
                  <c:v>43815</c:v>
                </c:pt>
                <c:pt idx="2207">
                  <c:v>43816</c:v>
                </c:pt>
                <c:pt idx="2208">
                  <c:v>43817</c:v>
                </c:pt>
                <c:pt idx="2209">
                  <c:v>43818</c:v>
                </c:pt>
                <c:pt idx="2210">
                  <c:v>43819</c:v>
                </c:pt>
                <c:pt idx="2211">
                  <c:v>43822</c:v>
                </c:pt>
                <c:pt idx="2212">
                  <c:v>43823</c:v>
                </c:pt>
                <c:pt idx="2213">
                  <c:v>43825</c:v>
                </c:pt>
                <c:pt idx="2214">
                  <c:v>43826</c:v>
                </c:pt>
                <c:pt idx="2215">
                  <c:v>43829</c:v>
                </c:pt>
                <c:pt idx="2216">
                  <c:v>43832</c:v>
                </c:pt>
                <c:pt idx="2217">
                  <c:v>43833</c:v>
                </c:pt>
                <c:pt idx="2218">
                  <c:v>43836</c:v>
                </c:pt>
                <c:pt idx="2219">
                  <c:v>43837</c:v>
                </c:pt>
                <c:pt idx="2220">
                  <c:v>43838</c:v>
                </c:pt>
                <c:pt idx="2221">
                  <c:v>43839</c:v>
                </c:pt>
                <c:pt idx="2222">
                  <c:v>43840</c:v>
                </c:pt>
                <c:pt idx="2223">
                  <c:v>43843</c:v>
                </c:pt>
                <c:pt idx="2224">
                  <c:v>43844</c:v>
                </c:pt>
                <c:pt idx="2225">
                  <c:v>43845</c:v>
                </c:pt>
                <c:pt idx="2226">
                  <c:v>43846</c:v>
                </c:pt>
                <c:pt idx="2227">
                  <c:v>43847</c:v>
                </c:pt>
                <c:pt idx="2228">
                  <c:v>43850</c:v>
                </c:pt>
                <c:pt idx="2229">
                  <c:v>43851</c:v>
                </c:pt>
                <c:pt idx="2230">
                  <c:v>43852</c:v>
                </c:pt>
                <c:pt idx="2231">
                  <c:v>43853</c:v>
                </c:pt>
                <c:pt idx="2232">
                  <c:v>43858</c:v>
                </c:pt>
                <c:pt idx="2233">
                  <c:v>43859</c:v>
                </c:pt>
                <c:pt idx="2234">
                  <c:v>43860</c:v>
                </c:pt>
                <c:pt idx="2235">
                  <c:v>43861</c:v>
                </c:pt>
                <c:pt idx="2236">
                  <c:v>43864</c:v>
                </c:pt>
                <c:pt idx="2237">
                  <c:v>43865</c:v>
                </c:pt>
                <c:pt idx="2238">
                  <c:v>43866</c:v>
                </c:pt>
                <c:pt idx="2239">
                  <c:v>43867</c:v>
                </c:pt>
                <c:pt idx="2240">
                  <c:v>43868</c:v>
                </c:pt>
                <c:pt idx="2241">
                  <c:v>43871</c:v>
                </c:pt>
                <c:pt idx="2242">
                  <c:v>43872</c:v>
                </c:pt>
                <c:pt idx="2243">
                  <c:v>43873</c:v>
                </c:pt>
                <c:pt idx="2244">
                  <c:v>43874</c:v>
                </c:pt>
                <c:pt idx="2245">
                  <c:v>43875</c:v>
                </c:pt>
                <c:pt idx="2246">
                  <c:v>43878</c:v>
                </c:pt>
                <c:pt idx="2247">
                  <c:v>43879</c:v>
                </c:pt>
                <c:pt idx="2248">
                  <c:v>43880</c:v>
                </c:pt>
                <c:pt idx="2249">
                  <c:v>43881</c:v>
                </c:pt>
                <c:pt idx="2250">
                  <c:v>43882</c:v>
                </c:pt>
                <c:pt idx="2251">
                  <c:v>43885</c:v>
                </c:pt>
                <c:pt idx="2252">
                  <c:v>43886</c:v>
                </c:pt>
                <c:pt idx="2253">
                  <c:v>43887</c:v>
                </c:pt>
                <c:pt idx="2254">
                  <c:v>43888</c:v>
                </c:pt>
                <c:pt idx="2255">
                  <c:v>43889</c:v>
                </c:pt>
                <c:pt idx="2256">
                  <c:v>43892</c:v>
                </c:pt>
                <c:pt idx="2257">
                  <c:v>43893</c:v>
                </c:pt>
                <c:pt idx="2258">
                  <c:v>43894</c:v>
                </c:pt>
                <c:pt idx="2259">
                  <c:v>43895</c:v>
                </c:pt>
                <c:pt idx="2260">
                  <c:v>43896</c:v>
                </c:pt>
                <c:pt idx="2261">
                  <c:v>43899</c:v>
                </c:pt>
                <c:pt idx="2262">
                  <c:v>43900</c:v>
                </c:pt>
                <c:pt idx="2263">
                  <c:v>43901</c:v>
                </c:pt>
                <c:pt idx="2264">
                  <c:v>43902</c:v>
                </c:pt>
                <c:pt idx="2265">
                  <c:v>43903</c:v>
                </c:pt>
                <c:pt idx="2266">
                  <c:v>43906</c:v>
                </c:pt>
                <c:pt idx="2267">
                  <c:v>43907</c:v>
                </c:pt>
                <c:pt idx="2268">
                  <c:v>43908</c:v>
                </c:pt>
                <c:pt idx="2269">
                  <c:v>43909</c:v>
                </c:pt>
                <c:pt idx="2270">
                  <c:v>43910</c:v>
                </c:pt>
                <c:pt idx="2271">
                  <c:v>43913</c:v>
                </c:pt>
                <c:pt idx="2272">
                  <c:v>43914</c:v>
                </c:pt>
                <c:pt idx="2273">
                  <c:v>43915</c:v>
                </c:pt>
                <c:pt idx="2274">
                  <c:v>43916</c:v>
                </c:pt>
                <c:pt idx="2275">
                  <c:v>43917</c:v>
                </c:pt>
                <c:pt idx="2276">
                  <c:v>43920</c:v>
                </c:pt>
                <c:pt idx="2277">
                  <c:v>43921</c:v>
                </c:pt>
              </c:numCache>
            </c:numRef>
          </c:cat>
          <c:val>
            <c:numRef>
              <c:f>Sheet2!$T$2735:$T$5012</c:f>
              <c:numCache>
                <c:formatCode>0.0%</c:formatCode>
                <c:ptCount val="2278"/>
                <c:pt idx="0">
                  <c:v>1.9999150110149748</c:v>
                </c:pt>
                <c:pt idx="1">
                  <c:v>1.999689930386888</c:v>
                </c:pt>
                <c:pt idx="2">
                  <c:v>1.9994694712167702</c:v>
                </c:pt>
                <c:pt idx="3">
                  <c:v>1.9995295742732988</c:v>
                </c:pt>
                <c:pt idx="4">
                  <c:v>1.9996366935708634</c:v>
                </c:pt>
                <c:pt idx="5">
                  <c:v>1.9994598983810896</c:v>
                </c:pt>
                <c:pt idx="6">
                  <c:v>1.9998309962620042</c:v>
                </c:pt>
                <c:pt idx="7">
                  <c:v>1.9995436392970052</c:v>
                </c:pt>
                <c:pt idx="8">
                  <c:v>1.9992400915261712</c:v>
                </c:pt>
                <c:pt idx="9">
                  <c:v>1.9994428494857355</c:v>
                </c:pt>
                <c:pt idx="10">
                  <c:v>1.9985524313600267</c:v>
                </c:pt>
                <c:pt idx="11">
                  <c:v>1.9989571202754957</c:v>
                </c:pt>
                <c:pt idx="12">
                  <c:v>1.9991345855574201</c:v>
                </c:pt>
                <c:pt idx="13">
                  <c:v>1.9980305001391225</c:v>
                </c:pt>
                <c:pt idx="14">
                  <c:v>1.9986937749799323</c:v>
                </c:pt>
                <c:pt idx="15">
                  <c:v>2.001201272011492</c:v>
                </c:pt>
                <c:pt idx="16">
                  <c:v>2.0002235618853876</c:v>
                </c:pt>
                <c:pt idx="17">
                  <c:v>1.9998471628532413</c:v>
                </c:pt>
                <c:pt idx="18">
                  <c:v>1.9977963165098922</c:v>
                </c:pt>
                <c:pt idx="19">
                  <c:v>1.9975710690269128</c:v>
                </c:pt>
                <c:pt idx="20">
                  <c:v>1.9980269503498571</c:v>
                </c:pt>
                <c:pt idx="21">
                  <c:v>2.0015714175177233</c:v>
                </c:pt>
                <c:pt idx="22">
                  <c:v>2.0013342375083516</c:v>
                </c:pt>
                <c:pt idx="23">
                  <c:v>2.000263628500206</c:v>
                </c:pt>
                <c:pt idx="24">
                  <c:v>2.0016023949221791</c:v>
                </c:pt>
                <c:pt idx="25">
                  <c:v>2.0043033061553159</c:v>
                </c:pt>
                <c:pt idx="26">
                  <c:v>2.0091825000389685</c:v>
                </c:pt>
                <c:pt idx="27">
                  <c:v>2.0134251590356174</c:v>
                </c:pt>
                <c:pt idx="28">
                  <c:v>2.007606173350089</c:v>
                </c:pt>
                <c:pt idx="29">
                  <c:v>2.0082418234067561</c:v>
                </c:pt>
                <c:pt idx="30">
                  <c:v>2.0113212687506699</c:v>
                </c:pt>
                <c:pt idx="31">
                  <c:v>2.0128527299950587</c:v>
                </c:pt>
                <c:pt idx="32">
                  <c:v>2.0075874400664779</c:v>
                </c:pt>
                <c:pt idx="33">
                  <c:v>2.0090282132604607</c:v>
                </c:pt>
                <c:pt idx="34">
                  <c:v>2.014494824048632</c:v>
                </c:pt>
                <c:pt idx="35">
                  <c:v>2.0157106627258439</c:v>
                </c:pt>
                <c:pt idx="36">
                  <c:v>2.0178072900316897</c:v>
                </c:pt>
                <c:pt idx="37">
                  <c:v>2.0155665946355468</c:v>
                </c:pt>
                <c:pt idx="38">
                  <c:v>2.0198192332994904</c:v>
                </c:pt>
                <c:pt idx="39">
                  <c:v>2.0219763162177262</c:v>
                </c:pt>
                <c:pt idx="40">
                  <c:v>2.0135861457032505</c:v>
                </c:pt>
                <c:pt idx="41">
                  <c:v>2.0065362804238664</c:v>
                </c:pt>
                <c:pt idx="42">
                  <c:v>2.012296515590601</c:v>
                </c:pt>
                <c:pt idx="43">
                  <c:v>2.0094594264529415</c:v>
                </c:pt>
                <c:pt idx="44">
                  <c:v>2.0087526385224215</c:v>
                </c:pt>
                <c:pt idx="45">
                  <c:v>2.0137851494061971</c:v>
                </c:pt>
                <c:pt idx="46">
                  <c:v>2.0201365603605277</c:v>
                </c:pt>
                <c:pt idx="47">
                  <c:v>2.0135046943006385</c:v>
                </c:pt>
                <c:pt idx="48">
                  <c:v>2.024941202648209</c:v>
                </c:pt>
                <c:pt idx="49">
                  <c:v>2.0154902962682555</c:v>
                </c:pt>
                <c:pt idx="50">
                  <c:v>2.0148477001701472</c:v>
                </c:pt>
                <c:pt idx="51">
                  <c:v>2.0102531932987153</c:v>
                </c:pt>
                <c:pt idx="52">
                  <c:v>2.0059168249902766</c:v>
                </c:pt>
                <c:pt idx="53">
                  <c:v>2.0039260252080493</c:v>
                </c:pt>
                <c:pt idx="54">
                  <c:v>2.004585764339387</c:v>
                </c:pt>
                <c:pt idx="55">
                  <c:v>1.9989513275799495</c:v>
                </c:pt>
                <c:pt idx="56">
                  <c:v>1.9943593203538876</c:v>
                </c:pt>
                <c:pt idx="57">
                  <c:v>1.9935733368076818</c:v>
                </c:pt>
                <c:pt idx="58">
                  <c:v>1.9900817333539476</c:v>
                </c:pt>
                <c:pt idx="59">
                  <c:v>1.9854522431564829</c:v>
                </c:pt>
                <c:pt idx="60">
                  <c:v>1.9824926343134297</c:v>
                </c:pt>
                <c:pt idx="61">
                  <c:v>1.9795078153285113</c:v>
                </c:pt>
                <c:pt idx="62">
                  <c:v>1.9806747886510312</c:v>
                </c:pt>
                <c:pt idx="63">
                  <c:v>1.9773727966677073</c:v>
                </c:pt>
                <c:pt idx="64">
                  <c:v>1.9784935706181714</c:v>
                </c:pt>
                <c:pt idx="65">
                  <c:v>1.9800188172007194</c:v>
                </c:pt>
                <c:pt idx="66">
                  <c:v>1.9789828536280711</c:v>
                </c:pt>
                <c:pt idx="67">
                  <c:v>1.9799654907879594</c:v>
                </c:pt>
                <c:pt idx="68">
                  <c:v>1.9880116073007474</c:v>
                </c:pt>
                <c:pt idx="69">
                  <c:v>1.9794982195945705</c:v>
                </c:pt>
                <c:pt idx="70">
                  <c:v>1.9750270694664209</c:v>
                </c:pt>
                <c:pt idx="71">
                  <c:v>1.97566142944266</c:v>
                </c:pt>
                <c:pt idx="72">
                  <c:v>1.9768846524475967</c:v>
                </c:pt>
                <c:pt idx="73">
                  <c:v>1.9801548804784439</c:v>
                </c:pt>
                <c:pt idx="74">
                  <c:v>1.9674740890942775</c:v>
                </c:pt>
                <c:pt idx="75">
                  <c:v>1.960433703411234</c:v>
                </c:pt>
                <c:pt idx="76">
                  <c:v>1.9609966310639597</c:v>
                </c:pt>
                <c:pt idx="77">
                  <c:v>1.9577237531803826</c:v>
                </c:pt>
                <c:pt idx="78">
                  <c:v>1.9600693670499825</c:v>
                </c:pt>
                <c:pt idx="79">
                  <c:v>1.9587919473529394</c:v>
                </c:pt>
                <c:pt idx="80">
                  <c:v>1.9586629211706779</c:v>
                </c:pt>
                <c:pt idx="81">
                  <c:v>1.9619914634810589</c:v>
                </c:pt>
                <c:pt idx="82">
                  <c:v>1.952668275619359</c:v>
                </c:pt>
                <c:pt idx="83">
                  <c:v>1.9596692153039057</c:v>
                </c:pt>
                <c:pt idx="84">
                  <c:v>1.9660694568665613</c:v>
                </c:pt>
                <c:pt idx="85">
                  <c:v>1.9763190086108808</c:v>
                </c:pt>
                <c:pt idx="86">
                  <c:v>1.9787817153506397</c:v>
                </c:pt>
                <c:pt idx="87">
                  <c:v>1.97044467679928</c:v>
                </c:pt>
                <c:pt idx="88">
                  <c:v>1.9849949903359856</c:v>
                </c:pt>
                <c:pt idx="89">
                  <c:v>1.9860506678751588</c:v>
                </c:pt>
                <c:pt idx="90">
                  <c:v>1.9920548589691218</c:v>
                </c:pt>
                <c:pt idx="91">
                  <c:v>1.9922373209188258</c:v>
                </c:pt>
                <c:pt idx="92">
                  <c:v>1.9804707028389223</c:v>
                </c:pt>
                <c:pt idx="93">
                  <c:v>1.9941951696495634</c:v>
                </c:pt>
                <c:pt idx="94">
                  <c:v>1.9885108282681876</c:v>
                </c:pt>
                <c:pt idx="95">
                  <c:v>2.0093617757605999</c:v>
                </c:pt>
                <c:pt idx="96">
                  <c:v>2.0075975385777718</c:v>
                </c:pt>
                <c:pt idx="97">
                  <c:v>2.0173274527396017</c:v>
                </c:pt>
                <c:pt idx="98">
                  <c:v>1.9941498042972217</c:v>
                </c:pt>
                <c:pt idx="99">
                  <c:v>1.9912458431906725</c:v>
                </c:pt>
                <c:pt idx="100">
                  <c:v>1.994208418080198</c:v>
                </c:pt>
                <c:pt idx="101">
                  <c:v>1.9761976992104537</c:v>
                </c:pt>
                <c:pt idx="102">
                  <c:v>1.9762247095627787</c:v>
                </c:pt>
                <c:pt idx="103">
                  <c:v>1.9874236399372454</c:v>
                </c:pt>
                <c:pt idx="104">
                  <c:v>1.9871905825496925</c:v>
                </c:pt>
                <c:pt idx="105">
                  <c:v>1.9927627364857934</c:v>
                </c:pt>
                <c:pt idx="106">
                  <c:v>2.0005554845476956</c:v>
                </c:pt>
                <c:pt idx="107">
                  <c:v>2.0070977238120871</c:v>
                </c:pt>
                <c:pt idx="108">
                  <c:v>2.0186666342226616</c:v>
                </c:pt>
                <c:pt idx="109">
                  <c:v>2.0160412506404222</c:v>
                </c:pt>
                <c:pt idx="110">
                  <c:v>2.0028101943082506</c:v>
                </c:pt>
                <c:pt idx="111">
                  <c:v>1.999954183782215</c:v>
                </c:pt>
                <c:pt idx="112">
                  <c:v>2.0195745861496461</c:v>
                </c:pt>
                <c:pt idx="113">
                  <c:v>2.0294900389992274</c:v>
                </c:pt>
                <c:pt idx="114">
                  <c:v>2.0366091581129542</c:v>
                </c:pt>
                <c:pt idx="115">
                  <c:v>2.0202194346999551</c:v>
                </c:pt>
                <c:pt idx="116">
                  <c:v>2.0126099247189653</c:v>
                </c:pt>
                <c:pt idx="117">
                  <c:v>2.0176850080942974</c:v>
                </c:pt>
                <c:pt idx="118">
                  <c:v>1.9996163842592414</c:v>
                </c:pt>
                <c:pt idx="119">
                  <c:v>2.0099721868174116</c:v>
                </c:pt>
                <c:pt idx="120">
                  <c:v>2.0138284298057973</c:v>
                </c:pt>
                <c:pt idx="121">
                  <c:v>1.9983471277306131</c:v>
                </c:pt>
                <c:pt idx="122">
                  <c:v>1.9963380926912677</c:v>
                </c:pt>
                <c:pt idx="123">
                  <c:v>1.9837012470449731</c:v>
                </c:pt>
                <c:pt idx="124">
                  <c:v>1.973899042471845</c:v>
                </c:pt>
                <c:pt idx="125">
                  <c:v>1.966628095477664</c:v>
                </c:pt>
                <c:pt idx="126">
                  <c:v>1.9626091999916715</c:v>
                </c:pt>
                <c:pt idx="127">
                  <c:v>1.9595491385655592</c:v>
                </c:pt>
                <c:pt idx="128">
                  <c:v>1.9596137166459739</c:v>
                </c:pt>
                <c:pt idx="129">
                  <c:v>1.9715974879655904</c:v>
                </c:pt>
                <c:pt idx="130">
                  <c:v>1.9952988881944518</c:v>
                </c:pt>
                <c:pt idx="131">
                  <c:v>1.9862288818233071</c:v>
                </c:pt>
                <c:pt idx="132">
                  <c:v>1.9873076303935659</c:v>
                </c:pt>
                <c:pt idx="133">
                  <c:v>1.9815122869624815</c:v>
                </c:pt>
                <c:pt idx="134">
                  <c:v>1.9923971848302147</c:v>
                </c:pt>
                <c:pt idx="135">
                  <c:v>1.9929029361780466</c:v>
                </c:pt>
                <c:pt idx="136">
                  <c:v>1.9782815438199137</c:v>
                </c:pt>
                <c:pt idx="137">
                  <c:v>1.9828500575745045</c:v>
                </c:pt>
                <c:pt idx="138">
                  <c:v>1.970148581621201</c:v>
                </c:pt>
                <c:pt idx="139">
                  <c:v>1.9811756494072252</c:v>
                </c:pt>
                <c:pt idx="140">
                  <c:v>1.9721173961257221</c:v>
                </c:pt>
                <c:pt idx="141">
                  <c:v>1.9696395394989052</c:v>
                </c:pt>
                <c:pt idx="142">
                  <c:v>1.9798432898377334</c:v>
                </c:pt>
                <c:pt idx="143">
                  <c:v>1.991619683580677</c:v>
                </c:pt>
                <c:pt idx="144">
                  <c:v>1.97071160112202</c:v>
                </c:pt>
                <c:pt idx="145">
                  <c:v>1.9989820246997743</c:v>
                </c:pt>
                <c:pt idx="146">
                  <c:v>2.0335482511916743</c:v>
                </c:pt>
                <c:pt idx="147">
                  <c:v>2.0654106289248273</c:v>
                </c:pt>
                <c:pt idx="148">
                  <c:v>2.121645295506319</c:v>
                </c:pt>
                <c:pt idx="149">
                  <c:v>2.1871723276422235</c:v>
                </c:pt>
                <c:pt idx="150">
                  <c:v>2.2613267875155616</c:v>
                </c:pt>
                <c:pt idx="151">
                  <c:v>2.2639779841466461</c:v>
                </c:pt>
                <c:pt idx="152">
                  <c:v>2.255681347512025</c:v>
                </c:pt>
                <c:pt idx="153">
                  <c:v>2.291150744088319</c:v>
                </c:pt>
                <c:pt idx="154">
                  <c:v>2.1876506790717882</c:v>
                </c:pt>
                <c:pt idx="155">
                  <c:v>2.1784239792855171</c:v>
                </c:pt>
                <c:pt idx="156">
                  <c:v>2.2194993787723907</c:v>
                </c:pt>
                <c:pt idx="157">
                  <c:v>2.2999999999999998</c:v>
                </c:pt>
                <c:pt idx="158">
                  <c:v>2.2999999999999998</c:v>
                </c:pt>
                <c:pt idx="159">
                  <c:v>2.2999999999999998</c:v>
                </c:pt>
                <c:pt idx="160">
                  <c:v>2.2999999999999998</c:v>
                </c:pt>
                <c:pt idx="161">
                  <c:v>2.2999999999999998</c:v>
                </c:pt>
                <c:pt idx="162">
                  <c:v>2.2999999999999998</c:v>
                </c:pt>
                <c:pt idx="163">
                  <c:v>2.2394178200431978</c:v>
                </c:pt>
                <c:pt idx="164">
                  <c:v>2.2227727945880118</c:v>
                </c:pt>
                <c:pt idx="165">
                  <c:v>2.184632312951504</c:v>
                </c:pt>
                <c:pt idx="166">
                  <c:v>2.1829328976651672</c:v>
                </c:pt>
                <c:pt idx="167">
                  <c:v>2.2012379402201723</c:v>
                </c:pt>
                <c:pt idx="168">
                  <c:v>2.2999999999999998</c:v>
                </c:pt>
                <c:pt idx="169">
                  <c:v>2.2999999999999998</c:v>
                </c:pt>
                <c:pt idx="170">
                  <c:v>2.2364009462453822</c:v>
                </c:pt>
                <c:pt idx="171">
                  <c:v>2.2150654716714637</c:v>
                </c:pt>
                <c:pt idx="172">
                  <c:v>2.2625677008190368</c:v>
                </c:pt>
                <c:pt idx="173">
                  <c:v>2.2999999999999998</c:v>
                </c:pt>
                <c:pt idx="174">
                  <c:v>2.2999999999999998</c:v>
                </c:pt>
                <c:pt idx="175">
                  <c:v>2.2229635334419999</c:v>
                </c:pt>
                <c:pt idx="176">
                  <c:v>2.2434604314104027</c:v>
                </c:pt>
                <c:pt idx="177">
                  <c:v>2.2226138821380554</c:v>
                </c:pt>
                <c:pt idx="178">
                  <c:v>2.2046296090161759</c:v>
                </c:pt>
                <c:pt idx="179">
                  <c:v>2.2765312346976563</c:v>
                </c:pt>
                <c:pt idx="180">
                  <c:v>2.2999999999999998</c:v>
                </c:pt>
                <c:pt idx="181">
                  <c:v>2.2999999999999998</c:v>
                </c:pt>
                <c:pt idx="182">
                  <c:v>2.2999999999999998</c:v>
                </c:pt>
                <c:pt idx="183">
                  <c:v>2.2999999999999998</c:v>
                </c:pt>
                <c:pt idx="184">
                  <c:v>2.2930475748741554</c:v>
                </c:pt>
                <c:pt idx="185">
                  <c:v>2.2926095265820341</c:v>
                </c:pt>
                <c:pt idx="186">
                  <c:v>2.2999999999999998</c:v>
                </c:pt>
                <c:pt idx="187">
                  <c:v>2.2999999999999998</c:v>
                </c:pt>
                <c:pt idx="188">
                  <c:v>2.2999999999999998</c:v>
                </c:pt>
                <c:pt idx="189">
                  <c:v>2.2932302078150322</c:v>
                </c:pt>
                <c:pt idx="190">
                  <c:v>2.2871379631400739</c:v>
                </c:pt>
                <c:pt idx="191">
                  <c:v>2.2449335526735759</c:v>
                </c:pt>
                <c:pt idx="192">
                  <c:v>2.226287034921056</c:v>
                </c:pt>
                <c:pt idx="193">
                  <c:v>2.2123631667347476</c:v>
                </c:pt>
                <c:pt idx="194">
                  <c:v>2.1973704763118493</c:v>
                </c:pt>
                <c:pt idx="195">
                  <c:v>2.1628082073941597</c:v>
                </c:pt>
                <c:pt idx="196">
                  <c:v>2.1954333798023637</c:v>
                </c:pt>
                <c:pt idx="197">
                  <c:v>2.174982149766485</c:v>
                </c:pt>
                <c:pt idx="198">
                  <c:v>2.2380518260016786</c:v>
                </c:pt>
                <c:pt idx="199">
                  <c:v>2.1941365653452323</c:v>
                </c:pt>
                <c:pt idx="200">
                  <c:v>2.1220865895057832</c:v>
                </c:pt>
                <c:pt idx="201">
                  <c:v>2.130436346321587</c:v>
                </c:pt>
                <c:pt idx="202">
                  <c:v>2.1274314123039431</c:v>
                </c:pt>
                <c:pt idx="203">
                  <c:v>2.0979781450513721</c:v>
                </c:pt>
                <c:pt idx="204">
                  <c:v>2.0880904320340798</c:v>
                </c:pt>
                <c:pt idx="205">
                  <c:v>2.10857002190901</c:v>
                </c:pt>
                <c:pt idx="206">
                  <c:v>2.1082454561840933</c:v>
                </c:pt>
                <c:pt idx="207">
                  <c:v>2.1238928734368807</c:v>
                </c:pt>
                <c:pt idx="208">
                  <c:v>2.1583814366209824</c:v>
                </c:pt>
                <c:pt idx="209">
                  <c:v>2.0885560286196068</c:v>
                </c:pt>
                <c:pt idx="210">
                  <c:v>2.1010494645502824</c:v>
                </c:pt>
                <c:pt idx="211">
                  <c:v>2.1215265179684892</c:v>
                </c:pt>
                <c:pt idx="212">
                  <c:v>2.1138202489965461</c:v>
                </c:pt>
                <c:pt idx="213">
                  <c:v>2.2397207288666094</c:v>
                </c:pt>
                <c:pt idx="214">
                  <c:v>2.1692468930991926</c:v>
                </c:pt>
                <c:pt idx="215">
                  <c:v>2.1214417999911239</c:v>
                </c:pt>
                <c:pt idx="216">
                  <c:v>2.139623464082625</c:v>
                </c:pt>
                <c:pt idx="217">
                  <c:v>2.1792819785903021</c:v>
                </c:pt>
                <c:pt idx="218">
                  <c:v>2.1542746118872382</c:v>
                </c:pt>
                <c:pt idx="219">
                  <c:v>2.20499517152341</c:v>
                </c:pt>
                <c:pt idx="220">
                  <c:v>2.2345917984877377</c:v>
                </c:pt>
                <c:pt idx="221">
                  <c:v>2.2220536885291238</c:v>
                </c:pt>
                <c:pt idx="222">
                  <c:v>2.2917910659011058</c:v>
                </c:pt>
                <c:pt idx="223">
                  <c:v>2.2718493737398626</c:v>
                </c:pt>
                <c:pt idx="224">
                  <c:v>2.2998201776558487</c:v>
                </c:pt>
                <c:pt idx="225">
                  <c:v>2.2347253385579231</c:v>
                </c:pt>
                <c:pt idx="226">
                  <c:v>2.1726671286444699</c:v>
                </c:pt>
                <c:pt idx="227">
                  <c:v>2.1858760205321612</c:v>
                </c:pt>
                <c:pt idx="228">
                  <c:v>2.0893896999251194</c:v>
                </c:pt>
                <c:pt idx="229">
                  <c:v>2.0922199537788839</c:v>
                </c:pt>
                <c:pt idx="230">
                  <c:v>2.0834057766413734</c:v>
                </c:pt>
                <c:pt idx="231">
                  <c:v>2.1072883494389107</c:v>
                </c:pt>
                <c:pt idx="232">
                  <c:v>2.0889049991850341</c:v>
                </c:pt>
                <c:pt idx="233">
                  <c:v>2.0999494045281448</c:v>
                </c:pt>
                <c:pt idx="234">
                  <c:v>2.1501009279185244</c:v>
                </c:pt>
                <c:pt idx="235">
                  <c:v>2.1157241417558867</c:v>
                </c:pt>
                <c:pt idx="236">
                  <c:v>2.1646764025906209</c:v>
                </c:pt>
                <c:pt idx="237">
                  <c:v>2.1762465718227562</c:v>
                </c:pt>
                <c:pt idx="238">
                  <c:v>2.237869336462321</c:v>
                </c:pt>
                <c:pt idx="239">
                  <c:v>2.2030277366085396</c:v>
                </c:pt>
                <c:pt idx="240">
                  <c:v>2.2987426585551303</c:v>
                </c:pt>
                <c:pt idx="241">
                  <c:v>2.2724329755211157</c:v>
                </c:pt>
                <c:pt idx="242">
                  <c:v>2.1842636277766827</c:v>
                </c:pt>
                <c:pt idx="243">
                  <c:v>2.1854414999560863</c:v>
                </c:pt>
                <c:pt idx="244">
                  <c:v>2.1558923465239004</c:v>
                </c:pt>
                <c:pt idx="245">
                  <c:v>2.172312808312995</c:v>
                </c:pt>
                <c:pt idx="246">
                  <c:v>2.1922150083567038</c:v>
                </c:pt>
                <c:pt idx="247">
                  <c:v>2.2219224811428413</c:v>
                </c:pt>
                <c:pt idx="248">
                  <c:v>2.2227329142838803</c:v>
                </c:pt>
                <c:pt idx="249">
                  <c:v>2.2144066261566064</c:v>
                </c:pt>
                <c:pt idx="250">
                  <c:v>2.1370350670938785</c:v>
                </c:pt>
                <c:pt idx="251">
                  <c:v>2.1521495864110007</c:v>
                </c:pt>
                <c:pt idx="252">
                  <c:v>2.1580798613176126</c:v>
                </c:pt>
                <c:pt idx="253">
                  <c:v>2.1887855821477435</c:v>
                </c:pt>
                <c:pt idx="254">
                  <c:v>2.2160483349917004</c:v>
                </c:pt>
                <c:pt idx="255">
                  <c:v>2.173903782284627</c:v>
                </c:pt>
                <c:pt idx="256">
                  <c:v>2.1818678817995818</c:v>
                </c:pt>
                <c:pt idx="257">
                  <c:v>2.1527395128413138</c:v>
                </c:pt>
                <c:pt idx="258">
                  <c:v>2.1330623257159274</c:v>
                </c:pt>
                <c:pt idx="259">
                  <c:v>2.1540852992827966</c:v>
                </c:pt>
                <c:pt idx="260">
                  <c:v>2.1060694692054773</c:v>
                </c:pt>
                <c:pt idx="261">
                  <c:v>2.1048574063685797</c:v>
                </c:pt>
                <c:pt idx="262">
                  <c:v>2.0719745147524438</c:v>
                </c:pt>
                <c:pt idx="263">
                  <c:v>2.0253762209549371</c:v>
                </c:pt>
                <c:pt idx="264">
                  <c:v>2.0202843618079651</c:v>
                </c:pt>
                <c:pt idx="265">
                  <c:v>2.0165172606435271</c:v>
                </c:pt>
                <c:pt idx="266">
                  <c:v>2.0070035735557239</c:v>
                </c:pt>
                <c:pt idx="267">
                  <c:v>2.0344129887539131</c:v>
                </c:pt>
                <c:pt idx="268">
                  <c:v>2.0198333701521656</c:v>
                </c:pt>
                <c:pt idx="269">
                  <c:v>2.0177923815708123</c:v>
                </c:pt>
                <c:pt idx="270">
                  <c:v>1.9911530116784528</c:v>
                </c:pt>
                <c:pt idx="271">
                  <c:v>2.0046953454148957</c:v>
                </c:pt>
                <c:pt idx="272">
                  <c:v>2.0010767626263717</c:v>
                </c:pt>
                <c:pt idx="273">
                  <c:v>1.993844423465565</c:v>
                </c:pt>
                <c:pt idx="274">
                  <c:v>1.969726133137357</c:v>
                </c:pt>
                <c:pt idx="275">
                  <c:v>1.9580864265376186</c:v>
                </c:pt>
                <c:pt idx="276">
                  <c:v>1.9823986818145372</c:v>
                </c:pt>
                <c:pt idx="277">
                  <c:v>1.9705254843119908</c:v>
                </c:pt>
                <c:pt idx="278">
                  <c:v>1.9733269338135353</c:v>
                </c:pt>
                <c:pt idx="279">
                  <c:v>1.9479911981390778</c:v>
                </c:pt>
                <c:pt idx="280">
                  <c:v>1.9768688124618954</c:v>
                </c:pt>
                <c:pt idx="281">
                  <c:v>1.9484073174934946</c:v>
                </c:pt>
                <c:pt idx="282">
                  <c:v>1.9476305314591651</c:v>
                </c:pt>
                <c:pt idx="283">
                  <c:v>1.9480560153912998</c:v>
                </c:pt>
                <c:pt idx="284">
                  <c:v>1.9429299097015191</c:v>
                </c:pt>
                <c:pt idx="285">
                  <c:v>1.9647925820486312</c:v>
                </c:pt>
                <c:pt idx="286">
                  <c:v>1.9532863816782338</c:v>
                </c:pt>
                <c:pt idx="287">
                  <c:v>1.9820231672139836</c:v>
                </c:pt>
                <c:pt idx="288">
                  <c:v>1.9661538104906795</c:v>
                </c:pt>
                <c:pt idx="289">
                  <c:v>1.9402604226118005</c:v>
                </c:pt>
                <c:pt idx="290">
                  <c:v>1.9384047801061812</c:v>
                </c:pt>
                <c:pt idx="291">
                  <c:v>1.957544741952947</c:v>
                </c:pt>
                <c:pt idx="292">
                  <c:v>1.9713169644934816</c:v>
                </c:pt>
                <c:pt idx="293">
                  <c:v>1.9901293872904229</c:v>
                </c:pt>
                <c:pt idx="294">
                  <c:v>1.9712696417580864</c:v>
                </c:pt>
                <c:pt idx="295">
                  <c:v>1.9512654758653694</c:v>
                </c:pt>
                <c:pt idx="296">
                  <c:v>1.9648831455146161</c:v>
                </c:pt>
                <c:pt idx="297">
                  <c:v>1.9426552289356036</c:v>
                </c:pt>
                <c:pt idx="298">
                  <c:v>1.9228154845951979</c:v>
                </c:pt>
                <c:pt idx="299">
                  <c:v>1.9238502364397712</c:v>
                </c:pt>
                <c:pt idx="300">
                  <c:v>1.934174701504267</c:v>
                </c:pt>
                <c:pt idx="301">
                  <c:v>1.9210011416188704</c:v>
                </c:pt>
                <c:pt idx="302">
                  <c:v>1.9251472410532089</c:v>
                </c:pt>
                <c:pt idx="303">
                  <c:v>1.9380741229386844</c:v>
                </c:pt>
                <c:pt idx="304">
                  <c:v>1.9368241317216797</c:v>
                </c:pt>
                <c:pt idx="305">
                  <c:v>1.9370978057913693</c:v>
                </c:pt>
                <c:pt idx="306">
                  <c:v>1.9407792382677183</c:v>
                </c:pt>
                <c:pt idx="307">
                  <c:v>1.9184278536851367</c:v>
                </c:pt>
                <c:pt idx="308">
                  <c:v>1.9254740685254141</c:v>
                </c:pt>
                <c:pt idx="309">
                  <c:v>1.9423992335350793</c:v>
                </c:pt>
                <c:pt idx="310">
                  <c:v>1.9459128589487453</c:v>
                </c:pt>
                <c:pt idx="311">
                  <c:v>1.9290169683198146</c:v>
                </c:pt>
                <c:pt idx="312">
                  <c:v>1.9058876520159387</c:v>
                </c:pt>
                <c:pt idx="313">
                  <c:v>1.9328733976172767</c:v>
                </c:pt>
                <c:pt idx="314">
                  <c:v>1.9215164514165999</c:v>
                </c:pt>
                <c:pt idx="315">
                  <c:v>1.9210978520879078</c:v>
                </c:pt>
                <c:pt idx="316">
                  <c:v>1.9486566086884241</c:v>
                </c:pt>
                <c:pt idx="317">
                  <c:v>1.9516950621867799</c:v>
                </c:pt>
                <c:pt idx="318">
                  <c:v>1.9614249748765227</c:v>
                </c:pt>
                <c:pt idx="319">
                  <c:v>1.940494948588749</c:v>
                </c:pt>
                <c:pt idx="320">
                  <c:v>1.9567086815075747</c:v>
                </c:pt>
                <c:pt idx="321">
                  <c:v>1.9645332945157459</c:v>
                </c:pt>
                <c:pt idx="322">
                  <c:v>1.9432842476639378</c:v>
                </c:pt>
                <c:pt idx="323">
                  <c:v>1.9472434533609662</c:v>
                </c:pt>
                <c:pt idx="324">
                  <c:v>1.9737334324969278</c:v>
                </c:pt>
                <c:pt idx="325">
                  <c:v>1.9742107006823</c:v>
                </c:pt>
                <c:pt idx="326">
                  <c:v>1.9799123176203213</c:v>
                </c:pt>
                <c:pt idx="327">
                  <c:v>1.9784191473199713</c:v>
                </c:pt>
                <c:pt idx="328">
                  <c:v>1.9721699236281554</c:v>
                </c:pt>
                <c:pt idx="329">
                  <c:v>1.9571533196375808</c:v>
                </c:pt>
                <c:pt idx="330">
                  <c:v>1.9496292849848054</c:v>
                </c:pt>
                <c:pt idx="331">
                  <c:v>1.9330056823136594</c:v>
                </c:pt>
                <c:pt idx="332">
                  <c:v>1.9360543930237517</c:v>
                </c:pt>
                <c:pt idx="333">
                  <c:v>1.9465213452673713</c:v>
                </c:pt>
                <c:pt idx="334">
                  <c:v>1.9795571948613324</c:v>
                </c:pt>
                <c:pt idx="335">
                  <c:v>1.9682194438050482</c:v>
                </c:pt>
                <c:pt idx="336">
                  <c:v>1.9849046841078244</c:v>
                </c:pt>
                <c:pt idx="337">
                  <c:v>1.9909927786682324</c:v>
                </c:pt>
                <c:pt idx="338">
                  <c:v>2.0209201678846274</c:v>
                </c:pt>
                <c:pt idx="339">
                  <c:v>2.0191074714376698</c:v>
                </c:pt>
                <c:pt idx="340">
                  <c:v>2.0330357243495509</c:v>
                </c:pt>
                <c:pt idx="341">
                  <c:v>2.1077219383778725</c:v>
                </c:pt>
                <c:pt idx="342">
                  <c:v>2.1011776625251359</c:v>
                </c:pt>
                <c:pt idx="343">
                  <c:v>2.1887662257938341</c:v>
                </c:pt>
                <c:pt idx="344">
                  <c:v>2.1570510205213589</c:v>
                </c:pt>
                <c:pt idx="345">
                  <c:v>2.1143454228004086</c:v>
                </c:pt>
                <c:pt idx="346">
                  <c:v>2.1424305002923694</c:v>
                </c:pt>
                <c:pt idx="347">
                  <c:v>2.1335248614480031</c:v>
                </c:pt>
                <c:pt idx="348">
                  <c:v>2.121513900208738</c:v>
                </c:pt>
                <c:pt idx="349">
                  <c:v>2.0849692006865963</c:v>
                </c:pt>
                <c:pt idx="350">
                  <c:v>2.0891848256312509</c:v>
                </c:pt>
                <c:pt idx="351">
                  <c:v>2.0939357588322816</c:v>
                </c:pt>
                <c:pt idx="352">
                  <c:v>2.1026427369940253</c:v>
                </c:pt>
                <c:pt idx="353">
                  <c:v>2.169304517721979</c:v>
                </c:pt>
                <c:pt idx="354">
                  <c:v>2.1412101458689508</c:v>
                </c:pt>
                <c:pt idx="355">
                  <c:v>2.07426794425559</c:v>
                </c:pt>
                <c:pt idx="356">
                  <c:v>2.090001342016135</c:v>
                </c:pt>
                <c:pt idx="357">
                  <c:v>2.0470824135226766</c:v>
                </c:pt>
                <c:pt idx="358">
                  <c:v>2.0627460882163322</c:v>
                </c:pt>
                <c:pt idx="359">
                  <c:v>2.0561415175657936</c:v>
                </c:pt>
                <c:pt idx="360">
                  <c:v>2.0418650674661913</c:v>
                </c:pt>
                <c:pt idx="361">
                  <c:v>2.0589482019555239</c:v>
                </c:pt>
                <c:pt idx="362">
                  <c:v>2.0168296051156243</c:v>
                </c:pt>
                <c:pt idx="363">
                  <c:v>2.0167240569421567</c:v>
                </c:pt>
                <c:pt idx="364">
                  <c:v>2.0031533406001678</c:v>
                </c:pt>
                <c:pt idx="365">
                  <c:v>2.0228648121017048</c:v>
                </c:pt>
                <c:pt idx="366">
                  <c:v>2.0776195334513314</c:v>
                </c:pt>
                <c:pt idx="367">
                  <c:v>2.1090136792934118</c:v>
                </c:pt>
                <c:pt idx="368">
                  <c:v>2.1185156412407955</c:v>
                </c:pt>
                <c:pt idx="369">
                  <c:v>2.1154732598324357</c:v>
                </c:pt>
                <c:pt idx="370">
                  <c:v>2.1129720708768733</c:v>
                </c:pt>
                <c:pt idx="371">
                  <c:v>2.0652556868823431</c:v>
                </c:pt>
                <c:pt idx="372">
                  <c:v>2.0681479634878794</c:v>
                </c:pt>
                <c:pt idx="373">
                  <c:v>2.046117646706715</c:v>
                </c:pt>
                <c:pt idx="374">
                  <c:v>2.0366112717318487</c:v>
                </c:pt>
                <c:pt idx="375">
                  <c:v>2.0361151482013931</c:v>
                </c:pt>
                <c:pt idx="376">
                  <c:v>2.0575211312012947</c:v>
                </c:pt>
                <c:pt idx="377">
                  <c:v>2.0866626065683516</c:v>
                </c:pt>
                <c:pt idx="378">
                  <c:v>2.0929459787750511</c:v>
                </c:pt>
                <c:pt idx="379">
                  <c:v>2.0962817053786749</c:v>
                </c:pt>
                <c:pt idx="380">
                  <c:v>2.1520964377249618</c:v>
                </c:pt>
                <c:pt idx="381">
                  <c:v>2.1082858831906375</c:v>
                </c:pt>
                <c:pt idx="382">
                  <c:v>2.100627262751352</c:v>
                </c:pt>
                <c:pt idx="383">
                  <c:v>2.091370008697031</c:v>
                </c:pt>
                <c:pt idx="384">
                  <c:v>2.1270658857276716</c:v>
                </c:pt>
                <c:pt idx="385">
                  <c:v>2.0858635865983479</c:v>
                </c:pt>
                <c:pt idx="386">
                  <c:v>2.0853016973440699</c:v>
                </c:pt>
                <c:pt idx="387">
                  <c:v>2.1290749702331579</c:v>
                </c:pt>
                <c:pt idx="388">
                  <c:v>2.1181157239001562</c:v>
                </c:pt>
                <c:pt idx="389">
                  <c:v>2.1489049821117931</c:v>
                </c:pt>
                <c:pt idx="390">
                  <c:v>2.1277058289684829</c:v>
                </c:pt>
                <c:pt idx="391">
                  <c:v>2.0592299792940465</c:v>
                </c:pt>
                <c:pt idx="392">
                  <c:v>2.0367939276704261</c:v>
                </c:pt>
                <c:pt idx="393">
                  <c:v>1.9898542492846769</c:v>
                </c:pt>
                <c:pt idx="394">
                  <c:v>1.9926959426650377</c:v>
                </c:pt>
                <c:pt idx="395">
                  <c:v>2.0051976828014588</c:v>
                </c:pt>
                <c:pt idx="396">
                  <c:v>2.030077183137176</c:v>
                </c:pt>
                <c:pt idx="397">
                  <c:v>1.9837391463946983</c:v>
                </c:pt>
                <c:pt idx="398">
                  <c:v>1.9831303085996992</c:v>
                </c:pt>
                <c:pt idx="399">
                  <c:v>1.9642726875568206</c:v>
                </c:pt>
                <c:pt idx="400">
                  <c:v>1.9266682458488327</c:v>
                </c:pt>
                <c:pt idx="401">
                  <c:v>1.9216231581084497</c:v>
                </c:pt>
                <c:pt idx="402">
                  <c:v>1.9381632254289012</c:v>
                </c:pt>
                <c:pt idx="403">
                  <c:v>1.9147825808028198</c:v>
                </c:pt>
                <c:pt idx="404">
                  <c:v>1.9158064536198574</c:v>
                </c:pt>
                <c:pt idx="405">
                  <c:v>1.9292531620200108</c:v>
                </c:pt>
                <c:pt idx="406">
                  <c:v>1.9308743837333491</c:v>
                </c:pt>
                <c:pt idx="407">
                  <c:v>1.935170218966346</c:v>
                </c:pt>
                <c:pt idx="408">
                  <c:v>1.9453288177345085</c:v>
                </c:pt>
                <c:pt idx="409">
                  <c:v>1.9386738157011341</c:v>
                </c:pt>
                <c:pt idx="410">
                  <c:v>1.9654464114238481</c:v>
                </c:pt>
                <c:pt idx="411">
                  <c:v>1.9735337448101222</c:v>
                </c:pt>
                <c:pt idx="412">
                  <c:v>1.9758049516007978</c:v>
                </c:pt>
                <c:pt idx="413">
                  <c:v>1.9639823089650976</c:v>
                </c:pt>
                <c:pt idx="414">
                  <c:v>1.9895692261014697</c:v>
                </c:pt>
                <c:pt idx="415">
                  <c:v>1.9931375112510019</c:v>
                </c:pt>
                <c:pt idx="416">
                  <c:v>1.9881048919790822</c:v>
                </c:pt>
                <c:pt idx="417">
                  <c:v>1.9936716776166672</c:v>
                </c:pt>
                <c:pt idx="418">
                  <c:v>2.0337536004928314</c:v>
                </c:pt>
                <c:pt idx="419">
                  <c:v>2.025395690991505</c:v>
                </c:pt>
                <c:pt idx="420">
                  <c:v>1.9682570020703072</c:v>
                </c:pt>
                <c:pt idx="421">
                  <c:v>1.9736347178688907</c:v>
                </c:pt>
                <c:pt idx="422">
                  <c:v>1.9790596088268488</c:v>
                </c:pt>
                <c:pt idx="423">
                  <c:v>1.9481489879971838</c:v>
                </c:pt>
                <c:pt idx="424">
                  <c:v>1.9496086862658801</c:v>
                </c:pt>
                <c:pt idx="425">
                  <c:v>1.8948060862607317</c:v>
                </c:pt>
                <c:pt idx="426">
                  <c:v>1.9023613911016219</c:v>
                </c:pt>
                <c:pt idx="427">
                  <c:v>1.9013181733879212</c:v>
                </c:pt>
                <c:pt idx="428">
                  <c:v>1.9008161424225285</c:v>
                </c:pt>
                <c:pt idx="429">
                  <c:v>1.9185457028099069</c:v>
                </c:pt>
                <c:pt idx="430">
                  <c:v>1.9090627397171782</c:v>
                </c:pt>
                <c:pt idx="431">
                  <c:v>1.9092325889152229</c:v>
                </c:pt>
                <c:pt idx="432">
                  <c:v>1.9207441103179141</c:v>
                </c:pt>
                <c:pt idx="433">
                  <c:v>1.9327824546112022</c:v>
                </c:pt>
                <c:pt idx="434">
                  <c:v>1.9254914581585492</c:v>
                </c:pt>
                <c:pt idx="435">
                  <c:v>1.920427882487594</c:v>
                </c:pt>
                <c:pt idx="436">
                  <c:v>1.921366794426268</c:v>
                </c:pt>
                <c:pt idx="437">
                  <c:v>1.9262494000052253</c:v>
                </c:pt>
                <c:pt idx="438">
                  <c:v>1.9263870009380171</c:v>
                </c:pt>
                <c:pt idx="439">
                  <c:v>1.9410125149637887</c:v>
                </c:pt>
                <c:pt idx="440">
                  <c:v>1.9450210948143023</c:v>
                </c:pt>
                <c:pt idx="441">
                  <c:v>1.9790188030813869</c:v>
                </c:pt>
                <c:pt idx="442">
                  <c:v>1.9975498631605797</c:v>
                </c:pt>
                <c:pt idx="443">
                  <c:v>2.0012068075667737</c:v>
                </c:pt>
                <c:pt idx="444">
                  <c:v>2.0096708568197208</c:v>
                </c:pt>
                <c:pt idx="445">
                  <c:v>1.9898600558870325</c:v>
                </c:pt>
                <c:pt idx="446">
                  <c:v>1.9742451426669565</c:v>
                </c:pt>
                <c:pt idx="447">
                  <c:v>1.9656797363376906</c:v>
                </c:pt>
                <c:pt idx="448">
                  <c:v>1.9848512880651796</c:v>
                </c:pt>
                <c:pt idx="449">
                  <c:v>1.9898233200424005</c:v>
                </c:pt>
                <c:pt idx="450">
                  <c:v>2.0089496637104753</c:v>
                </c:pt>
                <c:pt idx="451">
                  <c:v>2.0259805932081383</c:v>
                </c:pt>
                <c:pt idx="452">
                  <c:v>2.0102764620450064</c:v>
                </c:pt>
                <c:pt idx="453">
                  <c:v>2.0485571895224854</c:v>
                </c:pt>
                <c:pt idx="454">
                  <c:v>2.0442562577188492</c:v>
                </c:pt>
                <c:pt idx="455">
                  <c:v>2.0367130541040988</c:v>
                </c:pt>
                <c:pt idx="456">
                  <c:v>2.0227075610552809</c:v>
                </c:pt>
                <c:pt idx="457">
                  <c:v>2.0425938378400028</c:v>
                </c:pt>
                <c:pt idx="458">
                  <c:v>2.0156236149015028</c:v>
                </c:pt>
                <c:pt idx="459">
                  <c:v>2.0286024264021218</c:v>
                </c:pt>
                <c:pt idx="460">
                  <c:v>2.0055409653900544</c:v>
                </c:pt>
                <c:pt idx="461">
                  <c:v>1.9944845111039222</c:v>
                </c:pt>
                <c:pt idx="462">
                  <c:v>2.0234735069294802</c:v>
                </c:pt>
                <c:pt idx="463">
                  <c:v>2.0356079459011451</c:v>
                </c:pt>
                <c:pt idx="464">
                  <c:v>2.0403546228971541</c:v>
                </c:pt>
                <c:pt idx="465">
                  <c:v>2.0516244806676243</c:v>
                </c:pt>
                <c:pt idx="466">
                  <c:v>2.0437468277401054</c:v>
                </c:pt>
                <c:pt idx="467">
                  <c:v>2.0718316577937519</c:v>
                </c:pt>
                <c:pt idx="468">
                  <c:v>2.082871059522446</c:v>
                </c:pt>
                <c:pt idx="469">
                  <c:v>2.0612365392474432</c:v>
                </c:pt>
                <c:pt idx="470">
                  <c:v>2.0447344440609836</c:v>
                </c:pt>
                <c:pt idx="471">
                  <c:v>2.0511725443318856</c:v>
                </c:pt>
                <c:pt idx="472">
                  <c:v>2.0300865775810255</c:v>
                </c:pt>
                <c:pt idx="473">
                  <c:v>2.0146311532587391</c:v>
                </c:pt>
                <c:pt idx="474">
                  <c:v>2.0209963116910035</c:v>
                </c:pt>
                <c:pt idx="475">
                  <c:v>1.9999058259888898</c:v>
                </c:pt>
                <c:pt idx="476">
                  <c:v>2.0139718507959294</c:v>
                </c:pt>
                <c:pt idx="477">
                  <c:v>1.9903296105153387</c:v>
                </c:pt>
                <c:pt idx="478">
                  <c:v>1.9944748249937623</c:v>
                </c:pt>
                <c:pt idx="479">
                  <c:v>1.9843369443690746</c:v>
                </c:pt>
                <c:pt idx="480">
                  <c:v>1.9901778364755323</c:v>
                </c:pt>
                <c:pt idx="481">
                  <c:v>1.9764913657643364</c:v>
                </c:pt>
                <c:pt idx="482">
                  <c:v>1.9719034210230251</c:v>
                </c:pt>
                <c:pt idx="483">
                  <c:v>1.960923000938837</c:v>
                </c:pt>
                <c:pt idx="484">
                  <c:v>1.9593538528100436</c:v>
                </c:pt>
                <c:pt idx="485">
                  <c:v>1.9518951382178735</c:v>
                </c:pt>
                <c:pt idx="486">
                  <c:v>1.9412563651260035</c:v>
                </c:pt>
                <c:pt idx="487">
                  <c:v>1.913765439397348</c:v>
                </c:pt>
                <c:pt idx="488">
                  <c:v>1.9226086266222437</c:v>
                </c:pt>
                <c:pt idx="489">
                  <c:v>1.935646206922244</c:v>
                </c:pt>
                <c:pt idx="490">
                  <c:v>1.9262289907704715</c:v>
                </c:pt>
                <c:pt idx="491">
                  <c:v>1.9233915528108558</c:v>
                </c:pt>
                <c:pt idx="492">
                  <c:v>1.9441074160328218</c:v>
                </c:pt>
                <c:pt idx="493">
                  <c:v>1.9431403279419537</c:v>
                </c:pt>
                <c:pt idx="494">
                  <c:v>1.9447094357690542</c:v>
                </c:pt>
                <c:pt idx="495">
                  <c:v>1.9402475262571788</c:v>
                </c:pt>
                <c:pt idx="496">
                  <c:v>1.932252131017798</c:v>
                </c:pt>
                <c:pt idx="497">
                  <c:v>1.8983378603943679</c:v>
                </c:pt>
                <c:pt idx="498">
                  <c:v>1.9097159378723914</c:v>
                </c:pt>
                <c:pt idx="499">
                  <c:v>1.9195934485526609</c:v>
                </c:pt>
                <c:pt idx="500">
                  <c:v>1.921474193400166</c:v>
                </c:pt>
                <c:pt idx="501">
                  <c:v>1.9357298231735123</c:v>
                </c:pt>
                <c:pt idx="502">
                  <c:v>1.9435714085095834</c:v>
                </c:pt>
                <c:pt idx="503">
                  <c:v>1.9299870751064598</c:v>
                </c:pt>
                <c:pt idx="504">
                  <c:v>1.9418752717938901</c:v>
                </c:pt>
                <c:pt idx="505">
                  <c:v>1.9323722655952222</c:v>
                </c:pt>
                <c:pt idx="506">
                  <c:v>1.9566035328939961</c:v>
                </c:pt>
                <c:pt idx="507">
                  <c:v>1.9639881940382748</c:v>
                </c:pt>
                <c:pt idx="508">
                  <c:v>1.9673311268472931</c:v>
                </c:pt>
                <c:pt idx="509">
                  <c:v>1.9560888039957667</c:v>
                </c:pt>
                <c:pt idx="510">
                  <c:v>1.9595682404124681</c:v>
                </c:pt>
                <c:pt idx="511">
                  <c:v>1.9484797818485813</c:v>
                </c:pt>
                <c:pt idx="512">
                  <c:v>1.961849717350957</c:v>
                </c:pt>
                <c:pt idx="513">
                  <c:v>1.9795542021139845</c:v>
                </c:pt>
                <c:pt idx="514">
                  <c:v>2.0001784496174078</c:v>
                </c:pt>
                <c:pt idx="515">
                  <c:v>2.011231105669494</c:v>
                </c:pt>
                <c:pt idx="516">
                  <c:v>1.9910531116677557</c:v>
                </c:pt>
                <c:pt idx="517">
                  <c:v>1.981488404400052</c:v>
                </c:pt>
                <c:pt idx="518">
                  <c:v>1.9846149193290108</c:v>
                </c:pt>
                <c:pt idx="519">
                  <c:v>1.9879260054322159</c:v>
                </c:pt>
                <c:pt idx="520">
                  <c:v>1.9937088117080026</c:v>
                </c:pt>
                <c:pt idx="521">
                  <c:v>2.0098630635487349</c:v>
                </c:pt>
                <c:pt idx="522">
                  <c:v>2.0138332698321917</c:v>
                </c:pt>
                <c:pt idx="523">
                  <c:v>2.0161860418053448</c:v>
                </c:pt>
                <c:pt idx="524">
                  <c:v>1.9916174129945776</c:v>
                </c:pt>
                <c:pt idx="525">
                  <c:v>1.9948302027502078</c:v>
                </c:pt>
                <c:pt idx="526">
                  <c:v>1.9625575005544136</c:v>
                </c:pt>
                <c:pt idx="527">
                  <c:v>1.9587908839492107</c:v>
                </c:pt>
                <c:pt idx="528">
                  <c:v>1.9575281564861704</c:v>
                </c:pt>
                <c:pt idx="529">
                  <c:v>1.9573609345833365</c:v>
                </c:pt>
                <c:pt idx="530">
                  <c:v>1.9534397361709666</c:v>
                </c:pt>
                <c:pt idx="531">
                  <c:v>1.9131437332563339</c:v>
                </c:pt>
                <c:pt idx="532">
                  <c:v>1.9212493819366254</c:v>
                </c:pt>
                <c:pt idx="533">
                  <c:v>1.9192862562023114</c:v>
                </c:pt>
                <c:pt idx="534">
                  <c:v>1.9269325216355742</c:v>
                </c:pt>
                <c:pt idx="535">
                  <c:v>1.9359512822986682</c:v>
                </c:pt>
                <c:pt idx="536">
                  <c:v>1.9335206634423243</c:v>
                </c:pt>
                <c:pt idx="537">
                  <c:v>1.9136750945263341</c:v>
                </c:pt>
                <c:pt idx="538">
                  <c:v>1.9262671329736347</c:v>
                </c:pt>
                <c:pt idx="539">
                  <c:v>1.9236669151918517</c:v>
                </c:pt>
                <c:pt idx="540">
                  <c:v>1.9189298747747641</c:v>
                </c:pt>
                <c:pt idx="541">
                  <c:v>1.93555346569889</c:v>
                </c:pt>
                <c:pt idx="542">
                  <c:v>1.9369960595905842</c:v>
                </c:pt>
                <c:pt idx="543">
                  <c:v>1.9399447393528795</c:v>
                </c:pt>
                <c:pt idx="544">
                  <c:v>1.9521138547962955</c:v>
                </c:pt>
                <c:pt idx="545">
                  <c:v>1.9457546137042312</c:v>
                </c:pt>
                <c:pt idx="546">
                  <c:v>1.9454043673474251</c:v>
                </c:pt>
                <c:pt idx="547">
                  <c:v>1.9634401059308209</c:v>
                </c:pt>
                <c:pt idx="548">
                  <c:v>1.982069833247025</c:v>
                </c:pt>
                <c:pt idx="549">
                  <c:v>1.970573600433567</c:v>
                </c:pt>
                <c:pt idx="550">
                  <c:v>1.9909714518084631</c:v>
                </c:pt>
                <c:pt idx="551">
                  <c:v>2.0000777614926162</c:v>
                </c:pt>
                <c:pt idx="552">
                  <c:v>2.0034514394443539</c:v>
                </c:pt>
                <c:pt idx="553">
                  <c:v>1.9705405432155623</c:v>
                </c:pt>
                <c:pt idx="554">
                  <c:v>1.963244450280947</c:v>
                </c:pt>
                <c:pt idx="555">
                  <c:v>1.9535051156953847</c:v>
                </c:pt>
                <c:pt idx="556">
                  <c:v>1.9533146320577413</c:v>
                </c:pt>
                <c:pt idx="557">
                  <c:v>1.9423639004701208</c:v>
                </c:pt>
                <c:pt idx="558">
                  <c:v>1.9499974901947346</c:v>
                </c:pt>
                <c:pt idx="559">
                  <c:v>1.9603552959347641</c:v>
                </c:pt>
                <c:pt idx="560">
                  <c:v>1.9632759805313718</c:v>
                </c:pt>
                <c:pt idx="561">
                  <c:v>1.9877861526479079</c:v>
                </c:pt>
                <c:pt idx="562">
                  <c:v>2.0212673825210978</c:v>
                </c:pt>
                <c:pt idx="563">
                  <c:v>2.0237083510768454</c:v>
                </c:pt>
                <c:pt idx="564">
                  <c:v>2.0220194716827629</c:v>
                </c:pt>
                <c:pt idx="565">
                  <c:v>2.0068067033248975</c:v>
                </c:pt>
                <c:pt idx="566">
                  <c:v>1.9918557953561131</c:v>
                </c:pt>
                <c:pt idx="567">
                  <c:v>2.0249173725973493</c:v>
                </c:pt>
                <c:pt idx="568">
                  <c:v>2.0285264934476395</c:v>
                </c:pt>
                <c:pt idx="569">
                  <c:v>2.025871749446873</c:v>
                </c:pt>
                <c:pt idx="570">
                  <c:v>2.0275988246041829</c:v>
                </c:pt>
                <c:pt idx="571">
                  <c:v>2.0584565597627349</c:v>
                </c:pt>
                <c:pt idx="572">
                  <c:v>2.0498858574160619</c:v>
                </c:pt>
                <c:pt idx="573">
                  <c:v>2.0264857568839099</c:v>
                </c:pt>
                <c:pt idx="574">
                  <c:v>2.0381645925926715</c:v>
                </c:pt>
                <c:pt idx="575">
                  <c:v>2.0211679489142433</c:v>
                </c:pt>
                <c:pt idx="576">
                  <c:v>2.000822508548286</c:v>
                </c:pt>
                <c:pt idx="577">
                  <c:v>2.0121821506218924</c:v>
                </c:pt>
                <c:pt idx="578">
                  <c:v>2.0183383443130376</c:v>
                </c:pt>
                <c:pt idx="579">
                  <c:v>1.9904799701833558</c:v>
                </c:pt>
                <c:pt idx="580">
                  <c:v>1.9964480055716165</c:v>
                </c:pt>
                <c:pt idx="581">
                  <c:v>1.9876166952128675</c:v>
                </c:pt>
                <c:pt idx="582">
                  <c:v>1.9936083791866324</c:v>
                </c:pt>
                <c:pt idx="583">
                  <c:v>2.0039386061006832</c:v>
                </c:pt>
                <c:pt idx="584">
                  <c:v>2.0021646640864592</c:v>
                </c:pt>
                <c:pt idx="585">
                  <c:v>1.9749573661493001</c:v>
                </c:pt>
                <c:pt idx="586">
                  <c:v>2.0122539964651631</c:v>
                </c:pt>
                <c:pt idx="587">
                  <c:v>2.0074758636465999</c:v>
                </c:pt>
                <c:pt idx="588">
                  <c:v>1.9838895003079913</c:v>
                </c:pt>
                <c:pt idx="589">
                  <c:v>1.9816002133168864</c:v>
                </c:pt>
                <c:pt idx="590">
                  <c:v>1.9638526976493627</c:v>
                </c:pt>
                <c:pt idx="591">
                  <c:v>1.9669186706257848</c:v>
                </c:pt>
                <c:pt idx="592">
                  <c:v>1.9704547941847066</c:v>
                </c:pt>
                <c:pt idx="593">
                  <c:v>1.9561595947159458</c:v>
                </c:pt>
                <c:pt idx="594">
                  <c:v>1.9829885007366015</c:v>
                </c:pt>
                <c:pt idx="595">
                  <c:v>1.978513670789994</c:v>
                </c:pt>
                <c:pt idx="596">
                  <c:v>1.9724267537920959</c:v>
                </c:pt>
                <c:pt idx="597">
                  <c:v>1.9699896264933299</c:v>
                </c:pt>
                <c:pt idx="598">
                  <c:v>1.9535526323614147</c:v>
                </c:pt>
                <c:pt idx="599">
                  <c:v>1.9520329580541032</c:v>
                </c:pt>
                <c:pt idx="600">
                  <c:v>1.9506427204042265</c:v>
                </c:pt>
                <c:pt idx="601">
                  <c:v>1.9595890585400322</c:v>
                </c:pt>
                <c:pt idx="602">
                  <c:v>1.9582518806275142</c:v>
                </c:pt>
                <c:pt idx="603">
                  <c:v>1.9887648722642093</c:v>
                </c:pt>
                <c:pt idx="604">
                  <c:v>2.0319186383028351</c:v>
                </c:pt>
                <c:pt idx="605">
                  <c:v>2.0239961114025751</c:v>
                </c:pt>
                <c:pt idx="606">
                  <c:v>2.0410268782504191</c:v>
                </c:pt>
                <c:pt idx="607">
                  <c:v>2.0558132657903387</c:v>
                </c:pt>
                <c:pt idx="608">
                  <c:v>2.0921167478023448</c:v>
                </c:pt>
                <c:pt idx="609">
                  <c:v>2.0839679012577181</c:v>
                </c:pt>
                <c:pt idx="610">
                  <c:v>2.0893807059767506</c:v>
                </c:pt>
                <c:pt idx="611">
                  <c:v>2.0677042956356186</c:v>
                </c:pt>
                <c:pt idx="612">
                  <c:v>2.083065730683249</c:v>
                </c:pt>
                <c:pt idx="613">
                  <c:v>2.1327596800595141</c:v>
                </c:pt>
                <c:pt idx="614">
                  <c:v>2.1707981060486992</c:v>
                </c:pt>
                <c:pt idx="615">
                  <c:v>2.204536333652547</c:v>
                </c:pt>
                <c:pt idx="616">
                  <c:v>2.2238268272514454</c:v>
                </c:pt>
                <c:pt idx="617">
                  <c:v>2.2260868177518494</c:v>
                </c:pt>
                <c:pt idx="618">
                  <c:v>2.1469430190453349</c:v>
                </c:pt>
                <c:pt idx="619">
                  <c:v>2.1106566083701641</c:v>
                </c:pt>
                <c:pt idx="620">
                  <c:v>2.1226952912806318</c:v>
                </c:pt>
                <c:pt idx="621">
                  <c:v>2.1252133871151631</c:v>
                </c:pt>
                <c:pt idx="622">
                  <c:v>2.1681624404427766</c:v>
                </c:pt>
                <c:pt idx="623">
                  <c:v>2.1475495413990013</c:v>
                </c:pt>
                <c:pt idx="624">
                  <c:v>2.1606675631734467</c:v>
                </c:pt>
                <c:pt idx="625">
                  <c:v>2.1836323420304198</c:v>
                </c:pt>
                <c:pt idx="626">
                  <c:v>2.163469180281159</c:v>
                </c:pt>
                <c:pt idx="627">
                  <c:v>2.1707934124909953</c:v>
                </c:pt>
                <c:pt idx="628">
                  <c:v>2.0935432646691083</c:v>
                </c:pt>
                <c:pt idx="629">
                  <c:v>2.10466677973506</c:v>
                </c:pt>
                <c:pt idx="630">
                  <c:v>2.0979686682041163</c:v>
                </c:pt>
                <c:pt idx="631">
                  <c:v>2.1117902796763777</c:v>
                </c:pt>
                <c:pt idx="632">
                  <c:v>2.0853175135916513</c:v>
                </c:pt>
                <c:pt idx="633">
                  <c:v>2.1033897384255971</c:v>
                </c:pt>
                <c:pt idx="634">
                  <c:v>2.1120685445006728</c:v>
                </c:pt>
                <c:pt idx="635">
                  <c:v>2.1011729724889143</c:v>
                </c:pt>
                <c:pt idx="636">
                  <c:v>2.0693147904212665</c:v>
                </c:pt>
                <c:pt idx="637">
                  <c:v>2.0587409652669644</c:v>
                </c:pt>
                <c:pt idx="638">
                  <c:v>2.0602605796995239</c:v>
                </c:pt>
                <c:pt idx="639">
                  <c:v>2.0598074453717321</c:v>
                </c:pt>
                <c:pt idx="640">
                  <c:v>2.0715815007926852</c:v>
                </c:pt>
                <c:pt idx="641">
                  <c:v>2.0519971794921803</c:v>
                </c:pt>
                <c:pt idx="642">
                  <c:v>2.0591176018731612</c:v>
                </c:pt>
                <c:pt idx="643">
                  <c:v>2.0513540436018758</c:v>
                </c:pt>
                <c:pt idx="644">
                  <c:v>2.0475097164654597</c:v>
                </c:pt>
                <c:pt idx="645">
                  <c:v>2.0568923466921212</c:v>
                </c:pt>
                <c:pt idx="646">
                  <c:v>2.0697808025479749</c:v>
                </c:pt>
                <c:pt idx="647">
                  <c:v>2.1075379677598347</c:v>
                </c:pt>
                <c:pt idx="648">
                  <c:v>2.1011487842720489</c:v>
                </c:pt>
                <c:pt idx="649">
                  <c:v>2.1033933214738658</c:v>
                </c:pt>
                <c:pt idx="650">
                  <c:v>2.0968805475548029</c:v>
                </c:pt>
                <c:pt idx="651">
                  <c:v>2.0561557981531133</c:v>
                </c:pt>
                <c:pt idx="652">
                  <c:v>2.0417887124074099</c:v>
                </c:pt>
                <c:pt idx="653">
                  <c:v>2.0466200019625238</c:v>
                </c:pt>
                <c:pt idx="654">
                  <c:v>2.0491893747800805</c:v>
                </c:pt>
                <c:pt idx="655">
                  <c:v>2.0823810238080576</c:v>
                </c:pt>
                <c:pt idx="656">
                  <c:v>2.106799039834903</c:v>
                </c:pt>
                <c:pt idx="657">
                  <c:v>2.1270502404995124</c:v>
                </c:pt>
                <c:pt idx="658">
                  <c:v>2.0972511809307202</c:v>
                </c:pt>
                <c:pt idx="659">
                  <c:v>2.0750842889056029</c:v>
                </c:pt>
                <c:pt idx="660">
                  <c:v>2.0746889698657118</c:v>
                </c:pt>
                <c:pt idx="661">
                  <c:v>2.0747827706925621</c:v>
                </c:pt>
                <c:pt idx="662">
                  <c:v>2.04629995521648</c:v>
                </c:pt>
                <c:pt idx="663">
                  <c:v>2.021930127184036</c:v>
                </c:pt>
                <c:pt idx="664">
                  <c:v>2.0268915802383227</c:v>
                </c:pt>
                <c:pt idx="665">
                  <c:v>2.0193129788637072</c:v>
                </c:pt>
                <c:pt idx="666">
                  <c:v>2.0185423392547293</c:v>
                </c:pt>
                <c:pt idx="667">
                  <c:v>1.9987831692286482</c:v>
                </c:pt>
                <c:pt idx="668">
                  <c:v>1.9939831786598243</c:v>
                </c:pt>
                <c:pt idx="669">
                  <c:v>1.9724241541541021</c:v>
                </c:pt>
                <c:pt idx="670">
                  <c:v>1.9503488294914253</c:v>
                </c:pt>
                <c:pt idx="671">
                  <c:v>1.9422451749311134</c:v>
                </c:pt>
                <c:pt idx="672">
                  <c:v>1.9429300794303155</c:v>
                </c:pt>
                <c:pt idx="673">
                  <c:v>1.9537581903701784</c:v>
                </c:pt>
                <c:pt idx="674">
                  <c:v>1.9326682342352455</c:v>
                </c:pt>
                <c:pt idx="675">
                  <c:v>1.9418598305293087</c:v>
                </c:pt>
                <c:pt idx="676">
                  <c:v>1.9385854740768946</c:v>
                </c:pt>
                <c:pt idx="677">
                  <c:v>1.9398749706828748</c:v>
                </c:pt>
                <c:pt idx="678">
                  <c:v>1.9495196719700645</c:v>
                </c:pt>
                <c:pt idx="679">
                  <c:v>1.9407837310281724</c:v>
                </c:pt>
                <c:pt idx="680">
                  <c:v>1.939001319698866</c:v>
                </c:pt>
                <c:pt idx="681">
                  <c:v>1.9532826325862218</c:v>
                </c:pt>
                <c:pt idx="682">
                  <c:v>1.9491432347753128</c:v>
                </c:pt>
                <c:pt idx="683">
                  <c:v>1.9463702530253106</c:v>
                </c:pt>
                <c:pt idx="684">
                  <c:v>1.9470489557871704</c:v>
                </c:pt>
                <c:pt idx="685">
                  <c:v>1.9465601483178565</c:v>
                </c:pt>
                <c:pt idx="686">
                  <c:v>1.9375341005301649</c:v>
                </c:pt>
                <c:pt idx="687">
                  <c:v>1.9392167773286457</c:v>
                </c:pt>
                <c:pt idx="688">
                  <c:v>1.9158978490179523</c:v>
                </c:pt>
                <c:pt idx="689">
                  <c:v>1.9196027146331267</c:v>
                </c:pt>
                <c:pt idx="690">
                  <c:v>1.8988954055603895</c:v>
                </c:pt>
                <c:pt idx="691">
                  <c:v>1.9040871977148477</c:v>
                </c:pt>
                <c:pt idx="692">
                  <c:v>1.8959218037454098</c:v>
                </c:pt>
                <c:pt idx="693">
                  <c:v>1.8860876467921239</c:v>
                </c:pt>
                <c:pt idx="694">
                  <c:v>1.886729760987387</c:v>
                </c:pt>
                <c:pt idx="695">
                  <c:v>1.8879543976370983</c:v>
                </c:pt>
                <c:pt idx="696">
                  <c:v>1.907943766091442</c:v>
                </c:pt>
                <c:pt idx="697">
                  <c:v>1.8997501526676404</c:v>
                </c:pt>
                <c:pt idx="698">
                  <c:v>1.9120178896617959</c:v>
                </c:pt>
                <c:pt idx="699">
                  <c:v>1.8980375698996517</c:v>
                </c:pt>
                <c:pt idx="700">
                  <c:v>1.895064640030796</c:v>
                </c:pt>
                <c:pt idx="701">
                  <c:v>1.8883343594774715</c:v>
                </c:pt>
                <c:pt idx="702">
                  <c:v>1.9179170664126646</c:v>
                </c:pt>
                <c:pt idx="703">
                  <c:v>1.9071117523901078</c:v>
                </c:pt>
                <c:pt idx="704">
                  <c:v>1.9210737071796071</c:v>
                </c:pt>
                <c:pt idx="705">
                  <c:v>1.9325835087209067</c:v>
                </c:pt>
                <c:pt idx="706">
                  <c:v>1.9353758919382642</c:v>
                </c:pt>
                <c:pt idx="707">
                  <c:v>1.9446537002743238</c:v>
                </c:pt>
                <c:pt idx="708">
                  <c:v>1.9651737650386876</c:v>
                </c:pt>
                <c:pt idx="709">
                  <c:v>1.9682366372715314</c:v>
                </c:pt>
                <c:pt idx="710">
                  <c:v>1.9494004462654781</c:v>
                </c:pt>
                <c:pt idx="711">
                  <c:v>1.9846260996774761</c:v>
                </c:pt>
                <c:pt idx="712">
                  <c:v>1.9817312516532553</c:v>
                </c:pt>
                <c:pt idx="713">
                  <c:v>1.9403518008156542</c:v>
                </c:pt>
                <c:pt idx="714">
                  <c:v>1.9350822828294065</c:v>
                </c:pt>
                <c:pt idx="715">
                  <c:v>1.9169067173659142</c:v>
                </c:pt>
                <c:pt idx="716">
                  <c:v>1.9321315696597232</c:v>
                </c:pt>
                <c:pt idx="717">
                  <c:v>1.9564848652148579</c:v>
                </c:pt>
                <c:pt idx="718">
                  <c:v>1.9452509105995228</c:v>
                </c:pt>
                <c:pt idx="719">
                  <c:v>1.9364829339505414</c:v>
                </c:pt>
                <c:pt idx="720">
                  <c:v>1.9298823227938136</c:v>
                </c:pt>
                <c:pt idx="721">
                  <c:v>1.9244262296073971</c:v>
                </c:pt>
                <c:pt idx="722">
                  <c:v>1.9082649815370398</c:v>
                </c:pt>
                <c:pt idx="723">
                  <c:v>1.9096607604243439</c:v>
                </c:pt>
                <c:pt idx="724">
                  <c:v>1.9232089765860563</c:v>
                </c:pt>
                <c:pt idx="725">
                  <c:v>1.9422821805240875</c:v>
                </c:pt>
                <c:pt idx="726">
                  <c:v>1.9664830844169148</c:v>
                </c:pt>
                <c:pt idx="727">
                  <c:v>1.9695481413957512</c:v>
                </c:pt>
                <c:pt idx="728">
                  <c:v>1.9726064461167805</c:v>
                </c:pt>
                <c:pt idx="729">
                  <c:v>1.9512314904317434</c:v>
                </c:pt>
                <c:pt idx="730">
                  <c:v>1.9587228763144824</c:v>
                </c:pt>
                <c:pt idx="731">
                  <c:v>1.9744674107182225</c:v>
                </c:pt>
                <c:pt idx="732">
                  <c:v>1.9858172218570815</c:v>
                </c:pt>
                <c:pt idx="733">
                  <c:v>1.9935819512732149</c:v>
                </c:pt>
                <c:pt idx="734">
                  <c:v>1.9946371742780784</c:v>
                </c:pt>
                <c:pt idx="735">
                  <c:v>1.988320061069921</c:v>
                </c:pt>
                <c:pt idx="736">
                  <c:v>1.9787777985728467</c:v>
                </c:pt>
                <c:pt idx="737">
                  <c:v>1.9770857897145671</c:v>
                </c:pt>
                <c:pt idx="738">
                  <c:v>1.9690153753180328</c:v>
                </c:pt>
                <c:pt idx="739">
                  <c:v>1.9547095587703798</c:v>
                </c:pt>
                <c:pt idx="740">
                  <c:v>1.9523147210142757</c:v>
                </c:pt>
                <c:pt idx="741">
                  <c:v>1.9553440712924079</c:v>
                </c:pt>
                <c:pt idx="742">
                  <c:v>1.9540865036987747</c:v>
                </c:pt>
                <c:pt idx="743">
                  <c:v>1.9476461201196169</c:v>
                </c:pt>
                <c:pt idx="744">
                  <c:v>1.9962815087548795</c:v>
                </c:pt>
                <c:pt idx="745">
                  <c:v>2.0212037952586375</c:v>
                </c:pt>
                <c:pt idx="746">
                  <c:v>2.0134353124480073</c:v>
                </c:pt>
                <c:pt idx="747">
                  <c:v>2.0086176888459955</c:v>
                </c:pt>
                <c:pt idx="748">
                  <c:v>2.0099304279500068</c:v>
                </c:pt>
                <c:pt idx="749">
                  <c:v>2.0267676510172894</c:v>
                </c:pt>
                <c:pt idx="750">
                  <c:v>2.0358922015121621</c:v>
                </c:pt>
                <c:pt idx="751">
                  <c:v>2.0222245927905034</c:v>
                </c:pt>
                <c:pt idx="752">
                  <c:v>2.0227986143600249</c:v>
                </c:pt>
                <c:pt idx="753">
                  <c:v>2.0163418688867614</c:v>
                </c:pt>
                <c:pt idx="754">
                  <c:v>2.0109555298280846</c:v>
                </c:pt>
                <c:pt idx="755">
                  <c:v>2.026083418973573</c:v>
                </c:pt>
                <c:pt idx="756">
                  <c:v>2.0147354568078213</c:v>
                </c:pt>
                <c:pt idx="757">
                  <c:v>2.0023702765445086</c:v>
                </c:pt>
                <c:pt idx="758">
                  <c:v>1.9964663879139328</c:v>
                </c:pt>
                <c:pt idx="759">
                  <c:v>2.0229623774441765</c:v>
                </c:pt>
                <c:pt idx="760">
                  <c:v>2.0296958196539645</c:v>
                </c:pt>
                <c:pt idx="761">
                  <c:v>2.0631122942595832</c:v>
                </c:pt>
                <c:pt idx="762">
                  <c:v>2.0542317186960735</c:v>
                </c:pt>
                <c:pt idx="763">
                  <c:v>2.0286062385562151</c:v>
                </c:pt>
                <c:pt idx="764">
                  <c:v>2.0527930517212045</c:v>
                </c:pt>
                <c:pt idx="765">
                  <c:v>2.095041943258785</c:v>
                </c:pt>
                <c:pt idx="766">
                  <c:v>2.0878329599293561</c:v>
                </c:pt>
                <c:pt idx="767">
                  <c:v>2.0646331155273061</c:v>
                </c:pt>
                <c:pt idx="768">
                  <c:v>2.0472987066522013</c:v>
                </c:pt>
                <c:pt idx="769">
                  <c:v>2.0473929425140698</c:v>
                </c:pt>
                <c:pt idx="770">
                  <c:v>2.0352824801947365</c:v>
                </c:pt>
                <c:pt idx="771">
                  <c:v>2.0314440894452099</c:v>
                </c:pt>
                <c:pt idx="772">
                  <c:v>2.042638871115757</c:v>
                </c:pt>
                <c:pt idx="773">
                  <c:v>2.0276914757995543</c:v>
                </c:pt>
                <c:pt idx="774">
                  <c:v>2.0202673484341549</c:v>
                </c:pt>
                <c:pt idx="775">
                  <c:v>2.019994175149602</c:v>
                </c:pt>
                <c:pt idx="776">
                  <c:v>2.0259584918897096</c:v>
                </c:pt>
                <c:pt idx="777">
                  <c:v>2.0421799007434682</c:v>
                </c:pt>
                <c:pt idx="778">
                  <c:v>2.0067703648620085</c:v>
                </c:pt>
                <c:pt idx="779">
                  <c:v>2.0162549164079193</c:v>
                </c:pt>
                <c:pt idx="780">
                  <c:v>1.9982981358210854</c:v>
                </c:pt>
                <c:pt idx="781">
                  <c:v>1.9898315930210833</c:v>
                </c:pt>
                <c:pt idx="782">
                  <c:v>1.9821005970735257</c:v>
                </c:pt>
                <c:pt idx="783">
                  <c:v>1.980845511150398</c:v>
                </c:pt>
                <c:pt idx="784">
                  <c:v>1.9967971501944479</c:v>
                </c:pt>
                <c:pt idx="785">
                  <c:v>2.0083691819783756</c:v>
                </c:pt>
                <c:pt idx="786">
                  <c:v>1.9883721511864239</c:v>
                </c:pt>
                <c:pt idx="787">
                  <c:v>1.9856054788348894</c:v>
                </c:pt>
                <c:pt idx="788">
                  <c:v>1.987404623799417</c:v>
                </c:pt>
                <c:pt idx="789">
                  <c:v>2.0095416507189809</c:v>
                </c:pt>
                <c:pt idx="790">
                  <c:v>2.0011432271162208</c:v>
                </c:pt>
                <c:pt idx="791">
                  <c:v>2.0363822074769149</c:v>
                </c:pt>
                <c:pt idx="792">
                  <c:v>2.0360900094436678</c:v>
                </c:pt>
                <c:pt idx="793">
                  <c:v>2.0533531489105332</c:v>
                </c:pt>
                <c:pt idx="794">
                  <c:v>2.043096780638189</c:v>
                </c:pt>
                <c:pt idx="795">
                  <c:v>2.0282100870159927</c:v>
                </c:pt>
                <c:pt idx="796">
                  <c:v>2.0324104169431054</c:v>
                </c:pt>
                <c:pt idx="797">
                  <c:v>2.0545677558651212</c:v>
                </c:pt>
                <c:pt idx="798">
                  <c:v>2.0369862183517413</c:v>
                </c:pt>
                <c:pt idx="799">
                  <c:v>2.0231552961357551</c:v>
                </c:pt>
                <c:pt idx="800">
                  <c:v>2.0291126559863724</c:v>
                </c:pt>
                <c:pt idx="801">
                  <c:v>2.0004692141347453</c:v>
                </c:pt>
                <c:pt idx="802">
                  <c:v>1.983594677727829</c:v>
                </c:pt>
                <c:pt idx="803">
                  <c:v>1.9822880966799916</c:v>
                </c:pt>
                <c:pt idx="804">
                  <c:v>1.9771696545970792</c:v>
                </c:pt>
                <c:pt idx="805">
                  <c:v>1.9708342893035635</c:v>
                </c:pt>
                <c:pt idx="806">
                  <c:v>1.9652229128173013</c:v>
                </c:pt>
                <c:pt idx="807">
                  <c:v>1.9677974873616482</c:v>
                </c:pt>
                <c:pt idx="808">
                  <c:v>1.9667151606878699</c:v>
                </c:pt>
                <c:pt idx="809">
                  <c:v>1.9635544628943351</c:v>
                </c:pt>
                <c:pt idx="810">
                  <c:v>1.9593146130260919</c:v>
                </c:pt>
                <c:pt idx="811">
                  <c:v>1.953997185923994</c:v>
                </c:pt>
                <c:pt idx="812">
                  <c:v>1.9456170326249131</c:v>
                </c:pt>
                <c:pt idx="813">
                  <c:v>1.9593002865697031</c:v>
                </c:pt>
                <c:pt idx="814">
                  <c:v>1.9596873143423494</c:v>
                </c:pt>
                <c:pt idx="815">
                  <c:v>1.9655295304092724</c:v>
                </c:pt>
                <c:pt idx="816">
                  <c:v>1.9650338531971923</c:v>
                </c:pt>
                <c:pt idx="817">
                  <c:v>1.9663896904313152</c:v>
                </c:pt>
                <c:pt idx="818">
                  <c:v>1.9531646961154967</c:v>
                </c:pt>
                <c:pt idx="819">
                  <c:v>1.9579045719028085</c:v>
                </c:pt>
                <c:pt idx="820">
                  <c:v>1.9535138270460259</c:v>
                </c:pt>
                <c:pt idx="821">
                  <c:v>1.9563148149650997</c:v>
                </c:pt>
                <c:pt idx="822">
                  <c:v>1.9575663118822262</c:v>
                </c:pt>
                <c:pt idx="823">
                  <c:v>1.9850168629949267</c:v>
                </c:pt>
                <c:pt idx="824">
                  <c:v>1.9899409115082363</c:v>
                </c:pt>
                <c:pt idx="825">
                  <c:v>1.9978964909200589</c:v>
                </c:pt>
                <c:pt idx="826">
                  <c:v>2.0016986047582344</c:v>
                </c:pt>
                <c:pt idx="827">
                  <c:v>2.0037751606865637</c:v>
                </c:pt>
                <c:pt idx="828">
                  <c:v>2.0258046857975156</c:v>
                </c:pt>
                <c:pt idx="829">
                  <c:v>2.0136569737924521</c:v>
                </c:pt>
                <c:pt idx="830">
                  <c:v>2.0098243460037328</c:v>
                </c:pt>
                <c:pt idx="831">
                  <c:v>1.9980281246431562</c:v>
                </c:pt>
                <c:pt idx="832">
                  <c:v>1.9781163958405428</c:v>
                </c:pt>
                <c:pt idx="833">
                  <c:v>1.9488808278552157</c:v>
                </c:pt>
                <c:pt idx="834">
                  <c:v>1.9493463299474201</c:v>
                </c:pt>
                <c:pt idx="835">
                  <c:v>1.9455815838643118</c:v>
                </c:pt>
                <c:pt idx="836">
                  <c:v>1.9425991724525287</c:v>
                </c:pt>
                <c:pt idx="837">
                  <c:v>1.9455667861050583</c:v>
                </c:pt>
                <c:pt idx="838">
                  <c:v>1.9503609228078813</c:v>
                </c:pt>
                <c:pt idx="839">
                  <c:v>1.94400415798231</c:v>
                </c:pt>
                <c:pt idx="840">
                  <c:v>1.9435753079364382</c:v>
                </c:pt>
                <c:pt idx="841">
                  <c:v>1.9513743779811792</c:v>
                </c:pt>
                <c:pt idx="842">
                  <c:v>1.9656665624164125</c:v>
                </c:pt>
                <c:pt idx="843">
                  <c:v>1.9467526522237379</c:v>
                </c:pt>
                <c:pt idx="844">
                  <c:v>1.9499375241163843</c:v>
                </c:pt>
                <c:pt idx="845">
                  <c:v>1.9690807205978689</c:v>
                </c:pt>
                <c:pt idx="846">
                  <c:v>1.9585373997890168</c:v>
                </c:pt>
                <c:pt idx="847">
                  <c:v>1.9527687239995233</c:v>
                </c:pt>
                <c:pt idx="848">
                  <c:v>1.9648300010032824</c:v>
                </c:pt>
                <c:pt idx="849">
                  <c:v>1.9712773799728316</c:v>
                </c:pt>
                <c:pt idx="850">
                  <c:v>1.9498441402868498</c:v>
                </c:pt>
                <c:pt idx="851">
                  <c:v>1.9500209635623758</c:v>
                </c:pt>
                <c:pt idx="852">
                  <c:v>1.9544230922136641</c:v>
                </c:pt>
                <c:pt idx="853">
                  <c:v>1.978306627891901</c:v>
                </c:pt>
                <c:pt idx="854">
                  <c:v>1.9733043470532952</c:v>
                </c:pt>
                <c:pt idx="855">
                  <c:v>1.9661851652151934</c:v>
                </c:pt>
                <c:pt idx="856">
                  <c:v>1.9792482108869085</c:v>
                </c:pt>
                <c:pt idx="857">
                  <c:v>1.9785276005549159</c:v>
                </c:pt>
                <c:pt idx="858">
                  <c:v>2.005963435521489</c:v>
                </c:pt>
                <c:pt idx="859">
                  <c:v>1.9948504324210683</c:v>
                </c:pt>
                <c:pt idx="860">
                  <c:v>1.9726225392117298</c:v>
                </c:pt>
                <c:pt idx="861">
                  <c:v>1.9849789899459078</c:v>
                </c:pt>
                <c:pt idx="862">
                  <c:v>1.9713104279003404</c:v>
                </c:pt>
                <c:pt idx="863">
                  <c:v>1.9810527654681165</c:v>
                </c:pt>
                <c:pt idx="864">
                  <c:v>1.9683621165685412</c:v>
                </c:pt>
                <c:pt idx="865">
                  <c:v>1.9750904458429199</c:v>
                </c:pt>
                <c:pt idx="866">
                  <c:v>1.9590153130057681</c:v>
                </c:pt>
                <c:pt idx="867">
                  <c:v>1.9664334592070714</c:v>
                </c:pt>
                <c:pt idx="868">
                  <c:v>1.9709117304827606</c:v>
                </c:pt>
                <c:pt idx="869">
                  <c:v>1.9765657738691078</c:v>
                </c:pt>
                <c:pt idx="870">
                  <c:v>1.9772241267252386</c:v>
                </c:pt>
                <c:pt idx="871">
                  <c:v>1.9857293609752966</c:v>
                </c:pt>
                <c:pt idx="872">
                  <c:v>1.9839826574013453</c:v>
                </c:pt>
                <c:pt idx="873">
                  <c:v>2.0034795659059288</c:v>
                </c:pt>
                <c:pt idx="874">
                  <c:v>1.9997090431378048</c:v>
                </c:pt>
                <c:pt idx="875">
                  <c:v>1.9764856855064981</c:v>
                </c:pt>
                <c:pt idx="876">
                  <c:v>1.9740827413185287</c:v>
                </c:pt>
                <c:pt idx="877">
                  <c:v>1.9666187933935193</c:v>
                </c:pt>
                <c:pt idx="878">
                  <c:v>1.969301930335537</c:v>
                </c:pt>
                <c:pt idx="879">
                  <c:v>1.9709087718088529</c:v>
                </c:pt>
                <c:pt idx="880">
                  <c:v>1.961645442995166</c:v>
                </c:pt>
                <c:pt idx="881">
                  <c:v>1.9643584428015881</c:v>
                </c:pt>
                <c:pt idx="882">
                  <c:v>1.9637833978791683</c:v>
                </c:pt>
                <c:pt idx="883">
                  <c:v>1.9589099531888348</c:v>
                </c:pt>
                <c:pt idx="884">
                  <c:v>1.9449935914292438</c:v>
                </c:pt>
                <c:pt idx="885">
                  <c:v>1.9287476169916171</c:v>
                </c:pt>
                <c:pt idx="886">
                  <c:v>1.9087304363772137</c:v>
                </c:pt>
                <c:pt idx="887">
                  <c:v>1.9190470264731239</c:v>
                </c:pt>
                <c:pt idx="888">
                  <c:v>1.9270453185420373</c:v>
                </c:pt>
                <c:pt idx="889">
                  <c:v>1.9204127465698164</c:v>
                </c:pt>
                <c:pt idx="890">
                  <c:v>1.9344750253108038</c:v>
                </c:pt>
                <c:pt idx="891">
                  <c:v>1.9420834694104931</c:v>
                </c:pt>
                <c:pt idx="892">
                  <c:v>1.949232134484133</c:v>
                </c:pt>
                <c:pt idx="893">
                  <c:v>1.9756840801355124</c:v>
                </c:pt>
                <c:pt idx="894">
                  <c:v>1.9665783440153135</c:v>
                </c:pt>
                <c:pt idx="895">
                  <c:v>1.9668373265784413</c:v>
                </c:pt>
                <c:pt idx="896">
                  <c:v>1.9490299709438172</c:v>
                </c:pt>
                <c:pt idx="897">
                  <c:v>1.9497754854422369</c:v>
                </c:pt>
                <c:pt idx="898">
                  <c:v>1.9620015791531475</c:v>
                </c:pt>
                <c:pt idx="899">
                  <c:v>1.9458492833221925</c:v>
                </c:pt>
                <c:pt idx="900">
                  <c:v>1.9453225965276761</c:v>
                </c:pt>
                <c:pt idx="901">
                  <c:v>1.9763251766954379</c:v>
                </c:pt>
                <c:pt idx="902">
                  <c:v>1.9641669743562284</c:v>
                </c:pt>
                <c:pt idx="903">
                  <c:v>1.9631479714484448</c:v>
                </c:pt>
                <c:pt idx="904">
                  <c:v>1.9587382090889676</c:v>
                </c:pt>
                <c:pt idx="905">
                  <c:v>1.9539786807753388</c:v>
                </c:pt>
                <c:pt idx="906">
                  <c:v>1.9523853735214498</c:v>
                </c:pt>
                <c:pt idx="907">
                  <c:v>1.9585300373185368</c:v>
                </c:pt>
                <c:pt idx="908">
                  <c:v>1.9602129587656452</c:v>
                </c:pt>
                <c:pt idx="909">
                  <c:v>1.980111189463871</c:v>
                </c:pt>
                <c:pt idx="910">
                  <c:v>1.9831180897185698</c:v>
                </c:pt>
                <c:pt idx="911">
                  <c:v>1.9767907600361476</c:v>
                </c:pt>
                <c:pt idx="912">
                  <c:v>1.9854406059635101</c:v>
                </c:pt>
                <c:pt idx="913">
                  <c:v>2.003246963709731</c:v>
                </c:pt>
                <c:pt idx="914">
                  <c:v>1.9913223927938404</c:v>
                </c:pt>
                <c:pt idx="915">
                  <c:v>1.9979407636961379</c:v>
                </c:pt>
                <c:pt idx="916">
                  <c:v>1.991421555008642</c:v>
                </c:pt>
                <c:pt idx="917">
                  <c:v>1.9727116794137012</c:v>
                </c:pt>
                <c:pt idx="918">
                  <c:v>1.9899410687374315</c:v>
                </c:pt>
                <c:pt idx="919">
                  <c:v>1.9857082909018837</c:v>
                </c:pt>
                <c:pt idx="920">
                  <c:v>2.0022360587977692</c:v>
                </c:pt>
                <c:pt idx="921">
                  <c:v>2.0151840930843599</c:v>
                </c:pt>
                <c:pt idx="922">
                  <c:v>2.0119826546638357</c:v>
                </c:pt>
                <c:pt idx="923">
                  <c:v>2.0151912338397504</c:v>
                </c:pt>
                <c:pt idx="924">
                  <c:v>2.0161479749721498</c:v>
                </c:pt>
                <c:pt idx="925">
                  <c:v>2.0189972740129449</c:v>
                </c:pt>
                <c:pt idx="926">
                  <c:v>2.0283567798535174</c:v>
                </c:pt>
                <c:pt idx="927">
                  <c:v>2.0613845722565767</c:v>
                </c:pt>
                <c:pt idx="928">
                  <c:v>2.0854107509986699</c:v>
                </c:pt>
                <c:pt idx="929">
                  <c:v>2.0929649293612838</c:v>
                </c:pt>
                <c:pt idx="930">
                  <c:v>2.0857537968346445</c:v>
                </c:pt>
                <c:pt idx="931">
                  <c:v>2.0997343362401057</c:v>
                </c:pt>
                <c:pt idx="932">
                  <c:v>2.1308852697813836</c:v>
                </c:pt>
                <c:pt idx="933">
                  <c:v>2.1390335502534783</c:v>
                </c:pt>
                <c:pt idx="934">
                  <c:v>2.135521639267925</c:v>
                </c:pt>
                <c:pt idx="935">
                  <c:v>2.1408968145735972</c:v>
                </c:pt>
                <c:pt idx="936">
                  <c:v>2.1511843307035337</c:v>
                </c:pt>
                <c:pt idx="937">
                  <c:v>2.1813587742705649</c:v>
                </c:pt>
                <c:pt idx="938">
                  <c:v>2.1384313403474908</c:v>
                </c:pt>
                <c:pt idx="939">
                  <c:v>2.162304665545383</c:v>
                </c:pt>
                <c:pt idx="940">
                  <c:v>2.1345625155221621</c:v>
                </c:pt>
                <c:pt idx="941">
                  <c:v>2.1410437478241047</c:v>
                </c:pt>
                <c:pt idx="942">
                  <c:v>2.1448713734414011</c:v>
                </c:pt>
                <c:pt idx="943">
                  <c:v>2.1340616992748616</c:v>
                </c:pt>
                <c:pt idx="944">
                  <c:v>2.1389365204485822</c:v>
                </c:pt>
                <c:pt idx="945">
                  <c:v>2.0868315342641846</c:v>
                </c:pt>
                <c:pt idx="946">
                  <c:v>2.0842150804412691</c:v>
                </c:pt>
                <c:pt idx="947">
                  <c:v>2.0691155079842001</c:v>
                </c:pt>
                <c:pt idx="948">
                  <c:v>2.0842427932402132</c:v>
                </c:pt>
                <c:pt idx="949">
                  <c:v>2.1037744506015668</c:v>
                </c:pt>
                <c:pt idx="950">
                  <c:v>2.1091004674417086</c:v>
                </c:pt>
                <c:pt idx="951">
                  <c:v>2.0957053012106561</c:v>
                </c:pt>
                <c:pt idx="952">
                  <c:v>2.0929801424857639</c:v>
                </c:pt>
                <c:pt idx="953">
                  <c:v>2.0630370424158619</c:v>
                </c:pt>
                <c:pt idx="954">
                  <c:v>2.0640841716481999</c:v>
                </c:pt>
                <c:pt idx="955">
                  <c:v>2.0564734462975132</c:v>
                </c:pt>
                <c:pt idx="956">
                  <c:v>2.0660566122725763</c:v>
                </c:pt>
                <c:pt idx="957">
                  <c:v>2.0828458045398621</c:v>
                </c:pt>
                <c:pt idx="958">
                  <c:v>2.0812352611492395</c:v>
                </c:pt>
                <c:pt idx="959">
                  <c:v>2.0599196702872038</c:v>
                </c:pt>
                <c:pt idx="960">
                  <c:v>2.062401682425627</c:v>
                </c:pt>
                <c:pt idx="961">
                  <c:v>2.0741190356351158</c:v>
                </c:pt>
                <c:pt idx="962">
                  <c:v>2.0654623842955653</c:v>
                </c:pt>
                <c:pt idx="963">
                  <c:v>2.0440981300503589</c:v>
                </c:pt>
                <c:pt idx="964">
                  <c:v>2.0489777292864231</c:v>
                </c:pt>
                <c:pt idx="965">
                  <c:v>2.0461441838432237</c:v>
                </c:pt>
                <c:pt idx="966">
                  <c:v>2.0346760472898171</c:v>
                </c:pt>
                <c:pt idx="967">
                  <c:v>2.0309510331759775</c:v>
                </c:pt>
                <c:pt idx="968">
                  <c:v>2.0484024900287587</c:v>
                </c:pt>
                <c:pt idx="969">
                  <c:v>2.0495321177976722</c:v>
                </c:pt>
                <c:pt idx="970">
                  <c:v>2.0470168203862387</c:v>
                </c:pt>
                <c:pt idx="971">
                  <c:v>2.0263821261686514</c:v>
                </c:pt>
                <c:pt idx="972">
                  <c:v>2.0244752416591867</c:v>
                </c:pt>
                <c:pt idx="973">
                  <c:v>2.0283011600766301</c:v>
                </c:pt>
                <c:pt idx="974">
                  <c:v>2.0318963488340058</c:v>
                </c:pt>
                <c:pt idx="975">
                  <c:v>2.0644171282443193</c:v>
                </c:pt>
                <c:pt idx="976">
                  <c:v>2.098575429425638</c:v>
                </c:pt>
                <c:pt idx="977">
                  <c:v>2.0896296612667378</c:v>
                </c:pt>
                <c:pt idx="978">
                  <c:v>2.0906975743302261</c:v>
                </c:pt>
                <c:pt idx="979">
                  <c:v>2.1075185656240611</c:v>
                </c:pt>
                <c:pt idx="980">
                  <c:v>2.1136586731703866</c:v>
                </c:pt>
                <c:pt idx="981">
                  <c:v>2.1120183688311767</c:v>
                </c:pt>
                <c:pt idx="982">
                  <c:v>2.072909464727466</c:v>
                </c:pt>
                <c:pt idx="983">
                  <c:v>2.0571395114105129</c:v>
                </c:pt>
                <c:pt idx="984">
                  <c:v>2.0624718705916103</c:v>
                </c:pt>
                <c:pt idx="985">
                  <c:v>2.053356676795473</c:v>
                </c:pt>
                <c:pt idx="986">
                  <c:v>2.0532432152069724</c:v>
                </c:pt>
                <c:pt idx="987">
                  <c:v>2.0864062129637957</c:v>
                </c:pt>
                <c:pt idx="988">
                  <c:v>2.1070535735221738</c:v>
                </c:pt>
                <c:pt idx="989">
                  <c:v>2.0994137413573912</c:v>
                </c:pt>
                <c:pt idx="990">
                  <c:v>2.1037847926564024</c:v>
                </c:pt>
                <c:pt idx="991">
                  <c:v>2.1458839862320134</c:v>
                </c:pt>
                <c:pt idx="992">
                  <c:v>2.1389076229259225</c:v>
                </c:pt>
                <c:pt idx="993">
                  <c:v>2.1045360522641814</c:v>
                </c:pt>
                <c:pt idx="994">
                  <c:v>2.084052244915894</c:v>
                </c:pt>
                <c:pt idx="995">
                  <c:v>2.0868832501613106</c:v>
                </c:pt>
                <c:pt idx="996">
                  <c:v>2.0811611088487303</c:v>
                </c:pt>
                <c:pt idx="997">
                  <c:v>2.0836043460655009</c:v>
                </c:pt>
                <c:pt idx="998">
                  <c:v>2.0853832280115121</c:v>
                </c:pt>
                <c:pt idx="999">
                  <c:v>2.1186972903503496</c:v>
                </c:pt>
                <c:pt idx="1000">
                  <c:v>2.0937729343046994</c:v>
                </c:pt>
                <c:pt idx="1001">
                  <c:v>2.0709438678480971</c:v>
                </c:pt>
                <c:pt idx="1002">
                  <c:v>2.0587262265996844</c:v>
                </c:pt>
                <c:pt idx="1003">
                  <c:v>2.059603885853051</c:v>
                </c:pt>
                <c:pt idx="1004">
                  <c:v>2.0433730943851591</c:v>
                </c:pt>
                <c:pt idx="1005">
                  <c:v>2.0447461091919079</c:v>
                </c:pt>
                <c:pt idx="1006">
                  <c:v>2.0273129892188306</c:v>
                </c:pt>
                <c:pt idx="1007">
                  <c:v>2.0271466402489811</c:v>
                </c:pt>
                <c:pt idx="1008">
                  <c:v>2.0416874172416288</c:v>
                </c:pt>
                <c:pt idx="1009">
                  <c:v>2.0464250825664898</c:v>
                </c:pt>
                <c:pt idx="1010">
                  <c:v>2.0400720153475009</c:v>
                </c:pt>
                <c:pt idx="1011">
                  <c:v>2.0419524448166122</c:v>
                </c:pt>
                <c:pt idx="1012">
                  <c:v>2.0317162128874768</c:v>
                </c:pt>
                <c:pt idx="1013">
                  <c:v>2.047184590766395</c:v>
                </c:pt>
                <c:pt idx="1014">
                  <c:v>2.0438277148645003</c:v>
                </c:pt>
                <c:pt idx="1015">
                  <c:v>2.0515772548242226</c:v>
                </c:pt>
                <c:pt idx="1016">
                  <c:v>2.0657610258099317</c:v>
                </c:pt>
                <c:pt idx="1017">
                  <c:v>2.0592639543191273</c:v>
                </c:pt>
                <c:pt idx="1018">
                  <c:v>2.0653627597338948</c:v>
                </c:pt>
                <c:pt idx="1019">
                  <c:v>2.0473412495243966</c:v>
                </c:pt>
                <c:pt idx="1020">
                  <c:v>2.0468886815645551</c:v>
                </c:pt>
                <c:pt idx="1021">
                  <c:v>2.0420332890478954</c:v>
                </c:pt>
                <c:pt idx="1022">
                  <c:v>2.0383236260474269</c:v>
                </c:pt>
                <c:pt idx="1023">
                  <c:v>2.0342770129058323</c:v>
                </c:pt>
                <c:pt idx="1024">
                  <c:v>2.0203316138303915</c:v>
                </c:pt>
                <c:pt idx="1025">
                  <c:v>2.0205549537972098</c:v>
                </c:pt>
                <c:pt idx="1026">
                  <c:v>2.0326774985311755</c:v>
                </c:pt>
                <c:pt idx="1027">
                  <c:v>2.0146410797280718</c:v>
                </c:pt>
                <c:pt idx="1028">
                  <c:v>2.0079100476788465</c:v>
                </c:pt>
                <c:pt idx="1029">
                  <c:v>2.0094027552836282</c:v>
                </c:pt>
                <c:pt idx="1030">
                  <c:v>2.0106117952514291</c:v>
                </c:pt>
                <c:pt idx="1031">
                  <c:v>1.996337480255612</c:v>
                </c:pt>
                <c:pt idx="1032">
                  <c:v>2.0217542866260292</c:v>
                </c:pt>
                <c:pt idx="1033">
                  <c:v>2.0299913839894761</c:v>
                </c:pt>
                <c:pt idx="1034">
                  <c:v>2.0263757994330875</c:v>
                </c:pt>
                <c:pt idx="1035">
                  <c:v>2.042008825049999</c:v>
                </c:pt>
                <c:pt idx="1036">
                  <c:v>2.0259342665410096</c:v>
                </c:pt>
                <c:pt idx="1037">
                  <c:v>2.0236271953673546</c:v>
                </c:pt>
                <c:pt idx="1038">
                  <c:v>1.9783758106947542</c:v>
                </c:pt>
                <c:pt idx="1039">
                  <c:v>1.9781012058505245</c:v>
                </c:pt>
                <c:pt idx="1040">
                  <c:v>1.9724705095876032</c:v>
                </c:pt>
                <c:pt idx="1041">
                  <c:v>1.9747332603323966</c:v>
                </c:pt>
                <c:pt idx="1042">
                  <c:v>1.9731013782244742</c:v>
                </c:pt>
                <c:pt idx="1043">
                  <c:v>1.9717796501330205</c:v>
                </c:pt>
                <c:pt idx="1044">
                  <c:v>1.9737133130635764</c:v>
                </c:pt>
                <c:pt idx="1045">
                  <c:v>1.996416793124393</c:v>
                </c:pt>
                <c:pt idx="1046">
                  <c:v>2.0000586412408539</c:v>
                </c:pt>
                <c:pt idx="1047">
                  <c:v>1.9958171379673362</c:v>
                </c:pt>
                <c:pt idx="1048">
                  <c:v>1.9869521062323856</c:v>
                </c:pt>
                <c:pt idx="1049">
                  <c:v>2.0051114959788223</c:v>
                </c:pt>
                <c:pt idx="1050">
                  <c:v>2.0050357779762691</c:v>
                </c:pt>
                <c:pt idx="1051">
                  <c:v>1.9914006770930921</c:v>
                </c:pt>
                <c:pt idx="1052">
                  <c:v>1.9900680723477244</c:v>
                </c:pt>
                <c:pt idx="1053">
                  <c:v>1.9904419185190325</c:v>
                </c:pt>
                <c:pt idx="1054">
                  <c:v>1.9780537061455035</c:v>
                </c:pt>
                <c:pt idx="1055">
                  <c:v>1.9794169744856212</c:v>
                </c:pt>
                <c:pt idx="1056">
                  <c:v>1.9529284568863072</c:v>
                </c:pt>
                <c:pt idx="1057">
                  <c:v>1.9422336849355406</c:v>
                </c:pt>
                <c:pt idx="1058">
                  <c:v>1.9280394599885273</c:v>
                </c:pt>
                <c:pt idx="1059">
                  <c:v>1.9268713399170585</c:v>
                </c:pt>
                <c:pt idx="1060">
                  <c:v>1.9093502513881115</c:v>
                </c:pt>
                <c:pt idx="1061">
                  <c:v>1.9106839228261374</c:v>
                </c:pt>
                <c:pt idx="1062">
                  <c:v>1.9091385837583721</c:v>
                </c:pt>
                <c:pt idx="1063">
                  <c:v>1.9117841090289573</c:v>
                </c:pt>
                <c:pt idx="1064">
                  <c:v>1.9089556020782552</c:v>
                </c:pt>
                <c:pt idx="1065">
                  <c:v>1.8843315847062061</c:v>
                </c:pt>
                <c:pt idx="1066">
                  <c:v>1.8942260825861894</c:v>
                </c:pt>
                <c:pt idx="1067">
                  <c:v>1.9008495697640275</c:v>
                </c:pt>
                <c:pt idx="1068">
                  <c:v>1.9107776597183264</c:v>
                </c:pt>
                <c:pt idx="1069">
                  <c:v>1.9143701708642724</c:v>
                </c:pt>
                <c:pt idx="1070">
                  <c:v>1.9252341260994423</c:v>
                </c:pt>
                <c:pt idx="1071">
                  <c:v>1.9193226301619251</c:v>
                </c:pt>
                <c:pt idx="1072">
                  <c:v>1.9418536235202097</c:v>
                </c:pt>
                <c:pt idx="1073">
                  <c:v>1.9528928053826071</c:v>
                </c:pt>
                <c:pt idx="1074">
                  <c:v>1.9649828175709996</c:v>
                </c:pt>
                <c:pt idx="1075">
                  <c:v>1.9601763385709294</c:v>
                </c:pt>
                <c:pt idx="1076">
                  <c:v>1.9608517739549374</c:v>
                </c:pt>
                <c:pt idx="1077">
                  <c:v>1.947998761794054</c:v>
                </c:pt>
                <c:pt idx="1078">
                  <c:v>1.9451571454479759</c:v>
                </c:pt>
                <c:pt idx="1079">
                  <c:v>1.9622692687279264</c:v>
                </c:pt>
                <c:pt idx="1080">
                  <c:v>1.9578808084734112</c:v>
                </c:pt>
                <c:pt idx="1081">
                  <c:v>1.9513416550589671</c:v>
                </c:pt>
                <c:pt idx="1082">
                  <c:v>1.9345984166945236</c:v>
                </c:pt>
                <c:pt idx="1083">
                  <c:v>1.9536063110262272</c:v>
                </c:pt>
                <c:pt idx="1084">
                  <c:v>1.9302579495991461</c:v>
                </c:pt>
                <c:pt idx="1085">
                  <c:v>1.9345768938329868</c:v>
                </c:pt>
                <c:pt idx="1086">
                  <c:v>1.9719045539850697</c:v>
                </c:pt>
                <c:pt idx="1087">
                  <c:v>1.9725414024195993</c:v>
                </c:pt>
                <c:pt idx="1088">
                  <c:v>1.9700166645128072</c:v>
                </c:pt>
                <c:pt idx="1089">
                  <c:v>1.9822365309764407</c:v>
                </c:pt>
                <c:pt idx="1090">
                  <c:v>2.0009101771712192</c:v>
                </c:pt>
                <c:pt idx="1091">
                  <c:v>2.0180368517705856</c:v>
                </c:pt>
                <c:pt idx="1092">
                  <c:v>2.0068764510559824</c:v>
                </c:pt>
                <c:pt idx="1093">
                  <c:v>2.010936526526415</c:v>
                </c:pt>
                <c:pt idx="1094">
                  <c:v>2.0165381160488227</c:v>
                </c:pt>
                <c:pt idx="1095">
                  <c:v>2.0219502248161429</c:v>
                </c:pt>
                <c:pt idx="1096">
                  <c:v>2.0332998518993075</c:v>
                </c:pt>
                <c:pt idx="1097">
                  <c:v>2.0312442346703214</c:v>
                </c:pt>
                <c:pt idx="1098">
                  <c:v>2.0364335339669557</c:v>
                </c:pt>
                <c:pt idx="1099">
                  <c:v>2.0439252109207522</c:v>
                </c:pt>
                <c:pt idx="1100">
                  <c:v>2.0631630237217538</c:v>
                </c:pt>
                <c:pt idx="1101">
                  <c:v>2.057490923209091</c:v>
                </c:pt>
                <c:pt idx="1102">
                  <c:v>2.0518958520887827</c:v>
                </c:pt>
                <c:pt idx="1103">
                  <c:v>2.0500103926564166</c:v>
                </c:pt>
                <c:pt idx="1104">
                  <c:v>2.0398849124448963</c:v>
                </c:pt>
                <c:pt idx="1105">
                  <c:v>2.0105641309349531</c:v>
                </c:pt>
                <c:pt idx="1106">
                  <c:v>2.0070271917433495</c:v>
                </c:pt>
                <c:pt idx="1107">
                  <c:v>2.0160419611393645</c:v>
                </c:pt>
                <c:pt idx="1108">
                  <c:v>2.0104129941087083</c:v>
                </c:pt>
                <c:pt idx="1109">
                  <c:v>2.0368091868271763</c:v>
                </c:pt>
                <c:pt idx="1110">
                  <c:v>2.028196548356473</c:v>
                </c:pt>
                <c:pt idx="1111">
                  <c:v>2.0052830813978977</c:v>
                </c:pt>
                <c:pt idx="1112">
                  <c:v>2.0017925057540573</c:v>
                </c:pt>
                <c:pt idx="1113">
                  <c:v>2.0082952947934434</c:v>
                </c:pt>
                <c:pt idx="1114">
                  <c:v>2.0614990641650097</c:v>
                </c:pt>
                <c:pt idx="1115">
                  <c:v>2.0632943829738593</c:v>
                </c:pt>
                <c:pt idx="1116">
                  <c:v>2.0911771706612465</c:v>
                </c:pt>
                <c:pt idx="1117">
                  <c:v>2.0737712750768136</c:v>
                </c:pt>
                <c:pt idx="1118">
                  <c:v>2.0727351260462976</c:v>
                </c:pt>
                <c:pt idx="1119">
                  <c:v>2.0457814974774524</c:v>
                </c:pt>
                <c:pt idx="1120">
                  <c:v>2.0558373237236802</c:v>
                </c:pt>
                <c:pt idx="1121">
                  <c:v>2.0467002366807421</c:v>
                </c:pt>
                <c:pt idx="1122">
                  <c:v>2.0309828266978611</c:v>
                </c:pt>
                <c:pt idx="1123">
                  <c:v>2.0411759812540375</c:v>
                </c:pt>
                <c:pt idx="1124">
                  <c:v>2.0523146978897229</c:v>
                </c:pt>
                <c:pt idx="1125">
                  <c:v>2.0396699675703993</c:v>
                </c:pt>
                <c:pt idx="1126">
                  <c:v>2.0607194680720418</c:v>
                </c:pt>
                <c:pt idx="1127">
                  <c:v>2.0653361533360273</c:v>
                </c:pt>
                <c:pt idx="1128">
                  <c:v>2.0866524374835262</c:v>
                </c:pt>
                <c:pt idx="1129">
                  <c:v>2.0854166068517417</c:v>
                </c:pt>
                <c:pt idx="1130">
                  <c:v>2.0827140395610093</c:v>
                </c:pt>
                <c:pt idx="1131">
                  <c:v>2.0751408997181602</c:v>
                </c:pt>
                <c:pt idx="1132">
                  <c:v>2.0964324760738107</c:v>
                </c:pt>
                <c:pt idx="1133">
                  <c:v>2.0892716657827064</c:v>
                </c:pt>
                <c:pt idx="1134">
                  <c:v>2.1155434941251325</c:v>
                </c:pt>
                <c:pt idx="1135">
                  <c:v>2.0947696846980666</c:v>
                </c:pt>
                <c:pt idx="1136">
                  <c:v>2.0979442523608953</c:v>
                </c:pt>
                <c:pt idx="1137">
                  <c:v>2.126902075319629</c:v>
                </c:pt>
                <c:pt idx="1138">
                  <c:v>2.1282786363459119</c:v>
                </c:pt>
                <c:pt idx="1139">
                  <c:v>2.1333345103839032</c:v>
                </c:pt>
                <c:pt idx="1140">
                  <c:v>2.1451606181466056</c:v>
                </c:pt>
                <c:pt idx="1141">
                  <c:v>2.1509841251127129</c:v>
                </c:pt>
                <c:pt idx="1142">
                  <c:v>2.1490193238751396</c:v>
                </c:pt>
                <c:pt idx="1143">
                  <c:v>2.1686087050137401</c:v>
                </c:pt>
                <c:pt idx="1144">
                  <c:v>2.1694225204014539</c:v>
                </c:pt>
                <c:pt idx="1145">
                  <c:v>2.1784651627033775</c:v>
                </c:pt>
                <c:pt idx="1146">
                  <c:v>2.2074856364641882</c:v>
                </c:pt>
                <c:pt idx="1147">
                  <c:v>2.2596366875689906</c:v>
                </c:pt>
                <c:pt idx="1148">
                  <c:v>2.2999999999999998</c:v>
                </c:pt>
                <c:pt idx="1149">
                  <c:v>2.2999999999999998</c:v>
                </c:pt>
                <c:pt idx="1150">
                  <c:v>2.2473344861906059</c:v>
                </c:pt>
                <c:pt idx="1151">
                  <c:v>2.2307013886209601</c:v>
                </c:pt>
                <c:pt idx="1152">
                  <c:v>2.1896985919683614</c:v>
                </c:pt>
                <c:pt idx="1153">
                  <c:v>2.1833940468994437</c:v>
                </c:pt>
                <c:pt idx="1154">
                  <c:v>2.2193976628766934</c:v>
                </c:pt>
                <c:pt idx="1155">
                  <c:v>2.2136943777395302</c:v>
                </c:pt>
                <c:pt idx="1156">
                  <c:v>2.206503618020224</c:v>
                </c:pt>
                <c:pt idx="1157">
                  <c:v>2.2346713948944728</c:v>
                </c:pt>
                <c:pt idx="1158">
                  <c:v>2.240290404675485</c:v>
                </c:pt>
                <c:pt idx="1159">
                  <c:v>2.2332019369014002</c:v>
                </c:pt>
                <c:pt idx="1160">
                  <c:v>2.1562662119295597</c:v>
                </c:pt>
                <c:pt idx="1161">
                  <c:v>2.1263047803273079</c:v>
                </c:pt>
                <c:pt idx="1162">
                  <c:v>2.1612290289948413</c:v>
                </c:pt>
                <c:pt idx="1163">
                  <c:v>2.1674860811823513</c:v>
                </c:pt>
                <c:pt idx="1164">
                  <c:v>2.160711396562554</c:v>
                </c:pt>
                <c:pt idx="1165">
                  <c:v>2.1063673021269564</c:v>
                </c:pt>
                <c:pt idx="1166">
                  <c:v>2.1005991002052027</c:v>
                </c:pt>
                <c:pt idx="1167">
                  <c:v>2.0823475976539716</c:v>
                </c:pt>
                <c:pt idx="1168">
                  <c:v>2.1243488976799929</c:v>
                </c:pt>
                <c:pt idx="1169">
                  <c:v>2.1039329212958759</c:v>
                </c:pt>
                <c:pt idx="1170">
                  <c:v>2.1479042313027765</c:v>
                </c:pt>
                <c:pt idx="1171">
                  <c:v>2.146910230246962</c:v>
                </c:pt>
                <c:pt idx="1172">
                  <c:v>2.1509597903016831</c:v>
                </c:pt>
                <c:pt idx="1173">
                  <c:v>2.1198243562198487</c:v>
                </c:pt>
                <c:pt idx="1174">
                  <c:v>2.1001420197122722</c:v>
                </c:pt>
                <c:pt idx="1175">
                  <c:v>2.1138752922340491</c:v>
                </c:pt>
                <c:pt idx="1176">
                  <c:v>2.104907373484139</c:v>
                </c:pt>
                <c:pt idx="1177">
                  <c:v>2.0830835398060752</c:v>
                </c:pt>
                <c:pt idx="1178">
                  <c:v>2.0520722802679976</c:v>
                </c:pt>
                <c:pt idx="1179">
                  <c:v>2.0300863874227906</c:v>
                </c:pt>
                <c:pt idx="1180">
                  <c:v>2.0259910683549052</c:v>
                </c:pt>
                <c:pt idx="1181">
                  <c:v>2.0296976454719342</c:v>
                </c:pt>
                <c:pt idx="1182">
                  <c:v>2.0390787933493959</c:v>
                </c:pt>
                <c:pt idx="1183">
                  <c:v>2.0140951951500425</c:v>
                </c:pt>
                <c:pt idx="1184">
                  <c:v>2.018529399755606</c:v>
                </c:pt>
                <c:pt idx="1185">
                  <c:v>2.0177890870758675</c:v>
                </c:pt>
                <c:pt idx="1186">
                  <c:v>2.0091555840758395</c:v>
                </c:pt>
                <c:pt idx="1187">
                  <c:v>2.0034778462143152</c:v>
                </c:pt>
                <c:pt idx="1188">
                  <c:v>2.0204708116679271</c:v>
                </c:pt>
                <c:pt idx="1189">
                  <c:v>2.0025790060896975</c:v>
                </c:pt>
                <c:pt idx="1190">
                  <c:v>1.9952117058386476</c:v>
                </c:pt>
                <c:pt idx="1191">
                  <c:v>1.9979586779986445</c:v>
                </c:pt>
                <c:pt idx="1192">
                  <c:v>2.0001700724439826</c:v>
                </c:pt>
                <c:pt idx="1193">
                  <c:v>2.0073418626264683</c:v>
                </c:pt>
                <c:pt idx="1194">
                  <c:v>2.0036046434231798</c:v>
                </c:pt>
                <c:pt idx="1195">
                  <c:v>1.9942633907327814</c:v>
                </c:pt>
                <c:pt idx="1196">
                  <c:v>1.9824088584667334</c:v>
                </c:pt>
                <c:pt idx="1197">
                  <c:v>1.9808874207264811</c:v>
                </c:pt>
                <c:pt idx="1198">
                  <c:v>1.9851343338878473</c:v>
                </c:pt>
                <c:pt idx="1199">
                  <c:v>1.9973753541089743</c:v>
                </c:pt>
                <c:pt idx="1200">
                  <c:v>2.0058665887992686</c:v>
                </c:pt>
                <c:pt idx="1201">
                  <c:v>2.0339329807216067</c:v>
                </c:pt>
                <c:pt idx="1202">
                  <c:v>2.0338894686780944</c:v>
                </c:pt>
                <c:pt idx="1203">
                  <c:v>2.0400523636503731</c:v>
                </c:pt>
                <c:pt idx="1204">
                  <c:v>2.0613955134027879</c:v>
                </c:pt>
                <c:pt idx="1205">
                  <c:v>2.0970178685964376</c:v>
                </c:pt>
                <c:pt idx="1206">
                  <c:v>2.0739784521682978</c:v>
                </c:pt>
                <c:pt idx="1207">
                  <c:v>2.0720100206514624</c:v>
                </c:pt>
                <c:pt idx="1208">
                  <c:v>2.0417406049268831</c:v>
                </c:pt>
                <c:pt idx="1209">
                  <c:v>2.0415370937838131</c:v>
                </c:pt>
                <c:pt idx="1210">
                  <c:v>2.0316766964431507</c:v>
                </c:pt>
                <c:pt idx="1211">
                  <c:v>2.0181177859501864</c:v>
                </c:pt>
                <c:pt idx="1212">
                  <c:v>2.0258726115894041</c:v>
                </c:pt>
                <c:pt idx="1213">
                  <c:v>2.0022280011209004</c:v>
                </c:pt>
                <c:pt idx="1214">
                  <c:v>2.005046194658493</c:v>
                </c:pt>
                <c:pt idx="1215">
                  <c:v>2.0457391022934304</c:v>
                </c:pt>
                <c:pt idx="1216">
                  <c:v>2.0077225125547491</c:v>
                </c:pt>
                <c:pt idx="1217">
                  <c:v>2.0249983000393064</c:v>
                </c:pt>
                <c:pt idx="1218">
                  <c:v>2.0412250334617208</c:v>
                </c:pt>
                <c:pt idx="1219">
                  <c:v>2.0635062282817658</c:v>
                </c:pt>
                <c:pt idx="1220">
                  <c:v>2.0767168967215572</c:v>
                </c:pt>
                <c:pt idx="1221">
                  <c:v>2.0900144766347286</c:v>
                </c:pt>
                <c:pt idx="1222">
                  <c:v>2.0878651360977427</c:v>
                </c:pt>
                <c:pt idx="1223">
                  <c:v>2.0760407617095464</c:v>
                </c:pt>
                <c:pt idx="1224">
                  <c:v>2.077912075154364</c:v>
                </c:pt>
                <c:pt idx="1225">
                  <c:v>2.098222496017597</c:v>
                </c:pt>
                <c:pt idx="1226">
                  <c:v>2.0917495587493398</c:v>
                </c:pt>
                <c:pt idx="1227">
                  <c:v>2.0483119130670517</c:v>
                </c:pt>
                <c:pt idx="1228">
                  <c:v>2.0422330647891451</c:v>
                </c:pt>
                <c:pt idx="1229">
                  <c:v>2.0524958287980146</c:v>
                </c:pt>
                <c:pt idx="1230">
                  <c:v>2.0457142164834297</c:v>
                </c:pt>
                <c:pt idx="1231">
                  <c:v>2.0307889985315919</c:v>
                </c:pt>
                <c:pt idx="1232">
                  <c:v>2.0219379113597995</c:v>
                </c:pt>
                <c:pt idx="1233">
                  <c:v>2.0320801869685545</c:v>
                </c:pt>
                <c:pt idx="1234">
                  <c:v>2.0632076196419571</c:v>
                </c:pt>
                <c:pt idx="1235">
                  <c:v>2.0681715688453215</c:v>
                </c:pt>
                <c:pt idx="1236">
                  <c:v>2.0756383506805909</c:v>
                </c:pt>
                <c:pt idx="1237">
                  <c:v>2.131676845259542</c:v>
                </c:pt>
                <c:pt idx="1238">
                  <c:v>2.1159968346938371</c:v>
                </c:pt>
                <c:pt idx="1239">
                  <c:v>2.1312843482993711</c:v>
                </c:pt>
                <c:pt idx="1240">
                  <c:v>2.159139014410155</c:v>
                </c:pt>
                <c:pt idx="1241">
                  <c:v>2.1400485024532001</c:v>
                </c:pt>
                <c:pt idx="1242">
                  <c:v>2.1704948708880272</c:v>
                </c:pt>
                <c:pt idx="1243">
                  <c:v>2.1732449001688119</c:v>
                </c:pt>
                <c:pt idx="1244">
                  <c:v>2.1406947415257473</c:v>
                </c:pt>
                <c:pt idx="1245">
                  <c:v>2.1631457086866681</c:v>
                </c:pt>
                <c:pt idx="1246">
                  <c:v>2.1916987867504387</c:v>
                </c:pt>
                <c:pt idx="1247">
                  <c:v>2.1932164210586289</c:v>
                </c:pt>
                <c:pt idx="1248">
                  <c:v>2.1756812761551805</c:v>
                </c:pt>
                <c:pt idx="1249">
                  <c:v>2.2403500172186837</c:v>
                </c:pt>
                <c:pt idx="1250">
                  <c:v>2.2488034147627634</c:v>
                </c:pt>
                <c:pt idx="1251">
                  <c:v>2.1882520025893304</c:v>
                </c:pt>
                <c:pt idx="1252">
                  <c:v>2.1715698346819767</c:v>
                </c:pt>
                <c:pt idx="1253">
                  <c:v>2.2053641628876584</c:v>
                </c:pt>
                <c:pt idx="1254">
                  <c:v>2.1618304351545188</c:v>
                </c:pt>
                <c:pt idx="1255">
                  <c:v>2.1551259858571594</c:v>
                </c:pt>
                <c:pt idx="1256">
                  <c:v>2.1480927323215231</c:v>
                </c:pt>
                <c:pt idx="1257">
                  <c:v>2.1308321093926881</c:v>
                </c:pt>
                <c:pt idx="1258">
                  <c:v>2.1573849746682301</c:v>
                </c:pt>
                <c:pt idx="1259">
                  <c:v>2.1802280685841504</c:v>
                </c:pt>
                <c:pt idx="1260">
                  <c:v>2.1365885448023798</c:v>
                </c:pt>
                <c:pt idx="1261">
                  <c:v>2.1318630436393957</c:v>
                </c:pt>
                <c:pt idx="1262">
                  <c:v>2.2041950660311853</c:v>
                </c:pt>
                <c:pt idx="1263">
                  <c:v>2.2237751505416301</c:v>
                </c:pt>
                <c:pt idx="1264">
                  <c:v>2.1826057791224005</c:v>
                </c:pt>
                <c:pt idx="1265">
                  <c:v>2.1473871743584394</c:v>
                </c:pt>
                <c:pt idx="1266">
                  <c:v>2.1422520936855785</c:v>
                </c:pt>
                <c:pt idx="1267">
                  <c:v>2.1127544334151294</c:v>
                </c:pt>
                <c:pt idx="1268">
                  <c:v>2.1069547131733821</c:v>
                </c:pt>
                <c:pt idx="1269">
                  <c:v>2.1097033820373476</c:v>
                </c:pt>
                <c:pt idx="1270">
                  <c:v>2.1083651977484914</c:v>
                </c:pt>
                <c:pt idx="1271">
                  <c:v>2.1090278992969362</c:v>
                </c:pt>
                <c:pt idx="1272">
                  <c:v>2.1038835820414583</c:v>
                </c:pt>
                <c:pt idx="1273">
                  <c:v>2.1048107514071002</c:v>
                </c:pt>
                <c:pt idx="1274">
                  <c:v>2.1101135554673838</c:v>
                </c:pt>
                <c:pt idx="1275">
                  <c:v>2.0707355812555228</c:v>
                </c:pt>
                <c:pt idx="1276">
                  <c:v>2.056775473571657</c:v>
                </c:pt>
                <c:pt idx="1277">
                  <c:v>2.0595693495509755</c:v>
                </c:pt>
                <c:pt idx="1278">
                  <c:v>2.0547982036631685</c:v>
                </c:pt>
                <c:pt idx="1279">
                  <c:v>2.0705757856485074</c:v>
                </c:pt>
                <c:pt idx="1280">
                  <c:v>2.0636030445228304</c:v>
                </c:pt>
                <c:pt idx="1281">
                  <c:v>2.0422850428229684</c:v>
                </c:pt>
                <c:pt idx="1282">
                  <c:v>2.0370147034192772</c:v>
                </c:pt>
                <c:pt idx="1283">
                  <c:v>2.0350654632630403</c:v>
                </c:pt>
                <c:pt idx="1284">
                  <c:v>2.0375380591085679</c:v>
                </c:pt>
                <c:pt idx="1285">
                  <c:v>2.0326365087689262</c:v>
                </c:pt>
                <c:pt idx="1286">
                  <c:v>2.0174509570287968</c:v>
                </c:pt>
                <c:pt idx="1287">
                  <c:v>2.0126372381045705</c:v>
                </c:pt>
                <c:pt idx="1288">
                  <c:v>2.015309859547405</c:v>
                </c:pt>
                <c:pt idx="1289">
                  <c:v>2.005414371851288</c:v>
                </c:pt>
                <c:pt idx="1290">
                  <c:v>2.0064604292690897</c:v>
                </c:pt>
                <c:pt idx="1291">
                  <c:v>2.0155808539707616</c:v>
                </c:pt>
                <c:pt idx="1292">
                  <c:v>2.0175181352710432</c:v>
                </c:pt>
                <c:pt idx="1293">
                  <c:v>2.0156372306175001</c:v>
                </c:pt>
                <c:pt idx="1294">
                  <c:v>2.00197078494491</c:v>
                </c:pt>
                <c:pt idx="1295">
                  <c:v>1.9932953796154051</c:v>
                </c:pt>
                <c:pt idx="1296">
                  <c:v>1.9984885521378557</c:v>
                </c:pt>
                <c:pt idx="1297">
                  <c:v>2.0275153703137376</c:v>
                </c:pt>
                <c:pt idx="1298">
                  <c:v>2.0211155757007595</c:v>
                </c:pt>
                <c:pt idx="1299">
                  <c:v>2.0421125292048767</c:v>
                </c:pt>
                <c:pt idx="1300">
                  <c:v>2.0292328014440919</c:v>
                </c:pt>
                <c:pt idx="1301">
                  <c:v>2.0261862042320513</c:v>
                </c:pt>
                <c:pt idx="1302">
                  <c:v>2.0301769325696948</c:v>
                </c:pt>
                <c:pt idx="1303">
                  <c:v>2.0271301137873836</c:v>
                </c:pt>
                <c:pt idx="1304">
                  <c:v>2.0125595332485293</c:v>
                </c:pt>
                <c:pt idx="1305">
                  <c:v>1.970370353029933</c:v>
                </c:pt>
                <c:pt idx="1306">
                  <c:v>1.9728381617725055</c:v>
                </c:pt>
                <c:pt idx="1307">
                  <c:v>1.9765052077724516</c:v>
                </c:pt>
                <c:pt idx="1308">
                  <c:v>1.9769103346969943</c:v>
                </c:pt>
                <c:pt idx="1309">
                  <c:v>1.9811644823913135</c:v>
                </c:pt>
                <c:pt idx="1310">
                  <c:v>1.9640073149637249</c:v>
                </c:pt>
                <c:pt idx="1311">
                  <c:v>1.9715596491302196</c:v>
                </c:pt>
                <c:pt idx="1312">
                  <c:v>1.9723320177250774</c:v>
                </c:pt>
                <c:pt idx="1313">
                  <c:v>1.9655321489043636</c:v>
                </c:pt>
                <c:pt idx="1314">
                  <c:v>1.9666226113902088</c:v>
                </c:pt>
                <c:pt idx="1315">
                  <c:v>1.984829384353952</c:v>
                </c:pt>
                <c:pt idx="1316">
                  <c:v>1.9924554515111221</c:v>
                </c:pt>
                <c:pt idx="1317">
                  <c:v>2.0056904269066336</c:v>
                </c:pt>
                <c:pt idx="1318">
                  <c:v>1.9979502496373565</c:v>
                </c:pt>
                <c:pt idx="1319">
                  <c:v>2.0051461230499927</c:v>
                </c:pt>
                <c:pt idx="1320">
                  <c:v>2.0132837312851297</c:v>
                </c:pt>
                <c:pt idx="1321">
                  <c:v>2.000309931922426</c:v>
                </c:pt>
                <c:pt idx="1322">
                  <c:v>2.0044922461067798</c:v>
                </c:pt>
                <c:pt idx="1323">
                  <c:v>2.0098314969764144</c:v>
                </c:pt>
                <c:pt idx="1324">
                  <c:v>2.0239190120651838</c:v>
                </c:pt>
                <c:pt idx="1325">
                  <c:v>2.0212907170384811</c:v>
                </c:pt>
                <c:pt idx="1326">
                  <c:v>2.0187396550015633</c:v>
                </c:pt>
                <c:pt idx="1327">
                  <c:v>2.0284475557979929</c:v>
                </c:pt>
                <c:pt idx="1328">
                  <c:v>2.0344213437127636</c:v>
                </c:pt>
                <c:pt idx="1329">
                  <c:v>2.0361528955939527</c:v>
                </c:pt>
                <c:pt idx="1330">
                  <c:v>2.0255864516222344</c:v>
                </c:pt>
                <c:pt idx="1331">
                  <c:v>2.0442161944280333</c:v>
                </c:pt>
                <c:pt idx="1332">
                  <c:v>2.0147512427152252</c:v>
                </c:pt>
                <c:pt idx="1333">
                  <c:v>2.0166587122241584</c:v>
                </c:pt>
                <c:pt idx="1334">
                  <c:v>2.0051299173512747</c:v>
                </c:pt>
                <c:pt idx="1335">
                  <c:v>2.0052430582704939</c:v>
                </c:pt>
                <c:pt idx="1336">
                  <c:v>1.9887648314245976</c:v>
                </c:pt>
                <c:pt idx="1337">
                  <c:v>1.9885867066077014</c:v>
                </c:pt>
                <c:pt idx="1338">
                  <c:v>1.9831822867547637</c:v>
                </c:pt>
                <c:pt idx="1339">
                  <c:v>1.9809377344358055</c:v>
                </c:pt>
                <c:pt idx="1340">
                  <c:v>1.953651727986546</c:v>
                </c:pt>
                <c:pt idx="1341">
                  <c:v>1.9371665864461505</c:v>
                </c:pt>
                <c:pt idx="1342">
                  <c:v>1.9359447968667931</c:v>
                </c:pt>
                <c:pt idx="1343">
                  <c:v>1.9447784782320874</c:v>
                </c:pt>
                <c:pt idx="1344">
                  <c:v>1.9823182463705997</c:v>
                </c:pt>
                <c:pt idx="1345">
                  <c:v>1.9875947969009937</c:v>
                </c:pt>
                <c:pt idx="1346">
                  <c:v>1.9876502058080807</c:v>
                </c:pt>
                <c:pt idx="1347">
                  <c:v>2.0011944661583221</c:v>
                </c:pt>
                <c:pt idx="1348">
                  <c:v>2.0006573754683612</c:v>
                </c:pt>
                <c:pt idx="1349">
                  <c:v>1.9717838743145766</c:v>
                </c:pt>
                <c:pt idx="1350">
                  <c:v>1.9702692678303948</c:v>
                </c:pt>
                <c:pt idx="1351">
                  <c:v>1.9592857779203108</c:v>
                </c:pt>
                <c:pt idx="1352">
                  <c:v>1.9625778022488936</c:v>
                </c:pt>
                <c:pt idx="1353">
                  <c:v>2.020278656222755</c:v>
                </c:pt>
                <c:pt idx="1354">
                  <c:v>2.0193030767310924</c:v>
                </c:pt>
                <c:pt idx="1355">
                  <c:v>2.012048447765753</c:v>
                </c:pt>
                <c:pt idx="1356">
                  <c:v>1.9928710713221316</c:v>
                </c:pt>
                <c:pt idx="1357">
                  <c:v>1.9777760653004564</c:v>
                </c:pt>
                <c:pt idx="1358">
                  <c:v>1.9589324771194427</c:v>
                </c:pt>
                <c:pt idx="1359">
                  <c:v>1.9503473541648011</c:v>
                </c:pt>
                <c:pt idx="1360">
                  <c:v>1.9555793458249067</c:v>
                </c:pt>
                <c:pt idx="1361">
                  <c:v>1.9952654413508462</c:v>
                </c:pt>
                <c:pt idx="1362">
                  <c:v>1.9727861372797137</c:v>
                </c:pt>
                <c:pt idx="1363">
                  <c:v>1.98168843385675</c:v>
                </c:pt>
                <c:pt idx="1364">
                  <c:v>1.9536304691560011</c:v>
                </c:pt>
                <c:pt idx="1365">
                  <c:v>1.9524562183601568</c:v>
                </c:pt>
                <c:pt idx="1366">
                  <c:v>1.9367897432878878</c:v>
                </c:pt>
                <c:pt idx="1367">
                  <c:v>1.9329329259419787</c:v>
                </c:pt>
                <c:pt idx="1368">
                  <c:v>1.9242910700203315</c:v>
                </c:pt>
                <c:pt idx="1369">
                  <c:v>1.920887732041106</c:v>
                </c:pt>
                <c:pt idx="1370">
                  <c:v>1.9248308040915196</c:v>
                </c:pt>
                <c:pt idx="1371">
                  <c:v>1.9271117300309848</c:v>
                </c:pt>
                <c:pt idx="1372">
                  <c:v>1.9287168241087516</c:v>
                </c:pt>
                <c:pt idx="1373">
                  <c:v>1.9315573314252159</c:v>
                </c:pt>
                <c:pt idx="1374">
                  <c:v>1.9271762251590687</c:v>
                </c:pt>
                <c:pt idx="1375">
                  <c:v>1.9126853744768544</c:v>
                </c:pt>
                <c:pt idx="1376">
                  <c:v>1.9126905301645354</c:v>
                </c:pt>
                <c:pt idx="1377">
                  <c:v>1.9189000970880878</c:v>
                </c:pt>
                <c:pt idx="1378">
                  <c:v>1.9217144530104355</c:v>
                </c:pt>
                <c:pt idx="1379">
                  <c:v>1.9057670671825635</c:v>
                </c:pt>
                <c:pt idx="1380">
                  <c:v>1.919028995141306</c:v>
                </c:pt>
                <c:pt idx="1381">
                  <c:v>1.942829439813176</c:v>
                </c:pt>
                <c:pt idx="1382">
                  <c:v>1.9385813797667455</c:v>
                </c:pt>
                <c:pt idx="1383">
                  <c:v>1.9164832709260535</c:v>
                </c:pt>
                <c:pt idx="1384">
                  <c:v>1.9046889734701231</c:v>
                </c:pt>
                <c:pt idx="1385">
                  <c:v>1.8933970811255756</c:v>
                </c:pt>
                <c:pt idx="1386">
                  <c:v>1.8965552008470279</c:v>
                </c:pt>
                <c:pt idx="1387">
                  <c:v>1.8919478575030919</c:v>
                </c:pt>
                <c:pt idx="1388">
                  <c:v>1.8924880310867378</c:v>
                </c:pt>
                <c:pt idx="1389">
                  <c:v>1.8931010121011462</c:v>
                </c:pt>
                <c:pt idx="1390">
                  <c:v>1.8943264348799325</c:v>
                </c:pt>
                <c:pt idx="1391">
                  <c:v>1.8813333607382994</c:v>
                </c:pt>
                <c:pt idx="1392">
                  <c:v>1.8782122522246725</c:v>
                </c:pt>
                <c:pt idx="1393">
                  <c:v>1.8879951580175309</c:v>
                </c:pt>
                <c:pt idx="1394">
                  <c:v>1.881171812956586</c:v>
                </c:pt>
                <c:pt idx="1395">
                  <c:v>1.8890945192350659</c:v>
                </c:pt>
                <c:pt idx="1396">
                  <c:v>1.8900136475213387</c:v>
                </c:pt>
                <c:pt idx="1397">
                  <c:v>1.8975453036518179</c:v>
                </c:pt>
                <c:pt idx="1398">
                  <c:v>1.8966308645136016</c:v>
                </c:pt>
                <c:pt idx="1399">
                  <c:v>1.8909877740407597</c:v>
                </c:pt>
                <c:pt idx="1400">
                  <c:v>1.8960195682334493</c:v>
                </c:pt>
                <c:pt idx="1401">
                  <c:v>1.902442122601832</c:v>
                </c:pt>
                <c:pt idx="1402">
                  <c:v>1.9000578122950296</c:v>
                </c:pt>
                <c:pt idx="1403">
                  <c:v>1.8802311133838392</c:v>
                </c:pt>
                <c:pt idx="1404">
                  <c:v>1.8728106055674556</c:v>
                </c:pt>
                <c:pt idx="1405">
                  <c:v>1.877582801403104</c:v>
                </c:pt>
                <c:pt idx="1406">
                  <c:v>1.8749411687591724</c:v>
                </c:pt>
                <c:pt idx="1407">
                  <c:v>1.8987587523426515</c:v>
                </c:pt>
                <c:pt idx="1408">
                  <c:v>1.9470660697861786</c:v>
                </c:pt>
                <c:pt idx="1409">
                  <c:v>1.9386790180210487</c:v>
                </c:pt>
                <c:pt idx="1410">
                  <c:v>1.9239749883885575</c:v>
                </c:pt>
                <c:pt idx="1411">
                  <c:v>1.9164750688072314</c:v>
                </c:pt>
                <c:pt idx="1412">
                  <c:v>1.9072336930396485</c:v>
                </c:pt>
                <c:pt idx="1413">
                  <c:v>1.895740626417812</c:v>
                </c:pt>
                <c:pt idx="1414">
                  <c:v>1.8962559820886851</c:v>
                </c:pt>
                <c:pt idx="1415">
                  <c:v>1.9028657655625003</c:v>
                </c:pt>
                <c:pt idx="1416">
                  <c:v>1.8896388609973158</c:v>
                </c:pt>
                <c:pt idx="1417">
                  <c:v>1.8991386386334381</c:v>
                </c:pt>
                <c:pt idx="1418">
                  <c:v>1.8856672003464039</c:v>
                </c:pt>
                <c:pt idx="1419">
                  <c:v>1.905121455340461</c:v>
                </c:pt>
                <c:pt idx="1420">
                  <c:v>1.8944585077867011</c:v>
                </c:pt>
                <c:pt idx="1421">
                  <c:v>1.8964078407497715</c:v>
                </c:pt>
                <c:pt idx="1422">
                  <c:v>1.8832352475159722</c:v>
                </c:pt>
                <c:pt idx="1423">
                  <c:v>1.8908831553020851</c:v>
                </c:pt>
                <c:pt idx="1424">
                  <c:v>1.8899211305521542</c:v>
                </c:pt>
                <c:pt idx="1425">
                  <c:v>1.9183332142382099</c:v>
                </c:pt>
                <c:pt idx="1426">
                  <c:v>1.9185409275556329</c:v>
                </c:pt>
                <c:pt idx="1427">
                  <c:v>1.9350012815717166</c:v>
                </c:pt>
                <c:pt idx="1428">
                  <c:v>1.9271983693973884</c:v>
                </c:pt>
                <c:pt idx="1429">
                  <c:v>1.9198844428389394</c:v>
                </c:pt>
                <c:pt idx="1430">
                  <c:v>1.907984347577633</c:v>
                </c:pt>
                <c:pt idx="1431">
                  <c:v>1.9067797231678636</c:v>
                </c:pt>
                <c:pt idx="1432">
                  <c:v>1.9057991524881284</c:v>
                </c:pt>
                <c:pt idx="1433">
                  <c:v>1.9139640852035487</c:v>
                </c:pt>
                <c:pt idx="1434">
                  <c:v>1.8993593125574055</c:v>
                </c:pt>
                <c:pt idx="1435">
                  <c:v>1.9057625089015309</c:v>
                </c:pt>
                <c:pt idx="1436">
                  <c:v>1.926976095309521</c:v>
                </c:pt>
                <c:pt idx="1437">
                  <c:v>1.919268598505868</c:v>
                </c:pt>
                <c:pt idx="1438">
                  <c:v>1.9203897872441611</c:v>
                </c:pt>
                <c:pt idx="1439">
                  <c:v>1.9248333049900965</c:v>
                </c:pt>
                <c:pt idx="1440">
                  <c:v>1.9246138799437968</c:v>
                </c:pt>
                <c:pt idx="1441">
                  <c:v>1.9473435188589823</c:v>
                </c:pt>
                <c:pt idx="1442">
                  <c:v>1.9469191482946817</c:v>
                </c:pt>
                <c:pt idx="1443">
                  <c:v>1.9494338090608154</c:v>
                </c:pt>
                <c:pt idx="1444">
                  <c:v>1.9348663988583255</c:v>
                </c:pt>
                <c:pt idx="1445">
                  <c:v>1.9303492500731121</c:v>
                </c:pt>
                <c:pt idx="1446">
                  <c:v>1.9716623398268811</c:v>
                </c:pt>
                <c:pt idx="1447">
                  <c:v>1.9300660041608004</c:v>
                </c:pt>
                <c:pt idx="1448">
                  <c:v>1.9541599810636612</c:v>
                </c:pt>
                <c:pt idx="1449">
                  <c:v>1.9690802655831545</c:v>
                </c:pt>
                <c:pt idx="1450">
                  <c:v>1.9753090542345644</c:v>
                </c:pt>
                <c:pt idx="1451">
                  <c:v>1.9667065374682986</c:v>
                </c:pt>
                <c:pt idx="1452">
                  <c:v>1.9657817430075941</c:v>
                </c:pt>
                <c:pt idx="1453">
                  <c:v>1.9678295956766569</c:v>
                </c:pt>
                <c:pt idx="1454">
                  <c:v>1.9733599917332258</c:v>
                </c:pt>
                <c:pt idx="1455">
                  <c:v>1.9519866710178566</c:v>
                </c:pt>
                <c:pt idx="1456">
                  <c:v>1.9429612573740833</c:v>
                </c:pt>
                <c:pt idx="1457">
                  <c:v>1.9552902047484386</c:v>
                </c:pt>
                <c:pt idx="1458">
                  <c:v>1.9539065335919503</c:v>
                </c:pt>
                <c:pt idx="1459">
                  <c:v>1.9489790975986498</c:v>
                </c:pt>
                <c:pt idx="1460">
                  <c:v>1.9495957854025894</c:v>
                </c:pt>
                <c:pt idx="1461">
                  <c:v>1.9400055540382681</c:v>
                </c:pt>
                <c:pt idx="1462">
                  <c:v>1.938633172765815</c:v>
                </c:pt>
                <c:pt idx="1463">
                  <c:v>1.9504868148381822</c:v>
                </c:pt>
                <c:pt idx="1464">
                  <c:v>1.9560641612588494</c:v>
                </c:pt>
                <c:pt idx="1465">
                  <c:v>1.9308979952118008</c:v>
                </c:pt>
                <c:pt idx="1466">
                  <c:v>1.9262598605898529</c:v>
                </c:pt>
                <c:pt idx="1467">
                  <c:v>1.8886105389507686</c:v>
                </c:pt>
                <c:pt idx="1468">
                  <c:v>1.8961121593440056</c:v>
                </c:pt>
                <c:pt idx="1469">
                  <c:v>1.8978233453380713</c:v>
                </c:pt>
                <c:pt idx="1470">
                  <c:v>1.8924292618213872</c:v>
                </c:pt>
                <c:pt idx="1471">
                  <c:v>1.8906328296010348</c:v>
                </c:pt>
                <c:pt idx="1472">
                  <c:v>1.8948330016942776</c:v>
                </c:pt>
                <c:pt idx="1473">
                  <c:v>1.8882910810770785</c:v>
                </c:pt>
                <c:pt idx="1474">
                  <c:v>1.8929647729550922</c:v>
                </c:pt>
                <c:pt idx="1475">
                  <c:v>1.8893209044397481</c:v>
                </c:pt>
                <c:pt idx="1476">
                  <c:v>1.8931586872801975</c:v>
                </c:pt>
                <c:pt idx="1477">
                  <c:v>1.8946540933226148</c:v>
                </c:pt>
                <c:pt idx="1478">
                  <c:v>1.8975241353647876</c:v>
                </c:pt>
                <c:pt idx="1479">
                  <c:v>1.8961342416104663</c:v>
                </c:pt>
                <c:pt idx="1480">
                  <c:v>1.8928488025795653</c:v>
                </c:pt>
                <c:pt idx="1481">
                  <c:v>1.911774615328877</c:v>
                </c:pt>
                <c:pt idx="1482">
                  <c:v>1.9101074653217847</c:v>
                </c:pt>
                <c:pt idx="1483">
                  <c:v>1.9081604947954576</c:v>
                </c:pt>
                <c:pt idx="1484">
                  <c:v>1.8914984579728373</c:v>
                </c:pt>
                <c:pt idx="1485">
                  <c:v>1.8911306690938501</c:v>
                </c:pt>
                <c:pt idx="1486">
                  <c:v>1.8991328934676142</c:v>
                </c:pt>
                <c:pt idx="1487">
                  <c:v>1.8918328665358313</c:v>
                </c:pt>
                <c:pt idx="1488">
                  <c:v>1.8891551411075311</c:v>
                </c:pt>
                <c:pt idx="1489">
                  <c:v>1.8899771977731734</c:v>
                </c:pt>
                <c:pt idx="1490">
                  <c:v>1.8633483120994045</c:v>
                </c:pt>
                <c:pt idx="1491">
                  <c:v>1.8535929267365061</c:v>
                </c:pt>
                <c:pt idx="1492">
                  <c:v>1.8667160326075849</c:v>
                </c:pt>
                <c:pt idx="1493">
                  <c:v>1.8784935346880531</c:v>
                </c:pt>
                <c:pt idx="1494">
                  <c:v>1.871907390569741</c:v>
                </c:pt>
                <c:pt idx="1495">
                  <c:v>1.8745873066305427</c:v>
                </c:pt>
                <c:pt idx="1496">
                  <c:v>1.8717259067077838</c:v>
                </c:pt>
                <c:pt idx="1497">
                  <c:v>1.8800236089240268</c:v>
                </c:pt>
                <c:pt idx="1498">
                  <c:v>1.8772961786098143</c:v>
                </c:pt>
                <c:pt idx="1499">
                  <c:v>1.8771575007057464</c:v>
                </c:pt>
                <c:pt idx="1500">
                  <c:v>1.8730338384572902</c:v>
                </c:pt>
                <c:pt idx="1501">
                  <c:v>1.8601290307018365</c:v>
                </c:pt>
                <c:pt idx="1502">
                  <c:v>1.8756313508430713</c:v>
                </c:pt>
                <c:pt idx="1503">
                  <c:v>1.8676725039558371</c:v>
                </c:pt>
                <c:pt idx="1504">
                  <c:v>1.8752668867911424</c:v>
                </c:pt>
                <c:pt idx="1505">
                  <c:v>1.8740440036683077</c:v>
                </c:pt>
                <c:pt idx="1506">
                  <c:v>1.8711223127605299</c:v>
                </c:pt>
                <c:pt idx="1507">
                  <c:v>1.8752661296888384</c:v>
                </c:pt>
                <c:pt idx="1508">
                  <c:v>1.8839195330459757</c:v>
                </c:pt>
                <c:pt idx="1509">
                  <c:v>1.8850695212469364</c:v>
                </c:pt>
                <c:pt idx="1510">
                  <c:v>1.8800518103399564</c:v>
                </c:pt>
                <c:pt idx="1511">
                  <c:v>1.880064943601826</c:v>
                </c:pt>
                <c:pt idx="1512">
                  <c:v>1.8866575132691115</c:v>
                </c:pt>
                <c:pt idx="1513">
                  <c:v>1.8820549378566886</c:v>
                </c:pt>
                <c:pt idx="1514">
                  <c:v>1.8824329808595879</c:v>
                </c:pt>
                <c:pt idx="1515">
                  <c:v>1.8840392117013578</c:v>
                </c:pt>
                <c:pt idx="1516">
                  <c:v>1.8795137829277351</c:v>
                </c:pt>
                <c:pt idx="1517">
                  <c:v>1.8660947530877952</c:v>
                </c:pt>
                <c:pt idx="1518">
                  <c:v>1.8626712197517012</c:v>
                </c:pt>
                <c:pt idx="1519">
                  <c:v>1.8634032860041549</c:v>
                </c:pt>
                <c:pt idx="1520">
                  <c:v>1.8794943735940579</c:v>
                </c:pt>
                <c:pt idx="1521">
                  <c:v>1.8891580002596626</c:v>
                </c:pt>
                <c:pt idx="1522">
                  <c:v>1.8832766636663523</c:v>
                </c:pt>
                <c:pt idx="1523">
                  <c:v>1.8684595804812656</c:v>
                </c:pt>
                <c:pt idx="1524">
                  <c:v>1.8869784864513268</c:v>
                </c:pt>
                <c:pt idx="1525">
                  <c:v>1.8839326826191518</c:v>
                </c:pt>
                <c:pt idx="1526">
                  <c:v>1.8758415230757997</c:v>
                </c:pt>
                <c:pt idx="1527">
                  <c:v>1.874138930928152</c:v>
                </c:pt>
                <c:pt idx="1528">
                  <c:v>1.8790577700175519</c:v>
                </c:pt>
                <c:pt idx="1529">
                  <c:v>1.875816697240134</c:v>
                </c:pt>
                <c:pt idx="1530">
                  <c:v>1.8582056742216673</c:v>
                </c:pt>
                <c:pt idx="1531">
                  <c:v>1.8449605900617474</c:v>
                </c:pt>
                <c:pt idx="1532">
                  <c:v>1.8458884729947838</c:v>
                </c:pt>
                <c:pt idx="1533">
                  <c:v>1.8344655837175989</c:v>
                </c:pt>
                <c:pt idx="1534">
                  <c:v>1.8259285538011401</c:v>
                </c:pt>
                <c:pt idx="1535">
                  <c:v>1.8329295956484095</c:v>
                </c:pt>
                <c:pt idx="1536">
                  <c:v>1.8173563730134967</c:v>
                </c:pt>
                <c:pt idx="1537">
                  <c:v>1.8247471203604606</c:v>
                </c:pt>
                <c:pt idx="1538">
                  <c:v>1.8247339747858509</c:v>
                </c:pt>
                <c:pt idx="1539">
                  <c:v>1.8283736797104717</c:v>
                </c:pt>
                <c:pt idx="1540">
                  <c:v>1.8399389226633485</c:v>
                </c:pt>
                <c:pt idx="1541">
                  <c:v>1.8359318047782323</c:v>
                </c:pt>
                <c:pt idx="1542">
                  <c:v>1.8335359564893143</c:v>
                </c:pt>
                <c:pt idx="1543">
                  <c:v>1.8355785646233624</c:v>
                </c:pt>
                <c:pt idx="1544">
                  <c:v>1.8421397310539689</c:v>
                </c:pt>
                <c:pt idx="1545">
                  <c:v>1.8377326665579146</c:v>
                </c:pt>
                <c:pt idx="1546">
                  <c:v>1.8423692542182091</c:v>
                </c:pt>
                <c:pt idx="1547">
                  <c:v>1.8442569887901965</c:v>
                </c:pt>
                <c:pt idx="1548">
                  <c:v>1.8523555049991445</c:v>
                </c:pt>
                <c:pt idx="1549">
                  <c:v>1.8558967641764443</c:v>
                </c:pt>
                <c:pt idx="1550">
                  <c:v>1.8672873412446247</c:v>
                </c:pt>
                <c:pt idx="1551">
                  <c:v>1.8784038578632081</c:v>
                </c:pt>
                <c:pt idx="1552">
                  <c:v>1.8749529815568731</c:v>
                </c:pt>
                <c:pt idx="1553">
                  <c:v>1.8588128382587752</c:v>
                </c:pt>
                <c:pt idx="1554">
                  <c:v>1.870279433897605</c:v>
                </c:pt>
                <c:pt idx="1555">
                  <c:v>1.8665101023457238</c:v>
                </c:pt>
                <c:pt idx="1556">
                  <c:v>1.8665116974143277</c:v>
                </c:pt>
                <c:pt idx="1557">
                  <c:v>1.8775649742941751</c:v>
                </c:pt>
                <c:pt idx="1558">
                  <c:v>1.8707744540928506</c:v>
                </c:pt>
                <c:pt idx="1559">
                  <c:v>1.8582644869941813</c:v>
                </c:pt>
                <c:pt idx="1560">
                  <c:v>1.8483115936227006</c:v>
                </c:pt>
                <c:pt idx="1561">
                  <c:v>1.8302930615404858</c:v>
                </c:pt>
                <c:pt idx="1562">
                  <c:v>1.8239472708692792</c:v>
                </c:pt>
                <c:pt idx="1563">
                  <c:v>1.8219588111706944</c:v>
                </c:pt>
                <c:pt idx="1564">
                  <c:v>1.8235838107881022</c:v>
                </c:pt>
                <c:pt idx="1565">
                  <c:v>1.8119028307379006</c:v>
                </c:pt>
                <c:pt idx="1566">
                  <c:v>1.7987983162527812</c:v>
                </c:pt>
                <c:pt idx="1567">
                  <c:v>1.765004170736858</c:v>
                </c:pt>
                <c:pt idx="1568">
                  <c:v>1.7832590348146187</c:v>
                </c:pt>
                <c:pt idx="1569">
                  <c:v>1.7679240968629206</c:v>
                </c:pt>
                <c:pt idx="1570">
                  <c:v>1.7760870987868391</c:v>
                </c:pt>
                <c:pt idx="1571">
                  <c:v>1.7744800587959122</c:v>
                </c:pt>
                <c:pt idx="1572">
                  <c:v>1.7720435379233865</c:v>
                </c:pt>
                <c:pt idx="1573">
                  <c:v>1.77483345429574</c:v>
                </c:pt>
                <c:pt idx="1574">
                  <c:v>1.7801565321404142</c:v>
                </c:pt>
                <c:pt idx="1575">
                  <c:v>1.7832865900547141</c:v>
                </c:pt>
                <c:pt idx="1576">
                  <c:v>1.7727291338260176</c:v>
                </c:pt>
                <c:pt idx="1577">
                  <c:v>1.7707185377149945</c:v>
                </c:pt>
                <c:pt idx="1578">
                  <c:v>1.7704825838923302</c:v>
                </c:pt>
                <c:pt idx="1579">
                  <c:v>1.7562025023537291</c:v>
                </c:pt>
                <c:pt idx="1580">
                  <c:v>1.7500845468001252</c:v>
                </c:pt>
                <c:pt idx="1581">
                  <c:v>1.753419852445822</c:v>
                </c:pt>
                <c:pt idx="1582">
                  <c:v>1.7633616603325257</c:v>
                </c:pt>
                <c:pt idx="1583">
                  <c:v>1.7643889848095389</c:v>
                </c:pt>
                <c:pt idx="1584">
                  <c:v>1.7686445648361211</c:v>
                </c:pt>
                <c:pt idx="1585">
                  <c:v>1.7532551437667585</c:v>
                </c:pt>
                <c:pt idx="1586">
                  <c:v>1.7568372281005293</c:v>
                </c:pt>
                <c:pt idx="1587">
                  <c:v>1.7654741066371491</c:v>
                </c:pt>
                <c:pt idx="1588">
                  <c:v>1.76429334134911</c:v>
                </c:pt>
                <c:pt idx="1589">
                  <c:v>1.7519975924793847</c:v>
                </c:pt>
                <c:pt idx="1590">
                  <c:v>1.7671130166156379</c:v>
                </c:pt>
                <c:pt idx="1591">
                  <c:v>1.7605321383969166</c:v>
                </c:pt>
                <c:pt idx="1592">
                  <c:v>1.7621063636391485</c:v>
                </c:pt>
                <c:pt idx="1593">
                  <c:v>1.76895085923502</c:v>
                </c:pt>
                <c:pt idx="1594">
                  <c:v>1.7697711571148713</c:v>
                </c:pt>
                <c:pt idx="1595">
                  <c:v>1.7630622989114433</c:v>
                </c:pt>
                <c:pt idx="1596">
                  <c:v>1.7613925227921752</c:v>
                </c:pt>
                <c:pt idx="1597">
                  <c:v>1.770711734616172</c:v>
                </c:pt>
                <c:pt idx="1598">
                  <c:v>1.7634888734411625</c:v>
                </c:pt>
                <c:pt idx="1599">
                  <c:v>1.7614742966192685</c:v>
                </c:pt>
                <c:pt idx="1600">
                  <c:v>1.7558159151878747</c:v>
                </c:pt>
                <c:pt idx="1601">
                  <c:v>1.7562363220566104</c:v>
                </c:pt>
                <c:pt idx="1602">
                  <c:v>1.763159548296094</c:v>
                </c:pt>
                <c:pt idx="1603">
                  <c:v>1.7570919528736619</c:v>
                </c:pt>
                <c:pt idx="1604">
                  <c:v>1.7620664099033221</c:v>
                </c:pt>
                <c:pt idx="1605">
                  <c:v>1.7608449338623531</c:v>
                </c:pt>
                <c:pt idx="1606">
                  <c:v>1.7708009819995916</c:v>
                </c:pt>
                <c:pt idx="1607">
                  <c:v>1.7664675094346876</c:v>
                </c:pt>
                <c:pt idx="1608">
                  <c:v>1.7674113800926168</c:v>
                </c:pt>
                <c:pt idx="1609">
                  <c:v>1.7741939229359465</c:v>
                </c:pt>
                <c:pt idx="1610">
                  <c:v>1.7719870435664855</c:v>
                </c:pt>
                <c:pt idx="1611">
                  <c:v>1.7640245875328671</c:v>
                </c:pt>
                <c:pt idx="1612">
                  <c:v>1.7655572696443649</c:v>
                </c:pt>
                <c:pt idx="1613">
                  <c:v>1.7551237831175368</c:v>
                </c:pt>
                <c:pt idx="1614">
                  <c:v>1.7524128437175521</c:v>
                </c:pt>
                <c:pt idx="1615">
                  <c:v>1.7489847819406279</c:v>
                </c:pt>
                <c:pt idx="1616">
                  <c:v>1.7499094929379251</c:v>
                </c:pt>
                <c:pt idx="1617">
                  <c:v>1.7502597537689182</c:v>
                </c:pt>
                <c:pt idx="1618">
                  <c:v>1.7446762547535573</c:v>
                </c:pt>
                <c:pt idx="1619">
                  <c:v>1.7413012350946953</c:v>
                </c:pt>
                <c:pt idx="1620">
                  <c:v>1.7418441185159326</c:v>
                </c:pt>
                <c:pt idx="1621">
                  <c:v>1.7509135197581605</c:v>
                </c:pt>
                <c:pt idx="1622">
                  <c:v>1.7552165824382142</c:v>
                </c:pt>
                <c:pt idx="1623">
                  <c:v>1.7522573800946963</c:v>
                </c:pt>
                <c:pt idx="1624">
                  <c:v>1.7812100650676126</c:v>
                </c:pt>
                <c:pt idx="1625">
                  <c:v>1.7804543093730276</c:v>
                </c:pt>
                <c:pt idx="1626">
                  <c:v>1.7710165801180056</c:v>
                </c:pt>
                <c:pt idx="1627">
                  <c:v>1.7695438422202114</c:v>
                </c:pt>
                <c:pt idx="1628">
                  <c:v>1.7950730915897455</c:v>
                </c:pt>
                <c:pt idx="1629">
                  <c:v>1.7910020354191862</c:v>
                </c:pt>
                <c:pt idx="1630">
                  <c:v>1.7900007490224326</c:v>
                </c:pt>
                <c:pt idx="1631">
                  <c:v>1.7938816708669147</c:v>
                </c:pt>
                <c:pt idx="1632">
                  <c:v>1.8135107624962259</c:v>
                </c:pt>
                <c:pt idx="1633">
                  <c:v>1.8204027819372757</c:v>
                </c:pt>
                <c:pt idx="1634">
                  <c:v>1.8503081144566513</c:v>
                </c:pt>
                <c:pt idx="1635">
                  <c:v>1.8399405429598914</c:v>
                </c:pt>
                <c:pt idx="1636">
                  <c:v>1.8297605167811022</c:v>
                </c:pt>
                <c:pt idx="1637">
                  <c:v>1.8217092742305052</c:v>
                </c:pt>
                <c:pt idx="1638">
                  <c:v>1.8259785092070246</c:v>
                </c:pt>
                <c:pt idx="1639">
                  <c:v>1.8283766354935613</c:v>
                </c:pt>
                <c:pt idx="1640">
                  <c:v>1.8236029876407762</c:v>
                </c:pt>
                <c:pt idx="1641">
                  <c:v>1.8229641786499799</c:v>
                </c:pt>
                <c:pt idx="1642">
                  <c:v>1.8191353565631971</c:v>
                </c:pt>
                <c:pt idx="1643">
                  <c:v>1.81795952307063</c:v>
                </c:pt>
                <c:pt idx="1644">
                  <c:v>1.8273492812195664</c:v>
                </c:pt>
                <c:pt idx="1645">
                  <c:v>1.8329075869014853</c:v>
                </c:pt>
                <c:pt idx="1646">
                  <c:v>1.8290209840692564</c:v>
                </c:pt>
                <c:pt idx="1647">
                  <c:v>1.837027082935992</c:v>
                </c:pt>
                <c:pt idx="1648">
                  <c:v>1.8407155914150999</c:v>
                </c:pt>
                <c:pt idx="1649">
                  <c:v>1.8605437131637308</c:v>
                </c:pt>
                <c:pt idx="1650">
                  <c:v>1.8623019652219666</c:v>
                </c:pt>
                <c:pt idx="1651">
                  <c:v>1.8681096584919621</c:v>
                </c:pt>
                <c:pt idx="1652">
                  <c:v>1.8491297417426524</c:v>
                </c:pt>
                <c:pt idx="1653">
                  <c:v>1.8478835604208681</c:v>
                </c:pt>
                <c:pt idx="1654">
                  <c:v>1.8367552838321402</c:v>
                </c:pt>
                <c:pt idx="1655">
                  <c:v>1.8348936721675126</c:v>
                </c:pt>
                <c:pt idx="1656">
                  <c:v>1.8381090633383768</c:v>
                </c:pt>
                <c:pt idx="1657">
                  <c:v>1.8267162019336127</c:v>
                </c:pt>
                <c:pt idx="1658">
                  <c:v>1.8222335488336656</c:v>
                </c:pt>
                <c:pt idx="1659">
                  <c:v>1.7989944137829554</c:v>
                </c:pt>
                <c:pt idx="1660">
                  <c:v>1.8023065780905743</c:v>
                </c:pt>
                <c:pt idx="1661">
                  <c:v>1.8037930669857596</c:v>
                </c:pt>
                <c:pt idx="1662">
                  <c:v>1.8061822536511856</c:v>
                </c:pt>
                <c:pt idx="1663">
                  <c:v>1.8146773571645418</c:v>
                </c:pt>
                <c:pt idx="1664">
                  <c:v>1.8173896410542041</c:v>
                </c:pt>
                <c:pt idx="1665">
                  <c:v>1.8287819683532207</c:v>
                </c:pt>
                <c:pt idx="1666">
                  <c:v>1.8323076011082613</c:v>
                </c:pt>
                <c:pt idx="1667">
                  <c:v>1.8333391678192843</c:v>
                </c:pt>
                <c:pt idx="1668">
                  <c:v>1.8227867615619102</c:v>
                </c:pt>
                <c:pt idx="1669">
                  <c:v>1.7951821396648646</c:v>
                </c:pt>
                <c:pt idx="1670">
                  <c:v>1.7805891482682668</c:v>
                </c:pt>
                <c:pt idx="1671">
                  <c:v>1.7734627934388703</c:v>
                </c:pt>
                <c:pt idx="1672">
                  <c:v>1.7780834519614803</c:v>
                </c:pt>
                <c:pt idx="1673">
                  <c:v>1.7774245349517757</c:v>
                </c:pt>
                <c:pt idx="1674">
                  <c:v>1.7758624990646321</c:v>
                </c:pt>
                <c:pt idx="1675">
                  <c:v>1.7777050292877881</c:v>
                </c:pt>
                <c:pt idx="1676">
                  <c:v>1.7874606880015622</c:v>
                </c:pt>
                <c:pt idx="1677">
                  <c:v>1.7784547521986271</c:v>
                </c:pt>
                <c:pt idx="1678">
                  <c:v>1.7775604151786772</c:v>
                </c:pt>
                <c:pt idx="1679">
                  <c:v>1.7811204100414584</c:v>
                </c:pt>
                <c:pt idx="1680">
                  <c:v>1.7810737520628668</c:v>
                </c:pt>
                <c:pt idx="1681">
                  <c:v>1.7925485135638508</c:v>
                </c:pt>
                <c:pt idx="1682">
                  <c:v>1.7842058276270036</c:v>
                </c:pt>
                <c:pt idx="1683">
                  <c:v>1.7807047335047728</c:v>
                </c:pt>
                <c:pt idx="1684">
                  <c:v>1.7687961386253266</c:v>
                </c:pt>
                <c:pt idx="1685">
                  <c:v>1.7494115483823485</c:v>
                </c:pt>
                <c:pt idx="1686">
                  <c:v>1.7557930904072594</c:v>
                </c:pt>
                <c:pt idx="1687">
                  <c:v>1.7522168877105471</c:v>
                </c:pt>
                <c:pt idx="1688">
                  <c:v>1.759453577642087</c:v>
                </c:pt>
                <c:pt idx="1689">
                  <c:v>1.7635759011272418</c:v>
                </c:pt>
                <c:pt idx="1690">
                  <c:v>1.7609355389620382</c:v>
                </c:pt>
                <c:pt idx="1691">
                  <c:v>1.7651562248511696</c:v>
                </c:pt>
                <c:pt idx="1692">
                  <c:v>1.7715755237618216</c:v>
                </c:pt>
                <c:pt idx="1693">
                  <c:v>1.7799391635180977</c:v>
                </c:pt>
                <c:pt idx="1694">
                  <c:v>1.7845096525970803</c:v>
                </c:pt>
                <c:pt idx="1695">
                  <c:v>1.7922553588016013</c:v>
                </c:pt>
                <c:pt idx="1696">
                  <c:v>1.7843865240231245</c:v>
                </c:pt>
                <c:pt idx="1697">
                  <c:v>1.7867675667902119</c:v>
                </c:pt>
                <c:pt idx="1698">
                  <c:v>1.7937021315714108</c:v>
                </c:pt>
                <c:pt idx="1699">
                  <c:v>1.7927182644915127</c:v>
                </c:pt>
                <c:pt idx="1700">
                  <c:v>1.7858624604062592</c:v>
                </c:pt>
                <c:pt idx="1701">
                  <c:v>1.7916750116477387</c:v>
                </c:pt>
                <c:pt idx="1702">
                  <c:v>1.7893081820803507</c:v>
                </c:pt>
                <c:pt idx="1703">
                  <c:v>1.8169690926443856</c:v>
                </c:pt>
                <c:pt idx="1704">
                  <c:v>1.8119105760619452</c:v>
                </c:pt>
                <c:pt idx="1705">
                  <c:v>1.8148894038714685</c:v>
                </c:pt>
                <c:pt idx="1706">
                  <c:v>1.8417937382012475</c:v>
                </c:pt>
                <c:pt idx="1707">
                  <c:v>1.8455133331213533</c:v>
                </c:pt>
                <c:pt idx="1708">
                  <c:v>1.8279899431541202</c:v>
                </c:pt>
                <c:pt idx="1709">
                  <c:v>1.8256012515979319</c:v>
                </c:pt>
                <c:pt idx="1710">
                  <c:v>1.8513809920278839</c:v>
                </c:pt>
                <c:pt idx="1711">
                  <c:v>1.8574281279987233</c:v>
                </c:pt>
                <c:pt idx="1712">
                  <c:v>1.8534397200951211</c:v>
                </c:pt>
                <c:pt idx="1713">
                  <c:v>1.8528436138750606</c:v>
                </c:pt>
                <c:pt idx="1714">
                  <c:v>1.8593487341160135</c:v>
                </c:pt>
                <c:pt idx="1715">
                  <c:v>1.8503939604245518</c:v>
                </c:pt>
                <c:pt idx="1716">
                  <c:v>1.8589087797005992</c:v>
                </c:pt>
                <c:pt idx="1717">
                  <c:v>1.8529475654581102</c:v>
                </c:pt>
                <c:pt idx="1718">
                  <c:v>1.8524531673405624</c:v>
                </c:pt>
                <c:pt idx="1719">
                  <c:v>1.8530105572341951</c:v>
                </c:pt>
                <c:pt idx="1720">
                  <c:v>1.8591307712743672</c:v>
                </c:pt>
                <c:pt idx="1721">
                  <c:v>1.8916594786319116</c:v>
                </c:pt>
                <c:pt idx="1722">
                  <c:v>1.8849972004008497</c:v>
                </c:pt>
                <c:pt idx="1723">
                  <c:v>1.8986167842961899</c:v>
                </c:pt>
                <c:pt idx="1724">
                  <c:v>1.8925141480655783</c:v>
                </c:pt>
                <c:pt idx="1725">
                  <c:v>1.8704121992760809</c:v>
                </c:pt>
                <c:pt idx="1726">
                  <c:v>1.8653541480746363</c:v>
                </c:pt>
                <c:pt idx="1727">
                  <c:v>1.8610428182646017</c:v>
                </c:pt>
                <c:pt idx="1728">
                  <c:v>1.8751929943875159</c:v>
                </c:pt>
                <c:pt idx="1729">
                  <c:v>1.8546062429524135</c:v>
                </c:pt>
                <c:pt idx="1730">
                  <c:v>1.844854345631836</c:v>
                </c:pt>
                <c:pt idx="1731">
                  <c:v>1.8511577435178532</c:v>
                </c:pt>
                <c:pt idx="1732">
                  <c:v>1.8654939625086142</c:v>
                </c:pt>
                <c:pt idx="1733">
                  <c:v>1.8766380657091253</c:v>
                </c:pt>
                <c:pt idx="1734">
                  <c:v>1.8726447111464586</c:v>
                </c:pt>
                <c:pt idx="1735">
                  <c:v>1.8705766687017802</c:v>
                </c:pt>
                <c:pt idx="1736">
                  <c:v>1.8588659599385777</c:v>
                </c:pt>
                <c:pt idx="1737">
                  <c:v>1.8643102918882486</c:v>
                </c:pt>
                <c:pt idx="1738">
                  <c:v>1.8659430581366518</c:v>
                </c:pt>
                <c:pt idx="1739">
                  <c:v>1.8653388411029601</c:v>
                </c:pt>
                <c:pt idx="1740">
                  <c:v>1.8830594400488523</c:v>
                </c:pt>
                <c:pt idx="1741">
                  <c:v>1.8609127857602796</c:v>
                </c:pt>
                <c:pt idx="1742">
                  <c:v>1.8622553595542093</c:v>
                </c:pt>
                <c:pt idx="1743">
                  <c:v>1.8482746541538795</c:v>
                </c:pt>
                <c:pt idx="1744">
                  <c:v>1.8435097849684199</c:v>
                </c:pt>
                <c:pt idx="1745">
                  <c:v>1.8325407991908205</c:v>
                </c:pt>
                <c:pt idx="1746">
                  <c:v>1.8556723038036711</c:v>
                </c:pt>
                <c:pt idx="1747">
                  <c:v>1.8570854550453453</c:v>
                </c:pt>
                <c:pt idx="1748">
                  <c:v>1.8585182767078168</c:v>
                </c:pt>
                <c:pt idx="1749">
                  <c:v>1.8916691461655772</c:v>
                </c:pt>
                <c:pt idx="1750">
                  <c:v>1.9127095155434475</c:v>
                </c:pt>
                <c:pt idx="1751">
                  <c:v>1.943602710967705</c:v>
                </c:pt>
                <c:pt idx="1752">
                  <c:v>1.9906327720591033</c:v>
                </c:pt>
                <c:pt idx="1753">
                  <c:v>1.9843348904961184</c:v>
                </c:pt>
                <c:pt idx="1754">
                  <c:v>2.030228884420711</c:v>
                </c:pt>
                <c:pt idx="1755">
                  <c:v>2.0087105018730025</c:v>
                </c:pt>
                <c:pt idx="1756">
                  <c:v>1.9917461566763168</c:v>
                </c:pt>
                <c:pt idx="1757">
                  <c:v>1.9705512049362177</c:v>
                </c:pt>
                <c:pt idx="1758">
                  <c:v>1.9581815579205617</c:v>
                </c:pt>
                <c:pt idx="1759">
                  <c:v>1.9824024158452092</c:v>
                </c:pt>
                <c:pt idx="1760">
                  <c:v>1.973216347101187</c:v>
                </c:pt>
                <c:pt idx="1761">
                  <c:v>1.9886127791338848</c:v>
                </c:pt>
                <c:pt idx="1762">
                  <c:v>1.9609657407161967</c:v>
                </c:pt>
                <c:pt idx="1763">
                  <c:v>1.9588667022250812</c:v>
                </c:pt>
                <c:pt idx="1764">
                  <c:v>1.9629814908283789</c:v>
                </c:pt>
                <c:pt idx="1765">
                  <c:v>1.9885231524236371</c:v>
                </c:pt>
                <c:pt idx="1766">
                  <c:v>2.0189326692648999</c:v>
                </c:pt>
                <c:pt idx="1767">
                  <c:v>2.0458309892234201</c:v>
                </c:pt>
                <c:pt idx="1768">
                  <c:v>2.0065564256545274</c:v>
                </c:pt>
                <c:pt idx="1769">
                  <c:v>2.0029819424475837</c:v>
                </c:pt>
                <c:pt idx="1770">
                  <c:v>1.9807205422567562</c:v>
                </c:pt>
                <c:pt idx="1771">
                  <c:v>1.9640630437700877</c:v>
                </c:pt>
                <c:pt idx="1772">
                  <c:v>1.9472684688257633</c:v>
                </c:pt>
                <c:pt idx="1773">
                  <c:v>1.9353317809981705</c:v>
                </c:pt>
                <c:pt idx="1774">
                  <c:v>1.9420318499517994</c:v>
                </c:pt>
                <c:pt idx="1775">
                  <c:v>1.9388762954816474</c:v>
                </c:pt>
                <c:pt idx="1776">
                  <c:v>1.9391980095667309</c:v>
                </c:pt>
                <c:pt idx="1777">
                  <c:v>1.9548809566984924</c:v>
                </c:pt>
                <c:pt idx="1778">
                  <c:v>1.9475516575217127</c:v>
                </c:pt>
                <c:pt idx="1779">
                  <c:v>1.9497287718812426</c:v>
                </c:pt>
                <c:pt idx="1780">
                  <c:v>1.9409284088415588</c:v>
                </c:pt>
                <c:pt idx="1781">
                  <c:v>2.0082883861184442</c:v>
                </c:pt>
                <c:pt idx="1782">
                  <c:v>1.9932295860910154</c:v>
                </c:pt>
                <c:pt idx="1783">
                  <c:v>1.9849829748596275</c:v>
                </c:pt>
                <c:pt idx="1784">
                  <c:v>2.0147995227559194</c:v>
                </c:pt>
                <c:pt idx="1785">
                  <c:v>2.0024146970973487</c:v>
                </c:pt>
                <c:pt idx="1786">
                  <c:v>1.9981208443831155</c:v>
                </c:pt>
                <c:pt idx="1787">
                  <c:v>2.0027373718293542</c:v>
                </c:pt>
                <c:pt idx="1788">
                  <c:v>2.0074673402641579</c:v>
                </c:pt>
                <c:pt idx="1789">
                  <c:v>2.0405982274888488</c:v>
                </c:pt>
                <c:pt idx="1790">
                  <c:v>2.0109913078963166</c:v>
                </c:pt>
                <c:pt idx="1791">
                  <c:v>2.0211724645662685</c:v>
                </c:pt>
                <c:pt idx="1792">
                  <c:v>2.0097759181293458</c:v>
                </c:pt>
                <c:pt idx="1793">
                  <c:v>2.0073293651093329</c:v>
                </c:pt>
                <c:pt idx="1794">
                  <c:v>2.0145911443741937</c:v>
                </c:pt>
                <c:pt idx="1795">
                  <c:v>2.0135047874948184</c:v>
                </c:pt>
                <c:pt idx="1796">
                  <c:v>2.0036128718927411</c:v>
                </c:pt>
                <c:pt idx="1797">
                  <c:v>2.0024057079079869</c:v>
                </c:pt>
                <c:pt idx="1798">
                  <c:v>2.006596839587401</c:v>
                </c:pt>
                <c:pt idx="1799">
                  <c:v>1.9822456088746179</c:v>
                </c:pt>
                <c:pt idx="1800">
                  <c:v>1.9741276784038118</c:v>
                </c:pt>
                <c:pt idx="1801">
                  <c:v>1.9887208362976139</c:v>
                </c:pt>
                <c:pt idx="1802">
                  <c:v>1.9896623001184253</c:v>
                </c:pt>
                <c:pt idx="1803">
                  <c:v>2.0033837389399163</c:v>
                </c:pt>
                <c:pt idx="1804">
                  <c:v>2.0163134266334666</c:v>
                </c:pt>
                <c:pt idx="1805">
                  <c:v>1.9910337038812598</c:v>
                </c:pt>
                <c:pt idx="1806">
                  <c:v>1.9752687904066011</c:v>
                </c:pt>
                <c:pt idx="1807">
                  <c:v>1.9598440697298096</c:v>
                </c:pt>
                <c:pt idx="1808">
                  <c:v>1.9669104775444921</c:v>
                </c:pt>
                <c:pt idx="1809">
                  <c:v>1.9797501416182386</c:v>
                </c:pt>
                <c:pt idx="1810">
                  <c:v>2.0042837752041613</c:v>
                </c:pt>
                <c:pt idx="1811">
                  <c:v>2.0107189485415256</c:v>
                </c:pt>
                <c:pt idx="1812">
                  <c:v>2.0208703648703996</c:v>
                </c:pt>
                <c:pt idx="1813">
                  <c:v>2.0028415436286267</c:v>
                </c:pt>
                <c:pt idx="1814">
                  <c:v>1.9959695271053468</c:v>
                </c:pt>
                <c:pt idx="1815">
                  <c:v>2.001656075236204</c:v>
                </c:pt>
                <c:pt idx="1816">
                  <c:v>2.0202156114318535</c:v>
                </c:pt>
                <c:pt idx="1817">
                  <c:v>2.0140334289975788</c:v>
                </c:pt>
                <c:pt idx="1818">
                  <c:v>2.0254261462851764</c:v>
                </c:pt>
                <c:pt idx="1819">
                  <c:v>2.0187558457511807</c:v>
                </c:pt>
                <c:pt idx="1820">
                  <c:v>2.0134127690186272</c:v>
                </c:pt>
                <c:pt idx="1821">
                  <c:v>2.0006922817165949</c:v>
                </c:pt>
                <c:pt idx="1822">
                  <c:v>2.0064137584710795</c:v>
                </c:pt>
                <c:pt idx="1823">
                  <c:v>2.0032175867977187</c:v>
                </c:pt>
                <c:pt idx="1824">
                  <c:v>1.9977432354437075</c:v>
                </c:pt>
                <c:pt idx="1825">
                  <c:v>2.0160144955460715</c:v>
                </c:pt>
                <c:pt idx="1826">
                  <c:v>2.0636034756496588</c:v>
                </c:pt>
                <c:pt idx="1827">
                  <c:v>2.0521439173584608</c:v>
                </c:pt>
                <c:pt idx="1828">
                  <c:v>2.0366165118505148</c:v>
                </c:pt>
                <c:pt idx="1829">
                  <c:v>2.0260718806212488</c:v>
                </c:pt>
                <c:pt idx="1830">
                  <c:v>2.0202578880509083</c:v>
                </c:pt>
                <c:pt idx="1831">
                  <c:v>2.0081334852189725</c:v>
                </c:pt>
                <c:pt idx="1832">
                  <c:v>2.0259463661179544</c:v>
                </c:pt>
                <c:pt idx="1833">
                  <c:v>2.0115365271080146</c:v>
                </c:pt>
                <c:pt idx="1834">
                  <c:v>2.0142893066775334</c:v>
                </c:pt>
                <c:pt idx="1835">
                  <c:v>2.0524015456904192</c:v>
                </c:pt>
                <c:pt idx="1836">
                  <c:v>2.0699466095375976</c:v>
                </c:pt>
                <c:pt idx="1837">
                  <c:v>2.0948370898239213</c:v>
                </c:pt>
                <c:pt idx="1838">
                  <c:v>2.1257770377655283</c:v>
                </c:pt>
                <c:pt idx="1839">
                  <c:v>2.1047993281089581</c:v>
                </c:pt>
                <c:pt idx="1840">
                  <c:v>2.1281280239060734</c:v>
                </c:pt>
                <c:pt idx="1841">
                  <c:v>2.1070522704263621</c:v>
                </c:pt>
                <c:pt idx="1842">
                  <c:v>2.1094040830097156</c:v>
                </c:pt>
                <c:pt idx="1843">
                  <c:v>2.1140150589759363</c:v>
                </c:pt>
                <c:pt idx="1844">
                  <c:v>2.1178980635063778</c:v>
                </c:pt>
                <c:pt idx="1845">
                  <c:v>2.1499881397172245</c:v>
                </c:pt>
                <c:pt idx="1846">
                  <c:v>2.1381926270439426</c:v>
                </c:pt>
                <c:pt idx="1847">
                  <c:v>2.1954444537945945</c:v>
                </c:pt>
                <c:pt idx="1848">
                  <c:v>2.1912676526894383</c:v>
                </c:pt>
                <c:pt idx="1849">
                  <c:v>2.2005979102446052</c:v>
                </c:pt>
                <c:pt idx="1850">
                  <c:v>2.2058048091683178</c:v>
                </c:pt>
                <c:pt idx="1851">
                  <c:v>2.1918373484844742</c:v>
                </c:pt>
                <c:pt idx="1852">
                  <c:v>2.1729118869990196</c:v>
                </c:pt>
                <c:pt idx="1853">
                  <c:v>2.1639636467696075</c:v>
                </c:pt>
                <c:pt idx="1854">
                  <c:v>2.1786855847110695</c:v>
                </c:pt>
                <c:pt idx="1855">
                  <c:v>2.178360049326733</c:v>
                </c:pt>
                <c:pt idx="1856">
                  <c:v>2.1419329064915122</c:v>
                </c:pt>
                <c:pt idx="1857">
                  <c:v>2.1522057630085829</c:v>
                </c:pt>
                <c:pt idx="1858">
                  <c:v>2.1559076114074105</c:v>
                </c:pt>
                <c:pt idx="1859">
                  <c:v>2.1589407996954595</c:v>
                </c:pt>
                <c:pt idx="1860">
                  <c:v>2.1633795514678806</c:v>
                </c:pt>
                <c:pt idx="1861">
                  <c:v>2.1540540975071365</c:v>
                </c:pt>
                <c:pt idx="1862">
                  <c:v>2.1739836214729147</c:v>
                </c:pt>
                <c:pt idx="1863">
                  <c:v>2.1654116932248497</c:v>
                </c:pt>
                <c:pt idx="1864">
                  <c:v>2.1703069665381887</c:v>
                </c:pt>
                <c:pt idx="1865">
                  <c:v>2.1517960948385855</c:v>
                </c:pt>
                <c:pt idx="1866">
                  <c:v>2.1442695133524059</c:v>
                </c:pt>
                <c:pt idx="1867">
                  <c:v>2.1477268492817059</c:v>
                </c:pt>
                <c:pt idx="1868">
                  <c:v>2.1457715214466653</c:v>
                </c:pt>
                <c:pt idx="1869">
                  <c:v>2.1349170154582882</c:v>
                </c:pt>
                <c:pt idx="1870">
                  <c:v>2.1776285400292266</c:v>
                </c:pt>
                <c:pt idx="1871">
                  <c:v>2.1590089626104261</c:v>
                </c:pt>
                <c:pt idx="1872">
                  <c:v>2.1614321844951805</c:v>
                </c:pt>
                <c:pt idx="1873">
                  <c:v>2.1444169231651768</c:v>
                </c:pt>
                <c:pt idx="1874">
                  <c:v>2.1436526204613733</c:v>
                </c:pt>
                <c:pt idx="1875">
                  <c:v>2.1413524399433355</c:v>
                </c:pt>
                <c:pt idx="1876">
                  <c:v>2.1727937424648838</c:v>
                </c:pt>
                <c:pt idx="1877">
                  <c:v>2.2060305282113095</c:v>
                </c:pt>
                <c:pt idx="1878">
                  <c:v>2.1939668051220846</c:v>
                </c:pt>
                <c:pt idx="1879">
                  <c:v>2.2195328092436148</c:v>
                </c:pt>
                <c:pt idx="1880">
                  <c:v>2.2156657378009665</c:v>
                </c:pt>
                <c:pt idx="1881">
                  <c:v>2.2145196062389698</c:v>
                </c:pt>
                <c:pt idx="1882">
                  <c:v>2.1835100252870396</c:v>
                </c:pt>
                <c:pt idx="1883">
                  <c:v>2.1735706549940255</c:v>
                </c:pt>
                <c:pt idx="1884">
                  <c:v>2.1619674058327214</c:v>
                </c:pt>
                <c:pt idx="1885">
                  <c:v>2.1511213328143737</c:v>
                </c:pt>
                <c:pt idx="1886">
                  <c:v>2.140114309951755</c:v>
                </c:pt>
                <c:pt idx="1887">
                  <c:v>2.1366181461655329</c:v>
                </c:pt>
                <c:pt idx="1888">
                  <c:v>2.1295234079202894</c:v>
                </c:pt>
                <c:pt idx="1889">
                  <c:v>2.1292358961897273</c:v>
                </c:pt>
                <c:pt idx="1890">
                  <c:v>2.1128377115122792</c:v>
                </c:pt>
                <c:pt idx="1891">
                  <c:v>2.1332451581108001</c:v>
                </c:pt>
                <c:pt idx="1892">
                  <c:v>2.122320456415081</c:v>
                </c:pt>
                <c:pt idx="1893">
                  <c:v>2.153569645765506</c:v>
                </c:pt>
                <c:pt idx="1894">
                  <c:v>2.1588790873962274</c:v>
                </c:pt>
                <c:pt idx="1895">
                  <c:v>2.1706855615816698</c:v>
                </c:pt>
                <c:pt idx="1896">
                  <c:v>2.1629600960884474</c:v>
                </c:pt>
                <c:pt idx="1897">
                  <c:v>2.1732583840643507</c:v>
                </c:pt>
                <c:pt idx="1898">
                  <c:v>2.1737643135954907</c:v>
                </c:pt>
                <c:pt idx="1899">
                  <c:v>2.1727056164188436</c:v>
                </c:pt>
                <c:pt idx="1900">
                  <c:v>2.1312639276313998</c:v>
                </c:pt>
                <c:pt idx="1901">
                  <c:v>2.1481034532663563</c:v>
                </c:pt>
                <c:pt idx="1902">
                  <c:v>2.1406312037490354</c:v>
                </c:pt>
                <c:pt idx="1903">
                  <c:v>2.1358734890968663</c:v>
                </c:pt>
                <c:pt idx="1904">
                  <c:v>2.1162029277257832</c:v>
                </c:pt>
                <c:pt idx="1905">
                  <c:v>2.1020434411603999</c:v>
                </c:pt>
                <c:pt idx="1906">
                  <c:v>2.0881894604085303</c:v>
                </c:pt>
                <c:pt idx="1907">
                  <c:v>2.1038983251470458</c:v>
                </c:pt>
                <c:pt idx="1908">
                  <c:v>2.1062091965381748</c:v>
                </c:pt>
                <c:pt idx="1909">
                  <c:v>2.1349391315318194</c:v>
                </c:pt>
                <c:pt idx="1910">
                  <c:v>2.1746264172448919</c:v>
                </c:pt>
                <c:pt idx="1911">
                  <c:v>2.1782295656607888</c:v>
                </c:pt>
                <c:pt idx="1912">
                  <c:v>2.1896482027435864</c:v>
                </c:pt>
                <c:pt idx="1913">
                  <c:v>2.207657994022636</c:v>
                </c:pt>
                <c:pt idx="1914">
                  <c:v>2.2999999999999998</c:v>
                </c:pt>
                <c:pt idx="1915">
                  <c:v>2.2898138661430378</c:v>
                </c:pt>
                <c:pt idx="1916">
                  <c:v>2.2999999999999998</c:v>
                </c:pt>
                <c:pt idx="1917">
                  <c:v>2.2999999999999998</c:v>
                </c:pt>
                <c:pt idx="1918">
                  <c:v>2.2791246459983903</c:v>
                </c:pt>
                <c:pt idx="1919">
                  <c:v>2.2999999999999998</c:v>
                </c:pt>
                <c:pt idx="1920">
                  <c:v>2.2914381018787608</c:v>
                </c:pt>
                <c:pt idx="1921">
                  <c:v>2.2816304557750047</c:v>
                </c:pt>
                <c:pt idx="1922">
                  <c:v>2.2999999999999998</c:v>
                </c:pt>
                <c:pt idx="1923">
                  <c:v>2.2999999999999998</c:v>
                </c:pt>
                <c:pt idx="1924">
                  <c:v>2.2999999999999998</c:v>
                </c:pt>
                <c:pt idx="1925">
                  <c:v>2.2999999999999998</c:v>
                </c:pt>
                <c:pt idx="1926">
                  <c:v>2.2999999999999998</c:v>
                </c:pt>
                <c:pt idx="1927">
                  <c:v>2.2999999999999998</c:v>
                </c:pt>
                <c:pt idx="1928">
                  <c:v>2.2999999999999998</c:v>
                </c:pt>
                <c:pt idx="1929">
                  <c:v>2.2999999999999998</c:v>
                </c:pt>
                <c:pt idx="1930">
                  <c:v>2.2999999999999998</c:v>
                </c:pt>
                <c:pt idx="1931">
                  <c:v>2.2999999999999998</c:v>
                </c:pt>
                <c:pt idx="1932">
                  <c:v>2.2999999999999998</c:v>
                </c:pt>
                <c:pt idx="1933">
                  <c:v>2.2999999999999998</c:v>
                </c:pt>
                <c:pt idx="1934">
                  <c:v>2.2999999999999998</c:v>
                </c:pt>
                <c:pt idx="1935">
                  <c:v>2.2999999999999998</c:v>
                </c:pt>
                <c:pt idx="1936">
                  <c:v>2.2999999999999998</c:v>
                </c:pt>
                <c:pt idx="1937">
                  <c:v>2.2999999999999998</c:v>
                </c:pt>
                <c:pt idx="1938">
                  <c:v>2.2999999999999998</c:v>
                </c:pt>
                <c:pt idx="1939">
                  <c:v>2.2999999999999998</c:v>
                </c:pt>
                <c:pt idx="1940">
                  <c:v>2.2999999999999998</c:v>
                </c:pt>
                <c:pt idx="1941">
                  <c:v>2.2999999999999998</c:v>
                </c:pt>
                <c:pt idx="1942">
                  <c:v>2.2999999999999998</c:v>
                </c:pt>
                <c:pt idx="1943">
                  <c:v>2.2999999999999998</c:v>
                </c:pt>
                <c:pt idx="1944">
                  <c:v>2.2999999999999998</c:v>
                </c:pt>
                <c:pt idx="1945">
                  <c:v>2.2999999999999998</c:v>
                </c:pt>
                <c:pt idx="1946">
                  <c:v>2.2999999999999998</c:v>
                </c:pt>
                <c:pt idx="1947">
                  <c:v>2.2999999999999998</c:v>
                </c:pt>
                <c:pt idx="1948">
                  <c:v>2.2849904865272648</c:v>
                </c:pt>
                <c:pt idx="1949">
                  <c:v>2.2751333534763942</c:v>
                </c:pt>
                <c:pt idx="1950">
                  <c:v>2.2999999999999998</c:v>
                </c:pt>
                <c:pt idx="1951">
                  <c:v>2.2494268077107731</c:v>
                </c:pt>
                <c:pt idx="1952">
                  <c:v>2.2776269921835564</c:v>
                </c:pt>
                <c:pt idx="1953">
                  <c:v>2.2948752288263314</c:v>
                </c:pt>
                <c:pt idx="1954">
                  <c:v>2.2999999999999998</c:v>
                </c:pt>
                <c:pt idx="1955">
                  <c:v>2.2999999999999998</c:v>
                </c:pt>
                <c:pt idx="1956">
                  <c:v>2.2999999999999998</c:v>
                </c:pt>
                <c:pt idx="1957">
                  <c:v>2.2999999999999998</c:v>
                </c:pt>
                <c:pt idx="1958">
                  <c:v>2.2999999999999998</c:v>
                </c:pt>
                <c:pt idx="1959">
                  <c:v>2.2999999999999998</c:v>
                </c:pt>
                <c:pt idx="1960">
                  <c:v>2.2999999999999998</c:v>
                </c:pt>
                <c:pt idx="1961">
                  <c:v>2.2999999999999998</c:v>
                </c:pt>
                <c:pt idx="1962">
                  <c:v>2.2999999999999998</c:v>
                </c:pt>
                <c:pt idx="1963">
                  <c:v>2.2999999999999998</c:v>
                </c:pt>
                <c:pt idx="1964">
                  <c:v>2.2999999999999998</c:v>
                </c:pt>
                <c:pt idx="1965">
                  <c:v>2.2999999999999998</c:v>
                </c:pt>
                <c:pt idx="1966">
                  <c:v>2.2999999999999998</c:v>
                </c:pt>
                <c:pt idx="1967">
                  <c:v>2.2999999999999998</c:v>
                </c:pt>
                <c:pt idx="1968">
                  <c:v>2.2999999999999998</c:v>
                </c:pt>
                <c:pt idx="1969">
                  <c:v>2.2999999999999998</c:v>
                </c:pt>
                <c:pt idx="1970">
                  <c:v>2.2999999999999998</c:v>
                </c:pt>
                <c:pt idx="1971">
                  <c:v>2.2999999999999998</c:v>
                </c:pt>
                <c:pt idx="1972">
                  <c:v>2.2999999999999998</c:v>
                </c:pt>
                <c:pt idx="1973">
                  <c:v>2.2999999999999998</c:v>
                </c:pt>
                <c:pt idx="1974">
                  <c:v>2.2999999999999998</c:v>
                </c:pt>
                <c:pt idx="1975">
                  <c:v>2.2999999999999998</c:v>
                </c:pt>
                <c:pt idx="1976">
                  <c:v>2.2999999999999998</c:v>
                </c:pt>
                <c:pt idx="1977">
                  <c:v>2.2893625675705271</c:v>
                </c:pt>
                <c:pt idx="1978">
                  <c:v>2.2999999999999998</c:v>
                </c:pt>
                <c:pt idx="1979">
                  <c:v>2.2543453184340918</c:v>
                </c:pt>
                <c:pt idx="1980">
                  <c:v>2.2384969777991706</c:v>
                </c:pt>
                <c:pt idx="1981">
                  <c:v>2.229548172209419</c:v>
                </c:pt>
                <c:pt idx="1982">
                  <c:v>2.2073290558257854</c:v>
                </c:pt>
                <c:pt idx="1983">
                  <c:v>2.2041985322786073</c:v>
                </c:pt>
                <c:pt idx="1984">
                  <c:v>2.2150951895853628</c:v>
                </c:pt>
                <c:pt idx="1985">
                  <c:v>2.2016658734519492</c:v>
                </c:pt>
                <c:pt idx="1986">
                  <c:v>2.1735794423278834</c:v>
                </c:pt>
                <c:pt idx="1987">
                  <c:v>2.1263965389268882</c:v>
                </c:pt>
                <c:pt idx="1988">
                  <c:v>2.1250303971108919</c:v>
                </c:pt>
                <c:pt idx="1989">
                  <c:v>2.1118817085405852</c:v>
                </c:pt>
                <c:pt idx="1990">
                  <c:v>2.0808216972122411</c:v>
                </c:pt>
                <c:pt idx="1991">
                  <c:v>2.0853451049517533</c:v>
                </c:pt>
                <c:pt idx="1992">
                  <c:v>2.0846477834850088</c:v>
                </c:pt>
                <c:pt idx="1993">
                  <c:v>2.0842656758814035</c:v>
                </c:pt>
                <c:pt idx="1994">
                  <c:v>2.1168512754475093</c:v>
                </c:pt>
                <c:pt idx="1995">
                  <c:v>2.1098181483195719</c:v>
                </c:pt>
                <c:pt idx="1996">
                  <c:v>2.0947034756550957</c:v>
                </c:pt>
                <c:pt idx="1997">
                  <c:v>2.082680559101532</c:v>
                </c:pt>
                <c:pt idx="1998">
                  <c:v>2.0522691529262578</c:v>
                </c:pt>
                <c:pt idx="1999">
                  <c:v>2.0874416980987105</c:v>
                </c:pt>
                <c:pt idx="2000">
                  <c:v>2.0707723199775971</c:v>
                </c:pt>
                <c:pt idx="2001">
                  <c:v>2.0773592027489314</c:v>
                </c:pt>
                <c:pt idx="2002">
                  <c:v>2.0493792168452423</c:v>
                </c:pt>
                <c:pt idx="2003">
                  <c:v>2.0486408127745555</c:v>
                </c:pt>
                <c:pt idx="2004">
                  <c:v>2.0454695692150402</c:v>
                </c:pt>
                <c:pt idx="2005">
                  <c:v>2.0430600902875704</c:v>
                </c:pt>
                <c:pt idx="2006">
                  <c:v>2.0508079214316113</c:v>
                </c:pt>
                <c:pt idx="2007">
                  <c:v>2.0435922339773969</c:v>
                </c:pt>
                <c:pt idx="2008">
                  <c:v>2.0810795356393159</c:v>
                </c:pt>
                <c:pt idx="2009">
                  <c:v>2.0904373105915215</c:v>
                </c:pt>
                <c:pt idx="2010">
                  <c:v>2.1064898036083601</c:v>
                </c:pt>
                <c:pt idx="2011">
                  <c:v>2.1104341002477045</c:v>
                </c:pt>
                <c:pt idx="2012">
                  <c:v>2.1177241263523592</c:v>
                </c:pt>
                <c:pt idx="2013">
                  <c:v>2.1520405935582256</c:v>
                </c:pt>
                <c:pt idx="2014">
                  <c:v>2.1485803180212661</c:v>
                </c:pt>
                <c:pt idx="2015">
                  <c:v>2.1235020089064984</c:v>
                </c:pt>
                <c:pt idx="2016">
                  <c:v>2.1375272659101614</c:v>
                </c:pt>
                <c:pt idx="2017">
                  <c:v>2.1308081012897286</c:v>
                </c:pt>
                <c:pt idx="2018">
                  <c:v>2.1022343271044135</c:v>
                </c:pt>
                <c:pt idx="2019">
                  <c:v>2.1007520970450608</c:v>
                </c:pt>
                <c:pt idx="2020">
                  <c:v>2.1006649279807887</c:v>
                </c:pt>
                <c:pt idx="2021">
                  <c:v>2.0986906454362875</c:v>
                </c:pt>
                <c:pt idx="2022">
                  <c:v>2.0774009564711311</c:v>
                </c:pt>
                <c:pt idx="2023">
                  <c:v>2.0701907653154423</c:v>
                </c:pt>
                <c:pt idx="2024">
                  <c:v>2.1156000670342778</c:v>
                </c:pt>
                <c:pt idx="2025">
                  <c:v>2.1127865022769288</c:v>
                </c:pt>
                <c:pt idx="2026">
                  <c:v>2.1139691121101234</c:v>
                </c:pt>
                <c:pt idx="2027">
                  <c:v>2.1315345409658133</c:v>
                </c:pt>
                <c:pt idx="2028">
                  <c:v>2.1177296858566024</c:v>
                </c:pt>
                <c:pt idx="2029">
                  <c:v>2.0840158855355235</c:v>
                </c:pt>
                <c:pt idx="2030">
                  <c:v>2.0713951185124841</c:v>
                </c:pt>
                <c:pt idx="2031">
                  <c:v>2.0397378070408938</c:v>
                </c:pt>
                <c:pt idx="2032">
                  <c:v>2.0351867309580371</c:v>
                </c:pt>
                <c:pt idx="2033">
                  <c:v>2.0303807323677563</c:v>
                </c:pt>
                <c:pt idx="2034">
                  <c:v>2.0316655353355344</c:v>
                </c:pt>
                <c:pt idx="2035">
                  <c:v>2.028460505449468</c:v>
                </c:pt>
                <c:pt idx="2036">
                  <c:v>2.01884023338269</c:v>
                </c:pt>
                <c:pt idx="2037">
                  <c:v>2.0216300502971949</c:v>
                </c:pt>
                <c:pt idx="2038">
                  <c:v>2.0139915392938947</c:v>
                </c:pt>
                <c:pt idx="2039">
                  <c:v>2.006085683418064</c:v>
                </c:pt>
                <c:pt idx="2040">
                  <c:v>1.9968896752544327</c:v>
                </c:pt>
                <c:pt idx="2041">
                  <c:v>1.9982234766920535</c:v>
                </c:pt>
                <c:pt idx="2042">
                  <c:v>2.0297752272673821</c:v>
                </c:pt>
                <c:pt idx="2043">
                  <c:v>2.028404330494793</c:v>
                </c:pt>
                <c:pt idx="2044">
                  <c:v>2.0276808554935468</c:v>
                </c:pt>
                <c:pt idx="2045">
                  <c:v>2.0224629528665607</c:v>
                </c:pt>
                <c:pt idx="2046">
                  <c:v>2.0421584997947262</c:v>
                </c:pt>
                <c:pt idx="2047">
                  <c:v>2.0477780952523199</c:v>
                </c:pt>
                <c:pt idx="2048">
                  <c:v>2.0582398209003316</c:v>
                </c:pt>
                <c:pt idx="2049">
                  <c:v>2.0163702134146519</c:v>
                </c:pt>
                <c:pt idx="2050">
                  <c:v>2.0289860160848079</c:v>
                </c:pt>
                <c:pt idx="2051">
                  <c:v>2.0190949245364318</c:v>
                </c:pt>
                <c:pt idx="2052">
                  <c:v>2.0361214741346285</c:v>
                </c:pt>
                <c:pt idx="2053">
                  <c:v>2.0529733520108304</c:v>
                </c:pt>
                <c:pt idx="2054">
                  <c:v>2.0608914845917483</c:v>
                </c:pt>
                <c:pt idx="2055">
                  <c:v>2.1368213670462435</c:v>
                </c:pt>
                <c:pt idx="2056">
                  <c:v>2.1256669607658236</c:v>
                </c:pt>
                <c:pt idx="2057">
                  <c:v>2.1542439696522857</c:v>
                </c:pt>
                <c:pt idx="2058">
                  <c:v>2.1535891127374165</c:v>
                </c:pt>
                <c:pt idx="2059">
                  <c:v>2.1417182002549935</c:v>
                </c:pt>
                <c:pt idx="2060">
                  <c:v>2.1741160770133598</c:v>
                </c:pt>
                <c:pt idx="2061">
                  <c:v>2.1882643775080139</c:v>
                </c:pt>
                <c:pt idx="2062">
                  <c:v>2.1803278234704075</c:v>
                </c:pt>
                <c:pt idx="2063">
                  <c:v>2.1672758905923959</c:v>
                </c:pt>
                <c:pt idx="2064">
                  <c:v>2.1603301979853966</c:v>
                </c:pt>
                <c:pt idx="2065">
                  <c:v>2.1609540359859802</c:v>
                </c:pt>
                <c:pt idx="2066">
                  <c:v>2.1778892735289386</c:v>
                </c:pt>
                <c:pt idx="2067">
                  <c:v>2.1761947659937668</c:v>
                </c:pt>
                <c:pt idx="2068">
                  <c:v>2.1713461507664311</c:v>
                </c:pt>
                <c:pt idx="2069">
                  <c:v>2.202556161596775</c:v>
                </c:pt>
                <c:pt idx="2070">
                  <c:v>2.174968376072723</c:v>
                </c:pt>
                <c:pt idx="2071">
                  <c:v>2.1733794887184734</c:v>
                </c:pt>
                <c:pt idx="2072">
                  <c:v>2.1312905643133275</c:v>
                </c:pt>
                <c:pt idx="2073">
                  <c:v>2.1340186435183375</c:v>
                </c:pt>
                <c:pt idx="2074">
                  <c:v>2.1291765815636108</c:v>
                </c:pt>
                <c:pt idx="2075">
                  <c:v>2.1247813288706721</c:v>
                </c:pt>
                <c:pt idx="2076">
                  <c:v>2.0898181080325293</c:v>
                </c:pt>
                <c:pt idx="2077">
                  <c:v>2.0793064247155453</c:v>
                </c:pt>
                <c:pt idx="2078">
                  <c:v>2.0819138683813287</c:v>
                </c:pt>
                <c:pt idx="2079">
                  <c:v>2.0940274971471871</c:v>
                </c:pt>
                <c:pt idx="2080">
                  <c:v>2.0980273146181574</c:v>
                </c:pt>
                <c:pt idx="2081">
                  <c:v>2.0997604159479692</c:v>
                </c:pt>
                <c:pt idx="2082">
                  <c:v>2.0872695290354715</c:v>
                </c:pt>
                <c:pt idx="2083">
                  <c:v>2.0535970813027031</c:v>
                </c:pt>
                <c:pt idx="2084">
                  <c:v>2.0466748777328769</c:v>
                </c:pt>
                <c:pt idx="2085">
                  <c:v>2.0494251726672434</c:v>
                </c:pt>
                <c:pt idx="2086">
                  <c:v>2.0474512478153257</c:v>
                </c:pt>
                <c:pt idx="2087">
                  <c:v>2.0487031285499961</c:v>
                </c:pt>
                <c:pt idx="2088">
                  <c:v>2.0457694078585291</c:v>
                </c:pt>
                <c:pt idx="2089">
                  <c:v>2.0279379906157398</c:v>
                </c:pt>
                <c:pt idx="2090">
                  <c:v>2.028987009955999</c:v>
                </c:pt>
                <c:pt idx="2091">
                  <c:v>2.029984270167084</c:v>
                </c:pt>
                <c:pt idx="2092">
                  <c:v>2.0390646716856842</c:v>
                </c:pt>
                <c:pt idx="2093">
                  <c:v>2.0666515460373556</c:v>
                </c:pt>
                <c:pt idx="2094">
                  <c:v>2.0483277265489992</c:v>
                </c:pt>
                <c:pt idx="2095">
                  <c:v>2.0489214669149964</c:v>
                </c:pt>
                <c:pt idx="2096">
                  <c:v>2.0957858844659638</c:v>
                </c:pt>
                <c:pt idx="2097">
                  <c:v>2.1018998964362265</c:v>
                </c:pt>
                <c:pt idx="2098">
                  <c:v>2.0922043193110462</c:v>
                </c:pt>
                <c:pt idx="2099">
                  <c:v>2.0661608597066032</c:v>
                </c:pt>
                <c:pt idx="2100">
                  <c:v>2.0582431306703133</c:v>
                </c:pt>
                <c:pt idx="2101">
                  <c:v>2.0579661827554676</c:v>
                </c:pt>
                <c:pt idx="2102">
                  <c:v>2.0461445631421586</c:v>
                </c:pt>
                <c:pt idx="2103">
                  <c:v>2.0659995153694544</c:v>
                </c:pt>
                <c:pt idx="2104">
                  <c:v>2.0718277679355568</c:v>
                </c:pt>
                <c:pt idx="2105">
                  <c:v>2.0400652384634417</c:v>
                </c:pt>
                <c:pt idx="2106">
                  <c:v>2.0394414212739171</c:v>
                </c:pt>
                <c:pt idx="2107">
                  <c:v>2.0281750048479261</c:v>
                </c:pt>
                <c:pt idx="2108">
                  <c:v>2.0483733638272126</c:v>
                </c:pt>
                <c:pt idx="2109">
                  <c:v>2.0490350745234194</c:v>
                </c:pt>
                <c:pt idx="2110">
                  <c:v>2.0545560007572798</c:v>
                </c:pt>
                <c:pt idx="2111">
                  <c:v>2.0909633650095567</c:v>
                </c:pt>
                <c:pt idx="2112">
                  <c:v>2.0798321235393602</c:v>
                </c:pt>
                <c:pt idx="2113">
                  <c:v>2.1012909234974977</c:v>
                </c:pt>
                <c:pt idx="2114">
                  <c:v>2.1056462572953709</c:v>
                </c:pt>
                <c:pt idx="2115">
                  <c:v>2.1292618320076344</c:v>
                </c:pt>
                <c:pt idx="2116">
                  <c:v>2.1838587969818608</c:v>
                </c:pt>
                <c:pt idx="2117">
                  <c:v>2.2217130387907793</c:v>
                </c:pt>
                <c:pt idx="2118">
                  <c:v>2.2353657074119408</c:v>
                </c:pt>
                <c:pt idx="2119">
                  <c:v>2.2292274528561205</c:v>
                </c:pt>
                <c:pt idx="2120">
                  <c:v>2.2013397252469158</c:v>
                </c:pt>
                <c:pt idx="2121">
                  <c:v>2.1947280956457833</c:v>
                </c:pt>
                <c:pt idx="2122">
                  <c:v>2.2197494471547405</c:v>
                </c:pt>
                <c:pt idx="2123">
                  <c:v>2.1967268162869087</c:v>
                </c:pt>
                <c:pt idx="2124">
                  <c:v>2.2051434825555067</c:v>
                </c:pt>
                <c:pt idx="2125">
                  <c:v>2.1909365129905214</c:v>
                </c:pt>
                <c:pt idx="2126">
                  <c:v>2.1599508032164598</c:v>
                </c:pt>
                <c:pt idx="2127">
                  <c:v>2.1554675078722281</c:v>
                </c:pt>
                <c:pt idx="2128">
                  <c:v>2.1750216155516826</c:v>
                </c:pt>
                <c:pt idx="2129">
                  <c:v>2.1754671113214443</c:v>
                </c:pt>
                <c:pt idx="2130">
                  <c:v>2.2149376879892504</c:v>
                </c:pt>
                <c:pt idx="2131">
                  <c:v>2.1997283558866942</c:v>
                </c:pt>
                <c:pt idx="2132">
                  <c:v>2.1776129259148425</c:v>
                </c:pt>
                <c:pt idx="2133">
                  <c:v>2.1886927306220691</c:v>
                </c:pt>
                <c:pt idx="2134">
                  <c:v>2.1410180836968791</c:v>
                </c:pt>
                <c:pt idx="2135">
                  <c:v>2.1389999529950741</c:v>
                </c:pt>
                <c:pt idx="2136">
                  <c:v>2.1455698392076665</c:v>
                </c:pt>
                <c:pt idx="2137">
                  <c:v>2.1122585606282112</c:v>
                </c:pt>
                <c:pt idx="2138">
                  <c:v>2.0867924683233614</c:v>
                </c:pt>
                <c:pt idx="2139">
                  <c:v>2.076337652192465</c:v>
                </c:pt>
                <c:pt idx="2140">
                  <c:v>2.0596743023859401</c:v>
                </c:pt>
                <c:pt idx="2141">
                  <c:v>2.0475523597289924</c:v>
                </c:pt>
                <c:pt idx="2142">
                  <c:v>2.0302185355070499</c:v>
                </c:pt>
                <c:pt idx="2143">
                  <c:v>2.0202462393908509</c:v>
                </c:pt>
                <c:pt idx="2144">
                  <c:v>2.0220981242234966</c:v>
                </c:pt>
                <c:pt idx="2145">
                  <c:v>2.0109577490146715</c:v>
                </c:pt>
                <c:pt idx="2146">
                  <c:v>1.9966405900756103</c:v>
                </c:pt>
                <c:pt idx="2147">
                  <c:v>1.9851481120946304</c:v>
                </c:pt>
                <c:pt idx="2148">
                  <c:v>1.9831691872247033</c:v>
                </c:pt>
                <c:pt idx="2149">
                  <c:v>1.9734513616284219</c:v>
                </c:pt>
                <c:pt idx="2150">
                  <c:v>1.9982405466782736</c:v>
                </c:pt>
                <c:pt idx="2151">
                  <c:v>1.9941021419349649</c:v>
                </c:pt>
                <c:pt idx="2152">
                  <c:v>2.0198700910669025</c:v>
                </c:pt>
                <c:pt idx="2153">
                  <c:v>2.002457238532358</c:v>
                </c:pt>
                <c:pt idx="2154">
                  <c:v>1.9953650637143143</c:v>
                </c:pt>
                <c:pt idx="2155">
                  <c:v>2.0390304763244775</c:v>
                </c:pt>
                <c:pt idx="2156">
                  <c:v>2.0471825353014084</c:v>
                </c:pt>
                <c:pt idx="2157">
                  <c:v>2.0437274744398941</c:v>
                </c:pt>
                <c:pt idx="2158">
                  <c:v>2.0139821970924938</c:v>
                </c:pt>
                <c:pt idx="2159">
                  <c:v>2.0326918065860191</c:v>
                </c:pt>
                <c:pt idx="2160">
                  <c:v>2.0125908565064239</c:v>
                </c:pt>
                <c:pt idx="2161">
                  <c:v>1.9903688329587603</c:v>
                </c:pt>
                <c:pt idx="2162">
                  <c:v>1.9890472932858301</c:v>
                </c:pt>
                <c:pt idx="2163">
                  <c:v>1.9745489067540003</c:v>
                </c:pt>
                <c:pt idx="2164">
                  <c:v>1.9794600270064162</c:v>
                </c:pt>
                <c:pt idx="2165">
                  <c:v>1.9993269108455283</c:v>
                </c:pt>
                <c:pt idx="2166">
                  <c:v>1.9919904768237946</c:v>
                </c:pt>
                <c:pt idx="2167">
                  <c:v>1.9663846170519217</c:v>
                </c:pt>
                <c:pt idx="2168">
                  <c:v>1.9745678939240154</c:v>
                </c:pt>
                <c:pt idx="2169">
                  <c:v>1.9711861831580486</c:v>
                </c:pt>
                <c:pt idx="2170">
                  <c:v>1.9686051850989001</c:v>
                </c:pt>
                <c:pt idx="2171">
                  <c:v>1.9636885032681857</c:v>
                </c:pt>
                <c:pt idx="2172">
                  <c:v>1.9652141307071349</c:v>
                </c:pt>
                <c:pt idx="2173">
                  <c:v>1.9795352046369123</c:v>
                </c:pt>
                <c:pt idx="2174">
                  <c:v>1.9774720311654783</c:v>
                </c:pt>
                <c:pt idx="2175">
                  <c:v>1.9597291827320746</c:v>
                </c:pt>
                <c:pt idx="2176">
                  <c:v>1.933104084040983</c:v>
                </c:pt>
                <c:pt idx="2177">
                  <c:v>1.9220567311242218</c:v>
                </c:pt>
                <c:pt idx="2178">
                  <c:v>1.9217548834587017</c:v>
                </c:pt>
                <c:pt idx="2179">
                  <c:v>1.923230227616171</c:v>
                </c:pt>
                <c:pt idx="2180">
                  <c:v>1.9316207761005408</c:v>
                </c:pt>
                <c:pt idx="2181">
                  <c:v>1.9466652620939406</c:v>
                </c:pt>
                <c:pt idx="2182">
                  <c:v>1.9288947221611119</c:v>
                </c:pt>
                <c:pt idx="2183">
                  <c:v>1.9444758663008865</c:v>
                </c:pt>
                <c:pt idx="2184">
                  <c:v>1.9277404397777147</c:v>
                </c:pt>
                <c:pt idx="2185">
                  <c:v>1.9073180948763899</c:v>
                </c:pt>
                <c:pt idx="2186">
                  <c:v>1.9084039528872887</c:v>
                </c:pt>
                <c:pt idx="2187">
                  <c:v>1.9146028084387763</c:v>
                </c:pt>
                <c:pt idx="2188">
                  <c:v>1.9403827050555573</c:v>
                </c:pt>
                <c:pt idx="2189">
                  <c:v>1.9669306704820984</c:v>
                </c:pt>
                <c:pt idx="2190">
                  <c:v>1.9593048406140303</c:v>
                </c:pt>
                <c:pt idx="2191">
                  <c:v>1.941265380211437</c:v>
                </c:pt>
                <c:pt idx="2192">
                  <c:v>1.9438787213406816</c:v>
                </c:pt>
                <c:pt idx="2193">
                  <c:v>1.9376008658975485</c:v>
                </c:pt>
                <c:pt idx="2194">
                  <c:v>1.9485433966005958</c:v>
                </c:pt>
                <c:pt idx="2195">
                  <c:v>1.9791692360306994</c:v>
                </c:pt>
                <c:pt idx="2196">
                  <c:v>1.9748487983755474</c:v>
                </c:pt>
                <c:pt idx="2197">
                  <c:v>1.9838373705699839</c:v>
                </c:pt>
                <c:pt idx="2198">
                  <c:v>1.9986208659309064</c:v>
                </c:pt>
                <c:pt idx="2199">
                  <c:v>2.0048823335680925</c:v>
                </c:pt>
                <c:pt idx="2200">
                  <c:v>1.9813361821797071</c:v>
                </c:pt>
                <c:pt idx="2201">
                  <c:v>1.9712325689663479</c:v>
                </c:pt>
                <c:pt idx="2202">
                  <c:v>1.9625312505964458</c:v>
                </c:pt>
                <c:pt idx="2203">
                  <c:v>1.9561687752611947</c:v>
                </c:pt>
                <c:pt idx="2204">
                  <c:v>1.9251559724312508</c:v>
                </c:pt>
                <c:pt idx="2205">
                  <c:v>1.8953337216281547</c:v>
                </c:pt>
                <c:pt idx="2206">
                  <c:v>1.8979514448249386</c:v>
                </c:pt>
                <c:pt idx="2207">
                  <c:v>1.8720103534543608</c:v>
                </c:pt>
                <c:pt idx="2208">
                  <c:v>1.8737460596838975</c:v>
                </c:pt>
                <c:pt idx="2209">
                  <c:v>1.8738878359833409</c:v>
                </c:pt>
                <c:pt idx="2210">
                  <c:v>1.8689663183541112</c:v>
                </c:pt>
                <c:pt idx="2211">
                  <c:v>1.8721331486001529</c:v>
                </c:pt>
                <c:pt idx="2212">
                  <c:v>1.8839216883287722</c:v>
                </c:pt>
                <c:pt idx="2213">
                  <c:v>1.8780460603354117</c:v>
                </c:pt>
                <c:pt idx="2214">
                  <c:v>1.872346210573145</c:v>
                </c:pt>
                <c:pt idx="2215">
                  <c:v>1.8811046531800324</c:v>
                </c:pt>
                <c:pt idx="2216">
                  <c:v>1.9016122676116467</c:v>
                </c:pt>
                <c:pt idx="2217">
                  <c:v>1.8999627622931559</c:v>
                </c:pt>
                <c:pt idx="2218">
                  <c:v>1.9145478513870935</c:v>
                </c:pt>
                <c:pt idx="2219">
                  <c:v>1.8985089353560585</c:v>
                </c:pt>
                <c:pt idx="2220">
                  <c:v>1.9100046901423544</c:v>
                </c:pt>
                <c:pt idx="2221">
                  <c:v>1.8816720562252913</c:v>
                </c:pt>
                <c:pt idx="2222">
                  <c:v>1.8678625189294698</c:v>
                </c:pt>
                <c:pt idx="2223">
                  <c:v>1.8522992965430125</c:v>
                </c:pt>
                <c:pt idx="2224">
                  <c:v>1.8458825666408227</c:v>
                </c:pt>
                <c:pt idx="2225">
                  <c:v>1.8562658536076226</c:v>
                </c:pt>
                <c:pt idx="2226">
                  <c:v>1.8412057649214206</c:v>
                </c:pt>
                <c:pt idx="2227">
                  <c:v>1.8394203732259766</c:v>
                </c:pt>
                <c:pt idx="2228">
                  <c:v>1.8287822217518943</c:v>
                </c:pt>
                <c:pt idx="2229">
                  <c:v>1.8473659626175829</c:v>
                </c:pt>
                <c:pt idx="2230">
                  <c:v>1.8279807163455761</c:v>
                </c:pt>
                <c:pt idx="2231">
                  <c:v>1.847840134827085</c:v>
                </c:pt>
                <c:pt idx="2232">
                  <c:v>1.9013966104029147</c:v>
                </c:pt>
                <c:pt idx="2233">
                  <c:v>1.8948287053780559</c:v>
                </c:pt>
                <c:pt idx="2234">
                  <c:v>1.9290326363399635</c:v>
                </c:pt>
                <c:pt idx="2235">
                  <c:v>1.954027946724161</c:v>
                </c:pt>
                <c:pt idx="2236">
                  <c:v>1.9509103611413281</c:v>
                </c:pt>
                <c:pt idx="2237">
                  <c:v>1.9157470780473858</c:v>
                </c:pt>
                <c:pt idx="2238">
                  <c:v>1.9079455601095558</c:v>
                </c:pt>
                <c:pt idx="2239">
                  <c:v>1.8596110236147796</c:v>
                </c:pt>
                <c:pt idx="2240">
                  <c:v>1.8732723757248193</c:v>
                </c:pt>
                <c:pt idx="2241">
                  <c:v>1.8845497902242057</c:v>
                </c:pt>
                <c:pt idx="2242">
                  <c:v>1.8679846568169014</c:v>
                </c:pt>
                <c:pt idx="2243">
                  <c:v>1.8562164914821684</c:v>
                </c:pt>
                <c:pt idx="2244">
                  <c:v>1.8598553474993038</c:v>
                </c:pt>
                <c:pt idx="2245">
                  <c:v>1.8493883608157784</c:v>
                </c:pt>
                <c:pt idx="2246">
                  <c:v>1.8512076223253904</c:v>
                </c:pt>
                <c:pt idx="2247">
                  <c:v>1.8787397215151274</c:v>
                </c:pt>
                <c:pt idx="2248">
                  <c:v>1.8757977537192609</c:v>
                </c:pt>
                <c:pt idx="2249">
                  <c:v>1.8854313965682177</c:v>
                </c:pt>
                <c:pt idx="2250">
                  <c:v>1.9103144718172484</c:v>
                </c:pt>
                <c:pt idx="2251">
                  <c:v>1.9840286452001112</c:v>
                </c:pt>
                <c:pt idx="2252">
                  <c:v>1.9619693471143367</c:v>
                </c:pt>
                <c:pt idx="2253">
                  <c:v>1.9913793773818367</c:v>
                </c:pt>
                <c:pt idx="2254">
                  <c:v>2.0117150222995592</c:v>
                </c:pt>
                <c:pt idx="2255">
                  <c:v>2.0829437127032819</c:v>
                </c:pt>
                <c:pt idx="2256">
                  <c:v>2.0627796618922147</c:v>
                </c:pt>
                <c:pt idx="2257">
                  <c:v>2.0526319398555546</c:v>
                </c:pt>
                <c:pt idx="2258">
                  <c:v>2.0021410134589845</c:v>
                </c:pt>
                <c:pt idx="2259">
                  <c:v>1.9789876613952513</c:v>
                </c:pt>
                <c:pt idx="2260">
                  <c:v>2.0243668850270815</c:v>
                </c:pt>
                <c:pt idx="2261">
                  <c:v>2.1237539578472142</c:v>
                </c:pt>
                <c:pt idx="2262">
                  <c:v>2.1091846948066357</c:v>
                </c:pt>
                <c:pt idx="2263">
                  <c:v>2.1811485295919719</c:v>
                </c:pt>
                <c:pt idx="2264">
                  <c:v>2.2833226886278579</c:v>
                </c:pt>
                <c:pt idx="2265">
                  <c:v>2.2999999999999998</c:v>
                </c:pt>
                <c:pt idx="2266">
                  <c:v>2.2999999999999998</c:v>
                </c:pt>
                <c:pt idx="2267">
                  <c:v>2.2999999999999998</c:v>
                </c:pt>
                <c:pt idx="2268">
                  <c:v>2.2999999999999998</c:v>
                </c:pt>
                <c:pt idx="2269">
                  <c:v>2.2999999999999998</c:v>
                </c:pt>
                <c:pt idx="2270">
                  <c:v>2.2999999999999998</c:v>
                </c:pt>
                <c:pt idx="2271">
                  <c:v>2.2999999999999998</c:v>
                </c:pt>
                <c:pt idx="2272">
                  <c:v>2.2999999999999998</c:v>
                </c:pt>
                <c:pt idx="2273">
                  <c:v>2.2999999999999998</c:v>
                </c:pt>
                <c:pt idx="2274">
                  <c:v>2.2999999999999998</c:v>
                </c:pt>
                <c:pt idx="2275">
                  <c:v>2.2999999999999998</c:v>
                </c:pt>
                <c:pt idx="2276">
                  <c:v>2.2999999999999998</c:v>
                </c:pt>
                <c:pt idx="2277">
                  <c:v>2.2999999999999998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89E-48C3-9F49-028D9C76F5F6}"/>
            </c:ext>
          </c:extLst>
        </c:ser>
        <c:ser>
          <c:idx val="2"/>
          <c:order val="2"/>
          <c:tx>
            <c:strRef>
              <c:f>Sheet2!$U$2734</c:f>
              <c:strCache>
                <c:ptCount val="1"/>
                <c:pt idx="0">
                  <c:v>전략(3) 편입비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Sheet2!$I$2735:$I$5012</c:f>
              <c:numCache>
                <c:formatCode>m/d/yyyy</c:formatCode>
                <c:ptCount val="2278"/>
                <c:pt idx="0">
                  <c:v>40542</c:v>
                </c:pt>
                <c:pt idx="1">
                  <c:v>40546</c:v>
                </c:pt>
                <c:pt idx="2">
                  <c:v>40547</c:v>
                </c:pt>
                <c:pt idx="3">
                  <c:v>40548</c:v>
                </c:pt>
                <c:pt idx="4">
                  <c:v>40549</c:v>
                </c:pt>
                <c:pt idx="5">
                  <c:v>40550</c:v>
                </c:pt>
                <c:pt idx="6">
                  <c:v>40553</c:v>
                </c:pt>
                <c:pt idx="7">
                  <c:v>40554</c:v>
                </c:pt>
                <c:pt idx="8">
                  <c:v>40555</c:v>
                </c:pt>
                <c:pt idx="9">
                  <c:v>40556</c:v>
                </c:pt>
                <c:pt idx="10">
                  <c:v>40557</c:v>
                </c:pt>
                <c:pt idx="11">
                  <c:v>40560</c:v>
                </c:pt>
                <c:pt idx="12">
                  <c:v>40561</c:v>
                </c:pt>
                <c:pt idx="13">
                  <c:v>40562</c:v>
                </c:pt>
                <c:pt idx="14">
                  <c:v>40563</c:v>
                </c:pt>
                <c:pt idx="15">
                  <c:v>40564</c:v>
                </c:pt>
                <c:pt idx="16">
                  <c:v>40567</c:v>
                </c:pt>
                <c:pt idx="17">
                  <c:v>40568</c:v>
                </c:pt>
                <c:pt idx="18">
                  <c:v>40569</c:v>
                </c:pt>
                <c:pt idx="19">
                  <c:v>40570</c:v>
                </c:pt>
                <c:pt idx="20">
                  <c:v>40571</c:v>
                </c:pt>
                <c:pt idx="21">
                  <c:v>40574</c:v>
                </c:pt>
                <c:pt idx="22">
                  <c:v>40575</c:v>
                </c:pt>
                <c:pt idx="23">
                  <c:v>40581</c:v>
                </c:pt>
                <c:pt idx="24">
                  <c:v>40582</c:v>
                </c:pt>
                <c:pt idx="25">
                  <c:v>40583</c:v>
                </c:pt>
                <c:pt idx="26">
                  <c:v>40584</c:v>
                </c:pt>
                <c:pt idx="27">
                  <c:v>40585</c:v>
                </c:pt>
                <c:pt idx="28">
                  <c:v>40588</c:v>
                </c:pt>
                <c:pt idx="29">
                  <c:v>40589</c:v>
                </c:pt>
                <c:pt idx="30">
                  <c:v>40590</c:v>
                </c:pt>
                <c:pt idx="31">
                  <c:v>40591</c:v>
                </c:pt>
                <c:pt idx="32">
                  <c:v>40592</c:v>
                </c:pt>
                <c:pt idx="33">
                  <c:v>40595</c:v>
                </c:pt>
                <c:pt idx="34">
                  <c:v>40596</c:v>
                </c:pt>
                <c:pt idx="35">
                  <c:v>40597</c:v>
                </c:pt>
                <c:pt idx="36">
                  <c:v>40598</c:v>
                </c:pt>
                <c:pt idx="37">
                  <c:v>40599</c:v>
                </c:pt>
                <c:pt idx="38">
                  <c:v>40602</c:v>
                </c:pt>
                <c:pt idx="39">
                  <c:v>40604</c:v>
                </c:pt>
                <c:pt idx="40">
                  <c:v>40605</c:v>
                </c:pt>
                <c:pt idx="41">
                  <c:v>40606</c:v>
                </c:pt>
                <c:pt idx="42">
                  <c:v>40609</c:v>
                </c:pt>
                <c:pt idx="43">
                  <c:v>40610</c:v>
                </c:pt>
                <c:pt idx="44">
                  <c:v>40611</c:v>
                </c:pt>
                <c:pt idx="45">
                  <c:v>40612</c:v>
                </c:pt>
                <c:pt idx="46">
                  <c:v>40613</c:v>
                </c:pt>
                <c:pt idx="47">
                  <c:v>40616</c:v>
                </c:pt>
                <c:pt idx="48">
                  <c:v>40617</c:v>
                </c:pt>
                <c:pt idx="49">
                  <c:v>40618</c:v>
                </c:pt>
                <c:pt idx="50">
                  <c:v>40619</c:v>
                </c:pt>
                <c:pt idx="51">
                  <c:v>40620</c:v>
                </c:pt>
                <c:pt idx="52">
                  <c:v>40623</c:v>
                </c:pt>
                <c:pt idx="53">
                  <c:v>40624</c:v>
                </c:pt>
                <c:pt idx="54">
                  <c:v>40625</c:v>
                </c:pt>
                <c:pt idx="55">
                  <c:v>40626</c:v>
                </c:pt>
                <c:pt idx="56">
                  <c:v>40627</c:v>
                </c:pt>
                <c:pt idx="57">
                  <c:v>40630</c:v>
                </c:pt>
                <c:pt idx="58">
                  <c:v>40631</c:v>
                </c:pt>
                <c:pt idx="59">
                  <c:v>40632</c:v>
                </c:pt>
                <c:pt idx="60">
                  <c:v>40633</c:v>
                </c:pt>
                <c:pt idx="61">
                  <c:v>40634</c:v>
                </c:pt>
                <c:pt idx="62">
                  <c:v>40637</c:v>
                </c:pt>
                <c:pt idx="63">
                  <c:v>40638</c:v>
                </c:pt>
                <c:pt idx="64">
                  <c:v>40639</c:v>
                </c:pt>
                <c:pt idx="65">
                  <c:v>40640</c:v>
                </c:pt>
                <c:pt idx="66">
                  <c:v>40641</c:v>
                </c:pt>
                <c:pt idx="67">
                  <c:v>40644</c:v>
                </c:pt>
                <c:pt idx="68">
                  <c:v>40645</c:v>
                </c:pt>
                <c:pt idx="69">
                  <c:v>40646</c:v>
                </c:pt>
                <c:pt idx="70">
                  <c:v>40647</c:v>
                </c:pt>
                <c:pt idx="71">
                  <c:v>40648</c:v>
                </c:pt>
                <c:pt idx="72">
                  <c:v>40651</c:v>
                </c:pt>
                <c:pt idx="73">
                  <c:v>40652</c:v>
                </c:pt>
                <c:pt idx="74">
                  <c:v>40653</c:v>
                </c:pt>
                <c:pt idx="75">
                  <c:v>40654</c:v>
                </c:pt>
                <c:pt idx="76">
                  <c:v>40655</c:v>
                </c:pt>
                <c:pt idx="77">
                  <c:v>40658</c:v>
                </c:pt>
                <c:pt idx="78">
                  <c:v>40659</c:v>
                </c:pt>
                <c:pt idx="79">
                  <c:v>40660</c:v>
                </c:pt>
                <c:pt idx="80">
                  <c:v>40661</c:v>
                </c:pt>
                <c:pt idx="81">
                  <c:v>40662</c:v>
                </c:pt>
                <c:pt idx="82">
                  <c:v>40665</c:v>
                </c:pt>
                <c:pt idx="83">
                  <c:v>40666</c:v>
                </c:pt>
                <c:pt idx="84">
                  <c:v>40667</c:v>
                </c:pt>
                <c:pt idx="85">
                  <c:v>40669</c:v>
                </c:pt>
                <c:pt idx="86">
                  <c:v>40672</c:v>
                </c:pt>
                <c:pt idx="87">
                  <c:v>40674</c:v>
                </c:pt>
                <c:pt idx="88">
                  <c:v>40675</c:v>
                </c:pt>
                <c:pt idx="89">
                  <c:v>40676</c:v>
                </c:pt>
                <c:pt idx="90">
                  <c:v>40679</c:v>
                </c:pt>
                <c:pt idx="91">
                  <c:v>40680</c:v>
                </c:pt>
                <c:pt idx="92">
                  <c:v>40681</c:v>
                </c:pt>
                <c:pt idx="93">
                  <c:v>40682</c:v>
                </c:pt>
                <c:pt idx="94">
                  <c:v>40683</c:v>
                </c:pt>
                <c:pt idx="95">
                  <c:v>40686</c:v>
                </c:pt>
                <c:pt idx="96">
                  <c:v>40687</c:v>
                </c:pt>
                <c:pt idx="97">
                  <c:v>40688</c:v>
                </c:pt>
                <c:pt idx="98">
                  <c:v>40689</c:v>
                </c:pt>
                <c:pt idx="99">
                  <c:v>40690</c:v>
                </c:pt>
                <c:pt idx="100">
                  <c:v>40693</c:v>
                </c:pt>
                <c:pt idx="101">
                  <c:v>40694</c:v>
                </c:pt>
                <c:pt idx="102">
                  <c:v>40695</c:v>
                </c:pt>
                <c:pt idx="103">
                  <c:v>40696</c:v>
                </c:pt>
                <c:pt idx="104">
                  <c:v>40697</c:v>
                </c:pt>
                <c:pt idx="105">
                  <c:v>40701</c:v>
                </c:pt>
                <c:pt idx="106">
                  <c:v>40702</c:v>
                </c:pt>
                <c:pt idx="107">
                  <c:v>40703</c:v>
                </c:pt>
                <c:pt idx="108">
                  <c:v>40704</c:v>
                </c:pt>
                <c:pt idx="109">
                  <c:v>40707</c:v>
                </c:pt>
                <c:pt idx="110">
                  <c:v>40708</c:v>
                </c:pt>
                <c:pt idx="111">
                  <c:v>40709</c:v>
                </c:pt>
                <c:pt idx="112">
                  <c:v>40710</c:v>
                </c:pt>
                <c:pt idx="113">
                  <c:v>40711</c:v>
                </c:pt>
                <c:pt idx="114">
                  <c:v>40714</c:v>
                </c:pt>
                <c:pt idx="115">
                  <c:v>40715</c:v>
                </c:pt>
                <c:pt idx="116">
                  <c:v>40716</c:v>
                </c:pt>
                <c:pt idx="117">
                  <c:v>40717</c:v>
                </c:pt>
                <c:pt idx="118">
                  <c:v>40718</c:v>
                </c:pt>
                <c:pt idx="119">
                  <c:v>40721</c:v>
                </c:pt>
                <c:pt idx="120">
                  <c:v>40722</c:v>
                </c:pt>
                <c:pt idx="121">
                  <c:v>40723</c:v>
                </c:pt>
                <c:pt idx="122">
                  <c:v>40724</c:v>
                </c:pt>
                <c:pt idx="123">
                  <c:v>40725</c:v>
                </c:pt>
                <c:pt idx="124">
                  <c:v>40728</c:v>
                </c:pt>
                <c:pt idx="125">
                  <c:v>40729</c:v>
                </c:pt>
                <c:pt idx="126">
                  <c:v>40730</c:v>
                </c:pt>
                <c:pt idx="127">
                  <c:v>40731</c:v>
                </c:pt>
                <c:pt idx="128">
                  <c:v>40732</c:v>
                </c:pt>
                <c:pt idx="129">
                  <c:v>40735</c:v>
                </c:pt>
                <c:pt idx="130">
                  <c:v>40736</c:v>
                </c:pt>
                <c:pt idx="131">
                  <c:v>40737</c:v>
                </c:pt>
                <c:pt idx="132">
                  <c:v>40738</c:v>
                </c:pt>
                <c:pt idx="133">
                  <c:v>40739</c:v>
                </c:pt>
                <c:pt idx="134">
                  <c:v>40742</c:v>
                </c:pt>
                <c:pt idx="135">
                  <c:v>40743</c:v>
                </c:pt>
                <c:pt idx="136">
                  <c:v>40744</c:v>
                </c:pt>
                <c:pt idx="137">
                  <c:v>40745</c:v>
                </c:pt>
                <c:pt idx="138">
                  <c:v>40746</c:v>
                </c:pt>
                <c:pt idx="139">
                  <c:v>40749</c:v>
                </c:pt>
                <c:pt idx="140">
                  <c:v>40750</c:v>
                </c:pt>
                <c:pt idx="141">
                  <c:v>40751</c:v>
                </c:pt>
                <c:pt idx="142">
                  <c:v>40752</c:v>
                </c:pt>
                <c:pt idx="143">
                  <c:v>40753</c:v>
                </c:pt>
                <c:pt idx="144">
                  <c:v>40756</c:v>
                </c:pt>
                <c:pt idx="145">
                  <c:v>40757</c:v>
                </c:pt>
                <c:pt idx="146">
                  <c:v>40758</c:v>
                </c:pt>
                <c:pt idx="147">
                  <c:v>40759</c:v>
                </c:pt>
                <c:pt idx="148">
                  <c:v>40760</c:v>
                </c:pt>
                <c:pt idx="149">
                  <c:v>40763</c:v>
                </c:pt>
                <c:pt idx="150">
                  <c:v>40764</c:v>
                </c:pt>
                <c:pt idx="151">
                  <c:v>40765</c:v>
                </c:pt>
                <c:pt idx="152">
                  <c:v>40766</c:v>
                </c:pt>
                <c:pt idx="153">
                  <c:v>40767</c:v>
                </c:pt>
                <c:pt idx="154">
                  <c:v>40771</c:v>
                </c:pt>
                <c:pt idx="155">
                  <c:v>40772</c:v>
                </c:pt>
                <c:pt idx="156">
                  <c:v>40773</c:v>
                </c:pt>
                <c:pt idx="157">
                  <c:v>40774</c:v>
                </c:pt>
                <c:pt idx="158">
                  <c:v>40777</c:v>
                </c:pt>
                <c:pt idx="159">
                  <c:v>40778</c:v>
                </c:pt>
                <c:pt idx="160">
                  <c:v>40779</c:v>
                </c:pt>
                <c:pt idx="161">
                  <c:v>40780</c:v>
                </c:pt>
                <c:pt idx="162">
                  <c:v>40781</c:v>
                </c:pt>
                <c:pt idx="163">
                  <c:v>40784</c:v>
                </c:pt>
                <c:pt idx="164">
                  <c:v>40785</c:v>
                </c:pt>
                <c:pt idx="165">
                  <c:v>40786</c:v>
                </c:pt>
                <c:pt idx="166">
                  <c:v>40787</c:v>
                </c:pt>
                <c:pt idx="167">
                  <c:v>40788</c:v>
                </c:pt>
                <c:pt idx="168">
                  <c:v>40791</c:v>
                </c:pt>
                <c:pt idx="169">
                  <c:v>40792</c:v>
                </c:pt>
                <c:pt idx="170">
                  <c:v>40793</c:v>
                </c:pt>
                <c:pt idx="171">
                  <c:v>40794</c:v>
                </c:pt>
                <c:pt idx="172">
                  <c:v>40795</c:v>
                </c:pt>
                <c:pt idx="173">
                  <c:v>40800</c:v>
                </c:pt>
                <c:pt idx="174">
                  <c:v>40801</c:v>
                </c:pt>
                <c:pt idx="175">
                  <c:v>40802</c:v>
                </c:pt>
                <c:pt idx="176">
                  <c:v>40805</c:v>
                </c:pt>
                <c:pt idx="177">
                  <c:v>40806</c:v>
                </c:pt>
                <c:pt idx="178">
                  <c:v>40807</c:v>
                </c:pt>
                <c:pt idx="179">
                  <c:v>40808</c:v>
                </c:pt>
                <c:pt idx="180">
                  <c:v>40809</c:v>
                </c:pt>
                <c:pt idx="181">
                  <c:v>40812</c:v>
                </c:pt>
                <c:pt idx="182">
                  <c:v>40813</c:v>
                </c:pt>
                <c:pt idx="183">
                  <c:v>40814</c:v>
                </c:pt>
                <c:pt idx="184">
                  <c:v>40815</c:v>
                </c:pt>
                <c:pt idx="185">
                  <c:v>40816</c:v>
                </c:pt>
                <c:pt idx="186">
                  <c:v>40820</c:v>
                </c:pt>
                <c:pt idx="187">
                  <c:v>40821</c:v>
                </c:pt>
                <c:pt idx="188">
                  <c:v>40822</c:v>
                </c:pt>
                <c:pt idx="189">
                  <c:v>40823</c:v>
                </c:pt>
                <c:pt idx="190">
                  <c:v>40826</c:v>
                </c:pt>
                <c:pt idx="191">
                  <c:v>40827</c:v>
                </c:pt>
                <c:pt idx="192">
                  <c:v>40828</c:v>
                </c:pt>
                <c:pt idx="193">
                  <c:v>40829</c:v>
                </c:pt>
                <c:pt idx="194">
                  <c:v>40830</c:v>
                </c:pt>
                <c:pt idx="195">
                  <c:v>40833</c:v>
                </c:pt>
                <c:pt idx="196">
                  <c:v>40834</c:v>
                </c:pt>
                <c:pt idx="197">
                  <c:v>40835</c:v>
                </c:pt>
                <c:pt idx="198">
                  <c:v>40836</c:v>
                </c:pt>
                <c:pt idx="199">
                  <c:v>40837</c:v>
                </c:pt>
                <c:pt idx="200">
                  <c:v>40840</c:v>
                </c:pt>
                <c:pt idx="201">
                  <c:v>40841</c:v>
                </c:pt>
                <c:pt idx="202">
                  <c:v>40842</c:v>
                </c:pt>
                <c:pt idx="203">
                  <c:v>40843</c:v>
                </c:pt>
                <c:pt idx="204">
                  <c:v>40844</c:v>
                </c:pt>
                <c:pt idx="205">
                  <c:v>40847</c:v>
                </c:pt>
                <c:pt idx="206">
                  <c:v>40848</c:v>
                </c:pt>
                <c:pt idx="207">
                  <c:v>40849</c:v>
                </c:pt>
                <c:pt idx="208">
                  <c:v>40850</c:v>
                </c:pt>
                <c:pt idx="209">
                  <c:v>40851</c:v>
                </c:pt>
                <c:pt idx="210">
                  <c:v>40854</c:v>
                </c:pt>
                <c:pt idx="211">
                  <c:v>40855</c:v>
                </c:pt>
                <c:pt idx="212">
                  <c:v>40856</c:v>
                </c:pt>
                <c:pt idx="213">
                  <c:v>40857</c:v>
                </c:pt>
                <c:pt idx="214">
                  <c:v>40858</c:v>
                </c:pt>
                <c:pt idx="215">
                  <c:v>40861</c:v>
                </c:pt>
                <c:pt idx="216">
                  <c:v>40862</c:v>
                </c:pt>
                <c:pt idx="217">
                  <c:v>40863</c:v>
                </c:pt>
                <c:pt idx="218">
                  <c:v>40864</c:v>
                </c:pt>
                <c:pt idx="219">
                  <c:v>40865</c:v>
                </c:pt>
                <c:pt idx="220">
                  <c:v>40868</c:v>
                </c:pt>
                <c:pt idx="221">
                  <c:v>40869</c:v>
                </c:pt>
                <c:pt idx="222">
                  <c:v>40870</c:v>
                </c:pt>
                <c:pt idx="223">
                  <c:v>40871</c:v>
                </c:pt>
                <c:pt idx="224">
                  <c:v>40872</c:v>
                </c:pt>
                <c:pt idx="225">
                  <c:v>40875</c:v>
                </c:pt>
                <c:pt idx="226">
                  <c:v>40876</c:v>
                </c:pt>
                <c:pt idx="227">
                  <c:v>40877</c:v>
                </c:pt>
                <c:pt idx="228">
                  <c:v>40878</c:v>
                </c:pt>
                <c:pt idx="229">
                  <c:v>40879</c:v>
                </c:pt>
                <c:pt idx="230">
                  <c:v>40882</c:v>
                </c:pt>
                <c:pt idx="231">
                  <c:v>40883</c:v>
                </c:pt>
                <c:pt idx="232">
                  <c:v>40884</c:v>
                </c:pt>
                <c:pt idx="233">
                  <c:v>40885</c:v>
                </c:pt>
                <c:pt idx="234">
                  <c:v>40886</c:v>
                </c:pt>
                <c:pt idx="235">
                  <c:v>40889</c:v>
                </c:pt>
                <c:pt idx="236">
                  <c:v>40890</c:v>
                </c:pt>
                <c:pt idx="237">
                  <c:v>40891</c:v>
                </c:pt>
                <c:pt idx="238">
                  <c:v>40892</c:v>
                </c:pt>
                <c:pt idx="239">
                  <c:v>40893</c:v>
                </c:pt>
                <c:pt idx="240">
                  <c:v>40896</c:v>
                </c:pt>
                <c:pt idx="241">
                  <c:v>40897</c:v>
                </c:pt>
                <c:pt idx="242">
                  <c:v>40898</c:v>
                </c:pt>
                <c:pt idx="243">
                  <c:v>40899</c:v>
                </c:pt>
                <c:pt idx="244">
                  <c:v>40900</c:v>
                </c:pt>
                <c:pt idx="245">
                  <c:v>40903</c:v>
                </c:pt>
                <c:pt idx="246">
                  <c:v>40904</c:v>
                </c:pt>
                <c:pt idx="247">
                  <c:v>40905</c:v>
                </c:pt>
                <c:pt idx="248">
                  <c:v>40906</c:v>
                </c:pt>
                <c:pt idx="249">
                  <c:v>40910</c:v>
                </c:pt>
                <c:pt idx="250">
                  <c:v>40911</c:v>
                </c:pt>
                <c:pt idx="251">
                  <c:v>40912</c:v>
                </c:pt>
                <c:pt idx="252">
                  <c:v>40913</c:v>
                </c:pt>
                <c:pt idx="253">
                  <c:v>40914</c:v>
                </c:pt>
                <c:pt idx="254">
                  <c:v>40917</c:v>
                </c:pt>
                <c:pt idx="255">
                  <c:v>40918</c:v>
                </c:pt>
                <c:pt idx="256">
                  <c:v>40919</c:v>
                </c:pt>
                <c:pt idx="257">
                  <c:v>40920</c:v>
                </c:pt>
                <c:pt idx="258">
                  <c:v>40921</c:v>
                </c:pt>
                <c:pt idx="259">
                  <c:v>40924</c:v>
                </c:pt>
                <c:pt idx="260">
                  <c:v>40925</c:v>
                </c:pt>
                <c:pt idx="261">
                  <c:v>40926</c:v>
                </c:pt>
                <c:pt idx="262">
                  <c:v>40927</c:v>
                </c:pt>
                <c:pt idx="263">
                  <c:v>40928</c:v>
                </c:pt>
                <c:pt idx="264">
                  <c:v>40933</c:v>
                </c:pt>
                <c:pt idx="265">
                  <c:v>40934</c:v>
                </c:pt>
                <c:pt idx="266">
                  <c:v>40935</c:v>
                </c:pt>
                <c:pt idx="267">
                  <c:v>40938</c:v>
                </c:pt>
                <c:pt idx="268">
                  <c:v>40939</c:v>
                </c:pt>
                <c:pt idx="269">
                  <c:v>40940</c:v>
                </c:pt>
                <c:pt idx="270">
                  <c:v>40941</c:v>
                </c:pt>
                <c:pt idx="271">
                  <c:v>40942</c:v>
                </c:pt>
                <c:pt idx="272">
                  <c:v>40945</c:v>
                </c:pt>
                <c:pt idx="273">
                  <c:v>40946</c:v>
                </c:pt>
                <c:pt idx="274">
                  <c:v>40947</c:v>
                </c:pt>
                <c:pt idx="275">
                  <c:v>40948</c:v>
                </c:pt>
                <c:pt idx="276">
                  <c:v>40949</c:v>
                </c:pt>
                <c:pt idx="277">
                  <c:v>40952</c:v>
                </c:pt>
                <c:pt idx="278">
                  <c:v>40953</c:v>
                </c:pt>
                <c:pt idx="279">
                  <c:v>40954</c:v>
                </c:pt>
                <c:pt idx="280">
                  <c:v>40955</c:v>
                </c:pt>
                <c:pt idx="281">
                  <c:v>40956</c:v>
                </c:pt>
                <c:pt idx="282">
                  <c:v>40959</c:v>
                </c:pt>
                <c:pt idx="283">
                  <c:v>40960</c:v>
                </c:pt>
                <c:pt idx="284">
                  <c:v>40961</c:v>
                </c:pt>
                <c:pt idx="285">
                  <c:v>40962</c:v>
                </c:pt>
                <c:pt idx="286">
                  <c:v>40963</c:v>
                </c:pt>
                <c:pt idx="287">
                  <c:v>40966</c:v>
                </c:pt>
                <c:pt idx="288">
                  <c:v>40967</c:v>
                </c:pt>
                <c:pt idx="289">
                  <c:v>40968</c:v>
                </c:pt>
                <c:pt idx="290">
                  <c:v>40970</c:v>
                </c:pt>
                <c:pt idx="291">
                  <c:v>40973</c:v>
                </c:pt>
                <c:pt idx="292">
                  <c:v>40974</c:v>
                </c:pt>
                <c:pt idx="293">
                  <c:v>40975</c:v>
                </c:pt>
                <c:pt idx="294">
                  <c:v>40976</c:v>
                </c:pt>
                <c:pt idx="295">
                  <c:v>40977</c:v>
                </c:pt>
                <c:pt idx="296">
                  <c:v>40980</c:v>
                </c:pt>
                <c:pt idx="297">
                  <c:v>40981</c:v>
                </c:pt>
                <c:pt idx="298">
                  <c:v>40982</c:v>
                </c:pt>
                <c:pt idx="299">
                  <c:v>40983</c:v>
                </c:pt>
                <c:pt idx="300">
                  <c:v>40984</c:v>
                </c:pt>
                <c:pt idx="301">
                  <c:v>40987</c:v>
                </c:pt>
                <c:pt idx="302">
                  <c:v>40988</c:v>
                </c:pt>
                <c:pt idx="303">
                  <c:v>40989</c:v>
                </c:pt>
                <c:pt idx="304">
                  <c:v>40990</c:v>
                </c:pt>
                <c:pt idx="305">
                  <c:v>40991</c:v>
                </c:pt>
                <c:pt idx="306">
                  <c:v>40994</c:v>
                </c:pt>
                <c:pt idx="307">
                  <c:v>40995</c:v>
                </c:pt>
                <c:pt idx="308">
                  <c:v>40996</c:v>
                </c:pt>
                <c:pt idx="309">
                  <c:v>40997</c:v>
                </c:pt>
                <c:pt idx="310">
                  <c:v>40998</c:v>
                </c:pt>
                <c:pt idx="311">
                  <c:v>41001</c:v>
                </c:pt>
                <c:pt idx="312">
                  <c:v>41002</c:v>
                </c:pt>
                <c:pt idx="313">
                  <c:v>41003</c:v>
                </c:pt>
                <c:pt idx="314">
                  <c:v>41004</c:v>
                </c:pt>
                <c:pt idx="315">
                  <c:v>41005</c:v>
                </c:pt>
                <c:pt idx="316">
                  <c:v>41008</c:v>
                </c:pt>
                <c:pt idx="317">
                  <c:v>41009</c:v>
                </c:pt>
                <c:pt idx="318">
                  <c:v>41011</c:v>
                </c:pt>
                <c:pt idx="319">
                  <c:v>41012</c:v>
                </c:pt>
                <c:pt idx="320">
                  <c:v>41015</c:v>
                </c:pt>
                <c:pt idx="321">
                  <c:v>41016</c:v>
                </c:pt>
                <c:pt idx="322">
                  <c:v>41017</c:v>
                </c:pt>
                <c:pt idx="323">
                  <c:v>41018</c:v>
                </c:pt>
                <c:pt idx="324">
                  <c:v>41019</c:v>
                </c:pt>
                <c:pt idx="325">
                  <c:v>41022</c:v>
                </c:pt>
                <c:pt idx="326">
                  <c:v>41023</c:v>
                </c:pt>
                <c:pt idx="327">
                  <c:v>41024</c:v>
                </c:pt>
                <c:pt idx="328">
                  <c:v>41025</c:v>
                </c:pt>
                <c:pt idx="329">
                  <c:v>41026</c:v>
                </c:pt>
                <c:pt idx="330">
                  <c:v>41029</c:v>
                </c:pt>
                <c:pt idx="331">
                  <c:v>41031</c:v>
                </c:pt>
                <c:pt idx="332">
                  <c:v>41032</c:v>
                </c:pt>
                <c:pt idx="333">
                  <c:v>41033</c:v>
                </c:pt>
                <c:pt idx="334">
                  <c:v>41036</c:v>
                </c:pt>
                <c:pt idx="335">
                  <c:v>41037</c:v>
                </c:pt>
                <c:pt idx="336">
                  <c:v>41038</c:v>
                </c:pt>
                <c:pt idx="337">
                  <c:v>41039</c:v>
                </c:pt>
                <c:pt idx="338">
                  <c:v>41040</c:v>
                </c:pt>
                <c:pt idx="339">
                  <c:v>41043</c:v>
                </c:pt>
                <c:pt idx="340">
                  <c:v>41044</c:v>
                </c:pt>
                <c:pt idx="341">
                  <c:v>41045</c:v>
                </c:pt>
                <c:pt idx="342">
                  <c:v>41046</c:v>
                </c:pt>
                <c:pt idx="343">
                  <c:v>41047</c:v>
                </c:pt>
                <c:pt idx="344">
                  <c:v>41050</c:v>
                </c:pt>
                <c:pt idx="345">
                  <c:v>41051</c:v>
                </c:pt>
                <c:pt idx="346">
                  <c:v>41052</c:v>
                </c:pt>
                <c:pt idx="347">
                  <c:v>41053</c:v>
                </c:pt>
                <c:pt idx="348">
                  <c:v>41054</c:v>
                </c:pt>
                <c:pt idx="349">
                  <c:v>41058</c:v>
                </c:pt>
                <c:pt idx="350">
                  <c:v>41059</c:v>
                </c:pt>
                <c:pt idx="351">
                  <c:v>41060</c:v>
                </c:pt>
                <c:pt idx="352">
                  <c:v>41061</c:v>
                </c:pt>
                <c:pt idx="353">
                  <c:v>41064</c:v>
                </c:pt>
                <c:pt idx="354">
                  <c:v>41065</c:v>
                </c:pt>
                <c:pt idx="355">
                  <c:v>41067</c:v>
                </c:pt>
                <c:pt idx="356">
                  <c:v>41068</c:v>
                </c:pt>
                <c:pt idx="357">
                  <c:v>41071</c:v>
                </c:pt>
                <c:pt idx="358">
                  <c:v>41072</c:v>
                </c:pt>
                <c:pt idx="359">
                  <c:v>41073</c:v>
                </c:pt>
                <c:pt idx="360">
                  <c:v>41074</c:v>
                </c:pt>
                <c:pt idx="361">
                  <c:v>41075</c:v>
                </c:pt>
                <c:pt idx="362">
                  <c:v>41078</c:v>
                </c:pt>
                <c:pt idx="363">
                  <c:v>41079</c:v>
                </c:pt>
                <c:pt idx="364">
                  <c:v>41080</c:v>
                </c:pt>
                <c:pt idx="365">
                  <c:v>41081</c:v>
                </c:pt>
                <c:pt idx="366">
                  <c:v>41082</c:v>
                </c:pt>
                <c:pt idx="367">
                  <c:v>41085</c:v>
                </c:pt>
                <c:pt idx="368">
                  <c:v>41086</c:v>
                </c:pt>
                <c:pt idx="369">
                  <c:v>41087</c:v>
                </c:pt>
                <c:pt idx="370">
                  <c:v>41088</c:v>
                </c:pt>
                <c:pt idx="371">
                  <c:v>41089</c:v>
                </c:pt>
                <c:pt idx="372">
                  <c:v>41092</c:v>
                </c:pt>
                <c:pt idx="373">
                  <c:v>41093</c:v>
                </c:pt>
                <c:pt idx="374">
                  <c:v>41094</c:v>
                </c:pt>
                <c:pt idx="375">
                  <c:v>41095</c:v>
                </c:pt>
                <c:pt idx="376">
                  <c:v>41096</c:v>
                </c:pt>
                <c:pt idx="377">
                  <c:v>41099</c:v>
                </c:pt>
                <c:pt idx="378">
                  <c:v>41100</c:v>
                </c:pt>
                <c:pt idx="379">
                  <c:v>41101</c:v>
                </c:pt>
                <c:pt idx="380">
                  <c:v>41102</c:v>
                </c:pt>
                <c:pt idx="381">
                  <c:v>41103</c:v>
                </c:pt>
                <c:pt idx="382">
                  <c:v>41106</c:v>
                </c:pt>
                <c:pt idx="383">
                  <c:v>41107</c:v>
                </c:pt>
                <c:pt idx="384">
                  <c:v>41108</c:v>
                </c:pt>
                <c:pt idx="385">
                  <c:v>41109</c:v>
                </c:pt>
                <c:pt idx="386">
                  <c:v>41110</c:v>
                </c:pt>
                <c:pt idx="387">
                  <c:v>41113</c:v>
                </c:pt>
                <c:pt idx="388">
                  <c:v>41114</c:v>
                </c:pt>
                <c:pt idx="389">
                  <c:v>41115</c:v>
                </c:pt>
                <c:pt idx="390">
                  <c:v>41116</c:v>
                </c:pt>
                <c:pt idx="391">
                  <c:v>41117</c:v>
                </c:pt>
                <c:pt idx="392">
                  <c:v>41120</c:v>
                </c:pt>
                <c:pt idx="393">
                  <c:v>41121</c:v>
                </c:pt>
                <c:pt idx="394">
                  <c:v>41122</c:v>
                </c:pt>
                <c:pt idx="395">
                  <c:v>41123</c:v>
                </c:pt>
                <c:pt idx="396">
                  <c:v>41124</c:v>
                </c:pt>
                <c:pt idx="397">
                  <c:v>41127</c:v>
                </c:pt>
                <c:pt idx="398">
                  <c:v>41128</c:v>
                </c:pt>
                <c:pt idx="399">
                  <c:v>41129</c:v>
                </c:pt>
                <c:pt idx="400">
                  <c:v>41130</c:v>
                </c:pt>
                <c:pt idx="401">
                  <c:v>41131</c:v>
                </c:pt>
                <c:pt idx="402">
                  <c:v>41134</c:v>
                </c:pt>
                <c:pt idx="403">
                  <c:v>41135</c:v>
                </c:pt>
                <c:pt idx="404">
                  <c:v>41137</c:v>
                </c:pt>
                <c:pt idx="405">
                  <c:v>41138</c:v>
                </c:pt>
                <c:pt idx="406">
                  <c:v>41141</c:v>
                </c:pt>
                <c:pt idx="407">
                  <c:v>41142</c:v>
                </c:pt>
                <c:pt idx="408">
                  <c:v>41143</c:v>
                </c:pt>
                <c:pt idx="409">
                  <c:v>41144</c:v>
                </c:pt>
                <c:pt idx="410">
                  <c:v>41145</c:v>
                </c:pt>
                <c:pt idx="411">
                  <c:v>41148</c:v>
                </c:pt>
                <c:pt idx="412">
                  <c:v>41149</c:v>
                </c:pt>
                <c:pt idx="413">
                  <c:v>41150</c:v>
                </c:pt>
                <c:pt idx="414">
                  <c:v>41151</c:v>
                </c:pt>
                <c:pt idx="415">
                  <c:v>41152</c:v>
                </c:pt>
                <c:pt idx="416">
                  <c:v>41155</c:v>
                </c:pt>
                <c:pt idx="417">
                  <c:v>41156</c:v>
                </c:pt>
                <c:pt idx="418">
                  <c:v>41157</c:v>
                </c:pt>
                <c:pt idx="419">
                  <c:v>41158</c:v>
                </c:pt>
                <c:pt idx="420">
                  <c:v>41159</c:v>
                </c:pt>
                <c:pt idx="421">
                  <c:v>41162</c:v>
                </c:pt>
                <c:pt idx="422">
                  <c:v>41163</c:v>
                </c:pt>
                <c:pt idx="423">
                  <c:v>41164</c:v>
                </c:pt>
                <c:pt idx="424">
                  <c:v>41165</c:v>
                </c:pt>
                <c:pt idx="425">
                  <c:v>41166</c:v>
                </c:pt>
                <c:pt idx="426">
                  <c:v>41169</c:v>
                </c:pt>
                <c:pt idx="427">
                  <c:v>41170</c:v>
                </c:pt>
                <c:pt idx="428">
                  <c:v>41171</c:v>
                </c:pt>
                <c:pt idx="429">
                  <c:v>41172</c:v>
                </c:pt>
                <c:pt idx="430">
                  <c:v>41173</c:v>
                </c:pt>
                <c:pt idx="431">
                  <c:v>41176</c:v>
                </c:pt>
                <c:pt idx="432">
                  <c:v>41177</c:v>
                </c:pt>
                <c:pt idx="433">
                  <c:v>41178</c:v>
                </c:pt>
                <c:pt idx="434">
                  <c:v>41179</c:v>
                </c:pt>
                <c:pt idx="435">
                  <c:v>41180</c:v>
                </c:pt>
                <c:pt idx="436">
                  <c:v>41184</c:v>
                </c:pt>
                <c:pt idx="437">
                  <c:v>41186</c:v>
                </c:pt>
                <c:pt idx="438">
                  <c:v>41187</c:v>
                </c:pt>
                <c:pt idx="439">
                  <c:v>41190</c:v>
                </c:pt>
                <c:pt idx="440">
                  <c:v>41191</c:v>
                </c:pt>
                <c:pt idx="441">
                  <c:v>41192</c:v>
                </c:pt>
                <c:pt idx="442">
                  <c:v>41193</c:v>
                </c:pt>
                <c:pt idx="443">
                  <c:v>41194</c:v>
                </c:pt>
                <c:pt idx="444">
                  <c:v>41197</c:v>
                </c:pt>
                <c:pt idx="445">
                  <c:v>41198</c:v>
                </c:pt>
                <c:pt idx="446">
                  <c:v>41199</c:v>
                </c:pt>
                <c:pt idx="447">
                  <c:v>41200</c:v>
                </c:pt>
                <c:pt idx="448">
                  <c:v>41201</c:v>
                </c:pt>
                <c:pt idx="449">
                  <c:v>41204</c:v>
                </c:pt>
                <c:pt idx="450">
                  <c:v>41205</c:v>
                </c:pt>
                <c:pt idx="451">
                  <c:v>41206</c:v>
                </c:pt>
                <c:pt idx="452">
                  <c:v>41207</c:v>
                </c:pt>
                <c:pt idx="453">
                  <c:v>41208</c:v>
                </c:pt>
                <c:pt idx="454">
                  <c:v>41211</c:v>
                </c:pt>
                <c:pt idx="455">
                  <c:v>41212</c:v>
                </c:pt>
                <c:pt idx="456">
                  <c:v>41213</c:v>
                </c:pt>
                <c:pt idx="457">
                  <c:v>41214</c:v>
                </c:pt>
                <c:pt idx="458">
                  <c:v>41215</c:v>
                </c:pt>
                <c:pt idx="459">
                  <c:v>41218</c:v>
                </c:pt>
                <c:pt idx="460">
                  <c:v>41219</c:v>
                </c:pt>
                <c:pt idx="461">
                  <c:v>41220</c:v>
                </c:pt>
                <c:pt idx="462">
                  <c:v>41221</c:v>
                </c:pt>
                <c:pt idx="463">
                  <c:v>41222</c:v>
                </c:pt>
                <c:pt idx="464">
                  <c:v>41225</c:v>
                </c:pt>
                <c:pt idx="465">
                  <c:v>41226</c:v>
                </c:pt>
                <c:pt idx="466">
                  <c:v>41227</c:v>
                </c:pt>
                <c:pt idx="467">
                  <c:v>41228</c:v>
                </c:pt>
                <c:pt idx="468">
                  <c:v>41229</c:v>
                </c:pt>
                <c:pt idx="469">
                  <c:v>41232</c:v>
                </c:pt>
                <c:pt idx="470">
                  <c:v>41233</c:v>
                </c:pt>
                <c:pt idx="471">
                  <c:v>41234</c:v>
                </c:pt>
                <c:pt idx="472">
                  <c:v>41235</c:v>
                </c:pt>
                <c:pt idx="473">
                  <c:v>41236</c:v>
                </c:pt>
                <c:pt idx="474">
                  <c:v>41239</c:v>
                </c:pt>
                <c:pt idx="475">
                  <c:v>41240</c:v>
                </c:pt>
                <c:pt idx="476">
                  <c:v>41241</c:v>
                </c:pt>
                <c:pt idx="477">
                  <c:v>41242</c:v>
                </c:pt>
                <c:pt idx="478">
                  <c:v>41243</c:v>
                </c:pt>
                <c:pt idx="479">
                  <c:v>41246</c:v>
                </c:pt>
                <c:pt idx="480">
                  <c:v>41247</c:v>
                </c:pt>
                <c:pt idx="481">
                  <c:v>41248</c:v>
                </c:pt>
                <c:pt idx="482">
                  <c:v>41249</c:v>
                </c:pt>
                <c:pt idx="483">
                  <c:v>41250</c:v>
                </c:pt>
                <c:pt idx="484">
                  <c:v>41253</c:v>
                </c:pt>
                <c:pt idx="485">
                  <c:v>41254</c:v>
                </c:pt>
                <c:pt idx="486">
                  <c:v>41255</c:v>
                </c:pt>
                <c:pt idx="487">
                  <c:v>41256</c:v>
                </c:pt>
                <c:pt idx="488">
                  <c:v>41257</c:v>
                </c:pt>
                <c:pt idx="489">
                  <c:v>41260</c:v>
                </c:pt>
                <c:pt idx="490">
                  <c:v>41261</c:v>
                </c:pt>
                <c:pt idx="491">
                  <c:v>41263</c:v>
                </c:pt>
                <c:pt idx="492">
                  <c:v>41264</c:v>
                </c:pt>
                <c:pt idx="493">
                  <c:v>41267</c:v>
                </c:pt>
                <c:pt idx="494">
                  <c:v>41269</c:v>
                </c:pt>
                <c:pt idx="495">
                  <c:v>41270</c:v>
                </c:pt>
                <c:pt idx="496">
                  <c:v>41271</c:v>
                </c:pt>
                <c:pt idx="497">
                  <c:v>41276</c:v>
                </c:pt>
                <c:pt idx="498">
                  <c:v>41277</c:v>
                </c:pt>
                <c:pt idx="499">
                  <c:v>41278</c:v>
                </c:pt>
                <c:pt idx="500">
                  <c:v>41281</c:v>
                </c:pt>
                <c:pt idx="501">
                  <c:v>41282</c:v>
                </c:pt>
                <c:pt idx="502">
                  <c:v>41283</c:v>
                </c:pt>
                <c:pt idx="503">
                  <c:v>41284</c:v>
                </c:pt>
                <c:pt idx="504">
                  <c:v>41285</c:v>
                </c:pt>
                <c:pt idx="505">
                  <c:v>41288</c:v>
                </c:pt>
                <c:pt idx="506">
                  <c:v>41289</c:v>
                </c:pt>
                <c:pt idx="507">
                  <c:v>41290</c:v>
                </c:pt>
                <c:pt idx="508">
                  <c:v>41291</c:v>
                </c:pt>
                <c:pt idx="509">
                  <c:v>41292</c:v>
                </c:pt>
                <c:pt idx="510">
                  <c:v>41295</c:v>
                </c:pt>
                <c:pt idx="511">
                  <c:v>41296</c:v>
                </c:pt>
                <c:pt idx="512">
                  <c:v>41297</c:v>
                </c:pt>
                <c:pt idx="513">
                  <c:v>41298</c:v>
                </c:pt>
                <c:pt idx="514">
                  <c:v>41299</c:v>
                </c:pt>
                <c:pt idx="515">
                  <c:v>41302</c:v>
                </c:pt>
                <c:pt idx="516">
                  <c:v>41303</c:v>
                </c:pt>
                <c:pt idx="517">
                  <c:v>41304</c:v>
                </c:pt>
                <c:pt idx="518">
                  <c:v>41305</c:v>
                </c:pt>
                <c:pt idx="519">
                  <c:v>41306</c:v>
                </c:pt>
                <c:pt idx="520">
                  <c:v>41309</c:v>
                </c:pt>
                <c:pt idx="521">
                  <c:v>41310</c:v>
                </c:pt>
                <c:pt idx="522">
                  <c:v>41311</c:v>
                </c:pt>
                <c:pt idx="523">
                  <c:v>41312</c:v>
                </c:pt>
                <c:pt idx="524">
                  <c:v>41313</c:v>
                </c:pt>
                <c:pt idx="525">
                  <c:v>41317</c:v>
                </c:pt>
                <c:pt idx="526">
                  <c:v>41318</c:v>
                </c:pt>
                <c:pt idx="527">
                  <c:v>41319</c:v>
                </c:pt>
                <c:pt idx="528">
                  <c:v>41320</c:v>
                </c:pt>
                <c:pt idx="529">
                  <c:v>41323</c:v>
                </c:pt>
                <c:pt idx="530">
                  <c:v>41324</c:v>
                </c:pt>
                <c:pt idx="531">
                  <c:v>41325</c:v>
                </c:pt>
                <c:pt idx="532">
                  <c:v>41326</c:v>
                </c:pt>
                <c:pt idx="533">
                  <c:v>41327</c:v>
                </c:pt>
                <c:pt idx="534">
                  <c:v>41330</c:v>
                </c:pt>
                <c:pt idx="535">
                  <c:v>41331</c:v>
                </c:pt>
                <c:pt idx="536">
                  <c:v>41332</c:v>
                </c:pt>
                <c:pt idx="537">
                  <c:v>41333</c:v>
                </c:pt>
                <c:pt idx="538">
                  <c:v>41337</c:v>
                </c:pt>
                <c:pt idx="539">
                  <c:v>41338</c:v>
                </c:pt>
                <c:pt idx="540">
                  <c:v>41339</c:v>
                </c:pt>
                <c:pt idx="541">
                  <c:v>41340</c:v>
                </c:pt>
                <c:pt idx="542">
                  <c:v>41341</c:v>
                </c:pt>
                <c:pt idx="543">
                  <c:v>41344</c:v>
                </c:pt>
                <c:pt idx="544">
                  <c:v>41345</c:v>
                </c:pt>
                <c:pt idx="545">
                  <c:v>41346</c:v>
                </c:pt>
                <c:pt idx="546">
                  <c:v>41347</c:v>
                </c:pt>
                <c:pt idx="547">
                  <c:v>41348</c:v>
                </c:pt>
                <c:pt idx="548">
                  <c:v>41351</c:v>
                </c:pt>
                <c:pt idx="549">
                  <c:v>41352</c:v>
                </c:pt>
                <c:pt idx="550">
                  <c:v>41353</c:v>
                </c:pt>
                <c:pt idx="551">
                  <c:v>41354</c:v>
                </c:pt>
                <c:pt idx="552">
                  <c:v>41355</c:v>
                </c:pt>
                <c:pt idx="553">
                  <c:v>41358</c:v>
                </c:pt>
                <c:pt idx="554">
                  <c:v>41359</c:v>
                </c:pt>
                <c:pt idx="555">
                  <c:v>41360</c:v>
                </c:pt>
                <c:pt idx="556">
                  <c:v>41361</c:v>
                </c:pt>
                <c:pt idx="557">
                  <c:v>41362</c:v>
                </c:pt>
                <c:pt idx="558">
                  <c:v>41365</c:v>
                </c:pt>
                <c:pt idx="559">
                  <c:v>41366</c:v>
                </c:pt>
                <c:pt idx="560">
                  <c:v>41367</c:v>
                </c:pt>
                <c:pt idx="561">
                  <c:v>41368</c:v>
                </c:pt>
                <c:pt idx="562">
                  <c:v>41369</c:v>
                </c:pt>
                <c:pt idx="563">
                  <c:v>41372</c:v>
                </c:pt>
                <c:pt idx="564">
                  <c:v>41373</c:v>
                </c:pt>
                <c:pt idx="565">
                  <c:v>41374</c:v>
                </c:pt>
                <c:pt idx="566">
                  <c:v>41375</c:v>
                </c:pt>
                <c:pt idx="567">
                  <c:v>41376</c:v>
                </c:pt>
                <c:pt idx="568">
                  <c:v>41379</c:v>
                </c:pt>
                <c:pt idx="569">
                  <c:v>41380</c:v>
                </c:pt>
                <c:pt idx="570">
                  <c:v>41381</c:v>
                </c:pt>
                <c:pt idx="571">
                  <c:v>41382</c:v>
                </c:pt>
                <c:pt idx="572">
                  <c:v>41383</c:v>
                </c:pt>
                <c:pt idx="573">
                  <c:v>41386</c:v>
                </c:pt>
                <c:pt idx="574">
                  <c:v>41387</c:v>
                </c:pt>
                <c:pt idx="575">
                  <c:v>41388</c:v>
                </c:pt>
                <c:pt idx="576">
                  <c:v>41389</c:v>
                </c:pt>
                <c:pt idx="577">
                  <c:v>41390</c:v>
                </c:pt>
                <c:pt idx="578">
                  <c:v>41393</c:v>
                </c:pt>
                <c:pt idx="579">
                  <c:v>41394</c:v>
                </c:pt>
                <c:pt idx="580">
                  <c:v>41396</c:v>
                </c:pt>
                <c:pt idx="581">
                  <c:v>41397</c:v>
                </c:pt>
                <c:pt idx="582">
                  <c:v>41400</c:v>
                </c:pt>
                <c:pt idx="583">
                  <c:v>41401</c:v>
                </c:pt>
                <c:pt idx="584">
                  <c:v>41402</c:v>
                </c:pt>
                <c:pt idx="585">
                  <c:v>41403</c:v>
                </c:pt>
                <c:pt idx="586">
                  <c:v>41404</c:v>
                </c:pt>
                <c:pt idx="587">
                  <c:v>41407</c:v>
                </c:pt>
                <c:pt idx="588">
                  <c:v>41408</c:v>
                </c:pt>
                <c:pt idx="589">
                  <c:v>41409</c:v>
                </c:pt>
                <c:pt idx="590">
                  <c:v>41410</c:v>
                </c:pt>
                <c:pt idx="591">
                  <c:v>41414</c:v>
                </c:pt>
                <c:pt idx="592">
                  <c:v>41415</c:v>
                </c:pt>
                <c:pt idx="593">
                  <c:v>41416</c:v>
                </c:pt>
                <c:pt idx="594">
                  <c:v>41417</c:v>
                </c:pt>
                <c:pt idx="595">
                  <c:v>41418</c:v>
                </c:pt>
                <c:pt idx="596">
                  <c:v>41421</c:v>
                </c:pt>
                <c:pt idx="597">
                  <c:v>41422</c:v>
                </c:pt>
                <c:pt idx="598">
                  <c:v>41423</c:v>
                </c:pt>
                <c:pt idx="599">
                  <c:v>41424</c:v>
                </c:pt>
                <c:pt idx="600">
                  <c:v>41425</c:v>
                </c:pt>
                <c:pt idx="601">
                  <c:v>41428</c:v>
                </c:pt>
                <c:pt idx="602">
                  <c:v>41429</c:v>
                </c:pt>
                <c:pt idx="603">
                  <c:v>41430</c:v>
                </c:pt>
                <c:pt idx="604">
                  <c:v>41432</c:v>
                </c:pt>
                <c:pt idx="605">
                  <c:v>41435</c:v>
                </c:pt>
                <c:pt idx="606">
                  <c:v>41436</c:v>
                </c:pt>
                <c:pt idx="607">
                  <c:v>41437</c:v>
                </c:pt>
                <c:pt idx="608">
                  <c:v>41438</c:v>
                </c:pt>
                <c:pt idx="609">
                  <c:v>41439</c:v>
                </c:pt>
                <c:pt idx="610">
                  <c:v>41442</c:v>
                </c:pt>
                <c:pt idx="611">
                  <c:v>41443</c:v>
                </c:pt>
                <c:pt idx="612">
                  <c:v>41444</c:v>
                </c:pt>
                <c:pt idx="613">
                  <c:v>41445</c:v>
                </c:pt>
                <c:pt idx="614">
                  <c:v>41446</c:v>
                </c:pt>
                <c:pt idx="615">
                  <c:v>41449</c:v>
                </c:pt>
                <c:pt idx="616">
                  <c:v>41450</c:v>
                </c:pt>
                <c:pt idx="617">
                  <c:v>41451</c:v>
                </c:pt>
                <c:pt idx="618">
                  <c:v>41452</c:v>
                </c:pt>
                <c:pt idx="619">
                  <c:v>41453</c:v>
                </c:pt>
                <c:pt idx="620">
                  <c:v>41456</c:v>
                </c:pt>
                <c:pt idx="621">
                  <c:v>41457</c:v>
                </c:pt>
                <c:pt idx="622">
                  <c:v>41458</c:v>
                </c:pt>
                <c:pt idx="623">
                  <c:v>41459</c:v>
                </c:pt>
                <c:pt idx="624">
                  <c:v>41460</c:v>
                </c:pt>
                <c:pt idx="625">
                  <c:v>41463</c:v>
                </c:pt>
                <c:pt idx="626">
                  <c:v>41464</c:v>
                </c:pt>
                <c:pt idx="627">
                  <c:v>41465</c:v>
                </c:pt>
                <c:pt idx="628">
                  <c:v>41466</c:v>
                </c:pt>
                <c:pt idx="629">
                  <c:v>41467</c:v>
                </c:pt>
                <c:pt idx="630">
                  <c:v>41470</c:v>
                </c:pt>
                <c:pt idx="631">
                  <c:v>41471</c:v>
                </c:pt>
                <c:pt idx="632">
                  <c:v>41472</c:v>
                </c:pt>
                <c:pt idx="633">
                  <c:v>41473</c:v>
                </c:pt>
                <c:pt idx="634">
                  <c:v>41474</c:v>
                </c:pt>
                <c:pt idx="635">
                  <c:v>41477</c:v>
                </c:pt>
                <c:pt idx="636">
                  <c:v>41478</c:v>
                </c:pt>
                <c:pt idx="637">
                  <c:v>41479</c:v>
                </c:pt>
                <c:pt idx="638">
                  <c:v>41480</c:v>
                </c:pt>
                <c:pt idx="639">
                  <c:v>41481</c:v>
                </c:pt>
                <c:pt idx="640">
                  <c:v>41484</c:v>
                </c:pt>
                <c:pt idx="641">
                  <c:v>41485</c:v>
                </c:pt>
                <c:pt idx="642">
                  <c:v>41486</c:v>
                </c:pt>
                <c:pt idx="643">
                  <c:v>41487</c:v>
                </c:pt>
                <c:pt idx="644">
                  <c:v>41488</c:v>
                </c:pt>
                <c:pt idx="645">
                  <c:v>41491</c:v>
                </c:pt>
                <c:pt idx="646">
                  <c:v>41492</c:v>
                </c:pt>
                <c:pt idx="647">
                  <c:v>41493</c:v>
                </c:pt>
                <c:pt idx="648">
                  <c:v>41494</c:v>
                </c:pt>
                <c:pt idx="649">
                  <c:v>41495</c:v>
                </c:pt>
                <c:pt idx="650">
                  <c:v>41498</c:v>
                </c:pt>
                <c:pt idx="651">
                  <c:v>41499</c:v>
                </c:pt>
                <c:pt idx="652">
                  <c:v>41500</c:v>
                </c:pt>
                <c:pt idx="653">
                  <c:v>41502</c:v>
                </c:pt>
                <c:pt idx="654">
                  <c:v>41505</c:v>
                </c:pt>
                <c:pt idx="655">
                  <c:v>41506</c:v>
                </c:pt>
                <c:pt idx="656">
                  <c:v>41507</c:v>
                </c:pt>
                <c:pt idx="657">
                  <c:v>41508</c:v>
                </c:pt>
                <c:pt idx="658">
                  <c:v>41509</c:v>
                </c:pt>
                <c:pt idx="659">
                  <c:v>41512</c:v>
                </c:pt>
                <c:pt idx="660">
                  <c:v>41513</c:v>
                </c:pt>
                <c:pt idx="661">
                  <c:v>41514</c:v>
                </c:pt>
                <c:pt idx="662">
                  <c:v>41515</c:v>
                </c:pt>
                <c:pt idx="663">
                  <c:v>41516</c:v>
                </c:pt>
                <c:pt idx="664">
                  <c:v>41519</c:v>
                </c:pt>
                <c:pt idx="665">
                  <c:v>41520</c:v>
                </c:pt>
                <c:pt idx="666">
                  <c:v>41521</c:v>
                </c:pt>
                <c:pt idx="667">
                  <c:v>41522</c:v>
                </c:pt>
                <c:pt idx="668">
                  <c:v>41523</c:v>
                </c:pt>
                <c:pt idx="669">
                  <c:v>41526</c:v>
                </c:pt>
                <c:pt idx="670">
                  <c:v>41527</c:v>
                </c:pt>
                <c:pt idx="671">
                  <c:v>41528</c:v>
                </c:pt>
                <c:pt idx="672">
                  <c:v>41529</c:v>
                </c:pt>
                <c:pt idx="673">
                  <c:v>41530</c:v>
                </c:pt>
                <c:pt idx="674">
                  <c:v>41533</c:v>
                </c:pt>
                <c:pt idx="675">
                  <c:v>41534</c:v>
                </c:pt>
                <c:pt idx="676">
                  <c:v>41540</c:v>
                </c:pt>
                <c:pt idx="677">
                  <c:v>41541</c:v>
                </c:pt>
                <c:pt idx="678">
                  <c:v>41542</c:v>
                </c:pt>
                <c:pt idx="679">
                  <c:v>41543</c:v>
                </c:pt>
                <c:pt idx="680">
                  <c:v>41544</c:v>
                </c:pt>
                <c:pt idx="681">
                  <c:v>41547</c:v>
                </c:pt>
                <c:pt idx="682">
                  <c:v>41548</c:v>
                </c:pt>
                <c:pt idx="683">
                  <c:v>41549</c:v>
                </c:pt>
                <c:pt idx="684">
                  <c:v>41551</c:v>
                </c:pt>
                <c:pt idx="685">
                  <c:v>41554</c:v>
                </c:pt>
                <c:pt idx="686">
                  <c:v>41555</c:v>
                </c:pt>
                <c:pt idx="687">
                  <c:v>41557</c:v>
                </c:pt>
                <c:pt idx="688">
                  <c:v>41558</c:v>
                </c:pt>
                <c:pt idx="689">
                  <c:v>41561</c:v>
                </c:pt>
                <c:pt idx="690">
                  <c:v>41562</c:v>
                </c:pt>
                <c:pt idx="691">
                  <c:v>41563</c:v>
                </c:pt>
                <c:pt idx="692">
                  <c:v>41564</c:v>
                </c:pt>
                <c:pt idx="693">
                  <c:v>41565</c:v>
                </c:pt>
                <c:pt idx="694">
                  <c:v>41568</c:v>
                </c:pt>
                <c:pt idx="695">
                  <c:v>41569</c:v>
                </c:pt>
                <c:pt idx="696">
                  <c:v>41570</c:v>
                </c:pt>
                <c:pt idx="697">
                  <c:v>41571</c:v>
                </c:pt>
                <c:pt idx="698">
                  <c:v>41572</c:v>
                </c:pt>
                <c:pt idx="699">
                  <c:v>41575</c:v>
                </c:pt>
                <c:pt idx="700">
                  <c:v>41576</c:v>
                </c:pt>
                <c:pt idx="701">
                  <c:v>41577</c:v>
                </c:pt>
                <c:pt idx="702">
                  <c:v>41578</c:v>
                </c:pt>
                <c:pt idx="703">
                  <c:v>41579</c:v>
                </c:pt>
                <c:pt idx="704">
                  <c:v>41582</c:v>
                </c:pt>
                <c:pt idx="705">
                  <c:v>41583</c:v>
                </c:pt>
                <c:pt idx="706">
                  <c:v>41584</c:v>
                </c:pt>
                <c:pt idx="707">
                  <c:v>41585</c:v>
                </c:pt>
                <c:pt idx="708">
                  <c:v>41586</c:v>
                </c:pt>
                <c:pt idx="709">
                  <c:v>41589</c:v>
                </c:pt>
                <c:pt idx="710">
                  <c:v>41590</c:v>
                </c:pt>
                <c:pt idx="711">
                  <c:v>41591</c:v>
                </c:pt>
                <c:pt idx="712">
                  <c:v>41592</c:v>
                </c:pt>
                <c:pt idx="713">
                  <c:v>41593</c:v>
                </c:pt>
                <c:pt idx="714">
                  <c:v>41596</c:v>
                </c:pt>
                <c:pt idx="715">
                  <c:v>41597</c:v>
                </c:pt>
                <c:pt idx="716">
                  <c:v>41598</c:v>
                </c:pt>
                <c:pt idx="717">
                  <c:v>41599</c:v>
                </c:pt>
                <c:pt idx="718">
                  <c:v>41600</c:v>
                </c:pt>
                <c:pt idx="719">
                  <c:v>41603</c:v>
                </c:pt>
                <c:pt idx="720">
                  <c:v>41604</c:v>
                </c:pt>
                <c:pt idx="721">
                  <c:v>41605</c:v>
                </c:pt>
                <c:pt idx="722">
                  <c:v>41606</c:v>
                </c:pt>
                <c:pt idx="723">
                  <c:v>41607</c:v>
                </c:pt>
                <c:pt idx="724">
                  <c:v>41610</c:v>
                </c:pt>
                <c:pt idx="725">
                  <c:v>41611</c:v>
                </c:pt>
                <c:pt idx="726">
                  <c:v>41612</c:v>
                </c:pt>
                <c:pt idx="727">
                  <c:v>41613</c:v>
                </c:pt>
                <c:pt idx="728">
                  <c:v>41614</c:v>
                </c:pt>
                <c:pt idx="729">
                  <c:v>41617</c:v>
                </c:pt>
                <c:pt idx="730">
                  <c:v>41618</c:v>
                </c:pt>
                <c:pt idx="731">
                  <c:v>41619</c:v>
                </c:pt>
                <c:pt idx="732">
                  <c:v>41620</c:v>
                </c:pt>
                <c:pt idx="733">
                  <c:v>41621</c:v>
                </c:pt>
                <c:pt idx="734">
                  <c:v>41624</c:v>
                </c:pt>
                <c:pt idx="735">
                  <c:v>41625</c:v>
                </c:pt>
                <c:pt idx="736">
                  <c:v>41626</c:v>
                </c:pt>
                <c:pt idx="737">
                  <c:v>41627</c:v>
                </c:pt>
                <c:pt idx="738">
                  <c:v>41628</c:v>
                </c:pt>
                <c:pt idx="739">
                  <c:v>41631</c:v>
                </c:pt>
                <c:pt idx="740">
                  <c:v>41632</c:v>
                </c:pt>
                <c:pt idx="741">
                  <c:v>41634</c:v>
                </c:pt>
                <c:pt idx="742">
                  <c:v>41635</c:v>
                </c:pt>
                <c:pt idx="743">
                  <c:v>41638</c:v>
                </c:pt>
                <c:pt idx="744">
                  <c:v>41641</c:v>
                </c:pt>
                <c:pt idx="745">
                  <c:v>41642</c:v>
                </c:pt>
                <c:pt idx="746">
                  <c:v>41645</c:v>
                </c:pt>
                <c:pt idx="747">
                  <c:v>41646</c:v>
                </c:pt>
                <c:pt idx="748">
                  <c:v>41647</c:v>
                </c:pt>
                <c:pt idx="749">
                  <c:v>41648</c:v>
                </c:pt>
                <c:pt idx="750">
                  <c:v>41649</c:v>
                </c:pt>
                <c:pt idx="751">
                  <c:v>41652</c:v>
                </c:pt>
                <c:pt idx="752">
                  <c:v>41653</c:v>
                </c:pt>
                <c:pt idx="753">
                  <c:v>41654</c:v>
                </c:pt>
                <c:pt idx="754">
                  <c:v>41655</c:v>
                </c:pt>
                <c:pt idx="755">
                  <c:v>41656</c:v>
                </c:pt>
                <c:pt idx="756">
                  <c:v>41659</c:v>
                </c:pt>
                <c:pt idx="757">
                  <c:v>41660</c:v>
                </c:pt>
                <c:pt idx="758">
                  <c:v>41661</c:v>
                </c:pt>
                <c:pt idx="759">
                  <c:v>41662</c:v>
                </c:pt>
                <c:pt idx="760">
                  <c:v>41663</c:v>
                </c:pt>
                <c:pt idx="761">
                  <c:v>41666</c:v>
                </c:pt>
                <c:pt idx="762">
                  <c:v>41667</c:v>
                </c:pt>
                <c:pt idx="763">
                  <c:v>41668</c:v>
                </c:pt>
                <c:pt idx="764">
                  <c:v>41673</c:v>
                </c:pt>
                <c:pt idx="765">
                  <c:v>41674</c:v>
                </c:pt>
                <c:pt idx="766">
                  <c:v>41675</c:v>
                </c:pt>
                <c:pt idx="767">
                  <c:v>41676</c:v>
                </c:pt>
                <c:pt idx="768">
                  <c:v>41677</c:v>
                </c:pt>
                <c:pt idx="769">
                  <c:v>41680</c:v>
                </c:pt>
                <c:pt idx="770">
                  <c:v>41681</c:v>
                </c:pt>
                <c:pt idx="771">
                  <c:v>41682</c:v>
                </c:pt>
                <c:pt idx="772">
                  <c:v>41683</c:v>
                </c:pt>
                <c:pt idx="773">
                  <c:v>41684</c:v>
                </c:pt>
                <c:pt idx="774">
                  <c:v>41687</c:v>
                </c:pt>
                <c:pt idx="775">
                  <c:v>41688</c:v>
                </c:pt>
                <c:pt idx="776">
                  <c:v>41689</c:v>
                </c:pt>
                <c:pt idx="777">
                  <c:v>41690</c:v>
                </c:pt>
                <c:pt idx="778">
                  <c:v>41691</c:v>
                </c:pt>
                <c:pt idx="779">
                  <c:v>41694</c:v>
                </c:pt>
                <c:pt idx="780">
                  <c:v>41695</c:v>
                </c:pt>
                <c:pt idx="781">
                  <c:v>41696</c:v>
                </c:pt>
                <c:pt idx="782">
                  <c:v>41697</c:v>
                </c:pt>
                <c:pt idx="783">
                  <c:v>41698</c:v>
                </c:pt>
                <c:pt idx="784">
                  <c:v>41701</c:v>
                </c:pt>
                <c:pt idx="785">
                  <c:v>41702</c:v>
                </c:pt>
                <c:pt idx="786">
                  <c:v>41703</c:v>
                </c:pt>
                <c:pt idx="787">
                  <c:v>41704</c:v>
                </c:pt>
                <c:pt idx="788">
                  <c:v>41705</c:v>
                </c:pt>
                <c:pt idx="789">
                  <c:v>41708</c:v>
                </c:pt>
                <c:pt idx="790">
                  <c:v>41709</c:v>
                </c:pt>
                <c:pt idx="791">
                  <c:v>41710</c:v>
                </c:pt>
                <c:pt idx="792">
                  <c:v>41711</c:v>
                </c:pt>
                <c:pt idx="793">
                  <c:v>41712</c:v>
                </c:pt>
                <c:pt idx="794">
                  <c:v>41715</c:v>
                </c:pt>
                <c:pt idx="795">
                  <c:v>41716</c:v>
                </c:pt>
                <c:pt idx="796">
                  <c:v>41717</c:v>
                </c:pt>
                <c:pt idx="797">
                  <c:v>41718</c:v>
                </c:pt>
                <c:pt idx="798">
                  <c:v>41719</c:v>
                </c:pt>
                <c:pt idx="799">
                  <c:v>41722</c:v>
                </c:pt>
                <c:pt idx="800">
                  <c:v>41723</c:v>
                </c:pt>
                <c:pt idx="801">
                  <c:v>41724</c:v>
                </c:pt>
                <c:pt idx="802">
                  <c:v>41725</c:v>
                </c:pt>
                <c:pt idx="803">
                  <c:v>41726</c:v>
                </c:pt>
                <c:pt idx="804">
                  <c:v>41729</c:v>
                </c:pt>
                <c:pt idx="805">
                  <c:v>41730</c:v>
                </c:pt>
                <c:pt idx="806">
                  <c:v>41731</c:v>
                </c:pt>
                <c:pt idx="807">
                  <c:v>41732</c:v>
                </c:pt>
                <c:pt idx="808">
                  <c:v>41733</c:v>
                </c:pt>
                <c:pt idx="809">
                  <c:v>41736</c:v>
                </c:pt>
                <c:pt idx="810">
                  <c:v>41737</c:v>
                </c:pt>
                <c:pt idx="811">
                  <c:v>41738</c:v>
                </c:pt>
                <c:pt idx="812">
                  <c:v>41739</c:v>
                </c:pt>
                <c:pt idx="813">
                  <c:v>41740</c:v>
                </c:pt>
                <c:pt idx="814">
                  <c:v>41743</c:v>
                </c:pt>
                <c:pt idx="815">
                  <c:v>41744</c:v>
                </c:pt>
                <c:pt idx="816">
                  <c:v>41745</c:v>
                </c:pt>
                <c:pt idx="817">
                  <c:v>41746</c:v>
                </c:pt>
                <c:pt idx="818">
                  <c:v>41747</c:v>
                </c:pt>
                <c:pt idx="819">
                  <c:v>41750</c:v>
                </c:pt>
                <c:pt idx="820">
                  <c:v>41751</c:v>
                </c:pt>
                <c:pt idx="821">
                  <c:v>41752</c:v>
                </c:pt>
                <c:pt idx="822">
                  <c:v>41753</c:v>
                </c:pt>
                <c:pt idx="823">
                  <c:v>41754</c:v>
                </c:pt>
                <c:pt idx="824">
                  <c:v>41757</c:v>
                </c:pt>
                <c:pt idx="825">
                  <c:v>41758</c:v>
                </c:pt>
                <c:pt idx="826">
                  <c:v>41759</c:v>
                </c:pt>
                <c:pt idx="827">
                  <c:v>41761</c:v>
                </c:pt>
                <c:pt idx="828">
                  <c:v>41766</c:v>
                </c:pt>
                <c:pt idx="829">
                  <c:v>41767</c:v>
                </c:pt>
                <c:pt idx="830">
                  <c:v>41768</c:v>
                </c:pt>
                <c:pt idx="831">
                  <c:v>41771</c:v>
                </c:pt>
                <c:pt idx="832">
                  <c:v>41772</c:v>
                </c:pt>
                <c:pt idx="833">
                  <c:v>41773</c:v>
                </c:pt>
                <c:pt idx="834">
                  <c:v>41774</c:v>
                </c:pt>
                <c:pt idx="835">
                  <c:v>41775</c:v>
                </c:pt>
                <c:pt idx="836">
                  <c:v>41778</c:v>
                </c:pt>
                <c:pt idx="837">
                  <c:v>41779</c:v>
                </c:pt>
                <c:pt idx="838">
                  <c:v>41780</c:v>
                </c:pt>
                <c:pt idx="839">
                  <c:v>41781</c:v>
                </c:pt>
                <c:pt idx="840">
                  <c:v>41782</c:v>
                </c:pt>
                <c:pt idx="841">
                  <c:v>41785</c:v>
                </c:pt>
                <c:pt idx="842">
                  <c:v>41786</c:v>
                </c:pt>
                <c:pt idx="843">
                  <c:v>41787</c:v>
                </c:pt>
                <c:pt idx="844">
                  <c:v>41788</c:v>
                </c:pt>
                <c:pt idx="845">
                  <c:v>41789</c:v>
                </c:pt>
                <c:pt idx="846">
                  <c:v>41792</c:v>
                </c:pt>
                <c:pt idx="847">
                  <c:v>41793</c:v>
                </c:pt>
                <c:pt idx="848">
                  <c:v>41795</c:v>
                </c:pt>
                <c:pt idx="849">
                  <c:v>41799</c:v>
                </c:pt>
                <c:pt idx="850">
                  <c:v>41800</c:v>
                </c:pt>
                <c:pt idx="851">
                  <c:v>41801</c:v>
                </c:pt>
                <c:pt idx="852">
                  <c:v>41802</c:v>
                </c:pt>
                <c:pt idx="853">
                  <c:v>41803</c:v>
                </c:pt>
                <c:pt idx="854">
                  <c:v>41806</c:v>
                </c:pt>
                <c:pt idx="855">
                  <c:v>41807</c:v>
                </c:pt>
                <c:pt idx="856">
                  <c:v>41808</c:v>
                </c:pt>
                <c:pt idx="857">
                  <c:v>41809</c:v>
                </c:pt>
                <c:pt idx="858">
                  <c:v>41810</c:v>
                </c:pt>
                <c:pt idx="859">
                  <c:v>41813</c:v>
                </c:pt>
                <c:pt idx="860">
                  <c:v>41814</c:v>
                </c:pt>
                <c:pt idx="861">
                  <c:v>41815</c:v>
                </c:pt>
                <c:pt idx="862">
                  <c:v>41816</c:v>
                </c:pt>
                <c:pt idx="863">
                  <c:v>41817</c:v>
                </c:pt>
                <c:pt idx="864">
                  <c:v>41820</c:v>
                </c:pt>
                <c:pt idx="865">
                  <c:v>41821</c:v>
                </c:pt>
                <c:pt idx="866">
                  <c:v>41822</c:v>
                </c:pt>
                <c:pt idx="867">
                  <c:v>41823</c:v>
                </c:pt>
                <c:pt idx="868">
                  <c:v>41824</c:v>
                </c:pt>
                <c:pt idx="869">
                  <c:v>41827</c:v>
                </c:pt>
                <c:pt idx="870">
                  <c:v>41828</c:v>
                </c:pt>
                <c:pt idx="871">
                  <c:v>41829</c:v>
                </c:pt>
                <c:pt idx="872">
                  <c:v>41830</c:v>
                </c:pt>
                <c:pt idx="873">
                  <c:v>41831</c:v>
                </c:pt>
                <c:pt idx="874">
                  <c:v>41834</c:v>
                </c:pt>
                <c:pt idx="875">
                  <c:v>41835</c:v>
                </c:pt>
                <c:pt idx="876">
                  <c:v>41836</c:v>
                </c:pt>
                <c:pt idx="877">
                  <c:v>41837</c:v>
                </c:pt>
                <c:pt idx="878">
                  <c:v>41838</c:v>
                </c:pt>
                <c:pt idx="879">
                  <c:v>41841</c:v>
                </c:pt>
                <c:pt idx="880">
                  <c:v>41842</c:v>
                </c:pt>
                <c:pt idx="881">
                  <c:v>41843</c:v>
                </c:pt>
                <c:pt idx="882">
                  <c:v>41844</c:v>
                </c:pt>
                <c:pt idx="883">
                  <c:v>41845</c:v>
                </c:pt>
                <c:pt idx="884">
                  <c:v>41848</c:v>
                </c:pt>
                <c:pt idx="885">
                  <c:v>41849</c:v>
                </c:pt>
                <c:pt idx="886">
                  <c:v>41850</c:v>
                </c:pt>
                <c:pt idx="887">
                  <c:v>41851</c:v>
                </c:pt>
                <c:pt idx="888">
                  <c:v>41852</c:v>
                </c:pt>
                <c:pt idx="889">
                  <c:v>41855</c:v>
                </c:pt>
                <c:pt idx="890">
                  <c:v>41856</c:v>
                </c:pt>
                <c:pt idx="891">
                  <c:v>41857</c:v>
                </c:pt>
                <c:pt idx="892">
                  <c:v>41858</c:v>
                </c:pt>
                <c:pt idx="893">
                  <c:v>41859</c:v>
                </c:pt>
                <c:pt idx="894">
                  <c:v>41862</c:v>
                </c:pt>
                <c:pt idx="895">
                  <c:v>41863</c:v>
                </c:pt>
                <c:pt idx="896">
                  <c:v>41864</c:v>
                </c:pt>
                <c:pt idx="897">
                  <c:v>41865</c:v>
                </c:pt>
                <c:pt idx="898">
                  <c:v>41869</c:v>
                </c:pt>
                <c:pt idx="899">
                  <c:v>41870</c:v>
                </c:pt>
                <c:pt idx="900">
                  <c:v>41871</c:v>
                </c:pt>
                <c:pt idx="901">
                  <c:v>41872</c:v>
                </c:pt>
                <c:pt idx="902">
                  <c:v>41873</c:v>
                </c:pt>
                <c:pt idx="903">
                  <c:v>41876</c:v>
                </c:pt>
                <c:pt idx="904">
                  <c:v>41877</c:v>
                </c:pt>
                <c:pt idx="905">
                  <c:v>41878</c:v>
                </c:pt>
                <c:pt idx="906">
                  <c:v>41879</c:v>
                </c:pt>
                <c:pt idx="907">
                  <c:v>41880</c:v>
                </c:pt>
                <c:pt idx="908">
                  <c:v>41883</c:v>
                </c:pt>
                <c:pt idx="909">
                  <c:v>41884</c:v>
                </c:pt>
                <c:pt idx="910">
                  <c:v>41885</c:v>
                </c:pt>
                <c:pt idx="911">
                  <c:v>41886</c:v>
                </c:pt>
                <c:pt idx="912">
                  <c:v>41887</c:v>
                </c:pt>
                <c:pt idx="913">
                  <c:v>41893</c:v>
                </c:pt>
                <c:pt idx="914">
                  <c:v>41894</c:v>
                </c:pt>
                <c:pt idx="915">
                  <c:v>41897</c:v>
                </c:pt>
                <c:pt idx="916">
                  <c:v>41898</c:v>
                </c:pt>
                <c:pt idx="917">
                  <c:v>41899</c:v>
                </c:pt>
                <c:pt idx="918">
                  <c:v>41900</c:v>
                </c:pt>
                <c:pt idx="919">
                  <c:v>41901</c:v>
                </c:pt>
                <c:pt idx="920">
                  <c:v>41904</c:v>
                </c:pt>
                <c:pt idx="921">
                  <c:v>41905</c:v>
                </c:pt>
                <c:pt idx="922">
                  <c:v>41906</c:v>
                </c:pt>
                <c:pt idx="923">
                  <c:v>41907</c:v>
                </c:pt>
                <c:pt idx="924">
                  <c:v>41908</c:v>
                </c:pt>
                <c:pt idx="925">
                  <c:v>41911</c:v>
                </c:pt>
                <c:pt idx="926">
                  <c:v>41912</c:v>
                </c:pt>
                <c:pt idx="927">
                  <c:v>41913</c:v>
                </c:pt>
                <c:pt idx="928">
                  <c:v>41914</c:v>
                </c:pt>
                <c:pt idx="929">
                  <c:v>41918</c:v>
                </c:pt>
                <c:pt idx="930">
                  <c:v>41919</c:v>
                </c:pt>
                <c:pt idx="931">
                  <c:v>41920</c:v>
                </c:pt>
                <c:pt idx="932">
                  <c:v>41922</c:v>
                </c:pt>
                <c:pt idx="933">
                  <c:v>41925</c:v>
                </c:pt>
                <c:pt idx="934">
                  <c:v>41926</c:v>
                </c:pt>
                <c:pt idx="935">
                  <c:v>41927</c:v>
                </c:pt>
                <c:pt idx="936">
                  <c:v>41928</c:v>
                </c:pt>
                <c:pt idx="937">
                  <c:v>41929</c:v>
                </c:pt>
                <c:pt idx="938">
                  <c:v>41932</c:v>
                </c:pt>
                <c:pt idx="939">
                  <c:v>41933</c:v>
                </c:pt>
                <c:pt idx="940">
                  <c:v>41934</c:v>
                </c:pt>
                <c:pt idx="941">
                  <c:v>41935</c:v>
                </c:pt>
                <c:pt idx="942">
                  <c:v>41936</c:v>
                </c:pt>
                <c:pt idx="943">
                  <c:v>41939</c:v>
                </c:pt>
                <c:pt idx="944">
                  <c:v>41940</c:v>
                </c:pt>
                <c:pt idx="945">
                  <c:v>41941</c:v>
                </c:pt>
                <c:pt idx="946">
                  <c:v>41942</c:v>
                </c:pt>
                <c:pt idx="947">
                  <c:v>41943</c:v>
                </c:pt>
                <c:pt idx="948">
                  <c:v>41946</c:v>
                </c:pt>
                <c:pt idx="949">
                  <c:v>41947</c:v>
                </c:pt>
                <c:pt idx="950">
                  <c:v>41948</c:v>
                </c:pt>
                <c:pt idx="951">
                  <c:v>41949</c:v>
                </c:pt>
                <c:pt idx="952">
                  <c:v>41950</c:v>
                </c:pt>
                <c:pt idx="953">
                  <c:v>41953</c:v>
                </c:pt>
                <c:pt idx="954">
                  <c:v>41954</c:v>
                </c:pt>
                <c:pt idx="955">
                  <c:v>41955</c:v>
                </c:pt>
                <c:pt idx="956">
                  <c:v>41956</c:v>
                </c:pt>
                <c:pt idx="957">
                  <c:v>41957</c:v>
                </c:pt>
                <c:pt idx="958">
                  <c:v>41960</c:v>
                </c:pt>
                <c:pt idx="959">
                  <c:v>41961</c:v>
                </c:pt>
                <c:pt idx="960">
                  <c:v>41962</c:v>
                </c:pt>
                <c:pt idx="961">
                  <c:v>41963</c:v>
                </c:pt>
                <c:pt idx="962">
                  <c:v>41964</c:v>
                </c:pt>
                <c:pt idx="963">
                  <c:v>41967</c:v>
                </c:pt>
                <c:pt idx="964">
                  <c:v>41968</c:v>
                </c:pt>
                <c:pt idx="965">
                  <c:v>41969</c:v>
                </c:pt>
                <c:pt idx="966">
                  <c:v>41970</c:v>
                </c:pt>
                <c:pt idx="967">
                  <c:v>41971</c:v>
                </c:pt>
                <c:pt idx="968">
                  <c:v>41974</c:v>
                </c:pt>
                <c:pt idx="969">
                  <c:v>41975</c:v>
                </c:pt>
                <c:pt idx="970">
                  <c:v>41976</c:v>
                </c:pt>
                <c:pt idx="971">
                  <c:v>41977</c:v>
                </c:pt>
                <c:pt idx="972">
                  <c:v>41978</c:v>
                </c:pt>
                <c:pt idx="973">
                  <c:v>41981</c:v>
                </c:pt>
                <c:pt idx="974">
                  <c:v>41982</c:v>
                </c:pt>
                <c:pt idx="975">
                  <c:v>41983</c:v>
                </c:pt>
                <c:pt idx="976">
                  <c:v>41984</c:v>
                </c:pt>
                <c:pt idx="977">
                  <c:v>41985</c:v>
                </c:pt>
                <c:pt idx="978">
                  <c:v>41988</c:v>
                </c:pt>
                <c:pt idx="979">
                  <c:v>41989</c:v>
                </c:pt>
                <c:pt idx="980">
                  <c:v>41990</c:v>
                </c:pt>
                <c:pt idx="981">
                  <c:v>41991</c:v>
                </c:pt>
                <c:pt idx="982">
                  <c:v>41992</c:v>
                </c:pt>
                <c:pt idx="983">
                  <c:v>41995</c:v>
                </c:pt>
                <c:pt idx="984">
                  <c:v>41996</c:v>
                </c:pt>
                <c:pt idx="985">
                  <c:v>41997</c:v>
                </c:pt>
                <c:pt idx="986">
                  <c:v>41999</c:v>
                </c:pt>
                <c:pt idx="987">
                  <c:v>42002</c:v>
                </c:pt>
                <c:pt idx="988">
                  <c:v>42003</c:v>
                </c:pt>
                <c:pt idx="989">
                  <c:v>42006</c:v>
                </c:pt>
                <c:pt idx="990">
                  <c:v>42009</c:v>
                </c:pt>
                <c:pt idx="991">
                  <c:v>42010</c:v>
                </c:pt>
                <c:pt idx="992">
                  <c:v>42011</c:v>
                </c:pt>
                <c:pt idx="993">
                  <c:v>42012</c:v>
                </c:pt>
                <c:pt idx="994">
                  <c:v>42013</c:v>
                </c:pt>
                <c:pt idx="995">
                  <c:v>42016</c:v>
                </c:pt>
                <c:pt idx="996">
                  <c:v>42017</c:v>
                </c:pt>
                <c:pt idx="997">
                  <c:v>42018</c:v>
                </c:pt>
                <c:pt idx="998">
                  <c:v>42019</c:v>
                </c:pt>
                <c:pt idx="999">
                  <c:v>42020</c:v>
                </c:pt>
                <c:pt idx="1000">
                  <c:v>42023</c:v>
                </c:pt>
                <c:pt idx="1001">
                  <c:v>42024</c:v>
                </c:pt>
                <c:pt idx="1002">
                  <c:v>42025</c:v>
                </c:pt>
                <c:pt idx="1003">
                  <c:v>42026</c:v>
                </c:pt>
                <c:pt idx="1004">
                  <c:v>42027</c:v>
                </c:pt>
                <c:pt idx="1005">
                  <c:v>42030</c:v>
                </c:pt>
                <c:pt idx="1006">
                  <c:v>42031</c:v>
                </c:pt>
                <c:pt idx="1007">
                  <c:v>42032</c:v>
                </c:pt>
                <c:pt idx="1008">
                  <c:v>42033</c:v>
                </c:pt>
                <c:pt idx="1009">
                  <c:v>42034</c:v>
                </c:pt>
                <c:pt idx="1010">
                  <c:v>42037</c:v>
                </c:pt>
                <c:pt idx="1011">
                  <c:v>42038</c:v>
                </c:pt>
                <c:pt idx="1012">
                  <c:v>42039</c:v>
                </c:pt>
                <c:pt idx="1013">
                  <c:v>42040</c:v>
                </c:pt>
                <c:pt idx="1014">
                  <c:v>42041</c:v>
                </c:pt>
                <c:pt idx="1015">
                  <c:v>42044</c:v>
                </c:pt>
                <c:pt idx="1016">
                  <c:v>42045</c:v>
                </c:pt>
                <c:pt idx="1017">
                  <c:v>42046</c:v>
                </c:pt>
                <c:pt idx="1018">
                  <c:v>42047</c:v>
                </c:pt>
                <c:pt idx="1019">
                  <c:v>42048</c:v>
                </c:pt>
                <c:pt idx="1020">
                  <c:v>42051</c:v>
                </c:pt>
                <c:pt idx="1021">
                  <c:v>42052</c:v>
                </c:pt>
                <c:pt idx="1022">
                  <c:v>42058</c:v>
                </c:pt>
                <c:pt idx="1023">
                  <c:v>42059</c:v>
                </c:pt>
                <c:pt idx="1024">
                  <c:v>42060</c:v>
                </c:pt>
                <c:pt idx="1025">
                  <c:v>42061</c:v>
                </c:pt>
                <c:pt idx="1026">
                  <c:v>42062</c:v>
                </c:pt>
                <c:pt idx="1027">
                  <c:v>42065</c:v>
                </c:pt>
                <c:pt idx="1028">
                  <c:v>42066</c:v>
                </c:pt>
                <c:pt idx="1029">
                  <c:v>42067</c:v>
                </c:pt>
                <c:pt idx="1030">
                  <c:v>42068</c:v>
                </c:pt>
                <c:pt idx="1031">
                  <c:v>42069</c:v>
                </c:pt>
                <c:pt idx="1032">
                  <c:v>42072</c:v>
                </c:pt>
                <c:pt idx="1033">
                  <c:v>42073</c:v>
                </c:pt>
                <c:pt idx="1034">
                  <c:v>42074</c:v>
                </c:pt>
                <c:pt idx="1035">
                  <c:v>42075</c:v>
                </c:pt>
                <c:pt idx="1036">
                  <c:v>42076</c:v>
                </c:pt>
                <c:pt idx="1037">
                  <c:v>42079</c:v>
                </c:pt>
                <c:pt idx="1038">
                  <c:v>42080</c:v>
                </c:pt>
                <c:pt idx="1039">
                  <c:v>42081</c:v>
                </c:pt>
                <c:pt idx="1040">
                  <c:v>42082</c:v>
                </c:pt>
                <c:pt idx="1041">
                  <c:v>42083</c:v>
                </c:pt>
                <c:pt idx="1042">
                  <c:v>42086</c:v>
                </c:pt>
                <c:pt idx="1043">
                  <c:v>42087</c:v>
                </c:pt>
                <c:pt idx="1044">
                  <c:v>42088</c:v>
                </c:pt>
                <c:pt idx="1045">
                  <c:v>42089</c:v>
                </c:pt>
                <c:pt idx="1046">
                  <c:v>42090</c:v>
                </c:pt>
                <c:pt idx="1047">
                  <c:v>42093</c:v>
                </c:pt>
                <c:pt idx="1048">
                  <c:v>42094</c:v>
                </c:pt>
                <c:pt idx="1049">
                  <c:v>42095</c:v>
                </c:pt>
                <c:pt idx="1050">
                  <c:v>42096</c:v>
                </c:pt>
                <c:pt idx="1051">
                  <c:v>42097</c:v>
                </c:pt>
                <c:pt idx="1052">
                  <c:v>42100</c:v>
                </c:pt>
                <c:pt idx="1053">
                  <c:v>42101</c:v>
                </c:pt>
                <c:pt idx="1054">
                  <c:v>42102</c:v>
                </c:pt>
                <c:pt idx="1055">
                  <c:v>42103</c:v>
                </c:pt>
                <c:pt idx="1056">
                  <c:v>42104</c:v>
                </c:pt>
                <c:pt idx="1057">
                  <c:v>42107</c:v>
                </c:pt>
                <c:pt idx="1058">
                  <c:v>42108</c:v>
                </c:pt>
                <c:pt idx="1059">
                  <c:v>42109</c:v>
                </c:pt>
                <c:pt idx="1060">
                  <c:v>42110</c:v>
                </c:pt>
                <c:pt idx="1061">
                  <c:v>42111</c:v>
                </c:pt>
                <c:pt idx="1062">
                  <c:v>42114</c:v>
                </c:pt>
                <c:pt idx="1063">
                  <c:v>42115</c:v>
                </c:pt>
                <c:pt idx="1064">
                  <c:v>42116</c:v>
                </c:pt>
                <c:pt idx="1065">
                  <c:v>42117</c:v>
                </c:pt>
                <c:pt idx="1066">
                  <c:v>42118</c:v>
                </c:pt>
                <c:pt idx="1067">
                  <c:v>42121</c:v>
                </c:pt>
                <c:pt idx="1068">
                  <c:v>42122</c:v>
                </c:pt>
                <c:pt idx="1069">
                  <c:v>42123</c:v>
                </c:pt>
                <c:pt idx="1070">
                  <c:v>42124</c:v>
                </c:pt>
                <c:pt idx="1071">
                  <c:v>42128</c:v>
                </c:pt>
                <c:pt idx="1072">
                  <c:v>42130</c:v>
                </c:pt>
                <c:pt idx="1073">
                  <c:v>42131</c:v>
                </c:pt>
                <c:pt idx="1074">
                  <c:v>42132</c:v>
                </c:pt>
                <c:pt idx="1075">
                  <c:v>42135</c:v>
                </c:pt>
                <c:pt idx="1076">
                  <c:v>42136</c:v>
                </c:pt>
                <c:pt idx="1077">
                  <c:v>42137</c:v>
                </c:pt>
                <c:pt idx="1078">
                  <c:v>42138</c:v>
                </c:pt>
                <c:pt idx="1079">
                  <c:v>42139</c:v>
                </c:pt>
                <c:pt idx="1080">
                  <c:v>42142</c:v>
                </c:pt>
                <c:pt idx="1081">
                  <c:v>42143</c:v>
                </c:pt>
                <c:pt idx="1082">
                  <c:v>42144</c:v>
                </c:pt>
                <c:pt idx="1083">
                  <c:v>42145</c:v>
                </c:pt>
                <c:pt idx="1084">
                  <c:v>42146</c:v>
                </c:pt>
                <c:pt idx="1085">
                  <c:v>42150</c:v>
                </c:pt>
                <c:pt idx="1086">
                  <c:v>42151</c:v>
                </c:pt>
                <c:pt idx="1087">
                  <c:v>42152</c:v>
                </c:pt>
                <c:pt idx="1088">
                  <c:v>42153</c:v>
                </c:pt>
                <c:pt idx="1089">
                  <c:v>42156</c:v>
                </c:pt>
                <c:pt idx="1090">
                  <c:v>42157</c:v>
                </c:pt>
                <c:pt idx="1091">
                  <c:v>42158</c:v>
                </c:pt>
                <c:pt idx="1092">
                  <c:v>42159</c:v>
                </c:pt>
                <c:pt idx="1093">
                  <c:v>42160</c:v>
                </c:pt>
                <c:pt idx="1094">
                  <c:v>42163</c:v>
                </c:pt>
                <c:pt idx="1095">
                  <c:v>42164</c:v>
                </c:pt>
                <c:pt idx="1096">
                  <c:v>42165</c:v>
                </c:pt>
                <c:pt idx="1097">
                  <c:v>42166</c:v>
                </c:pt>
                <c:pt idx="1098">
                  <c:v>42167</c:v>
                </c:pt>
                <c:pt idx="1099">
                  <c:v>42170</c:v>
                </c:pt>
                <c:pt idx="1100">
                  <c:v>42171</c:v>
                </c:pt>
                <c:pt idx="1101">
                  <c:v>42172</c:v>
                </c:pt>
                <c:pt idx="1102">
                  <c:v>42173</c:v>
                </c:pt>
                <c:pt idx="1103">
                  <c:v>42174</c:v>
                </c:pt>
                <c:pt idx="1104">
                  <c:v>42177</c:v>
                </c:pt>
                <c:pt idx="1105">
                  <c:v>42178</c:v>
                </c:pt>
                <c:pt idx="1106">
                  <c:v>42179</c:v>
                </c:pt>
                <c:pt idx="1107">
                  <c:v>42180</c:v>
                </c:pt>
                <c:pt idx="1108">
                  <c:v>42181</c:v>
                </c:pt>
                <c:pt idx="1109">
                  <c:v>42184</c:v>
                </c:pt>
                <c:pt idx="1110">
                  <c:v>42185</c:v>
                </c:pt>
                <c:pt idx="1111">
                  <c:v>42186</c:v>
                </c:pt>
                <c:pt idx="1112">
                  <c:v>42187</c:v>
                </c:pt>
                <c:pt idx="1113">
                  <c:v>42188</c:v>
                </c:pt>
                <c:pt idx="1114">
                  <c:v>42191</c:v>
                </c:pt>
                <c:pt idx="1115">
                  <c:v>42192</c:v>
                </c:pt>
                <c:pt idx="1116">
                  <c:v>42193</c:v>
                </c:pt>
                <c:pt idx="1117">
                  <c:v>42194</c:v>
                </c:pt>
                <c:pt idx="1118">
                  <c:v>42195</c:v>
                </c:pt>
                <c:pt idx="1119">
                  <c:v>42198</c:v>
                </c:pt>
                <c:pt idx="1120">
                  <c:v>42199</c:v>
                </c:pt>
                <c:pt idx="1121">
                  <c:v>42200</c:v>
                </c:pt>
                <c:pt idx="1122">
                  <c:v>42201</c:v>
                </c:pt>
                <c:pt idx="1123">
                  <c:v>42202</c:v>
                </c:pt>
                <c:pt idx="1124">
                  <c:v>42205</c:v>
                </c:pt>
                <c:pt idx="1125">
                  <c:v>42206</c:v>
                </c:pt>
                <c:pt idx="1126">
                  <c:v>42207</c:v>
                </c:pt>
                <c:pt idx="1127">
                  <c:v>42208</c:v>
                </c:pt>
                <c:pt idx="1128">
                  <c:v>42209</c:v>
                </c:pt>
                <c:pt idx="1129">
                  <c:v>42212</c:v>
                </c:pt>
                <c:pt idx="1130">
                  <c:v>42213</c:v>
                </c:pt>
                <c:pt idx="1131">
                  <c:v>42214</c:v>
                </c:pt>
                <c:pt idx="1132">
                  <c:v>42215</c:v>
                </c:pt>
                <c:pt idx="1133">
                  <c:v>42216</c:v>
                </c:pt>
                <c:pt idx="1134">
                  <c:v>42219</c:v>
                </c:pt>
                <c:pt idx="1135">
                  <c:v>42220</c:v>
                </c:pt>
                <c:pt idx="1136">
                  <c:v>42221</c:v>
                </c:pt>
                <c:pt idx="1137">
                  <c:v>42222</c:v>
                </c:pt>
                <c:pt idx="1138">
                  <c:v>42223</c:v>
                </c:pt>
                <c:pt idx="1139">
                  <c:v>42226</c:v>
                </c:pt>
                <c:pt idx="1140">
                  <c:v>42227</c:v>
                </c:pt>
                <c:pt idx="1141">
                  <c:v>42228</c:v>
                </c:pt>
                <c:pt idx="1142">
                  <c:v>42229</c:v>
                </c:pt>
                <c:pt idx="1143">
                  <c:v>42233</c:v>
                </c:pt>
                <c:pt idx="1144">
                  <c:v>42234</c:v>
                </c:pt>
                <c:pt idx="1145">
                  <c:v>42235</c:v>
                </c:pt>
                <c:pt idx="1146">
                  <c:v>42236</c:v>
                </c:pt>
                <c:pt idx="1147">
                  <c:v>42237</c:v>
                </c:pt>
                <c:pt idx="1148">
                  <c:v>42240</c:v>
                </c:pt>
                <c:pt idx="1149">
                  <c:v>42241</c:v>
                </c:pt>
                <c:pt idx="1150">
                  <c:v>42242</c:v>
                </c:pt>
                <c:pt idx="1151">
                  <c:v>42243</c:v>
                </c:pt>
                <c:pt idx="1152">
                  <c:v>42244</c:v>
                </c:pt>
                <c:pt idx="1153">
                  <c:v>42247</c:v>
                </c:pt>
                <c:pt idx="1154">
                  <c:v>42248</c:v>
                </c:pt>
                <c:pt idx="1155">
                  <c:v>42249</c:v>
                </c:pt>
                <c:pt idx="1156">
                  <c:v>42250</c:v>
                </c:pt>
                <c:pt idx="1157">
                  <c:v>42251</c:v>
                </c:pt>
                <c:pt idx="1158">
                  <c:v>42254</c:v>
                </c:pt>
                <c:pt idx="1159">
                  <c:v>42255</c:v>
                </c:pt>
                <c:pt idx="1160">
                  <c:v>42256</c:v>
                </c:pt>
                <c:pt idx="1161">
                  <c:v>42257</c:v>
                </c:pt>
                <c:pt idx="1162">
                  <c:v>42258</c:v>
                </c:pt>
                <c:pt idx="1163">
                  <c:v>42261</c:v>
                </c:pt>
                <c:pt idx="1164">
                  <c:v>42262</c:v>
                </c:pt>
                <c:pt idx="1165">
                  <c:v>42263</c:v>
                </c:pt>
                <c:pt idx="1166">
                  <c:v>42264</c:v>
                </c:pt>
                <c:pt idx="1167">
                  <c:v>42265</c:v>
                </c:pt>
                <c:pt idx="1168">
                  <c:v>42268</c:v>
                </c:pt>
                <c:pt idx="1169">
                  <c:v>42269</c:v>
                </c:pt>
                <c:pt idx="1170">
                  <c:v>42270</c:v>
                </c:pt>
                <c:pt idx="1171">
                  <c:v>42271</c:v>
                </c:pt>
                <c:pt idx="1172">
                  <c:v>42272</c:v>
                </c:pt>
                <c:pt idx="1173">
                  <c:v>42277</c:v>
                </c:pt>
                <c:pt idx="1174">
                  <c:v>42278</c:v>
                </c:pt>
                <c:pt idx="1175">
                  <c:v>42279</c:v>
                </c:pt>
                <c:pt idx="1176">
                  <c:v>42282</c:v>
                </c:pt>
                <c:pt idx="1177">
                  <c:v>42283</c:v>
                </c:pt>
                <c:pt idx="1178">
                  <c:v>42284</c:v>
                </c:pt>
                <c:pt idx="1179">
                  <c:v>42285</c:v>
                </c:pt>
                <c:pt idx="1180">
                  <c:v>42289</c:v>
                </c:pt>
                <c:pt idx="1181">
                  <c:v>42290</c:v>
                </c:pt>
                <c:pt idx="1182">
                  <c:v>42291</c:v>
                </c:pt>
                <c:pt idx="1183">
                  <c:v>42292</c:v>
                </c:pt>
                <c:pt idx="1184">
                  <c:v>42293</c:v>
                </c:pt>
                <c:pt idx="1185">
                  <c:v>42296</c:v>
                </c:pt>
                <c:pt idx="1186">
                  <c:v>42297</c:v>
                </c:pt>
                <c:pt idx="1187">
                  <c:v>42298</c:v>
                </c:pt>
                <c:pt idx="1188">
                  <c:v>42299</c:v>
                </c:pt>
                <c:pt idx="1189">
                  <c:v>42300</c:v>
                </c:pt>
                <c:pt idx="1190">
                  <c:v>42303</c:v>
                </c:pt>
                <c:pt idx="1191">
                  <c:v>42304</c:v>
                </c:pt>
                <c:pt idx="1192">
                  <c:v>42305</c:v>
                </c:pt>
                <c:pt idx="1193">
                  <c:v>42306</c:v>
                </c:pt>
                <c:pt idx="1194">
                  <c:v>42307</c:v>
                </c:pt>
                <c:pt idx="1195">
                  <c:v>42310</c:v>
                </c:pt>
                <c:pt idx="1196">
                  <c:v>42311</c:v>
                </c:pt>
                <c:pt idx="1197">
                  <c:v>42312</c:v>
                </c:pt>
                <c:pt idx="1198">
                  <c:v>42313</c:v>
                </c:pt>
                <c:pt idx="1199">
                  <c:v>42314</c:v>
                </c:pt>
                <c:pt idx="1200">
                  <c:v>42317</c:v>
                </c:pt>
                <c:pt idx="1201">
                  <c:v>42318</c:v>
                </c:pt>
                <c:pt idx="1202">
                  <c:v>42319</c:v>
                </c:pt>
                <c:pt idx="1203">
                  <c:v>42320</c:v>
                </c:pt>
                <c:pt idx="1204">
                  <c:v>42321</c:v>
                </c:pt>
                <c:pt idx="1205">
                  <c:v>42324</c:v>
                </c:pt>
                <c:pt idx="1206">
                  <c:v>42325</c:v>
                </c:pt>
                <c:pt idx="1207">
                  <c:v>42326</c:v>
                </c:pt>
                <c:pt idx="1208">
                  <c:v>42327</c:v>
                </c:pt>
                <c:pt idx="1209">
                  <c:v>42328</c:v>
                </c:pt>
                <c:pt idx="1210">
                  <c:v>42331</c:v>
                </c:pt>
                <c:pt idx="1211">
                  <c:v>42332</c:v>
                </c:pt>
                <c:pt idx="1212">
                  <c:v>42333</c:v>
                </c:pt>
                <c:pt idx="1213">
                  <c:v>42334</c:v>
                </c:pt>
                <c:pt idx="1214">
                  <c:v>42335</c:v>
                </c:pt>
                <c:pt idx="1215">
                  <c:v>42338</c:v>
                </c:pt>
                <c:pt idx="1216">
                  <c:v>42339</c:v>
                </c:pt>
                <c:pt idx="1217">
                  <c:v>42340</c:v>
                </c:pt>
                <c:pt idx="1218">
                  <c:v>42341</c:v>
                </c:pt>
                <c:pt idx="1219">
                  <c:v>42342</c:v>
                </c:pt>
                <c:pt idx="1220">
                  <c:v>42345</c:v>
                </c:pt>
                <c:pt idx="1221">
                  <c:v>42346</c:v>
                </c:pt>
                <c:pt idx="1222">
                  <c:v>42347</c:v>
                </c:pt>
                <c:pt idx="1223">
                  <c:v>42348</c:v>
                </c:pt>
                <c:pt idx="1224">
                  <c:v>42349</c:v>
                </c:pt>
                <c:pt idx="1225">
                  <c:v>42352</c:v>
                </c:pt>
                <c:pt idx="1226">
                  <c:v>42353</c:v>
                </c:pt>
                <c:pt idx="1227">
                  <c:v>42354</c:v>
                </c:pt>
                <c:pt idx="1228">
                  <c:v>42355</c:v>
                </c:pt>
                <c:pt idx="1229">
                  <c:v>42356</c:v>
                </c:pt>
                <c:pt idx="1230">
                  <c:v>42359</c:v>
                </c:pt>
                <c:pt idx="1231">
                  <c:v>42360</c:v>
                </c:pt>
                <c:pt idx="1232">
                  <c:v>42361</c:v>
                </c:pt>
                <c:pt idx="1233">
                  <c:v>42362</c:v>
                </c:pt>
                <c:pt idx="1234">
                  <c:v>42366</c:v>
                </c:pt>
                <c:pt idx="1235">
                  <c:v>42367</c:v>
                </c:pt>
                <c:pt idx="1236">
                  <c:v>42368</c:v>
                </c:pt>
                <c:pt idx="1237">
                  <c:v>42373</c:v>
                </c:pt>
                <c:pt idx="1238">
                  <c:v>42374</c:v>
                </c:pt>
                <c:pt idx="1239">
                  <c:v>42375</c:v>
                </c:pt>
                <c:pt idx="1240">
                  <c:v>42376</c:v>
                </c:pt>
                <c:pt idx="1241">
                  <c:v>42377</c:v>
                </c:pt>
                <c:pt idx="1242">
                  <c:v>42380</c:v>
                </c:pt>
                <c:pt idx="1243">
                  <c:v>42381</c:v>
                </c:pt>
                <c:pt idx="1244">
                  <c:v>42382</c:v>
                </c:pt>
                <c:pt idx="1245">
                  <c:v>42383</c:v>
                </c:pt>
                <c:pt idx="1246">
                  <c:v>42384</c:v>
                </c:pt>
                <c:pt idx="1247">
                  <c:v>42387</c:v>
                </c:pt>
                <c:pt idx="1248">
                  <c:v>42388</c:v>
                </c:pt>
                <c:pt idx="1249">
                  <c:v>42389</c:v>
                </c:pt>
                <c:pt idx="1250">
                  <c:v>42390</c:v>
                </c:pt>
                <c:pt idx="1251">
                  <c:v>42391</c:v>
                </c:pt>
                <c:pt idx="1252">
                  <c:v>42394</c:v>
                </c:pt>
                <c:pt idx="1253">
                  <c:v>42395</c:v>
                </c:pt>
                <c:pt idx="1254">
                  <c:v>42396</c:v>
                </c:pt>
                <c:pt idx="1255">
                  <c:v>42397</c:v>
                </c:pt>
                <c:pt idx="1256">
                  <c:v>42398</c:v>
                </c:pt>
                <c:pt idx="1257">
                  <c:v>42401</c:v>
                </c:pt>
                <c:pt idx="1258">
                  <c:v>42402</c:v>
                </c:pt>
                <c:pt idx="1259">
                  <c:v>42403</c:v>
                </c:pt>
                <c:pt idx="1260">
                  <c:v>42404</c:v>
                </c:pt>
                <c:pt idx="1261">
                  <c:v>42405</c:v>
                </c:pt>
                <c:pt idx="1262">
                  <c:v>42411</c:v>
                </c:pt>
                <c:pt idx="1263">
                  <c:v>42412</c:v>
                </c:pt>
                <c:pt idx="1264">
                  <c:v>42415</c:v>
                </c:pt>
                <c:pt idx="1265">
                  <c:v>42416</c:v>
                </c:pt>
                <c:pt idx="1266">
                  <c:v>42417</c:v>
                </c:pt>
                <c:pt idx="1267">
                  <c:v>42418</c:v>
                </c:pt>
                <c:pt idx="1268">
                  <c:v>42419</c:v>
                </c:pt>
                <c:pt idx="1269">
                  <c:v>42422</c:v>
                </c:pt>
                <c:pt idx="1270">
                  <c:v>42423</c:v>
                </c:pt>
                <c:pt idx="1271">
                  <c:v>42424</c:v>
                </c:pt>
                <c:pt idx="1272">
                  <c:v>42425</c:v>
                </c:pt>
                <c:pt idx="1273">
                  <c:v>42426</c:v>
                </c:pt>
                <c:pt idx="1274">
                  <c:v>42429</c:v>
                </c:pt>
                <c:pt idx="1275">
                  <c:v>42431</c:v>
                </c:pt>
                <c:pt idx="1276">
                  <c:v>42432</c:v>
                </c:pt>
                <c:pt idx="1277">
                  <c:v>42433</c:v>
                </c:pt>
                <c:pt idx="1278">
                  <c:v>42436</c:v>
                </c:pt>
                <c:pt idx="1279">
                  <c:v>42437</c:v>
                </c:pt>
                <c:pt idx="1280">
                  <c:v>42438</c:v>
                </c:pt>
                <c:pt idx="1281">
                  <c:v>42439</c:v>
                </c:pt>
                <c:pt idx="1282">
                  <c:v>42440</c:v>
                </c:pt>
                <c:pt idx="1283">
                  <c:v>42443</c:v>
                </c:pt>
                <c:pt idx="1284">
                  <c:v>42444</c:v>
                </c:pt>
                <c:pt idx="1285">
                  <c:v>42445</c:v>
                </c:pt>
                <c:pt idx="1286">
                  <c:v>42446</c:v>
                </c:pt>
                <c:pt idx="1287">
                  <c:v>42447</c:v>
                </c:pt>
                <c:pt idx="1288">
                  <c:v>42450</c:v>
                </c:pt>
                <c:pt idx="1289">
                  <c:v>42451</c:v>
                </c:pt>
                <c:pt idx="1290">
                  <c:v>42452</c:v>
                </c:pt>
                <c:pt idx="1291">
                  <c:v>42453</c:v>
                </c:pt>
                <c:pt idx="1292">
                  <c:v>42454</c:v>
                </c:pt>
                <c:pt idx="1293">
                  <c:v>42457</c:v>
                </c:pt>
                <c:pt idx="1294">
                  <c:v>42458</c:v>
                </c:pt>
                <c:pt idx="1295">
                  <c:v>42459</c:v>
                </c:pt>
                <c:pt idx="1296">
                  <c:v>42460</c:v>
                </c:pt>
                <c:pt idx="1297">
                  <c:v>42461</c:v>
                </c:pt>
                <c:pt idx="1298">
                  <c:v>42464</c:v>
                </c:pt>
                <c:pt idx="1299">
                  <c:v>42465</c:v>
                </c:pt>
                <c:pt idx="1300">
                  <c:v>42466</c:v>
                </c:pt>
                <c:pt idx="1301">
                  <c:v>42467</c:v>
                </c:pt>
                <c:pt idx="1302">
                  <c:v>42468</c:v>
                </c:pt>
                <c:pt idx="1303">
                  <c:v>42471</c:v>
                </c:pt>
                <c:pt idx="1304">
                  <c:v>42472</c:v>
                </c:pt>
                <c:pt idx="1305">
                  <c:v>42474</c:v>
                </c:pt>
                <c:pt idx="1306">
                  <c:v>42475</c:v>
                </c:pt>
                <c:pt idx="1307">
                  <c:v>42478</c:v>
                </c:pt>
                <c:pt idx="1308">
                  <c:v>42479</c:v>
                </c:pt>
                <c:pt idx="1309">
                  <c:v>42480</c:v>
                </c:pt>
                <c:pt idx="1310">
                  <c:v>42481</c:v>
                </c:pt>
                <c:pt idx="1311">
                  <c:v>42482</c:v>
                </c:pt>
                <c:pt idx="1312">
                  <c:v>42485</c:v>
                </c:pt>
                <c:pt idx="1313">
                  <c:v>42486</c:v>
                </c:pt>
                <c:pt idx="1314">
                  <c:v>42487</c:v>
                </c:pt>
                <c:pt idx="1315">
                  <c:v>42488</c:v>
                </c:pt>
                <c:pt idx="1316">
                  <c:v>42489</c:v>
                </c:pt>
                <c:pt idx="1317">
                  <c:v>42492</c:v>
                </c:pt>
                <c:pt idx="1318">
                  <c:v>42493</c:v>
                </c:pt>
                <c:pt idx="1319">
                  <c:v>42494</c:v>
                </c:pt>
                <c:pt idx="1320">
                  <c:v>42499</c:v>
                </c:pt>
                <c:pt idx="1321">
                  <c:v>42500</c:v>
                </c:pt>
                <c:pt idx="1322">
                  <c:v>42501</c:v>
                </c:pt>
                <c:pt idx="1323">
                  <c:v>42502</c:v>
                </c:pt>
                <c:pt idx="1324">
                  <c:v>42503</c:v>
                </c:pt>
                <c:pt idx="1325">
                  <c:v>42506</c:v>
                </c:pt>
                <c:pt idx="1326">
                  <c:v>42507</c:v>
                </c:pt>
                <c:pt idx="1327">
                  <c:v>42508</c:v>
                </c:pt>
                <c:pt idx="1328">
                  <c:v>42509</c:v>
                </c:pt>
                <c:pt idx="1329">
                  <c:v>42510</c:v>
                </c:pt>
                <c:pt idx="1330">
                  <c:v>42513</c:v>
                </c:pt>
                <c:pt idx="1331">
                  <c:v>42514</c:v>
                </c:pt>
                <c:pt idx="1332">
                  <c:v>42515</c:v>
                </c:pt>
                <c:pt idx="1333">
                  <c:v>42516</c:v>
                </c:pt>
                <c:pt idx="1334">
                  <c:v>42517</c:v>
                </c:pt>
                <c:pt idx="1335">
                  <c:v>42520</c:v>
                </c:pt>
                <c:pt idx="1336">
                  <c:v>42521</c:v>
                </c:pt>
                <c:pt idx="1337">
                  <c:v>42522</c:v>
                </c:pt>
                <c:pt idx="1338">
                  <c:v>42523</c:v>
                </c:pt>
                <c:pt idx="1339">
                  <c:v>42524</c:v>
                </c:pt>
                <c:pt idx="1340">
                  <c:v>42528</c:v>
                </c:pt>
                <c:pt idx="1341">
                  <c:v>42529</c:v>
                </c:pt>
                <c:pt idx="1342">
                  <c:v>42530</c:v>
                </c:pt>
                <c:pt idx="1343">
                  <c:v>42531</c:v>
                </c:pt>
                <c:pt idx="1344">
                  <c:v>42534</c:v>
                </c:pt>
                <c:pt idx="1345">
                  <c:v>42535</c:v>
                </c:pt>
                <c:pt idx="1346">
                  <c:v>42536</c:v>
                </c:pt>
                <c:pt idx="1347">
                  <c:v>42537</c:v>
                </c:pt>
                <c:pt idx="1348">
                  <c:v>42538</c:v>
                </c:pt>
                <c:pt idx="1349">
                  <c:v>42541</c:v>
                </c:pt>
                <c:pt idx="1350">
                  <c:v>42542</c:v>
                </c:pt>
                <c:pt idx="1351">
                  <c:v>42543</c:v>
                </c:pt>
                <c:pt idx="1352">
                  <c:v>42544</c:v>
                </c:pt>
                <c:pt idx="1353">
                  <c:v>42545</c:v>
                </c:pt>
                <c:pt idx="1354">
                  <c:v>42548</c:v>
                </c:pt>
                <c:pt idx="1355">
                  <c:v>42549</c:v>
                </c:pt>
                <c:pt idx="1356">
                  <c:v>42550</c:v>
                </c:pt>
                <c:pt idx="1357">
                  <c:v>42551</c:v>
                </c:pt>
                <c:pt idx="1358">
                  <c:v>42552</c:v>
                </c:pt>
                <c:pt idx="1359">
                  <c:v>42555</c:v>
                </c:pt>
                <c:pt idx="1360">
                  <c:v>42556</c:v>
                </c:pt>
                <c:pt idx="1361">
                  <c:v>42557</c:v>
                </c:pt>
                <c:pt idx="1362">
                  <c:v>42558</c:v>
                </c:pt>
                <c:pt idx="1363">
                  <c:v>42559</c:v>
                </c:pt>
                <c:pt idx="1364">
                  <c:v>42562</c:v>
                </c:pt>
                <c:pt idx="1365">
                  <c:v>42563</c:v>
                </c:pt>
                <c:pt idx="1366">
                  <c:v>42564</c:v>
                </c:pt>
                <c:pt idx="1367">
                  <c:v>42565</c:v>
                </c:pt>
                <c:pt idx="1368">
                  <c:v>42566</c:v>
                </c:pt>
                <c:pt idx="1369">
                  <c:v>42569</c:v>
                </c:pt>
                <c:pt idx="1370">
                  <c:v>42570</c:v>
                </c:pt>
                <c:pt idx="1371">
                  <c:v>42571</c:v>
                </c:pt>
                <c:pt idx="1372">
                  <c:v>42572</c:v>
                </c:pt>
                <c:pt idx="1373">
                  <c:v>42573</c:v>
                </c:pt>
                <c:pt idx="1374">
                  <c:v>42576</c:v>
                </c:pt>
                <c:pt idx="1375">
                  <c:v>42577</c:v>
                </c:pt>
                <c:pt idx="1376">
                  <c:v>42578</c:v>
                </c:pt>
                <c:pt idx="1377">
                  <c:v>42579</c:v>
                </c:pt>
                <c:pt idx="1378">
                  <c:v>42580</c:v>
                </c:pt>
                <c:pt idx="1379">
                  <c:v>42583</c:v>
                </c:pt>
                <c:pt idx="1380">
                  <c:v>42584</c:v>
                </c:pt>
                <c:pt idx="1381">
                  <c:v>42585</c:v>
                </c:pt>
                <c:pt idx="1382">
                  <c:v>42586</c:v>
                </c:pt>
                <c:pt idx="1383">
                  <c:v>42587</c:v>
                </c:pt>
                <c:pt idx="1384">
                  <c:v>42590</c:v>
                </c:pt>
                <c:pt idx="1385">
                  <c:v>42591</c:v>
                </c:pt>
                <c:pt idx="1386">
                  <c:v>42592</c:v>
                </c:pt>
                <c:pt idx="1387">
                  <c:v>42593</c:v>
                </c:pt>
                <c:pt idx="1388">
                  <c:v>42594</c:v>
                </c:pt>
                <c:pt idx="1389">
                  <c:v>42598</c:v>
                </c:pt>
                <c:pt idx="1390">
                  <c:v>42599</c:v>
                </c:pt>
                <c:pt idx="1391">
                  <c:v>42600</c:v>
                </c:pt>
                <c:pt idx="1392">
                  <c:v>42601</c:v>
                </c:pt>
                <c:pt idx="1393">
                  <c:v>42604</c:v>
                </c:pt>
                <c:pt idx="1394">
                  <c:v>42605</c:v>
                </c:pt>
                <c:pt idx="1395">
                  <c:v>42606</c:v>
                </c:pt>
                <c:pt idx="1396">
                  <c:v>42607</c:v>
                </c:pt>
                <c:pt idx="1397">
                  <c:v>42608</c:v>
                </c:pt>
                <c:pt idx="1398">
                  <c:v>42611</c:v>
                </c:pt>
                <c:pt idx="1399">
                  <c:v>42612</c:v>
                </c:pt>
                <c:pt idx="1400">
                  <c:v>42613</c:v>
                </c:pt>
                <c:pt idx="1401">
                  <c:v>42614</c:v>
                </c:pt>
                <c:pt idx="1402">
                  <c:v>42615</c:v>
                </c:pt>
                <c:pt idx="1403">
                  <c:v>42618</c:v>
                </c:pt>
                <c:pt idx="1404">
                  <c:v>42619</c:v>
                </c:pt>
                <c:pt idx="1405">
                  <c:v>42620</c:v>
                </c:pt>
                <c:pt idx="1406">
                  <c:v>42621</c:v>
                </c:pt>
                <c:pt idx="1407">
                  <c:v>42622</c:v>
                </c:pt>
                <c:pt idx="1408">
                  <c:v>42625</c:v>
                </c:pt>
                <c:pt idx="1409">
                  <c:v>42626</c:v>
                </c:pt>
                <c:pt idx="1410">
                  <c:v>42632</c:v>
                </c:pt>
                <c:pt idx="1411">
                  <c:v>42633</c:v>
                </c:pt>
                <c:pt idx="1412">
                  <c:v>42634</c:v>
                </c:pt>
                <c:pt idx="1413">
                  <c:v>42635</c:v>
                </c:pt>
                <c:pt idx="1414">
                  <c:v>42636</c:v>
                </c:pt>
                <c:pt idx="1415">
                  <c:v>42639</c:v>
                </c:pt>
                <c:pt idx="1416">
                  <c:v>42640</c:v>
                </c:pt>
                <c:pt idx="1417">
                  <c:v>42641</c:v>
                </c:pt>
                <c:pt idx="1418">
                  <c:v>42642</c:v>
                </c:pt>
                <c:pt idx="1419">
                  <c:v>42643</c:v>
                </c:pt>
                <c:pt idx="1420">
                  <c:v>42647</c:v>
                </c:pt>
                <c:pt idx="1421">
                  <c:v>42648</c:v>
                </c:pt>
                <c:pt idx="1422">
                  <c:v>42649</c:v>
                </c:pt>
                <c:pt idx="1423">
                  <c:v>42650</c:v>
                </c:pt>
                <c:pt idx="1424">
                  <c:v>42653</c:v>
                </c:pt>
                <c:pt idx="1425">
                  <c:v>42654</c:v>
                </c:pt>
                <c:pt idx="1426">
                  <c:v>42655</c:v>
                </c:pt>
                <c:pt idx="1427">
                  <c:v>42656</c:v>
                </c:pt>
                <c:pt idx="1428">
                  <c:v>42657</c:v>
                </c:pt>
                <c:pt idx="1429">
                  <c:v>42660</c:v>
                </c:pt>
                <c:pt idx="1430">
                  <c:v>42661</c:v>
                </c:pt>
                <c:pt idx="1431">
                  <c:v>42662</c:v>
                </c:pt>
                <c:pt idx="1432">
                  <c:v>42663</c:v>
                </c:pt>
                <c:pt idx="1433">
                  <c:v>42664</c:v>
                </c:pt>
                <c:pt idx="1434">
                  <c:v>42667</c:v>
                </c:pt>
                <c:pt idx="1435">
                  <c:v>42668</c:v>
                </c:pt>
                <c:pt idx="1436">
                  <c:v>42669</c:v>
                </c:pt>
                <c:pt idx="1437">
                  <c:v>42670</c:v>
                </c:pt>
                <c:pt idx="1438">
                  <c:v>42671</c:v>
                </c:pt>
                <c:pt idx="1439">
                  <c:v>42674</c:v>
                </c:pt>
                <c:pt idx="1440">
                  <c:v>42675</c:v>
                </c:pt>
                <c:pt idx="1441">
                  <c:v>42676</c:v>
                </c:pt>
                <c:pt idx="1442">
                  <c:v>42677</c:v>
                </c:pt>
                <c:pt idx="1443">
                  <c:v>42678</c:v>
                </c:pt>
                <c:pt idx="1444">
                  <c:v>42681</c:v>
                </c:pt>
                <c:pt idx="1445">
                  <c:v>42682</c:v>
                </c:pt>
                <c:pt idx="1446">
                  <c:v>42683</c:v>
                </c:pt>
                <c:pt idx="1447">
                  <c:v>42684</c:v>
                </c:pt>
                <c:pt idx="1448">
                  <c:v>42685</c:v>
                </c:pt>
                <c:pt idx="1449">
                  <c:v>42688</c:v>
                </c:pt>
                <c:pt idx="1450">
                  <c:v>42689</c:v>
                </c:pt>
                <c:pt idx="1451">
                  <c:v>42690</c:v>
                </c:pt>
                <c:pt idx="1452">
                  <c:v>42691</c:v>
                </c:pt>
                <c:pt idx="1453">
                  <c:v>42692</c:v>
                </c:pt>
                <c:pt idx="1454">
                  <c:v>42695</c:v>
                </c:pt>
                <c:pt idx="1455">
                  <c:v>42696</c:v>
                </c:pt>
                <c:pt idx="1456">
                  <c:v>42697</c:v>
                </c:pt>
                <c:pt idx="1457">
                  <c:v>42698</c:v>
                </c:pt>
                <c:pt idx="1458">
                  <c:v>42699</c:v>
                </c:pt>
                <c:pt idx="1459">
                  <c:v>42702</c:v>
                </c:pt>
                <c:pt idx="1460">
                  <c:v>42703</c:v>
                </c:pt>
                <c:pt idx="1461">
                  <c:v>42704</c:v>
                </c:pt>
                <c:pt idx="1462">
                  <c:v>42705</c:v>
                </c:pt>
                <c:pt idx="1463">
                  <c:v>42706</c:v>
                </c:pt>
                <c:pt idx="1464">
                  <c:v>42709</c:v>
                </c:pt>
                <c:pt idx="1465">
                  <c:v>42710</c:v>
                </c:pt>
                <c:pt idx="1466">
                  <c:v>42711</c:v>
                </c:pt>
                <c:pt idx="1467">
                  <c:v>42712</c:v>
                </c:pt>
                <c:pt idx="1468">
                  <c:v>42713</c:v>
                </c:pt>
                <c:pt idx="1469">
                  <c:v>42716</c:v>
                </c:pt>
                <c:pt idx="1470">
                  <c:v>42717</c:v>
                </c:pt>
                <c:pt idx="1471">
                  <c:v>42718</c:v>
                </c:pt>
                <c:pt idx="1472">
                  <c:v>42719</c:v>
                </c:pt>
                <c:pt idx="1473">
                  <c:v>42720</c:v>
                </c:pt>
                <c:pt idx="1474">
                  <c:v>42723</c:v>
                </c:pt>
                <c:pt idx="1475">
                  <c:v>42724</c:v>
                </c:pt>
                <c:pt idx="1476">
                  <c:v>42725</c:v>
                </c:pt>
                <c:pt idx="1477">
                  <c:v>42726</c:v>
                </c:pt>
                <c:pt idx="1478">
                  <c:v>42727</c:v>
                </c:pt>
                <c:pt idx="1479">
                  <c:v>42730</c:v>
                </c:pt>
                <c:pt idx="1480">
                  <c:v>42731</c:v>
                </c:pt>
                <c:pt idx="1481">
                  <c:v>42732</c:v>
                </c:pt>
                <c:pt idx="1482">
                  <c:v>42733</c:v>
                </c:pt>
                <c:pt idx="1483">
                  <c:v>42737</c:v>
                </c:pt>
                <c:pt idx="1484">
                  <c:v>42738</c:v>
                </c:pt>
                <c:pt idx="1485">
                  <c:v>42739</c:v>
                </c:pt>
                <c:pt idx="1486">
                  <c:v>42740</c:v>
                </c:pt>
                <c:pt idx="1487">
                  <c:v>42741</c:v>
                </c:pt>
                <c:pt idx="1488">
                  <c:v>42744</c:v>
                </c:pt>
                <c:pt idx="1489">
                  <c:v>42745</c:v>
                </c:pt>
                <c:pt idx="1490">
                  <c:v>42746</c:v>
                </c:pt>
                <c:pt idx="1491">
                  <c:v>42747</c:v>
                </c:pt>
                <c:pt idx="1492">
                  <c:v>42748</c:v>
                </c:pt>
                <c:pt idx="1493">
                  <c:v>42751</c:v>
                </c:pt>
                <c:pt idx="1494">
                  <c:v>42752</c:v>
                </c:pt>
                <c:pt idx="1495">
                  <c:v>42753</c:v>
                </c:pt>
                <c:pt idx="1496">
                  <c:v>42754</c:v>
                </c:pt>
                <c:pt idx="1497">
                  <c:v>42755</c:v>
                </c:pt>
                <c:pt idx="1498">
                  <c:v>42758</c:v>
                </c:pt>
                <c:pt idx="1499">
                  <c:v>42759</c:v>
                </c:pt>
                <c:pt idx="1500">
                  <c:v>42760</c:v>
                </c:pt>
                <c:pt idx="1501">
                  <c:v>42761</c:v>
                </c:pt>
                <c:pt idx="1502">
                  <c:v>42766</c:v>
                </c:pt>
                <c:pt idx="1503">
                  <c:v>42767</c:v>
                </c:pt>
                <c:pt idx="1504">
                  <c:v>42768</c:v>
                </c:pt>
                <c:pt idx="1505">
                  <c:v>42769</c:v>
                </c:pt>
                <c:pt idx="1506">
                  <c:v>42772</c:v>
                </c:pt>
                <c:pt idx="1507">
                  <c:v>42773</c:v>
                </c:pt>
                <c:pt idx="1508">
                  <c:v>42774</c:v>
                </c:pt>
                <c:pt idx="1509">
                  <c:v>42775</c:v>
                </c:pt>
                <c:pt idx="1510">
                  <c:v>42776</c:v>
                </c:pt>
                <c:pt idx="1511">
                  <c:v>42779</c:v>
                </c:pt>
                <c:pt idx="1512">
                  <c:v>42780</c:v>
                </c:pt>
                <c:pt idx="1513">
                  <c:v>42781</c:v>
                </c:pt>
                <c:pt idx="1514">
                  <c:v>42782</c:v>
                </c:pt>
                <c:pt idx="1515">
                  <c:v>42783</c:v>
                </c:pt>
                <c:pt idx="1516">
                  <c:v>42786</c:v>
                </c:pt>
                <c:pt idx="1517">
                  <c:v>42787</c:v>
                </c:pt>
                <c:pt idx="1518">
                  <c:v>42788</c:v>
                </c:pt>
                <c:pt idx="1519">
                  <c:v>42789</c:v>
                </c:pt>
                <c:pt idx="1520">
                  <c:v>42790</c:v>
                </c:pt>
                <c:pt idx="1521">
                  <c:v>42793</c:v>
                </c:pt>
                <c:pt idx="1522">
                  <c:v>42794</c:v>
                </c:pt>
                <c:pt idx="1523">
                  <c:v>42796</c:v>
                </c:pt>
                <c:pt idx="1524">
                  <c:v>42797</c:v>
                </c:pt>
                <c:pt idx="1525">
                  <c:v>42800</c:v>
                </c:pt>
                <c:pt idx="1526">
                  <c:v>42801</c:v>
                </c:pt>
                <c:pt idx="1527">
                  <c:v>42802</c:v>
                </c:pt>
                <c:pt idx="1528">
                  <c:v>42803</c:v>
                </c:pt>
                <c:pt idx="1529">
                  <c:v>42804</c:v>
                </c:pt>
                <c:pt idx="1530">
                  <c:v>42807</c:v>
                </c:pt>
                <c:pt idx="1531">
                  <c:v>42808</c:v>
                </c:pt>
                <c:pt idx="1532">
                  <c:v>42809</c:v>
                </c:pt>
                <c:pt idx="1533">
                  <c:v>42810</c:v>
                </c:pt>
                <c:pt idx="1534">
                  <c:v>42811</c:v>
                </c:pt>
                <c:pt idx="1535">
                  <c:v>42814</c:v>
                </c:pt>
                <c:pt idx="1536">
                  <c:v>42815</c:v>
                </c:pt>
                <c:pt idx="1537">
                  <c:v>42816</c:v>
                </c:pt>
                <c:pt idx="1538">
                  <c:v>42817</c:v>
                </c:pt>
                <c:pt idx="1539">
                  <c:v>42818</c:v>
                </c:pt>
                <c:pt idx="1540">
                  <c:v>42821</c:v>
                </c:pt>
                <c:pt idx="1541">
                  <c:v>42822</c:v>
                </c:pt>
                <c:pt idx="1542">
                  <c:v>42823</c:v>
                </c:pt>
                <c:pt idx="1543">
                  <c:v>42824</c:v>
                </c:pt>
                <c:pt idx="1544">
                  <c:v>42825</c:v>
                </c:pt>
                <c:pt idx="1545">
                  <c:v>42828</c:v>
                </c:pt>
                <c:pt idx="1546">
                  <c:v>42829</c:v>
                </c:pt>
                <c:pt idx="1547">
                  <c:v>42830</c:v>
                </c:pt>
                <c:pt idx="1548">
                  <c:v>42831</c:v>
                </c:pt>
                <c:pt idx="1549">
                  <c:v>42832</c:v>
                </c:pt>
                <c:pt idx="1550">
                  <c:v>42835</c:v>
                </c:pt>
                <c:pt idx="1551">
                  <c:v>42836</c:v>
                </c:pt>
                <c:pt idx="1552">
                  <c:v>42837</c:v>
                </c:pt>
                <c:pt idx="1553">
                  <c:v>42838</c:v>
                </c:pt>
                <c:pt idx="1554">
                  <c:v>42839</c:v>
                </c:pt>
                <c:pt idx="1555">
                  <c:v>42842</c:v>
                </c:pt>
                <c:pt idx="1556">
                  <c:v>42843</c:v>
                </c:pt>
                <c:pt idx="1557">
                  <c:v>42844</c:v>
                </c:pt>
                <c:pt idx="1558">
                  <c:v>42845</c:v>
                </c:pt>
                <c:pt idx="1559">
                  <c:v>42846</c:v>
                </c:pt>
                <c:pt idx="1560">
                  <c:v>42849</c:v>
                </c:pt>
                <c:pt idx="1561">
                  <c:v>42850</c:v>
                </c:pt>
                <c:pt idx="1562">
                  <c:v>42851</c:v>
                </c:pt>
                <c:pt idx="1563">
                  <c:v>42852</c:v>
                </c:pt>
                <c:pt idx="1564">
                  <c:v>42853</c:v>
                </c:pt>
                <c:pt idx="1565">
                  <c:v>42857</c:v>
                </c:pt>
                <c:pt idx="1566">
                  <c:v>42859</c:v>
                </c:pt>
                <c:pt idx="1567">
                  <c:v>42863</c:v>
                </c:pt>
                <c:pt idx="1568">
                  <c:v>42865</c:v>
                </c:pt>
                <c:pt idx="1569">
                  <c:v>42866</c:v>
                </c:pt>
                <c:pt idx="1570">
                  <c:v>42867</c:v>
                </c:pt>
                <c:pt idx="1571">
                  <c:v>42870</c:v>
                </c:pt>
                <c:pt idx="1572">
                  <c:v>42871</c:v>
                </c:pt>
                <c:pt idx="1573">
                  <c:v>42872</c:v>
                </c:pt>
                <c:pt idx="1574">
                  <c:v>42873</c:v>
                </c:pt>
                <c:pt idx="1575">
                  <c:v>42874</c:v>
                </c:pt>
                <c:pt idx="1576">
                  <c:v>42877</c:v>
                </c:pt>
                <c:pt idx="1577">
                  <c:v>42878</c:v>
                </c:pt>
                <c:pt idx="1578">
                  <c:v>42879</c:v>
                </c:pt>
                <c:pt idx="1579">
                  <c:v>42880</c:v>
                </c:pt>
                <c:pt idx="1580">
                  <c:v>42881</c:v>
                </c:pt>
                <c:pt idx="1581">
                  <c:v>42884</c:v>
                </c:pt>
                <c:pt idx="1582">
                  <c:v>42885</c:v>
                </c:pt>
                <c:pt idx="1583">
                  <c:v>42886</c:v>
                </c:pt>
                <c:pt idx="1584">
                  <c:v>42887</c:v>
                </c:pt>
                <c:pt idx="1585">
                  <c:v>42888</c:v>
                </c:pt>
                <c:pt idx="1586">
                  <c:v>42891</c:v>
                </c:pt>
                <c:pt idx="1587">
                  <c:v>42893</c:v>
                </c:pt>
                <c:pt idx="1588">
                  <c:v>42894</c:v>
                </c:pt>
                <c:pt idx="1589">
                  <c:v>42895</c:v>
                </c:pt>
                <c:pt idx="1590">
                  <c:v>42898</c:v>
                </c:pt>
                <c:pt idx="1591">
                  <c:v>42899</c:v>
                </c:pt>
                <c:pt idx="1592">
                  <c:v>42900</c:v>
                </c:pt>
                <c:pt idx="1593">
                  <c:v>42901</c:v>
                </c:pt>
                <c:pt idx="1594">
                  <c:v>42902</c:v>
                </c:pt>
                <c:pt idx="1595">
                  <c:v>42905</c:v>
                </c:pt>
                <c:pt idx="1596">
                  <c:v>42906</c:v>
                </c:pt>
                <c:pt idx="1597">
                  <c:v>42907</c:v>
                </c:pt>
                <c:pt idx="1598">
                  <c:v>42908</c:v>
                </c:pt>
                <c:pt idx="1599">
                  <c:v>42909</c:v>
                </c:pt>
                <c:pt idx="1600">
                  <c:v>42912</c:v>
                </c:pt>
                <c:pt idx="1601">
                  <c:v>42913</c:v>
                </c:pt>
                <c:pt idx="1602">
                  <c:v>42914</c:v>
                </c:pt>
                <c:pt idx="1603">
                  <c:v>42915</c:v>
                </c:pt>
                <c:pt idx="1604">
                  <c:v>42916</c:v>
                </c:pt>
                <c:pt idx="1605">
                  <c:v>42919</c:v>
                </c:pt>
                <c:pt idx="1606">
                  <c:v>42920</c:v>
                </c:pt>
                <c:pt idx="1607">
                  <c:v>42921</c:v>
                </c:pt>
                <c:pt idx="1608">
                  <c:v>42922</c:v>
                </c:pt>
                <c:pt idx="1609">
                  <c:v>42923</c:v>
                </c:pt>
                <c:pt idx="1610">
                  <c:v>42926</c:v>
                </c:pt>
                <c:pt idx="1611">
                  <c:v>42927</c:v>
                </c:pt>
                <c:pt idx="1612">
                  <c:v>42928</c:v>
                </c:pt>
                <c:pt idx="1613">
                  <c:v>42929</c:v>
                </c:pt>
                <c:pt idx="1614">
                  <c:v>42930</c:v>
                </c:pt>
                <c:pt idx="1615">
                  <c:v>42933</c:v>
                </c:pt>
                <c:pt idx="1616">
                  <c:v>42934</c:v>
                </c:pt>
                <c:pt idx="1617">
                  <c:v>42935</c:v>
                </c:pt>
                <c:pt idx="1618">
                  <c:v>42936</c:v>
                </c:pt>
                <c:pt idx="1619">
                  <c:v>42937</c:v>
                </c:pt>
                <c:pt idx="1620">
                  <c:v>42940</c:v>
                </c:pt>
                <c:pt idx="1621">
                  <c:v>42941</c:v>
                </c:pt>
                <c:pt idx="1622">
                  <c:v>42942</c:v>
                </c:pt>
                <c:pt idx="1623">
                  <c:v>42943</c:v>
                </c:pt>
                <c:pt idx="1624">
                  <c:v>42944</c:v>
                </c:pt>
                <c:pt idx="1625">
                  <c:v>42947</c:v>
                </c:pt>
                <c:pt idx="1626">
                  <c:v>42948</c:v>
                </c:pt>
                <c:pt idx="1627">
                  <c:v>42949</c:v>
                </c:pt>
                <c:pt idx="1628">
                  <c:v>42950</c:v>
                </c:pt>
                <c:pt idx="1629">
                  <c:v>42951</c:v>
                </c:pt>
                <c:pt idx="1630">
                  <c:v>42954</c:v>
                </c:pt>
                <c:pt idx="1631">
                  <c:v>42955</c:v>
                </c:pt>
                <c:pt idx="1632">
                  <c:v>42956</c:v>
                </c:pt>
                <c:pt idx="1633">
                  <c:v>42957</c:v>
                </c:pt>
                <c:pt idx="1634">
                  <c:v>42958</c:v>
                </c:pt>
                <c:pt idx="1635">
                  <c:v>42961</c:v>
                </c:pt>
                <c:pt idx="1636">
                  <c:v>42963</c:v>
                </c:pt>
                <c:pt idx="1637">
                  <c:v>42964</c:v>
                </c:pt>
                <c:pt idx="1638">
                  <c:v>42965</c:v>
                </c:pt>
                <c:pt idx="1639">
                  <c:v>42968</c:v>
                </c:pt>
                <c:pt idx="1640">
                  <c:v>42969</c:v>
                </c:pt>
                <c:pt idx="1641">
                  <c:v>42970</c:v>
                </c:pt>
                <c:pt idx="1642">
                  <c:v>42971</c:v>
                </c:pt>
                <c:pt idx="1643">
                  <c:v>42972</c:v>
                </c:pt>
                <c:pt idx="1644">
                  <c:v>42975</c:v>
                </c:pt>
                <c:pt idx="1645">
                  <c:v>42976</c:v>
                </c:pt>
                <c:pt idx="1646">
                  <c:v>42977</c:v>
                </c:pt>
                <c:pt idx="1647">
                  <c:v>42978</c:v>
                </c:pt>
                <c:pt idx="1648">
                  <c:v>42979</c:v>
                </c:pt>
                <c:pt idx="1649">
                  <c:v>42982</c:v>
                </c:pt>
                <c:pt idx="1650">
                  <c:v>42983</c:v>
                </c:pt>
                <c:pt idx="1651">
                  <c:v>42984</c:v>
                </c:pt>
                <c:pt idx="1652">
                  <c:v>42985</c:v>
                </c:pt>
                <c:pt idx="1653">
                  <c:v>42986</c:v>
                </c:pt>
                <c:pt idx="1654">
                  <c:v>42989</c:v>
                </c:pt>
                <c:pt idx="1655">
                  <c:v>42990</c:v>
                </c:pt>
                <c:pt idx="1656">
                  <c:v>42991</c:v>
                </c:pt>
                <c:pt idx="1657">
                  <c:v>42992</c:v>
                </c:pt>
                <c:pt idx="1658">
                  <c:v>42993</c:v>
                </c:pt>
                <c:pt idx="1659">
                  <c:v>42996</c:v>
                </c:pt>
                <c:pt idx="1660">
                  <c:v>42997</c:v>
                </c:pt>
                <c:pt idx="1661">
                  <c:v>42998</c:v>
                </c:pt>
                <c:pt idx="1662">
                  <c:v>42999</c:v>
                </c:pt>
                <c:pt idx="1663">
                  <c:v>43000</c:v>
                </c:pt>
                <c:pt idx="1664">
                  <c:v>43003</c:v>
                </c:pt>
                <c:pt idx="1665">
                  <c:v>43004</c:v>
                </c:pt>
                <c:pt idx="1666">
                  <c:v>43005</c:v>
                </c:pt>
                <c:pt idx="1667">
                  <c:v>43006</c:v>
                </c:pt>
                <c:pt idx="1668">
                  <c:v>43007</c:v>
                </c:pt>
                <c:pt idx="1669">
                  <c:v>43018</c:v>
                </c:pt>
                <c:pt idx="1670">
                  <c:v>43019</c:v>
                </c:pt>
                <c:pt idx="1671">
                  <c:v>43020</c:v>
                </c:pt>
                <c:pt idx="1672">
                  <c:v>43021</c:v>
                </c:pt>
                <c:pt idx="1673">
                  <c:v>43024</c:v>
                </c:pt>
                <c:pt idx="1674">
                  <c:v>43025</c:v>
                </c:pt>
                <c:pt idx="1675">
                  <c:v>43026</c:v>
                </c:pt>
                <c:pt idx="1676">
                  <c:v>43027</c:v>
                </c:pt>
                <c:pt idx="1677">
                  <c:v>43028</c:v>
                </c:pt>
                <c:pt idx="1678">
                  <c:v>43031</c:v>
                </c:pt>
                <c:pt idx="1679">
                  <c:v>43032</c:v>
                </c:pt>
                <c:pt idx="1680">
                  <c:v>43033</c:v>
                </c:pt>
                <c:pt idx="1681">
                  <c:v>43034</c:v>
                </c:pt>
                <c:pt idx="1682">
                  <c:v>43035</c:v>
                </c:pt>
                <c:pt idx="1683">
                  <c:v>43038</c:v>
                </c:pt>
                <c:pt idx="1684">
                  <c:v>43039</c:v>
                </c:pt>
                <c:pt idx="1685">
                  <c:v>43040</c:v>
                </c:pt>
                <c:pt idx="1686">
                  <c:v>43041</c:v>
                </c:pt>
                <c:pt idx="1687">
                  <c:v>43042</c:v>
                </c:pt>
                <c:pt idx="1688">
                  <c:v>43045</c:v>
                </c:pt>
                <c:pt idx="1689">
                  <c:v>43046</c:v>
                </c:pt>
                <c:pt idx="1690">
                  <c:v>43047</c:v>
                </c:pt>
                <c:pt idx="1691">
                  <c:v>43048</c:v>
                </c:pt>
                <c:pt idx="1692">
                  <c:v>43049</c:v>
                </c:pt>
                <c:pt idx="1693">
                  <c:v>43052</c:v>
                </c:pt>
                <c:pt idx="1694">
                  <c:v>43053</c:v>
                </c:pt>
                <c:pt idx="1695">
                  <c:v>43054</c:v>
                </c:pt>
                <c:pt idx="1696">
                  <c:v>43055</c:v>
                </c:pt>
                <c:pt idx="1697">
                  <c:v>43056</c:v>
                </c:pt>
                <c:pt idx="1698">
                  <c:v>43059</c:v>
                </c:pt>
                <c:pt idx="1699">
                  <c:v>43060</c:v>
                </c:pt>
                <c:pt idx="1700">
                  <c:v>43061</c:v>
                </c:pt>
                <c:pt idx="1701">
                  <c:v>43062</c:v>
                </c:pt>
                <c:pt idx="1702">
                  <c:v>43063</c:v>
                </c:pt>
                <c:pt idx="1703">
                  <c:v>43066</c:v>
                </c:pt>
                <c:pt idx="1704">
                  <c:v>43067</c:v>
                </c:pt>
                <c:pt idx="1705">
                  <c:v>43068</c:v>
                </c:pt>
                <c:pt idx="1706">
                  <c:v>43069</c:v>
                </c:pt>
                <c:pt idx="1707">
                  <c:v>43070</c:v>
                </c:pt>
                <c:pt idx="1708">
                  <c:v>43073</c:v>
                </c:pt>
                <c:pt idx="1709">
                  <c:v>43074</c:v>
                </c:pt>
                <c:pt idx="1710">
                  <c:v>43075</c:v>
                </c:pt>
                <c:pt idx="1711">
                  <c:v>43076</c:v>
                </c:pt>
                <c:pt idx="1712">
                  <c:v>43077</c:v>
                </c:pt>
                <c:pt idx="1713">
                  <c:v>43080</c:v>
                </c:pt>
                <c:pt idx="1714">
                  <c:v>43081</c:v>
                </c:pt>
                <c:pt idx="1715">
                  <c:v>43082</c:v>
                </c:pt>
                <c:pt idx="1716">
                  <c:v>43083</c:v>
                </c:pt>
                <c:pt idx="1717">
                  <c:v>43084</c:v>
                </c:pt>
                <c:pt idx="1718">
                  <c:v>43087</c:v>
                </c:pt>
                <c:pt idx="1719">
                  <c:v>43088</c:v>
                </c:pt>
                <c:pt idx="1720">
                  <c:v>43089</c:v>
                </c:pt>
                <c:pt idx="1721">
                  <c:v>43090</c:v>
                </c:pt>
                <c:pt idx="1722">
                  <c:v>43091</c:v>
                </c:pt>
                <c:pt idx="1723">
                  <c:v>43095</c:v>
                </c:pt>
                <c:pt idx="1724">
                  <c:v>43096</c:v>
                </c:pt>
                <c:pt idx="1725">
                  <c:v>43097</c:v>
                </c:pt>
                <c:pt idx="1726">
                  <c:v>43102</c:v>
                </c:pt>
                <c:pt idx="1727">
                  <c:v>43103</c:v>
                </c:pt>
                <c:pt idx="1728">
                  <c:v>43104</c:v>
                </c:pt>
                <c:pt idx="1729">
                  <c:v>43105</c:v>
                </c:pt>
                <c:pt idx="1730">
                  <c:v>43108</c:v>
                </c:pt>
                <c:pt idx="1731">
                  <c:v>43109</c:v>
                </c:pt>
                <c:pt idx="1732">
                  <c:v>43110</c:v>
                </c:pt>
                <c:pt idx="1733">
                  <c:v>43111</c:v>
                </c:pt>
                <c:pt idx="1734">
                  <c:v>43112</c:v>
                </c:pt>
                <c:pt idx="1735">
                  <c:v>43115</c:v>
                </c:pt>
                <c:pt idx="1736">
                  <c:v>43116</c:v>
                </c:pt>
                <c:pt idx="1737">
                  <c:v>43117</c:v>
                </c:pt>
                <c:pt idx="1738">
                  <c:v>43118</c:v>
                </c:pt>
                <c:pt idx="1739">
                  <c:v>43119</c:v>
                </c:pt>
                <c:pt idx="1740">
                  <c:v>43122</c:v>
                </c:pt>
                <c:pt idx="1741">
                  <c:v>43123</c:v>
                </c:pt>
                <c:pt idx="1742">
                  <c:v>43124</c:v>
                </c:pt>
                <c:pt idx="1743">
                  <c:v>43125</c:v>
                </c:pt>
                <c:pt idx="1744">
                  <c:v>43126</c:v>
                </c:pt>
                <c:pt idx="1745">
                  <c:v>43129</c:v>
                </c:pt>
                <c:pt idx="1746">
                  <c:v>43130</c:v>
                </c:pt>
                <c:pt idx="1747">
                  <c:v>43131</c:v>
                </c:pt>
                <c:pt idx="1748">
                  <c:v>43132</c:v>
                </c:pt>
                <c:pt idx="1749">
                  <c:v>43133</c:v>
                </c:pt>
                <c:pt idx="1750">
                  <c:v>43136</c:v>
                </c:pt>
                <c:pt idx="1751">
                  <c:v>43137</c:v>
                </c:pt>
                <c:pt idx="1752">
                  <c:v>43138</c:v>
                </c:pt>
                <c:pt idx="1753">
                  <c:v>43139</c:v>
                </c:pt>
                <c:pt idx="1754">
                  <c:v>43140</c:v>
                </c:pt>
                <c:pt idx="1755">
                  <c:v>43143</c:v>
                </c:pt>
                <c:pt idx="1756">
                  <c:v>43144</c:v>
                </c:pt>
                <c:pt idx="1757">
                  <c:v>43145</c:v>
                </c:pt>
                <c:pt idx="1758">
                  <c:v>43150</c:v>
                </c:pt>
                <c:pt idx="1759">
                  <c:v>43151</c:v>
                </c:pt>
                <c:pt idx="1760">
                  <c:v>43152</c:v>
                </c:pt>
                <c:pt idx="1761">
                  <c:v>43153</c:v>
                </c:pt>
                <c:pt idx="1762">
                  <c:v>43154</c:v>
                </c:pt>
                <c:pt idx="1763">
                  <c:v>43157</c:v>
                </c:pt>
                <c:pt idx="1764">
                  <c:v>43158</c:v>
                </c:pt>
                <c:pt idx="1765">
                  <c:v>43159</c:v>
                </c:pt>
                <c:pt idx="1766">
                  <c:v>43161</c:v>
                </c:pt>
                <c:pt idx="1767">
                  <c:v>43164</c:v>
                </c:pt>
                <c:pt idx="1768">
                  <c:v>43165</c:v>
                </c:pt>
                <c:pt idx="1769">
                  <c:v>43166</c:v>
                </c:pt>
                <c:pt idx="1770">
                  <c:v>43167</c:v>
                </c:pt>
                <c:pt idx="1771">
                  <c:v>43168</c:v>
                </c:pt>
                <c:pt idx="1772">
                  <c:v>43171</c:v>
                </c:pt>
                <c:pt idx="1773">
                  <c:v>43172</c:v>
                </c:pt>
                <c:pt idx="1774">
                  <c:v>43173</c:v>
                </c:pt>
                <c:pt idx="1775">
                  <c:v>43174</c:v>
                </c:pt>
                <c:pt idx="1776">
                  <c:v>43175</c:v>
                </c:pt>
                <c:pt idx="1777">
                  <c:v>43178</c:v>
                </c:pt>
                <c:pt idx="1778">
                  <c:v>43179</c:v>
                </c:pt>
                <c:pt idx="1779">
                  <c:v>43180</c:v>
                </c:pt>
                <c:pt idx="1780">
                  <c:v>43181</c:v>
                </c:pt>
                <c:pt idx="1781">
                  <c:v>43182</c:v>
                </c:pt>
                <c:pt idx="1782">
                  <c:v>43185</c:v>
                </c:pt>
                <c:pt idx="1783">
                  <c:v>43186</c:v>
                </c:pt>
                <c:pt idx="1784">
                  <c:v>43187</c:v>
                </c:pt>
                <c:pt idx="1785">
                  <c:v>43188</c:v>
                </c:pt>
                <c:pt idx="1786">
                  <c:v>43189</c:v>
                </c:pt>
                <c:pt idx="1787">
                  <c:v>43192</c:v>
                </c:pt>
                <c:pt idx="1788">
                  <c:v>43193</c:v>
                </c:pt>
                <c:pt idx="1789">
                  <c:v>43194</c:v>
                </c:pt>
                <c:pt idx="1790">
                  <c:v>43195</c:v>
                </c:pt>
                <c:pt idx="1791">
                  <c:v>43196</c:v>
                </c:pt>
                <c:pt idx="1792">
                  <c:v>43199</c:v>
                </c:pt>
                <c:pt idx="1793">
                  <c:v>43200</c:v>
                </c:pt>
                <c:pt idx="1794">
                  <c:v>43201</c:v>
                </c:pt>
                <c:pt idx="1795">
                  <c:v>43202</c:v>
                </c:pt>
                <c:pt idx="1796">
                  <c:v>43203</c:v>
                </c:pt>
                <c:pt idx="1797">
                  <c:v>43206</c:v>
                </c:pt>
                <c:pt idx="1798">
                  <c:v>43207</c:v>
                </c:pt>
                <c:pt idx="1799">
                  <c:v>43208</c:v>
                </c:pt>
                <c:pt idx="1800">
                  <c:v>43209</c:v>
                </c:pt>
                <c:pt idx="1801">
                  <c:v>43210</c:v>
                </c:pt>
                <c:pt idx="1802">
                  <c:v>43213</c:v>
                </c:pt>
                <c:pt idx="1803">
                  <c:v>43214</c:v>
                </c:pt>
                <c:pt idx="1804">
                  <c:v>43215</c:v>
                </c:pt>
                <c:pt idx="1805">
                  <c:v>43216</c:v>
                </c:pt>
                <c:pt idx="1806">
                  <c:v>43217</c:v>
                </c:pt>
                <c:pt idx="1807">
                  <c:v>43220</c:v>
                </c:pt>
                <c:pt idx="1808">
                  <c:v>43222</c:v>
                </c:pt>
                <c:pt idx="1809">
                  <c:v>43223</c:v>
                </c:pt>
                <c:pt idx="1810">
                  <c:v>43224</c:v>
                </c:pt>
                <c:pt idx="1811">
                  <c:v>43228</c:v>
                </c:pt>
                <c:pt idx="1812">
                  <c:v>43229</c:v>
                </c:pt>
                <c:pt idx="1813">
                  <c:v>43230</c:v>
                </c:pt>
                <c:pt idx="1814">
                  <c:v>43231</c:v>
                </c:pt>
                <c:pt idx="1815">
                  <c:v>43234</c:v>
                </c:pt>
                <c:pt idx="1816">
                  <c:v>43235</c:v>
                </c:pt>
                <c:pt idx="1817">
                  <c:v>43236</c:v>
                </c:pt>
                <c:pt idx="1818">
                  <c:v>43237</c:v>
                </c:pt>
                <c:pt idx="1819">
                  <c:v>43238</c:v>
                </c:pt>
                <c:pt idx="1820">
                  <c:v>43241</c:v>
                </c:pt>
                <c:pt idx="1821">
                  <c:v>43243</c:v>
                </c:pt>
                <c:pt idx="1822">
                  <c:v>43244</c:v>
                </c:pt>
                <c:pt idx="1823">
                  <c:v>43245</c:v>
                </c:pt>
                <c:pt idx="1824">
                  <c:v>43248</c:v>
                </c:pt>
                <c:pt idx="1825">
                  <c:v>43249</c:v>
                </c:pt>
                <c:pt idx="1826">
                  <c:v>43250</c:v>
                </c:pt>
                <c:pt idx="1827">
                  <c:v>43251</c:v>
                </c:pt>
                <c:pt idx="1828">
                  <c:v>43252</c:v>
                </c:pt>
                <c:pt idx="1829">
                  <c:v>43255</c:v>
                </c:pt>
                <c:pt idx="1830">
                  <c:v>43256</c:v>
                </c:pt>
                <c:pt idx="1831">
                  <c:v>43258</c:v>
                </c:pt>
                <c:pt idx="1832">
                  <c:v>43259</c:v>
                </c:pt>
                <c:pt idx="1833">
                  <c:v>43262</c:v>
                </c:pt>
                <c:pt idx="1834">
                  <c:v>43263</c:v>
                </c:pt>
                <c:pt idx="1835">
                  <c:v>43265</c:v>
                </c:pt>
                <c:pt idx="1836">
                  <c:v>43266</c:v>
                </c:pt>
                <c:pt idx="1837">
                  <c:v>43269</c:v>
                </c:pt>
                <c:pt idx="1838">
                  <c:v>43270</c:v>
                </c:pt>
                <c:pt idx="1839">
                  <c:v>43271</c:v>
                </c:pt>
                <c:pt idx="1840">
                  <c:v>43272</c:v>
                </c:pt>
                <c:pt idx="1841">
                  <c:v>43273</c:v>
                </c:pt>
                <c:pt idx="1842">
                  <c:v>43276</c:v>
                </c:pt>
                <c:pt idx="1843">
                  <c:v>43277</c:v>
                </c:pt>
                <c:pt idx="1844">
                  <c:v>43278</c:v>
                </c:pt>
                <c:pt idx="1845">
                  <c:v>43279</c:v>
                </c:pt>
                <c:pt idx="1846">
                  <c:v>43280</c:v>
                </c:pt>
                <c:pt idx="1847">
                  <c:v>43283</c:v>
                </c:pt>
                <c:pt idx="1848">
                  <c:v>43284</c:v>
                </c:pt>
                <c:pt idx="1849">
                  <c:v>43285</c:v>
                </c:pt>
                <c:pt idx="1850">
                  <c:v>43286</c:v>
                </c:pt>
                <c:pt idx="1851">
                  <c:v>43287</c:v>
                </c:pt>
                <c:pt idx="1852">
                  <c:v>43290</c:v>
                </c:pt>
                <c:pt idx="1853">
                  <c:v>43291</c:v>
                </c:pt>
                <c:pt idx="1854">
                  <c:v>43292</c:v>
                </c:pt>
                <c:pt idx="1855">
                  <c:v>43293</c:v>
                </c:pt>
                <c:pt idx="1856">
                  <c:v>43294</c:v>
                </c:pt>
                <c:pt idx="1857">
                  <c:v>43297</c:v>
                </c:pt>
                <c:pt idx="1858">
                  <c:v>43298</c:v>
                </c:pt>
                <c:pt idx="1859">
                  <c:v>43299</c:v>
                </c:pt>
                <c:pt idx="1860">
                  <c:v>43300</c:v>
                </c:pt>
                <c:pt idx="1861">
                  <c:v>43301</c:v>
                </c:pt>
                <c:pt idx="1862">
                  <c:v>43304</c:v>
                </c:pt>
                <c:pt idx="1863">
                  <c:v>43305</c:v>
                </c:pt>
                <c:pt idx="1864">
                  <c:v>43306</c:v>
                </c:pt>
                <c:pt idx="1865">
                  <c:v>43307</c:v>
                </c:pt>
                <c:pt idx="1866">
                  <c:v>43308</c:v>
                </c:pt>
                <c:pt idx="1867">
                  <c:v>43311</c:v>
                </c:pt>
                <c:pt idx="1868">
                  <c:v>43312</c:v>
                </c:pt>
                <c:pt idx="1869">
                  <c:v>43313</c:v>
                </c:pt>
                <c:pt idx="1870">
                  <c:v>43314</c:v>
                </c:pt>
                <c:pt idx="1871">
                  <c:v>43315</c:v>
                </c:pt>
                <c:pt idx="1872">
                  <c:v>43318</c:v>
                </c:pt>
                <c:pt idx="1873">
                  <c:v>43319</c:v>
                </c:pt>
                <c:pt idx="1874">
                  <c:v>43320</c:v>
                </c:pt>
                <c:pt idx="1875">
                  <c:v>43321</c:v>
                </c:pt>
                <c:pt idx="1876">
                  <c:v>43322</c:v>
                </c:pt>
                <c:pt idx="1877">
                  <c:v>43325</c:v>
                </c:pt>
                <c:pt idx="1878">
                  <c:v>43326</c:v>
                </c:pt>
                <c:pt idx="1879">
                  <c:v>43328</c:v>
                </c:pt>
                <c:pt idx="1880">
                  <c:v>43329</c:v>
                </c:pt>
                <c:pt idx="1881">
                  <c:v>43332</c:v>
                </c:pt>
                <c:pt idx="1882">
                  <c:v>43333</c:v>
                </c:pt>
                <c:pt idx="1883">
                  <c:v>43334</c:v>
                </c:pt>
                <c:pt idx="1884">
                  <c:v>43335</c:v>
                </c:pt>
                <c:pt idx="1885">
                  <c:v>43336</c:v>
                </c:pt>
                <c:pt idx="1886">
                  <c:v>43339</c:v>
                </c:pt>
                <c:pt idx="1887">
                  <c:v>43340</c:v>
                </c:pt>
                <c:pt idx="1888">
                  <c:v>43341</c:v>
                </c:pt>
                <c:pt idx="1889">
                  <c:v>43342</c:v>
                </c:pt>
                <c:pt idx="1890">
                  <c:v>43343</c:v>
                </c:pt>
                <c:pt idx="1891">
                  <c:v>43346</c:v>
                </c:pt>
                <c:pt idx="1892">
                  <c:v>43347</c:v>
                </c:pt>
                <c:pt idx="1893">
                  <c:v>43348</c:v>
                </c:pt>
                <c:pt idx="1894">
                  <c:v>43349</c:v>
                </c:pt>
                <c:pt idx="1895">
                  <c:v>43350</c:v>
                </c:pt>
                <c:pt idx="1896">
                  <c:v>43353</c:v>
                </c:pt>
                <c:pt idx="1897">
                  <c:v>43354</c:v>
                </c:pt>
                <c:pt idx="1898">
                  <c:v>43355</c:v>
                </c:pt>
                <c:pt idx="1899">
                  <c:v>43356</c:v>
                </c:pt>
                <c:pt idx="1900">
                  <c:v>43357</c:v>
                </c:pt>
                <c:pt idx="1901">
                  <c:v>43360</c:v>
                </c:pt>
                <c:pt idx="1902">
                  <c:v>43361</c:v>
                </c:pt>
                <c:pt idx="1903">
                  <c:v>43362</c:v>
                </c:pt>
                <c:pt idx="1904">
                  <c:v>43363</c:v>
                </c:pt>
                <c:pt idx="1905">
                  <c:v>43364</c:v>
                </c:pt>
                <c:pt idx="1906">
                  <c:v>43370</c:v>
                </c:pt>
                <c:pt idx="1907">
                  <c:v>43371</c:v>
                </c:pt>
                <c:pt idx="1908">
                  <c:v>43374</c:v>
                </c:pt>
                <c:pt idx="1909">
                  <c:v>43375</c:v>
                </c:pt>
                <c:pt idx="1910">
                  <c:v>43377</c:v>
                </c:pt>
                <c:pt idx="1911">
                  <c:v>43378</c:v>
                </c:pt>
                <c:pt idx="1912">
                  <c:v>43381</c:v>
                </c:pt>
                <c:pt idx="1913">
                  <c:v>43383</c:v>
                </c:pt>
                <c:pt idx="1914">
                  <c:v>43384</c:v>
                </c:pt>
                <c:pt idx="1915">
                  <c:v>43385</c:v>
                </c:pt>
                <c:pt idx="1916">
                  <c:v>43388</c:v>
                </c:pt>
                <c:pt idx="1917">
                  <c:v>43389</c:v>
                </c:pt>
                <c:pt idx="1918">
                  <c:v>43390</c:v>
                </c:pt>
                <c:pt idx="1919">
                  <c:v>43391</c:v>
                </c:pt>
                <c:pt idx="1920">
                  <c:v>43392</c:v>
                </c:pt>
                <c:pt idx="1921">
                  <c:v>43395</c:v>
                </c:pt>
                <c:pt idx="1922">
                  <c:v>43396</c:v>
                </c:pt>
                <c:pt idx="1923">
                  <c:v>43397</c:v>
                </c:pt>
                <c:pt idx="1924">
                  <c:v>43398</c:v>
                </c:pt>
                <c:pt idx="1925">
                  <c:v>43399</c:v>
                </c:pt>
                <c:pt idx="1926">
                  <c:v>43402</c:v>
                </c:pt>
                <c:pt idx="1927">
                  <c:v>43403</c:v>
                </c:pt>
                <c:pt idx="1928">
                  <c:v>43404</c:v>
                </c:pt>
                <c:pt idx="1929">
                  <c:v>43405</c:v>
                </c:pt>
                <c:pt idx="1930">
                  <c:v>43406</c:v>
                </c:pt>
                <c:pt idx="1931">
                  <c:v>43409</c:v>
                </c:pt>
                <c:pt idx="1932">
                  <c:v>43410</c:v>
                </c:pt>
                <c:pt idx="1933">
                  <c:v>43411</c:v>
                </c:pt>
                <c:pt idx="1934">
                  <c:v>43412</c:v>
                </c:pt>
                <c:pt idx="1935">
                  <c:v>43413</c:v>
                </c:pt>
                <c:pt idx="1936">
                  <c:v>43416</c:v>
                </c:pt>
                <c:pt idx="1937">
                  <c:v>43417</c:v>
                </c:pt>
                <c:pt idx="1938">
                  <c:v>43418</c:v>
                </c:pt>
                <c:pt idx="1939">
                  <c:v>43419</c:v>
                </c:pt>
                <c:pt idx="1940">
                  <c:v>43420</c:v>
                </c:pt>
                <c:pt idx="1941">
                  <c:v>43423</c:v>
                </c:pt>
                <c:pt idx="1942">
                  <c:v>43424</c:v>
                </c:pt>
                <c:pt idx="1943">
                  <c:v>43425</c:v>
                </c:pt>
                <c:pt idx="1944">
                  <c:v>43426</c:v>
                </c:pt>
                <c:pt idx="1945">
                  <c:v>43427</c:v>
                </c:pt>
                <c:pt idx="1946">
                  <c:v>43430</c:v>
                </c:pt>
                <c:pt idx="1947">
                  <c:v>43431</c:v>
                </c:pt>
                <c:pt idx="1948">
                  <c:v>43432</c:v>
                </c:pt>
                <c:pt idx="1949">
                  <c:v>43433</c:v>
                </c:pt>
                <c:pt idx="1950">
                  <c:v>43434</c:v>
                </c:pt>
                <c:pt idx="1951">
                  <c:v>43437</c:v>
                </c:pt>
                <c:pt idx="1952">
                  <c:v>43438</c:v>
                </c:pt>
                <c:pt idx="1953">
                  <c:v>43439</c:v>
                </c:pt>
                <c:pt idx="1954">
                  <c:v>43440</c:v>
                </c:pt>
                <c:pt idx="1955">
                  <c:v>43441</c:v>
                </c:pt>
                <c:pt idx="1956">
                  <c:v>43444</c:v>
                </c:pt>
                <c:pt idx="1957">
                  <c:v>43445</c:v>
                </c:pt>
                <c:pt idx="1958">
                  <c:v>43446</c:v>
                </c:pt>
                <c:pt idx="1959">
                  <c:v>43447</c:v>
                </c:pt>
                <c:pt idx="1960">
                  <c:v>43448</c:v>
                </c:pt>
                <c:pt idx="1961">
                  <c:v>43451</c:v>
                </c:pt>
                <c:pt idx="1962">
                  <c:v>43452</c:v>
                </c:pt>
                <c:pt idx="1963">
                  <c:v>43453</c:v>
                </c:pt>
                <c:pt idx="1964">
                  <c:v>43454</c:v>
                </c:pt>
                <c:pt idx="1965">
                  <c:v>43455</c:v>
                </c:pt>
                <c:pt idx="1966">
                  <c:v>43458</c:v>
                </c:pt>
                <c:pt idx="1967">
                  <c:v>43460</c:v>
                </c:pt>
                <c:pt idx="1968">
                  <c:v>43461</c:v>
                </c:pt>
                <c:pt idx="1969">
                  <c:v>43462</c:v>
                </c:pt>
                <c:pt idx="1970">
                  <c:v>43467</c:v>
                </c:pt>
                <c:pt idx="1971">
                  <c:v>43468</c:v>
                </c:pt>
                <c:pt idx="1972">
                  <c:v>43469</c:v>
                </c:pt>
                <c:pt idx="1973">
                  <c:v>43472</c:v>
                </c:pt>
                <c:pt idx="1974">
                  <c:v>43473</c:v>
                </c:pt>
                <c:pt idx="1975">
                  <c:v>43474</c:v>
                </c:pt>
                <c:pt idx="1976">
                  <c:v>43475</c:v>
                </c:pt>
                <c:pt idx="1977">
                  <c:v>43476</c:v>
                </c:pt>
                <c:pt idx="1978">
                  <c:v>43479</c:v>
                </c:pt>
                <c:pt idx="1979">
                  <c:v>43480</c:v>
                </c:pt>
                <c:pt idx="1980">
                  <c:v>43481</c:v>
                </c:pt>
                <c:pt idx="1981">
                  <c:v>43482</c:v>
                </c:pt>
                <c:pt idx="1982">
                  <c:v>43483</c:v>
                </c:pt>
                <c:pt idx="1983">
                  <c:v>43486</c:v>
                </c:pt>
                <c:pt idx="1984">
                  <c:v>43487</c:v>
                </c:pt>
                <c:pt idx="1985">
                  <c:v>43488</c:v>
                </c:pt>
                <c:pt idx="1986">
                  <c:v>43489</c:v>
                </c:pt>
                <c:pt idx="1987">
                  <c:v>43490</c:v>
                </c:pt>
                <c:pt idx="1988">
                  <c:v>43493</c:v>
                </c:pt>
                <c:pt idx="1989">
                  <c:v>43494</c:v>
                </c:pt>
                <c:pt idx="1990">
                  <c:v>43495</c:v>
                </c:pt>
                <c:pt idx="1991">
                  <c:v>43496</c:v>
                </c:pt>
                <c:pt idx="1992">
                  <c:v>43497</c:v>
                </c:pt>
                <c:pt idx="1993">
                  <c:v>43503</c:v>
                </c:pt>
                <c:pt idx="1994">
                  <c:v>43504</c:v>
                </c:pt>
                <c:pt idx="1995">
                  <c:v>43507</c:v>
                </c:pt>
                <c:pt idx="1996">
                  <c:v>43508</c:v>
                </c:pt>
                <c:pt idx="1997">
                  <c:v>43509</c:v>
                </c:pt>
                <c:pt idx="1998">
                  <c:v>43510</c:v>
                </c:pt>
                <c:pt idx="1999">
                  <c:v>43511</c:v>
                </c:pt>
                <c:pt idx="2000">
                  <c:v>43514</c:v>
                </c:pt>
                <c:pt idx="2001">
                  <c:v>43515</c:v>
                </c:pt>
                <c:pt idx="2002">
                  <c:v>43516</c:v>
                </c:pt>
                <c:pt idx="2003">
                  <c:v>43517</c:v>
                </c:pt>
                <c:pt idx="2004">
                  <c:v>43518</c:v>
                </c:pt>
                <c:pt idx="2005">
                  <c:v>43521</c:v>
                </c:pt>
                <c:pt idx="2006">
                  <c:v>43522</c:v>
                </c:pt>
                <c:pt idx="2007">
                  <c:v>43523</c:v>
                </c:pt>
                <c:pt idx="2008">
                  <c:v>43524</c:v>
                </c:pt>
                <c:pt idx="2009">
                  <c:v>43528</c:v>
                </c:pt>
                <c:pt idx="2010">
                  <c:v>43529</c:v>
                </c:pt>
                <c:pt idx="2011">
                  <c:v>43530</c:v>
                </c:pt>
                <c:pt idx="2012">
                  <c:v>43531</c:v>
                </c:pt>
                <c:pt idx="2013">
                  <c:v>43532</c:v>
                </c:pt>
                <c:pt idx="2014">
                  <c:v>43535</c:v>
                </c:pt>
                <c:pt idx="2015">
                  <c:v>43536</c:v>
                </c:pt>
                <c:pt idx="2016">
                  <c:v>43537</c:v>
                </c:pt>
                <c:pt idx="2017">
                  <c:v>43538</c:v>
                </c:pt>
                <c:pt idx="2018">
                  <c:v>43539</c:v>
                </c:pt>
                <c:pt idx="2019">
                  <c:v>43542</c:v>
                </c:pt>
                <c:pt idx="2020">
                  <c:v>43543</c:v>
                </c:pt>
                <c:pt idx="2021">
                  <c:v>43544</c:v>
                </c:pt>
                <c:pt idx="2022">
                  <c:v>43545</c:v>
                </c:pt>
                <c:pt idx="2023">
                  <c:v>43546</c:v>
                </c:pt>
                <c:pt idx="2024">
                  <c:v>43549</c:v>
                </c:pt>
                <c:pt idx="2025">
                  <c:v>43550</c:v>
                </c:pt>
                <c:pt idx="2026">
                  <c:v>43551</c:v>
                </c:pt>
                <c:pt idx="2027">
                  <c:v>43552</c:v>
                </c:pt>
                <c:pt idx="2028">
                  <c:v>43553</c:v>
                </c:pt>
                <c:pt idx="2029">
                  <c:v>43556</c:v>
                </c:pt>
                <c:pt idx="2030">
                  <c:v>43557</c:v>
                </c:pt>
                <c:pt idx="2031">
                  <c:v>43558</c:v>
                </c:pt>
                <c:pt idx="2032">
                  <c:v>43559</c:v>
                </c:pt>
                <c:pt idx="2033">
                  <c:v>43560</c:v>
                </c:pt>
                <c:pt idx="2034">
                  <c:v>43563</c:v>
                </c:pt>
                <c:pt idx="2035">
                  <c:v>43564</c:v>
                </c:pt>
                <c:pt idx="2036">
                  <c:v>43565</c:v>
                </c:pt>
                <c:pt idx="2037">
                  <c:v>43566</c:v>
                </c:pt>
                <c:pt idx="2038">
                  <c:v>43567</c:v>
                </c:pt>
                <c:pt idx="2039">
                  <c:v>43570</c:v>
                </c:pt>
                <c:pt idx="2040">
                  <c:v>43571</c:v>
                </c:pt>
                <c:pt idx="2041">
                  <c:v>43572</c:v>
                </c:pt>
                <c:pt idx="2042">
                  <c:v>43573</c:v>
                </c:pt>
                <c:pt idx="2043">
                  <c:v>43574</c:v>
                </c:pt>
                <c:pt idx="2044">
                  <c:v>43577</c:v>
                </c:pt>
                <c:pt idx="2045">
                  <c:v>43578</c:v>
                </c:pt>
                <c:pt idx="2046">
                  <c:v>43579</c:v>
                </c:pt>
                <c:pt idx="2047">
                  <c:v>43580</c:v>
                </c:pt>
                <c:pt idx="2048">
                  <c:v>43581</c:v>
                </c:pt>
                <c:pt idx="2049">
                  <c:v>43584</c:v>
                </c:pt>
                <c:pt idx="2050">
                  <c:v>43585</c:v>
                </c:pt>
                <c:pt idx="2051">
                  <c:v>43587</c:v>
                </c:pt>
                <c:pt idx="2052">
                  <c:v>43588</c:v>
                </c:pt>
                <c:pt idx="2053">
                  <c:v>43592</c:v>
                </c:pt>
                <c:pt idx="2054">
                  <c:v>43593</c:v>
                </c:pt>
                <c:pt idx="2055">
                  <c:v>43594</c:v>
                </c:pt>
                <c:pt idx="2056">
                  <c:v>43595</c:v>
                </c:pt>
                <c:pt idx="2057">
                  <c:v>43598</c:v>
                </c:pt>
                <c:pt idx="2058">
                  <c:v>43599</c:v>
                </c:pt>
                <c:pt idx="2059">
                  <c:v>43600</c:v>
                </c:pt>
                <c:pt idx="2060">
                  <c:v>43601</c:v>
                </c:pt>
                <c:pt idx="2061">
                  <c:v>43602</c:v>
                </c:pt>
                <c:pt idx="2062">
                  <c:v>43605</c:v>
                </c:pt>
                <c:pt idx="2063">
                  <c:v>43606</c:v>
                </c:pt>
                <c:pt idx="2064">
                  <c:v>43607</c:v>
                </c:pt>
                <c:pt idx="2065">
                  <c:v>43608</c:v>
                </c:pt>
                <c:pt idx="2066">
                  <c:v>43609</c:v>
                </c:pt>
                <c:pt idx="2067">
                  <c:v>43612</c:v>
                </c:pt>
                <c:pt idx="2068">
                  <c:v>43613</c:v>
                </c:pt>
                <c:pt idx="2069">
                  <c:v>43614</c:v>
                </c:pt>
                <c:pt idx="2070">
                  <c:v>43615</c:v>
                </c:pt>
                <c:pt idx="2071">
                  <c:v>43616</c:v>
                </c:pt>
                <c:pt idx="2072">
                  <c:v>43619</c:v>
                </c:pt>
                <c:pt idx="2073">
                  <c:v>43620</c:v>
                </c:pt>
                <c:pt idx="2074">
                  <c:v>43621</c:v>
                </c:pt>
                <c:pt idx="2075">
                  <c:v>43623</c:v>
                </c:pt>
                <c:pt idx="2076">
                  <c:v>43626</c:v>
                </c:pt>
                <c:pt idx="2077">
                  <c:v>43627</c:v>
                </c:pt>
                <c:pt idx="2078">
                  <c:v>43628</c:v>
                </c:pt>
                <c:pt idx="2079">
                  <c:v>43629</c:v>
                </c:pt>
                <c:pt idx="2080">
                  <c:v>43630</c:v>
                </c:pt>
                <c:pt idx="2081">
                  <c:v>43633</c:v>
                </c:pt>
                <c:pt idx="2082">
                  <c:v>43634</c:v>
                </c:pt>
                <c:pt idx="2083">
                  <c:v>43635</c:v>
                </c:pt>
                <c:pt idx="2084">
                  <c:v>43636</c:v>
                </c:pt>
                <c:pt idx="2085">
                  <c:v>43637</c:v>
                </c:pt>
                <c:pt idx="2086">
                  <c:v>43640</c:v>
                </c:pt>
                <c:pt idx="2087">
                  <c:v>43641</c:v>
                </c:pt>
                <c:pt idx="2088">
                  <c:v>43642</c:v>
                </c:pt>
                <c:pt idx="2089">
                  <c:v>43643</c:v>
                </c:pt>
                <c:pt idx="2090">
                  <c:v>43644</c:v>
                </c:pt>
                <c:pt idx="2091">
                  <c:v>43647</c:v>
                </c:pt>
                <c:pt idx="2092">
                  <c:v>43648</c:v>
                </c:pt>
                <c:pt idx="2093">
                  <c:v>43649</c:v>
                </c:pt>
                <c:pt idx="2094">
                  <c:v>43650</c:v>
                </c:pt>
                <c:pt idx="2095">
                  <c:v>43651</c:v>
                </c:pt>
                <c:pt idx="2096">
                  <c:v>43654</c:v>
                </c:pt>
                <c:pt idx="2097">
                  <c:v>43655</c:v>
                </c:pt>
                <c:pt idx="2098">
                  <c:v>43656</c:v>
                </c:pt>
                <c:pt idx="2099">
                  <c:v>43657</c:v>
                </c:pt>
                <c:pt idx="2100">
                  <c:v>43658</c:v>
                </c:pt>
                <c:pt idx="2101">
                  <c:v>43661</c:v>
                </c:pt>
                <c:pt idx="2102">
                  <c:v>43662</c:v>
                </c:pt>
                <c:pt idx="2103">
                  <c:v>43663</c:v>
                </c:pt>
                <c:pt idx="2104">
                  <c:v>43664</c:v>
                </c:pt>
                <c:pt idx="2105">
                  <c:v>43665</c:v>
                </c:pt>
                <c:pt idx="2106">
                  <c:v>43668</c:v>
                </c:pt>
                <c:pt idx="2107">
                  <c:v>43669</c:v>
                </c:pt>
                <c:pt idx="2108">
                  <c:v>43670</c:v>
                </c:pt>
                <c:pt idx="2109">
                  <c:v>43671</c:v>
                </c:pt>
                <c:pt idx="2110">
                  <c:v>43672</c:v>
                </c:pt>
                <c:pt idx="2111">
                  <c:v>43675</c:v>
                </c:pt>
                <c:pt idx="2112">
                  <c:v>43676</c:v>
                </c:pt>
                <c:pt idx="2113">
                  <c:v>43677</c:v>
                </c:pt>
                <c:pt idx="2114">
                  <c:v>43678</c:v>
                </c:pt>
                <c:pt idx="2115">
                  <c:v>43679</c:v>
                </c:pt>
                <c:pt idx="2116">
                  <c:v>43682</c:v>
                </c:pt>
                <c:pt idx="2117">
                  <c:v>43683</c:v>
                </c:pt>
                <c:pt idx="2118">
                  <c:v>43684</c:v>
                </c:pt>
                <c:pt idx="2119">
                  <c:v>43685</c:v>
                </c:pt>
                <c:pt idx="2120">
                  <c:v>43686</c:v>
                </c:pt>
                <c:pt idx="2121">
                  <c:v>43689</c:v>
                </c:pt>
                <c:pt idx="2122">
                  <c:v>43690</c:v>
                </c:pt>
                <c:pt idx="2123">
                  <c:v>43691</c:v>
                </c:pt>
                <c:pt idx="2124">
                  <c:v>43693</c:v>
                </c:pt>
                <c:pt idx="2125">
                  <c:v>43696</c:v>
                </c:pt>
                <c:pt idx="2126">
                  <c:v>43697</c:v>
                </c:pt>
                <c:pt idx="2127">
                  <c:v>43698</c:v>
                </c:pt>
                <c:pt idx="2128">
                  <c:v>43699</c:v>
                </c:pt>
                <c:pt idx="2129">
                  <c:v>43700</c:v>
                </c:pt>
                <c:pt idx="2130">
                  <c:v>43703</c:v>
                </c:pt>
                <c:pt idx="2131">
                  <c:v>43704</c:v>
                </c:pt>
                <c:pt idx="2132">
                  <c:v>43705</c:v>
                </c:pt>
                <c:pt idx="2133">
                  <c:v>43706</c:v>
                </c:pt>
                <c:pt idx="2134">
                  <c:v>43707</c:v>
                </c:pt>
                <c:pt idx="2135">
                  <c:v>43710</c:v>
                </c:pt>
                <c:pt idx="2136">
                  <c:v>43711</c:v>
                </c:pt>
                <c:pt idx="2137">
                  <c:v>43712</c:v>
                </c:pt>
                <c:pt idx="2138">
                  <c:v>43713</c:v>
                </c:pt>
                <c:pt idx="2139">
                  <c:v>43714</c:v>
                </c:pt>
                <c:pt idx="2140">
                  <c:v>43717</c:v>
                </c:pt>
                <c:pt idx="2141">
                  <c:v>43718</c:v>
                </c:pt>
                <c:pt idx="2142">
                  <c:v>43719</c:v>
                </c:pt>
                <c:pt idx="2143">
                  <c:v>43724</c:v>
                </c:pt>
                <c:pt idx="2144">
                  <c:v>43725</c:v>
                </c:pt>
                <c:pt idx="2145">
                  <c:v>43726</c:v>
                </c:pt>
                <c:pt idx="2146">
                  <c:v>43727</c:v>
                </c:pt>
                <c:pt idx="2147">
                  <c:v>43728</c:v>
                </c:pt>
                <c:pt idx="2148">
                  <c:v>43731</c:v>
                </c:pt>
                <c:pt idx="2149">
                  <c:v>43732</c:v>
                </c:pt>
                <c:pt idx="2150">
                  <c:v>43733</c:v>
                </c:pt>
                <c:pt idx="2151">
                  <c:v>43734</c:v>
                </c:pt>
                <c:pt idx="2152">
                  <c:v>43735</c:v>
                </c:pt>
                <c:pt idx="2153">
                  <c:v>43738</c:v>
                </c:pt>
                <c:pt idx="2154">
                  <c:v>43739</c:v>
                </c:pt>
                <c:pt idx="2155">
                  <c:v>43740</c:v>
                </c:pt>
                <c:pt idx="2156">
                  <c:v>43742</c:v>
                </c:pt>
                <c:pt idx="2157">
                  <c:v>43745</c:v>
                </c:pt>
                <c:pt idx="2158">
                  <c:v>43746</c:v>
                </c:pt>
                <c:pt idx="2159">
                  <c:v>43748</c:v>
                </c:pt>
                <c:pt idx="2160">
                  <c:v>43749</c:v>
                </c:pt>
                <c:pt idx="2161">
                  <c:v>43752</c:v>
                </c:pt>
                <c:pt idx="2162">
                  <c:v>43753</c:v>
                </c:pt>
                <c:pt idx="2163">
                  <c:v>43754</c:v>
                </c:pt>
                <c:pt idx="2164">
                  <c:v>43755</c:v>
                </c:pt>
                <c:pt idx="2165">
                  <c:v>43756</c:v>
                </c:pt>
                <c:pt idx="2166">
                  <c:v>43759</c:v>
                </c:pt>
                <c:pt idx="2167">
                  <c:v>43760</c:v>
                </c:pt>
                <c:pt idx="2168">
                  <c:v>43761</c:v>
                </c:pt>
                <c:pt idx="2169">
                  <c:v>43762</c:v>
                </c:pt>
                <c:pt idx="2170">
                  <c:v>43763</c:v>
                </c:pt>
                <c:pt idx="2171">
                  <c:v>43766</c:v>
                </c:pt>
                <c:pt idx="2172">
                  <c:v>43767</c:v>
                </c:pt>
                <c:pt idx="2173">
                  <c:v>43768</c:v>
                </c:pt>
                <c:pt idx="2174">
                  <c:v>43769</c:v>
                </c:pt>
                <c:pt idx="2175">
                  <c:v>43770</c:v>
                </c:pt>
                <c:pt idx="2176">
                  <c:v>43773</c:v>
                </c:pt>
                <c:pt idx="2177">
                  <c:v>43774</c:v>
                </c:pt>
                <c:pt idx="2178">
                  <c:v>43775</c:v>
                </c:pt>
                <c:pt idx="2179">
                  <c:v>43776</c:v>
                </c:pt>
                <c:pt idx="2180">
                  <c:v>43777</c:v>
                </c:pt>
                <c:pt idx="2181">
                  <c:v>43780</c:v>
                </c:pt>
                <c:pt idx="2182">
                  <c:v>43781</c:v>
                </c:pt>
                <c:pt idx="2183">
                  <c:v>43782</c:v>
                </c:pt>
                <c:pt idx="2184">
                  <c:v>43783</c:v>
                </c:pt>
                <c:pt idx="2185">
                  <c:v>43784</c:v>
                </c:pt>
                <c:pt idx="2186">
                  <c:v>43787</c:v>
                </c:pt>
                <c:pt idx="2187">
                  <c:v>43788</c:v>
                </c:pt>
                <c:pt idx="2188">
                  <c:v>43789</c:v>
                </c:pt>
                <c:pt idx="2189">
                  <c:v>43790</c:v>
                </c:pt>
                <c:pt idx="2190">
                  <c:v>43791</c:v>
                </c:pt>
                <c:pt idx="2191">
                  <c:v>43794</c:v>
                </c:pt>
                <c:pt idx="2192">
                  <c:v>43795</c:v>
                </c:pt>
                <c:pt idx="2193">
                  <c:v>43796</c:v>
                </c:pt>
                <c:pt idx="2194">
                  <c:v>43797</c:v>
                </c:pt>
                <c:pt idx="2195">
                  <c:v>43798</c:v>
                </c:pt>
                <c:pt idx="2196">
                  <c:v>43801</c:v>
                </c:pt>
                <c:pt idx="2197">
                  <c:v>43802</c:v>
                </c:pt>
                <c:pt idx="2198">
                  <c:v>43803</c:v>
                </c:pt>
                <c:pt idx="2199">
                  <c:v>43804</c:v>
                </c:pt>
                <c:pt idx="2200">
                  <c:v>43805</c:v>
                </c:pt>
                <c:pt idx="2201">
                  <c:v>43808</c:v>
                </c:pt>
                <c:pt idx="2202">
                  <c:v>43809</c:v>
                </c:pt>
                <c:pt idx="2203">
                  <c:v>43810</c:v>
                </c:pt>
                <c:pt idx="2204">
                  <c:v>43811</c:v>
                </c:pt>
                <c:pt idx="2205">
                  <c:v>43812</c:v>
                </c:pt>
                <c:pt idx="2206">
                  <c:v>43815</c:v>
                </c:pt>
                <c:pt idx="2207">
                  <c:v>43816</c:v>
                </c:pt>
                <c:pt idx="2208">
                  <c:v>43817</c:v>
                </c:pt>
                <c:pt idx="2209">
                  <c:v>43818</c:v>
                </c:pt>
                <c:pt idx="2210">
                  <c:v>43819</c:v>
                </c:pt>
                <c:pt idx="2211">
                  <c:v>43822</c:v>
                </c:pt>
                <c:pt idx="2212">
                  <c:v>43823</c:v>
                </c:pt>
                <c:pt idx="2213">
                  <c:v>43825</c:v>
                </c:pt>
                <c:pt idx="2214">
                  <c:v>43826</c:v>
                </c:pt>
                <c:pt idx="2215">
                  <c:v>43829</c:v>
                </c:pt>
                <c:pt idx="2216">
                  <c:v>43832</c:v>
                </c:pt>
                <c:pt idx="2217">
                  <c:v>43833</c:v>
                </c:pt>
                <c:pt idx="2218">
                  <c:v>43836</c:v>
                </c:pt>
                <c:pt idx="2219">
                  <c:v>43837</c:v>
                </c:pt>
                <c:pt idx="2220">
                  <c:v>43838</c:v>
                </c:pt>
                <c:pt idx="2221">
                  <c:v>43839</c:v>
                </c:pt>
                <c:pt idx="2222">
                  <c:v>43840</c:v>
                </c:pt>
                <c:pt idx="2223">
                  <c:v>43843</c:v>
                </c:pt>
                <c:pt idx="2224">
                  <c:v>43844</c:v>
                </c:pt>
                <c:pt idx="2225">
                  <c:v>43845</c:v>
                </c:pt>
                <c:pt idx="2226">
                  <c:v>43846</c:v>
                </c:pt>
                <c:pt idx="2227">
                  <c:v>43847</c:v>
                </c:pt>
                <c:pt idx="2228">
                  <c:v>43850</c:v>
                </c:pt>
                <c:pt idx="2229">
                  <c:v>43851</c:v>
                </c:pt>
                <c:pt idx="2230">
                  <c:v>43852</c:v>
                </c:pt>
                <c:pt idx="2231">
                  <c:v>43853</c:v>
                </c:pt>
                <c:pt idx="2232">
                  <c:v>43858</c:v>
                </c:pt>
                <c:pt idx="2233">
                  <c:v>43859</c:v>
                </c:pt>
                <c:pt idx="2234">
                  <c:v>43860</c:v>
                </c:pt>
                <c:pt idx="2235">
                  <c:v>43861</c:v>
                </c:pt>
                <c:pt idx="2236">
                  <c:v>43864</c:v>
                </c:pt>
                <c:pt idx="2237">
                  <c:v>43865</c:v>
                </c:pt>
                <c:pt idx="2238">
                  <c:v>43866</c:v>
                </c:pt>
                <c:pt idx="2239">
                  <c:v>43867</c:v>
                </c:pt>
                <c:pt idx="2240">
                  <c:v>43868</c:v>
                </c:pt>
                <c:pt idx="2241">
                  <c:v>43871</c:v>
                </c:pt>
                <c:pt idx="2242">
                  <c:v>43872</c:v>
                </c:pt>
                <c:pt idx="2243">
                  <c:v>43873</c:v>
                </c:pt>
                <c:pt idx="2244">
                  <c:v>43874</c:v>
                </c:pt>
                <c:pt idx="2245">
                  <c:v>43875</c:v>
                </c:pt>
                <c:pt idx="2246">
                  <c:v>43878</c:v>
                </c:pt>
                <c:pt idx="2247">
                  <c:v>43879</c:v>
                </c:pt>
                <c:pt idx="2248">
                  <c:v>43880</c:v>
                </c:pt>
                <c:pt idx="2249">
                  <c:v>43881</c:v>
                </c:pt>
                <c:pt idx="2250">
                  <c:v>43882</c:v>
                </c:pt>
                <c:pt idx="2251">
                  <c:v>43885</c:v>
                </c:pt>
                <c:pt idx="2252">
                  <c:v>43886</c:v>
                </c:pt>
                <c:pt idx="2253">
                  <c:v>43887</c:v>
                </c:pt>
                <c:pt idx="2254">
                  <c:v>43888</c:v>
                </c:pt>
                <c:pt idx="2255">
                  <c:v>43889</c:v>
                </c:pt>
                <c:pt idx="2256">
                  <c:v>43892</c:v>
                </c:pt>
                <c:pt idx="2257">
                  <c:v>43893</c:v>
                </c:pt>
                <c:pt idx="2258">
                  <c:v>43894</c:v>
                </c:pt>
                <c:pt idx="2259">
                  <c:v>43895</c:v>
                </c:pt>
                <c:pt idx="2260">
                  <c:v>43896</c:v>
                </c:pt>
                <c:pt idx="2261">
                  <c:v>43899</c:v>
                </c:pt>
                <c:pt idx="2262">
                  <c:v>43900</c:v>
                </c:pt>
                <c:pt idx="2263">
                  <c:v>43901</c:v>
                </c:pt>
                <c:pt idx="2264">
                  <c:v>43902</c:v>
                </c:pt>
                <c:pt idx="2265">
                  <c:v>43903</c:v>
                </c:pt>
                <c:pt idx="2266">
                  <c:v>43906</c:v>
                </c:pt>
                <c:pt idx="2267">
                  <c:v>43907</c:v>
                </c:pt>
                <c:pt idx="2268">
                  <c:v>43908</c:v>
                </c:pt>
                <c:pt idx="2269">
                  <c:v>43909</c:v>
                </c:pt>
                <c:pt idx="2270">
                  <c:v>43910</c:v>
                </c:pt>
                <c:pt idx="2271">
                  <c:v>43913</c:v>
                </c:pt>
                <c:pt idx="2272">
                  <c:v>43914</c:v>
                </c:pt>
                <c:pt idx="2273">
                  <c:v>43915</c:v>
                </c:pt>
                <c:pt idx="2274">
                  <c:v>43916</c:v>
                </c:pt>
                <c:pt idx="2275">
                  <c:v>43917</c:v>
                </c:pt>
                <c:pt idx="2276">
                  <c:v>43920</c:v>
                </c:pt>
                <c:pt idx="2277">
                  <c:v>43921</c:v>
                </c:pt>
              </c:numCache>
            </c:numRef>
          </c:cat>
          <c:val>
            <c:numRef>
              <c:f>Sheet2!$U$2735:$U$5012</c:f>
              <c:numCache>
                <c:formatCode>0.0%</c:formatCode>
                <c:ptCount val="2278"/>
                <c:pt idx="0">
                  <c:v>1.9999144547819843</c:v>
                </c:pt>
                <c:pt idx="1">
                  <c:v>1.999685670825484</c:v>
                </c:pt>
                <c:pt idx="2">
                  <c:v>1.9994594252855507</c:v>
                </c:pt>
                <c:pt idx="3">
                  <c:v>1.9995210154124634</c:v>
                </c:pt>
                <c:pt idx="4">
                  <c:v>1.9996299461762443</c:v>
                </c:pt>
                <c:pt idx="5">
                  <c:v>1.9994503887324497</c:v>
                </c:pt>
                <c:pt idx="6">
                  <c:v>1.9998254103295166</c:v>
                </c:pt>
                <c:pt idx="7">
                  <c:v>1.9995356948739005</c:v>
                </c:pt>
                <c:pt idx="8">
                  <c:v>1.9992277306937287</c:v>
                </c:pt>
                <c:pt idx="9">
                  <c:v>1.9994333777651787</c:v>
                </c:pt>
                <c:pt idx="10">
                  <c:v>1.9985251564003719</c:v>
                </c:pt>
                <c:pt idx="11">
                  <c:v>1.9989390940105365</c:v>
                </c:pt>
                <c:pt idx="12">
                  <c:v>1.9991194045254925</c:v>
                </c:pt>
                <c:pt idx="13">
                  <c:v>1.9979906331623374</c:v>
                </c:pt>
                <c:pt idx="14">
                  <c:v>1.9986699040681624</c:v>
                </c:pt>
                <c:pt idx="15">
                  <c:v>2.0011786749374423</c:v>
                </c:pt>
                <c:pt idx="16">
                  <c:v>2.0002101495836571</c:v>
                </c:pt>
                <c:pt idx="17">
                  <c:v>1.9998340133408501</c:v>
                </c:pt>
                <c:pt idx="18">
                  <c:v>1.9977555433936571</c:v>
                </c:pt>
                <c:pt idx="19">
                  <c:v>1.9975245576756513</c:v>
                </c:pt>
                <c:pt idx="20">
                  <c:v>1.9979908872385372</c:v>
                </c:pt>
                <c:pt idx="21">
                  <c:v>2.0015416091567957</c:v>
                </c:pt>
                <c:pt idx="22">
                  <c:v>2.0013077113251314</c:v>
                </c:pt>
                <c:pt idx="23">
                  <c:v>2.0002450645826721</c:v>
                </c:pt>
                <c:pt idx="24">
                  <c:v>2.0015727689967089</c:v>
                </c:pt>
                <c:pt idx="25">
                  <c:v>2.0042083176650203</c:v>
                </c:pt>
                <c:pt idx="26">
                  <c:v>2.0088356270267158</c:v>
                </c:pt>
                <c:pt idx="27">
                  <c:v>2.0127333986209308</c:v>
                </c:pt>
                <c:pt idx="28">
                  <c:v>2.0073420940436879</c:v>
                </c:pt>
                <c:pt idx="29">
                  <c:v>2.0079431021253251</c:v>
                </c:pt>
                <c:pt idx="30">
                  <c:v>2.0108245713327237</c:v>
                </c:pt>
                <c:pt idx="31">
                  <c:v>2.0122396675040393</c:v>
                </c:pt>
                <c:pt idx="32">
                  <c:v>2.007306050283252</c:v>
                </c:pt>
                <c:pt idx="33">
                  <c:v>2.0086743144350239</c:v>
                </c:pt>
                <c:pt idx="34">
                  <c:v>2.0137713378244744</c:v>
                </c:pt>
                <c:pt idx="35">
                  <c:v>2.0148862635919844</c:v>
                </c:pt>
                <c:pt idx="36">
                  <c:v>2.0167964891196055</c:v>
                </c:pt>
                <c:pt idx="37">
                  <c:v>2.0147491323399818</c:v>
                </c:pt>
                <c:pt idx="38">
                  <c:v>2.0186246391263607</c:v>
                </c:pt>
                <c:pt idx="39">
                  <c:v>2.0205644900531365</c:v>
                </c:pt>
                <c:pt idx="40">
                  <c:v>2.0128859319303416</c:v>
                </c:pt>
                <c:pt idx="41">
                  <c:v>2.0061816577763292</c:v>
                </c:pt>
                <c:pt idx="42">
                  <c:v>2.01168290386551</c:v>
                </c:pt>
                <c:pt idx="43">
                  <c:v>2.0089880721053861</c:v>
                </c:pt>
                <c:pt idx="44">
                  <c:v>2.0083106605362788</c:v>
                </c:pt>
                <c:pt idx="45">
                  <c:v>2.0130950445987832</c:v>
                </c:pt>
                <c:pt idx="46">
                  <c:v>2.0190009188211273</c:v>
                </c:pt>
                <c:pt idx="47">
                  <c:v>2.0128207781105476</c:v>
                </c:pt>
                <c:pt idx="48">
                  <c:v>2.0233975382169076</c:v>
                </c:pt>
                <c:pt idx="49">
                  <c:v>2.0146758230980506</c:v>
                </c:pt>
                <c:pt idx="50">
                  <c:v>2.0140705854991663</c:v>
                </c:pt>
                <c:pt idx="51">
                  <c:v>2.0096959269325114</c:v>
                </c:pt>
                <c:pt idx="52">
                  <c:v>2.0054959781057256</c:v>
                </c:pt>
                <c:pt idx="53">
                  <c:v>2.0035448548546504</c:v>
                </c:pt>
                <c:pt idx="54">
                  <c:v>2.0041932124636324</c:v>
                </c:pt>
                <c:pt idx="55">
                  <c:v>1.9986070022069182</c:v>
                </c:pt>
                <c:pt idx="56">
                  <c:v>1.9939753553278012</c:v>
                </c:pt>
                <c:pt idx="57">
                  <c:v>1.9931757552834515</c:v>
                </c:pt>
                <c:pt idx="58">
                  <c:v>1.9896005605882112</c:v>
                </c:pt>
                <c:pt idx="59">
                  <c:v>1.9848016237201866</c:v>
                </c:pt>
                <c:pt idx="60">
                  <c:v>1.9816998859174224</c:v>
                </c:pt>
                <c:pt idx="61">
                  <c:v>1.9785465868679502</c:v>
                </c:pt>
                <c:pt idx="62">
                  <c:v>1.9797812165349404</c:v>
                </c:pt>
                <c:pt idx="63">
                  <c:v>1.9762812613387535</c:v>
                </c:pt>
                <c:pt idx="64">
                  <c:v>1.9774713753374868</c:v>
                </c:pt>
                <c:pt idx="65">
                  <c:v>1.9790827641191528</c:v>
                </c:pt>
                <c:pt idx="66">
                  <c:v>1.9779903617924282</c:v>
                </c:pt>
                <c:pt idx="67">
                  <c:v>1.9790253929651969</c:v>
                </c:pt>
                <c:pt idx="68">
                  <c:v>1.98739061722466</c:v>
                </c:pt>
                <c:pt idx="69">
                  <c:v>1.9785414114892423</c:v>
                </c:pt>
                <c:pt idx="70">
                  <c:v>1.9738205106684634</c:v>
                </c:pt>
                <c:pt idx="71">
                  <c:v>1.9744927375950909</c:v>
                </c:pt>
                <c:pt idx="72">
                  <c:v>1.97578442086911</c:v>
                </c:pt>
                <c:pt idx="73">
                  <c:v>1.9792151007273173</c:v>
                </c:pt>
                <c:pt idx="74">
                  <c:v>1.9657756938978128</c:v>
                </c:pt>
                <c:pt idx="75">
                  <c:v>1.9581498268426976</c:v>
                </c:pt>
                <c:pt idx="76">
                  <c:v>1.9587630671196137</c:v>
                </c:pt>
                <c:pt idx="77">
                  <c:v>1.9551932160293175</c:v>
                </c:pt>
                <c:pt idx="78">
                  <c:v>1.9577494843925567</c:v>
                </c:pt>
                <c:pt idx="79">
                  <c:v>1.956361510529717</c:v>
                </c:pt>
                <c:pt idx="80">
                  <c:v>1.9562213530583503</c:v>
                </c:pt>
                <c:pt idx="81">
                  <c:v>1.9598185566654049</c:v>
                </c:pt>
                <c:pt idx="82">
                  <c:v>1.9496959306112862</c:v>
                </c:pt>
                <c:pt idx="83">
                  <c:v>1.9573016310198206</c:v>
                </c:pt>
                <c:pt idx="84">
                  <c:v>1.9641504079190273</c:v>
                </c:pt>
                <c:pt idx="85">
                  <c:v>1.9749268940097482</c:v>
                </c:pt>
                <c:pt idx="86">
                  <c:v>1.9774824931324362</c:v>
                </c:pt>
                <c:pt idx="87">
                  <c:v>1.9687895623208291</c:v>
                </c:pt>
                <c:pt idx="88">
                  <c:v>1.983862431800735</c:v>
                </c:pt>
                <c:pt idx="89">
                  <c:v>1.9849400421594634</c:v>
                </c:pt>
                <c:pt idx="90">
                  <c:v>1.9910286641477568</c:v>
                </c:pt>
                <c:pt idx="91">
                  <c:v>1.9912126560513719</c:v>
                </c:pt>
                <c:pt idx="92">
                  <c:v>1.9792323899526172</c:v>
                </c:pt>
                <c:pt idx="93">
                  <c:v>1.9931781931728347</c:v>
                </c:pt>
                <c:pt idx="94">
                  <c:v>1.9874419975693141</c:v>
                </c:pt>
                <c:pt idx="95">
                  <c:v>2.0082263301213441</c:v>
                </c:pt>
                <c:pt idx="96">
                  <c:v>2.0064938996029489</c:v>
                </c:pt>
                <c:pt idx="97">
                  <c:v>2.0159928528392834</c:v>
                </c:pt>
                <c:pt idx="98">
                  <c:v>1.9931258687873665</c:v>
                </c:pt>
                <c:pt idx="99">
                  <c:v>1.9902041912903714</c:v>
                </c:pt>
                <c:pt idx="100">
                  <c:v>1.9931842792350778</c:v>
                </c:pt>
                <c:pt idx="101">
                  <c:v>1.9748695130601519</c:v>
                </c:pt>
                <c:pt idx="102">
                  <c:v>1.9748973262928504</c:v>
                </c:pt>
                <c:pt idx="103">
                  <c:v>1.9863316780569391</c:v>
                </c:pt>
                <c:pt idx="104">
                  <c:v>1.986095621201893</c:v>
                </c:pt>
                <c:pt idx="105">
                  <c:v>1.9917175844133921</c:v>
                </c:pt>
                <c:pt idx="106">
                  <c:v>1.9995086829935822</c:v>
                </c:pt>
                <c:pt idx="107">
                  <c:v>2.0059882179485227</c:v>
                </c:pt>
                <c:pt idx="108">
                  <c:v>2.0173154408311138</c:v>
                </c:pt>
                <c:pt idx="109">
                  <c:v>2.0147586165488476</c:v>
                </c:pt>
                <c:pt idx="110">
                  <c:v>2.0017411278476667</c:v>
                </c:pt>
                <c:pt idx="111">
                  <c:v>1.9989028715088331</c:v>
                </c:pt>
                <c:pt idx="112">
                  <c:v>2.0182074012847449</c:v>
                </c:pt>
                <c:pt idx="113">
                  <c:v>2.0277968583544861</c:v>
                </c:pt>
                <c:pt idx="114">
                  <c:v>2.034617822910445</c:v>
                </c:pt>
                <c:pt idx="115">
                  <c:v>2.0188225045843429</c:v>
                </c:pt>
                <c:pt idx="116">
                  <c:v>2.0113860902818184</c:v>
                </c:pt>
                <c:pt idx="117">
                  <c:v>2.0163542243421895</c:v>
                </c:pt>
                <c:pt idx="118">
                  <c:v>1.9985352865953858</c:v>
                </c:pt>
                <c:pt idx="119">
                  <c:v>2.0087920916466335</c:v>
                </c:pt>
                <c:pt idx="120">
                  <c:v>2.0125832411305722</c:v>
                </c:pt>
                <c:pt idx="121">
                  <c:v>1.9972673490099793</c:v>
                </c:pt>
                <c:pt idx="122">
                  <c:v>1.9952616071699121</c:v>
                </c:pt>
                <c:pt idx="123">
                  <c:v>1.9825513858231096</c:v>
                </c:pt>
                <c:pt idx="124">
                  <c:v>1.9725820410505974</c:v>
                </c:pt>
                <c:pt idx="125">
                  <c:v>1.965126685185425</c:v>
                </c:pt>
                <c:pt idx="126">
                  <c:v>1.9609849822884158</c:v>
                </c:pt>
                <c:pt idx="127">
                  <c:v>1.9578223994264317</c:v>
                </c:pt>
                <c:pt idx="128">
                  <c:v>1.9578891949020092</c:v>
                </c:pt>
                <c:pt idx="129">
                  <c:v>1.9702070872769797</c:v>
                </c:pt>
                <c:pt idx="130">
                  <c:v>1.9941627913364171</c:v>
                </c:pt>
                <c:pt idx="131">
                  <c:v>1.9850575775108226</c:v>
                </c:pt>
                <c:pt idx="132">
                  <c:v>1.98614420994279</c:v>
                </c:pt>
                <c:pt idx="133">
                  <c:v>1.9802954967206265</c:v>
                </c:pt>
                <c:pt idx="134">
                  <c:v>1.9912546278625676</c:v>
                </c:pt>
                <c:pt idx="135">
                  <c:v>1.9917613181775746</c:v>
                </c:pt>
                <c:pt idx="136">
                  <c:v>1.977028091270022</c:v>
                </c:pt>
                <c:pt idx="137">
                  <c:v>1.9816495841658723</c:v>
                </c:pt>
                <c:pt idx="138">
                  <c:v>1.9687617652656779</c:v>
                </c:pt>
                <c:pt idx="139">
                  <c:v>1.9799546407302102</c:v>
                </c:pt>
                <c:pt idx="140">
                  <c:v>1.9707699404897905</c:v>
                </c:pt>
                <c:pt idx="141">
                  <c:v>1.968247098767564</c:v>
                </c:pt>
                <c:pt idx="142">
                  <c:v>1.9786022126374201</c:v>
                </c:pt>
                <c:pt idx="143">
                  <c:v>1.9904530656468113</c:v>
                </c:pt>
                <c:pt idx="144">
                  <c:v>1.9693458306864766</c:v>
                </c:pt>
                <c:pt idx="145">
                  <c:v>1.9978045912073985</c:v>
                </c:pt>
                <c:pt idx="146">
                  <c:v>2.0318399486744267</c:v>
                </c:pt>
                <c:pt idx="147">
                  <c:v>2.0625167972806389</c:v>
                </c:pt>
                <c:pt idx="148">
                  <c:v>2.115131680591777</c:v>
                </c:pt>
                <c:pt idx="149">
                  <c:v>2.1741403469692928</c:v>
                </c:pt>
                <c:pt idx="150">
                  <c:v>2.238161808977591</c:v>
                </c:pt>
                <c:pt idx="151">
                  <c:v>2.2404014221453186</c:v>
                </c:pt>
                <c:pt idx="152">
                  <c:v>2.2333683972362439</c:v>
                </c:pt>
                <c:pt idx="153">
                  <c:v>2.2632524739772024</c:v>
                </c:pt>
                <c:pt idx="154">
                  <c:v>2.1741479687966838</c:v>
                </c:pt>
                <c:pt idx="155">
                  <c:v>2.1659292381851296</c:v>
                </c:pt>
                <c:pt idx="156">
                  <c:v>2.2022381119248085</c:v>
                </c:pt>
                <c:pt idx="157">
                  <c:v>2.2999999999999998</c:v>
                </c:pt>
                <c:pt idx="158">
                  <c:v>2.2999999999999998</c:v>
                </c:pt>
                <c:pt idx="159">
                  <c:v>2.283359144406961</c:v>
                </c:pt>
                <c:pt idx="160">
                  <c:v>2.2999999999999998</c:v>
                </c:pt>
                <c:pt idx="161">
                  <c:v>2.2930664587264062</c:v>
                </c:pt>
                <c:pt idx="162">
                  <c:v>2.2753865573739214</c:v>
                </c:pt>
                <c:pt idx="163">
                  <c:v>2.2186957629667283</c:v>
                </c:pt>
                <c:pt idx="164">
                  <c:v>2.2041018331404736</c:v>
                </c:pt>
                <c:pt idx="165">
                  <c:v>2.1701483795042611</c:v>
                </c:pt>
                <c:pt idx="166">
                  <c:v>2.1686184262328019</c:v>
                </c:pt>
                <c:pt idx="167">
                  <c:v>2.1850521542907506</c:v>
                </c:pt>
                <c:pt idx="168">
                  <c:v>2.2787908281282547</c:v>
                </c:pt>
                <c:pt idx="169">
                  <c:v>2.2996718465172781</c:v>
                </c:pt>
                <c:pt idx="170">
                  <c:v>2.2160442277829255</c:v>
                </c:pt>
                <c:pt idx="171">
                  <c:v>2.1971042116738158</c:v>
                </c:pt>
                <c:pt idx="172">
                  <c:v>2.2390860384639342</c:v>
                </c:pt>
                <c:pt idx="173">
                  <c:v>2.2999999999999998</c:v>
                </c:pt>
                <c:pt idx="174">
                  <c:v>2.2824033273682165</c:v>
                </c:pt>
                <c:pt idx="175">
                  <c:v>2.2038388553029002</c:v>
                </c:pt>
                <c:pt idx="176">
                  <c:v>2.2220875044688202</c:v>
                </c:pt>
                <c:pt idx="177">
                  <c:v>2.2035017802045673</c:v>
                </c:pt>
                <c:pt idx="178">
                  <c:v>2.187317921376744</c:v>
                </c:pt>
                <c:pt idx="179">
                  <c:v>2.25140702023735</c:v>
                </c:pt>
                <c:pt idx="180">
                  <c:v>2.2999999999999998</c:v>
                </c:pt>
                <c:pt idx="181">
                  <c:v>2.2999999999999998</c:v>
                </c:pt>
                <c:pt idx="182">
                  <c:v>2.2999999999999998</c:v>
                </c:pt>
                <c:pt idx="183">
                  <c:v>2.2999999999999998</c:v>
                </c:pt>
                <c:pt idx="184">
                  <c:v>2.2652696995471899</c:v>
                </c:pt>
                <c:pt idx="185">
                  <c:v>2.2648844320134702</c:v>
                </c:pt>
                <c:pt idx="186">
                  <c:v>2.2999999999999998</c:v>
                </c:pt>
                <c:pt idx="187">
                  <c:v>2.2999999999999998</c:v>
                </c:pt>
                <c:pt idx="188">
                  <c:v>2.2999999999999998</c:v>
                </c:pt>
                <c:pt idx="189">
                  <c:v>2.2650097841891284</c:v>
                </c:pt>
                <c:pt idx="190">
                  <c:v>2.2596133419976971</c:v>
                </c:pt>
                <c:pt idx="191">
                  <c:v>2.2218752513567424</c:v>
                </c:pt>
                <c:pt idx="192">
                  <c:v>2.2050127002992217</c:v>
                </c:pt>
                <c:pt idx="193">
                  <c:v>2.1923395095877605</c:v>
                </c:pt>
                <c:pt idx="194">
                  <c:v>2.1786153725325903</c:v>
                </c:pt>
                <c:pt idx="195">
                  <c:v>2.1466988146914594</c:v>
                </c:pt>
                <c:pt idx="196">
                  <c:v>2.1768657851399253</c:v>
                </c:pt>
                <c:pt idx="197">
                  <c:v>2.1579723847988057</c:v>
                </c:pt>
                <c:pt idx="198">
                  <c:v>2.2159347882854306</c:v>
                </c:pt>
                <c:pt idx="199">
                  <c:v>2.1756475048580821</c:v>
                </c:pt>
                <c:pt idx="200">
                  <c:v>2.1083892673888802</c:v>
                </c:pt>
                <c:pt idx="201">
                  <c:v>2.1162593438157753</c:v>
                </c:pt>
                <c:pt idx="202">
                  <c:v>2.1134270744726047</c:v>
                </c:pt>
                <c:pt idx="203">
                  <c:v>2.085527205004996</c:v>
                </c:pt>
                <c:pt idx="204">
                  <c:v>2.0761072105809375</c:v>
                </c:pt>
                <c:pt idx="205">
                  <c:v>2.095603041056473</c:v>
                </c:pt>
                <c:pt idx="206">
                  <c:v>2.0952946583568046</c:v>
                </c:pt>
                <c:pt idx="207">
                  <c:v>2.1101436629841159</c:v>
                </c:pt>
                <c:pt idx="208">
                  <c:v>2.1427011394966953</c:v>
                </c:pt>
                <c:pt idx="209">
                  <c:v>2.0764714895379006</c:v>
                </c:pt>
                <c:pt idx="210">
                  <c:v>2.0884059078952859</c:v>
                </c:pt>
                <c:pt idx="211">
                  <c:v>2.1079069770600438</c:v>
                </c:pt>
                <c:pt idx="212">
                  <c:v>2.1005736775184976</c:v>
                </c:pt>
                <c:pt idx="213">
                  <c:v>2.2189997220844297</c:v>
                </c:pt>
                <c:pt idx="214">
                  <c:v>2.1530351779667543</c:v>
                </c:pt>
                <c:pt idx="215">
                  <c:v>2.1077197879630631</c:v>
                </c:pt>
                <c:pt idx="216">
                  <c:v>2.1250163124196026</c:v>
                </c:pt>
                <c:pt idx="217">
                  <c:v>2.1625650498816342</c:v>
                </c:pt>
                <c:pt idx="218">
                  <c:v>2.1389027586249099</c:v>
                </c:pt>
                <c:pt idx="219">
                  <c:v>2.1868237816241414</c:v>
                </c:pt>
                <c:pt idx="220">
                  <c:v>2.2146147352738041</c:v>
                </c:pt>
                <c:pt idx="221">
                  <c:v>2.2028480286826042</c:v>
                </c:pt>
                <c:pt idx="222">
                  <c:v>2.2680505220784468</c:v>
                </c:pt>
                <c:pt idx="223">
                  <c:v>2.2494623365681496</c:v>
                </c:pt>
                <c:pt idx="224">
                  <c:v>2.27554648869673</c:v>
                </c:pt>
                <c:pt idx="225">
                  <c:v>2.2146089870496968</c:v>
                </c:pt>
                <c:pt idx="226">
                  <c:v>2.1559108496635813</c:v>
                </c:pt>
                <c:pt idx="227">
                  <c:v>2.1684584462261176</c:v>
                </c:pt>
                <c:pt idx="228">
                  <c:v>2.0762191679142239</c:v>
                </c:pt>
                <c:pt idx="229">
                  <c:v>2.0789430603491899</c:v>
                </c:pt>
                <c:pt idx="230">
                  <c:v>2.0704531995651916</c:v>
                </c:pt>
                <c:pt idx="231">
                  <c:v>2.0934465255651737</c:v>
                </c:pt>
                <c:pt idx="232">
                  <c:v>2.0757453565336275</c:v>
                </c:pt>
                <c:pt idx="233">
                  <c:v>2.0863892338281285</c:v>
                </c:pt>
                <c:pt idx="234">
                  <c:v>2.1345878884949099</c:v>
                </c:pt>
                <c:pt idx="235">
                  <c:v>2.101559034657674</c:v>
                </c:pt>
                <c:pt idx="236">
                  <c:v>2.1485863787671549</c:v>
                </c:pt>
                <c:pt idx="237">
                  <c:v>2.159676509242721</c:v>
                </c:pt>
                <c:pt idx="238">
                  <c:v>2.2185883060377254</c:v>
                </c:pt>
                <c:pt idx="239">
                  <c:v>2.185293816407619</c:v>
                </c:pt>
                <c:pt idx="240">
                  <c:v>2.2766041640223849</c:v>
                </c:pt>
                <c:pt idx="241">
                  <c:v>2.2515543649804015</c:v>
                </c:pt>
                <c:pt idx="242">
                  <c:v>2.1671646601856041</c:v>
                </c:pt>
                <c:pt idx="243">
                  <c:v>2.1682964519340615</c:v>
                </c:pt>
                <c:pt idx="244">
                  <c:v>2.1398577820832352</c:v>
                </c:pt>
                <c:pt idx="245">
                  <c:v>2.1556778977982676</c:v>
                </c:pt>
                <c:pt idx="246">
                  <c:v>2.1748445300930426</c:v>
                </c:pt>
                <c:pt idx="247">
                  <c:v>2.2034351197303077</c:v>
                </c:pt>
                <c:pt idx="248">
                  <c:v>2.2042150428048055</c:v>
                </c:pt>
                <c:pt idx="249">
                  <c:v>2.1960903519595911</c:v>
                </c:pt>
                <c:pt idx="250">
                  <c:v>2.1213939237451149</c:v>
                </c:pt>
                <c:pt idx="251">
                  <c:v>2.1359474961297766</c:v>
                </c:pt>
                <c:pt idx="252">
                  <c:v>2.1416288830432872</c:v>
                </c:pt>
                <c:pt idx="253">
                  <c:v>2.171190574522099</c:v>
                </c:pt>
                <c:pt idx="254">
                  <c:v>2.1973675901851295</c:v>
                </c:pt>
                <c:pt idx="255">
                  <c:v>2.1567155601910057</c:v>
                </c:pt>
                <c:pt idx="256">
                  <c:v>2.1643407096283918</c:v>
                </c:pt>
                <c:pt idx="257">
                  <c:v>2.1362121744965785</c:v>
                </c:pt>
                <c:pt idx="258">
                  <c:v>2.1171956893730042</c:v>
                </c:pt>
                <c:pt idx="259">
                  <c:v>2.137459670945514</c:v>
                </c:pt>
                <c:pt idx="260">
                  <c:v>2.0910828114697435</c:v>
                </c:pt>
                <c:pt idx="261">
                  <c:v>2.0899200277958867</c:v>
                </c:pt>
                <c:pt idx="262">
                  <c:v>2.0581197891735714</c:v>
                </c:pt>
                <c:pt idx="263">
                  <c:v>2.0129776301477396</c:v>
                </c:pt>
                <c:pt idx="264">
                  <c:v>2.0080732133778891</c:v>
                </c:pt>
                <c:pt idx="265">
                  <c:v>2.0044472700847935</c:v>
                </c:pt>
                <c:pt idx="266">
                  <c:v>1.9952231896078387</c:v>
                </c:pt>
                <c:pt idx="267">
                  <c:v>2.0218445725107101</c:v>
                </c:pt>
                <c:pt idx="268">
                  <c:v>2.0077173246545352</c:v>
                </c:pt>
                <c:pt idx="269">
                  <c:v>2.0057727804164927</c:v>
                </c:pt>
                <c:pt idx="270">
                  <c:v>1.9799328275372425</c:v>
                </c:pt>
                <c:pt idx="271">
                  <c:v>1.9931299348333722</c:v>
                </c:pt>
                <c:pt idx="272">
                  <c:v>1.9896305309969127</c:v>
                </c:pt>
                <c:pt idx="273">
                  <c:v>1.9826191910516882</c:v>
                </c:pt>
                <c:pt idx="274">
                  <c:v>1.9591833571792296</c:v>
                </c:pt>
                <c:pt idx="275">
                  <c:v>1.9478689871420032</c:v>
                </c:pt>
                <c:pt idx="276">
                  <c:v>1.9715374519646764</c:v>
                </c:pt>
                <c:pt idx="277">
                  <c:v>1.9599868772258262</c:v>
                </c:pt>
                <c:pt idx="278">
                  <c:v>1.9627127955289831</c:v>
                </c:pt>
                <c:pt idx="279">
                  <c:v>1.9380477820476194</c:v>
                </c:pt>
                <c:pt idx="280">
                  <c:v>1.9661612160604647</c:v>
                </c:pt>
                <c:pt idx="281">
                  <c:v>1.9384528459786849</c:v>
                </c:pt>
                <c:pt idx="282">
                  <c:v>1.9376936236437243</c:v>
                </c:pt>
                <c:pt idx="283">
                  <c:v>1.9381079593703654</c:v>
                </c:pt>
                <c:pt idx="284">
                  <c:v>1.9331125511880058</c:v>
                </c:pt>
                <c:pt idx="285">
                  <c:v>1.9544014517648123</c:v>
                </c:pt>
                <c:pt idx="286">
                  <c:v>1.9431976651146494</c:v>
                </c:pt>
                <c:pt idx="287">
                  <c:v>1.9711670983922434</c:v>
                </c:pt>
                <c:pt idx="288">
                  <c:v>1.9557258411625473</c:v>
                </c:pt>
                <c:pt idx="289">
                  <c:v>1.930508906227552</c:v>
                </c:pt>
                <c:pt idx="290">
                  <c:v>1.9287004618929324</c:v>
                </c:pt>
                <c:pt idx="291">
                  <c:v>1.9473418177367499</c:v>
                </c:pt>
                <c:pt idx="292">
                  <c:v>1.9607492098445498</c:v>
                </c:pt>
                <c:pt idx="293">
                  <c:v>1.9790490652138284</c:v>
                </c:pt>
                <c:pt idx="294">
                  <c:v>1.9607032841649472</c:v>
                </c:pt>
                <c:pt idx="295">
                  <c:v>1.9412276200105032</c:v>
                </c:pt>
                <c:pt idx="296">
                  <c:v>1.9544855495236135</c:v>
                </c:pt>
                <c:pt idx="297">
                  <c:v>1.9328386019660353</c:v>
                </c:pt>
                <c:pt idx="298">
                  <c:v>1.9134954005200795</c:v>
                </c:pt>
                <c:pt idx="299">
                  <c:v>1.9145014971946763</c:v>
                </c:pt>
                <c:pt idx="300">
                  <c:v>1.9245602788320326</c:v>
                </c:pt>
                <c:pt idx="301">
                  <c:v>1.9117114269938724</c:v>
                </c:pt>
                <c:pt idx="302">
                  <c:v>1.9157466446373803</c:v>
                </c:pt>
                <c:pt idx="303">
                  <c:v>1.9283419240645612</c:v>
                </c:pt>
                <c:pt idx="304">
                  <c:v>1.9271217468044788</c:v>
                </c:pt>
                <c:pt idx="305">
                  <c:v>1.9273858548076754</c:v>
                </c:pt>
                <c:pt idx="306">
                  <c:v>1.930974782296873</c:v>
                </c:pt>
                <c:pt idx="307">
                  <c:v>1.9091921065756723</c:v>
                </c:pt>
                <c:pt idx="308">
                  <c:v>1.9160665634872931</c:v>
                </c:pt>
                <c:pt idx="309">
                  <c:v>1.9325742615516048</c:v>
                </c:pt>
                <c:pt idx="310">
                  <c:v>1.936021104067998</c:v>
                </c:pt>
                <c:pt idx="311">
                  <c:v>1.9195834477514209</c:v>
                </c:pt>
                <c:pt idx="312">
                  <c:v>1.8970520287720261</c:v>
                </c:pt>
                <c:pt idx="313">
                  <c:v>1.9234030693880226</c:v>
                </c:pt>
                <c:pt idx="314">
                  <c:v>1.9123674409029874</c:v>
                </c:pt>
                <c:pt idx="315">
                  <c:v>1.9119942956747584</c:v>
                </c:pt>
                <c:pt idx="316">
                  <c:v>1.9389031123084917</c:v>
                </c:pt>
                <c:pt idx="317">
                  <c:v>1.9419078465282535</c:v>
                </c:pt>
                <c:pt idx="318">
                  <c:v>1.9514320753774015</c:v>
                </c:pt>
                <c:pt idx="319">
                  <c:v>1.9310534466040505</c:v>
                </c:pt>
                <c:pt idx="320">
                  <c:v>1.9469032541675622</c:v>
                </c:pt>
                <c:pt idx="321">
                  <c:v>1.9545875354144668</c:v>
                </c:pt>
                <c:pt idx="322">
                  <c:v>1.9339243248772036</c:v>
                </c:pt>
                <c:pt idx="323">
                  <c:v>1.9378363012091386</c:v>
                </c:pt>
                <c:pt idx="324">
                  <c:v>1.963709767536183</c:v>
                </c:pt>
                <c:pt idx="325">
                  <c:v>1.9642645876260492</c:v>
                </c:pt>
                <c:pt idx="326">
                  <c:v>1.9699452651962142</c:v>
                </c:pt>
                <c:pt idx="327">
                  <c:v>1.9686115077049242</c:v>
                </c:pt>
                <c:pt idx="328">
                  <c:v>1.9626538147652874</c:v>
                </c:pt>
                <c:pt idx="329">
                  <c:v>1.9481182167504303</c:v>
                </c:pt>
                <c:pt idx="330">
                  <c:v>1.9408943165239974</c:v>
                </c:pt>
                <c:pt idx="331">
                  <c:v>1.9247637632412795</c:v>
                </c:pt>
                <c:pt idx="332">
                  <c:v>1.9278530086897949</c:v>
                </c:pt>
                <c:pt idx="333">
                  <c:v>1.9382478913490373</c:v>
                </c:pt>
                <c:pt idx="334">
                  <c:v>1.9706917550681982</c:v>
                </c:pt>
                <c:pt idx="335">
                  <c:v>1.9597156551050552</c:v>
                </c:pt>
                <c:pt idx="336">
                  <c:v>1.9761155672151902</c:v>
                </c:pt>
                <c:pt idx="337">
                  <c:v>1.982144786880045</c:v>
                </c:pt>
                <c:pt idx="338">
                  <c:v>2.0115089992061672</c:v>
                </c:pt>
                <c:pt idx="339">
                  <c:v>2.0098010525533199</c:v>
                </c:pt>
                <c:pt idx="340">
                  <c:v>2.023475264233856</c:v>
                </c:pt>
                <c:pt idx="341">
                  <c:v>2.0964081317224639</c:v>
                </c:pt>
                <c:pt idx="342">
                  <c:v>2.0900621171111875</c:v>
                </c:pt>
                <c:pt idx="343">
                  <c:v>2.1753936369482472</c:v>
                </c:pt>
                <c:pt idx="344">
                  <c:v>2.1445441832541849</c:v>
                </c:pt>
                <c:pt idx="345">
                  <c:v>2.1029854489630408</c:v>
                </c:pt>
                <c:pt idx="346">
                  <c:v>2.1303402893410124</c:v>
                </c:pt>
                <c:pt idx="347">
                  <c:v>2.1216583285873685</c:v>
                </c:pt>
                <c:pt idx="348">
                  <c:v>2.1099393689359989</c:v>
                </c:pt>
                <c:pt idx="349">
                  <c:v>2.0743413632091716</c:v>
                </c:pt>
                <c:pt idx="350">
                  <c:v>2.0785036948062046</c:v>
                </c:pt>
                <c:pt idx="351">
                  <c:v>2.0831807545339589</c:v>
                </c:pt>
                <c:pt idx="352">
                  <c:v>2.0917699724517913</c:v>
                </c:pt>
                <c:pt idx="353">
                  <c:v>2.1568181100431789</c:v>
                </c:pt>
                <c:pt idx="354">
                  <c:v>2.1294970341855661</c:v>
                </c:pt>
                <c:pt idx="355">
                  <c:v>2.0642444046541226</c:v>
                </c:pt>
                <c:pt idx="356">
                  <c:v>2.0796658197462516</c:v>
                </c:pt>
                <c:pt idx="357">
                  <c:v>2.03776772271127</c:v>
                </c:pt>
                <c:pt idx="358">
                  <c:v>2.0531162493865978</c:v>
                </c:pt>
                <c:pt idx="359">
                  <c:v>2.046676958035667</c:v>
                </c:pt>
                <c:pt idx="360">
                  <c:v>2.032738021750673</c:v>
                </c:pt>
                <c:pt idx="361">
                  <c:v>2.0494889618349696</c:v>
                </c:pt>
                <c:pt idx="362">
                  <c:v>2.0083257193204815</c:v>
                </c:pt>
                <c:pt idx="363">
                  <c:v>2.0082471504882013</c:v>
                </c:pt>
                <c:pt idx="364">
                  <c:v>1.9949707679832906</c:v>
                </c:pt>
                <c:pt idx="365">
                  <c:v>2.0142873985839347</c:v>
                </c:pt>
                <c:pt idx="366">
                  <c:v>2.0678740374624409</c:v>
                </c:pt>
                <c:pt idx="367">
                  <c:v>2.0985651828728491</c:v>
                </c:pt>
                <c:pt idx="368">
                  <c:v>2.1078474223808583</c:v>
                </c:pt>
                <c:pt idx="369">
                  <c:v>2.1049134128926545</c:v>
                </c:pt>
                <c:pt idx="370">
                  <c:v>2.1024898533268455</c:v>
                </c:pt>
                <c:pt idx="371">
                  <c:v>2.0558803214057018</c:v>
                </c:pt>
                <c:pt idx="372">
                  <c:v>2.0587641317912229</c:v>
                </c:pt>
                <c:pt idx="373">
                  <c:v>2.0372691480186651</c:v>
                </c:pt>
                <c:pt idx="374">
                  <c:v>2.0280518800162084</c:v>
                </c:pt>
                <c:pt idx="375">
                  <c:v>2.0276833175705598</c:v>
                </c:pt>
                <c:pt idx="376">
                  <c:v>2.0487935049893524</c:v>
                </c:pt>
                <c:pt idx="377">
                  <c:v>2.0774885258142115</c:v>
                </c:pt>
                <c:pt idx="378">
                  <c:v>2.083817781173527</c:v>
                </c:pt>
                <c:pt idx="379">
                  <c:v>2.0872656646100873</c:v>
                </c:pt>
                <c:pt idx="380">
                  <c:v>2.1420336448802879</c:v>
                </c:pt>
                <c:pt idx="381">
                  <c:v>2.0992138564115566</c:v>
                </c:pt>
                <c:pt idx="382">
                  <c:v>2.0918078098818547</c:v>
                </c:pt>
                <c:pt idx="383">
                  <c:v>2.0828318257466076</c:v>
                </c:pt>
                <c:pt idx="384">
                  <c:v>2.1179319552770752</c:v>
                </c:pt>
                <c:pt idx="385">
                  <c:v>2.0776242016432627</c:v>
                </c:pt>
                <c:pt idx="386">
                  <c:v>2.077164567954092</c:v>
                </c:pt>
                <c:pt idx="387">
                  <c:v>2.120230515598692</c:v>
                </c:pt>
                <c:pt idx="388">
                  <c:v>2.1096004515694937</c:v>
                </c:pt>
                <c:pt idx="389">
                  <c:v>2.1399599228371646</c:v>
                </c:pt>
                <c:pt idx="390">
                  <c:v>2.1192908692271555</c:v>
                </c:pt>
                <c:pt idx="391">
                  <c:v>2.052183042222631</c:v>
                </c:pt>
                <c:pt idx="392">
                  <c:v>2.0302786955546543</c:v>
                </c:pt>
                <c:pt idx="393">
                  <c:v>1.9841770449567488</c:v>
                </c:pt>
                <c:pt idx="394">
                  <c:v>1.9870839542970691</c:v>
                </c:pt>
                <c:pt idx="395">
                  <c:v>1.9995689513321535</c:v>
                </c:pt>
                <c:pt idx="396">
                  <c:v>2.0241981013665096</c:v>
                </c:pt>
                <c:pt idx="397">
                  <c:v>1.9785407827074459</c:v>
                </c:pt>
                <c:pt idx="398">
                  <c:v>1.9779594069234185</c:v>
                </c:pt>
                <c:pt idx="399">
                  <c:v>1.959345669678684</c:v>
                </c:pt>
                <c:pt idx="400">
                  <c:v>1.9222074997970395</c:v>
                </c:pt>
                <c:pt idx="401">
                  <c:v>1.9172386195289537</c:v>
                </c:pt>
                <c:pt idx="402">
                  <c:v>1.9335981379596847</c:v>
                </c:pt>
                <c:pt idx="403">
                  <c:v>1.910511301036822</c:v>
                </c:pt>
                <c:pt idx="404">
                  <c:v>1.9115469992284138</c:v>
                </c:pt>
                <c:pt idx="405">
                  <c:v>1.9248310964440278</c:v>
                </c:pt>
                <c:pt idx="406">
                  <c:v>1.9264294049443753</c:v>
                </c:pt>
                <c:pt idx="407">
                  <c:v>1.9306805457730243</c:v>
                </c:pt>
                <c:pt idx="408">
                  <c:v>1.9407845948016575</c:v>
                </c:pt>
                <c:pt idx="409">
                  <c:v>1.934297926087986</c:v>
                </c:pt>
                <c:pt idx="410">
                  <c:v>1.9608012848105403</c:v>
                </c:pt>
                <c:pt idx="411">
                  <c:v>1.9688590478564305</c:v>
                </c:pt>
                <c:pt idx="412">
                  <c:v>1.9711626636489568</c:v>
                </c:pt>
                <c:pt idx="413">
                  <c:v>1.9595274565083869</c:v>
                </c:pt>
                <c:pt idx="414">
                  <c:v>1.9848387927472706</c:v>
                </c:pt>
                <c:pt idx="415">
                  <c:v>1.9883845835438942</c:v>
                </c:pt>
                <c:pt idx="416">
                  <c:v>1.983420208133198</c:v>
                </c:pt>
                <c:pt idx="417">
                  <c:v>1.9889294358698841</c:v>
                </c:pt>
                <c:pt idx="418">
                  <c:v>2.0285353636241461</c:v>
                </c:pt>
                <c:pt idx="419">
                  <c:v>2.0203384613369475</c:v>
                </c:pt>
                <c:pt idx="420">
                  <c:v>1.9639326649890521</c:v>
                </c:pt>
                <c:pt idx="421">
                  <c:v>1.969273795119669</c:v>
                </c:pt>
                <c:pt idx="422">
                  <c:v>1.974655218620029</c:v>
                </c:pt>
                <c:pt idx="423">
                  <c:v>1.9441130486416385</c:v>
                </c:pt>
                <c:pt idx="424">
                  <c:v>1.9456216657739027</c:v>
                </c:pt>
                <c:pt idx="425">
                  <c:v>1.8914050051792022</c:v>
                </c:pt>
                <c:pt idx="426">
                  <c:v>1.8988868812432085</c:v>
                </c:pt>
                <c:pt idx="427">
                  <c:v>1.8978606926440986</c:v>
                </c:pt>
                <c:pt idx="428">
                  <c:v>1.897364382644811</c:v>
                </c:pt>
                <c:pt idx="429">
                  <c:v>1.9149204087211018</c:v>
                </c:pt>
                <c:pt idx="430">
                  <c:v>1.905553805689213</c:v>
                </c:pt>
                <c:pt idx="431">
                  <c:v>1.9058059253817234</c:v>
                </c:pt>
                <c:pt idx="432">
                  <c:v>1.917323921277545</c:v>
                </c:pt>
                <c:pt idx="433">
                  <c:v>1.9293091410818211</c:v>
                </c:pt>
                <c:pt idx="434">
                  <c:v>1.9221534466513868</c:v>
                </c:pt>
                <c:pt idx="435">
                  <c:v>1.9171712488439911</c:v>
                </c:pt>
                <c:pt idx="436">
                  <c:v>1.9181371678538079</c:v>
                </c:pt>
                <c:pt idx="437">
                  <c:v>1.9230543318649023</c:v>
                </c:pt>
                <c:pt idx="438">
                  <c:v>1.9232965245187081</c:v>
                </c:pt>
                <c:pt idx="439">
                  <c:v>1.9378715880504134</c:v>
                </c:pt>
                <c:pt idx="440">
                  <c:v>1.9418927883130428</c:v>
                </c:pt>
                <c:pt idx="441">
                  <c:v>1.9756522827204468</c:v>
                </c:pt>
                <c:pt idx="442">
                  <c:v>1.9940610357445119</c:v>
                </c:pt>
                <c:pt idx="443">
                  <c:v>1.9977183403901841</c:v>
                </c:pt>
                <c:pt idx="444">
                  <c:v>2.0061361724766456</c:v>
                </c:pt>
                <c:pt idx="445">
                  <c:v>1.9865169017406994</c:v>
                </c:pt>
                <c:pt idx="446">
                  <c:v>1.9710426235080716</c:v>
                </c:pt>
                <c:pt idx="447">
                  <c:v>1.9625657761239328</c:v>
                </c:pt>
                <c:pt idx="448">
                  <c:v>1.9815944030360315</c:v>
                </c:pt>
                <c:pt idx="449">
                  <c:v>1.9865618336320465</c:v>
                </c:pt>
                <c:pt idx="450">
                  <c:v>2.0055511387669998</c:v>
                </c:pt>
                <c:pt idx="451">
                  <c:v>2.0224405076212295</c:v>
                </c:pt>
                <c:pt idx="452">
                  <c:v>2.0068733738800604</c:v>
                </c:pt>
                <c:pt idx="453">
                  <c:v>2.0448273676954969</c:v>
                </c:pt>
                <c:pt idx="454">
                  <c:v>2.0405597293403388</c:v>
                </c:pt>
                <c:pt idx="455">
                  <c:v>2.0330783450159773</c:v>
                </c:pt>
                <c:pt idx="456">
                  <c:v>2.0191927425928737</c:v>
                </c:pt>
                <c:pt idx="457">
                  <c:v>2.038905975525557</c:v>
                </c:pt>
                <c:pt idx="458">
                  <c:v>2.0121691991912827</c:v>
                </c:pt>
                <c:pt idx="459">
                  <c:v>2.0250476068807122</c:v>
                </c:pt>
                <c:pt idx="460">
                  <c:v>2.0021797809839086</c:v>
                </c:pt>
                <c:pt idx="461">
                  <c:v>1.9912154199973267</c:v>
                </c:pt>
                <c:pt idx="462">
                  <c:v>2.0199652972659186</c:v>
                </c:pt>
                <c:pt idx="463">
                  <c:v>2.0319958662296469</c:v>
                </c:pt>
                <c:pt idx="464">
                  <c:v>2.0367377661964867</c:v>
                </c:pt>
                <c:pt idx="465">
                  <c:v>2.047920170761206</c:v>
                </c:pt>
                <c:pt idx="466">
                  <c:v>2.0401093063891795</c:v>
                </c:pt>
                <c:pt idx="467">
                  <c:v>2.0679470739444912</c:v>
                </c:pt>
                <c:pt idx="468">
                  <c:v>2.0788932517135383</c:v>
                </c:pt>
                <c:pt idx="469">
                  <c:v>2.0574519735368582</c:v>
                </c:pt>
                <c:pt idx="470">
                  <c:v>2.0411139610975466</c:v>
                </c:pt>
                <c:pt idx="471">
                  <c:v>2.0475296772442699</c:v>
                </c:pt>
                <c:pt idx="472">
                  <c:v>2.0266499884254081</c:v>
                </c:pt>
                <c:pt idx="473">
                  <c:v>2.0113777553651393</c:v>
                </c:pt>
                <c:pt idx="474">
                  <c:v>2.0177420956544783</c:v>
                </c:pt>
                <c:pt idx="475">
                  <c:v>1.9968754151784585</c:v>
                </c:pt>
                <c:pt idx="476">
                  <c:v>2.0108704595843947</c:v>
                </c:pt>
                <c:pt idx="477">
                  <c:v>1.9874202609354141</c:v>
                </c:pt>
                <c:pt idx="478">
                  <c:v>1.9915543993965408</c:v>
                </c:pt>
                <c:pt idx="479">
                  <c:v>1.9814908887238996</c:v>
                </c:pt>
                <c:pt idx="480">
                  <c:v>1.9872903257805432</c:v>
                </c:pt>
                <c:pt idx="481">
                  <c:v>1.9737025268898991</c:v>
                </c:pt>
                <c:pt idx="482">
                  <c:v>1.9691488029577568</c:v>
                </c:pt>
                <c:pt idx="483">
                  <c:v>1.9582446959855002</c:v>
                </c:pt>
                <c:pt idx="484">
                  <c:v>1.9566856586717747</c:v>
                </c:pt>
                <c:pt idx="485">
                  <c:v>1.9492847252124528</c:v>
                </c:pt>
                <c:pt idx="486">
                  <c:v>1.9387173569844949</c:v>
                </c:pt>
                <c:pt idx="487">
                  <c:v>1.9114115852584206</c:v>
                </c:pt>
                <c:pt idx="488">
                  <c:v>1.9201985347090982</c:v>
                </c:pt>
                <c:pt idx="489">
                  <c:v>1.9331712498677547</c:v>
                </c:pt>
                <c:pt idx="490">
                  <c:v>1.9238293749807966</c:v>
                </c:pt>
                <c:pt idx="491">
                  <c:v>1.9210499127626557</c:v>
                </c:pt>
                <c:pt idx="492">
                  <c:v>1.9416665220926199</c:v>
                </c:pt>
                <c:pt idx="493">
                  <c:v>1.9407186026885297</c:v>
                </c:pt>
                <c:pt idx="494">
                  <c:v>1.9422910389333079</c:v>
                </c:pt>
                <c:pt idx="495">
                  <c:v>1.9378641149144271</c:v>
                </c:pt>
                <c:pt idx="496">
                  <c:v>1.9299279377544127</c:v>
                </c:pt>
                <c:pt idx="497">
                  <c:v>1.8962279463814709</c:v>
                </c:pt>
                <c:pt idx="498">
                  <c:v>1.907547003792134</c:v>
                </c:pt>
                <c:pt idx="499">
                  <c:v>1.9173790737821359</c:v>
                </c:pt>
                <c:pt idx="500">
                  <c:v>1.919263773966623</c:v>
                </c:pt>
                <c:pt idx="501">
                  <c:v>1.93343221098796</c:v>
                </c:pt>
                <c:pt idx="502">
                  <c:v>1.9412319889631109</c:v>
                </c:pt>
                <c:pt idx="503">
                  <c:v>1.9277393507225444</c:v>
                </c:pt>
                <c:pt idx="504">
                  <c:v>1.9395704336161177</c:v>
                </c:pt>
                <c:pt idx="505">
                  <c:v>1.930149859225891</c:v>
                </c:pt>
                <c:pt idx="506">
                  <c:v>1.9542486200730784</c:v>
                </c:pt>
                <c:pt idx="507">
                  <c:v>1.9616097112821365</c:v>
                </c:pt>
                <c:pt idx="508">
                  <c:v>1.9649476308593929</c:v>
                </c:pt>
                <c:pt idx="509">
                  <c:v>1.9537843513601689</c:v>
                </c:pt>
                <c:pt idx="510">
                  <c:v>1.9572582145670352</c:v>
                </c:pt>
                <c:pt idx="511">
                  <c:v>1.9462402127235892</c:v>
                </c:pt>
                <c:pt idx="512">
                  <c:v>1.9595346709302621</c:v>
                </c:pt>
                <c:pt idx="513">
                  <c:v>1.9771329905813777</c:v>
                </c:pt>
                <c:pt idx="514">
                  <c:v>1.9976283721583381</c:v>
                </c:pt>
                <c:pt idx="515">
                  <c:v>2.0086105393607543</c:v>
                </c:pt>
                <c:pt idx="516">
                  <c:v>1.9885600203108045</c:v>
                </c:pt>
                <c:pt idx="517">
                  <c:v>1.9790549570399527</c:v>
                </c:pt>
                <c:pt idx="518">
                  <c:v>1.982162001323849</c:v>
                </c:pt>
                <c:pt idx="519">
                  <c:v>1.985452346215296</c:v>
                </c:pt>
                <c:pt idx="520">
                  <c:v>1.9911990073536947</c:v>
                </c:pt>
                <c:pt idx="521">
                  <c:v>2.0072526397081565</c:v>
                </c:pt>
                <c:pt idx="522">
                  <c:v>2.0111974133680941</c:v>
                </c:pt>
                <c:pt idx="523">
                  <c:v>2.0135350779214307</c:v>
                </c:pt>
                <c:pt idx="524">
                  <c:v>1.9891232275340656</c:v>
                </c:pt>
                <c:pt idx="525">
                  <c:v>1.9923210443131334</c:v>
                </c:pt>
                <c:pt idx="526">
                  <c:v>1.9602525218755387</c:v>
                </c:pt>
                <c:pt idx="527">
                  <c:v>1.9565083988271736</c:v>
                </c:pt>
                <c:pt idx="528">
                  <c:v>1.9552547780459597</c:v>
                </c:pt>
                <c:pt idx="529">
                  <c:v>1.9550895098160253</c:v>
                </c:pt>
                <c:pt idx="530">
                  <c:v>1.9511983093584144</c:v>
                </c:pt>
                <c:pt idx="531">
                  <c:v>1.9111283606401248</c:v>
                </c:pt>
                <c:pt idx="532">
                  <c:v>1.9191846690767538</c:v>
                </c:pt>
                <c:pt idx="533">
                  <c:v>1.9172304728479557</c:v>
                </c:pt>
                <c:pt idx="534">
                  <c:v>1.9248316378326644</c:v>
                </c:pt>
                <c:pt idx="535">
                  <c:v>1.9338009973526782</c:v>
                </c:pt>
                <c:pt idx="536">
                  <c:v>1.9313822952056348</c:v>
                </c:pt>
                <c:pt idx="537">
                  <c:v>1.9116472463392267</c:v>
                </c:pt>
                <c:pt idx="538">
                  <c:v>1.9241580669752198</c:v>
                </c:pt>
                <c:pt idx="539">
                  <c:v>1.921567683173617</c:v>
                </c:pt>
                <c:pt idx="540">
                  <c:v>1.9168583405465078</c:v>
                </c:pt>
                <c:pt idx="541">
                  <c:v>1.9333888470086156</c:v>
                </c:pt>
                <c:pt idx="542">
                  <c:v>1.9348231454489437</c:v>
                </c:pt>
                <c:pt idx="543">
                  <c:v>1.9377521957156874</c:v>
                </c:pt>
                <c:pt idx="544">
                  <c:v>1.9498456573416165</c:v>
                </c:pt>
                <c:pt idx="545">
                  <c:v>1.9435242109843789</c:v>
                </c:pt>
                <c:pt idx="546">
                  <c:v>1.9431800776121053</c:v>
                </c:pt>
                <c:pt idx="547">
                  <c:v>1.9611101128292436</c:v>
                </c:pt>
                <c:pt idx="548">
                  <c:v>1.979637705606798</c:v>
                </c:pt>
                <c:pt idx="549">
                  <c:v>1.9682325046336322</c:v>
                </c:pt>
                <c:pt idx="550">
                  <c:v>1.9885277483327211</c:v>
                </c:pt>
                <c:pt idx="551">
                  <c:v>1.9975962003974277</c:v>
                </c:pt>
                <c:pt idx="552">
                  <c:v>2.0009745866118016</c:v>
                </c:pt>
                <c:pt idx="553">
                  <c:v>1.9682818335730448</c:v>
                </c:pt>
                <c:pt idx="554">
                  <c:v>1.9610419971888782</c:v>
                </c:pt>
                <c:pt idx="555">
                  <c:v>1.9513711687406237</c:v>
                </c:pt>
                <c:pt idx="556">
                  <c:v>1.9511940687753822</c:v>
                </c:pt>
                <c:pt idx="557">
                  <c:v>1.9403135707029531</c:v>
                </c:pt>
                <c:pt idx="558">
                  <c:v>1.9479245286382132</c:v>
                </c:pt>
                <c:pt idx="559">
                  <c:v>1.9582433643190185</c:v>
                </c:pt>
                <c:pt idx="560">
                  <c:v>1.961160052233325</c:v>
                </c:pt>
                <c:pt idx="561">
                  <c:v>1.9855461816181923</c:v>
                </c:pt>
                <c:pt idx="562">
                  <c:v>2.0188574721926895</c:v>
                </c:pt>
                <c:pt idx="563">
                  <c:v>2.0213214616302926</c:v>
                </c:pt>
                <c:pt idx="564">
                  <c:v>2.0196625380871116</c:v>
                </c:pt>
                <c:pt idx="565">
                  <c:v>2.004561769096302</c:v>
                </c:pt>
                <c:pt idx="566">
                  <c:v>1.9897188281396494</c:v>
                </c:pt>
                <c:pt idx="567">
                  <c:v>2.0226137852687276</c:v>
                </c:pt>
                <c:pt idx="568">
                  <c:v>2.0262145484959824</c:v>
                </c:pt>
                <c:pt idx="569">
                  <c:v>2.0235824755732281</c:v>
                </c:pt>
                <c:pt idx="570">
                  <c:v>2.0253164964690051</c:v>
                </c:pt>
                <c:pt idx="571">
                  <c:v>2.0560100778919668</c:v>
                </c:pt>
                <c:pt idx="572">
                  <c:v>2.0474903860050673</c:v>
                </c:pt>
                <c:pt idx="573">
                  <c:v>2.0242325086943169</c:v>
                </c:pt>
                <c:pt idx="574">
                  <c:v>2.0358606582407148</c:v>
                </c:pt>
                <c:pt idx="575">
                  <c:v>2.0189596333056579</c:v>
                </c:pt>
                <c:pt idx="576">
                  <c:v>1.9987264195991916</c:v>
                </c:pt>
                <c:pt idx="577">
                  <c:v>2.0100307716456038</c:v>
                </c:pt>
                <c:pt idx="578">
                  <c:v>2.016158360307363</c:v>
                </c:pt>
                <c:pt idx="579">
                  <c:v>1.988449698178967</c:v>
                </c:pt>
                <c:pt idx="580">
                  <c:v>1.9943964126526055</c:v>
                </c:pt>
                <c:pt idx="581">
                  <c:v>1.9856211926167366</c:v>
                </c:pt>
                <c:pt idx="582">
                  <c:v>1.991600316408479</c:v>
                </c:pt>
                <c:pt idx="583">
                  <c:v>2.0018949547736118</c:v>
                </c:pt>
                <c:pt idx="584">
                  <c:v>2.0001420461479924</c:v>
                </c:pt>
                <c:pt idx="585">
                  <c:v>1.9730712889128628</c:v>
                </c:pt>
                <c:pt idx="586">
                  <c:v>2.0101880709432867</c:v>
                </c:pt>
                <c:pt idx="587">
                  <c:v>2.0054358721322263</c:v>
                </c:pt>
                <c:pt idx="588">
                  <c:v>1.9819671842099669</c:v>
                </c:pt>
                <c:pt idx="589">
                  <c:v>1.979688671968366</c:v>
                </c:pt>
                <c:pt idx="590">
                  <c:v>1.9620252397399562</c:v>
                </c:pt>
                <c:pt idx="591">
                  <c:v>1.9650751584256378</c:v>
                </c:pt>
                <c:pt idx="592">
                  <c:v>1.9686054026620796</c:v>
                </c:pt>
                <c:pt idx="593">
                  <c:v>1.9543866775711933</c:v>
                </c:pt>
                <c:pt idx="594">
                  <c:v>1.9811258129902467</c:v>
                </c:pt>
                <c:pt idx="595">
                  <c:v>1.9767005601317369</c:v>
                </c:pt>
                <c:pt idx="596">
                  <c:v>1.9706572877454276</c:v>
                </c:pt>
                <c:pt idx="597">
                  <c:v>1.9682549154614779</c:v>
                </c:pt>
                <c:pt idx="598">
                  <c:v>1.9519102342726184</c:v>
                </c:pt>
                <c:pt idx="599">
                  <c:v>1.9504121469288098</c:v>
                </c:pt>
                <c:pt idx="600">
                  <c:v>1.9490339583778733</c:v>
                </c:pt>
                <c:pt idx="601">
                  <c:v>1.9579500716337888</c:v>
                </c:pt>
                <c:pt idx="602">
                  <c:v>1.956629130688619</c:v>
                </c:pt>
                <c:pt idx="603">
                  <c:v>1.987025423483294</c:v>
                </c:pt>
                <c:pt idx="604">
                  <c:v>2.0300295679625151</c:v>
                </c:pt>
                <c:pt idx="605">
                  <c:v>2.0221746443674755</c:v>
                </c:pt>
                <c:pt idx="606">
                  <c:v>2.0391406773151788</c:v>
                </c:pt>
                <c:pt idx="607">
                  <c:v>2.0538744916557339</c:v>
                </c:pt>
                <c:pt idx="608">
                  <c:v>2.0900075260445266</c:v>
                </c:pt>
                <c:pt idx="609">
                  <c:v>2.0818922887171225</c:v>
                </c:pt>
                <c:pt idx="610">
                  <c:v>2.0872744563382137</c:v>
                </c:pt>
                <c:pt idx="611">
                  <c:v>2.0656918943597504</c:v>
                </c:pt>
                <c:pt idx="612">
                  <c:v>2.0809815884340033</c:v>
                </c:pt>
                <c:pt idx="613">
                  <c:v>2.1304140412604804</c:v>
                </c:pt>
                <c:pt idx="614">
                  <c:v>2.1682126840946117</c:v>
                </c:pt>
                <c:pt idx="615">
                  <c:v>2.2016955705811916</c:v>
                </c:pt>
                <c:pt idx="616">
                  <c:v>2.220785246664799</c:v>
                </c:pt>
                <c:pt idx="617">
                  <c:v>2.222952367254162</c:v>
                </c:pt>
                <c:pt idx="618">
                  <c:v>2.1442387588518939</c:v>
                </c:pt>
                <c:pt idx="619">
                  <c:v>2.108156696423523</c:v>
                </c:pt>
                <c:pt idx="620">
                  <c:v>2.1201374267714836</c:v>
                </c:pt>
                <c:pt idx="621">
                  <c:v>2.122645916921333</c:v>
                </c:pt>
                <c:pt idx="622">
                  <c:v>2.1653249332549569</c:v>
                </c:pt>
                <c:pt idx="623">
                  <c:v>2.1447994995467852</c:v>
                </c:pt>
                <c:pt idx="624">
                  <c:v>2.1578037689905938</c:v>
                </c:pt>
                <c:pt idx="625">
                  <c:v>2.1805780535094876</c:v>
                </c:pt>
                <c:pt idx="626">
                  <c:v>2.1604869603022623</c:v>
                </c:pt>
                <c:pt idx="627">
                  <c:v>2.1677254015059115</c:v>
                </c:pt>
                <c:pt idx="628">
                  <c:v>2.0909320525960133</c:v>
                </c:pt>
                <c:pt idx="629">
                  <c:v>2.102000000346409</c:v>
                </c:pt>
                <c:pt idx="630">
                  <c:v>2.0953513550363421</c:v>
                </c:pt>
                <c:pt idx="631">
                  <c:v>2.109131015711903</c:v>
                </c:pt>
                <c:pt idx="632">
                  <c:v>2.082826777587417</c:v>
                </c:pt>
                <c:pt idx="633">
                  <c:v>2.1008149003228556</c:v>
                </c:pt>
                <c:pt idx="634">
                  <c:v>2.1094538359672392</c:v>
                </c:pt>
                <c:pt idx="635">
                  <c:v>2.0986472967683021</c:v>
                </c:pt>
                <c:pt idx="636">
                  <c:v>2.0669773404371949</c:v>
                </c:pt>
                <c:pt idx="637">
                  <c:v>2.0564801861320356</c:v>
                </c:pt>
                <c:pt idx="638">
                  <c:v>2.0580343931270253</c:v>
                </c:pt>
                <c:pt idx="639">
                  <c:v>2.0576217114795874</c:v>
                </c:pt>
                <c:pt idx="640">
                  <c:v>2.0693907783387266</c:v>
                </c:pt>
                <c:pt idx="641">
                  <c:v>2.0499462422651167</c:v>
                </c:pt>
                <c:pt idx="642">
                  <c:v>2.057049252887742</c:v>
                </c:pt>
                <c:pt idx="643">
                  <c:v>2.0493315073871128</c:v>
                </c:pt>
                <c:pt idx="644">
                  <c:v>2.0455036575899244</c:v>
                </c:pt>
                <c:pt idx="645">
                  <c:v>2.0548407827416231</c:v>
                </c:pt>
                <c:pt idx="646">
                  <c:v>2.0676669997163248</c:v>
                </c:pt>
                <c:pt idx="647">
                  <c:v>2.1052385098640518</c:v>
                </c:pt>
                <c:pt idx="648">
                  <c:v>2.098862376751446</c:v>
                </c:pt>
                <c:pt idx="649">
                  <c:v>2.1010774406002528</c:v>
                </c:pt>
                <c:pt idx="650">
                  <c:v>2.0945775033199814</c:v>
                </c:pt>
                <c:pt idx="651">
                  <c:v>2.0540433537214944</c:v>
                </c:pt>
                <c:pt idx="652">
                  <c:v>2.0397422324946906</c:v>
                </c:pt>
                <c:pt idx="653">
                  <c:v>2.0445460505634467</c:v>
                </c:pt>
                <c:pt idx="654">
                  <c:v>2.0471011751112513</c:v>
                </c:pt>
                <c:pt idx="655">
                  <c:v>2.080121815219198</c:v>
                </c:pt>
                <c:pt idx="656">
                  <c:v>2.1043962433459291</c:v>
                </c:pt>
                <c:pt idx="657">
                  <c:v>2.1245119376411514</c:v>
                </c:pt>
                <c:pt idx="658">
                  <c:v>2.094847159737756</c:v>
                </c:pt>
                <c:pt idx="659">
                  <c:v>2.0727810967358029</c:v>
                </c:pt>
                <c:pt idx="660">
                  <c:v>2.0723765556529812</c:v>
                </c:pt>
                <c:pt idx="661">
                  <c:v>2.0724579974422235</c:v>
                </c:pt>
                <c:pt idx="662">
                  <c:v>2.0441153036767141</c:v>
                </c:pt>
                <c:pt idx="663">
                  <c:v>2.0198661628047114</c:v>
                </c:pt>
                <c:pt idx="664">
                  <c:v>2.0248013778937457</c:v>
                </c:pt>
                <c:pt idx="665">
                  <c:v>2.0172611284305053</c:v>
                </c:pt>
                <c:pt idx="666">
                  <c:v>2.016495678389453</c:v>
                </c:pt>
                <c:pt idx="667">
                  <c:v>1.996834489539872</c:v>
                </c:pt>
                <c:pt idx="668">
                  <c:v>1.9920598562282998</c:v>
                </c:pt>
                <c:pt idx="669">
                  <c:v>1.9706118348173498</c:v>
                </c:pt>
                <c:pt idx="670">
                  <c:v>1.9486423811514664</c:v>
                </c:pt>
                <c:pt idx="671">
                  <c:v>1.9405702397970306</c:v>
                </c:pt>
                <c:pt idx="672">
                  <c:v>1.9412463642332323</c:v>
                </c:pt>
                <c:pt idx="673">
                  <c:v>1.9520208351263475</c:v>
                </c:pt>
                <c:pt idx="674">
                  <c:v>1.9310209967979279</c:v>
                </c:pt>
                <c:pt idx="675">
                  <c:v>1.9401640863331646</c:v>
                </c:pt>
                <c:pt idx="676">
                  <c:v>1.9369089931136716</c:v>
                </c:pt>
                <c:pt idx="677">
                  <c:v>1.9381945787186641</c:v>
                </c:pt>
                <c:pt idx="678">
                  <c:v>1.9477991322553014</c:v>
                </c:pt>
                <c:pt idx="679">
                  <c:v>1.9391072488417629</c:v>
                </c:pt>
                <c:pt idx="680">
                  <c:v>1.9373313750278329</c:v>
                </c:pt>
                <c:pt idx="681">
                  <c:v>1.9515501550858187</c:v>
                </c:pt>
                <c:pt idx="682">
                  <c:v>1.9474335926485502</c:v>
                </c:pt>
                <c:pt idx="683">
                  <c:v>1.9446737460207231</c:v>
                </c:pt>
                <c:pt idx="684">
                  <c:v>1.9453474627773399</c:v>
                </c:pt>
                <c:pt idx="685">
                  <c:v>1.9448605842826159</c:v>
                </c:pt>
                <c:pt idx="686">
                  <c:v>1.9358752541231712</c:v>
                </c:pt>
                <c:pt idx="687">
                  <c:v>1.9375494428863647</c:v>
                </c:pt>
                <c:pt idx="688">
                  <c:v>1.9143291869976558</c:v>
                </c:pt>
                <c:pt idx="689">
                  <c:v>1.9180101011398392</c:v>
                </c:pt>
                <c:pt idx="690">
                  <c:v>1.8973806385925061</c:v>
                </c:pt>
                <c:pt idx="691">
                  <c:v>1.9025332735870515</c:v>
                </c:pt>
                <c:pt idx="692">
                  <c:v>1.8943852302178024</c:v>
                </c:pt>
                <c:pt idx="693">
                  <c:v>1.8845727667145713</c:v>
                </c:pt>
                <c:pt idx="694">
                  <c:v>1.8851882672087901</c:v>
                </c:pt>
                <c:pt idx="695">
                  <c:v>1.8863846874909551</c:v>
                </c:pt>
                <c:pt idx="696">
                  <c:v>1.9062608682046391</c:v>
                </c:pt>
                <c:pt idx="697">
                  <c:v>1.8980889170379553</c:v>
                </c:pt>
                <c:pt idx="698">
                  <c:v>1.910281127170838</c:v>
                </c:pt>
                <c:pt idx="699">
                  <c:v>1.8963517970910613</c:v>
                </c:pt>
                <c:pt idx="700">
                  <c:v>1.8933734032455229</c:v>
                </c:pt>
                <c:pt idx="701">
                  <c:v>1.8866552779709647</c:v>
                </c:pt>
                <c:pt idx="702">
                  <c:v>1.9160751751000253</c:v>
                </c:pt>
                <c:pt idx="703">
                  <c:v>1.9053124335059226</c:v>
                </c:pt>
                <c:pt idx="704">
                  <c:v>1.9191963549739364</c:v>
                </c:pt>
                <c:pt idx="705">
                  <c:v>1.9306431600757921</c:v>
                </c:pt>
                <c:pt idx="706">
                  <c:v>1.9334188474070624</c:v>
                </c:pt>
                <c:pt idx="707">
                  <c:v>1.9426445519642301</c:v>
                </c:pt>
                <c:pt idx="708">
                  <c:v>1.9630571822063372</c:v>
                </c:pt>
                <c:pt idx="709">
                  <c:v>1.9661045539863671</c:v>
                </c:pt>
                <c:pt idx="710">
                  <c:v>1.9473728435407704</c:v>
                </c:pt>
                <c:pt idx="711">
                  <c:v>1.9824045082416832</c:v>
                </c:pt>
                <c:pt idx="712">
                  <c:v>1.9795264088002378</c:v>
                </c:pt>
                <c:pt idx="713">
                  <c:v>1.9383732309042725</c:v>
                </c:pt>
                <c:pt idx="714">
                  <c:v>1.9331308711291799</c:v>
                </c:pt>
                <c:pt idx="715">
                  <c:v>1.9150468868635691</c:v>
                </c:pt>
                <c:pt idx="716">
                  <c:v>1.9301910599933201</c:v>
                </c:pt>
                <c:pt idx="717">
                  <c:v>1.9544166237818066</c:v>
                </c:pt>
                <c:pt idx="718">
                  <c:v>1.9432539790087915</c:v>
                </c:pt>
                <c:pt idx="719">
                  <c:v>1.9345439776313291</c:v>
                </c:pt>
                <c:pt idx="720">
                  <c:v>1.9279818477460582</c:v>
                </c:pt>
                <c:pt idx="721">
                  <c:v>1.9225526836287889</c:v>
                </c:pt>
                <c:pt idx="722">
                  <c:v>1.906470278785757</c:v>
                </c:pt>
                <c:pt idx="723">
                  <c:v>1.9078491249952934</c:v>
                </c:pt>
                <c:pt idx="724">
                  <c:v>1.9213180135303642</c:v>
                </c:pt>
                <c:pt idx="725">
                  <c:v>1.9402868729233715</c:v>
                </c:pt>
                <c:pt idx="726">
                  <c:v>1.964354640986919</c:v>
                </c:pt>
                <c:pt idx="727">
                  <c:v>1.9674048265089528</c:v>
                </c:pt>
                <c:pt idx="728">
                  <c:v>1.9704458070340178</c:v>
                </c:pt>
                <c:pt idx="729">
                  <c:v>1.949186042970497</c:v>
                </c:pt>
                <c:pt idx="730">
                  <c:v>1.9566337616306408</c:v>
                </c:pt>
                <c:pt idx="731">
                  <c:v>1.9722905852059804</c:v>
                </c:pt>
                <c:pt idx="732">
                  <c:v>1.9835764008850401</c:v>
                </c:pt>
                <c:pt idx="733">
                  <c:v>1.9912970656535363</c:v>
                </c:pt>
                <c:pt idx="734">
                  <c:v>1.9923464232321657</c:v>
                </c:pt>
                <c:pt idx="735">
                  <c:v>1.9860653015691845</c:v>
                </c:pt>
                <c:pt idx="736">
                  <c:v>1.9765769774018818</c:v>
                </c:pt>
                <c:pt idx="737">
                  <c:v>1.9748956007340963</c:v>
                </c:pt>
                <c:pt idx="738">
                  <c:v>1.9668764959350318</c:v>
                </c:pt>
                <c:pt idx="739">
                  <c:v>1.9526515381915319</c:v>
                </c:pt>
                <c:pt idx="740">
                  <c:v>1.9502688112372417</c:v>
                </c:pt>
                <c:pt idx="741">
                  <c:v>1.9532830222851663</c:v>
                </c:pt>
                <c:pt idx="742">
                  <c:v>1.9520344540159928</c:v>
                </c:pt>
                <c:pt idx="743">
                  <c:v>1.9456264270614658</c:v>
                </c:pt>
                <c:pt idx="744">
                  <c:v>1.9939935626296941</c:v>
                </c:pt>
                <c:pt idx="745">
                  <c:v>2.0187740913414358</c:v>
                </c:pt>
                <c:pt idx="746">
                  <c:v>2.0110532735027724</c:v>
                </c:pt>
                <c:pt idx="747">
                  <c:v>2.0062681969418947</c:v>
                </c:pt>
                <c:pt idx="748">
                  <c:v>2.0075907905775727</c:v>
                </c:pt>
                <c:pt idx="749">
                  <c:v>2.0243435230265776</c:v>
                </c:pt>
                <c:pt idx="750">
                  <c:v>2.0334229398908001</c:v>
                </c:pt>
                <c:pt idx="751">
                  <c:v>2.0198422793182393</c:v>
                </c:pt>
                <c:pt idx="752">
                  <c:v>2.0204175375774427</c:v>
                </c:pt>
                <c:pt idx="753">
                  <c:v>2.0140006767889842</c:v>
                </c:pt>
                <c:pt idx="754">
                  <c:v>2.0086519283719251</c:v>
                </c:pt>
                <c:pt idx="755">
                  <c:v>2.0236980098998796</c:v>
                </c:pt>
                <c:pt idx="756">
                  <c:v>2.0124209200161998</c:v>
                </c:pt>
                <c:pt idx="757">
                  <c:v>2.0001267147454458</c:v>
                </c:pt>
                <c:pt idx="758">
                  <c:v>1.9942567763073482</c:v>
                </c:pt>
                <c:pt idx="759">
                  <c:v>2.0206054936197315</c:v>
                </c:pt>
                <c:pt idx="760">
                  <c:v>2.0273017558778843</c:v>
                </c:pt>
                <c:pt idx="761">
                  <c:v>2.0605206234980629</c:v>
                </c:pt>
                <c:pt idx="762">
                  <c:v>2.0516900109928087</c:v>
                </c:pt>
                <c:pt idx="763">
                  <c:v>2.0262115124772775</c:v>
                </c:pt>
                <c:pt idx="764">
                  <c:v>2.0502541475392437</c:v>
                </c:pt>
                <c:pt idx="765">
                  <c:v>2.0922343561769265</c:v>
                </c:pt>
                <c:pt idx="766">
                  <c:v>2.0850529398704083</c:v>
                </c:pt>
                <c:pt idx="767">
                  <c:v>2.0619829280821231</c:v>
                </c:pt>
                <c:pt idx="768">
                  <c:v>2.044746240388239</c:v>
                </c:pt>
                <c:pt idx="769">
                  <c:v>2.0448350098090353</c:v>
                </c:pt>
                <c:pt idx="770">
                  <c:v>2.0327926327146355</c:v>
                </c:pt>
                <c:pt idx="771">
                  <c:v>2.0289741790901217</c:v>
                </c:pt>
                <c:pt idx="772">
                  <c:v>2.040099659807264</c:v>
                </c:pt>
                <c:pt idx="773">
                  <c:v>2.0252384747551941</c:v>
                </c:pt>
                <c:pt idx="774">
                  <c:v>2.0178571286507228</c:v>
                </c:pt>
                <c:pt idx="775">
                  <c:v>2.0175844663653728</c:v>
                </c:pt>
                <c:pt idx="776">
                  <c:v>2.0235124919013892</c:v>
                </c:pt>
                <c:pt idx="777">
                  <c:v>2.039637317617248</c:v>
                </c:pt>
                <c:pt idx="778">
                  <c:v>2.0044364315156904</c:v>
                </c:pt>
                <c:pt idx="779">
                  <c:v>2.0138691452032869</c:v>
                </c:pt>
                <c:pt idx="780">
                  <c:v>1.99601824583772</c:v>
                </c:pt>
                <c:pt idx="781">
                  <c:v>1.9876033370663493</c:v>
                </c:pt>
                <c:pt idx="782">
                  <c:v>1.9799317648729067</c:v>
                </c:pt>
                <c:pt idx="783">
                  <c:v>1.9786964509195062</c:v>
                </c:pt>
                <c:pt idx="784">
                  <c:v>1.9945746697344198</c:v>
                </c:pt>
                <c:pt idx="785">
                  <c:v>2.0060943442280883</c:v>
                </c:pt>
                <c:pt idx="786">
                  <c:v>1.9862161386043831</c:v>
                </c:pt>
                <c:pt idx="787">
                  <c:v>1.9834737976359367</c:v>
                </c:pt>
                <c:pt idx="788">
                  <c:v>1.9852804587613999</c:v>
                </c:pt>
                <c:pt idx="789">
                  <c:v>2.0073101806942</c:v>
                </c:pt>
                <c:pt idx="790">
                  <c:v>1.9989712914579782</c:v>
                </c:pt>
                <c:pt idx="791">
                  <c:v>2.034032685465855</c:v>
                </c:pt>
                <c:pt idx="792">
                  <c:v>2.0337497651091505</c:v>
                </c:pt>
                <c:pt idx="793">
                  <c:v>2.0509220336660214</c:v>
                </c:pt>
                <c:pt idx="794">
                  <c:v>2.0407277537832385</c:v>
                </c:pt>
                <c:pt idx="795">
                  <c:v>2.0259262577964003</c:v>
                </c:pt>
                <c:pt idx="796">
                  <c:v>2.0301091389645722</c:v>
                </c:pt>
                <c:pt idx="797">
                  <c:v>2.0521470468821681</c:v>
                </c:pt>
                <c:pt idx="798">
                  <c:v>2.0346623083920803</c:v>
                </c:pt>
                <c:pt idx="799">
                  <c:v>2.0209057335701175</c:v>
                </c:pt>
                <c:pt idx="800">
                  <c:v>2.0268312625105818</c:v>
                </c:pt>
                <c:pt idx="801">
                  <c:v>1.9983410353706665</c:v>
                </c:pt>
                <c:pt idx="802">
                  <c:v>1.9815545814071842</c:v>
                </c:pt>
                <c:pt idx="803">
                  <c:v>1.9802543777667512</c:v>
                </c:pt>
                <c:pt idx="804">
                  <c:v>1.9751636429697523</c:v>
                </c:pt>
                <c:pt idx="805">
                  <c:v>1.9688625471629813</c:v>
                </c:pt>
                <c:pt idx="806">
                  <c:v>1.9632826085214465</c:v>
                </c:pt>
                <c:pt idx="807">
                  <c:v>1.9658469901862274</c:v>
                </c:pt>
                <c:pt idx="808">
                  <c:v>1.9647756398412595</c:v>
                </c:pt>
                <c:pt idx="809">
                  <c:v>1.9616341229686221</c:v>
                </c:pt>
                <c:pt idx="810">
                  <c:v>1.9574161475597329</c:v>
                </c:pt>
                <c:pt idx="811">
                  <c:v>1.952124558117051</c:v>
                </c:pt>
                <c:pt idx="812">
                  <c:v>1.9437815213570031</c:v>
                </c:pt>
                <c:pt idx="813">
                  <c:v>1.9573936859421817</c:v>
                </c:pt>
                <c:pt idx="814">
                  <c:v>1.9577770666756442</c:v>
                </c:pt>
                <c:pt idx="815">
                  <c:v>1.9635885635594428</c:v>
                </c:pt>
                <c:pt idx="816">
                  <c:v>1.9630935689136277</c:v>
                </c:pt>
                <c:pt idx="817">
                  <c:v>1.964440643570303</c:v>
                </c:pt>
                <c:pt idx="818">
                  <c:v>1.9512806585049924</c:v>
                </c:pt>
                <c:pt idx="819">
                  <c:v>1.9559952792215116</c:v>
                </c:pt>
                <c:pt idx="820">
                  <c:v>1.951624777061099</c:v>
                </c:pt>
                <c:pt idx="821">
                  <c:v>1.9544101654469554</c:v>
                </c:pt>
                <c:pt idx="822">
                  <c:v>1.9556589465029737</c:v>
                </c:pt>
                <c:pt idx="823">
                  <c:v>1.9829736346623354</c:v>
                </c:pt>
                <c:pt idx="824">
                  <c:v>1.9878742765507766</c:v>
                </c:pt>
                <c:pt idx="825">
                  <c:v>1.9957924513168632</c:v>
                </c:pt>
                <c:pt idx="826">
                  <c:v>1.9995764810398509</c:v>
                </c:pt>
                <c:pt idx="827">
                  <c:v>2.0016423087873245</c:v>
                </c:pt>
                <c:pt idx="828">
                  <c:v>2.0235545437560081</c:v>
                </c:pt>
                <c:pt idx="829">
                  <c:v>2.0114726207862197</c:v>
                </c:pt>
                <c:pt idx="830">
                  <c:v>2.0076599121527403</c:v>
                </c:pt>
                <c:pt idx="831">
                  <c:v>1.9959257521862326</c:v>
                </c:pt>
                <c:pt idx="832">
                  <c:v>1.9761165211294576</c:v>
                </c:pt>
                <c:pt idx="833">
                  <c:v>1.9470250128500823</c:v>
                </c:pt>
                <c:pt idx="834">
                  <c:v>1.9474841310472755</c:v>
                </c:pt>
                <c:pt idx="835">
                  <c:v>1.9437335087180105</c:v>
                </c:pt>
                <c:pt idx="836">
                  <c:v>1.940760463949464</c:v>
                </c:pt>
                <c:pt idx="837">
                  <c:v>1.9437089934226903</c:v>
                </c:pt>
                <c:pt idx="838">
                  <c:v>1.9484753032240432</c:v>
                </c:pt>
                <c:pt idx="839">
                  <c:v>1.9421452677163136</c:v>
                </c:pt>
                <c:pt idx="840">
                  <c:v>1.9417129354848883</c:v>
                </c:pt>
                <c:pt idx="841">
                  <c:v>1.9494688286377291</c:v>
                </c:pt>
                <c:pt idx="842">
                  <c:v>1.9636858404343096</c:v>
                </c:pt>
                <c:pt idx="843">
                  <c:v>1.9448649531209232</c:v>
                </c:pt>
                <c:pt idx="844">
                  <c:v>1.948030750648799</c:v>
                </c:pt>
                <c:pt idx="845">
                  <c:v>1.967072981177274</c:v>
                </c:pt>
                <c:pt idx="846">
                  <c:v>1.9565818470222451</c:v>
                </c:pt>
                <c:pt idx="847">
                  <c:v>1.9508396154207828</c:v>
                </c:pt>
                <c:pt idx="848">
                  <c:v>1.9628365790898235</c:v>
                </c:pt>
                <c:pt idx="849">
                  <c:v>1.9692512280140844</c:v>
                </c:pt>
                <c:pt idx="850">
                  <c:v>1.9479280791488924</c:v>
                </c:pt>
                <c:pt idx="851">
                  <c:v>1.9481025249966428</c:v>
                </c:pt>
                <c:pt idx="852">
                  <c:v>1.9524799423876451</c:v>
                </c:pt>
                <c:pt idx="853">
                  <c:v>1.9762393025307317</c:v>
                </c:pt>
                <c:pt idx="854">
                  <c:v>1.9712624088168602</c:v>
                </c:pt>
                <c:pt idx="855">
                  <c:v>1.9641817953087704</c:v>
                </c:pt>
                <c:pt idx="856">
                  <c:v>1.9771772451126577</c:v>
                </c:pt>
                <c:pt idx="857">
                  <c:v>1.9764641702775458</c:v>
                </c:pt>
                <c:pt idx="858">
                  <c:v>2.0037606123340481</c:v>
                </c:pt>
                <c:pt idx="859">
                  <c:v>1.9927238455868344</c:v>
                </c:pt>
                <c:pt idx="860">
                  <c:v>1.9706252044594768</c:v>
                </c:pt>
                <c:pt idx="861">
                  <c:v>1.982932768010077</c:v>
                </c:pt>
                <c:pt idx="862">
                  <c:v>1.9693432861548261</c:v>
                </c:pt>
                <c:pt idx="863">
                  <c:v>1.9790492120817595</c:v>
                </c:pt>
                <c:pt idx="864">
                  <c:v>1.9664501981544227</c:v>
                </c:pt>
                <c:pt idx="865">
                  <c:v>1.9731873212193072</c:v>
                </c:pt>
                <c:pt idx="866">
                  <c:v>1.9572430091528221</c:v>
                </c:pt>
                <c:pt idx="867">
                  <c:v>1.9646890166563311</c:v>
                </c:pt>
                <c:pt idx="868">
                  <c:v>1.96921249633554</c:v>
                </c:pt>
                <c:pt idx="869">
                  <c:v>1.9748771618048495</c:v>
                </c:pt>
                <c:pt idx="870">
                  <c:v>1.9755560939973431</c:v>
                </c:pt>
                <c:pt idx="871">
                  <c:v>1.9840533826627131</c:v>
                </c:pt>
                <c:pt idx="872">
                  <c:v>1.982343777894277</c:v>
                </c:pt>
                <c:pt idx="873">
                  <c:v>2.0018074905590191</c:v>
                </c:pt>
                <c:pt idx="874">
                  <c:v>1.9980928531075948</c:v>
                </c:pt>
                <c:pt idx="875">
                  <c:v>1.9750045127791289</c:v>
                </c:pt>
                <c:pt idx="876">
                  <c:v>1.9726625665457846</c:v>
                </c:pt>
                <c:pt idx="877">
                  <c:v>1.9652687720570337</c:v>
                </c:pt>
                <c:pt idx="878">
                  <c:v>1.967988707418157</c:v>
                </c:pt>
                <c:pt idx="879">
                  <c:v>1.9696093739879303</c:v>
                </c:pt>
                <c:pt idx="880">
                  <c:v>1.9603991320725505</c:v>
                </c:pt>
                <c:pt idx="881">
                  <c:v>1.9631229565756247</c:v>
                </c:pt>
                <c:pt idx="882">
                  <c:v>1.9625742352369921</c:v>
                </c:pt>
                <c:pt idx="883">
                  <c:v>1.9577319526345824</c:v>
                </c:pt>
                <c:pt idx="884">
                  <c:v>1.9438776966883142</c:v>
                </c:pt>
                <c:pt idx="885">
                  <c:v>1.9276981912679969</c:v>
                </c:pt>
                <c:pt idx="886">
                  <c:v>1.907747663172682</c:v>
                </c:pt>
                <c:pt idx="887">
                  <c:v>1.9180332392713746</c:v>
                </c:pt>
                <c:pt idx="888">
                  <c:v>1.9260079054104644</c:v>
                </c:pt>
                <c:pt idx="889">
                  <c:v>1.9193949503363237</c:v>
                </c:pt>
                <c:pt idx="890">
                  <c:v>1.9334175580870501</c:v>
                </c:pt>
                <c:pt idx="891">
                  <c:v>1.941011312033367</c:v>
                </c:pt>
                <c:pt idx="892">
                  <c:v>1.9481437630944536</c:v>
                </c:pt>
                <c:pt idx="893">
                  <c:v>1.9745269296626218</c:v>
                </c:pt>
                <c:pt idx="894">
                  <c:v>1.9654577444498889</c:v>
                </c:pt>
                <c:pt idx="895">
                  <c:v>1.9657241133751207</c:v>
                </c:pt>
                <c:pt idx="896">
                  <c:v>1.9479769785471264</c:v>
                </c:pt>
                <c:pt idx="897">
                  <c:v>1.9487311039853417</c:v>
                </c:pt>
                <c:pt idx="898">
                  <c:v>1.9609467044607531</c:v>
                </c:pt>
                <c:pt idx="899">
                  <c:v>1.9448602716151799</c:v>
                </c:pt>
                <c:pt idx="900">
                  <c:v>1.9443555313012162</c:v>
                </c:pt>
                <c:pt idx="901">
                  <c:v>1.9752978295876193</c:v>
                </c:pt>
                <c:pt idx="902">
                  <c:v>1.9631837304027082</c:v>
                </c:pt>
                <c:pt idx="903">
                  <c:v>1.9621751163015013</c:v>
                </c:pt>
                <c:pt idx="904">
                  <c:v>1.9577852644649356</c:v>
                </c:pt>
                <c:pt idx="905">
                  <c:v>1.9530463791953996</c:v>
                </c:pt>
                <c:pt idx="906">
                  <c:v>1.9514746356682862</c:v>
                </c:pt>
                <c:pt idx="907">
                  <c:v>1.9576309103437355</c:v>
                </c:pt>
                <c:pt idx="908">
                  <c:v>1.9593453022763034</c:v>
                </c:pt>
                <c:pt idx="909">
                  <c:v>1.9792248095200558</c:v>
                </c:pt>
                <c:pt idx="910">
                  <c:v>1.982246772075104</c:v>
                </c:pt>
                <c:pt idx="911">
                  <c:v>1.9759551951652734</c:v>
                </c:pt>
                <c:pt idx="912">
                  <c:v>1.9846086627952328</c:v>
                </c:pt>
                <c:pt idx="913">
                  <c:v>2.0023917714184249</c:v>
                </c:pt>
                <c:pt idx="914">
                  <c:v>1.9905006689069165</c:v>
                </c:pt>
                <c:pt idx="915">
                  <c:v>1.9971150058021803</c:v>
                </c:pt>
                <c:pt idx="916">
                  <c:v>1.9906171088153772</c:v>
                </c:pt>
                <c:pt idx="917">
                  <c:v>1.9719518401871254</c:v>
                </c:pt>
                <c:pt idx="918">
                  <c:v>1.9891498155407841</c:v>
                </c:pt>
                <c:pt idx="919">
                  <c:v>1.9849284370907612</c:v>
                </c:pt>
                <c:pt idx="920">
                  <c:v>2.0014235764696906</c:v>
                </c:pt>
                <c:pt idx="921">
                  <c:v>2.0143451862456909</c:v>
                </c:pt>
                <c:pt idx="922">
                  <c:v>2.0111501995457517</c:v>
                </c:pt>
                <c:pt idx="923">
                  <c:v>2.0143522009794466</c:v>
                </c:pt>
                <c:pt idx="924">
                  <c:v>2.0153064368886038</c:v>
                </c:pt>
                <c:pt idx="925">
                  <c:v>2.0181506026207878</c:v>
                </c:pt>
                <c:pt idx="926">
                  <c:v>2.0274902312982843</c:v>
                </c:pt>
                <c:pt idx="927">
                  <c:v>2.0604456058986402</c:v>
                </c:pt>
                <c:pt idx="928">
                  <c:v>2.0844100201055631</c:v>
                </c:pt>
                <c:pt idx="929">
                  <c:v>2.0919314859908007</c:v>
                </c:pt>
                <c:pt idx="930">
                  <c:v>2.0847207560213592</c:v>
                </c:pt>
                <c:pt idx="931">
                  <c:v>2.098652910896484</c:v>
                </c:pt>
                <c:pt idx="932">
                  <c:v>2.1297031451403217</c:v>
                </c:pt>
                <c:pt idx="933">
                  <c:v>2.1377945048753064</c:v>
                </c:pt>
                <c:pt idx="934">
                  <c:v>2.1342536048867746</c:v>
                </c:pt>
                <c:pt idx="935">
                  <c:v>2.1395761310792407</c:v>
                </c:pt>
                <c:pt idx="936">
                  <c:v>2.1497925205389792</c:v>
                </c:pt>
                <c:pt idx="937">
                  <c:v>2.1798250214174355</c:v>
                </c:pt>
                <c:pt idx="938">
                  <c:v>2.1369749231819286</c:v>
                </c:pt>
                <c:pt idx="939">
                  <c:v>2.160736303913271</c:v>
                </c:pt>
                <c:pt idx="940">
                  <c:v>2.1330423569506411</c:v>
                </c:pt>
                <c:pt idx="941">
                  <c:v>2.1394791302768561</c:v>
                </c:pt>
                <c:pt idx="942">
                  <c:v>2.1432655351678727</c:v>
                </c:pt>
                <c:pt idx="943">
                  <c:v>2.1324692820899518</c:v>
                </c:pt>
                <c:pt idx="944">
                  <c:v>2.1373141314150397</c:v>
                </c:pt>
                <c:pt idx="945">
                  <c:v>2.0853759488988963</c:v>
                </c:pt>
                <c:pt idx="946">
                  <c:v>2.0827746401681226</c:v>
                </c:pt>
                <c:pt idx="947">
                  <c:v>2.0677222163604432</c:v>
                </c:pt>
                <c:pt idx="948">
                  <c:v>2.0828057015057784</c:v>
                </c:pt>
                <c:pt idx="949">
                  <c:v>2.1022679011297045</c:v>
                </c:pt>
                <c:pt idx="950">
                  <c:v>2.1075724307649688</c:v>
                </c:pt>
                <c:pt idx="951">
                  <c:v>2.0942203449537335</c:v>
                </c:pt>
                <c:pt idx="952">
                  <c:v>2.0915114681008795</c:v>
                </c:pt>
                <c:pt idx="953">
                  <c:v>2.0616602912909503</c:v>
                </c:pt>
                <c:pt idx="954">
                  <c:v>2.062710687633373</c:v>
                </c:pt>
                <c:pt idx="955">
                  <c:v>2.0551253891496</c:v>
                </c:pt>
                <c:pt idx="956">
                  <c:v>2.0646772042168924</c:v>
                </c:pt>
                <c:pt idx="957">
                  <c:v>2.0814078898593222</c:v>
                </c:pt>
                <c:pt idx="958">
                  <c:v>2.0797923256584565</c:v>
                </c:pt>
                <c:pt idx="959">
                  <c:v>2.0585344877004523</c:v>
                </c:pt>
                <c:pt idx="960">
                  <c:v>2.0610012911206113</c:v>
                </c:pt>
                <c:pt idx="961">
                  <c:v>2.0726744810446371</c:v>
                </c:pt>
                <c:pt idx="962">
                  <c:v>2.0640354825787655</c:v>
                </c:pt>
                <c:pt idx="963">
                  <c:v>2.0427330625339906</c:v>
                </c:pt>
                <c:pt idx="964">
                  <c:v>2.0475977819046447</c:v>
                </c:pt>
                <c:pt idx="965">
                  <c:v>2.044775387914989</c:v>
                </c:pt>
                <c:pt idx="966">
                  <c:v>2.0333534180165236</c:v>
                </c:pt>
                <c:pt idx="967">
                  <c:v>2.0296457888089963</c:v>
                </c:pt>
                <c:pt idx="968">
                  <c:v>2.0470418500005465</c:v>
                </c:pt>
                <c:pt idx="969">
                  <c:v>2.0481679971897071</c:v>
                </c:pt>
                <c:pt idx="970">
                  <c:v>2.0456635347244991</c:v>
                </c:pt>
                <c:pt idx="971">
                  <c:v>2.0250998879762512</c:v>
                </c:pt>
                <c:pt idx="972">
                  <c:v>2.0232096138744571</c:v>
                </c:pt>
                <c:pt idx="973">
                  <c:v>2.0270425743656428</c:v>
                </c:pt>
                <c:pt idx="974">
                  <c:v>2.030645171120812</c:v>
                </c:pt>
                <c:pt idx="975">
                  <c:v>2.0630779783076898</c:v>
                </c:pt>
                <c:pt idx="976">
                  <c:v>2.0971254161966355</c:v>
                </c:pt>
                <c:pt idx="977">
                  <c:v>2.0881921394360567</c:v>
                </c:pt>
                <c:pt idx="978">
                  <c:v>2.0892421209943266</c:v>
                </c:pt>
                <c:pt idx="979">
                  <c:v>2.1059903418936576</c:v>
                </c:pt>
                <c:pt idx="980">
                  <c:v>2.1120920127529743</c:v>
                </c:pt>
                <c:pt idx="981">
                  <c:v>2.1104361770065823</c:v>
                </c:pt>
                <c:pt idx="982">
                  <c:v>2.0714415080922901</c:v>
                </c:pt>
                <c:pt idx="983">
                  <c:v>2.0557148956426263</c:v>
                </c:pt>
                <c:pt idx="984">
                  <c:v>2.0610223485128727</c:v>
                </c:pt>
                <c:pt idx="985">
                  <c:v>2.0519301534693115</c:v>
                </c:pt>
                <c:pt idx="986">
                  <c:v>2.051811502157419</c:v>
                </c:pt>
                <c:pt idx="987">
                  <c:v>2.0848538037535498</c:v>
                </c:pt>
                <c:pt idx="988">
                  <c:v>2.1054115417444326</c:v>
                </c:pt>
                <c:pt idx="989">
                  <c:v>2.097780084363686</c:v>
                </c:pt>
                <c:pt idx="990">
                  <c:v>2.1021211233481933</c:v>
                </c:pt>
                <c:pt idx="991">
                  <c:v>2.1440400280379293</c:v>
                </c:pt>
                <c:pt idx="992">
                  <c:v>2.1370566493709595</c:v>
                </c:pt>
                <c:pt idx="993">
                  <c:v>2.1027936277957018</c:v>
                </c:pt>
                <c:pt idx="994">
                  <c:v>2.0823780461073467</c:v>
                </c:pt>
                <c:pt idx="995">
                  <c:v>2.0851834350380081</c:v>
                </c:pt>
                <c:pt idx="996">
                  <c:v>2.079468472019165</c:v>
                </c:pt>
                <c:pt idx="997">
                  <c:v>2.081888224124548</c:v>
                </c:pt>
                <c:pt idx="998">
                  <c:v>2.0836452668542877</c:v>
                </c:pt>
                <c:pt idx="999">
                  <c:v>2.1168055061063318</c:v>
                </c:pt>
                <c:pt idx="1000">
                  <c:v>2.0919586674501907</c:v>
                </c:pt>
                <c:pt idx="1001">
                  <c:v>2.0692074744554487</c:v>
                </c:pt>
                <c:pt idx="1002">
                  <c:v>2.0570291663053344</c:v>
                </c:pt>
                <c:pt idx="1003">
                  <c:v>2.0578964020149115</c:v>
                </c:pt>
                <c:pt idx="1004">
                  <c:v>2.041723190882522</c:v>
                </c:pt>
                <c:pt idx="1005">
                  <c:v>2.0430866339302347</c:v>
                </c:pt>
                <c:pt idx="1006">
                  <c:v>2.0257184312425225</c:v>
                </c:pt>
                <c:pt idx="1007">
                  <c:v>2.0255511296457129</c:v>
                </c:pt>
                <c:pt idx="1008">
                  <c:v>2.0400330627733312</c:v>
                </c:pt>
                <c:pt idx="1009">
                  <c:v>2.0447481362580624</c:v>
                </c:pt>
                <c:pt idx="1010">
                  <c:v>2.038416351969214</c:v>
                </c:pt>
                <c:pt idx="1011">
                  <c:v>2.0402868233553937</c:v>
                </c:pt>
                <c:pt idx="1012">
                  <c:v>2.0300934730558353</c:v>
                </c:pt>
                <c:pt idx="1013">
                  <c:v>2.0455025640437698</c:v>
                </c:pt>
                <c:pt idx="1014">
                  <c:v>2.0421554568800384</c:v>
                </c:pt>
                <c:pt idx="1015">
                  <c:v>2.0498739614525672</c:v>
                </c:pt>
                <c:pt idx="1016">
                  <c:v>2.0640087740791309</c:v>
                </c:pt>
                <c:pt idx="1017">
                  <c:v>2.0575422674182056</c:v>
                </c:pt>
                <c:pt idx="1018">
                  <c:v>2.0636157820829735</c:v>
                </c:pt>
                <c:pt idx="1019">
                  <c:v>2.045662435557047</c:v>
                </c:pt>
                <c:pt idx="1020">
                  <c:v>2.0452106081433459</c:v>
                </c:pt>
                <c:pt idx="1021">
                  <c:v>2.0403719333096566</c:v>
                </c:pt>
                <c:pt idx="1022">
                  <c:v>2.0366747630172992</c:v>
                </c:pt>
                <c:pt idx="1023">
                  <c:v>2.0326439643869905</c:v>
                </c:pt>
                <c:pt idx="1024">
                  <c:v>2.0187516619427321</c:v>
                </c:pt>
                <c:pt idx="1025">
                  <c:v>2.0189737071240486</c:v>
                </c:pt>
                <c:pt idx="1026">
                  <c:v>2.0310484025343114</c:v>
                </c:pt>
                <c:pt idx="1027">
                  <c:v>2.0130808589462452</c:v>
                </c:pt>
                <c:pt idx="1028">
                  <c:v>2.0063778376055907</c:v>
                </c:pt>
                <c:pt idx="1029">
                  <c:v>2.007864709190037</c:v>
                </c:pt>
                <c:pt idx="1030">
                  <c:v>2.0090692687813116</c:v>
                </c:pt>
                <c:pt idx="1031">
                  <c:v>1.994848434072036</c:v>
                </c:pt>
                <c:pt idx="1032">
                  <c:v>2.0201689215109591</c:v>
                </c:pt>
                <c:pt idx="1033">
                  <c:v>2.0283735417263227</c:v>
                </c:pt>
                <c:pt idx="1034">
                  <c:v>2.0247710047910052</c:v>
                </c:pt>
                <c:pt idx="1035">
                  <c:v>2.0403405024057237</c:v>
                </c:pt>
                <c:pt idx="1036">
                  <c:v>2.0243259471417976</c:v>
                </c:pt>
                <c:pt idx="1037">
                  <c:v>2.0220266660173287</c:v>
                </c:pt>
                <c:pt idx="1038">
                  <c:v>1.9769452864426644</c:v>
                </c:pt>
                <c:pt idx="1039">
                  <c:v>1.9766712678254075</c:v>
                </c:pt>
                <c:pt idx="1040">
                  <c:v>1.9710603679190921</c:v>
                </c:pt>
                <c:pt idx="1041">
                  <c:v>1.9733136596936309</c:v>
                </c:pt>
                <c:pt idx="1042">
                  <c:v>1.9716889977545822</c:v>
                </c:pt>
                <c:pt idx="1043">
                  <c:v>1.9703732380798731</c:v>
                </c:pt>
                <c:pt idx="1044">
                  <c:v>1.9723036588997787</c:v>
                </c:pt>
                <c:pt idx="1045">
                  <c:v>1.9949264544750913</c:v>
                </c:pt>
                <c:pt idx="1046">
                  <c:v>1.9985565719616452</c:v>
                </c:pt>
                <c:pt idx="1047">
                  <c:v>1.994333321081279</c:v>
                </c:pt>
                <c:pt idx="1048">
                  <c:v>1.9855069108420351</c:v>
                </c:pt>
                <c:pt idx="1049">
                  <c:v>2.0036021933774335</c:v>
                </c:pt>
                <c:pt idx="1050">
                  <c:v>2.0035282337270983</c:v>
                </c:pt>
                <c:pt idx="1051">
                  <c:v>1.9899457169160195</c:v>
                </c:pt>
                <c:pt idx="1052">
                  <c:v>1.9886179813232603</c:v>
                </c:pt>
                <c:pt idx="1053">
                  <c:v>1.9889905563211547</c:v>
                </c:pt>
                <c:pt idx="1054">
                  <c:v>1.9766472557474626</c:v>
                </c:pt>
                <c:pt idx="1055">
                  <c:v>1.9780054189369998</c:v>
                </c:pt>
                <c:pt idx="1056">
                  <c:v>1.951610199482203</c:v>
                </c:pt>
                <c:pt idx="1057">
                  <c:v>1.9409494062527624</c:v>
                </c:pt>
                <c:pt idx="1058">
                  <c:v>1.9267977907812621</c:v>
                </c:pt>
                <c:pt idx="1059">
                  <c:v>1.9256250945532125</c:v>
                </c:pt>
                <c:pt idx="1060">
                  <c:v>1.9081533198526981</c:v>
                </c:pt>
                <c:pt idx="1061">
                  <c:v>1.9094689102760281</c:v>
                </c:pt>
                <c:pt idx="1062">
                  <c:v>1.9079161718967459</c:v>
                </c:pt>
                <c:pt idx="1063">
                  <c:v>1.9105410542265364</c:v>
                </c:pt>
                <c:pt idx="1064">
                  <c:v>1.9077093072552458</c:v>
                </c:pt>
                <c:pt idx="1065">
                  <c:v>1.8831539550723497</c:v>
                </c:pt>
                <c:pt idx="1066">
                  <c:v>1.8929904807825666</c:v>
                </c:pt>
                <c:pt idx="1067">
                  <c:v>1.899570706164794</c:v>
                </c:pt>
                <c:pt idx="1068">
                  <c:v>1.9094455661187919</c:v>
                </c:pt>
                <c:pt idx="1069">
                  <c:v>1.9130124961405006</c:v>
                </c:pt>
                <c:pt idx="1070">
                  <c:v>1.9238240208658575</c:v>
                </c:pt>
                <c:pt idx="1071">
                  <c:v>1.9179270976776095</c:v>
                </c:pt>
                <c:pt idx="1072">
                  <c:v>1.9403612483336097</c:v>
                </c:pt>
                <c:pt idx="1073">
                  <c:v>1.9513526092008791</c:v>
                </c:pt>
                <c:pt idx="1074">
                  <c:v>1.9633896079845463</c:v>
                </c:pt>
                <c:pt idx="1075">
                  <c:v>1.9586007131526677</c:v>
                </c:pt>
                <c:pt idx="1076">
                  <c:v>1.9592706734458933</c:v>
                </c:pt>
                <c:pt idx="1077">
                  <c:v>1.9464672340615565</c:v>
                </c:pt>
                <c:pt idx="1078">
                  <c:v>1.9436323761139815</c:v>
                </c:pt>
                <c:pt idx="1079">
                  <c:v>1.9606713324237102</c:v>
                </c:pt>
                <c:pt idx="1080">
                  <c:v>1.9562993331391736</c:v>
                </c:pt>
                <c:pt idx="1081">
                  <c:v>1.9497843757397342</c:v>
                </c:pt>
                <c:pt idx="1082">
                  <c:v>1.9331042203680526</c:v>
                </c:pt>
                <c:pt idx="1083">
                  <c:v>1.9520276533039544</c:v>
                </c:pt>
                <c:pt idx="1084">
                  <c:v>1.9287730775962306</c:v>
                </c:pt>
                <c:pt idx="1085">
                  <c:v>1.9330690940554895</c:v>
                </c:pt>
                <c:pt idx="1086">
                  <c:v>1.970238612738755</c:v>
                </c:pt>
                <c:pt idx="1087">
                  <c:v>1.9708765588310362</c:v>
                </c:pt>
                <c:pt idx="1088">
                  <c:v>1.9683658458779896</c:v>
                </c:pt>
                <c:pt idx="1089">
                  <c:v>1.980535729020704</c:v>
                </c:pt>
                <c:pt idx="1090">
                  <c:v>1.9991326093637625</c:v>
                </c:pt>
                <c:pt idx="1091">
                  <c:v>2.0161882196719216</c:v>
                </c:pt>
                <c:pt idx="1092">
                  <c:v>2.0050811819673759</c:v>
                </c:pt>
                <c:pt idx="1093">
                  <c:v>2.0091246760607597</c:v>
                </c:pt>
                <c:pt idx="1094">
                  <c:v>2.0147059825854456</c:v>
                </c:pt>
                <c:pt idx="1095">
                  <c:v>2.020097544152331</c:v>
                </c:pt>
                <c:pt idx="1096">
                  <c:v>2.0313955399704118</c:v>
                </c:pt>
                <c:pt idx="1097">
                  <c:v>2.0293499726304765</c:v>
                </c:pt>
                <c:pt idx="1098">
                  <c:v>2.0345174322879833</c:v>
                </c:pt>
                <c:pt idx="1099">
                  <c:v>2.0419734092290933</c:v>
                </c:pt>
                <c:pt idx="1100">
                  <c:v>2.0611166841377861</c:v>
                </c:pt>
                <c:pt idx="1101">
                  <c:v>2.0554689436698506</c:v>
                </c:pt>
                <c:pt idx="1102">
                  <c:v>2.0498990773442585</c:v>
                </c:pt>
                <c:pt idx="1103">
                  <c:v>2.0480212789607606</c:v>
                </c:pt>
                <c:pt idx="1104">
                  <c:v>2.0379390045724719</c:v>
                </c:pt>
                <c:pt idx="1105">
                  <c:v>2.0087506773574826</c:v>
                </c:pt>
                <c:pt idx="1106">
                  <c:v>2.0052315037962058</c:v>
                </c:pt>
                <c:pt idx="1107">
                  <c:v>2.0142064248899398</c:v>
                </c:pt>
                <c:pt idx="1108">
                  <c:v>2.0086030216499418</c:v>
                </c:pt>
                <c:pt idx="1109">
                  <c:v>2.0348781648486165</c:v>
                </c:pt>
                <c:pt idx="1110">
                  <c:v>2.0263024939416545</c:v>
                </c:pt>
                <c:pt idx="1111">
                  <c:v>2.0034928183889953</c:v>
                </c:pt>
                <c:pt idx="1112">
                  <c:v>2.0000181606345691</c:v>
                </c:pt>
                <c:pt idx="1113">
                  <c:v>2.0064939618446243</c:v>
                </c:pt>
                <c:pt idx="1114">
                  <c:v>2.0594505223439996</c:v>
                </c:pt>
                <c:pt idx="1115">
                  <c:v>2.0612318396791229</c:v>
                </c:pt>
                <c:pt idx="1116">
                  <c:v>2.0889685336215269</c:v>
                </c:pt>
                <c:pt idx="1117">
                  <c:v>2.0716390705571195</c:v>
                </c:pt>
                <c:pt idx="1118">
                  <c:v>2.0706005756710844</c:v>
                </c:pt>
                <c:pt idx="1119">
                  <c:v>2.0437719273561124</c:v>
                </c:pt>
                <c:pt idx="1120">
                  <c:v>2.0537764988297993</c:v>
                </c:pt>
                <c:pt idx="1121">
                  <c:v>2.0446797539275208</c:v>
                </c:pt>
                <c:pt idx="1122">
                  <c:v>2.0290343871585121</c:v>
                </c:pt>
                <c:pt idx="1123">
                  <c:v>2.0391781679259919</c:v>
                </c:pt>
                <c:pt idx="1124">
                  <c:v>2.0502588955339096</c:v>
                </c:pt>
                <c:pt idx="1125">
                  <c:v>2.0376702433402327</c:v>
                </c:pt>
                <c:pt idx="1126">
                  <c:v>2.0586159071845591</c:v>
                </c:pt>
                <c:pt idx="1127">
                  <c:v>2.0632054492450287</c:v>
                </c:pt>
                <c:pt idx="1128">
                  <c:v>2.0844092553864755</c:v>
                </c:pt>
                <c:pt idx="1129">
                  <c:v>2.0831699966377442</c:v>
                </c:pt>
                <c:pt idx="1130">
                  <c:v>2.080471952614686</c:v>
                </c:pt>
                <c:pt idx="1131">
                  <c:v>2.0729326422040888</c:v>
                </c:pt>
                <c:pt idx="1132">
                  <c:v>2.0941078899239027</c:v>
                </c:pt>
                <c:pt idx="1133">
                  <c:v>2.0869750036263639</c:v>
                </c:pt>
                <c:pt idx="1134">
                  <c:v>2.1130978111918925</c:v>
                </c:pt>
                <c:pt idx="1135">
                  <c:v>2.0924290923849318</c:v>
                </c:pt>
                <c:pt idx="1136">
                  <c:v>2.0955957837771293</c:v>
                </c:pt>
                <c:pt idx="1137">
                  <c:v>2.1244199972316329</c:v>
                </c:pt>
                <c:pt idx="1138">
                  <c:v>2.1257956108557323</c:v>
                </c:pt>
                <c:pt idx="1139">
                  <c:v>2.1308239298707865</c:v>
                </c:pt>
                <c:pt idx="1140">
                  <c:v>2.1425882530939684</c:v>
                </c:pt>
                <c:pt idx="1141">
                  <c:v>2.1483673892971376</c:v>
                </c:pt>
                <c:pt idx="1142">
                  <c:v>2.1463955351499848</c:v>
                </c:pt>
                <c:pt idx="1143">
                  <c:v>2.1658473922781458</c:v>
                </c:pt>
                <c:pt idx="1144">
                  <c:v>2.1666097071852768</c:v>
                </c:pt>
                <c:pt idx="1145">
                  <c:v>2.1755535277918665</c:v>
                </c:pt>
                <c:pt idx="1146">
                  <c:v>2.2043367534390468</c:v>
                </c:pt>
                <c:pt idx="1147">
                  <c:v>2.2560650744757731</c:v>
                </c:pt>
                <c:pt idx="1148">
                  <c:v>2.2999999999999998</c:v>
                </c:pt>
                <c:pt idx="1149">
                  <c:v>2.2999999999999998</c:v>
                </c:pt>
                <c:pt idx="1150">
                  <c:v>2.243454464701971</c:v>
                </c:pt>
                <c:pt idx="1151">
                  <c:v>2.2268721035780525</c:v>
                </c:pt>
                <c:pt idx="1152">
                  <c:v>2.1861021671343082</c:v>
                </c:pt>
                <c:pt idx="1153">
                  <c:v>2.1797981402052153</c:v>
                </c:pt>
                <c:pt idx="1154">
                  <c:v>2.2154726953003601</c:v>
                </c:pt>
                <c:pt idx="1155">
                  <c:v>2.2097513556364663</c:v>
                </c:pt>
                <c:pt idx="1156">
                  <c:v>2.2025648408704264</c:v>
                </c:pt>
                <c:pt idx="1157">
                  <c:v>2.2304454333611607</c:v>
                </c:pt>
                <c:pt idx="1158">
                  <c:v>2.2359404583348415</c:v>
                </c:pt>
                <c:pt idx="1159">
                  <c:v>2.228836620873873</c:v>
                </c:pt>
                <c:pt idx="1160">
                  <c:v>2.1524820487221286</c:v>
                </c:pt>
                <c:pt idx="1161">
                  <c:v>2.1227337101354222</c:v>
                </c:pt>
                <c:pt idx="1162">
                  <c:v>2.1573616945082064</c:v>
                </c:pt>
                <c:pt idx="1163">
                  <c:v>2.16353205473348</c:v>
                </c:pt>
                <c:pt idx="1164">
                  <c:v>2.1567699067489468</c:v>
                </c:pt>
                <c:pt idx="1165">
                  <c:v>2.1028421746406987</c:v>
                </c:pt>
                <c:pt idx="1166">
                  <c:v>2.0971101613396264</c:v>
                </c:pt>
                <c:pt idx="1167">
                  <c:v>2.0789977768381438</c:v>
                </c:pt>
                <c:pt idx="1168">
                  <c:v>2.1206768320356222</c:v>
                </c:pt>
                <c:pt idx="1169">
                  <c:v>2.1004140107153852</c:v>
                </c:pt>
                <c:pt idx="1170">
                  <c:v>2.1440207940546574</c:v>
                </c:pt>
                <c:pt idx="1171">
                  <c:v>2.143005209407268</c:v>
                </c:pt>
                <c:pt idx="1172">
                  <c:v>2.1469849458510541</c:v>
                </c:pt>
                <c:pt idx="1173">
                  <c:v>2.1160815222842486</c:v>
                </c:pt>
                <c:pt idx="1174">
                  <c:v>2.0965432603804461</c:v>
                </c:pt>
                <c:pt idx="1175">
                  <c:v>2.1101506655583373</c:v>
                </c:pt>
                <c:pt idx="1176">
                  <c:v>2.1012398886990948</c:v>
                </c:pt>
                <c:pt idx="1177">
                  <c:v>2.0795791869605593</c:v>
                </c:pt>
                <c:pt idx="1178">
                  <c:v>2.0488006960807095</c:v>
                </c:pt>
                <c:pt idx="1179">
                  <c:v>2.0269770358875947</c:v>
                </c:pt>
                <c:pt idx="1180">
                  <c:v>2.0229102858287131</c:v>
                </c:pt>
                <c:pt idx="1181">
                  <c:v>2.026587136327934</c:v>
                </c:pt>
                <c:pt idx="1182">
                  <c:v>2.0358950557356819</c:v>
                </c:pt>
                <c:pt idx="1183">
                  <c:v>2.0110990535851743</c:v>
                </c:pt>
                <c:pt idx="1184">
                  <c:v>2.0155044823118442</c:v>
                </c:pt>
                <c:pt idx="1185">
                  <c:v>2.0147728843663493</c:v>
                </c:pt>
                <c:pt idx="1186">
                  <c:v>2.0062069474350048</c:v>
                </c:pt>
                <c:pt idx="1187">
                  <c:v>2.0005769366909103</c:v>
                </c:pt>
                <c:pt idx="1188">
                  <c:v>2.0174597340432827</c:v>
                </c:pt>
                <c:pt idx="1189">
                  <c:v>1.9997017404885684</c:v>
                </c:pt>
                <c:pt idx="1190">
                  <c:v>1.9923961707412534</c:v>
                </c:pt>
                <c:pt idx="1191">
                  <c:v>1.9951285159911099</c:v>
                </c:pt>
                <c:pt idx="1192">
                  <c:v>1.997330282898218</c:v>
                </c:pt>
                <c:pt idx="1193">
                  <c:v>2.0044580732240376</c:v>
                </c:pt>
                <c:pt idx="1194">
                  <c:v>2.000752458123459</c:v>
                </c:pt>
                <c:pt idx="1195">
                  <c:v>1.9914828743598407</c:v>
                </c:pt>
                <c:pt idx="1196">
                  <c:v>1.9797104025725243</c:v>
                </c:pt>
                <c:pt idx="1197">
                  <c:v>1.9781992765496401</c:v>
                </c:pt>
                <c:pt idx="1198">
                  <c:v>1.9824167296792643</c:v>
                </c:pt>
                <c:pt idx="1199">
                  <c:v>1.9945731669215041</c:v>
                </c:pt>
                <c:pt idx="1200">
                  <c:v>2.0030066398773938</c:v>
                </c:pt>
                <c:pt idx="1201">
                  <c:v>2.0308726342349317</c:v>
                </c:pt>
                <c:pt idx="1202">
                  <c:v>2.030828012177369</c:v>
                </c:pt>
                <c:pt idx="1203">
                  <c:v>2.0369435111707834</c:v>
                </c:pt>
                <c:pt idx="1204">
                  <c:v>2.0581205579880195</c:v>
                </c:pt>
                <c:pt idx="1205">
                  <c:v>2.0934509786118669</c:v>
                </c:pt>
                <c:pt idx="1206">
                  <c:v>2.0705771044945411</c:v>
                </c:pt>
                <c:pt idx="1207">
                  <c:v>2.0686120507618755</c:v>
                </c:pt>
                <c:pt idx="1208">
                  <c:v>2.0385674747596219</c:v>
                </c:pt>
                <c:pt idx="1209">
                  <c:v>2.0383618365373697</c:v>
                </c:pt>
                <c:pt idx="1210">
                  <c:v>2.0285719140786949</c:v>
                </c:pt>
                <c:pt idx="1211">
                  <c:v>2.015111340376738</c:v>
                </c:pt>
                <c:pt idx="1212">
                  <c:v>2.0228079015021012</c:v>
                </c:pt>
                <c:pt idx="1213">
                  <c:v>1.9993347040033982</c:v>
                </c:pt>
                <c:pt idx="1214">
                  <c:v>2.002133079190163</c:v>
                </c:pt>
                <c:pt idx="1215">
                  <c:v>2.0425226727208647</c:v>
                </c:pt>
                <c:pt idx="1216">
                  <c:v>2.0047860134777724</c:v>
                </c:pt>
                <c:pt idx="1217">
                  <c:v>2.0219356237343429</c:v>
                </c:pt>
                <c:pt idx="1218">
                  <c:v>2.0380397436074702</c:v>
                </c:pt>
                <c:pt idx="1219">
                  <c:v>2.0601434264792111</c:v>
                </c:pt>
                <c:pt idx="1220">
                  <c:v>2.0732390561438785</c:v>
                </c:pt>
                <c:pt idx="1221">
                  <c:v>2.0864145224148931</c:v>
                </c:pt>
                <c:pt idx="1222">
                  <c:v>2.0842678003783375</c:v>
                </c:pt>
                <c:pt idx="1223">
                  <c:v>2.0725270772303186</c:v>
                </c:pt>
                <c:pt idx="1224">
                  <c:v>2.0743722208288551</c:v>
                </c:pt>
                <c:pt idx="1225">
                  <c:v>2.0945000576016102</c:v>
                </c:pt>
                <c:pt idx="1226">
                  <c:v>2.0880612735809709</c:v>
                </c:pt>
                <c:pt idx="1227">
                  <c:v>2.0449669323245203</c:v>
                </c:pt>
                <c:pt idx="1228">
                  <c:v>2.038932530263748</c:v>
                </c:pt>
                <c:pt idx="1229">
                  <c:v>2.0491105173843844</c:v>
                </c:pt>
                <c:pt idx="1230">
                  <c:v>2.0423809120836132</c:v>
                </c:pt>
                <c:pt idx="1231">
                  <c:v>2.0275736135263647</c:v>
                </c:pt>
                <c:pt idx="1232">
                  <c:v>2.0187933752328706</c:v>
                </c:pt>
                <c:pt idx="1233">
                  <c:v>2.0288560172993204</c:v>
                </c:pt>
                <c:pt idx="1234">
                  <c:v>2.0597312697686592</c:v>
                </c:pt>
                <c:pt idx="1235">
                  <c:v>2.0646450799615597</c:v>
                </c:pt>
                <c:pt idx="1236">
                  <c:v>2.0720388196533208</c:v>
                </c:pt>
                <c:pt idx="1237">
                  <c:v>2.1275712119294155</c:v>
                </c:pt>
                <c:pt idx="1238">
                  <c:v>2.1119991928733874</c:v>
                </c:pt>
                <c:pt idx="1239">
                  <c:v>2.1271221125858721</c:v>
                </c:pt>
                <c:pt idx="1240">
                  <c:v>2.1546774700613822</c:v>
                </c:pt>
                <c:pt idx="1241">
                  <c:v>2.1357237451206368</c:v>
                </c:pt>
                <c:pt idx="1242">
                  <c:v>2.1658437905221928</c:v>
                </c:pt>
                <c:pt idx="1243">
                  <c:v>2.168518992294727</c:v>
                </c:pt>
                <c:pt idx="1244">
                  <c:v>2.1362396145108411</c:v>
                </c:pt>
                <c:pt idx="1245">
                  <c:v>2.1584229053652177</c:v>
                </c:pt>
                <c:pt idx="1246">
                  <c:v>2.1866190156142835</c:v>
                </c:pt>
                <c:pt idx="1247">
                  <c:v>2.1880441035566367</c:v>
                </c:pt>
                <c:pt idx="1248">
                  <c:v>2.1706254227710007</c:v>
                </c:pt>
                <c:pt idx="1249">
                  <c:v>2.2344854324566232</c:v>
                </c:pt>
                <c:pt idx="1250">
                  <c:v>2.2427240484430797</c:v>
                </c:pt>
                <c:pt idx="1251">
                  <c:v>2.182782436534354</c:v>
                </c:pt>
                <c:pt idx="1252">
                  <c:v>2.1662203618503577</c:v>
                </c:pt>
                <c:pt idx="1253">
                  <c:v>2.1995476400196661</c:v>
                </c:pt>
                <c:pt idx="1254">
                  <c:v>2.1564493952399393</c:v>
                </c:pt>
                <c:pt idx="1255">
                  <c:v>2.1497678072479802</c:v>
                </c:pt>
                <c:pt idx="1256">
                  <c:v>2.1427656133848911</c:v>
                </c:pt>
                <c:pt idx="1257">
                  <c:v>2.1256609771327031</c:v>
                </c:pt>
                <c:pt idx="1258">
                  <c:v>2.1518644587972435</c:v>
                </c:pt>
                <c:pt idx="1259">
                  <c:v>2.1743721698595198</c:v>
                </c:pt>
                <c:pt idx="1260">
                  <c:v>2.1312013328724024</c:v>
                </c:pt>
                <c:pt idx="1261">
                  <c:v>2.1264924869097217</c:v>
                </c:pt>
                <c:pt idx="1262">
                  <c:v>2.1978695305090872</c:v>
                </c:pt>
                <c:pt idx="1263">
                  <c:v>2.2170947485265864</c:v>
                </c:pt>
                <c:pt idx="1264">
                  <c:v>2.176383494780207</c:v>
                </c:pt>
                <c:pt idx="1265">
                  <c:v>2.1415569911124286</c:v>
                </c:pt>
                <c:pt idx="1266">
                  <c:v>2.1364407674238204</c:v>
                </c:pt>
                <c:pt idx="1267">
                  <c:v>2.1072725049683489</c:v>
                </c:pt>
                <c:pt idx="1268">
                  <c:v>2.1015162680601156</c:v>
                </c:pt>
                <c:pt idx="1269">
                  <c:v>2.1042048452148898</c:v>
                </c:pt>
                <c:pt idx="1270">
                  <c:v>2.1028568360965232</c:v>
                </c:pt>
                <c:pt idx="1271">
                  <c:v>2.1034852792743628</c:v>
                </c:pt>
                <c:pt idx="1272">
                  <c:v>2.0983800295772008</c:v>
                </c:pt>
                <c:pt idx="1273">
                  <c:v>2.0992725104182726</c:v>
                </c:pt>
                <c:pt idx="1274">
                  <c:v>2.1044849936039385</c:v>
                </c:pt>
                <c:pt idx="1275">
                  <c:v>2.0655755981798918</c:v>
                </c:pt>
                <c:pt idx="1276">
                  <c:v>2.0517756075850335</c:v>
                </c:pt>
                <c:pt idx="1277">
                  <c:v>2.0545304994169955</c:v>
                </c:pt>
                <c:pt idx="1278">
                  <c:v>2.0498133399234115</c:v>
                </c:pt>
                <c:pt idx="1279">
                  <c:v>2.0654016125100778</c:v>
                </c:pt>
                <c:pt idx="1280">
                  <c:v>2.0585090723151072</c:v>
                </c:pt>
                <c:pt idx="1281">
                  <c:v>2.0374413928628883</c:v>
                </c:pt>
                <c:pt idx="1282">
                  <c:v>2.0322390021242063</c:v>
                </c:pt>
                <c:pt idx="1283">
                  <c:v>2.0303130815717174</c:v>
                </c:pt>
                <c:pt idx="1284">
                  <c:v>2.0327567789660494</c:v>
                </c:pt>
                <c:pt idx="1285">
                  <c:v>2.027911628405926</c:v>
                </c:pt>
                <c:pt idx="1286">
                  <c:v>2.0128969222608974</c:v>
                </c:pt>
                <c:pt idx="1287">
                  <c:v>2.0081396022729425</c:v>
                </c:pt>
                <c:pt idx="1288">
                  <c:v>2.0107858725417929</c:v>
                </c:pt>
                <c:pt idx="1289">
                  <c:v>2.0010169383177017</c:v>
                </c:pt>
                <c:pt idx="1290">
                  <c:v>2.0020694228165223</c:v>
                </c:pt>
                <c:pt idx="1291">
                  <c:v>2.011110545328346</c:v>
                </c:pt>
                <c:pt idx="1292">
                  <c:v>2.0130461974243525</c:v>
                </c:pt>
                <c:pt idx="1293">
                  <c:v>2.011206695986838</c:v>
                </c:pt>
                <c:pt idx="1294">
                  <c:v>1.9977094645523539</c:v>
                </c:pt>
                <c:pt idx="1295">
                  <c:v>1.9891469098029113</c:v>
                </c:pt>
                <c:pt idx="1296">
                  <c:v>1.9942979269878989</c:v>
                </c:pt>
                <c:pt idx="1297">
                  <c:v>2.0230242125180435</c:v>
                </c:pt>
                <c:pt idx="1298">
                  <c:v>2.0167058419002197</c:v>
                </c:pt>
                <c:pt idx="1299">
                  <c:v>2.0374878108972836</c:v>
                </c:pt>
                <c:pt idx="1300">
                  <c:v>2.0247572784665038</c:v>
                </c:pt>
                <c:pt idx="1301">
                  <c:v>2.0217527208424197</c:v>
                </c:pt>
                <c:pt idx="1302">
                  <c:v>2.0257145174447566</c:v>
                </c:pt>
                <c:pt idx="1303">
                  <c:v>2.0227156499329833</c:v>
                </c:pt>
                <c:pt idx="1304">
                  <c:v>2.0083157506474643</c:v>
                </c:pt>
                <c:pt idx="1305">
                  <c:v>1.9665764960251293</c:v>
                </c:pt>
                <c:pt idx="1306">
                  <c:v>1.9690391900041617</c:v>
                </c:pt>
                <c:pt idx="1307">
                  <c:v>1.9727041382878341</c:v>
                </c:pt>
                <c:pt idx="1308">
                  <c:v>1.9731471139260832</c:v>
                </c:pt>
                <c:pt idx="1309">
                  <c:v>1.9774140069624566</c:v>
                </c:pt>
                <c:pt idx="1310">
                  <c:v>1.9604726453575043</c:v>
                </c:pt>
                <c:pt idx="1311">
                  <c:v>1.9680252952117214</c:v>
                </c:pt>
                <c:pt idx="1312">
                  <c:v>1.9688613152910865</c:v>
                </c:pt>
                <c:pt idx="1313">
                  <c:v>1.9621939491399847</c:v>
                </c:pt>
                <c:pt idx="1314">
                  <c:v>1.9633446886114339</c:v>
                </c:pt>
                <c:pt idx="1315">
                  <c:v>1.981471826362339</c:v>
                </c:pt>
                <c:pt idx="1316">
                  <c:v>1.9891450440435019</c:v>
                </c:pt>
                <c:pt idx="1317">
                  <c:v>2.0023728780662093</c:v>
                </c:pt>
                <c:pt idx="1318">
                  <c:v>1.9947919346027698</c:v>
                </c:pt>
                <c:pt idx="1319">
                  <c:v>2.0020172395151858</c:v>
                </c:pt>
                <c:pt idx="1320">
                  <c:v>2.0101764404300497</c:v>
                </c:pt>
                <c:pt idx="1321">
                  <c:v>1.9973731199217328</c:v>
                </c:pt>
                <c:pt idx="1322">
                  <c:v>2.001605104978248</c:v>
                </c:pt>
                <c:pt idx="1323">
                  <c:v>2.0069654969885593</c:v>
                </c:pt>
                <c:pt idx="1324">
                  <c:v>2.0210043333155272</c:v>
                </c:pt>
                <c:pt idx="1325">
                  <c:v>2.0184369911895184</c:v>
                </c:pt>
                <c:pt idx="1326">
                  <c:v>2.015950287667903</c:v>
                </c:pt>
                <c:pt idx="1327">
                  <c:v>2.0256391760745189</c:v>
                </c:pt>
                <c:pt idx="1328">
                  <c:v>2.0316317171163631</c:v>
                </c:pt>
                <c:pt idx="1329">
                  <c:v>2.0334146392567094</c:v>
                </c:pt>
                <c:pt idx="1330">
                  <c:v>2.0229648897300709</c:v>
                </c:pt>
                <c:pt idx="1331">
                  <c:v>2.0415291616097355</c:v>
                </c:pt>
                <c:pt idx="1332">
                  <c:v>2.0123058798490279</c:v>
                </c:pt>
                <c:pt idx="1333">
                  <c:v>2.0142789587974561</c:v>
                </c:pt>
                <c:pt idx="1334">
                  <c:v>2.0028746655112371</c:v>
                </c:pt>
                <c:pt idx="1335">
                  <c:v>2.0030692792000009</c:v>
                </c:pt>
                <c:pt idx="1336">
                  <c:v>1.9867539947920201</c:v>
                </c:pt>
                <c:pt idx="1337">
                  <c:v>1.9866206911626141</c:v>
                </c:pt>
                <c:pt idx="1338">
                  <c:v>1.9812861044319063</c:v>
                </c:pt>
                <c:pt idx="1339">
                  <c:v>1.9790971578872369</c:v>
                </c:pt>
                <c:pt idx="1340">
                  <c:v>1.9519698080635235</c:v>
                </c:pt>
                <c:pt idx="1341">
                  <c:v>1.9355760645629667</c:v>
                </c:pt>
                <c:pt idx="1342">
                  <c:v>1.9343692235276959</c:v>
                </c:pt>
                <c:pt idx="1343">
                  <c:v>1.9431800903965895</c:v>
                </c:pt>
                <c:pt idx="1344">
                  <c:v>1.9805742228812702</c:v>
                </c:pt>
                <c:pt idx="1345">
                  <c:v>1.9858471566030849</c:v>
                </c:pt>
                <c:pt idx="1346">
                  <c:v>1.9859201283004004</c:v>
                </c:pt>
                <c:pt idx="1347">
                  <c:v>1.999419067015008</c:v>
                </c:pt>
                <c:pt idx="1348">
                  <c:v>1.9988994182071853</c:v>
                </c:pt>
                <c:pt idx="1349">
                  <c:v>1.9701614203226949</c:v>
                </c:pt>
                <c:pt idx="1350">
                  <c:v>1.9686618940751754</c:v>
                </c:pt>
                <c:pt idx="1351">
                  <c:v>1.9577270594455614</c:v>
                </c:pt>
                <c:pt idx="1352">
                  <c:v>1.9610094226538606</c:v>
                </c:pt>
                <c:pt idx="1353">
                  <c:v>2.0184726403758679</c:v>
                </c:pt>
                <c:pt idx="1354">
                  <c:v>2.0175097043329773</c:v>
                </c:pt>
                <c:pt idx="1355">
                  <c:v>2.0102980044057772</c:v>
                </c:pt>
                <c:pt idx="1356">
                  <c:v>1.9912245439297098</c:v>
                </c:pt>
                <c:pt idx="1357">
                  <c:v>1.9762148370719603</c:v>
                </c:pt>
                <c:pt idx="1358">
                  <c:v>1.9574630541950173</c:v>
                </c:pt>
                <c:pt idx="1359">
                  <c:v>1.9489283491391587</c:v>
                </c:pt>
                <c:pt idx="1360">
                  <c:v>1.9541483091801224</c:v>
                </c:pt>
                <c:pt idx="1361">
                  <c:v>1.9936949582417125</c:v>
                </c:pt>
                <c:pt idx="1362">
                  <c:v>1.9713269448155821</c:v>
                </c:pt>
                <c:pt idx="1363">
                  <c:v>1.9802220210970993</c:v>
                </c:pt>
                <c:pt idx="1364">
                  <c:v>1.9522876362546451</c:v>
                </c:pt>
                <c:pt idx="1365">
                  <c:v>1.9511195371376691</c:v>
                </c:pt>
                <c:pt idx="1366">
                  <c:v>1.9355080186330618</c:v>
                </c:pt>
                <c:pt idx="1367">
                  <c:v>1.9316582706291918</c:v>
                </c:pt>
                <c:pt idx="1368">
                  <c:v>1.9230403864528252</c:v>
                </c:pt>
                <c:pt idx="1369">
                  <c:v>1.9196409831749044</c:v>
                </c:pt>
                <c:pt idx="1370">
                  <c:v>1.9235671582236522</c:v>
                </c:pt>
                <c:pt idx="1371">
                  <c:v>1.9258357324967632</c:v>
                </c:pt>
                <c:pt idx="1372">
                  <c:v>1.9274332613534571</c:v>
                </c:pt>
                <c:pt idx="1373">
                  <c:v>1.9302664607633453</c:v>
                </c:pt>
                <c:pt idx="1374">
                  <c:v>1.9259006553363949</c:v>
                </c:pt>
                <c:pt idx="1375">
                  <c:v>1.911454979381066</c:v>
                </c:pt>
                <c:pt idx="1376">
                  <c:v>1.9114545690518179</c:v>
                </c:pt>
                <c:pt idx="1377">
                  <c:v>1.9176332875434257</c:v>
                </c:pt>
                <c:pt idx="1378">
                  <c:v>1.9204294039826555</c:v>
                </c:pt>
                <c:pt idx="1379">
                  <c:v>1.9045262156183926</c:v>
                </c:pt>
                <c:pt idx="1380">
                  <c:v>1.9177267588385347</c:v>
                </c:pt>
                <c:pt idx="1381">
                  <c:v>1.941430860700756</c:v>
                </c:pt>
                <c:pt idx="1382">
                  <c:v>1.937194602716551</c:v>
                </c:pt>
                <c:pt idx="1383">
                  <c:v>1.9151694381577717</c:v>
                </c:pt>
                <c:pt idx="1384">
                  <c:v>1.9034043455235814</c:v>
                </c:pt>
                <c:pt idx="1385">
                  <c:v>1.8921347835977627</c:v>
                </c:pt>
                <c:pt idx="1386">
                  <c:v>1.8952603577095248</c:v>
                </c:pt>
                <c:pt idx="1387">
                  <c:v>1.8906493522212298</c:v>
                </c:pt>
                <c:pt idx="1388">
                  <c:v>1.8911656570163604</c:v>
                </c:pt>
                <c:pt idx="1389">
                  <c:v>1.8917548439337346</c:v>
                </c:pt>
                <c:pt idx="1390">
                  <c:v>1.8929547542116107</c:v>
                </c:pt>
                <c:pt idx="1391">
                  <c:v>1.8799914169079637</c:v>
                </c:pt>
                <c:pt idx="1392">
                  <c:v>1.8768577038736602</c:v>
                </c:pt>
                <c:pt idx="1393">
                  <c:v>1.8865766117884835</c:v>
                </c:pt>
                <c:pt idx="1394">
                  <c:v>1.8797613237034552</c:v>
                </c:pt>
                <c:pt idx="1395">
                  <c:v>1.887630452284474</c:v>
                </c:pt>
                <c:pt idx="1396">
                  <c:v>1.8885293461280979</c:v>
                </c:pt>
                <c:pt idx="1397">
                  <c:v>1.896018870948623</c:v>
                </c:pt>
                <c:pt idx="1398">
                  <c:v>1.89511262062696</c:v>
                </c:pt>
                <c:pt idx="1399">
                  <c:v>1.8895164528604953</c:v>
                </c:pt>
                <c:pt idx="1400">
                  <c:v>1.894543402280445</c:v>
                </c:pt>
                <c:pt idx="1401">
                  <c:v>1.9009427868416731</c:v>
                </c:pt>
                <c:pt idx="1402">
                  <c:v>1.8985708683582043</c:v>
                </c:pt>
                <c:pt idx="1403">
                  <c:v>1.8788172973918003</c:v>
                </c:pt>
                <c:pt idx="1404">
                  <c:v>1.8714098379655872</c:v>
                </c:pt>
                <c:pt idx="1405">
                  <c:v>1.8761502961363901</c:v>
                </c:pt>
                <c:pt idx="1406">
                  <c:v>1.8735086480458236</c:v>
                </c:pt>
                <c:pt idx="1407">
                  <c:v>1.8972143516733926</c:v>
                </c:pt>
                <c:pt idx="1408">
                  <c:v>1.9453150077873176</c:v>
                </c:pt>
                <c:pt idx="1409">
                  <c:v>1.9369917964239094</c:v>
                </c:pt>
                <c:pt idx="1410">
                  <c:v>1.9223740323780694</c:v>
                </c:pt>
                <c:pt idx="1411">
                  <c:v>1.9149057875961191</c:v>
                </c:pt>
                <c:pt idx="1412">
                  <c:v>1.9056958404837796</c:v>
                </c:pt>
                <c:pt idx="1413">
                  <c:v>1.8942460205728882</c:v>
                </c:pt>
                <c:pt idx="1414">
                  <c:v>1.8947516325796669</c:v>
                </c:pt>
                <c:pt idx="1415">
                  <c:v>1.9013254338386312</c:v>
                </c:pt>
                <c:pt idx="1416">
                  <c:v>1.8881399468350077</c:v>
                </c:pt>
                <c:pt idx="1417">
                  <c:v>1.8975793645427739</c:v>
                </c:pt>
                <c:pt idx="1418">
                  <c:v>1.8841478144536685</c:v>
                </c:pt>
                <c:pt idx="1419">
                  <c:v>1.9034992628181815</c:v>
                </c:pt>
                <c:pt idx="1420">
                  <c:v>1.8928707322221114</c:v>
                </c:pt>
                <c:pt idx="1421">
                  <c:v>1.8948020864990802</c:v>
                </c:pt>
                <c:pt idx="1422">
                  <c:v>1.8816789767609448</c:v>
                </c:pt>
                <c:pt idx="1423">
                  <c:v>1.8892800249211195</c:v>
                </c:pt>
                <c:pt idx="1424">
                  <c:v>1.8883073219259681</c:v>
                </c:pt>
                <c:pt idx="1425">
                  <c:v>1.9165696971438293</c:v>
                </c:pt>
                <c:pt idx="1426">
                  <c:v>1.9167717075518118</c:v>
                </c:pt>
                <c:pt idx="1427">
                  <c:v>1.9331464617474068</c:v>
                </c:pt>
                <c:pt idx="1428">
                  <c:v>1.9253775616412923</c:v>
                </c:pt>
                <c:pt idx="1429">
                  <c:v>1.9180900168876376</c:v>
                </c:pt>
                <c:pt idx="1430">
                  <c:v>1.9062352172190429</c:v>
                </c:pt>
                <c:pt idx="1431">
                  <c:v>1.9050206194633337</c:v>
                </c:pt>
                <c:pt idx="1432">
                  <c:v>1.9040285887965813</c:v>
                </c:pt>
                <c:pt idx="1433">
                  <c:v>1.9121371280155222</c:v>
                </c:pt>
                <c:pt idx="1434">
                  <c:v>1.8975906566111234</c:v>
                </c:pt>
                <c:pt idx="1435">
                  <c:v>1.9039435200975501</c:v>
                </c:pt>
                <c:pt idx="1436">
                  <c:v>1.9250328096348075</c:v>
                </c:pt>
                <c:pt idx="1437">
                  <c:v>1.9173560238640828</c:v>
                </c:pt>
                <c:pt idx="1438">
                  <c:v>1.9184603856215314</c:v>
                </c:pt>
                <c:pt idx="1439">
                  <c:v>1.9228691524845081</c:v>
                </c:pt>
                <c:pt idx="1440">
                  <c:v>1.9226415964436951</c:v>
                </c:pt>
                <c:pt idx="1441">
                  <c:v>1.9452399901272317</c:v>
                </c:pt>
                <c:pt idx="1442">
                  <c:v>1.9448146350954068</c:v>
                </c:pt>
                <c:pt idx="1443">
                  <c:v>1.9473117891583378</c:v>
                </c:pt>
                <c:pt idx="1444">
                  <c:v>1.9328204450801145</c:v>
                </c:pt>
                <c:pt idx="1445">
                  <c:v>1.9283210885019759</c:v>
                </c:pt>
                <c:pt idx="1446">
                  <c:v>1.9693961501843031</c:v>
                </c:pt>
                <c:pt idx="1447">
                  <c:v>1.9280349313320211</c:v>
                </c:pt>
                <c:pt idx="1448">
                  <c:v>1.9519908928264897</c:v>
                </c:pt>
                <c:pt idx="1449">
                  <c:v>1.9668258525613025</c:v>
                </c:pt>
                <c:pt idx="1450">
                  <c:v>1.9730187313267866</c:v>
                </c:pt>
                <c:pt idx="1451">
                  <c:v>1.9644660179241042</c:v>
                </c:pt>
                <c:pt idx="1452">
                  <c:v>1.9635448295174893</c:v>
                </c:pt>
                <c:pt idx="1453">
                  <c:v>1.9655790740025869</c:v>
                </c:pt>
                <c:pt idx="1454">
                  <c:v>1.9710760332448347</c:v>
                </c:pt>
                <c:pt idx="1455">
                  <c:v>1.9498257309934288</c:v>
                </c:pt>
                <c:pt idx="1456">
                  <c:v>1.9408534735967105</c:v>
                </c:pt>
                <c:pt idx="1457">
                  <c:v>1.9531110750844616</c:v>
                </c:pt>
                <c:pt idx="1458">
                  <c:v>1.9517350604375574</c:v>
                </c:pt>
                <c:pt idx="1459">
                  <c:v>1.9468321494516909</c:v>
                </c:pt>
                <c:pt idx="1460">
                  <c:v>1.947441337285658</c:v>
                </c:pt>
                <c:pt idx="1461">
                  <c:v>1.9379003026282906</c:v>
                </c:pt>
                <c:pt idx="1462">
                  <c:v>1.9365292051555134</c:v>
                </c:pt>
                <c:pt idx="1463">
                  <c:v>1.9483096980335686</c:v>
                </c:pt>
                <c:pt idx="1464">
                  <c:v>1.9538517784824605</c:v>
                </c:pt>
                <c:pt idx="1465">
                  <c:v>1.9288241770712347</c:v>
                </c:pt>
                <c:pt idx="1466">
                  <c:v>1.9242037569188835</c:v>
                </c:pt>
                <c:pt idx="1467">
                  <c:v>1.8867454404492003</c:v>
                </c:pt>
                <c:pt idx="1468">
                  <c:v>1.8941844160697923</c:v>
                </c:pt>
                <c:pt idx="1469">
                  <c:v>1.8958669344576278</c:v>
                </c:pt>
                <c:pt idx="1470">
                  <c:v>1.8904849708504166</c:v>
                </c:pt>
                <c:pt idx="1471">
                  <c:v>1.8886808616652271</c:v>
                </c:pt>
                <c:pt idx="1472">
                  <c:v>1.8928421823554522</c:v>
                </c:pt>
                <c:pt idx="1473">
                  <c:v>1.8863218104091388</c:v>
                </c:pt>
                <c:pt idx="1474">
                  <c:v>1.8909510416004889</c:v>
                </c:pt>
                <c:pt idx="1475">
                  <c:v>1.887311294026123</c:v>
                </c:pt>
                <c:pt idx="1476">
                  <c:v>1.8911134264002603</c:v>
                </c:pt>
                <c:pt idx="1477">
                  <c:v>1.892587000339548</c:v>
                </c:pt>
                <c:pt idx="1478">
                  <c:v>1.8954219195716855</c:v>
                </c:pt>
                <c:pt idx="1479">
                  <c:v>1.8940221219469646</c:v>
                </c:pt>
                <c:pt idx="1480">
                  <c:v>1.8907383855979738</c:v>
                </c:pt>
                <c:pt idx="1481">
                  <c:v>1.9095321462420742</c:v>
                </c:pt>
                <c:pt idx="1482">
                  <c:v>1.9078617463924079</c:v>
                </c:pt>
                <c:pt idx="1483">
                  <c:v>1.9059122369726178</c:v>
                </c:pt>
                <c:pt idx="1484">
                  <c:v>1.8893363462705122</c:v>
                </c:pt>
                <c:pt idx="1485">
                  <c:v>1.8889532132305973</c:v>
                </c:pt>
                <c:pt idx="1486">
                  <c:v>1.8968899346232582</c:v>
                </c:pt>
                <c:pt idx="1487">
                  <c:v>1.8896224976501763</c:v>
                </c:pt>
                <c:pt idx="1488">
                  <c:v>1.8869579539062542</c:v>
                </c:pt>
                <c:pt idx="1489">
                  <c:v>1.8877672851711804</c:v>
                </c:pt>
                <c:pt idx="1490">
                  <c:v>1.8612937390146189</c:v>
                </c:pt>
                <c:pt idx="1491">
                  <c:v>1.8515848592418258</c:v>
                </c:pt>
                <c:pt idx="1492">
                  <c:v>1.8646105260051604</c:v>
                </c:pt>
                <c:pt idx="1493">
                  <c:v>1.8763132077504179</c:v>
                </c:pt>
                <c:pt idx="1494">
                  <c:v>1.8697710119687156</c:v>
                </c:pt>
                <c:pt idx="1495">
                  <c:v>1.872426797772998</c:v>
                </c:pt>
                <c:pt idx="1496">
                  <c:v>1.869582871408316</c:v>
                </c:pt>
                <c:pt idx="1497">
                  <c:v>1.877837947066276</c:v>
                </c:pt>
                <c:pt idx="1498">
                  <c:v>1.875140572364336</c:v>
                </c:pt>
                <c:pt idx="1499">
                  <c:v>1.8750099958445339</c:v>
                </c:pt>
                <c:pt idx="1500">
                  <c:v>1.8709394369613066</c:v>
                </c:pt>
                <c:pt idx="1501">
                  <c:v>1.858138465114975</c:v>
                </c:pt>
                <c:pt idx="1502">
                  <c:v>1.8735543357313764</c:v>
                </c:pt>
                <c:pt idx="1503">
                  <c:v>1.8656491740716563</c:v>
                </c:pt>
                <c:pt idx="1504">
                  <c:v>1.8732144496702596</c:v>
                </c:pt>
                <c:pt idx="1505">
                  <c:v>1.872004601155441</c:v>
                </c:pt>
                <c:pt idx="1506">
                  <c:v>1.8691035224927035</c:v>
                </c:pt>
                <c:pt idx="1507">
                  <c:v>1.8732244169791836</c:v>
                </c:pt>
                <c:pt idx="1508">
                  <c:v>1.881826471025692</c:v>
                </c:pt>
                <c:pt idx="1509">
                  <c:v>1.8829820459360671</c:v>
                </c:pt>
                <c:pt idx="1510">
                  <c:v>1.8780142177126389</c:v>
                </c:pt>
                <c:pt idx="1511">
                  <c:v>1.8780322140407582</c:v>
                </c:pt>
                <c:pt idx="1512">
                  <c:v>1.8845912610680164</c:v>
                </c:pt>
                <c:pt idx="1513">
                  <c:v>1.880047368717007</c:v>
                </c:pt>
                <c:pt idx="1514">
                  <c:v>1.8804613126183543</c:v>
                </c:pt>
                <c:pt idx="1515">
                  <c:v>1.8820831897011598</c:v>
                </c:pt>
                <c:pt idx="1516">
                  <c:v>1.8775962869355263</c:v>
                </c:pt>
                <c:pt idx="1517">
                  <c:v>1.8642587257598746</c:v>
                </c:pt>
                <c:pt idx="1518">
                  <c:v>1.8608472287050457</c:v>
                </c:pt>
                <c:pt idx="1519">
                  <c:v>1.861566419904005</c:v>
                </c:pt>
                <c:pt idx="1520">
                  <c:v>1.8775643078622151</c:v>
                </c:pt>
                <c:pt idx="1521">
                  <c:v>1.8871774233043426</c:v>
                </c:pt>
                <c:pt idx="1522">
                  <c:v>1.8813363437315609</c:v>
                </c:pt>
                <c:pt idx="1523">
                  <c:v>1.8666025136868203</c:v>
                </c:pt>
                <c:pt idx="1524">
                  <c:v>1.8850184183565588</c:v>
                </c:pt>
                <c:pt idx="1525">
                  <c:v>1.8819983354952776</c:v>
                </c:pt>
                <c:pt idx="1526">
                  <c:v>1.8739468655727967</c:v>
                </c:pt>
                <c:pt idx="1527">
                  <c:v>1.8722419858843031</c:v>
                </c:pt>
                <c:pt idx="1528">
                  <c:v>1.8771230107831252</c:v>
                </c:pt>
                <c:pt idx="1529">
                  <c:v>1.8738901971503987</c:v>
                </c:pt>
                <c:pt idx="1530">
                  <c:v>1.8563674055828117</c:v>
                </c:pt>
                <c:pt idx="1531">
                  <c:v>1.8431742526286241</c:v>
                </c:pt>
                <c:pt idx="1532">
                  <c:v>1.8440661535921499</c:v>
                </c:pt>
                <c:pt idx="1533">
                  <c:v>1.8326730450048125</c:v>
                </c:pt>
                <c:pt idx="1534">
                  <c:v>1.8241429388725077</c:v>
                </c:pt>
                <c:pt idx="1535">
                  <c:v>1.8310617732086996</c:v>
                </c:pt>
                <c:pt idx="1536">
                  <c:v>1.81553559643325</c:v>
                </c:pt>
                <c:pt idx="1537">
                  <c:v>1.8228308744712349</c:v>
                </c:pt>
                <c:pt idx="1538">
                  <c:v>1.8227691654049096</c:v>
                </c:pt>
                <c:pt idx="1539">
                  <c:v>1.8263392129927751</c:v>
                </c:pt>
                <c:pt idx="1540">
                  <c:v>1.8377853545891336</c:v>
                </c:pt>
                <c:pt idx="1541">
                  <c:v>1.8337656999684162</c:v>
                </c:pt>
                <c:pt idx="1542">
                  <c:v>1.8313468943706708</c:v>
                </c:pt>
                <c:pt idx="1543">
                  <c:v>1.8333367614287706</c:v>
                </c:pt>
                <c:pt idx="1544">
                  <c:v>1.8398156722872909</c:v>
                </c:pt>
                <c:pt idx="1545">
                  <c:v>1.8354029413374977</c:v>
                </c:pt>
                <c:pt idx="1546">
                  <c:v>1.8399666537155506</c:v>
                </c:pt>
                <c:pt idx="1547">
                  <c:v>1.8418049977641686</c:v>
                </c:pt>
                <c:pt idx="1548">
                  <c:v>1.8498171165172304</c:v>
                </c:pt>
                <c:pt idx="1549">
                  <c:v>1.8533087615983734</c:v>
                </c:pt>
                <c:pt idx="1550">
                  <c:v>1.8645981942569481</c:v>
                </c:pt>
                <c:pt idx="1551">
                  <c:v>1.8756170868042574</c:v>
                </c:pt>
                <c:pt idx="1552">
                  <c:v>1.8721880069619543</c:v>
                </c:pt>
                <c:pt idx="1553">
                  <c:v>1.856167254022925</c:v>
                </c:pt>
                <c:pt idx="1554">
                  <c:v>1.8675298972471317</c:v>
                </c:pt>
                <c:pt idx="1555">
                  <c:v>1.8637778757435837</c:v>
                </c:pt>
                <c:pt idx="1556">
                  <c:v>1.8637550386965456</c:v>
                </c:pt>
                <c:pt idx="1557">
                  <c:v>1.8746960712814378</c:v>
                </c:pt>
                <c:pt idx="1558">
                  <c:v>1.8679438481660773</c:v>
                </c:pt>
                <c:pt idx="1559">
                  <c:v>1.8555143660740019</c:v>
                </c:pt>
                <c:pt idx="1560">
                  <c:v>1.8456150474835458</c:v>
                </c:pt>
                <c:pt idx="1561">
                  <c:v>1.8277027247697808</c:v>
                </c:pt>
                <c:pt idx="1562">
                  <c:v>1.8213619758455821</c:v>
                </c:pt>
                <c:pt idx="1563">
                  <c:v>1.8193410887807302</c:v>
                </c:pt>
                <c:pt idx="1564">
                  <c:v>1.8209027026403313</c:v>
                </c:pt>
                <c:pt idx="1565">
                  <c:v>1.8092674219054214</c:v>
                </c:pt>
                <c:pt idx="1566">
                  <c:v>1.7962156579006032</c:v>
                </c:pt>
                <c:pt idx="1567">
                  <c:v>1.7626265333781015</c:v>
                </c:pt>
                <c:pt idx="1568">
                  <c:v>1.7806478049498391</c:v>
                </c:pt>
                <c:pt idx="1569">
                  <c:v>1.7653688981989641</c:v>
                </c:pt>
                <c:pt idx="1570">
                  <c:v>1.7733800463142055</c:v>
                </c:pt>
                <c:pt idx="1571">
                  <c:v>1.7717154143805647</c:v>
                </c:pt>
                <c:pt idx="1572">
                  <c:v>1.7692250833100918</c:v>
                </c:pt>
                <c:pt idx="1573">
                  <c:v>1.7719132045477095</c:v>
                </c:pt>
                <c:pt idx="1574">
                  <c:v>1.7771144667251435</c:v>
                </c:pt>
                <c:pt idx="1575">
                  <c:v>1.7801528012264229</c:v>
                </c:pt>
                <c:pt idx="1576">
                  <c:v>1.7696423948465809</c:v>
                </c:pt>
                <c:pt idx="1577">
                  <c:v>1.7675842549863465</c:v>
                </c:pt>
                <c:pt idx="1578">
                  <c:v>1.7672849323012314</c:v>
                </c:pt>
                <c:pt idx="1579">
                  <c:v>1.7530884959899871</c:v>
                </c:pt>
                <c:pt idx="1580">
                  <c:v>1.7469575075464745</c:v>
                </c:pt>
                <c:pt idx="1581">
                  <c:v>1.7501729217895621</c:v>
                </c:pt>
                <c:pt idx="1582">
                  <c:v>1.7599314586462629</c:v>
                </c:pt>
                <c:pt idx="1583">
                  <c:v>1.760875560940617</c:v>
                </c:pt>
                <c:pt idx="1584">
                  <c:v>1.7650128850642981</c:v>
                </c:pt>
                <c:pt idx="1585">
                  <c:v>1.7497365703753567</c:v>
                </c:pt>
                <c:pt idx="1586">
                  <c:v>1.7531946043158495</c:v>
                </c:pt>
                <c:pt idx="1587">
                  <c:v>1.7616439489824045</c:v>
                </c:pt>
                <c:pt idx="1588">
                  <c:v>1.7604061126128772</c:v>
                </c:pt>
                <c:pt idx="1589">
                  <c:v>1.7481920807542917</c:v>
                </c:pt>
                <c:pt idx="1590">
                  <c:v>1.7630253109041945</c:v>
                </c:pt>
                <c:pt idx="1591">
                  <c:v>1.7564544368807757</c:v>
                </c:pt>
                <c:pt idx="1592">
                  <c:v>1.7579193997808413</c:v>
                </c:pt>
                <c:pt idx="1593">
                  <c:v>1.7645824161079697</c:v>
                </c:pt>
                <c:pt idx="1594">
                  <c:v>1.7653148065139246</c:v>
                </c:pt>
                <c:pt idx="1595">
                  <c:v>1.7586397072022453</c:v>
                </c:pt>
                <c:pt idx="1596">
                  <c:v>1.7569270844871139</c:v>
                </c:pt>
                <c:pt idx="1597">
                  <c:v>1.7660401144710083</c:v>
                </c:pt>
                <c:pt idx="1598">
                  <c:v>1.7588733389539379</c:v>
                </c:pt>
                <c:pt idx="1599">
                  <c:v>1.7568299553267124</c:v>
                </c:pt>
                <c:pt idx="1600">
                  <c:v>1.7511875217571957</c:v>
                </c:pt>
                <c:pt idx="1601">
                  <c:v>1.7515259634038149</c:v>
                </c:pt>
                <c:pt idx="1602">
                  <c:v>1.7582625442789839</c:v>
                </c:pt>
                <c:pt idx="1603">
                  <c:v>1.752223214490936</c:v>
                </c:pt>
                <c:pt idx="1604">
                  <c:v>1.7570635351829771</c:v>
                </c:pt>
                <c:pt idx="1605">
                  <c:v>1.755814382221327</c:v>
                </c:pt>
                <c:pt idx="1606">
                  <c:v>1.7655540328572992</c:v>
                </c:pt>
                <c:pt idx="1607">
                  <c:v>1.7612478472350666</c:v>
                </c:pt>
                <c:pt idx="1608">
                  <c:v>1.7621207101276408</c:v>
                </c:pt>
                <c:pt idx="1609">
                  <c:v>1.7687258569432938</c:v>
                </c:pt>
                <c:pt idx="1610">
                  <c:v>1.7665026718168588</c:v>
                </c:pt>
                <c:pt idx="1611">
                  <c:v>1.758625644069514</c:v>
                </c:pt>
                <c:pt idx="1612">
                  <c:v>1.7600843098233341</c:v>
                </c:pt>
                <c:pt idx="1613">
                  <c:v>1.749781906430945</c:v>
                </c:pt>
                <c:pt idx="1614">
                  <c:v>1.7470590942532196</c:v>
                </c:pt>
                <c:pt idx="1615">
                  <c:v>1.7436201741430528</c:v>
                </c:pt>
                <c:pt idx="1616">
                  <c:v>1.7444536610917145</c:v>
                </c:pt>
                <c:pt idx="1617">
                  <c:v>1.7447193940187047</c:v>
                </c:pt>
                <c:pt idx="1618">
                  <c:v>1.7391599631175056</c:v>
                </c:pt>
                <c:pt idx="1619">
                  <c:v>1.7357608705267702</c:v>
                </c:pt>
                <c:pt idx="1620">
                  <c:v>1.7362034077055917</c:v>
                </c:pt>
                <c:pt idx="1621">
                  <c:v>1.745011686645501</c:v>
                </c:pt>
                <c:pt idx="1622">
                  <c:v>1.749154223211483</c:v>
                </c:pt>
                <c:pt idx="1623">
                  <c:v>1.7461841210620821</c:v>
                </c:pt>
                <c:pt idx="1624">
                  <c:v>1.7744664596860626</c:v>
                </c:pt>
                <c:pt idx="1625">
                  <c:v>1.7736844093365929</c:v>
                </c:pt>
                <c:pt idx="1626">
                  <c:v>1.7644000566762867</c:v>
                </c:pt>
                <c:pt idx="1627">
                  <c:v>1.7629022201613991</c:v>
                </c:pt>
                <c:pt idx="1628">
                  <c:v>1.7878155125985196</c:v>
                </c:pt>
                <c:pt idx="1629">
                  <c:v>1.783807494017364</c:v>
                </c:pt>
                <c:pt idx="1630">
                  <c:v>1.7827905180256836</c:v>
                </c:pt>
                <c:pt idx="1631">
                  <c:v>1.7865502296520819</c:v>
                </c:pt>
                <c:pt idx="1632">
                  <c:v>1.8057038820649938</c:v>
                </c:pt>
                <c:pt idx="1633">
                  <c:v>1.8124291840771416</c:v>
                </c:pt>
                <c:pt idx="1634">
                  <c:v>1.8415888083572303</c:v>
                </c:pt>
                <c:pt idx="1635">
                  <c:v>1.8314930311008444</c:v>
                </c:pt>
                <c:pt idx="1636">
                  <c:v>1.8215629740935495</c:v>
                </c:pt>
                <c:pt idx="1637">
                  <c:v>1.813700310175502</c:v>
                </c:pt>
                <c:pt idx="1638">
                  <c:v>1.8178519319841961</c:v>
                </c:pt>
                <c:pt idx="1639">
                  <c:v>1.8201811745986962</c:v>
                </c:pt>
                <c:pt idx="1640">
                  <c:v>1.8155155861197276</c:v>
                </c:pt>
                <c:pt idx="1641">
                  <c:v>1.8148815009130368</c:v>
                </c:pt>
                <c:pt idx="1642">
                  <c:v>1.8111285464703999</c:v>
                </c:pt>
                <c:pt idx="1643">
                  <c:v>1.8099604880641247</c:v>
                </c:pt>
                <c:pt idx="1644">
                  <c:v>1.8191050400487556</c:v>
                </c:pt>
                <c:pt idx="1645">
                  <c:v>1.8245137467510597</c:v>
                </c:pt>
                <c:pt idx="1646">
                  <c:v>1.8207187384973964</c:v>
                </c:pt>
                <c:pt idx="1647">
                  <c:v>1.8285194224137287</c:v>
                </c:pt>
                <c:pt idx="1648">
                  <c:v>1.8321184689780399</c:v>
                </c:pt>
                <c:pt idx="1649">
                  <c:v>1.8514445089475418</c:v>
                </c:pt>
                <c:pt idx="1650">
                  <c:v>1.8531730606195902</c:v>
                </c:pt>
                <c:pt idx="1651">
                  <c:v>1.858848654232323</c:v>
                </c:pt>
                <c:pt idx="1652">
                  <c:v>1.8403845736479372</c:v>
                </c:pt>
                <c:pt idx="1653">
                  <c:v>1.8391832478122794</c:v>
                </c:pt>
                <c:pt idx="1654">
                  <c:v>1.8283355602090263</c:v>
                </c:pt>
                <c:pt idx="1655">
                  <c:v>1.826512068030367</c:v>
                </c:pt>
                <c:pt idx="1656">
                  <c:v>1.829641274629628</c:v>
                </c:pt>
                <c:pt idx="1657">
                  <c:v>1.8185220650292133</c:v>
                </c:pt>
                <c:pt idx="1658">
                  <c:v>1.8141449055833845</c:v>
                </c:pt>
                <c:pt idx="1659">
                  <c:v>1.7914688269370227</c:v>
                </c:pt>
                <c:pt idx="1660">
                  <c:v>1.7946977559037505</c:v>
                </c:pt>
                <c:pt idx="1661">
                  <c:v>1.7961395182163671</c:v>
                </c:pt>
                <c:pt idx="1662">
                  <c:v>1.7984611388856175</c:v>
                </c:pt>
                <c:pt idx="1663">
                  <c:v>1.8067425021983146</c:v>
                </c:pt>
                <c:pt idx="1664">
                  <c:v>1.8093788500768357</c:v>
                </c:pt>
                <c:pt idx="1665">
                  <c:v>1.8204873964163006</c:v>
                </c:pt>
                <c:pt idx="1666">
                  <c:v>1.8239308656854107</c:v>
                </c:pt>
                <c:pt idx="1667">
                  <c:v>1.8249378439602264</c:v>
                </c:pt>
                <c:pt idx="1668">
                  <c:v>1.8146486735283684</c:v>
                </c:pt>
                <c:pt idx="1669">
                  <c:v>1.7876847594843635</c:v>
                </c:pt>
                <c:pt idx="1670">
                  <c:v>1.7734000219907693</c:v>
                </c:pt>
                <c:pt idx="1671">
                  <c:v>1.7663925764028987</c:v>
                </c:pt>
                <c:pt idx="1672">
                  <c:v>1.7708644729045022</c:v>
                </c:pt>
                <c:pt idx="1673">
                  <c:v>1.7701745194874172</c:v>
                </c:pt>
                <c:pt idx="1674">
                  <c:v>1.7686050238913231</c:v>
                </c:pt>
                <c:pt idx="1675">
                  <c:v>1.7703612841609919</c:v>
                </c:pt>
                <c:pt idx="1676">
                  <c:v>1.7798617370124667</c:v>
                </c:pt>
                <c:pt idx="1677">
                  <c:v>1.7710459590976644</c:v>
                </c:pt>
                <c:pt idx="1678">
                  <c:v>1.7701525786091212</c:v>
                </c:pt>
                <c:pt idx="1679">
                  <c:v>1.7736065817539584</c:v>
                </c:pt>
                <c:pt idx="1680">
                  <c:v>1.7735385527460101</c:v>
                </c:pt>
                <c:pt idx="1681">
                  <c:v>1.7847144953486305</c:v>
                </c:pt>
                <c:pt idx="1682">
                  <c:v>1.7765542326864614</c:v>
                </c:pt>
                <c:pt idx="1683">
                  <c:v>1.773111878432728</c:v>
                </c:pt>
                <c:pt idx="1684">
                  <c:v>1.7614579255151011</c:v>
                </c:pt>
                <c:pt idx="1685">
                  <c:v>1.742472842401366</c:v>
                </c:pt>
                <c:pt idx="1686">
                  <c:v>1.7486518962664446</c:v>
                </c:pt>
                <c:pt idx="1687">
                  <c:v>1.7451164756959967</c:v>
                </c:pt>
                <c:pt idx="1688">
                  <c:v>1.7521391001109134</c:v>
                </c:pt>
                <c:pt idx="1689">
                  <c:v>1.7561271503640334</c:v>
                </c:pt>
                <c:pt idx="1690">
                  <c:v>1.7535187951986604</c:v>
                </c:pt>
                <c:pt idx="1691">
                  <c:v>1.7576072268655221</c:v>
                </c:pt>
                <c:pt idx="1692">
                  <c:v>1.7638567707980586</c:v>
                </c:pt>
                <c:pt idx="1693">
                  <c:v>1.7720089683275069</c:v>
                </c:pt>
                <c:pt idx="1694">
                  <c:v>1.7764705669359648</c:v>
                </c:pt>
                <c:pt idx="1695">
                  <c:v>1.7840253545681242</c:v>
                </c:pt>
                <c:pt idx="1696">
                  <c:v>1.776361241196025</c:v>
                </c:pt>
                <c:pt idx="1697">
                  <c:v>1.7787065123609405</c:v>
                </c:pt>
                <c:pt idx="1698">
                  <c:v>1.785473330631776</c:v>
                </c:pt>
                <c:pt idx="1699">
                  <c:v>1.7845399797205286</c:v>
                </c:pt>
                <c:pt idx="1700">
                  <c:v>1.7778872981931784</c:v>
                </c:pt>
                <c:pt idx="1701">
                  <c:v>1.7835879833378938</c:v>
                </c:pt>
                <c:pt idx="1702">
                  <c:v>1.7813129312889227</c:v>
                </c:pt>
                <c:pt idx="1703">
                  <c:v>1.8083134016255664</c:v>
                </c:pt>
                <c:pt idx="1704">
                  <c:v>1.8034463102171743</c:v>
                </c:pt>
                <c:pt idx="1705">
                  <c:v>1.8064123377066774</c:v>
                </c:pt>
                <c:pt idx="1706">
                  <c:v>1.832679747990053</c:v>
                </c:pt>
                <c:pt idx="1707">
                  <c:v>1.8363762627419167</c:v>
                </c:pt>
                <c:pt idx="1708">
                  <c:v>1.8193874081590362</c:v>
                </c:pt>
                <c:pt idx="1709">
                  <c:v>1.8171277396531873</c:v>
                </c:pt>
                <c:pt idx="1710">
                  <c:v>1.8423211111423969</c:v>
                </c:pt>
                <c:pt idx="1711">
                  <c:v>1.8483026676583973</c:v>
                </c:pt>
                <c:pt idx="1712">
                  <c:v>1.8445056931530581</c:v>
                </c:pt>
                <c:pt idx="1713">
                  <c:v>1.8440106212833611</c:v>
                </c:pt>
                <c:pt idx="1714">
                  <c:v>1.8504469748472354</c:v>
                </c:pt>
                <c:pt idx="1715">
                  <c:v>1.8418175822488028</c:v>
                </c:pt>
                <c:pt idx="1716">
                  <c:v>1.8502048534689477</c:v>
                </c:pt>
                <c:pt idx="1717">
                  <c:v>1.8444735055173618</c:v>
                </c:pt>
                <c:pt idx="1718">
                  <c:v>1.8440471380456154</c:v>
                </c:pt>
                <c:pt idx="1719">
                  <c:v>1.8446524442435206</c:v>
                </c:pt>
                <c:pt idx="1720">
                  <c:v>1.8506906901038616</c:v>
                </c:pt>
                <c:pt idx="1721">
                  <c:v>1.88249247844984</c:v>
                </c:pt>
                <c:pt idx="1722">
                  <c:v>1.8760817651814488</c:v>
                </c:pt>
                <c:pt idx="1723">
                  <c:v>1.8894531553198148</c:v>
                </c:pt>
                <c:pt idx="1724">
                  <c:v>1.8835904073989891</c:v>
                </c:pt>
                <c:pt idx="1725">
                  <c:v>1.8621010766400741</c:v>
                </c:pt>
                <c:pt idx="1726">
                  <c:v>1.8572313238584142</c:v>
                </c:pt>
                <c:pt idx="1727">
                  <c:v>1.8530886415687089</c:v>
                </c:pt>
                <c:pt idx="1728">
                  <c:v>1.8669905283793704</c:v>
                </c:pt>
                <c:pt idx="1729">
                  <c:v>1.8469420272312347</c:v>
                </c:pt>
                <c:pt idx="1730">
                  <c:v>1.8374646892067794</c:v>
                </c:pt>
                <c:pt idx="1731">
                  <c:v>1.8436915768891673</c:v>
                </c:pt>
                <c:pt idx="1732">
                  <c:v>1.8577975382325429</c:v>
                </c:pt>
                <c:pt idx="1733">
                  <c:v>1.8687880886005346</c:v>
                </c:pt>
                <c:pt idx="1734">
                  <c:v>1.8649743075129823</c:v>
                </c:pt>
                <c:pt idx="1735">
                  <c:v>1.863029569811397</c:v>
                </c:pt>
                <c:pt idx="1736">
                  <c:v>1.8516382302194172</c:v>
                </c:pt>
                <c:pt idx="1737">
                  <c:v>1.8570472458001916</c:v>
                </c:pt>
                <c:pt idx="1738">
                  <c:v>1.8587217835777605</c:v>
                </c:pt>
                <c:pt idx="1739">
                  <c:v>1.8582040113116298</c:v>
                </c:pt>
                <c:pt idx="1740">
                  <c:v>1.8756437878404095</c:v>
                </c:pt>
                <c:pt idx="1741">
                  <c:v>1.8540046287088623</c:v>
                </c:pt>
                <c:pt idx="1742">
                  <c:v>1.855368187783377</c:v>
                </c:pt>
                <c:pt idx="1743">
                  <c:v>1.8417089524321095</c:v>
                </c:pt>
                <c:pt idx="1744">
                  <c:v>1.8370857984470703</c:v>
                </c:pt>
                <c:pt idx="1745">
                  <c:v>1.8263608184473612</c:v>
                </c:pt>
                <c:pt idx="1746">
                  <c:v>1.8491103749179427</c:v>
                </c:pt>
                <c:pt idx="1747">
                  <c:v>1.8505533564190841</c:v>
                </c:pt>
                <c:pt idx="1748">
                  <c:v>1.8520226358322145</c:v>
                </c:pt>
                <c:pt idx="1749">
                  <c:v>1.8846174504937072</c:v>
                </c:pt>
                <c:pt idx="1750">
                  <c:v>1.9053383538852593</c:v>
                </c:pt>
                <c:pt idx="1751">
                  <c:v>1.9357141544098617</c:v>
                </c:pt>
                <c:pt idx="1752">
                  <c:v>1.9818644845901214</c:v>
                </c:pt>
                <c:pt idx="1753">
                  <c:v>1.9758327289761362</c:v>
                </c:pt>
                <c:pt idx="1754">
                  <c:v>2.0208608152416239</c:v>
                </c:pt>
                <c:pt idx="1755">
                  <c:v>1.9999483348302809</c:v>
                </c:pt>
                <c:pt idx="1756">
                  <c:v>1.9834694502828478</c:v>
                </c:pt>
                <c:pt idx="1757">
                  <c:v>1.9628205331505022</c:v>
                </c:pt>
                <c:pt idx="1758">
                  <c:v>1.9508086419448805</c:v>
                </c:pt>
                <c:pt idx="1759">
                  <c:v>1.9746997551177874</c:v>
                </c:pt>
                <c:pt idx="1760">
                  <c:v>1.9658215723897043</c:v>
                </c:pt>
                <c:pt idx="1761">
                  <c:v>1.9810617175894563</c:v>
                </c:pt>
                <c:pt idx="1762">
                  <c:v>1.9540443988295833</c:v>
                </c:pt>
                <c:pt idx="1763">
                  <c:v>1.9521097659744324</c:v>
                </c:pt>
                <c:pt idx="1764">
                  <c:v>1.956277871850246</c:v>
                </c:pt>
                <c:pt idx="1765">
                  <c:v>1.9815096258325113</c:v>
                </c:pt>
                <c:pt idx="1766">
                  <c:v>2.0115246959260924</c:v>
                </c:pt>
                <c:pt idx="1767">
                  <c:v>2.0380818449987168</c:v>
                </c:pt>
                <c:pt idx="1768">
                  <c:v>1.9996199910472467</c:v>
                </c:pt>
                <c:pt idx="1769">
                  <c:v>1.9962238942751989</c:v>
                </c:pt>
                <c:pt idx="1770">
                  <c:v>1.9744363247107872</c:v>
                </c:pt>
                <c:pt idx="1771">
                  <c:v>1.9581581539870367</c:v>
                </c:pt>
                <c:pt idx="1772">
                  <c:v>1.9417348756290651</c:v>
                </c:pt>
                <c:pt idx="1773">
                  <c:v>1.9300790066708369</c:v>
                </c:pt>
                <c:pt idx="1774">
                  <c:v>1.9367861488301565</c:v>
                </c:pt>
                <c:pt idx="1775">
                  <c:v>1.9337883893605088</c:v>
                </c:pt>
                <c:pt idx="1776">
                  <c:v>1.934217669217388</c:v>
                </c:pt>
                <c:pt idx="1777">
                  <c:v>1.9498045387140426</c:v>
                </c:pt>
                <c:pt idx="1778">
                  <c:v>1.9426789276175664</c:v>
                </c:pt>
                <c:pt idx="1779">
                  <c:v>1.9449409943849503</c:v>
                </c:pt>
                <c:pt idx="1780">
                  <c:v>1.9363558659389184</c:v>
                </c:pt>
                <c:pt idx="1781">
                  <c:v>2.0029796582355854</c:v>
                </c:pt>
                <c:pt idx="1782">
                  <c:v>1.9882110305839378</c:v>
                </c:pt>
                <c:pt idx="1783">
                  <c:v>1.9801625693814313</c:v>
                </c:pt>
                <c:pt idx="1784">
                  <c:v>2.0097053149780124</c:v>
                </c:pt>
                <c:pt idx="1785">
                  <c:v>1.9975531851240789</c:v>
                </c:pt>
                <c:pt idx="1786">
                  <c:v>1.9933970346848935</c:v>
                </c:pt>
                <c:pt idx="1787">
                  <c:v>1.9980335277661765</c:v>
                </c:pt>
                <c:pt idx="1788">
                  <c:v>2.0027892569509986</c:v>
                </c:pt>
                <c:pt idx="1789">
                  <c:v>2.0356185076476558</c:v>
                </c:pt>
                <c:pt idx="1790">
                  <c:v>2.0064328400703055</c:v>
                </c:pt>
                <c:pt idx="1791">
                  <c:v>2.0165953481822303</c:v>
                </c:pt>
                <c:pt idx="1792">
                  <c:v>2.0054113156509099</c:v>
                </c:pt>
                <c:pt idx="1793">
                  <c:v>2.0030763945798906</c:v>
                </c:pt>
                <c:pt idx="1794">
                  <c:v>2.0103509884985882</c:v>
                </c:pt>
                <c:pt idx="1795">
                  <c:v>2.0093692728292631</c:v>
                </c:pt>
                <c:pt idx="1796">
                  <c:v>1.9996631451018994</c:v>
                </c:pt>
                <c:pt idx="1797">
                  <c:v>1.9985587700692928</c:v>
                </c:pt>
                <c:pt idx="1798">
                  <c:v>2.0028035685345977</c:v>
                </c:pt>
                <c:pt idx="1799">
                  <c:v>1.9787686028095244</c:v>
                </c:pt>
                <c:pt idx="1800">
                  <c:v>1.9708160146100935</c:v>
                </c:pt>
                <c:pt idx="1801">
                  <c:v>1.9853934400387339</c:v>
                </c:pt>
                <c:pt idx="1802">
                  <c:v>1.9864455041931015</c:v>
                </c:pt>
                <c:pt idx="1803">
                  <c:v>2.0001747762420834</c:v>
                </c:pt>
                <c:pt idx="1804">
                  <c:v>2.0131084461436597</c:v>
                </c:pt>
                <c:pt idx="1805">
                  <c:v>1.9881322107920185</c:v>
                </c:pt>
                <c:pt idx="1806">
                  <c:v>1.9725830630869952</c:v>
                </c:pt>
                <c:pt idx="1807">
                  <c:v>1.9573603245312619</c:v>
                </c:pt>
                <c:pt idx="1808">
                  <c:v>1.9644887578349932</c:v>
                </c:pt>
                <c:pt idx="1809">
                  <c:v>1.9773539765263937</c:v>
                </c:pt>
                <c:pt idx="1810">
                  <c:v>2.001838088681017</c:v>
                </c:pt>
                <c:pt idx="1811">
                  <c:v>2.0083290946083423</c:v>
                </c:pt>
                <c:pt idx="1812">
                  <c:v>2.018500719141437</c:v>
                </c:pt>
                <c:pt idx="1813">
                  <c:v>2.0006456339633738</c:v>
                </c:pt>
                <c:pt idx="1814">
                  <c:v>1.9938794517673486</c:v>
                </c:pt>
                <c:pt idx="1815">
                  <c:v>1.9996065233544003</c:v>
                </c:pt>
                <c:pt idx="1816">
                  <c:v>2.0181330801578321</c:v>
                </c:pt>
                <c:pt idx="1817">
                  <c:v>2.0120328440785031</c:v>
                </c:pt>
                <c:pt idx="1818">
                  <c:v>2.0233961741337496</c:v>
                </c:pt>
                <c:pt idx="1819">
                  <c:v>2.016796383183256</c:v>
                </c:pt>
                <c:pt idx="1820">
                  <c:v>2.0115058772226435</c:v>
                </c:pt>
                <c:pt idx="1821">
                  <c:v>1.9988756912953751</c:v>
                </c:pt>
                <c:pt idx="1822">
                  <c:v>2.0046012126612411</c:v>
                </c:pt>
                <c:pt idx="1823">
                  <c:v>2.0014471082440246</c:v>
                </c:pt>
                <c:pt idx="1824">
                  <c:v>1.9960253446849636</c:v>
                </c:pt>
                <c:pt idx="1825">
                  <c:v>2.0142493169261422</c:v>
                </c:pt>
                <c:pt idx="1826">
                  <c:v>2.0616602131177757</c:v>
                </c:pt>
                <c:pt idx="1827">
                  <c:v>2.050273508279632</c:v>
                </c:pt>
                <c:pt idx="1828">
                  <c:v>2.0348350349193596</c:v>
                </c:pt>
                <c:pt idx="1829">
                  <c:v>2.0243570975178935</c:v>
                </c:pt>
                <c:pt idx="1830">
                  <c:v>2.0185814849487316</c:v>
                </c:pt>
                <c:pt idx="1831">
                  <c:v>2.0065174709201195</c:v>
                </c:pt>
                <c:pt idx="1832">
                  <c:v>2.0242706822082051</c:v>
                </c:pt>
                <c:pt idx="1833">
                  <c:v>2.0099347369971059</c:v>
                </c:pt>
                <c:pt idx="1834">
                  <c:v>2.0126931033054567</c:v>
                </c:pt>
                <c:pt idx="1835">
                  <c:v>2.0506697294921494</c:v>
                </c:pt>
                <c:pt idx="1836">
                  <c:v>2.0681469596169739</c:v>
                </c:pt>
                <c:pt idx="1837">
                  <c:v>2.0929326527378183</c:v>
                </c:pt>
                <c:pt idx="1838">
                  <c:v>2.1237322266481429</c:v>
                </c:pt>
                <c:pt idx="1839">
                  <c:v>2.1028354455525267</c:v>
                </c:pt>
                <c:pt idx="1840">
                  <c:v>2.1260435461067253</c:v>
                </c:pt>
                <c:pt idx="1841">
                  <c:v>2.1050496654198612</c:v>
                </c:pt>
                <c:pt idx="1842">
                  <c:v>2.1073794472256946</c:v>
                </c:pt>
                <c:pt idx="1843">
                  <c:v>2.1119568735560348</c:v>
                </c:pt>
                <c:pt idx="1844">
                  <c:v>2.115810469863229</c:v>
                </c:pt>
                <c:pt idx="1845">
                  <c:v>2.1477309991766527</c:v>
                </c:pt>
                <c:pt idx="1846">
                  <c:v>2.135960751810285</c:v>
                </c:pt>
                <c:pt idx="1847">
                  <c:v>2.1928829707324651</c:v>
                </c:pt>
                <c:pt idx="1848">
                  <c:v>2.1886675442724877</c:v>
                </c:pt>
                <c:pt idx="1849">
                  <c:v>2.1978805410639528</c:v>
                </c:pt>
                <c:pt idx="1850">
                  <c:v>2.2029836026045113</c:v>
                </c:pt>
                <c:pt idx="1851">
                  <c:v>2.1890203500998662</c:v>
                </c:pt>
                <c:pt idx="1852">
                  <c:v>2.1701398461053274</c:v>
                </c:pt>
                <c:pt idx="1853">
                  <c:v>2.1611918273544908</c:v>
                </c:pt>
                <c:pt idx="1854">
                  <c:v>2.175771411207569</c:v>
                </c:pt>
                <c:pt idx="1855">
                  <c:v>2.1753879470163251</c:v>
                </c:pt>
                <c:pt idx="1856">
                  <c:v>2.1391314288366527</c:v>
                </c:pt>
                <c:pt idx="1857">
                  <c:v>2.1493048819728995</c:v>
                </c:pt>
                <c:pt idx="1858">
                  <c:v>2.1529399581537163</c:v>
                </c:pt>
                <c:pt idx="1859">
                  <c:v>2.1559077559157838</c:v>
                </c:pt>
                <c:pt idx="1860">
                  <c:v>2.1602712465487861</c:v>
                </c:pt>
                <c:pt idx="1861">
                  <c:v>2.1509596271505793</c:v>
                </c:pt>
                <c:pt idx="1862">
                  <c:v>2.1707035493685454</c:v>
                </c:pt>
                <c:pt idx="1863">
                  <c:v>2.1621328146185319</c:v>
                </c:pt>
                <c:pt idx="1864">
                  <c:v>2.1669360178793347</c:v>
                </c:pt>
                <c:pt idx="1865">
                  <c:v>2.1485001016549123</c:v>
                </c:pt>
                <c:pt idx="1866">
                  <c:v>2.1409799876105282</c:v>
                </c:pt>
                <c:pt idx="1867">
                  <c:v>2.144368071052595</c:v>
                </c:pt>
                <c:pt idx="1868">
                  <c:v>2.1423814696571211</c:v>
                </c:pt>
                <c:pt idx="1869">
                  <c:v>2.1315642351652926</c:v>
                </c:pt>
                <c:pt idx="1870">
                  <c:v>2.1739075697898</c:v>
                </c:pt>
                <c:pt idx="1871">
                  <c:v>2.1553732380820847</c:v>
                </c:pt>
                <c:pt idx="1872">
                  <c:v>2.1577243594100497</c:v>
                </c:pt>
                <c:pt idx="1873">
                  <c:v>2.1407920512775802</c:v>
                </c:pt>
                <c:pt idx="1874">
                  <c:v>2.1399906275049601</c:v>
                </c:pt>
                <c:pt idx="1875">
                  <c:v>2.1376668675363857</c:v>
                </c:pt>
                <c:pt idx="1876">
                  <c:v>2.1688023061804658</c:v>
                </c:pt>
                <c:pt idx="1877">
                  <c:v>2.2016794594738296</c:v>
                </c:pt>
                <c:pt idx="1878">
                  <c:v>2.1896385892733581</c:v>
                </c:pt>
                <c:pt idx="1879">
                  <c:v>2.2148863971673056</c:v>
                </c:pt>
                <c:pt idx="1880">
                  <c:v>2.2109587303027225</c:v>
                </c:pt>
                <c:pt idx="1881">
                  <c:v>2.2097282557181046</c:v>
                </c:pt>
                <c:pt idx="1882">
                  <c:v>2.178933320594961</c:v>
                </c:pt>
                <c:pt idx="1883">
                  <c:v>2.1690275013439817</c:v>
                </c:pt>
                <c:pt idx="1884">
                  <c:v>2.1574829888085643</c:v>
                </c:pt>
                <c:pt idx="1885">
                  <c:v>2.1467092822186884</c:v>
                </c:pt>
                <c:pt idx="1886">
                  <c:v>2.1357755463449544</c:v>
                </c:pt>
                <c:pt idx="1887">
                  <c:v>2.1322812108877907</c:v>
                </c:pt>
                <c:pt idx="1888">
                  <c:v>2.1252212747163481</c:v>
                </c:pt>
                <c:pt idx="1889">
                  <c:v>2.1249079420439463</c:v>
                </c:pt>
                <c:pt idx="1890">
                  <c:v>2.1086387077678461</c:v>
                </c:pt>
                <c:pt idx="1891">
                  <c:v>2.128827062015425</c:v>
                </c:pt>
                <c:pt idx="1892">
                  <c:v>2.1179763883909364</c:v>
                </c:pt>
                <c:pt idx="1893">
                  <c:v>2.1488844101845577</c:v>
                </c:pt>
                <c:pt idx="1894">
                  <c:v>2.1540917862111475</c:v>
                </c:pt>
                <c:pt idx="1895">
                  <c:v>2.1657250749344121</c:v>
                </c:pt>
                <c:pt idx="1896">
                  <c:v>2.1580278931534442</c:v>
                </c:pt>
                <c:pt idx="1897">
                  <c:v>2.1681630396925216</c:v>
                </c:pt>
                <c:pt idx="1898">
                  <c:v>2.1686073483261836</c:v>
                </c:pt>
                <c:pt idx="1899">
                  <c:v>2.1675049484518949</c:v>
                </c:pt>
                <c:pt idx="1900">
                  <c:v>2.1264706795393149</c:v>
                </c:pt>
                <c:pt idx="1901">
                  <c:v>2.1431066487918358</c:v>
                </c:pt>
                <c:pt idx="1902">
                  <c:v>2.1356877974978472</c:v>
                </c:pt>
                <c:pt idx="1903">
                  <c:v>2.1309487549351451</c:v>
                </c:pt>
                <c:pt idx="1904">
                  <c:v>2.1114591139921015</c:v>
                </c:pt>
                <c:pt idx="1905">
                  <c:v>2.0974243536898514</c:v>
                </c:pt>
                <c:pt idx="1906">
                  <c:v>2.0836951457388397</c:v>
                </c:pt>
                <c:pt idx="1907">
                  <c:v>2.0992254430231183</c:v>
                </c:pt>
                <c:pt idx="1908">
                  <c:v>2.1014889578191385</c:v>
                </c:pt>
                <c:pt idx="1909">
                  <c:v>2.1298791744461032</c:v>
                </c:pt>
                <c:pt idx="1910">
                  <c:v>2.1690671019173093</c:v>
                </c:pt>
                <c:pt idx="1911">
                  <c:v>2.1725620509319907</c:v>
                </c:pt>
                <c:pt idx="1912">
                  <c:v>2.1837722169879106</c:v>
                </c:pt>
                <c:pt idx="1913">
                  <c:v>2.2014757573810795</c:v>
                </c:pt>
                <c:pt idx="1914">
                  <c:v>2.2999999999999998</c:v>
                </c:pt>
                <c:pt idx="1915">
                  <c:v>2.2821844206296982</c:v>
                </c:pt>
                <c:pt idx="1916">
                  <c:v>2.2999999999999998</c:v>
                </c:pt>
                <c:pt idx="1917">
                  <c:v>2.2999999999999998</c:v>
                </c:pt>
                <c:pt idx="1918">
                  <c:v>2.2710976087827763</c:v>
                </c:pt>
                <c:pt idx="1919">
                  <c:v>2.296775359841658</c:v>
                </c:pt>
                <c:pt idx="1920">
                  <c:v>2.2828629689033142</c:v>
                </c:pt>
                <c:pt idx="1921">
                  <c:v>2.2730626777914935</c:v>
                </c:pt>
                <c:pt idx="1922">
                  <c:v>2.2999999999999998</c:v>
                </c:pt>
                <c:pt idx="1923">
                  <c:v>2.2999999999999998</c:v>
                </c:pt>
                <c:pt idx="1924">
                  <c:v>2.2999999999999998</c:v>
                </c:pt>
                <c:pt idx="1925">
                  <c:v>2.2999999999999998</c:v>
                </c:pt>
                <c:pt idx="1926">
                  <c:v>2.2999999999999998</c:v>
                </c:pt>
                <c:pt idx="1927">
                  <c:v>2.2999999999999998</c:v>
                </c:pt>
                <c:pt idx="1928">
                  <c:v>2.2999999999999998</c:v>
                </c:pt>
                <c:pt idx="1929">
                  <c:v>2.2999999999999998</c:v>
                </c:pt>
                <c:pt idx="1930">
                  <c:v>2.2999999999999998</c:v>
                </c:pt>
                <c:pt idx="1931">
                  <c:v>2.2999999999999998</c:v>
                </c:pt>
                <c:pt idx="1932">
                  <c:v>2.2999999999999998</c:v>
                </c:pt>
                <c:pt idx="1933">
                  <c:v>2.2999999999999998</c:v>
                </c:pt>
                <c:pt idx="1934">
                  <c:v>2.2999999999999998</c:v>
                </c:pt>
                <c:pt idx="1935">
                  <c:v>2.2999999999999998</c:v>
                </c:pt>
                <c:pt idx="1936">
                  <c:v>2.2999999999999998</c:v>
                </c:pt>
                <c:pt idx="1937">
                  <c:v>2.2999999999999998</c:v>
                </c:pt>
                <c:pt idx="1938">
                  <c:v>2.2999999999999998</c:v>
                </c:pt>
                <c:pt idx="1939">
                  <c:v>2.2999999999999998</c:v>
                </c:pt>
                <c:pt idx="1940">
                  <c:v>2.2999999999999998</c:v>
                </c:pt>
                <c:pt idx="1941">
                  <c:v>2.2999999999999998</c:v>
                </c:pt>
                <c:pt idx="1942">
                  <c:v>2.2999999999999998</c:v>
                </c:pt>
                <c:pt idx="1943">
                  <c:v>2.2999999999999998</c:v>
                </c:pt>
                <c:pt idx="1944">
                  <c:v>2.2999999999999998</c:v>
                </c:pt>
                <c:pt idx="1945">
                  <c:v>2.2999999999999998</c:v>
                </c:pt>
                <c:pt idx="1946">
                  <c:v>2.2999999999999998</c:v>
                </c:pt>
                <c:pt idx="1947">
                  <c:v>2.2887241305111123</c:v>
                </c:pt>
                <c:pt idx="1948">
                  <c:v>2.2716952503998837</c:v>
                </c:pt>
                <c:pt idx="1949">
                  <c:v>2.2620163430185736</c:v>
                </c:pt>
                <c:pt idx="1950">
                  <c:v>2.2896743996091482</c:v>
                </c:pt>
                <c:pt idx="1951">
                  <c:v>2.2368443858348415</c:v>
                </c:pt>
                <c:pt idx="1952">
                  <c:v>2.2642980783666369</c:v>
                </c:pt>
                <c:pt idx="1953">
                  <c:v>2.2810540185250261</c:v>
                </c:pt>
                <c:pt idx="1954">
                  <c:v>2.2999999999999998</c:v>
                </c:pt>
                <c:pt idx="1955">
                  <c:v>2.2999999999999998</c:v>
                </c:pt>
                <c:pt idx="1956">
                  <c:v>2.2999999999999998</c:v>
                </c:pt>
                <c:pt idx="1957">
                  <c:v>2.2999999999999998</c:v>
                </c:pt>
                <c:pt idx="1958">
                  <c:v>2.2999999999999998</c:v>
                </c:pt>
                <c:pt idx="1959">
                  <c:v>2.2895653913507275</c:v>
                </c:pt>
                <c:pt idx="1960">
                  <c:v>2.2999999999999998</c:v>
                </c:pt>
                <c:pt idx="1961">
                  <c:v>2.2999999999999998</c:v>
                </c:pt>
                <c:pt idx="1962">
                  <c:v>2.2999999999999998</c:v>
                </c:pt>
                <c:pt idx="1963">
                  <c:v>2.2999999999999998</c:v>
                </c:pt>
                <c:pt idx="1964">
                  <c:v>2.2999999999999998</c:v>
                </c:pt>
                <c:pt idx="1965">
                  <c:v>2.2999999999999998</c:v>
                </c:pt>
                <c:pt idx="1966">
                  <c:v>2.2999999999999998</c:v>
                </c:pt>
                <c:pt idx="1967">
                  <c:v>2.2999999999999998</c:v>
                </c:pt>
                <c:pt idx="1968">
                  <c:v>2.2999999999999998</c:v>
                </c:pt>
                <c:pt idx="1969">
                  <c:v>2.2999999999999998</c:v>
                </c:pt>
                <c:pt idx="1970">
                  <c:v>2.2999999999999998</c:v>
                </c:pt>
                <c:pt idx="1971">
                  <c:v>2.2999999999999998</c:v>
                </c:pt>
                <c:pt idx="1972">
                  <c:v>2.2999999999999998</c:v>
                </c:pt>
                <c:pt idx="1973">
                  <c:v>2.2999999999999998</c:v>
                </c:pt>
                <c:pt idx="1974">
                  <c:v>2.2999999999999998</c:v>
                </c:pt>
                <c:pt idx="1975">
                  <c:v>2.2931146125620554</c:v>
                </c:pt>
                <c:pt idx="1976">
                  <c:v>2.2913321635214743</c:v>
                </c:pt>
                <c:pt idx="1977">
                  <c:v>2.2716260277506932</c:v>
                </c:pt>
                <c:pt idx="1978">
                  <c:v>2.292813152557085</c:v>
                </c:pt>
                <c:pt idx="1979">
                  <c:v>2.2376065791419553</c:v>
                </c:pt>
                <c:pt idx="1980">
                  <c:v>2.2222597291764843</c:v>
                </c:pt>
                <c:pt idx="1981">
                  <c:v>2.2136182301573482</c:v>
                </c:pt>
                <c:pt idx="1982">
                  <c:v>2.1921223823475069</c:v>
                </c:pt>
                <c:pt idx="1983">
                  <c:v>2.1890974319330505</c:v>
                </c:pt>
                <c:pt idx="1984">
                  <c:v>2.1996452949965435</c:v>
                </c:pt>
                <c:pt idx="1985">
                  <c:v>2.1866374550787997</c:v>
                </c:pt>
                <c:pt idx="1986">
                  <c:v>2.1594274336046904</c:v>
                </c:pt>
                <c:pt idx="1987">
                  <c:v>2.1136723013251579</c:v>
                </c:pt>
                <c:pt idx="1988">
                  <c:v>2.1124161828900583</c:v>
                </c:pt>
                <c:pt idx="1989">
                  <c:v>2.0997027918924456</c:v>
                </c:pt>
                <c:pt idx="1990">
                  <c:v>2.0695478404049492</c:v>
                </c:pt>
                <c:pt idx="1991">
                  <c:v>2.0740214324495363</c:v>
                </c:pt>
                <c:pt idx="1992">
                  <c:v>2.07344518817645</c:v>
                </c:pt>
                <c:pt idx="1993">
                  <c:v>2.0731779186556545</c:v>
                </c:pt>
                <c:pt idx="1994">
                  <c:v>2.1050624249834535</c:v>
                </c:pt>
                <c:pt idx="1995">
                  <c:v>2.0983606752481503</c:v>
                </c:pt>
                <c:pt idx="1996">
                  <c:v>2.0838080278724465</c:v>
                </c:pt>
                <c:pt idx="1997">
                  <c:v>2.0722137062644155</c:v>
                </c:pt>
                <c:pt idx="1998">
                  <c:v>2.0426470860862387</c:v>
                </c:pt>
                <c:pt idx="1999">
                  <c:v>2.0771559800924213</c:v>
                </c:pt>
                <c:pt idx="2000">
                  <c:v>2.0609588223454933</c:v>
                </c:pt>
                <c:pt idx="2001">
                  <c:v>2.0674623613872831</c:v>
                </c:pt>
                <c:pt idx="2002">
                  <c:v>2.0401403990101503</c:v>
                </c:pt>
                <c:pt idx="2003">
                  <c:v>2.039429777103146</c:v>
                </c:pt>
                <c:pt idx="2004">
                  <c:v>2.0363430173759856</c:v>
                </c:pt>
                <c:pt idx="2005">
                  <c:v>2.0339854332860523</c:v>
                </c:pt>
                <c:pt idx="2006">
                  <c:v>2.0415726569817552</c:v>
                </c:pt>
                <c:pt idx="2007">
                  <c:v>2.0345269281010765</c:v>
                </c:pt>
                <c:pt idx="2008">
                  <c:v>2.0712141518662692</c:v>
                </c:pt>
                <c:pt idx="2009">
                  <c:v>2.0803892878103829</c:v>
                </c:pt>
                <c:pt idx="2010">
                  <c:v>2.0960805349344027</c:v>
                </c:pt>
                <c:pt idx="2011">
                  <c:v>2.0999452370900844</c:v>
                </c:pt>
                <c:pt idx="2012">
                  <c:v>2.1070642830276878</c:v>
                </c:pt>
                <c:pt idx="2013">
                  <c:v>2.1405667937994926</c:v>
                </c:pt>
                <c:pt idx="2014">
                  <c:v>2.1372033917400755</c:v>
                </c:pt>
                <c:pt idx="2015">
                  <c:v>2.1127471997142147</c:v>
                </c:pt>
                <c:pt idx="2016">
                  <c:v>2.1264350547441477</c:v>
                </c:pt>
                <c:pt idx="2017">
                  <c:v>2.1198564897616397</c:v>
                </c:pt>
                <c:pt idx="2018">
                  <c:v>2.0919341799037987</c:v>
                </c:pt>
                <c:pt idx="2019">
                  <c:v>2.0904891369691958</c:v>
                </c:pt>
                <c:pt idx="2020">
                  <c:v>2.0904104382167259</c:v>
                </c:pt>
                <c:pt idx="2021">
                  <c:v>2.0885063508738431</c:v>
                </c:pt>
                <c:pt idx="2022">
                  <c:v>2.0677439125745174</c:v>
                </c:pt>
                <c:pt idx="2023">
                  <c:v>2.0607617940455181</c:v>
                </c:pt>
                <c:pt idx="2024">
                  <c:v>2.1052329664686371</c:v>
                </c:pt>
                <c:pt idx="2025">
                  <c:v>2.1025569091565148</c:v>
                </c:pt>
                <c:pt idx="2026">
                  <c:v>2.1037936267071333</c:v>
                </c:pt>
                <c:pt idx="2027">
                  <c:v>2.1210382817030005</c:v>
                </c:pt>
                <c:pt idx="2028">
                  <c:v>2.1076104037040526</c:v>
                </c:pt>
                <c:pt idx="2029">
                  <c:v>2.0747176646163248</c:v>
                </c:pt>
                <c:pt idx="2030">
                  <c:v>2.0624485888640671</c:v>
                </c:pt>
                <c:pt idx="2031">
                  <c:v>2.03153274505057</c:v>
                </c:pt>
                <c:pt idx="2032">
                  <c:v>2.0271084939069155</c:v>
                </c:pt>
                <c:pt idx="2033">
                  <c:v>2.0224461326537861</c:v>
                </c:pt>
                <c:pt idx="2034">
                  <c:v>2.0237659289063004</c:v>
                </c:pt>
                <c:pt idx="2035">
                  <c:v>2.0206594830393159</c:v>
                </c:pt>
                <c:pt idx="2036">
                  <c:v>2.0112670633223608</c:v>
                </c:pt>
                <c:pt idx="2037">
                  <c:v>2.0140579027281937</c:v>
                </c:pt>
                <c:pt idx="2038">
                  <c:v>2.0066094180728316</c:v>
                </c:pt>
                <c:pt idx="2039">
                  <c:v>1.9988934179088089</c:v>
                </c:pt>
                <c:pt idx="2040">
                  <c:v>1.9898880111130277</c:v>
                </c:pt>
                <c:pt idx="2041">
                  <c:v>1.991244914551294</c:v>
                </c:pt>
                <c:pt idx="2042">
                  <c:v>2.0222757401485354</c:v>
                </c:pt>
                <c:pt idx="2043">
                  <c:v>2.0209799048614654</c:v>
                </c:pt>
                <c:pt idx="2044">
                  <c:v>2.0203229491923453</c:v>
                </c:pt>
                <c:pt idx="2045">
                  <c:v>2.0152468510317041</c:v>
                </c:pt>
                <c:pt idx="2046">
                  <c:v>2.0346424228897781</c:v>
                </c:pt>
                <c:pt idx="2047">
                  <c:v>2.0402209841449523</c:v>
                </c:pt>
                <c:pt idx="2048">
                  <c:v>2.0505558891274194</c:v>
                </c:pt>
                <c:pt idx="2049">
                  <c:v>2.0094813269373364</c:v>
                </c:pt>
                <c:pt idx="2050">
                  <c:v>2.0219694374053847</c:v>
                </c:pt>
                <c:pt idx="2051">
                  <c:v>2.0123430081278633</c:v>
                </c:pt>
                <c:pt idx="2052">
                  <c:v>2.0291702069428856</c:v>
                </c:pt>
                <c:pt idx="2053">
                  <c:v>2.0458239548523864</c:v>
                </c:pt>
                <c:pt idx="2054">
                  <c:v>2.0536808646645208</c:v>
                </c:pt>
                <c:pt idx="2055">
                  <c:v>2.1283065716452394</c:v>
                </c:pt>
                <c:pt idx="2056">
                  <c:v>2.1174383650007353</c:v>
                </c:pt>
                <c:pt idx="2057">
                  <c:v>2.1455903455460792</c:v>
                </c:pt>
                <c:pt idx="2058">
                  <c:v>2.1450832490699079</c:v>
                </c:pt>
                <c:pt idx="2059">
                  <c:v>2.1335566588901509</c:v>
                </c:pt>
                <c:pt idx="2060">
                  <c:v>2.1654720572774235</c:v>
                </c:pt>
                <c:pt idx="2061">
                  <c:v>2.1794178204898413</c:v>
                </c:pt>
                <c:pt idx="2062">
                  <c:v>2.1716804541382491</c:v>
                </c:pt>
                <c:pt idx="2063">
                  <c:v>2.1589115295708083</c:v>
                </c:pt>
                <c:pt idx="2064">
                  <c:v>2.1521700880238774</c:v>
                </c:pt>
                <c:pt idx="2065">
                  <c:v>2.1528801945367046</c:v>
                </c:pt>
                <c:pt idx="2066">
                  <c:v>2.1696071207618322</c:v>
                </c:pt>
                <c:pt idx="2067">
                  <c:v>2.1680014142847348</c:v>
                </c:pt>
                <c:pt idx="2068">
                  <c:v>2.1633102258783548</c:v>
                </c:pt>
                <c:pt idx="2069">
                  <c:v>2.1940273299400066</c:v>
                </c:pt>
                <c:pt idx="2070">
                  <c:v>2.1669848490869481</c:v>
                </c:pt>
                <c:pt idx="2071">
                  <c:v>2.1655071450493431</c:v>
                </c:pt>
                <c:pt idx="2072">
                  <c:v>2.1242172810652522</c:v>
                </c:pt>
                <c:pt idx="2073">
                  <c:v>2.1270191026436516</c:v>
                </c:pt>
                <c:pt idx="2074">
                  <c:v>2.1223760157492522</c:v>
                </c:pt>
                <c:pt idx="2075">
                  <c:v>2.1181853798702992</c:v>
                </c:pt>
                <c:pt idx="2076">
                  <c:v>2.0838324013652665</c:v>
                </c:pt>
                <c:pt idx="2077">
                  <c:v>2.0735264384676992</c:v>
                </c:pt>
                <c:pt idx="2078">
                  <c:v>2.0761768262614377</c:v>
                </c:pt>
                <c:pt idx="2079">
                  <c:v>2.0882269533698379</c:v>
                </c:pt>
                <c:pt idx="2080">
                  <c:v>2.0922864804938071</c:v>
                </c:pt>
                <c:pt idx="2081">
                  <c:v>2.0941202740987825</c:v>
                </c:pt>
                <c:pt idx="2082">
                  <c:v>2.0819305978123772</c:v>
                </c:pt>
                <c:pt idx="2083">
                  <c:v>2.0487762188064131</c:v>
                </c:pt>
                <c:pt idx="2084">
                  <c:v>2.042074080212132</c:v>
                </c:pt>
                <c:pt idx="2085">
                  <c:v>2.0449360367346174</c:v>
                </c:pt>
                <c:pt idx="2086">
                  <c:v>2.0430782735180499</c:v>
                </c:pt>
                <c:pt idx="2087">
                  <c:v>2.0443962540196519</c:v>
                </c:pt>
                <c:pt idx="2088">
                  <c:v>2.0415506270916213</c:v>
                </c:pt>
                <c:pt idx="2089">
                  <c:v>2.0239333488689808</c:v>
                </c:pt>
                <c:pt idx="2090">
                  <c:v>2.0250253730206196</c:v>
                </c:pt>
                <c:pt idx="2091">
                  <c:v>2.0260520169327001</c:v>
                </c:pt>
                <c:pt idx="2092">
                  <c:v>2.035098949007855</c:v>
                </c:pt>
                <c:pt idx="2093">
                  <c:v>2.062471603816447</c:v>
                </c:pt>
                <c:pt idx="2094">
                  <c:v>2.0443696879264532</c:v>
                </c:pt>
                <c:pt idx="2095">
                  <c:v>2.0450042562326605</c:v>
                </c:pt>
                <c:pt idx="2096">
                  <c:v>2.0914454235934357</c:v>
                </c:pt>
                <c:pt idx="2097">
                  <c:v>2.0975233993104148</c:v>
                </c:pt>
                <c:pt idx="2098">
                  <c:v>2.0879193105228184</c:v>
                </c:pt>
                <c:pt idx="2099">
                  <c:v>2.0621285069197173</c:v>
                </c:pt>
                <c:pt idx="2100">
                  <c:v>2.0542905879468862</c:v>
                </c:pt>
                <c:pt idx="2101">
                  <c:v>2.0540217359858826</c:v>
                </c:pt>
                <c:pt idx="2102">
                  <c:v>2.042319574237665</c:v>
                </c:pt>
                <c:pt idx="2103">
                  <c:v>2.0620097713803256</c:v>
                </c:pt>
                <c:pt idx="2104">
                  <c:v>2.0678030377689756</c:v>
                </c:pt>
                <c:pt idx="2105">
                  <c:v>2.0363449184831586</c:v>
                </c:pt>
                <c:pt idx="2106">
                  <c:v>2.0357451791285213</c:v>
                </c:pt>
                <c:pt idx="2107">
                  <c:v>2.0246132271110917</c:v>
                </c:pt>
                <c:pt idx="2108">
                  <c:v>2.0446662513773548</c:v>
                </c:pt>
                <c:pt idx="2109">
                  <c:v>2.0453500796745656</c:v>
                </c:pt>
                <c:pt idx="2110">
                  <c:v>2.0508490025227895</c:v>
                </c:pt>
                <c:pt idx="2111">
                  <c:v>2.086951235101</c:v>
                </c:pt>
                <c:pt idx="2112">
                  <c:v>2.07594268406769</c:v>
                </c:pt>
                <c:pt idx="2113">
                  <c:v>2.0972178673450261</c:v>
                </c:pt>
                <c:pt idx="2114">
                  <c:v>2.1015441323476942</c:v>
                </c:pt>
                <c:pt idx="2115">
                  <c:v>2.1249423092585724</c:v>
                </c:pt>
                <c:pt idx="2116">
                  <c:v>2.1789986518827895</c:v>
                </c:pt>
                <c:pt idx="2117">
                  <c:v>2.2164309243411724</c:v>
                </c:pt>
                <c:pt idx="2118">
                  <c:v>2.2298868190859213</c:v>
                </c:pt>
                <c:pt idx="2119">
                  <c:v>2.2237666024793432</c:v>
                </c:pt>
                <c:pt idx="2120">
                  <c:v>2.1961554138656401</c:v>
                </c:pt>
                <c:pt idx="2121">
                  <c:v>2.1895694689897471</c:v>
                </c:pt>
                <c:pt idx="2122">
                  <c:v>2.2142793209625173</c:v>
                </c:pt>
                <c:pt idx="2123">
                  <c:v>2.1914686296502293</c:v>
                </c:pt>
                <c:pt idx="2124">
                  <c:v>2.1997714802183466</c:v>
                </c:pt>
                <c:pt idx="2125">
                  <c:v>2.1857018038230041</c:v>
                </c:pt>
                <c:pt idx="2126">
                  <c:v>2.1550453448932743</c:v>
                </c:pt>
                <c:pt idx="2127">
                  <c:v>2.1505959875961613</c:v>
                </c:pt>
                <c:pt idx="2128">
                  <c:v>2.1699081793887864</c:v>
                </c:pt>
                <c:pt idx="2129">
                  <c:v>2.1703137417273273</c:v>
                </c:pt>
                <c:pt idx="2130">
                  <c:v>2.2092813821504023</c:v>
                </c:pt>
                <c:pt idx="2131">
                  <c:v>2.1941782867232753</c:v>
                </c:pt>
                <c:pt idx="2132">
                  <c:v>2.1722605230053222</c:v>
                </c:pt>
                <c:pt idx="2133">
                  <c:v>2.1831804365880148</c:v>
                </c:pt>
                <c:pt idx="2134">
                  <c:v>2.13602257751123</c:v>
                </c:pt>
                <c:pt idx="2135">
                  <c:v>2.1340321791756769</c:v>
                </c:pt>
                <c:pt idx="2136">
                  <c:v>2.1405440172934429</c:v>
                </c:pt>
                <c:pt idx="2137">
                  <c:v>2.107614715562621</c:v>
                </c:pt>
                <c:pt idx="2138">
                  <c:v>2.0824487152510489</c:v>
                </c:pt>
                <c:pt idx="2139">
                  <c:v>2.0721488307455624</c:v>
                </c:pt>
                <c:pt idx="2140">
                  <c:v>2.0556994613513915</c:v>
                </c:pt>
                <c:pt idx="2141">
                  <c:v>2.0437600073975672</c:v>
                </c:pt>
                <c:pt idx="2142">
                  <c:v>2.0266360012385514</c:v>
                </c:pt>
                <c:pt idx="2143">
                  <c:v>2.0168139499881756</c:v>
                </c:pt>
                <c:pt idx="2144">
                  <c:v>2.0186952220497876</c:v>
                </c:pt>
                <c:pt idx="2145">
                  <c:v>2.0076881235240673</c:v>
                </c:pt>
                <c:pt idx="2146">
                  <c:v>1.9935205506212246</c:v>
                </c:pt>
                <c:pt idx="2147">
                  <c:v>1.982155438443979</c:v>
                </c:pt>
                <c:pt idx="2148">
                  <c:v>1.9802245251791659</c:v>
                </c:pt>
                <c:pt idx="2149">
                  <c:v>1.9706109085227346</c:v>
                </c:pt>
                <c:pt idx="2150">
                  <c:v>1.9952495581542324</c:v>
                </c:pt>
                <c:pt idx="2151">
                  <c:v>1.9912001542602442</c:v>
                </c:pt>
                <c:pt idx="2152">
                  <c:v>2.0168270856763137</c:v>
                </c:pt>
                <c:pt idx="2153">
                  <c:v>1.999595914230895</c:v>
                </c:pt>
                <c:pt idx="2154">
                  <c:v>1.992610741218956</c:v>
                </c:pt>
                <c:pt idx="2155">
                  <c:v>2.0360420767371412</c:v>
                </c:pt>
                <c:pt idx="2156">
                  <c:v>2.0442257331621443</c:v>
                </c:pt>
                <c:pt idx="2157">
                  <c:v>2.0408991088117103</c:v>
                </c:pt>
                <c:pt idx="2158">
                  <c:v>2.0114349960929121</c:v>
                </c:pt>
                <c:pt idx="2159">
                  <c:v>2.0301151878898795</c:v>
                </c:pt>
                <c:pt idx="2160">
                  <c:v>2.0101993350115377</c:v>
                </c:pt>
                <c:pt idx="2161">
                  <c:v>1.9881434931673199</c:v>
                </c:pt>
                <c:pt idx="2162">
                  <c:v>1.9868652807712812</c:v>
                </c:pt>
                <c:pt idx="2163">
                  <c:v>1.9724752894503266</c:v>
                </c:pt>
                <c:pt idx="2164">
                  <c:v>1.9773824814689909</c:v>
                </c:pt>
                <c:pt idx="2165">
                  <c:v>1.9971426094962113</c:v>
                </c:pt>
                <c:pt idx="2166">
                  <c:v>1.9898500857018597</c:v>
                </c:pt>
                <c:pt idx="2167">
                  <c:v>1.9643807028009046</c:v>
                </c:pt>
                <c:pt idx="2168">
                  <c:v>1.9725210951858716</c:v>
                </c:pt>
                <c:pt idx="2169">
                  <c:v>1.969160960939162</c:v>
                </c:pt>
                <c:pt idx="2170">
                  <c:v>1.9665939518310469</c:v>
                </c:pt>
                <c:pt idx="2171">
                  <c:v>1.961704045539669</c:v>
                </c:pt>
                <c:pt idx="2172">
                  <c:v>1.9632236677276305</c:v>
                </c:pt>
                <c:pt idx="2173">
                  <c:v>1.9774684441943498</c:v>
                </c:pt>
                <c:pt idx="2174">
                  <c:v>1.9754158063344809</c:v>
                </c:pt>
                <c:pt idx="2175">
                  <c:v>1.9577676821726631</c:v>
                </c:pt>
                <c:pt idx="2176">
                  <c:v>1.9312818026827965</c:v>
                </c:pt>
                <c:pt idx="2177">
                  <c:v>1.9202938283196009</c:v>
                </c:pt>
                <c:pt idx="2178">
                  <c:v>1.9199922260964284</c:v>
                </c:pt>
                <c:pt idx="2179">
                  <c:v>1.9214568287428377</c:v>
                </c:pt>
                <c:pt idx="2180">
                  <c:v>1.9298058593358092</c:v>
                </c:pt>
                <c:pt idx="2181">
                  <c:v>1.9447681685387277</c:v>
                </c:pt>
                <c:pt idx="2182">
                  <c:v>1.9270808634789749</c:v>
                </c:pt>
                <c:pt idx="2183">
                  <c:v>1.9425765852945684</c:v>
                </c:pt>
                <c:pt idx="2184">
                  <c:v>1.9259190323099664</c:v>
                </c:pt>
                <c:pt idx="2185">
                  <c:v>1.9055852771466142</c:v>
                </c:pt>
                <c:pt idx="2186">
                  <c:v>1.9066504775987494</c:v>
                </c:pt>
                <c:pt idx="2187">
                  <c:v>1.9128042473436389</c:v>
                </c:pt>
                <c:pt idx="2188">
                  <c:v>1.9384434809199904</c:v>
                </c:pt>
                <c:pt idx="2189">
                  <c:v>1.9648487790866882</c:v>
                </c:pt>
                <c:pt idx="2190">
                  <c:v>1.9572622955619461</c:v>
                </c:pt>
                <c:pt idx="2191">
                  <c:v>1.939314486450364</c:v>
                </c:pt>
                <c:pt idx="2192">
                  <c:v>1.9419085261380764</c:v>
                </c:pt>
                <c:pt idx="2193">
                  <c:v>1.935659327243243</c:v>
                </c:pt>
                <c:pt idx="2194">
                  <c:v>1.9465414368373148</c:v>
                </c:pt>
                <c:pt idx="2195">
                  <c:v>1.9770025418604114</c:v>
                </c:pt>
                <c:pt idx="2196">
                  <c:v>1.9727113945414254</c:v>
                </c:pt>
                <c:pt idx="2197">
                  <c:v>1.9816519080153048</c:v>
                </c:pt>
                <c:pt idx="2198">
                  <c:v>1.9963531873928644</c:v>
                </c:pt>
                <c:pt idx="2199">
                  <c:v>2.0025792458636804</c:v>
                </c:pt>
                <c:pt idx="2200">
                  <c:v>1.979164668847736</c:v>
                </c:pt>
                <c:pt idx="2201">
                  <c:v>1.9691165357487104</c:v>
                </c:pt>
                <c:pt idx="2202">
                  <c:v>1.9604608918549378</c:v>
                </c:pt>
                <c:pt idx="2203">
                  <c:v>1.9541299575903315</c:v>
                </c:pt>
                <c:pt idx="2204">
                  <c:v>1.9232743653316016</c:v>
                </c:pt>
                <c:pt idx="2205">
                  <c:v>1.8935927624823339</c:v>
                </c:pt>
                <c:pt idx="2206">
                  <c:v>1.8961804554419184</c:v>
                </c:pt>
                <c:pt idx="2207">
                  <c:v>1.8703506475453806</c:v>
                </c:pt>
                <c:pt idx="2208">
                  <c:v>1.8720545935964299</c:v>
                </c:pt>
                <c:pt idx="2209">
                  <c:v>1.8721686240543418</c:v>
                </c:pt>
                <c:pt idx="2210">
                  <c:v>1.8672434249079939</c:v>
                </c:pt>
                <c:pt idx="2211">
                  <c:v>1.8703687963596087</c:v>
                </c:pt>
                <c:pt idx="2212">
                  <c:v>1.8820723898116971</c:v>
                </c:pt>
                <c:pt idx="2213">
                  <c:v>1.8762097169364453</c:v>
                </c:pt>
                <c:pt idx="2214">
                  <c:v>1.8705164158725733</c:v>
                </c:pt>
                <c:pt idx="2215">
                  <c:v>1.8792067376889154</c:v>
                </c:pt>
                <c:pt idx="2216">
                  <c:v>1.8995849372564513</c:v>
                </c:pt>
                <c:pt idx="2217">
                  <c:v>1.8979370232717607</c:v>
                </c:pt>
                <c:pt idx="2218">
                  <c:v>1.9124392827215559</c:v>
                </c:pt>
                <c:pt idx="2219">
                  <c:v>1.8964961024898452</c:v>
                </c:pt>
                <c:pt idx="2220">
                  <c:v>1.9079244192439448</c:v>
                </c:pt>
                <c:pt idx="2221">
                  <c:v>1.8797575756956626</c:v>
                </c:pt>
                <c:pt idx="2222">
                  <c:v>1.8660253358826766</c:v>
                </c:pt>
                <c:pt idx="2223">
                  <c:v>1.8505337463908649</c:v>
                </c:pt>
                <c:pt idx="2224">
                  <c:v>1.8441240860109318</c:v>
                </c:pt>
                <c:pt idx="2225">
                  <c:v>1.854427847079428</c:v>
                </c:pt>
                <c:pt idx="2226">
                  <c:v>1.8394172574494034</c:v>
                </c:pt>
                <c:pt idx="2227">
                  <c:v>1.8376024722387527</c:v>
                </c:pt>
                <c:pt idx="2228">
                  <c:v>1.8269794609196914</c:v>
                </c:pt>
                <c:pt idx="2229">
                  <c:v>1.8454142576591932</c:v>
                </c:pt>
                <c:pt idx="2230">
                  <c:v>1.8260989198166697</c:v>
                </c:pt>
                <c:pt idx="2231">
                  <c:v>1.8457891488868612</c:v>
                </c:pt>
                <c:pt idx="2232">
                  <c:v>1.8989639856488993</c:v>
                </c:pt>
                <c:pt idx="2233">
                  <c:v>1.8924237133990651</c:v>
                </c:pt>
                <c:pt idx="2234">
                  <c:v>1.9263733518241661</c:v>
                </c:pt>
                <c:pt idx="2235">
                  <c:v>1.9511813105728202</c:v>
                </c:pt>
                <c:pt idx="2236">
                  <c:v>1.9480853201912809</c:v>
                </c:pt>
                <c:pt idx="2237">
                  <c:v>1.9131704422406548</c:v>
                </c:pt>
                <c:pt idx="2238">
                  <c:v>1.9054111667455966</c:v>
                </c:pt>
                <c:pt idx="2239">
                  <c:v>1.8573833536688957</c:v>
                </c:pt>
                <c:pt idx="2240">
                  <c:v>1.8709196560433938</c:v>
                </c:pt>
                <c:pt idx="2241">
                  <c:v>1.8820955810271238</c:v>
                </c:pt>
                <c:pt idx="2242">
                  <c:v>1.8656223304171247</c:v>
                </c:pt>
                <c:pt idx="2243">
                  <c:v>1.8539041854804272</c:v>
                </c:pt>
                <c:pt idx="2244">
                  <c:v>1.8574829781649924</c:v>
                </c:pt>
                <c:pt idx="2245">
                  <c:v>1.8470511673587697</c:v>
                </c:pt>
                <c:pt idx="2246">
                  <c:v>1.8488159968871298</c:v>
                </c:pt>
                <c:pt idx="2247">
                  <c:v>1.8761099508559245</c:v>
                </c:pt>
                <c:pt idx="2248">
                  <c:v>1.8731652455357779</c:v>
                </c:pt>
                <c:pt idx="2249">
                  <c:v>1.8827045550724557</c:v>
                </c:pt>
                <c:pt idx="2250">
                  <c:v>1.9073704912917266</c:v>
                </c:pt>
                <c:pt idx="2251">
                  <c:v>1.9804436300850961</c:v>
                </c:pt>
                <c:pt idx="2252">
                  <c:v>1.9585836457989945</c:v>
                </c:pt>
                <c:pt idx="2253">
                  <c:v>1.9877358812101651</c:v>
                </c:pt>
                <c:pt idx="2254">
                  <c:v>2.0078906937610528</c:v>
                </c:pt>
                <c:pt idx="2255">
                  <c:v>2.0784181378390896</c:v>
                </c:pt>
                <c:pt idx="2256">
                  <c:v>2.0584594254250979</c:v>
                </c:pt>
                <c:pt idx="2257">
                  <c:v>2.0484142666667862</c:v>
                </c:pt>
                <c:pt idx="2258">
                  <c:v>1.9984158101685325</c:v>
                </c:pt>
                <c:pt idx="2259">
                  <c:v>1.9754756818789101</c:v>
                </c:pt>
                <c:pt idx="2260">
                  <c:v>2.020434369152968</c:v>
                </c:pt>
                <c:pt idx="2261">
                  <c:v>2.118787040119491</c:v>
                </c:pt>
                <c:pt idx="2262">
                  <c:v>2.1043463852581414</c:v>
                </c:pt>
                <c:pt idx="2263">
                  <c:v>2.1754436335706813</c:v>
                </c:pt>
                <c:pt idx="2264">
                  <c:v>2.2761894151401063</c:v>
                </c:pt>
                <c:pt idx="2265">
                  <c:v>2.2999999999999998</c:v>
                </c:pt>
                <c:pt idx="2266">
                  <c:v>2.2999999999999998</c:v>
                </c:pt>
                <c:pt idx="2267">
                  <c:v>2.2999999999999998</c:v>
                </c:pt>
                <c:pt idx="2268">
                  <c:v>2.2999999999999998</c:v>
                </c:pt>
                <c:pt idx="2269">
                  <c:v>2.2999999999999998</c:v>
                </c:pt>
                <c:pt idx="2270">
                  <c:v>2.2999999999999998</c:v>
                </c:pt>
                <c:pt idx="2271">
                  <c:v>2.2999999999999998</c:v>
                </c:pt>
                <c:pt idx="2272">
                  <c:v>2.2999999999999998</c:v>
                </c:pt>
                <c:pt idx="2273">
                  <c:v>2.2999999999999998</c:v>
                </c:pt>
                <c:pt idx="2274">
                  <c:v>2.2999999999999998</c:v>
                </c:pt>
                <c:pt idx="2275">
                  <c:v>2.2999999999999998</c:v>
                </c:pt>
                <c:pt idx="2276">
                  <c:v>2.2999999999999998</c:v>
                </c:pt>
                <c:pt idx="2277">
                  <c:v>2.2999999999999998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89E-48C3-9F49-028D9C76F5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12157887"/>
        <c:axId val="612147087"/>
      </c:lineChart>
      <c:lineChart>
        <c:grouping val="standard"/>
        <c:varyColors val="0"/>
        <c:ser>
          <c:idx val="3"/>
          <c:order val="3"/>
          <c:tx>
            <c:strRef>
              <c:f>Sheet2!$O$2734</c:f>
              <c:strCache>
                <c:ptCount val="1"/>
                <c:pt idx="0">
                  <c:v>KOSPI200</c:v>
                </c:pt>
              </c:strCache>
            </c:strRef>
          </c:tx>
          <c:spPr>
            <a:ln w="25400" cap="rnd">
              <a:solidFill>
                <a:schemeClr val="accent4"/>
              </a:solidFill>
              <a:prstDash val="sysDot"/>
              <a:round/>
            </a:ln>
            <a:effectLst/>
          </c:spPr>
          <c:marker>
            <c:symbol val="none"/>
          </c:marker>
          <c:cat>
            <c:numRef>
              <c:f>Sheet2!$I$2735:$I$5012</c:f>
              <c:numCache>
                <c:formatCode>m/d/yyyy</c:formatCode>
                <c:ptCount val="2278"/>
                <c:pt idx="0">
                  <c:v>40542</c:v>
                </c:pt>
                <c:pt idx="1">
                  <c:v>40546</c:v>
                </c:pt>
                <c:pt idx="2">
                  <c:v>40547</c:v>
                </c:pt>
                <c:pt idx="3">
                  <c:v>40548</c:v>
                </c:pt>
                <c:pt idx="4">
                  <c:v>40549</c:v>
                </c:pt>
                <c:pt idx="5">
                  <c:v>40550</c:v>
                </c:pt>
                <c:pt idx="6">
                  <c:v>40553</c:v>
                </c:pt>
                <c:pt idx="7">
                  <c:v>40554</c:v>
                </c:pt>
                <c:pt idx="8">
                  <c:v>40555</c:v>
                </c:pt>
                <c:pt idx="9">
                  <c:v>40556</c:v>
                </c:pt>
                <c:pt idx="10">
                  <c:v>40557</c:v>
                </c:pt>
                <c:pt idx="11">
                  <c:v>40560</c:v>
                </c:pt>
                <c:pt idx="12">
                  <c:v>40561</c:v>
                </c:pt>
                <c:pt idx="13">
                  <c:v>40562</c:v>
                </c:pt>
                <c:pt idx="14">
                  <c:v>40563</c:v>
                </c:pt>
                <c:pt idx="15">
                  <c:v>40564</c:v>
                </c:pt>
                <c:pt idx="16">
                  <c:v>40567</c:v>
                </c:pt>
                <c:pt idx="17">
                  <c:v>40568</c:v>
                </c:pt>
                <c:pt idx="18">
                  <c:v>40569</c:v>
                </c:pt>
                <c:pt idx="19">
                  <c:v>40570</c:v>
                </c:pt>
                <c:pt idx="20">
                  <c:v>40571</c:v>
                </c:pt>
                <c:pt idx="21">
                  <c:v>40574</c:v>
                </c:pt>
                <c:pt idx="22">
                  <c:v>40575</c:v>
                </c:pt>
                <c:pt idx="23">
                  <c:v>40581</c:v>
                </c:pt>
                <c:pt idx="24">
                  <c:v>40582</c:v>
                </c:pt>
                <c:pt idx="25">
                  <c:v>40583</c:v>
                </c:pt>
                <c:pt idx="26">
                  <c:v>40584</c:v>
                </c:pt>
                <c:pt idx="27">
                  <c:v>40585</c:v>
                </c:pt>
                <c:pt idx="28">
                  <c:v>40588</c:v>
                </c:pt>
                <c:pt idx="29">
                  <c:v>40589</c:v>
                </c:pt>
                <c:pt idx="30">
                  <c:v>40590</c:v>
                </c:pt>
                <c:pt idx="31">
                  <c:v>40591</c:v>
                </c:pt>
                <c:pt idx="32">
                  <c:v>40592</c:v>
                </c:pt>
                <c:pt idx="33">
                  <c:v>40595</c:v>
                </c:pt>
                <c:pt idx="34">
                  <c:v>40596</c:v>
                </c:pt>
                <c:pt idx="35">
                  <c:v>40597</c:v>
                </c:pt>
                <c:pt idx="36">
                  <c:v>40598</c:v>
                </c:pt>
                <c:pt idx="37">
                  <c:v>40599</c:v>
                </c:pt>
                <c:pt idx="38">
                  <c:v>40602</c:v>
                </c:pt>
                <c:pt idx="39">
                  <c:v>40604</c:v>
                </c:pt>
                <c:pt idx="40">
                  <c:v>40605</c:v>
                </c:pt>
                <c:pt idx="41">
                  <c:v>40606</c:v>
                </c:pt>
                <c:pt idx="42">
                  <c:v>40609</c:v>
                </c:pt>
                <c:pt idx="43">
                  <c:v>40610</c:v>
                </c:pt>
                <c:pt idx="44">
                  <c:v>40611</c:v>
                </c:pt>
                <c:pt idx="45">
                  <c:v>40612</c:v>
                </c:pt>
                <c:pt idx="46">
                  <c:v>40613</c:v>
                </c:pt>
                <c:pt idx="47">
                  <c:v>40616</c:v>
                </c:pt>
                <c:pt idx="48">
                  <c:v>40617</c:v>
                </c:pt>
                <c:pt idx="49">
                  <c:v>40618</c:v>
                </c:pt>
                <c:pt idx="50">
                  <c:v>40619</c:v>
                </c:pt>
                <c:pt idx="51">
                  <c:v>40620</c:v>
                </c:pt>
                <c:pt idx="52">
                  <c:v>40623</c:v>
                </c:pt>
                <c:pt idx="53">
                  <c:v>40624</c:v>
                </c:pt>
                <c:pt idx="54">
                  <c:v>40625</c:v>
                </c:pt>
                <c:pt idx="55">
                  <c:v>40626</c:v>
                </c:pt>
                <c:pt idx="56">
                  <c:v>40627</c:v>
                </c:pt>
                <c:pt idx="57">
                  <c:v>40630</c:v>
                </c:pt>
                <c:pt idx="58">
                  <c:v>40631</c:v>
                </c:pt>
                <c:pt idx="59">
                  <c:v>40632</c:v>
                </c:pt>
                <c:pt idx="60">
                  <c:v>40633</c:v>
                </c:pt>
                <c:pt idx="61">
                  <c:v>40634</c:v>
                </c:pt>
                <c:pt idx="62">
                  <c:v>40637</c:v>
                </c:pt>
                <c:pt idx="63">
                  <c:v>40638</c:v>
                </c:pt>
                <c:pt idx="64">
                  <c:v>40639</c:v>
                </c:pt>
                <c:pt idx="65">
                  <c:v>40640</c:v>
                </c:pt>
                <c:pt idx="66">
                  <c:v>40641</c:v>
                </c:pt>
                <c:pt idx="67">
                  <c:v>40644</c:v>
                </c:pt>
                <c:pt idx="68">
                  <c:v>40645</c:v>
                </c:pt>
                <c:pt idx="69">
                  <c:v>40646</c:v>
                </c:pt>
                <c:pt idx="70">
                  <c:v>40647</c:v>
                </c:pt>
                <c:pt idx="71">
                  <c:v>40648</c:v>
                </c:pt>
                <c:pt idx="72">
                  <c:v>40651</c:v>
                </c:pt>
                <c:pt idx="73">
                  <c:v>40652</c:v>
                </c:pt>
                <c:pt idx="74">
                  <c:v>40653</c:v>
                </c:pt>
                <c:pt idx="75">
                  <c:v>40654</c:v>
                </c:pt>
                <c:pt idx="76">
                  <c:v>40655</c:v>
                </c:pt>
                <c:pt idx="77">
                  <c:v>40658</c:v>
                </c:pt>
                <c:pt idx="78">
                  <c:v>40659</c:v>
                </c:pt>
                <c:pt idx="79">
                  <c:v>40660</c:v>
                </c:pt>
                <c:pt idx="80">
                  <c:v>40661</c:v>
                </c:pt>
                <c:pt idx="81">
                  <c:v>40662</c:v>
                </c:pt>
                <c:pt idx="82">
                  <c:v>40665</c:v>
                </c:pt>
                <c:pt idx="83">
                  <c:v>40666</c:v>
                </c:pt>
                <c:pt idx="84">
                  <c:v>40667</c:v>
                </c:pt>
                <c:pt idx="85">
                  <c:v>40669</c:v>
                </c:pt>
                <c:pt idx="86">
                  <c:v>40672</c:v>
                </c:pt>
                <c:pt idx="87">
                  <c:v>40674</c:v>
                </c:pt>
                <c:pt idx="88">
                  <c:v>40675</c:v>
                </c:pt>
                <c:pt idx="89">
                  <c:v>40676</c:v>
                </c:pt>
                <c:pt idx="90">
                  <c:v>40679</c:v>
                </c:pt>
                <c:pt idx="91">
                  <c:v>40680</c:v>
                </c:pt>
                <c:pt idx="92">
                  <c:v>40681</c:v>
                </c:pt>
                <c:pt idx="93">
                  <c:v>40682</c:v>
                </c:pt>
                <c:pt idx="94">
                  <c:v>40683</c:v>
                </c:pt>
                <c:pt idx="95">
                  <c:v>40686</c:v>
                </c:pt>
                <c:pt idx="96">
                  <c:v>40687</c:v>
                </c:pt>
                <c:pt idx="97">
                  <c:v>40688</c:v>
                </c:pt>
                <c:pt idx="98">
                  <c:v>40689</c:v>
                </c:pt>
                <c:pt idx="99">
                  <c:v>40690</c:v>
                </c:pt>
                <c:pt idx="100">
                  <c:v>40693</c:v>
                </c:pt>
                <c:pt idx="101">
                  <c:v>40694</c:v>
                </c:pt>
                <c:pt idx="102">
                  <c:v>40695</c:v>
                </c:pt>
                <c:pt idx="103">
                  <c:v>40696</c:v>
                </c:pt>
                <c:pt idx="104">
                  <c:v>40697</c:v>
                </c:pt>
                <c:pt idx="105">
                  <c:v>40701</c:v>
                </c:pt>
                <c:pt idx="106">
                  <c:v>40702</c:v>
                </c:pt>
                <c:pt idx="107">
                  <c:v>40703</c:v>
                </c:pt>
                <c:pt idx="108">
                  <c:v>40704</c:v>
                </c:pt>
                <c:pt idx="109">
                  <c:v>40707</c:v>
                </c:pt>
                <c:pt idx="110">
                  <c:v>40708</c:v>
                </c:pt>
                <c:pt idx="111">
                  <c:v>40709</c:v>
                </c:pt>
                <c:pt idx="112">
                  <c:v>40710</c:v>
                </c:pt>
                <c:pt idx="113">
                  <c:v>40711</c:v>
                </c:pt>
                <c:pt idx="114">
                  <c:v>40714</c:v>
                </c:pt>
                <c:pt idx="115">
                  <c:v>40715</c:v>
                </c:pt>
                <c:pt idx="116">
                  <c:v>40716</c:v>
                </c:pt>
                <c:pt idx="117">
                  <c:v>40717</c:v>
                </c:pt>
                <c:pt idx="118">
                  <c:v>40718</c:v>
                </c:pt>
                <c:pt idx="119">
                  <c:v>40721</c:v>
                </c:pt>
                <c:pt idx="120">
                  <c:v>40722</c:v>
                </c:pt>
                <c:pt idx="121">
                  <c:v>40723</c:v>
                </c:pt>
                <c:pt idx="122">
                  <c:v>40724</c:v>
                </c:pt>
                <c:pt idx="123">
                  <c:v>40725</c:v>
                </c:pt>
                <c:pt idx="124">
                  <c:v>40728</c:v>
                </c:pt>
                <c:pt idx="125">
                  <c:v>40729</c:v>
                </c:pt>
                <c:pt idx="126">
                  <c:v>40730</c:v>
                </c:pt>
                <c:pt idx="127">
                  <c:v>40731</c:v>
                </c:pt>
                <c:pt idx="128">
                  <c:v>40732</c:v>
                </c:pt>
                <c:pt idx="129">
                  <c:v>40735</c:v>
                </c:pt>
                <c:pt idx="130">
                  <c:v>40736</c:v>
                </c:pt>
                <c:pt idx="131">
                  <c:v>40737</c:v>
                </c:pt>
                <c:pt idx="132">
                  <c:v>40738</c:v>
                </c:pt>
                <c:pt idx="133">
                  <c:v>40739</c:v>
                </c:pt>
                <c:pt idx="134">
                  <c:v>40742</c:v>
                </c:pt>
                <c:pt idx="135">
                  <c:v>40743</c:v>
                </c:pt>
                <c:pt idx="136">
                  <c:v>40744</c:v>
                </c:pt>
                <c:pt idx="137">
                  <c:v>40745</c:v>
                </c:pt>
                <c:pt idx="138">
                  <c:v>40746</c:v>
                </c:pt>
                <c:pt idx="139">
                  <c:v>40749</c:v>
                </c:pt>
                <c:pt idx="140">
                  <c:v>40750</c:v>
                </c:pt>
                <c:pt idx="141">
                  <c:v>40751</c:v>
                </c:pt>
                <c:pt idx="142">
                  <c:v>40752</c:v>
                </c:pt>
                <c:pt idx="143">
                  <c:v>40753</c:v>
                </c:pt>
                <c:pt idx="144">
                  <c:v>40756</c:v>
                </c:pt>
                <c:pt idx="145">
                  <c:v>40757</c:v>
                </c:pt>
                <c:pt idx="146">
                  <c:v>40758</c:v>
                </c:pt>
                <c:pt idx="147">
                  <c:v>40759</c:v>
                </c:pt>
                <c:pt idx="148">
                  <c:v>40760</c:v>
                </c:pt>
                <c:pt idx="149">
                  <c:v>40763</c:v>
                </c:pt>
                <c:pt idx="150">
                  <c:v>40764</c:v>
                </c:pt>
                <c:pt idx="151">
                  <c:v>40765</c:v>
                </c:pt>
                <c:pt idx="152">
                  <c:v>40766</c:v>
                </c:pt>
                <c:pt idx="153">
                  <c:v>40767</c:v>
                </c:pt>
                <c:pt idx="154">
                  <c:v>40771</c:v>
                </c:pt>
                <c:pt idx="155">
                  <c:v>40772</c:v>
                </c:pt>
                <c:pt idx="156">
                  <c:v>40773</c:v>
                </c:pt>
                <c:pt idx="157">
                  <c:v>40774</c:v>
                </c:pt>
                <c:pt idx="158">
                  <c:v>40777</c:v>
                </c:pt>
                <c:pt idx="159">
                  <c:v>40778</c:v>
                </c:pt>
                <c:pt idx="160">
                  <c:v>40779</c:v>
                </c:pt>
                <c:pt idx="161">
                  <c:v>40780</c:v>
                </c:pt>
                <c:pt idx="162">
                  <c:v>40781</c:v>
                </c:pt>
                <c:pt idx="163">
                  <c:v>40784</c:v>
                </c:pt>
                <c:pt idx="164">
                  <c:v>40785</c:v>
                </c:pt>
                <c:pt idx="165">
                  <c:v>40786</c:v>
                </c:pt>
                <c:pt idx="166">
                  <c:v>40787</c:v>
                </c:pt>
                <c:pt idx="167">
                  <c:v>40788</c:v>
                </c:pt>
                <c:pt idx="168">
                  <c:v>40791</c:v>
                </c:pt>
                <c:pt idx="169">
                  <c:v>40792</c:v>
                </c:pt>
                <c:pt idx="170">
                  <c:v>40793</c:v>
                </c:pt>
                <c:pt idx="171">
                  <c:v>40794</c:v>
                </c:pt>
                <c:pt idx="172">
                  <c:v>40795</c:v>
                </c:pt>
                <c:pt idx="173">
                  <c:v>40800</c:v>
                </c:pt>
                <c:pt idx="174">
                  <c:v>40801</c:v>
                </c:pt>
                <c:pt idx="175">
                  <c:v>40802</c:v>
                </c:pt>
                <c:pt idx="176">
                  <c:v>40805</c:v>
                </c:pt>
                <c:pt idx="177">
                  <c:v>40806</c:v>
                </c:pt>
                <c:pt idx="178">
                  <c:v>40807</c:v>
                </c:pt>
                <c:pt idx="179">
                  <c:v>40808</c:v>
                </c:pt>
                <c:pt idx="180">
                  <c:v>40809</c:v>
                </c:pt>
                <c:pt idx="181">
                  <c:v>40812</c:v>
                </c:pt>
                <c:pt idx="182">
                  <c:v>40813</c:v>
                </c:pt>
                <c:pt idx="183">
                  <c:v>40814</c:v>
                </c:pt>
                <c:pt idx="184">
                  <c:v>40815</c:v>
                </c:pt>
                <c:pt idx="185">
                  <c:v>40816</c:v>
                </c:pt>
                <c:pt idx="186">
                  <c:v>40820</c:v>
                </c:pt>
                <c:pt idx="187">
                  <c:v>40821</c:v>
                </c:pt>
                <c:pt idx="188">
                  <c:v>40822</c:v>
                </c:pt>
                <c:pt idx="189">
                  <c:v>40823</c:v>
                </c:pt>
                <c:pt idx="190">
                  <c:v>40826</c:v>
                </c:pt>
                <c:pt idx="191">
                  <c:v>40827</c:v>
                </c:pt>
                <c:pt idx="192">
                  <c:v>40828</c:v>
                </c:pt>
                <c:pt idx="193">
                  <c:v>40829</c:v>
                </c:pt>
                <c:pt idx="194">
                  <c:v>40830</c:v>
                </c:pt>
                <c:pt idx="195">
                  <c:v>40833</c:v>
                </c:pt>
                <c:pt idx="196">
                  <c:v>40834</c:v>
                </c:pt>
                <c:pt idx="197">
                  <c:v>40835</c:v>
                </c:pt>
                <c:pt idx="198">
                  <c:v>40836</c:v>
                </c:pt>
                <c:pt idx="199">
                  <c:v>40837</c:v>
                </c:pt>
                <c:pt idx="200">
                  <c:v>40840</c:v>
                </c:pt>
                <c:pt idx="201">
                  <c:v>40841</c:v>
                </c:pt>
                <c:pt idx="202">
                  <c:v>40842</c:v>
                </c:pt>
                <c:pt idx="203">
                  <c:v>40843</c:v>
                </c:pt>
                <c:pt idx="204">
                  <c:v>40844</c:v>
                </c:pt>
                <c:pt idx="205">
                  <c:v>40847</c:v>
                </c:pt>
                <c:pt idx="206">
                  <c:v>40848</c:v>
                </c:pt>
                <c:pt idx="207">
                  <c:v>40849</c:v>
                </c:pt>
                <c:pt idx="208">
                  <c:v>40850</c:v>
                </c:pt>
                <c:pt idx="209">
                  <c:v>40851</c:v>
                </c:pt>
                <c:pt idx="210">
                  <c:v>40854</c:v>
                </c:pt>
                <c:pt idx="211">
                  <c:v>40855</c:v>
                </c:pt>
                <c:pt idx="212">
                  <c:v>40856</c:v>
                </c:pt>
                <c:pt idx="213">
                  <c:v>40857</c:v>
                </c:pt>
                <c:pt idx="214">
                  <c:v>40858</c:v>
                </c:pt>
                <c:pt idx="215">
                  <c:v>40861</c:v>
                </c:pt>
                <c:pt idx="216">
                  <c:v>40862</c:v>
                </c:pt>
                <c:pt idx="217">
                  <c:v>40863</c:v>
                </c:pt>
                <c:pt idx="218">
                  <c:v>40864</c:v>
                </c:pt>
                <c:pt idx="219">
                  <c:v>40865</c:v>
                </c:pt>
                <c:pt idx="220">
                  <c:v>40868</c:v>
                </c:pt>
                <c:pt idx="221">
                  <c:v>40869</c:v>
                </c:pt>
                <c:pt idx="222">
                  <c:v>40870</c:v>
                </c:pt>
                <c:pt idx="223">
                  <c:v>40871</c:v>
                </c:pt>
                <c:pt idx="224">
                  <c:v>40872</c:v>
                </c:pt>
                <c:pt idx="225">
                  <c:v>40875</c:v>
                </c:pt>
                <c:pt idx="226">
                  <c:v>40876</c:v>
                </c:pt>
                <c:pt idx="227">
                  <c:v>40877</c:v>
                </c:pt>
                <c:pt idx="228">
                  <c:v>40878</c:v>
                </c:pt>
                <c:pt idx="229">
                  <c:v>40879</c:v>
                </c:pt>
                <c:pt idx="230">
                  <c:v>40882</c:v>
                </c:pt>
                <c:pt idx="231">
                  <c:v>40883</c:v>
                </c:pt>
                <c:pt idx="232">
                  <c:v>40884</c:v>
                </c:pt>
                <c:pt idx="233">
                  <c:v>40885</c:v>
                </c:pt>
                <c:pt idx="234">
                  <c:v>40886</c:v>
                </c:pt>
                <c:pt idx="235">
                  <c:v>40889</c:v>
                </c:pt>
                <c:pt idx="236">
                  <c:v>40890</c:v>
                </c:pt>
                <c:pt idx="237">
                  <c:v>40891</c:v>
                </c:pt>
                <c:pt idx="238">
                  <c:v>40892</c:v>
                </c:pt>
                <c:pt idx="239">
                  <c:v>40893</c:v>
                </c:pt>
                <c:pt idx="240">
                  <c:v>40896</c:v>
                </c:pt>
                <c:pt idx="241">
                  <c:v>40897</c:v>
                </c:pt>
                <c:pt idx="242">
                  <c:v>40898</c:v>
                </c:pt>
                <c:pt idx="243">
                  <c:v>40899</c:v>
                </c:pt>
                <c:pt idx="244">
                  <c:v>40900</c:v>
                </c:pt>
                <c:pt idx="245">
                  <c:v>40903</c:v>
                </c:pt>
                <c:pt idx="246">
                  <c:v>40904</c:v>
                </c:pt>
                <c:pt idx="247">
                  <c:v>40905</c:v>
                </c:pt>
                <c:pt idx="248">
                  <c:v>40906</c:v>
                </c:pt>
                <c:pt idx="249">
                  <c:v>40910</c:v>
                </c:pt>
                <c:pt idx="250">
                  <c:v>40911</c:v>
                </c:pt>
                <c:pt idx="251">
                  <c:v>40912</c:v>
                </c:pt>
                <c:pt idx="252">
                  <c:v>40913</c:v>
                </c:pt>
                <c:pt idx="253">
                  <c:v>40914</c:v>
                </c:pt>
                <c:pt idx="254">
                  <c:v>40917</c:v>
                </c:pt>
                <c:pt idx="255">
                  <c:v>40918</c:v>
                </c:pt>
                <c:pt idx="256">
                  <c:v>40919</c:v>
                </c:pt>
                <c:pt idx="257">
                  <c:v>40920</c:v>
                </c:pt>
                <c:pt idx="258">
                  <c:v>40921</c:v>
                </c:pt>
                <c:pt idx="259">
                  <c:v>40924</c:v>
                </c:pt>
                <c:pt idx="260">
                  <c:v>40925</c:v>
                </c:pt>
                <c:pt idx="261">
                  <c:v>40926</c:v>
                </c:pt>
                <c:pt idx="262">
                  <c:v>40927</c:v>
                </c:pt>
                <c:pt idx="263">
                  <c:v>40928</c:v>
                </c:pt>
                <c:pt idx="264">
                  <c:v>40933</c:v>
                </c:pt>
                <c:pt idx="265">
                  <c:v>40934</c:v>
                </c:pt>
                <c:pt idx="266">
                  <c:v>40935</c:v>
                </c:pt>
                <c:pt idx="267">
                  <c:v>40938</c:v>
                </c:pt>
                <c:pt idx="268">
                  <c:v>40939</c:v>
                </c:pt>
                <c:pt idx="269">
                  <c:v>40940</c:v>
                </c:pt>
                <c:pt idx="270">
                  <c:v>40941</c:v>
                </c:pt>
                <c:pt idx="271">
                  <c:v>40942</c:v>
                </c:pt>
                <c:pt idx="272">
                  <c:v>40945</c:v>
                </c:pt>
                <c:pt idx="273">
                  <c:v>40946</c:v>
                </c:pt>
                <c:pt idx="274">
                  <c:v>40947</c:v>
                </c:pt>
                <c:pt idx="275">
                  <c:v>40948</c:v>
                </c:pt>
                <c:pt idx="276">
                  <c:v>40949</c:v>
                </c:pt>
                <c:pt idx="277">
                  <c:v>40952</c:v>
                </c:pt>
                <c:pt idx="278">
                  <c:v>40953</c:v>
                </c:pt>
                <c:pt idx="279">
                  <c:v>40954</c:v>
                </c:pt>
                <c:pt idx="280">
                  <c:v>40955</c:v>
                </c:pt>
                <c:pt idx="281">
                  <c:v>40956</c:v>
                </c:pt>
                <c:pt idx="282">
                  <c:v>40959</c:v>
                </c:pt>
                <c:pt idx="283">
                  <c:v>40960</c:v>
                </c:pt>
                <c:pt idx="284">
                  <c:v>40961</c:v>
                </c:pt>
                <c:pt idx="285">
                  <c:v>40962</c:v>
                </c:pt>
                <c:pt idx="286">
                  <c:v>40963</c:v>
                </c:pt>
                <c:pt idx="287">
                  <c:v>40966</c:v>
                </c:pt>
                <c:pt idx="288">
                  <c:v>40967</c:v>
                </c:pt>
                <c:pt idx="289">
                  <c:v>40968</c:v>
                </c:pt>
                <c:pt idx="290">
                  <c:v>40970</c:v>
                </c:pt>
                <c:pt idx="291">
                  <c:v>40973</c:v>
                </c:pt>
                <c:pt idx="292">
                  <c:v>40974</c:v>
                </c:pt>
                <c:pt idx="293">
                  <c:v>40975</c:v>
                </c:pt>
                <c:pt idx="294">
                  <c:v>40976</c:v>
                </c:pt>
                <c:pt idx="295">
                  <c:v>40977</c:v>
                </c:pt>
                <c:pt idx="296">
                  <c:v>40980</c:v>
                </c:pt>
                <c:pt idx="297">
                  <c:v>40981</c:v>
                </c:pt>
                <c:pt idx="298">
                  <c:v>40982</c:v>
                </c:pt>
                <c:pt idx="299">
                  <c:v>40983</c:v>
                </c:pt>
                <c:pt idx="300">
                  <c:v>40984</c:v>
                </c:pt>
                <c:pt idx="301">
                  <c:v>40987</c:v>
                </c:pt>
                <c:pt idx="302">
                  <c:v>40988</c:v>
                </c:pt>
                <c:pt idx="303">
                  <c:v>40989</c:v>
                </c:pt>
                <c:pt idx="304">
                  <c:v>40990</c:v>
                </c:pt>
                <c:pt idx="305">
                  <c:v>40991</c:v>
                </c:pt>
                <c:pt idx="306">
                  <c:v>40994</c:v>
                </c:pt>
                <c:pt idx="307">
                  <c:v>40995</c:v>
                </c:pt>
                <c:pt idx="308">
                  <c:v>40996</c:v>
                </c:pt>
                <c:pt idx="309">
                  <c:v>40997</c:v>
                </c:pt>
                <c:pt idx="310">
                  <c:v>40998</c:v>
                </c:pt>
                <c:pt idx="311">
                  <c:v>41001</c:v>
                </c:pt>
                <c:pt idx="312">
                  <c:v>41002</c:v>
                </c:pt>
                <c:pt idx="313">
                  <c:v>41003</c:v>
                </c:pt>
                <c:pt idx="314">
                  <c:v>41004</c:v>
                </c:pt>
                <c:pt idx="315">
                  <c:v>41005</c:v>
                </c:pt>
                <c:pt idx="316">
                  <c:v>41008</c:v>
                </c:pt>
                <c:pt idx="317">
                  <c:v>41009</c:v>
                </c:pt>
                <c:pt idx="318">
                  <c:v>41011</c:v>
                </c:pt>
                <c:pt idx="319">
                  <c:v>41012</c:v>
                </c:pt>
                <c:pt idx="320">
                  <c:v>41015</c:v>
                </c:pt>
                <c:pt idx="321">
                  <c:v>41016</c:v>
                </c:pt>
                <c:pt idx="322">
                  <c:v>41017</c:v>
                </c:pt>
                <c:pt idx="323">
                  <c:v>41018</c:v>
                </c:pt>
                <c:pt idx="324">
                  <c:v>41019</c:v>
                </c:pt>
                <c:pt idx="325">
                  <c:v>41022</c:v>
                </c:pt>
                <c:pt idx="326">
                  <c:v>41023</c:v>
                </c:pt>
                <c:pt idx="327">
                  <c:v>41024</c:v>
                </c:pt>
                <c:pt idx="328">
                  <c:v>41025</c:v>
                </c:pt>
                <c:pt idx="329">
                  <c:v>41026</c:v>
                </c:pt>
                <c:pt idx="330">
                  <c:v>41029</c:v>
                </c:pt>
                <c:pt idx="331">
                  <c:v>41031</c:v>
                </c:pt>
                <c:pt idx="332">
                  <c:v>41032</c:v>
                </c:pt>
                <c:pt idx="333">
                  <c:v>41033</c:v>
                </c:pt>
                <c:pt idx="334">
                  <c:v>41036</c:v>
                </c:pt>
                <c:pt idx="335">
                  <c:v>41037</c:v>
                </c:pt>
                <c:pt idx="336">
                  <c:v>41038</c:v>
                </c:pt>
                <c:pt idx="337">
                  <c:v>41039</c:v>
                </c:pt>
                <c:pt idx="338">
                  <c:v>41040</c:v>
                </c:pt>
                <c:pt idx="339">
                  <c:v>41043</c:v>
                </c:pt>
                <c:pt idx="340">
                  <c:v>41044</c:v>
                </c:pt>
                <c:pt idx="341">
                  <c:v>41045</c:v>
                </c:pt>
                <c:pt idx="342">
                  <c:v>41046</c:v>
                </c:pt>
                <c:pt idx="343">
                  <c:v>41047</c:v>
                </c:pt>
                <c:pt idx="344">
                  <c:v>41050</c:v>
                </c:pt>
                <c:pt idx="345">
                  <c:v>41051</c:v>
                </c:pt>
                <c:pt idx="346">
                  <c:v>41052</c:v>
                </c:pt>
                <c:pt idx="347">
                  <c:v>41053</c:v>
                </c:pt>
                <c:pt idx="348">
                  <c:v>41054</c:v>
                </c:pt>
                <c:pt idx="349">
                  <c:v>41058</c:v>
                </c:pt>
                <c:pt idx="350">
                  <c:v>41059</c:v>
                </c:pt>
                <c:pt idx="351">
                  <c:v>41060</c:v>
                </c:pt>
                <c:pt idx="352">
                  <c:v>41061</c:v>
                </c:pt>
                <c:pt idx="353">
                  <c:v>41064</c:v>
                </c:pt>
                <c:pt idx="354">
                  <c:v>41065</c:v>
                </c:pt>
                <c:pt idx="355">
                  <c:v>41067</c:v>
                </c:pt>
                <c:pt idx="356">
                  <c:v>41068</c:v>
                </c:pt>
                <c:pt idx="357">
                  <c:v>41071</c:v>
                </c:pt>
                <c:pt idx="358">
                  <c:v>41072</c:v>
                </c:pt>
                <c:pt idx="359">
                  <c:v>41073</c:v>
                </c:pt>
                <c:pt idx="360">
                  <c:v>41074</c:v>
                </c:pt>
                <c:pt idx="361">
                  <c:v>41075</c:v>
                </c:pt>
                <c:pt idx="362">
                  <c:v>41078</c:v>
                </c:pt>
                <c:pt idx="363">
                  <c:v>41079</c:v>
                </c:pt>
                <c:pt idx="364">
                  <c:v>41080</c:v>
                </c:pt>
                <c:pt idx="365">
                  <c:v>41081</c:v>
                </c:pt>
                <c:pt idx="366">
                  <c:v>41082</c:v>
                </c:pt>
                <c:pt idx="367">
                  <c:v>41085</c:v>
                </c:pt>
                <c:pt idx="368">
                  <c:v>41086</c:v>
                </c:pt>
                <c:pt idx="369">
                  <c:v>41087</c:v>
                </c:pt>
                <c:pt idx="370">
                  <c:v>41088</c:v>
                </c:pt>
                <c:pt idx="371">
                  <c:v>41089</c:v>
                </c:pt>
                <c:pt idx="372">
                  <c:v>41092</c:v>
                </c:pt>
                <c:pt idx="373">
                  <c:v>41093</c:v>
                </c:pt>
                <c:pt idx="374">
                  <c:v>41094</c:v>
                </c:pt>
                <c:pt idx="375">
                  <c:v>41095</c:v>
                </c:pt>
                <c:pt idx="376">
                  <c:v>41096</c:v>
                </c:pt>
                <c:pt idx="377">
                  <c:v>41099</c:v>
                </c:pt>
                <c:pt idx="378">
                  <c:v>41100</c:v>
                </c:pt>
                <c:pt idx="379">
                  <c:v>41101</c:v>
                </c:pt>
                <c:pt idx="380">
                  <c:v>41102</c:v>
                </c:pt>
                <c:pt idx="381">
                  <c:v>41103</c:v>
                </c:pt>
                <c:pt idx="382">
                  <c:v>41106</c:v>
                </c:pt>
                <c:pt idx="383">
                  <c:v>41107</c:v>
                </c:pt>
                <c:pt idx="384">
                  <c:v>41108</c:v>
                </c:pt>
                <c:pt idx="385">
                  <c:v>41109</c:v>
                </c:pt>
                <c:pt idx="386">
                  <c:v>41110</c:v>
                </c:pt>
                <c:pt idx="387">
                  <c:v>41113</c:v>
                </c:pt>
                <c:pt idx="388">
                  <c:v>41114</c:v>
                </c:pt>
                <c:pt idx="389">
                  <c:v>41115</c:v>
                </c:pt>
                <c:pt idx="390">
                  <c:v>41116</c:v>
                </c:pt>
                <c:pt idx="391">
                  <c:v>41117</c:v>
                </c:pt>
                <c:pt idx="392">
                  <c:v>41120</c:v>
                </c:pt>
                <c:pt idx="393">
                  <c:v>41121</c:v>
                </c:pt>
                <c:pt idx="394">
                  <c:v>41122</c:v>
                </c:pt>
                <c:pt idx="395">
                  <c:v>41123</c:v>
                </c:pt>
                <c:pt idx="396">
                  <c:v>41124</c:v>
                </c:pt>
                <c:pt idx="397">
                  <c:v>41127</c:v>
                </c:pt>
                <c:pt idx="398">
                  <c:v>41128</c:v>
                </c:pt>
                <c:pt idx="399">
                  <c:v>41129</c:v>
                </c:pt>
                <c:pt idx="400">
                  <c:v>41130</c:v>
                </c:pt>
                <c:pt idx="401">
                  <c:v>41131</c:v>
                </c:pt>
                <c:pt idx="402">
                  <c:v>41134</c:v>
                </c:pt>
                <c:pt idx="403">
                  <c:v>41135</c:v>
                </c:pt>
                <c:pt idx="404">
                  <c:v>41137</c:v>
                </c:pt>
                <c:pt idx="405">
                  <c:v>41138</c:v>
                </c:pt>
                <c:pt idx="406">
                  <c:v>41141</c:v>
                </c:pt>
                <c:pt idx="407">
                  <c:v>41142</c:v>
                </c:pt>
                <c:pt idx="408">
                  <c:v>41143</c:v>
                </c:pt>
                <c:pt idx="409">
                  <c:v>41144</c:v>
                </c:pt>
                <c:pt idx="410">
                  <c:v>41145</c:v>
                </c:pt>
                <c:pt idx="411">
                  <c:v>41148</c:v>
                </c:pt>
                <c:pt idx="412">
                  <c:v>41149</c:v>
                </c:pt>
                <c:pt idx="413">
                  <c:v>41150</c:v>
                </c:pt>
                <c:pt idx="414">
                  <c:v>41151</c:v>
                </c:pt>
                <c:pt idx="415">
                  <c:v>41152</c:v>
                </c:pt>
                <c:pt idx="416">
                  <c:v>41155</c:v>
                </c:pt>
                <c:pt idx="417">
                  <c:v>41156</c:v>
                </c:pt>
                <c:pt idx="418">
                  <c:v>41157</c:v>
                </c:pt>
                <c:pt idx="419">
                  <c:v>41158</c:v>
                </c:pt>
                <c:pt idx="420">
                  <c:v>41159</c:v>
                </c:pt>
                <c:pt idx="421">
                  <c:v>41162</c:v>
                </c:pt>
                <c:pt idx="422">
                  <c:v>41163</c:v>
                </c:pt>
                <c:pt idx="423">
                  <c:v>41164</c:v>
                </c:pt>
                <c:pt idx="424">
                  <c:v>41165</c:v>
                </c:pt>
                <c:pt idx="425">
                  <c:v>41166</c:v>
                </c:pt>
                <c:pt idx="426">
                  <c:v>41169</c:v>
                </c:pt>
                <c:pt idx="427">
                  <c:v>41170</c:v>
                </c:pt>
                <c:pt idx="428">
                  <c:v>41171</c:v>
                </c:pt>
                <c:pt idx="429">
                  <c:v>41172</c:v>
                </c:pt>
                <c:pt idx="430">
                  <c:v>41173</c:v>
                </c:pt>
                <c:pt idx="431">
                  <c:v>41176</c:v>
                </c:pt>
                <c:pt idx="432">
                  <c:v>41177</c:v>
                </c:pt>
                <c:pt idx="433">
                  <c:v>41178</c:v>
                </c:pt>
                <c:pt idx="434">
                  <c:v>41179</c:v>
                </c:pt>
                <c:pt idx="435">
                  <c:v>41180</c:v>
                </c:pt>
                <c:pt idx="436">
                  <c:v>41184</c:v>
                </c:pt>
                <c:pt idx="437">
                  <c:v>41186</c:v>
                </c:pt>
                <c:pt idx="438">
                  <c:v>41187</c:v>
                </c:pt>
                <c:pt idx="439">
                  <c:v>41190</c:v>
                </c:pt>
                <c:pt idx="440">
                  <c:v>41191</c:v>
                </c:pt>
                <c:pt idx="441">
                  <c:v>41192</c:v>
                </c:pt>
                <c:pt idx="442">
                  <c:v>41193</c:v>
                </c:pt>
                <c:pt idx="443">
                  <c:v>41194</c:v>
                </c:pt>
                <c:pt idx="444">
                  <c:v>41197</c:v>
                </c:pt>
                <c:pt idx="445">
                  <c:v>41198</c:v>
                </c:pt>
                <c:pt idx="446">
                  <c:v>41199</c:v>
                </c:pt>
                <c:pt idx="447">
                  <c:v>41200</c:v>
                </c:pt>
                <c:pt idx="448">
                  <c:v>41201</c:v>
                </c:pt>
                <c:pt idx="449">
                  <c:v>41204</c:v>
                </c:pt>
                <c:pt idx="450">
                  <c:v>41205</c:v>
                </c:pt>
                <c:pt idx="451">
                  <c:v>41206</c:v>
                </c:pt>
                <c:pt idx="452">
                  <c:v>41207</c:v>
                </c:pt>
                <c:pt idx="453">
                  <c:v>41208</c:v>
                </c:pt>
                <c:pt idx="454">
                  <c:v>41211</c:v>
                </c:pt>
                <c:pt idx="455">
                  <c:v>41212</c:v>
                </c:pt>
                <c:pt idx="456">
                  <c:v>41213</c:v>
                </c:pt>
                <c:pt idx="457">
                  <c:v>41214</c:v>
                </c:pt>
                <c:pt idx="458">
                  <c:v>41215</c:v>
                </c:pt>
                <c:pt idx="459">
                  <c:v>41218</c:v>
                </c:pt>
                <c:pt idx="460">
                  <c:v>41219</c:v>
                </c:pt>
                <c:pt idx="461">
                  <c:v>41220</c:v>
                </c:pt>
                <c:pt idx="462">
                  <c:v>41221</c:v>
                </c:pt>
                <c:pt idx="463">
                  <c:v>41222</c:v>
                </c:pt>
                <c:pt idx="464">
                  <c:v>41225</c:v>
                </c:pt>
                <c:pt idx="465">
                  <c:v>41226</c:v>
                </c:pt>
                <c:pt idx="466">
                  <c:v>41227</c:v>
                </c:pt>
                <c:pt idx="467">
                  <c:v>41228</c:v>
                </c:pt>
                <c:pt idx="468">
                  <c:v>41229</c:v>
                </c:pt>
                <c:pt idx="469">
                  <c:v>41232</c:v>
                </c:pt>
                <c:pt idx="470">
                  <c:v>41233</c:v>
                </c:pt>
                <c:pt idx="471">
                  <c:v>41234</c:v>
                </c:pt>
                <c:pt idx="472">
                  <c:v>41235</c:v>
                </c:pt>
                <c:pt idx="473">
                  <c:v>41236</c:v>
                </c:pt>
                <c:pt idx="474">
                  <c:v>41239</c:v>
                </c:pt>
                <c:pt idx="475">
                  <c:v>41240</c:v>
                </c:pt>
                <c:pt idx="476">
                  <c:v>41241</c:v>
                </c:pt>
                <c:pt idx="477">
                  <c:v>41242</c:v>
                </c:pt>
                <c:pt idx="478">
                  <c:v>41243</c:v>
                </c:pt>
                <c:pt idx="479">
                  <c:v>41246</c:v>
                </c:pt>
                <c:pt idx="480">
                  <c:v>41247</c:v>
                </c:pt>
                <c:pt idx="481">
                  <c:v>41248</c:v>
                </c:pt>
                <c:pt idx="482">
                  <c:v>41249</c:v>
                </c:pt>
                <c:pt idx="483">
                  <c:v>41250</c:v>
                </c:pt>
                <c:pt idx="484">
                  <c:v>41253</c:v>
                </c:pt>
                <c:pt idx="485">
                  <c:v>41254</c:v>
                </c:pt>
                <c:pt idx="486">
                  <c:v>41255</c:v>
                </c:pt>
                <c:pt idx="487">
                  <c:v>41256</c:v>
                </c:pt>
                <c:pt idx="488">
                  <c:v>41257</c:v>
                </c:pt>
                <c:pt idx="489">
                  <c:v>41260</c:v>
                </c:pt>
                <c:pt idx="490">
                  <c:v>41261</c:v>
                </c:pt>
                <c:pt idx="491">
                  <c:v>41263</c:v>
                </c:pt>
                <c:pt idx="492">
                  <c:v>41264</c:v>
                </c:pt>
                <c:pt idx="493">
                  <c:v>41267</c:v>
                </c:pt>
                <c:pt idx="494">
                  <c:v>41269</c:v>
                </c:pt>
                <c:pt idx="495">
                  <c:v>41270</c:v>
                </c:pt>
                <c:pt idx="496">
                  <c:v>41271</c:v>
                </c:pt>
                <c:pt idx="497">
                  <c:v>41276</c:v>
                </c:pt>
                <c:pt idx="498">
                  <c:v>41277</c:v>
                </c:pt>
                <c:pt idx="499">
                  <c:v>41278</c:v>
                </c:pt>
                <c:pt idx="500">
                  <c:v>41281</c:v>
                </c:pt>
                <c:pt idx="501">
                  <c:v>41282</c:v>
                </c:pt>
                <c:pt idx="502">
                  <c:v>41283</c:v>
                </c:pt>
                <c:pt idx="503">
                  <c:v>41284</c:v>
                </c:pt>
                <c:pt idx="504">
                  <c:v>41285</c:v>
                </c:pt>
                <c:pt idx="505">
                  <c:v>41288</c:v>
                </c:pt>
                <c:pt idx="506">
                  <c:v>41289</c:v>
                </c:pt>
                <c:pt idx="507">
                  <c:v>41290</c:v>
                </c:pt>
                <c:pt idx="508">
                  <c:v>41291</c:v>
                </c:pt>
                <c:pt idx="509">
                  <c:v>41292</c:v>
                </c:pt>
                <c:pt idx="510">
                  <c:v>41295</c:v>
                </c:pt>
                <c:pt idx="511">
                  <c:v>41296</c:v>
                </c:pt>
                <c:pt idx="512">
                  <c:v>41297</c:v>
                </c:pt>
                <c:pt idx="513">
                  <c:v>41298</c:v>
                </c:pt>
                <c:pt idx="514">
                  <c:v>41299</c:v>
                </c:pt>
                <c:pt idx="515">
                  <c:v>41302</c:v>
                </c:pt>
                <c:pt idx="516">
                  <c:v>41303</c:v>
                </c:pt>
                <c:pt idx="517">
                  <c:v>41304</c:v>
                </c:pt>
                <c:pt idx="518">
                  <c:v>41305</c:v>
                </c:pt>
                <c:pt idx="519">
                  <c:v>41306</c:v>
                </c:pt>
                <c:pt idx="520">
                  <c:v>41309</c:v>
                </c:pt>
                <c:pt idx="521">
                  <c:v>41310</c:v>
                </c:pt>
                <c:pt idx="522">
                  <c:v>41311</c:v>
                </c:pt>
                <c:pt idx="523">
                  <c:v>41312</c:v>
                </c:pt>
                <c:pt idx="524">
                  <c:v>41313</c:v>
                </c:pt>
                <c:pt idx="525">
                  <c:v>41317</c:v>
                </c:pt>
                <c:pt idx="526">
                  <c:v>41318</c:v>
                </c:pt>
                <c:pt idx="527">
                  <c:v>41319</c:v>
                </c:pt>
                <c:pt idx="528">
                  <c:v>41320</c:v>
                </c:pt>
                <c:pt idx="529">
                  <c:v>41323</c:v>
                </c:pt>
                <c:pt idx="530">
                  <c:v>41324</c:v>
                </c:pt>
                <c:pt idx="531">
                  <c:v>41325</c:v>
                </c:pt>
                <c:pt idx="532">
                  <c:v>41326</c:v>
                </c:pt>
                <c:pt idx="533">
                  <c:v>41327</c:v>
                </c:pt>
                <c:pt idx="534">
                  <c:v>41330</c:v>
                </c:pt>
                <c:pt idx="535">
                  <c:v>41331</c:v>
                </c:pt>
                <c:pt idx="536">
                  <c:v>41332</c:v>
                </c:pt>
                <c:pt idx="537">
                  <c:v>41333</c:v>
                </c:pt>
                <c:pt idx="538">
                  <c:v>41337</c:v>
                </c:pt>
                <c:pt idx="539">
                  <c:v>41338</c:v>
                </c:pt>
                <c:pt idx="540">
                  <c:v>41339</c:v>
                </c:pt>
                <c:pt idx="541">
                  <c:v>41340</c:v>
                </c:pt>
                <c:pt idx="542">
                  <c:v>41341</c:v>
                </c:pt>
                <c:pt idx="543">
                  <c:v>41344</c:v>
                </c:pt>
                <c:pt idx="544">
                  <c:v>41345</c:v>
                </c:pt>
                <c:pt idx="545">
                  <c:v>41346</c:v>
                </c:pt>
                <c:pt idx="546">
                  <c:v>41347</c:v>
                </c:pt>
                <c:pt idx="547">
                  <c:v>41348</c:v>
                </c:pt>
                <c:pt idx="548">
                  <c:v>41351</c:v>
                </c:pt>
                <c:pt idx="549">
                  <c:v>41352</c:v>
                </c:pt>
                <c:pt idx="550">
                  <c:v>41353</c:v>
                </c:pt>
                <c:pt idx="551">
                  <c:v>41354</c:v>
                </c:pt>
                <c:pt idx="552">
                  <c:v>41355</c:v>
                </c:pt>
                <c:pt idx="553">
                  <c:v>41358</c:v>
                </c:pt>
                <c:pt idx="554">
                  <c:v>41359</c:v>
                </c:pt>
                <c:pt idx="555">
                  <c:v>41360</c:v>
                </c:pt>
                <c:pt idx="556">
                  <c:v>41361</c:v>
                </c:pt>
                <c:pt idx="557">
                  <c:v>41362</c:v>
                </c:pt>
                <c:pt idx="558">
                  <c:v>41365</c:v>
                </c:pt>
                <c:pt idx="559">
                  <c:v>41366</c:v>
                </c:pt>
                <c:pt idx="560">
                  <c:v>41367</c:v>
                </c:pt>
                <c:pt idx="561">
                  <c:v>41368</c:v>
                </c:pt>
                <c:pt idx="562">
                  <c:v>41369</c:v>
                </c:pt>
                <c:pt idx="563">
                  <c:v>41372</c:v>
                </c:pt>
                <c:pt idx="564">
                  <c:v>41373</c:v>
                </c:pt>
                <c:pt idx="565">
                  <c:v>41374</c:v>
                </c:pt>
                <c:pt idx="566">
                  <c:v>41375</c:v>
                </c:pt>
                <c:pt idx="567">
                  <c:v>41376</c:v>
                </c:pt>
                <c:pt idx="568">
                  <c:v>41379</c:v>
                </c:pt>
                <c:pt idx="569">
                  <c:v>41380</c:v>
                </c:pt>
                <c:pt idx="570">
                  <c:v>41381</c:v>
                </c:pt>
                <c:pt idx="571">
                  <c:v>41382</c:v>
                </c:pt>
                <c:pt idx="572">
                  <c:v>41383</c:v>
                </c:pt>
                <c:pt idx="573">
                  <c:v>41386</c:v>
                </c:pt>
                <c:pt idx="574">
                  <c:v>41387</c:v>
                </c:pt>
                <c:pt idx="575">
                  <c:v>41388</c:v>
                </c:pt>
                <c:pt idx="576">
                  <c:v>41389</c:v>
                </c:pt>
                <c:pt idx="577">
                  <c:v>41390</c:v>
                </c:pt>
                <c:pt idx="578">
                  <c:v>41393</c:v>
                </c:pt>
                <c:pt idx="579">
                  <c:v>41394</c:v>
                </c:pt>
                <c:pt idx="580">
                  <c:v>41396</c:v>
                </c:pt>
                <c:pt idx="581">
                  <c:v>41397</c:v>
                </c:pt>
                <c:pt idx="582">
                  <c:v>41400</c:v>
                </c:pt>
                <c:pt idx="583">
                  <c:v>41401</c:v>
                </c:pt>
                <c:pt idx="584">
                  <c:v>41402</c:v>
                </c:pt>
                <c:pt idx="585">
                  <c:v>41403</c:v>
                </c:pt>
                <c:pt idx="586">
                  <c:v>41404</c:v>
                </c:pt>
                <c:pt idx="587">
                  <c:v>41407</c:v>
                </c:pt>
                <c:pt idx="588">
                  <c:v>41408</c:v>
                </c:pt>
                <c:pt idx="589">
                  <c:v>41409</c:v>
                </c:pt>
                <c:pt idx="590">
                  <c:v>41410</c:v>
                </c:pt>
                <c:pt idx="591">
                  <c:v>41414</c:v>
                </c:pt>
                <c:pt idx="592">
                  <c:v>41415</c:v>
                </c:pt>
                <c:pt idx="593">
                  <c:v>41416</c:v>
                </c:pt>
                <c:pt idx="594">
                  <c:v>41417</c:v>
                </c:pt>
                <c:pt idx="595">
                  <c:v>41418</c:v>
                </c:pt>
                <c:pt idx="596">
                  <c:v>41421</c:v>
                </c:pt>
                <c:pt idx="597">
                  <c:v>41422</c:v>
                </c:pt>
                <c:pt idx="598">
                  <c:v>41423</c:v>
                </c:pt>
                <c:pt idx="599">
                  <c:v>41424</c:v>
                </c:pt>
                <c:pt idx="600">
                  <c:v>41425</c:v>
                </c:pt>
                <c:pt idx="601">
                  <c:v>41428</c:v>
                </c:pt>
                <c:pt idx="602">
                  <c:v>41429</c:v>
                </c:pt>
                <c:pt idx="603">
                  <c:v>41430</c:v>
                </c:pt>
                <c:pt idx="604">
                  <c:v>41432</c:v>
                </c:pt>
                <c:pt idx="605">
                  <c:v>41435</c:v>
                </c:pt>
                <c:pt idx="606">
                  <c:v>41436</c:v>
                </c:pt>
                <c:pt idx="607">
                  <c:v>41437</c:v>
                </c:pt>
                <c:pt idx="608">
                  <c:v>41438</c:v>
                </c:pt>
                <c:pt idx="609">
                  <c:v>41439</c:v>
                </c:pt>
                <c:pt idx="610">
                  <c:v>41442</c:v>
                </c:pt>
                <c:pt idx="611">
                  <c:v>41443</c:v>
                </c:pt>
                <c:pt idx="612">
                  <c:v>41444</c:v>
                </c:pt>
                <c:pt idx="613">
                  <c:v>41445</c:v>
                </c:pt>
                <c:pt idx="614">
                  <c:v>41446</c:v>
                </c:pt>
                <c:pt idx="615">
                  <c:v>41449</c:v>
                </c:pt>
                <c:pt idx="616">
                  <c:v>41450</c:v>
                </c:pt>
                <c:pt idx="617">
                  <c:v>41451</c:v>
                </c:pt>
                <c:pt idx="618">
                  <c:v>41452</c:v>
                </c:pt>
                <c:pt idx="619">
                  <c:v>41453</c:v>
                </c:pt>
                <c:pt idx="620">
                  <c:v>41456</c:v>
                </c:pt>
                <c:pt idx="621">
                  <c:v>41457</c:v>
                </c:pt>
                <c:pt idx="622">
                  <c:v>41458</c:v>
                </c:pt>
                <c:pt idx="623">
                  <c:v>41459</c:v>
                </c:pt>
                <c:pt idx="624">
                  <c:v>41460</c:v>
                </c:pt>
                <c:pt idx="625">
                  <c:v>41463</c:v>
                </c:pt>
                <c:pt idx="626">
                  <c:v>41464</c:v>
                </c:pt>
                <c:pt idx="627">
                  <c:v>41465</c:v>
                </c:pt>
                <c:pt idx="628">
                  <c:v>41466</c:v>
                </c:pt>
                <c:pt idx="629">
                  <c:v>41467</c:v>
                </c:pt>
                <c:pt idx="630">
                  <c:v>41470</c:v>
                </c:pt>
                <c:pt idx="631">
                  <c:v>41471</c:v>
                </c:pt>
                <c:pt idx="632">
                  <c:v>41472</c:v>
                </c:pt>
                <c:pt idx="633">
                  <c:v>41473</c:v>
                </c:pt>
                <c:pt idx="634">
                  <c:v>41474</c:v>
                </c:pt>
                <c:pt idx="635">
                  <c:v>41477</c:v>
                </c:pt>
                <c:pt idx="636">
                  <c:v>41478</c:v>
                </c:pt>
                <c:pt idx="637">
                  <c:v>41479</c:v>
                </c:pt>
                <c:pt idx="638">
                  <c:v>41480</c:v>
                </c:pt>
                <c:pt idx="639">
                  <c:v>41481</c:v>
                </c:pt>
                <c:pt idx="640">
                  <c:v>41484</c:v>
                </c:pt>
                <c:pt idx="641">
                  <c:v>41485</c:v>
                </c:pt>
                <c:pt idx="642">
                  <c:v>41486</c:v>
                </c:pt>
                <c:pt idx="643">
                  <c:v>41487</c:v>
                </c:pt>
                <c:pt idx="644">
                  <c:v>41488</c:v>
                </c:pt>
                <c:pt idx="645">
                  <c:v>41491</c:v>
                </c:pt>
                <c:pt idx="646">
                  <c:v>41492</c:v>
                </c:pt>
                <c:pt idx="647">
                  <c:v>41493</c:v>
                </c:pt>
                <c:pt idx="648">
                  <c:v>41494</c:v>
                </c:pt>
                <c:pt idx="649">
                  <c:v>41495</c:v>
                </c:pt>
                <c:pt idx="650">
                  <c:v>41498</c:v>
                </c:pt>
                <c:pt idx="651">
                  <c:v>41499</c:v>
                </c:pt>
                <c:pt idx="652">
                  <c:v>41500</c:v>
                </c:pt>
                <c:pt idx="653">
                  <c:v>41502</c:v>
                </c:pt>
                <c:pt idx="654">
                  <c:v>41505</c:v>
                </c:pt>
                <c:pt idx="655">
                  <c:v>41506</c:v>
                </c:pt>
                <c:pt idx="656">
                  <c:v>41507</c:v>
                </c:pt>
                <c:pt idx="657">
                  <c:v>41508</c:v>
                </c:pt>
                <c:pt idx="658">
                  <c:v>41509</c:v>
                </c:pt>
                <c:pt idx="659">
                  <c:v>41512</c:v>
                </c:pt>
                <c:pt idx="660">
                  <c:v>41513</c:v>
                </c:pt>
                <c:pt idx="661">
                  <c:v>41514</c:v>
                </c:pt>
                <c:pt idx="662">
                  <c:v>41515</c:v>
                </c:pt>
                <c:pt idx="663">
                  <c:v>41516</c:v>
                </c:pt>
                <c:pt idx="664">
                  <c:v>41519</c:v>
                </c:pt>
                <c:pt idx="665">
                  <c:v>41520</c:v>
                </c:pt>
                <c:pt idx="666">
                  <c:v>41521</c:v>
                </c:pt>
                <c:pt idx="667">
                  <c:v>41522</c:v>
                </c:pt>
                <c:pt idx="668">
                  <c:v>41523</c:v>
                </c:pt>
                <c:pt idx="669">
                  <c:v>41526</c:v>
                </c:pt>
                <c:pt idx="670">
                  <c:v>41527</c:v>
                </c:pt>
                <c:pt idx="671">
                  <c:v>41528</c:v>
                </c:pt>
                <c:pt idx="672">
                  <c:v>41529</c:v>
                </c:pt>
                <c:pt idx="673">
                  <c:v>41530</c:v>
                </c:pt>
                <c:pt idx="674">
                  <c:v>41533</c:v>
                </c:pt>
                <c:pt idx="675">
                  <c:v>41534</c:v>
                </c:pt>
                <c:pt idx="676">
                  <c:v>41540</c:v>
                </c:pt>
                <c:pt idx="677">
                  <c:v>41541</c:v>
                </c:pt>
                <c:pt idx="678">
                  <c:v>41542</c:v>
                </c:pt>
                <c:pt idx="679">
                  <c:v>41543</c:v>
                </c:pt>
                <c:pt idx="680">
                  <c:v>41544</c:v>
                </c:pt>
                <c:pt idx="681">
                  <c:v>41547</c:v>
                </c:pt>
                <c:pt idx="682">
                  <c:v>41548</c:v>
                </c:pt>
                <c:pt idx="683">
                  <c:v>41549</c:v>
                </c:pt>
                <c:pt idx="684">
                  <c:v>41551</c:v>
                </c:pt>
                <c:pt idx="685">
                  <c:v>41554</c:v>
                </c:pt>
                <c:pt idx="686">
                  <c:v>41555</c:v>
                </c:pt>
                <c:pt idx="687">
                  <c:v>41557</c:v>
                </c:pt>
                <c:pt idx="688">
                  <c:v>41558</c:v>
                </c:pt>
                <c:pt idx="689">
                  <c:v>41561</c:v>
                </c:pt>
                <c:pt idx="690">
                  <c:v>41562</c:v>
                </c:pt>
                <c:pt idx="691">
                  <c:v>41563</c:v>
                </c:pt>
                <c:pt idx="692">
                  <c:v>41564</c:v>
                </c:pt>
                <c:pt idx="693">
                  <c:v>41565</c:v>
                </c:pt>
                <c:pt idx="694">
                  <c:v>41568</c:v>
                </c:pt>
                <c:pt idx="695">
                  <c:v>41569</c:v>
                </c:pt>
                <c:pt idx="696">
                  <c:v>41570</c:v>
                </c:pt>
                <c:pt idx="697">
                  <c:v>41571</c:v>
                </c:pt>
                <c:pt idx="698">
                  <c:v>41572</c:v>
                </c:pt>
                <c:pt idx="699">
                  <c:v>41575</c:v>
                </c:pt>
                <c:pt idx="700">
                  <c:v>41576</c:v>
                </c:pt>
                <c:pt idx="701">
                  <c:v>41577</c:v>
                </c:pt>
                <c:pt idx="702">
                  <c:v>41578</c:v>
                </c:pt>
                <c:pt idx="703">
                  <c:v>41579</c:v>
                </c:pt>
                <c:pt idx="704">
                  <c:v>41582</c:v>
                </c:pt>
                <c:pt idx="705">
                  <c:v>41583</c:v>
                </c:pt>
                <c:pt idx="706">
                  <c:v>41584</c:v>
                </c:pt>
                <c:pt idx="707">
                  <c:v>41585</c:v>
                </c:pt>
                <c:pt idx="708">
                  <c:v>41586</c:v>
                </c:pt>
                <c:pt idx="709">
                  <c:v>41589</c:v>
                </c:pt>
                <c:pt idx="710">
                  <c:v>41590</c:v>
                </c:pt>
                <c:pt idx="711">
                  <c:v>41591</c:v>
                </c:pt>
                <c:pt idx="712">
                  <c:v>41592</c:v>
                </c:pt>
                <c:pt idx="713">
                  <c:v>41593</c:v>
                </c:pt>
                <c:pt idx="714">
                  <c:v>41596</c:v>
                </c:pt>
                <c:pt idx="715">
                  <c:v>41597</c:v>
                </c:pt>
                <c:pt idx="716">
                  <c:v>41598</c:v>
                </c:pt>
                <c:pt idx="717">
                  <c:v>41599</c:v>
                </c:pt>
                <c:pt idx="718">
                  <c:v>41600</c:v>
                </c:pt>
                <c:pt idx="719">
                  <c:v>41603</c:v>
                </c:pt>
                <c:pt idx="720">
                  <c:v>41604</c:v>
                </c:pt>
                <c:pt idx="721">
                  <c:v>41605</c:v>
                </c:pt>
                <c:pt idx="722">
                  <c:v>41606</c:v>
                </c:pt>
                <c:pt idx="723">
                  <c:v>41607</c:v>
                </c:pt>
                <c:pt idx="724">
                  <c:v>41610</c:v>
                </c:pt>
                <c:pt idx="725">
                  <c:v>41611</c:v>
                </c:pt>
                <c:pt idx="726">
                  <c:v>41612</c:v>
                </c:pt>
                <c:pt idx="727">
                  <c:v>41613</c:v>
                </c:pt>
                <c:pt idx="728">
                  <c:v>41614</c:v>
                </c:pt>
                <c:pt idx="729">
                  <c:v>41617</c:v>
                </c:pt>
                <c:pt idx="730">
                  <c:v>41618</c:v>
                </c:pt>
                <c:pt idx="731">
                  <c:v>41619</c:v>
                </c:pt>
                <c:pt idx="732">
                  <c:v>41620</c:v>
                </c:pt>
                <c:pt idx="733">
                  <c:v>41621</c:v>
                </c:pt>
                <c:pt idx="734">
                  <c:v>41624</c:v>
                </c:pt>
                <c:pt idx="735">
                  <c:v>41625</c:v>
                </c:pt>
                <c:pt idx="736">
                  <c:v>41626</c:v>
                </c:pt>
                <c:pt idx="737">
                  <c:v>41627</c:v>
                </c:pt>
                <c:pt idx="738">
                  <c:v>41628</c:v>
                </c:pt>
                <c:pt idx="739">
                  <c:v>41631</c:v>
                </c:pt>
                <c:pt idx="740">
                  <c:v>41632</c:v>
                </c:pt>
                <c:pt idx="741">
                  <c:v>41634</c:v>
                </c:pt>
                <c:pt idx="742">
                  <c:v>41635</c:v>
                </c:pt>
                <c:pt idx="743">
                  <c:v>41638</c:v>
                </c:pt>
                <c:pt idx="744">
                  <c:v>41641</c:v>
                </c:pt>
                <c:pt idx="745">
                  <c:v>41642</c:v>
                </c:pt>
                <c:pt idx="746">
                  <c:v>41645</c:v>
                </c:pt>
                <c:pt idx="747">
                  <c:v>41646</c:v>
                </c:pt>
                <c:pt idx="748">
                  <c:v>41647</c:v>
                </c:pt>
                <c:pt idx="749">
                  <c:v>41648</c:v>
                </c:pt>
                <c:pt idx="750">
                  <c:v>41649</c:v>
                </c:pt>
                <c:pt idx="751">
                  <c:v>41652</c:v>
                </c:pt>
                <c:pt idx="752">
                  <c:v>41653</c:v>
                </c:pt>
                <c:pt idx="753">
                  <c:v>41654</c:v>
                </c:pt>
                <c:pt idx="754">
                  <c:v>41655</c:v>
                </c:pt>
                <c:pt idx="755">
                  <c:v>41656</c:v>
                </c:pt>
                <c:pt idx="756">
                  <c:v>41659</c:v>
                </c:pt>
                <c:pt idx="757">
                  <c:v>41660</c:v>
                </c:pt>
                <c:pt idx="758">
                  <c:v>41661</c:v>
                </c:pt>
                <c:pt idx="759">
                  <c:v>41662</c:v>
                </c:pt>
                <c:pt idx="760">
                  <c:v>41663</c:v>
                </c:pt>
                <c:pt idx="761">
                  <c:v>41666</c:v>
                </c:pt>
                <c:pt idx="762">
                  <c:v>41667</c:v>
                </c:pt>
                <c:pt idx="763">
                  <c:v>41668</c:v>
                </c:pt>
                <c:pt idx="764">
                  <c:v>41673</c:v>
                </c:pt>
                <c:pt idx="765">
                  <c:v>41674</c:v>
                </c:pt>
                <c:pt idx="766">
                  <c:v>41675</c:v>
                </c:pt>
                <c:pt idx="767">
                  <c:v>41676</c:v>
                </c:pt>
                <c:pt idx="768">
                  <c:v>41677</c:v>
                </c:pt>
                <c:pt idx="769">
                  <c:v>41680</c:v>
                </c:pt>
                <c:pt idx="770">
                  <c:v>41681</c:v>
                </c:pt>
                <c:pt idx="771">
                  <c:v>41682</c:v>
                </c:pt>
                <c:pt idx="772">
                  <c:v>41683</c:v>
                </c:pt>
                <c:pt idx="773">
                  <c:v>41684</c:v>
                </c:pt>
                <c:pt idx="774">
                  <c:v>41687</c:v>
                </c:pt>
                <c:pt idx="775">
                  <c:v>41688</c:v>
                </c:pt>
                <c:pt idx="776">
                  <c:v>41689</c:v>
                </c:pt>
                <c:pt idx="777">
                  <c:v>41690</c:v>
                </c:pt>
                <c:pt idx="778">
                  <c:v>41691</c:v>
                </c:pt>
                <c:pt idx="779">
                  <c:v>41694</c:v>
                </c:pt>
                <c:pt idx="780">
                  <c:v>41695</c:v>
                </c:pt>
                <c:pt idx="781">
                  <c:v>41696</c:v>
                </c:pt>
                <c:pt idx="782">
                  <c:v>41697</c:v>
                </c:pt>
                <c:pt idx="783">
                  <c:v>41698</c:v>
                </c:pt>
                <c:pt idx="784">
                  <c:v>41701</c:v>
                </c:pt>
                <c:pt idx="785">
                  <c:v>41702</c:v>
                </c:pt>
                <c:pt idx="786">
                  <c:v>41703</c:v>
                </c:pt>
                <c:pt idx="787">
                  <c:v>41704</c:v>
                </c:pt>
                <c:pt idx="788">
                  <c:v>41705</c:v>
                </c:pt>
                <c:pt idx="789">
                  <c:v>41708</c:v>
                </c:pt>
                <c:pt idx="790">
                  <c:v>41709</c:v>
                </c:pt>
                <c:pt idx="791">
                  <c:v>41710</c:v>
                </c:pt>
                <c:pt idx="792">
                  <c:v>41711</c:v>
                </c:pt>
                <c:pt idx="793">
                  <c:v>41712</c:v>
                </c:pt>
                <c:pt idx="794">
                  <c:v>41715</c:v>
                </c:pt>
                <c:pt idx="795">
                  <c:v>41716</c:v>
                </c:pt>
                <c:pt idx="796">
                  <c:v>41717</c:v>
                </c:pt>
                <c:pt idx="797">
                  <c:v>41718</c:v>
                </c:pt>
                <c:pt idx="798">
                  <c:v>41719</c:v>
                </c:pt>
                <c:pt idx="799">
                  <c:v>41722</c:v>
                </c:pt>
                <c:pt idx="800">
                  <c:v>41723</c:v>
                </c:pt>
                <c:pt idx="801">
                  <c:v>41724</c:v>
                </c:pt>
                <c:pt idx="802">
                  <c:v>41725</c:v>
                </c:pt>
                <c:pt idx="803">
                  <c:v>41726</c:v>
                </c:pt>
                <c:pt idx="804">
                  <c:v>41729</c:v>
                </c:pt>
                <c:pt idx="805">
                  <c:v>41730</c:v>
                </c:pt>
                <c:pt idx="806">
                  <c:v>41731</c:v>
                </c:pt>
                <c:pt idx="807">
                  <c:v>41732</c:v>
                </c:pt>
                <c:pt idx="808">
                  <c:v>41733</c:v>
                </c:pt>
                <c:pt idx="809">
                  <c:v>41736</c:v>
                </c:pt>
                <c:pt idx="810">
                  <c:v>41737</c:v>
                </c:pt>
                <c:pt idx="811">
                  <c:v>41738</c:v>
                </c:pt>
                <c:pt idx="812">
                  <c:v>41739</c:v>
                </c:pt>
                <c:pt idx="813">
                  <c:v>41740</c:v>
                </c:pt>
                <c:pt idx="814">
                  <c:v>41743</c:v>
                </c:pt>
                <c:pt idx="815">
                  <c:v>41744</c:v>
                </c:pt>
                <c:pt idx="816">
                  <c:v>41745</c:v>
                </c:pt>
                <c:pt idx="817">
                  <c:v>41746</c:v>
                </c:pt>
                <c:pt idx="818">
                  <c:v>41747</c:v>
                </c:pt>
                <c:pt idx="819">
                  <c:v>41750</c:v>
                </c:pt>
                <c:pt idx="820">
                  <c:v>41751</c:v>
                </c:pt>
                <c:pt idx="821">
                  <c:v>41752</c:v>
                </c:pt>
                <c:pt idx="822">
                  <c:v>41753</c:v>
                </c:pt>
                <c:pt idx="823">
                  <c:v>41754</c:v>
                </c:pt>
                <c:pt idx="824">
                  <c:v>41757</c:v>
                </c:pt>
                <c:pt idx="825">
                  <c:v>41758</c:v>
                </c:pt>
                <c:pt idx="826">
                  <c:v>41759</c:v>
                </c:pt>
                <c:pt idx="827">
                  <c:v>41761</c:v>
                </c:pt>
                <c:pt idx="828">
                  <c:v>41766</c:v>
                </c:pt>
                <c:pt idx="829">
                  <c:v>41767</c:v>
                </c:pt>
                <c:pt idx="830">
                  <c:v>41768</c:v>
                </c:pt>
                <c:pt idx="831">
                  <c:v>41771</c:v>
                </c:pt>
                <c:pt idx="832">
                  <c:v>41772</c:v>
                </c:pt>
                <c:pt idx="833">
                  <c:v>41773</c:v>
                </c:pt>
                <c:pt idx="834">
                  <c:v>41774</c:v>
                </c:pt>
                <c:pt idx="835">
                  <c:v>41775</c:v>
                </c:pt>
                <c:pt idx="836">
                  <c:v>41778</c:v>
                </c:pt>
                <c:pt idx="837">
                  <c:v>41779</c:v>
                </c:pt>
                <c:pt idx="838">
                  <c:v>41780</c:v>
                </c:pt>
                <c:pt idx="839">
                  <c:v>41781</c:v>
                </c:pt>
                <c:pt idx="840">
                  <c:v>41782</c:v>
                </c:pt>
                <c:pt idx="841">
                  <c:v>41785</c:v>
                </c:pt>
                <c:pt idx="842">
                  <c:v>41786</c:v>
                </c:pt>
                <c:pt idx="843">
                  <c:v>41787</c:v>
                </c:pt>
                <c:pt idx="844">
                  <c:v>41788</c:v>
                </c:pt>
                <c:pt idx="845">
                  <c:v>41789</c:v>
                </c:pt>
                <c:pt idx="846">
                  <c:v>41792</c:v>
                </c:pt>
                <c:pt idx="847">
                  <c:v>41793</c:v>
                </c:pt>
                <c:pt idx="848">
                  <c:v>41795</c:v>
                </c:pt>
                <c:pt idx="849">
                  <c:v>41799</c:v>
                </c:pt>
                <c:pt idx="850">
                  <c:v>41800</c:v>
                </c:pt>
                <c:pt idx="851">
                  <c:v>41801</c:v>
                </c:pt>
                <c:pt idx="852">
                  <c:v>41802</c:v>
                </c:pt>
                <c:pt idx="853">
                  <c:v>41803</c:v>
                </c:pt>
                <c:pt idx="854">
                  <c:v>41806</c:v>
                </c:pt>
                <c:pt idx="855">
                  <c:v>41807</c:v>
                </c:pt>
                <c:pt idx="856">
                  <c:v>41808</c:v>
                </c:pt>
                <c:pt idx="857">
                  <c:v>41809</c:v>
                </c:pt>
                <c:pt idx="858">
                  <c:v>41810</c:v>
                </c:pt>
                <c:pt idx="859">
                  <c:v>41813</c:v>
                </c:pt>
                <c:pt idx="860">
                  <c:v>41814</c:v>
                </c:pt>
                <c:pt idx="861">
                  <c:v>41815</c:v>
                </c:pt>
                <c:pt idx="862">
                  <c:v>41816</c:v>
                </c:pt>
                <c:pt idx="863">
                  <c:v>41817</c:v>
                </c:pt>
                <c:pt idx="864">
                  <c:v>41820</c:v>
                </c:pt>
                <c:pt idx="865">
                  <c:v>41821</c:v>
                </c:pt>
                <c:pt idx="866">
                  <c:v>41822</c:v>
                </c:pt>
                <c:pt idx="867">
                  <c:v>41823</c:v>
                </c:pt>
                <c:pt idx="868">
                  <c:v>41824</c:v>
                </c:pt>
                <c:pt idx="869">
                  <c:v>41827</c:v>
                </c:pt>
                <c:pt idx="870">
                  <c:v>41828</c:v>
                </c:pt>
                <c:pt idx="871">
                  <c:v>41829</c:v>
                </c:pt>
                <c:pt idx="872">
                  <c:v>41830</c:v>
                </c:pt>
                <c:pt idx="873">
                  <c:v>41831</c:v>
                </c:pt>
                <c:pt idx="874">
                  <c:v>41834</c:v>
                </c:pt>
                <c:pt idx="875">
                  <c:v>41835</c:v>
                </c:pt>
                <c:pt idx="876">
                  <c:v>41836</c:v>
                </c:pt>
                <c:pt idx="877">
                  <c:v>41837</c:v>
                </c:pt>
                <c:pt idx="878">
                  <c:v>41838</c:v>
                </c:pt>
                <c:pt idx="879">
                  <c:v>41841</c:v>
                </c:pt>
                <c:pt idx="880">
                  <c:v>41842</c:v>
                </c:pt>
                <c:pt idx="881">
                  <c:v>41843</c:v>
                </c:pt>
                <c:pt idx="882">
                  <c:v>41844</c:v>
                </c:pt>
                <c:pt idx="883">
                  <c:v>41845</c:v>
                </c:pt>
                <c:pt idx="884">
                  <c:v>41848</c:v>
                </c:pt>
                <c:pt idx="885">
                  <c:v>41849</c:v>
                </c:pt>
                <c:pt idx="886">
                  <c:v>41850</c:v>
                </c:pt>
                <c:pt idx="887">
                  <c:v>41851</c:v>
                </c:pt>
                <c:pt idx="888">
                  <c:v>41852</c:v>
                </c:pt>
                <c:pt idx="889">
                  <c:v>41855</c:v>
                </c:pt>
                <c:pt idx="890">
                  <c:v>41856</c:v>
                </c:pt>
                <c:pt idx="891">
                  <c:v>41857</c:v>
                </c:pt>
                <c:pt idx="892">
                  <c:v>41858</c:v>
                </c:pt>
                <c:pt idx="893">
                  <c:v>41859</c:v>
                </c:pt>
                <c:pt idx="894">
                  <c:v>41862</c:v>
                </c:pt>
                <c:pt idx="895">
                  <c:v>41863</c:v>
                </c:pt>
                <c:pt idx="896">
                  <c:v>41864</c:v>
                </c:pt>
                <c:pt idx="897">
                  <c:v>41865</c:v>
                </c:pt>
                <c:pt idx="898">
                  <c:v>41869</c:v>
                </c:pt>
                <c:pt idx="899">
                  <c:v>41870</c:v>
                </c:pt>
                <c:pt idx="900">
                  <c:v>41871</c:v>
                </c:pt>
                <c:pt idx="901">
                  <c:v>41872</c:v>
                </c:pt>
                <c:pt idx="902">
                  <c:v>41873</c:v>
                </c:pt>
                <c:pt idx="903">
                  <c:v>41876</c:v>
                </c:pt>
                <c:pt idx="904">
                  <c:v>41877</c:v>
                </c:pt>
                <c:pt idx="905">
                  <c:v>41878</c:v>
                </c:pt>
                <c:pt idx="906">
                  <c:v>41879</c:v>
                </c:pt>
                <c:pt idx="907">
                  <c:v>41880</c:v>
                </c:pt>
                <c:pt idx="908">
                  <c:v>41883</c:v>
                </c:pt>
                <c:pt idx="909">
                  <c:v>41884</c:v>
                </c:pt>
                <c:pt idx="910">
                  <c:v>41885</c:v>
                </c:pt>
                <c:pt idx="911">
                  <c:v>41886</c:v>
                </c:pt>
                <c:pt idx="912">
                  <c:v>41887</c:v>
                </c:pt>
                <c:pt idx="913">
                  <c:v>41893</c:v>
                </c:pt>
                <c:pt idx="914">
                  <c:v>41894</c:v>
                </c:pt>
                <c:pt idx="915">
                  <c:v>41897</c:v>
                </c:pt>
                <c:pt idx="916">
                  <c:v>41898</c:v>
                </c:pt>
                <c:pt idx="917">
                  <c:v>41899</c:v>
                </c:pt>
                <c:pt idx="918">
                  <c:v>41900</c:v>
                </c:pt>
                <c:pt idx="919">
                  <c:v>41901</c:v>
                </c:pt>
                <c:pt idx="920">
                  <c:v>41904</c:v>
                </c:pt>
                <c:pt idx="921">
                  <c:v>41905</c:v>
                </c:pt>
                <c:pt idx="922">
                  <c:v>41906</c:v>
                </c:pt>
                <c:pt idx="923">
                  <c:v>41907</c:v>
                </c:pt>
                <c:pt idx="924">
                  <c:v>41908</c:v>
                </c:pt>
                <c:pt idx="925">
                  <c:v>41911</c:v>
                </c:pt>
                <c:pt idx="926">
                  <c:v>41912</c:v>
                </c:pt>
                <c:pt idx="927">
                  <c:v>41913</c:v>
                </c:pt>
                <c:pt idx="928">
                  <c:v>41914</c:v>
                </c:pt>
                <c:pt idx="929">
                  <c:v>41918</c:v>
                </c:pt>
                <c:pt idx="930">
                  <c:v>41919</c:v>
                </c:pt>
                <c:pt idx="931">
                  <c:v>41920</c:v>
                </c:pt>
                <c:pt idx="932">
                  <c:v>41922</c:v>
                </c:pt>
                <c:pt idx="933">
                  <c:v>41925</c:v>
                </c:pt>
                <c:pt idx="934">
                  <c:v>41926</c:v>
                </c:pt>
                <c:pt idx="935">
                  <c:v>41927</c:v>
                </c:pt>
                <c:pt idx="936">
                  <c:v>41928</c:v>
                </c:pt>
                <c:pt idx="937">
                  <c:v>41929</c:v>
                </c:pt>
                <c:pt idx="938">
                  <c:v>41932</c:v>
                </c:pt>
                <c:pt idx="939">
                  <c:v>41933</c:v>
                </c:pt>
                <c:pt idx="940">
                  <c:v>41934</c:v>
                </c:pt>
                <c:pt idx="941">
                  <c:v>41935</c:v>
                </c:pt>
                <c:pt idx="942">
                  <c:v>41936</c:v>
                </c:pt>
                <c:pt idx="943">
                  <c:v>41939</c:v>
                </c:pt>
                <c:pt idx="944">
                  <c:v>41940</c:v>
                </c:pt>
                <c:pt idx="945">
                  <c:v>41941</c:v>
                </c:pt>
                <c:pt idx="946">
                  <c:v>41942</c:v>
                </c:pt>
                <c:pt idx="947">
                  <c:v>41943</c:v>
                </c:pt>
                <c:pt idx="948">
                  <c:v>41946</c:v>
                </c:pt>
                <c:pt idx="949">
                  <c:v>41947</c:v>
                </c:pt>
                <c:pt idx="950">
                  <c:v>41948</c:v>
                </c:pt>
                <c:pt idx="951">
                  <c:v>41949</c:v>
                </c:pt>
                <c:pt idx="952">
                  <c:v>41950</c:v>
                </c:pt>
                <c:pt idx="953">
                  <c:v>41953</c:v>
                </c:pt>
                <c:pt idx="954">
                  <c:v>41954</c:v>
                </c:pt>
                <c:pt idx="955">
                  <c:v>41955</c:v>
                </c:pt>
                <c:pt idx="956">
                  <c:v>41956</c:v>
                </c:pt>
                <c:pt idx="957">
                  <c:v>41957</c:v>
                </c:pt>
                <c:pt idx="958">
                  <c:v>41960</c:v>
                </c:pt>
                <c:pt idx="959">
                  <c:v>41961</c:v>
                </c:pt>
                <c:pt idx="960">
                  <c:v>41962</c:v>
                </c:pt>
                <c:pt idx="961">
                  <c:v>41963</c:v>
                </c:pt>
                <c:pt idx="962">
                  <c:v>41964</c:v>
                </c:pt>
                <c:pt idx="963">
                  <c:v>41967</c:v>
                </c:pt>
                <c:pt idx="964">
                  <c:v>41968</c:v>
                </c:pt>
                <c:pt idx="965">
                  <c:v>41969</c:v>
                </c:pt>
                <c:pt idx="966">
                  <c:v>41970</c:v>
                </c:pt>
                <c:pt idx="967">
                  <c:v>41971</c:v>
                </c:pt>
                <c:pt idx="968">
                  <c:v>41974</c:v>
                </c:pt>
                <c:pt idx="969">
                  <c:v>41975</c:v>
                </c:pt>
                <c:pt idx="970">
                  <c:v>41976</c:v>
                </c:pt>
                <c:pt idx="971">
                  <c:v>41977</c:v>
                </c:pt>
                <c:pt idx="972">
                  <c:v>41978</c:v>
                </c:pt>
                <c:pt idx="973">
                  <c:v>41981</c:v>
                </c:pt>
                <c:pt idx="974">
                  <c:v>41982</c:v>
                </c:pt>
                <c:pt idx="975">
                  <c:v>41983</c:v>
                </c:pt>
                <c:pt idx="976">
                  <c:v>41984</c:v>
                </c:pt>
                <c:pt idx="977">
                  <c:v>41985</c:v>
                </c:pt>
                <c:pt idx="978">
                  <c:v>41988</c:v>
                </c:pt>
                <c:pt idx="979">
                  <c:v>41989</c:v>
                </c:pt>
                <c:pt idx="980">
                  <c:v>41990</c:v>
                </c:pt>
                <c:pt idx="981">
                  <c:v>41991</c:v>
                </c:pt>
                <c:pt idx="982">
                  <c:v>41992</c:v>
                </c:pt>
                <c:pt idx="983">
                  <c:v>41995</c:v>
                </c:pt>
                <c:pt idx="984">
                  <c:v>41996</c:v>
                </c:pt>
                <c:pt idx="985">
                  <c:v>41997</c:v>
                </c:pt>
                <c:pt idx="986">
                  <c:v>41999</c:v>
                </c:pt>
                <c:pt idx="987">
                  <c:v>42002</c:v>
                </c:pt>
                <c:pt idx="988">
                  <c:v>42003</c:v>
                </c:pt>
                <c:pt idx="989">
                  <c:v>42006</c:v>
                </c:pt>
                <c:pt idx="990">
                  <c:v>42009</c:v>
                </c:pt>
                <c:pt idx="991">
                  <c:v>42010</c:v>
                </c:pt>
                <c:pt idx="992">
                  <c:v>42011</c:v>
                </c:pt>
                <c:pt idx="993">
                  <c:v>42012</c:v>
                </c:pt>
                <c:pt idx="994">
                  <c:v>42013</c:v>
                </c:pt>
                <c:pt idx="995">
                  <c:v>42016</c:v>
                </c:pt>
                <c:pt idx="996">
                  <c:v>42017</c:v>
                </c:pt>
                <c:pt idx="997">
                  <c:v>42018</c:v>
                </c:pt>
                <c:pt idx="998">
                  <c:v>42019</c:v>
                </c:pt>
                <c:pt idx="999">
                  <c:v>42020</c:v>
                </c:pt>
                <c:pt idx="1000">
                  <c:v>42023</c:v>
                </c:pt>
                <c:pt idx="1001">
                  <c:v>42024</c:v>
                </c:pt>
                <c:pt idx="1002">
                  <c:v>42025</c:v>
                </c:pt>
                <c:pt idx="1003">
                  <c:v>42026</c:v>
                </c:pt>
                <c:pt idx="1004">
                  <c:v>42027</c:v>
                </c:pt>
                <c:pt idx="1005">
                  <c:v>42030</c:v>
                </c:pt>
                <c:pt idx="1006">
                  <c:v>42031</c:v>
                </c:pt>
                <c:pt idx="1007">
                  <c:v>42032</c:v>
                </c:pt>
                <c:pt idx="1008">
                  <c:v>42033</c:v>
                </c:pt>
                <c:pt idx="1009">
                  <c:v>42034</c:v>
                </c:pt>
                <c:pt idx="1010">
                  <c:v>42037</c:v>
                </c:pt>
                <c:pt idx="1011">
                  <c:v>42038</c:v>
                </c:pt>
                <c:pt idx="1012">
                  <c:v>42039</c:v>
                </c:pt>
                <c:pt idx="1013">
                  <c:v>42040</c:v>
                </c:pt>
                <c:pt idx="1014">
                  <c:v>42041</c:v>
                </c:pt>
                <c:pt idx="1015">
                  <c:v>42044</c:v>
                </c:pt>
                <c:pt idx="1016">
                  <c:v>42045</c:v>
                </c:pt>
                <c:pt idx="1017">
                  <c:v>42046</c:v>
                </c:pt>
                <c:pt idx="1018">
                  <c:v>42047</c:v>
                </c:pt>
                <c:pt idx="1019">
                  <c:v>42048</c:v>
                </c:pt>
                <c:pt idx="1020">
                  <c:v>42051</c:v>
                </c:pt>
                <c:pt idx="1021">
                  <c:v>42052</c:v>
                </c:pt>
                <c:pt idx="1022">
                  <c:v>42058</c:v>
                </c:pt>
                <c:pt idx="1023">
                  <c:v>42059</c:v>
                </c:pt>
                <c:pt idx="1024">
                  <c:v>42060</c:v>
                </c:pt>
                <c:pt idx="1025">
                  <c:v>42061</c:v>
                </c:pt>
                <c:pt idx="1026">
                  <c:v>42062</c:v>
                </c:pt>
                <c:pt idx="1027">
                  <c:v>42065</c:v>
                </c:pt>
                <c:pt idx="1028">
                  <c:v>42066</c:v>
                </c:pt>
                <c:pt idx="1029">
                  <c:v>42067</c:v>
                </c:pt>
                <c:pt idx="1030">
                  <c:v>42068</c:v>
                </c:pt>
                <c:pt idx="1031">
                  <c:v>42069</c:v>
                </c:pt>
                <c:pt idx="1032">
                  <c:v>42072</c:v>
                </c:pt>
                <c:pt idx="1033">
                  <c:v>42073</c:v>
                </c:pt>
                <c:pt idx="1034">
                  <c:v>42074</c:v>
                </c:pt>
                <c:pt idx="1035">
                  <c:v>42075</c:v>
                </c:pt>
                <c:pt idx="1036">
                  <c:v>42076</c:v>
                </c:pt>
                <c:pt idx="1037">
                  <c:v>42079</c:v>
                </c:pt>
                <c:pt idx="1038">
                  <c:v>42080</c:v>
                </c:pt>
                <c:pt idx="1039">
                  <c:v>42081</c:v>
                </c:pt>
                <c:pt idx="1040">
                  <c:v>42082</c:v>
                </c:pt>
                <c:pt idx="1041">
                  <c:v>42083</c:v>
                </c:pt>
                <c:pt idx="1042">
                  <c:v>42086</c:v>
                </c:pt>
                <c:pt idx="1043">
                  <c:v>42087</c:v>
                </c:pt>
                <c:pt idx="1044">
                  <c:v>42088</c:v>
                </c:pt>
                <c:pt idx="1045">
                  <c:v>42089</c:v>
                </c:pt>
                <c:pt idx="1046">
                  <c:v>42090</c:v>
                </c:pt>
                <c:pt idx="1047">
                  <c:v>42093</c:v>
                </c:pt>
                <c:pt idx="1048">
                  <c:v>42094</c:v>
                </c:pt>
                <c:pt idx="1049">
                  <c:v>42095</c:v>
                </c:pt>
                <c:pt idx="1050">
                  <c:v>42096</c:v>
                </c:pt>
                <c:pt idx="1051">
                  <c:v>42097</c:v>
                </c:pt>
                <c:pt idx="1052">
                  <c:v>42100</c:v>
                </c:pt>
                <c:pt idx="1053">
                  <c:v>42101</c:v>
                </c:pt>
                <c:pt idx="1054">
                  <c:v>42102</c:v>
                </c:pt>
                <c:pt idx="1055">
                  <c:v>42103</c:v>
                </c:pt>
                <c:pt idx="1056">
                  <c:v>42104</c:v>
                </c:pt>
                <c:pt idx="1057">
                  <c:v>42107</c:v>
                </c:pt>
                <c:pt idx="1058">
                  <c:v>42108</c:v>
                </c:pt>
                <c:pt idx="1059">
                  <c:v>42109</c:v>
                </c:pt>
                <c:pt idx="1060">
                  <c:v>42110</c:v>
                </c:pt>
                <c:pt idx="1061">
                  <c:v>42111</c:v>
                </c:pt>
                <c:pt idx="1062">
                  <c:v>42114</c:v>
                </c:pt>
                <c:pt idx="1063">
                  <c:v>42115</c:v>
                </c:pt>
                <c:pt idx="1064">
                  <c:v>42116</c:v>
                </c:pt>
                <c:pt idx="1065">
                  <c:v>42117</c:v>
                </c:pt>
                <c:pt idx="1066">
                  <c:v>42118</c:v>
                </c:pt>
                <c:pt idx="1067">
                  <c:v>42121</c:v>
                </c:pt>
                <c:pt idx="1068">
                  <c:v>42122</c:v>
                </c:pt>
                <c:pt idx="1069">
                  <c:v>42123</c:v>
                </c:pt>
                <c:pt idx="1070">
                  <c:v>42124</c:v>
                </c:pt>
                <c:pt idx="1071">
                  <c:v>42128</c:v>
                </c:pt>
                <c:pt idx="1072">
                  <c:v>42130</c:v>
                </c:pt>
                <c:pt idx="1073">
                  <c:v>42131</c:v>
                </c:pt>
                <c:pt idx="1074">
                  <c:v>42132</c:v>
                </c:pt>
                <c:pt idx="1075">
                  <c:v>42135</c:v>
                </c:pt>
                <c:pt idx="1076">
                  <c:v>42136</c:v>
                </c:pt>
                <c:pt idx="1077">
                  <c:v>42137</c:v>
                </c:pt>
                <c:pt idx="1078">
                  <c:v>42138</c:v>
                </c:pt>
                <c:pt idx="1079">
                  <c:v>42139</c:v>
                </c:pt>
                <c:pt idx="1080">
                  <c:v>42142</c:v>
                </c:pt>
                <c:pt idx="1081">
                  <c:v>42143</c:v>
                </c:pt>
                <c:pt idx="1082">
                  <c:v>42144</c:v>
                </c:pt>
                <c:pt idx="1083">
                  <c:v>42145</c:v>
                </c:pt>
                <c:pt idx="1084">
                  <c:v>42146</c:v>
                </c:pt>
                <c:pt idx="1085">
                  <c:v>42150</c:v>
                </c:pt>
                <c:pt idx="1086">
                  <c:v>42151</c:v>
                </c:pt>
                <c:pt idx="1087">
                  <c:v>42152</c:v>
                </c:pt>
                <c:pt idx="1088">
                  <c:v>42153</c:v>
                </c:pt>
                <c:pt idx="1089">
                  <c:v>42156</c:v>
                </c:pt>
                <c:pt idx="1090">
                  <c:v>42157</c:v>
                </c:pt>
                <c:pt idx="1091">
                  <c:v>42158</c:v>
                </c:pt>
                <c:pt idx="1092">
                  <c:v>42159</c:v>
                </c:pt>
                <c:pt idx="1093">
                  <c:v>42160</c:v>
                </c:pt>
                <c:pt idx="1094">
                  <c:v>42163</c:v>
                </c:pt>
                <c:pt idx="1095">
                  <c:v>42164</c:v>
                </c:pt>
                <c:pt idx="1096">
                  <c:v>42165</c:v>
                </c:pt>
                <c:pt idx="1097">
                  <c:v>42166</c:v>
                </c:pt>
                <c:pt idx="1098">
                  <c:v>42167</c:v>
                </c:pt>
                <c:pt idx="1099">
                  <c:v>42170</c:v>
                </c:pt>
                <c:pt idx="1100">
                  <c:v>42171</c:v>
                </c:pt>
                <c:pt idx="1101">
                  <c:v>42172</c:v>
                </c:pt>
                <c:pt idx="1102">
                  <c:v>42173</c:v>
                </c:pt>
                <c:pt idx="1103">
                  <c:v>42174</c:v>
                </c:pt>
                <c:pt idx="1104">
                  <c:v>42177</c:v>
                </c:pt>
                <c:pt idx="1105">
                  <c:v>42178</c:v>
                </c:pt>
                <c:pt idx="1106">
                  <c:v>42179</c:v>
                </c:pt>
                <c:pt idx="1107">
                  <c:v>42180</c:v>
                </c:pt>
                <c:pt idx="1108">
                  <c:v>42181</c:v>
                </c:pt>
                <c:pt idx="1109">
                  <c:v>42184</c:v>
                </c:pt>
                <c:pt idx="1110">
                  <c:v>42185</c:v>
                </c:pt>
                <c:pt idx="1111">
                  <c:v>42186</c:v>
                </c:pt>
                <c:pt idx="1112">
                  <c:v>42187</c:v>
                </c:pt>
                <c:pt idx="1113">
                  <c:v>42188</c:v>
                </c:pt>
                <c:pt idx="1114">
                  <c:v>42191</c:v>
                </c:pt>
                <c:pt idx="1115">
                  <c:v>42192</c:v>
                </c:pt>
                <c:pt idx="1116">
                  <c:v>42193</c:v>
                </c:pt>
                <c:pt idx="1117">
                  <c:v>42194</c:v>
                </c:pt>
                <c:pt idx="1118">
                  <c:v>42195</c:v>
                </c:pt>
                <c:pt idx="1119">
                  <c:v>42198</c:v>
                </c:pt>
                <c:pt idx="1120">
                  <c:v>42199</c:v>
                </c:pt>
                <c:pt idx="1121">
                  <c:v>42200</c:v>
                </c:pt>
                <c:pt idx="1122">
                  <c:v>42201</c:v>
                </c:pt>
                <c:pt idx="1123">
                  <c:v>42202</c:v>
                </c:pt>
                <c:pt idx="1124">
                  <c:v>42205</c:v>
                </c:pt>
                <c:pt idx="1125">
                  <c:v>42206</c:v>
                </c:pt>
                <c:pt idx="1126">
                  <c:v>42207</c:v>
                </c:pt>
                <c:pt idx="1127">
                  <c:v>42208</c:v>
                </c:pt>
                <c:pt idx="1128">
                  <c:v>42209</c:v>
                </c:pt>
                <c:pt idx="1129">
                  <c:v>42212</c:v>
                </c:pt>
                <c:pt idx="1130">
                  <c:v>42213</c:v>
                </c:pt>
                <c:pt idx="1131">
                  <c:v>42214</c:v>
                </c:pt>
                <c:pt idx="1132">
                  <c:v>42215</c:v>
                </c:pt>
                <c:pt idx="1133">
                  <c:v>42216</c:v>
                </c:pt>
                <c:pt idx="1134">
                  <c:v>42219</c:v>
                </c:pt>
                <c:pt idx="1135">
                  <c:v>42220</c:v>
                </c:pt>
                <c:pt idx="1136">
                  <c:v>42221</c:v>
                </c:pt>
                <c:pt idx="1137">
                  <c:v>42222</c:v>
                </c:pt>
                <c:pt idx="1138">
                  <c:v>42223</c:v>
                </c:pt>
                <c:pt idx="1139">
                  <c:v>42226</c:v>
                </c:pt>
                <c:pt idx="1140">
                  <c:v>42227</c:v>
                </c:pt>
                <c:pt idx="1141">
                  <c:v>42228</c:v>
                </c:pt>
                <c:pt idx="1142">
                  <c:v>42229</c:v>
                </c:pt>
                <c:pt idx="1143">
                  <c:v>42233</c:v>
                </c:pt>
                <c:pt idx="1144">
                  <c:v>42234</c:v>
                </c:pt>
                <c:pt idx="1145">
                  <c:v>42235</c:v>
                </c:pt>
                <c:pt idx="1146">
                  <c:v>42236</c:v>
                </c:pt>
                <c:pt idx="1147">
                  <c:v>42237</c:v>
                </c:pt>
                <c:pt idx="1148">
                  <c:v>42240</c:v>
                </c:pt>
                <c:pt idx="1149">
                  <c:v>42241</c:v>
                </c:pt>
                <c:pt idx="1150">
                  <c:v>42242</c:v>
                </c:pt>
                <c:pt idx="1151">
                  <c:v>42243</c:v>
                </c:pt>
                <c:pt idx="1152">
                  <c:v>42244</c:v>
                </c:pt>
                <c:pt idx="1153">
                  <c:v>42247</c:v>
                </c:pt>
                <c:pt idx="1154">
                  <c:v>42248</c:v>
                </c:pt>
                <c:pt idx="1155">
                  <c:v>42249</c:v>
                </c:pt>
                <c:pt idx="1156">
                  <c:v>42250</c:v>
                </c:pt>
                <c:pt idx="1157">
                  <c:v>42251</c:v>
                </c:pt>
                <c:pt idx="1158">
                  <c:v>42254</c:v>
                </c:pt>
                <c:pt idx="1159">
                  <c:v>42255</c:v>
                </c:pt>
                <c:pt idx="1160">
                  <c:v>42256</c:v>
                </c:pt>
                <c:pt idx="1161">
                  <c:v>42257</c:v>
                </c:pt>
                <c:pt idx="1162">
                  <c:v>42258</c:v>
                </c:pt>
                <c:pt idx="1163">
                  <c:v>42261</c:v>
                </c:pt>
                <c:pt idx="1164">
                  <c:v>42262</c:v>
                </c:pt>
                <c:pt idx="1165">
                  <c:v>42263</c:v>
                </c:pt>
                <c:pt idx="1166">
                  <c:v>42264</c:v>
                </c:pt>
                <c:pt idx="1167">
                  <c:v>42265</c:v>
                </c:pt>
                <c:pt idx="1168">
                  <c:v>42268</c:v>
                </c:pt>
                <c:pt idx="1169">
                  <c:v>42269</c:v>
                </c:pt>
                <c:pt idx="1170">
                  <c:v>42270</c:v>
                </c:pt>
                <c:pt idx="1171">
                  <c:v>42271</c:v>
                </c:pt>
                <c:pt idx="1172">
                  <c:v>42272</c:v>
                </c:pt>
                <c:pt idx="1173">
                  <c:v>42277</c:v>
                </c:pt>
                <c:pt idx="1174">
                  <c:v>42278</c:v>
                </c:pt>
                <c:pt idx="1175">
                  <c:v>42279</c:v>
                </c:pt>
                <c:pt idx="1176">
                  <c:v>42282</c:v>
                </c:pt>
                <c:pt idx="1177">
                  <c:v>42283</c:v>
                </c:pt>
                <c:pt idx="1178">
                  <c:v>42284</c:v>
                </c:pt>
                <c:pt idx="1179">
                  <c:v>42285</c:v>
                </c:pt>
                <c:pt idx="1180">
                  <c:v>42289</c:v>
                </c:pt>
                <c:pt idx="1181">
                  <c:v>42290</c:v>
                </c:pt>
                <c:pt idx="1182">
                  <c:v>42291</c:v>
                </c:pt>
                <c:pt idx="1183">
                  <c:v>42292</c:v>
                </c:pt>
                <c:pt idx="1184">
                  <c:v>42293</c:v>
                </c:pt>
                <c:pt idx="1185">
                  <c:v>42296</c:v>
                </c:pt>
                <c:pt idx="1186">
                  <c:v>42297</c:v>
                </c:pt>
                <c:pt idx="1187">
                  <c:v>42298</c:v>
                </c:pt>
                <c:pt idx="1188">
                  <c:v>42299</c:v>
                </c:pt>
                <c:pt idx="1189">
                  <c:v>42300</c:v>
                </c:pt>
                <c:pt idx="1190">
                  <c:v>42303</c:v>
                </c:pt>
                <c:pt idx="1191">
                  <c:v>42304</c:v>
                </c:pt>
                <c:pt idx="1192">
                  <c:v>42305</c:v>
                </c:pt>
                <c:pt idx="1193">
                  <c:v>42306</c:v>
                </c:pt>
                <c:pt idx="1194">
                  <c:v>42307</c:v>
                </c:pt>
                <c:pt idx="1195">
                  <c:v>42310</c:v>
                </c:pt>
                <c:pt idx="1196">
                  <c:v>42311</c:v>
                </c:pt>
                <c:pt idx="1197">
                  <c:v>42312</c:v>
                </c:pt>
                <c:pt idx="1198">
                  <c:v>42313</c:v>
                </c:pt>
                <c:pt idx="1199">
                  <c:v>42314</c:v>
                </c:pt>
                <c:pt idx="1200">
                  <c:v>42317</c:v>
                </c:pt>
                <c:pt idx="1201">
                  <c:v>42318</c:v>
                </c:pt>
                <c:pt idx="1202">
                  <c:v>42319</c:v>
                </c:pt>
                <c:pt idx="1203">
                  <c:v>42320</c:v>
                </c:pt>
                <c:pt idx="1204">
                  <c:v>42321</c:v>
                </c:pt>
                <c:pt idx="1205">
                  <c:v>42324</c:v>
                </c:pt>
                <c:pt idx="1206">
                  <c:v>42325</c:v>
                </c:pt>
                <c:pt idx="1207">
                  <c:v>42326</c:v>
                </c:pt>
                <c:pt idx="1208">
                  <c:v>42327</c:v>
                </c:pt>
                <c:pt idx="1209">
                  <c:v>42328</c:v>
                </c:pt>
                <c:pt idx="1210">
                  <c:v>42331</c:v>
                </c:pt>
                <c:pt idx="1211">
                  <c:v>42332</c:v>
                </c:pt>
                <c:pt idx="1212">
                  <c:v>42333</c:v>
                </c:pt>
                <c:pt idx="1213">
                  <c:v>42334</c:v>
                </c:pt>
                <c:pt idx="1214">
                  <c:v>42335</c:v>
                </c:pt>
                <c:pt idx="1215">
                  <c:v>42338</c:v>
                </c:pt>
                <c:pt idx="1216">
                  <c:v>42339</c:v>
                </c:pt>
                <c:pt idx="1217">
                  <c:v>42340</c:v>
                </c:pt>
                <c:pt idx="1218">
                  <c:v>42341</c:v>
                </c:pt>
                <c:pt idx="1219">
                  <c:v>42342</c:v>
                </c:pt>
                <c:pt idx="1220">
                  <c:v>42345</c:v>
                </c:pt>
                <c:pt idx="1221">
                  <c:v>42346</c:v>
                </c:pt>
                <c:pt idx="1222">
                  <c:v>42347</c:v>
                </c:pt>
                <c:pt idx="1223">
                  <c:v>42348</c:v>
                </c:pt>
                <c:pt idx="1224">
                  <c:v>42349</c:v>
                </c:pt>
                <c:pt idx="1225">
                  <c:v>42352</c:v>
                </c:pt>
                <c:pt idx="1226">
                  <c:v>42353</c:v>
                </c:pt>
                <c:pt idx="1227">
                  <c:v>42354</c:v>
                </c:pt>
                <c:pt idx="1228">
                  <c:v>42355</c:v>
                </c:pt>
                <c:pt idx="1229">
                  <c:v>42356</c:v>
                </c:pt>
                <c:pt idx="1230">
                  <c:v>42359</c:v>
                </c:pt>
                <c:pt idx="1231">
                  <c:v>42360</c:v>
                </c:pt>
                <c:pt idx="1232">
                  <c:v>42361</c:v>
                </c:pt>
                <c:pt idx="1233">
                  <c:v>42362</c:v>
                </c:pt>
                <c:pt idx="1234">
                  <c:v>42366</c:v>
                </c:pt>
                <c:pt idx="1235">
                  <c:v>42367</c:v>
                </c:pt>
                <c:pt idx="1236">
                  <c:v>42368</c:v>
                </c:pt>
                <c:pt idx="1237">
                  <c:v>42373</c:v>
                </c:pt>
                <c:pt idx="1238">
                  <c:v>42374</c:v>
                </c:pt>
                <c:pt idx="1239">
                  <c:v>42375</c:v>
                </c:pt>
                <c:pt idx="1240">
                  <c:v>42376</c:v>
                </c:pt>
                <c:pt idx="1241">
                  <c:v>42377</c:v>
                </c:pt>
                <c:pt idx="1242">
                  <c:v>42380</c:v>
                </c:pt>
                <c:pt idx="1243">
                  <c:v>42381</c:v>
                </c:pt>
                <c:pt idx="1244">
                  <c:v>42382</c:v>
                </c:pt>
                <c:pt idx="1245">
                  <c:v>42383</c:v>
                </c:pt>
                <c:pt idx="1246">
                  <c:v>42384</c:v>
                </c:pt>
                <c:pt idx="1247">
                  <c:v>42387</c:v>
                </c:pt>
                <c:pt idx="1248">
                  <c:v>42388</c:v>
                </c:pt>
                <c:pt idx="1249">
                  <c:v>42389</c:v>
                </c:pt>
                <c:pt idx="1250">
                  <c:v>42390</c:v>
                </c:pt>
                <c:pt idx="1251">
                  <c:v>42391</c:v>
                </c:pt>
                <c:pt idx="1252">
                  <c:v>42394</c:v>
                </c:pt>
                <c:pt idx="1253">
                  <c:v>42395</c:v>
                </c:pt>
                <c:pt idx="1254">
                  <c:v>42396</c:v>
                </c:pt>
                <c:pt idx="1255">
                  <c:v>42397</c:v>
                </c:pt>
                <c:pt idx="1256">
                  <c:v>42398</c:v>
                </c:pt>
                <c:pt idx="1257">
                  <c:v>42401</c:v>
                </c:pt>
                <c:pt idx="1258">
                  <c:v>42402</c:v>
                </c:pt>
                <c:pt idx="1259">
                  <c:v>42403</c:v>
                </c:pt>
                <c:pt idx="1260">
                  <c:v>42404</c:v>
                </c:pt>
                <c:pt idx="1261">
                  <c:v>42405</c:v>
                </c:pt>
                <c:pt idx="1262">
                  <c:v>42411</c:v>
                </c:pt>
                <c:pt idx="1263">
                  <c:v>42412</c:v>
                </c:pt>
                <c:pt idx="1264">
                  <c:v>42415</c:v>
                </c:pt>
                <c:pt idx="1265">
                  <c:v>42416</c:v>
                </c:pt>
                <c:pt idx="1266">
                  <c:v>42417</c:v>
                </c:pt>
                <c:pt idx="1267">
                  <c:v>42418</c:v>
                </c:pt>
                <c:pt idx="1268">
                  <c:v>42419</c:v>
                </c:pt>
                <c:pt idx="1269">
                  <c:v>42422</c:v>
                </c:pt>
                <c:pt idx="1270">
                  <c:v>42423</c:v>
                </c:pt>
                <c:pt idx="1271">
                  <c:v>42424</c:v>
                </c:pt>
                <c:pt idx="1272">
                  <c:v>42425</c:v>
                </c:pt>
                <c:pt idx="1273">
                  <c:v>42426</c:v>
                </c:pt>
                <c:pt idx="1274">
                  <c:v>42429</c:v>
                </c:pt>
                <c:pt idx="1275">
                  <c:v>42431</c:v>
                </c:pt>
                <c:pt idx="1276">
                  <c:v>42432</c:v>
                </c:pt>
                <c:pt idx="1277">
                  <c:v>42433</c:v>
                </c:pt>
                <c:pt idx="1278">
                  <c:v>42436</c:v>
                </c:pt>
                <c:pt idx="1279">
                  <c:v>42437</c:v>
                </c:pt>
                <c:pt idx="1280">
                  <c:v>42438</c:v>
                </c:pt>
                <c:pt idx="1281">
                  <c:v>42439</c:v>
                </c:pt>
                <c:pt idx="1282">
                  <c:v>42440</c:v>
                </c:pt>
                <c:pt idx="1283">
                  <c:v>42443</c:v>
                </c:pt>
                <c:pt idx="1284">
                  <c:v>42444</c:v>
                </c:pt>
                <c:pt idx="1285">
                  <c:v>42445</c:v>
                </c:pt>
                <c:pt idx="1286">
                  <c:v>42446</c:v>
                </c:pt>
                <c:pt idx="1287">
                  <c:v>42447</c:v>
                </c:pt>
                <c:pt idx="1288">
                  <c:v>42450</c:v>
                </c:pt>
                <c:pt idx="1289">
                  <c:v>42451</c:v>
                </c:pt>
                <c:pt idx="1290">
                  <c:v>42452</c:v>
                </c:pt>
                <c:pt idx="1291">
                  <c:v>42453</c:v>
                </c:pt>
                <c:pt idx="1292">
                  <c:v>42454</c:v>
                </c:pt>
                <c:pt idx="1293">
                  <c:v>42457</c:v>
                </c:pt>
                <c:pt idx="1294">
                  <c:v>42458</c:v>
                </c:pt>
                <c:pt idx="1295">
                  <c:v>42459</c:v>
                </c:pt>
                <c:pt idx="1296">
                  <c:v>42460</c:v>
                </c:pt>
                <c:pt idx="1297">
                  <c:v>42461</c:v>
                </c:pt>
                <c:pt idx="1298">
                  <c:v>42464</c:v>
                </c:pt>
                <c:pt idx="1299">
                  <c:v>42465</c:v>
                </c:pt>
                <c:pt idx="1300">
                  <c:v>42466</c:v>
                </c:pt>
                <c:pt idx="1301">
                  <c:v>42467</c:v>
                </c:pt>
                <c:pt idx="1302">
                  <c:v>42468</c:v>
                </c:pt>
                <c:pt idx="1303">
                  <c:v>42471</c:v>
                </c:pt>
                <c:pt idx="1304">
                  <c:v>42472</c:v>
                </c:pt>
                <c:pt idx="1305">
                  <c:v>42474</c:v>
                </c:pt>
                <c:pt idx="1306">
                  <c:v>42475</c:v>
                </c:pt>
                <c:pt idx="1307">
                  <c:v>42478</c:v>
                </c:pt>
                <c:pt idx="1308">
                  <c:v>42479</c:v>
                </c:pt>
                <c:pt idx="1309">
                  <c:v>42480</c:v>
                </c:pt>
                <c:pt idx="1310">
                  <c:v>42481</c:v>
                </c:pt>
                <c:pt idx="1311">
                  <c:v>42482</c:v>
                </c:pt>
                <c:pt idx="1312">
                  <c:v>42485</c:v>
                </c:pt>
                <c:pt idx="1313">
                  <c:v>42486</c:v>
                </c:pt>
                <c:pt idx="1314">
                  <c:v>42487</c:v>
                </c:pt>
                <c:pt idx="1315">
                  <c:v>42488</c:v>
                </c:pt>
                <c:pt idx="1316">
                  <c:v>42489</c:v>
                </c:pt>
                <c:pt idx="1317">
                  <c:v>42492</c:v>
                </c:pt>
                <c:pt idx="1318">
                  <c:v>42493</c:v>
                </c:pt>
                <c:pt idx="1319">
                  <c:v>42494</c:v>
                </c:pt>
                <c:pt idx="1320">
                  <c:v>42499</c:v>
                </c:pt>
                <c:pt idx="1321">
                  <c:v>42500</c:v>
                </c:pt>
                <c:pt idx="1322">
                  <c:v>42501</c:v>
                </c:pt>
                <c:pt idx="1323">
                  <c:v>42502</c:v>
                </c:pt>
                <c:pt idx="1324">
                  <c:v>42503</c:v>
                </c:pt>
                <c:pt idx="1325">
                  <c:v>42506</c:v>
                </c:pt>
                <c:pt idx="1326">
                  <c:v>42507</c:v>
                </c:pt>
                <c:pt idx="1327">
                  <c:v>42508</c:v>
                </c:pt>
                <c:pt idx="1328">
                  <c:v>42509</c:v>
                </c:pt>
                <c:pt idx="1329">
                  <c:v>42510</c:v>
                </c:pt>
                <c:pt idx="1330">
                  <c:v>42513</c:v>
                </c:pt>
                <c:pt idx="1331">
                  <c:v>42514</c:v>
                </c:pt>
                <c:pt idx="1332">
                  <c:v>42515</c:v>
                </c:pt>
                <c:pt idx="1333">
                  <c:v>42516</c:v>
                </c:pt>
                <c:pt idx="1334">
                  <c:v>42517</c:v>
                </c:pt>
                <c:pt idx="1335">
                  <c:v>42520</c:v>
                </c:pt>
                <c:pt idx="1336">
                  <c:v>42521</c:v>
                </c:pt>
                <c:pt idx="1337">
                  <c:v>42522</c:v>
                </c:pt>
                <c:pt idx="1338">
                  <c:v>42523</c:v>
                </c:pt>
                <c:pt idx="1339">
                  <c:v>42524</c:v>
                </c:pt>
                <c:pt idx="1340">
                  <c:v>42528</c:v>
                </c:pt>
                <c:pt idx="1341">
                  <c:v>42529</c:v>
                </c:pt>
                <c:pt idx="1342">
                  <c:v>42530</c:v>
                </c:pt>
                <c:pt idx="1343">
                  <c:v>42531</c:v>
                </c:pt>
                <c:pt idx="1344">
                  <c:v>42534</c:v>
                </c:pt>
                <c:pt idx="1345">
                  <c:v>42535</c:v>
                </c:pt>
                <c:pt idx="1346">
                  <c:v>42536</c:v>
                </c:pt>
                <c:pt idx="1347">
                  <c:v>42537</c:v>
                </c:pt>
                <c:pt idx="1348">
                  <c:v>42538</c:v>
                </c:pt>
                <c:pt idx="1349">
                  <c:v>42541</c:v>
                </c:pt>
                <c:pt idx="1350">
                  <c:v>42542</c:v>
                </c:pt>
                <c:pt idx="1351">
                  <c:v>42543</c:v>
                </c:pt>
                <c:pt idx="1352">
                  <c:v>42544</c:v>
                </c:pt>
                <c:pt idx="1353">
                  <c:v>42545</c:v>
                </c:pt>
                <c:pt idx="1354">
                  <c:v>42548</c:v>
                </c:pt>
                <c:pt idx="1355">
                  <c:v>42549</c:v>
                </c:pt>
                <c:pt idx="1356">
                  <c:v>42550</c:v>
                </c:pt>
                <c:pt idx="1357">
                  <c:v>42551</c:v>
                </c:pt>
                <c:pt idx="1358">
                  <c:v>42552</c:v>
                </c:pt>
                <c:pt idx="1359">
                  <c:v>42555</c:v>
                </c:pt>
                <c:pt idx="1360">
                  <c:v>42556</c:v>
                </c:pt>
                <c:pt idx="1361">
                  <c:v>42557</c:v>
                </c:pt>
                <c:pt idx="1362">
                  <c:v>42558</c:v>
                </c:pt>
                <c:pt idx="1363">
                  <c:v>42559</c:v>
                </c:pt>
                <c:pt idx="1364">
                  <c:v>42562</c:v>
                </c:pt>
                <c:pt idx="1365">
                  <c:v>42563</c:v>
                </c:pt>
                <c:pt idx="1366">
                  <c:v>42564</c:v>
                </c:pt>
                <c:pt idx="1367">
                  <c:v>42565</c:v>
                </c:pt>
                <c:pt idx="1368">
                  <c:v>42566</c:v>
                </c:pt>
                <c:pt idx="1369">
                  <c:v>42569</c:v>
                </c:pt>
                <c:pt idx="1370">
                  <c:v>42570</c:v>
                </c:pt>
                <c:pt idx="1371">
                  <c:v>42571</c:v>
                </c:pt>
                <c:pt idx="1372">
                  <c:v>42572</c:v>
                </c:pt>
                <c:pt idx="1373">
                  <c:v>42573</c:v>
                </c:pt>
                <c:pt idx="1374">
                  <c:v>42576</c:v>
                </c:pt>
                <c:pt idx="1375">
                  <c:v>42577</c:v>
                </c:pt>
                <c:pt idx="1376">
                  <c:v>42578</c:v>
                </c:pt>
                <c:pt idx="1377">
                  <c:v>42579</c:v>
                </c:pt>
                <c:pt idx="1378">
                  <c:v>42580</c:v>
                </c:pt>
                <c:pt idx="1379">
                  <c:v>42583</c:v>
                </c:pt>
                <c:pt idx="1380">
                  <c:v>42584</c:v>
                </c:pt>
                <c:pt idx="1381">
                  <c:v>42585</c:v>
                </c:pt>
                <c:pt idx="1382">
                  <c:v>42586</c:v>
                </c:pt>
                <c:pt idx="1383">
                  <c:v>42587</c:v>
                </c:pt>
                <c:pt idx="1384">
                  <c:v>42590</c:v>
                </c:pt>
                <c:pt idx="1385">
                  <c:v>42591</c:v>
                </c:pt>
                <c:pt idx="1386">
                  <c:v>42592</c:v>
                </c:pt>
                <c:pt idx="1387">
                  <c:v>42593</c:v>
                </c:pt>
                <c:pt idx="1388">
                  <c:v>42594</c:v>
                </c:pt>
                <c:pt idx="1389">
                  <c:v>42598</c:v>
                </c:pt>
                <c:pt idx="1390">
                  <c:v>42599</c:v>
                </c:pt>
                <c:pt idx="1391">
                  <c:v>42600</c:v>
                </c:pt>
                <c:pt idx="1392">
                  <c:v>42601</c:v>
                </c:pt>
                <c:pt idx="1393">
                  <c:v>42604</c:v>
                </c:pt>
                <c:pt idx="1394">
                  <c:v>42605</c:v>
                </c:pt>
                <c:pt idx="1395">
                  <c:v>42606</c:v>
                </c:pt>
                <c:pt idx="1396">
                  <c:v>42607</c:v>
                </c:pt>
                <c:pt idx="1397">
                  <c:v>42608</c:v>
                </c:pt>
                <c:pt idx="1398">
                  <c:v>42611</c:v>
                </c:pt>
                <c:pt idx="1399">
                  <c:v>42612</c:v>
                </c:pt>
                <c:pt idx="1400">
                  <c:v>42613</c:v>
                </c:pt>
                <c:pt idx="1401">
                  <c:v>42614</c:v>
                </c:pt>
                <c:pt idx="1402">
                  <c:v>42615</c:v>
                </c:pt>
                <c:pt idx="1403">
                  <c:v>42618</c:v>
                </c:pt>
                <c:pt idx="1404">
                  <c:v>42619</c:v>
                </c:pt>
                <c:pt idx="1405">
                  <c:v>42620</c:v>
                </c:pt>
                <c:pt idx="1406">
                  <c:v>42621</c:v>
                </c:pt>
                <c:pt idx="1407">
                  <c:v>42622</c:v>
                </c:pt>
                <c:pt idx="1408">
                  <c:v>42625</c:v>
                </c:pt>
                <c:pt idx="1409">
                  <c:v>42626</c:v>
                </c:pt>
                <c:pt idx="1410">
                  <c:v>42632</c:v>
                </c:pt>
                <c:pt idx="1411">
                  <c:v>42633</c:v>
                </c:pt>
                <c:pt idx="1412">
                  <c:v>42634</c:v>
                </c:pt>
                <c:pt idx="1413">
                  <c:v>42635</c:v>
                </c:pt>
                <c:pt idx="1414">
                  <c:v>42636</c:v>
                </c:pt>
                <c:pt idx="1415">
                  <c:v>42639</c:v>
                </c:pt>
                <c:pt idx="1416">
                  <c:v>42640</c:v>
                </c:pt>
                <c:pt idx="1417">
                  <c:v>42641</c:v>
                </c:pt>
                <c:pt idx="1418">
                  <c:v>42642</c:v>
                </c:pt>
                <c:pt idx="1419">
                  <c:v>42643</c:v>
                </c:pt>
                <c:pt idx="1420">
                  <c:v>42647</c:v>
                </c:pt>
                <c:pt idx="1421">
                  <c:v>42648</c:v>
                </c:pt>
                <c:pt idx="1422">
                  <c:v>42649</c:v>
                </c:pt>
                <c:pt idx="1423">
                  <c:v>42650</c:v>
                </c:pt>
                <c:pt idx="1424">
                  <c:v>42653</c:v>
                </c:pt>
                <c:pt idx="1425">
                  <c:v>42654</c:v>
                </c:pt>
                <c:pt idx="1426">
                  <c:v>42655</c:v>
                </c:pt>
                <c:pt idx="1427">
                  <c:v>42656</c:v>
                </c:pt>
                <c:pt idx="1428">
                  <c:v>42657</c:v>
                </c:pt>
                <c:pt idx="1429">
                  <c:v>42660</c:v>
                </c:pt>
                <c:pt idx="1430">
                  <c:v>42661</c:v>
                </c:pt>
                <c:pt idx="1431">
                  <c:v>42662</c:v>
                </c:pt>
                <c:pt idx="1432">
                  <c:v>42663</c:v>
                </c:pt>
                <c:pt idx="1433">
                  <c:v>42664</c:v>
                </c:pt>
                <c:pt idx="1434">
                  <c:v>42667</c:v>
                </c:pt>
                <c:pt idx="1435">
                  <c:v>42668</c:v>
                </c:pt>
                <c:pt idx="1436">
                  <c:v>42669</c:v>
                </c:pt>
                <c:pt idx="1437">
                  <c:v>42670</c:v>
                </c:pt>
                <c:pt idx="1438">
                  <c:v>42671</c:v>
                </c:pt>
                <c:pt idx="1439">
                  <c:v>42674</c:v>
                </c:pt>
                <c:pt idx="1440">
                  <c:v>42675</c:v>
                </c:pt>
                <c:pt idx="1441">
                  <c:v>42676</c:v>
                </c:pt>
                <c:pt idx="1442">
                  <c:v>42677</c:v>
                </c:pt>
                <c:pt idx="1443">
                  <c:v>42678</c:v>
                </c:pt>
                <c:pt idx="1444">
                  <c:v>42681</c:v>
                </c:pt>
                <c:pt idx="1445">
                  <c:v>42682</c:v>
                </c:pt>
                <c:pt idx="1446">
                  <c:v>42683</c:v>
                </c:pt>
                <c:pt idx="1447">
                  <c:v>42684</c:v>
                </c:pt>
                <c:pt idx="1448">
                  <c:v>42685</c:v>
                </c:pt>
                <c:pt idx="1449">
                  <c:v>42688</c:v>
                </c:pt>
                <c:pt idx="1450">
                  <c:v>42689</c:v>
                </c:pt>
                <c:pt idx="1451">
                  <c:v>42690</c:v>
                </c:pt>
                <c:pt idx="1452">
                  <c:v>42691</c:v>
                </c:pt>
                <c:pt idx="1453">
                  <c:v>42692</c:v>
                </c:pt>
                <c:pt idx="1454">
                  <c:v>42695</c:v>
                </c:pt>
                <c:pt idx="1455">
                  <c:v>42696</c:v>
                </c:pt>
                <c:pt idx="1456">
                  <c:v>42697</c:v>
                </c:pt>
                <c:pt idx="1457">
                  <c:v>42698</c:v>
                </c:pt>
                <c:pt idx="1458">
                  <c:v>42699</c:v>
                </c:pt>
                <c:pt idx="1459">
                  <c:v>42702</c:v>
                </c:pt>
                <c:pt idx="1460">
                  <c:v>42703</c:v>
                </c:pt>
                <c:pt idx="1461">
                  <c:v>42704</c:v>
                </c:pt>
                <c:pt idx="1462">
                  <c:v>42705</c:v>
                </c:pt>
                <c:pt idx="1463">
                  <c:v>42706</c:v>
                </c:pt>
                <c:pt idx="1464">
                  <c:v>42709</c:v>
                </c:pt>
                <c:pt idx="1465">
                  <c:v>42710</c:v>
                </c:pt>
                <c:pt idx="1466">
                  <c:v>42711</c:v>
                </c:pt>
                <c:pt idx="1467">
                  <c:v>42712</c:v>
                </c:pt>
                <c:pt idx="1468">
                  <c:v>42713</c:v>
                </c:pt>
                <c:pt idx="1469">
                  <c:v>42716</c:v>
                </c:pt>
                <c:pt idx="1470">
                  <c:v>42717</c:v>
                </c:pt>
                <c:pt idx="1471">
                  <c:v>42718</c:v>
                </c:pt>
                <c:pt idx="1472">
                  <c:v>42719</c:v>
                </c:pt>
                <c:pt idx="1473">
                  <c:v>42720</c:v>
                </c:pt>
                <c:pt idx="1474">
                  <c:v>42723</c:v>
                </c:pt>
                <c:pt idx="1475">
                  <c:v>42724</c:v>
                </c:pt>
                <c:pt idx="1476">
                  <c:v>42725</c:v>
                </c:pt>
                <c:pt idx="1477">
                  <c:v>42726</c:v>
                </c:pt>
                <c:pt idx="1478">
                  <c:v>42727</c:v>
                </c:pt>
                <c:pt idx="1479">
                  <c:v>42730</c:v>
                </c:pt>
                <c:pt idx="1480">
                  <c:v>42731</c:v>
                </c:pt>
                <c:pt idx="1481">
                  <c:v>42732</c:v>
                </c:pt>
                <c:pt idx="1482">
                  <c:v>42733</c:v>
                </c:pt>
                <c:pt idx="1483">
                  <c:v>42737</c:v>
                </c:pt>
                <c:pt idx="1484">
                  <c:v>42738</c:v>
                </c:pt>
                <c:pt idx="1485">
                  <c:v>42739</c:v>
                </c:pt>
                <c:pt idx="1486">
                  <c:v>42740</c:v>
                </c:pt>
                <c:pt idx="1487">
                  <c:v>42741</c:v>
                </c:pt>
                <c:pt idx="1488">
                  <c:v>42744</c:v>
                </c:pt>
                <c:pt idx="1489">
                  <c:v>42745</c:v>
                </c:pt>
                <c:pt idx="1490">
                  <c:v>42746</c:v>
                </c:pt>
                <c:pt idx="1491">
                  <c:v>42747</c:v>
                </c:pt>
                <c:pt idx="1492">
                  <c:v>42748</c:v>
                </c:pt>
                <c:pt idx="1493">
                  <c:v>42751</c:v>
                </c:pt>
                <c:pt idx="1494">
                  <c:v>42752</c:v>
                </c:pt>
                <c:pt idx="1495">
                  <c:v>42753</c:v>
                </c:pt>
                <c:pt idx="1496">
                  <c:v>42754</c:v>
                </c:pt>
                <c:pt idx="1497">
                  <c:v>42755</c:v>
                </c:pt>
                <c:pt idx="1498">
                  <c:v>42758</c:v>
                </c:pt>
                <c:pt idx="1499">
                  <c:v>42759</c:v>
                </c:pt>
                <c:pt idx="1500">
                  <c:v>42760</c:v>
                </c:pt>
                <c:pt idx="1501">
                  <c:v>42761</c:v>
                </c:pt>
                <c:pt idx="1502">
                  <c:v>42766</c:v>
                </c:pt>
                <c:pt idx="1503">
                  <c:v>42767</c:v>
                </c:pt>
                <c:pt idx="1504">
                  <c:v>42768</c:v>
                </c:pt>
                <c:pt idx="1505">
                  <c:v>42769</c:v>
                </c:pt>
                <c:pt idx="1506">
                  <c:v>42772</c:v>
                </c:pt>
                <c:pt idx="1507">
                  <c:v>42773</c:v>
                </c:pt>
                <c:pt idx="1508">
                  <c:v>42774</c:v>
                </c:pt>
                <c:pt idx="1509">
                  <c:v>42775</c:v>
                </c:pt>
                <c:pt idx="1510">
                  <c:v>42776</c:v>
                </c:pt>
                <c:pt idx="1511">
                  <c:v>42779</c:v>
                </c:pt>
                <c:pt idx="1512">
                  <c:v>42780</c:v>
                </c:pt>
                <c:pt idx="1513">
                  <c:v>42781</c:v>
                </c:pt>
                <c:pt idx="1514">
                  <c:v>42782</c:v>
                </c:pt>
                <c:pt idx="1515">
                  <c:v>42783</c:v>
                </c:pt>
                <c:pt idx="1516">
                  <c:v>42786</c:v>
                </c:pt>
                <c:pt idx="1517">
                  <c:v>42787</c:v>
                </c:pt>
                <c:pt idx="1518">
                  <c:v>42788</c:v>
                </c:pt>
                <c:pt idx="1519">
                  <c:v>42789</c:v>
                </c:pt>
                <c:pt idx="1520">
                  <c:v>42790</c:v>
                </c:pt>
                <c:pt idx="1521">
                  <c:v>42793</c:v>
                </c:pt>
                <c:pt idx="1522">
                  <c:v>42794</c:v>
                </c:pt>
                <c:pt idx="1523">
                  <c:v>42796</c:v>
                </c:pt>
                <c:pt idx="1524">
                  <c:v>42797</c:v>
                </c:pt>
                <c:pt idx="1525">
                  <c:v>42800</c:v>
                </c:pt>
                <c:pt idx="1526">
                  <c:v>42801</c:v>
                </c:pt>
                <c:pt idx="1527">
                  <c:v>42802</c:v>
                </c:pt>
                <c:pt idx="1528">
                  <c:v>42803</c:v>
                </c:pt>
                <c:pt idx="1529">
                  <c:v>42804</c:v>
                </c:pt>
                <c:pt idx="1530">
                  <c:v>42807</c:v>
                </c:pt>
                <c:pt idx="1531">
                  <c:v>42808</c:v>
                </c:pt>
                <c:pt idx="1532">
                  <c:v>42809</c:v>
                </c:pt>
                <c:pt idx="1533">
                  <c:v>42810</c:v>
                </c:pt>
                <c:pt idx="1534">
                  <c:v>42811</c:v>
                </c:pt>
                <c:pt idx="1535">
                  <c:v>42814</c:v>
                </c:pt>
                <c:pt idx="1536">
                  <c:v>42815</c:v>
                </c:pt>
                <c:pt idx="1537">
                  <c:v>42816</c:v>
                </c:pt>
                <c:pt idx="1538">
                  <c:v>42817</c:v>
                </c:pt>
                <c:pt idx="1539">
                  <c:v>42818</c:v>
                </c:pt>
                <c:pt idx="1540">
                  <c:v>42821</c:v>
                </c:pt>
                <c:pt idx="1541">
                  <c:v>42822</c:v>
                </c:pt>
                <c:pt idx="1542">
                  <c:v>42823</c:v>
                </c:pt>
                <c:pt idx="1543">
                  <c:v>42824</c:v>
                </c:pt>
                <c:pt idx="1544">
                  <c:v>42825</c:v>
                </c:pt>
                <c:pt idx="1545">
                  <c:v>42828</c:v>
                </c:pt>
                <c:pt idx="1546">
                  <c:v>42829</c:v>
                </c:pt>
                <c:pt idx="1547">
                  <c:v>42830</c:v>
                </c:pt>
                <c:pt idx="1548">
                  <c:v>42831</c:v>
                </c:pt>
                <c:pt idx="1549">
                  <c:v>42832</c:v>
                </c:pt>
                <c:pt idx="1550">
                  <c:v>42835</c:v>
                </c:pt>
                <c:pt idx="1551">
                  <c:v>42836</c:v>
                </c:pt>
                <c:pt idx="1552">
                  <c:v>42837</c:v>
                </c:pt>
                <c:pt idx="1553">
                  <c:v>42838</c:v>
                </c:pt>
                <c:pt idx="1554">
                  <c:v>42839</c:v>
                </c:pt>
                <c:pt idx="1555">
                  <c:v>42842</c:v>
                </c:pt>
                <c:pt idx="1556">
                  <c:v>42843</c:v>
                </c:pt>
                <c:pt idx="1557">
                  <c:v>42844</c:v>
                </c:pt>
                <c:pt idx="1558">
                  <c:v>42845</c:v>
                </c:pt>
                <c:pt idx="1559">
                  <c:v>42846</c:v>
                </c:pt>
                <c:pt idx="1560">
                  <c:v>42849</c:v>
                </c:pt>
                <c:pt idx="1561">
                  <c:v>42850</c:v>
                </c:pt>
                <c:pt idx="1562">
                  <c:v>42851</c:v>
                </c:pt>
                <c:pt idx="1563">
                  <c:v>42852</c:v>
                </c:pt>
                <c:pt idx="1564">
                  <c:v>42853</c:v>
                </c:pt>
                <c:pt idx="1565">
                  <c:v>42857</c:v>
                </c:pt>
                <c:pt idx="1566">
                  <c:v>42859</c:v>
                </c:pt>
                <c:pt idx="1567">
                  <c:v>42863</c:v>
                </c:pt>
                <c:pt idx="1568">
                  <c:v>42865</c:v>
                </c:pt>
                <c:pt idx="1569">
                  <c:v>42866</c:v>
                </c:pt>
                <c:pt idx="1570">
                  <c:v>42867</c:v>
                </c:pt>
                <c:pt idx="1571">
                  <c:v>42870</c:v>
                </c:pt>
                <c:pt idx="1572">
                  <c:v>42871</c:v>
                </c:pt>
                <c:pt idx="1573">
                  <c:v>42872</c:v>
                </c:pt>
                <c:pt idx="1574">
                  <c:v>42873</c:v>
                </c:pt>
                <c:pt idx="1575">
                  <c:v>42874</c:v>
                </c:pt>
                <c:pt idx="1576">
                  <c:v>42877</c:v>
                </c:pt>
                <c:pt idx="1577">
                  <c:v>42878</c:v>
                </c:pt>
                <c:pt idx="1578">
                  <c:v>42879</c:v>
                </c:pt>
                <c:pt idx="1579">
                  <c:v>42880</c:v>
                </c:pt>
                <c:pt idx="1580">
                  <c:v>42881</c:v>
                </c:pt>
                <c:pt idx="1581">
                  <c:v>42884</c:v>
                </c:pt>
                <c:pt idx="1582">
                  <c:v>42885</c:v>
                </c:pt>
                <c:pt idx="1583">
                  <c:v>42886</c:v>
                </c:pt>
                <c:pt idx="1584">
                  <c:v>42887</c:v>
                </c:pt>
                <c:pt idx="1585">
                  <c:v>42888</c:v>
                </c:pt>
                <c:pt idx="1586">
                  <c:v>42891</c:v>
                </c:pt>
                <c:pt idx="1587">
                  <c:v>42893</c:v>
                </c:pt>
                <c:pt idx="1588">
                  <c:v>42894</c:v>
                </c:pt>
                <c:pt idx="1589">
                  <c:v>42895</c:v>
                </c:pt>
                <c:pt idx="1590">
                  <c:v>42898</c:v>
                </c:pt>
                <c:pt idx="1591">
                  <c:v>42899</c:v>
                </c:pt>
                <c:pt idx="1592">
                  <c:v>42900</c:v>
                </c:pt>
                <c:pt idx="1593">
                  <c:v>42901</c:v>
                </c:pt>
                <c:pt idx="1594">
                  <c:v>42902</c:v>
                </c:pt>
                <c:pt idx="1595">
                  <c:v>42905</c:v>
                </c:pt>
                <c:pt idx="1596">
                  <c:v>42906</c:v>
                </c:pt>
                <c:pt idx="1597">
                  <c:v>42907</c:v>
                </c:pt>
                <c:pt idx="1598">
                  <c:v>42908</c:v>
                </c:pt>
                <c:pt idx="1599">
                  <c:v>42909</c:v>
                </c:pt>
                <c:pt idx="1600">
                  <c:v>42912</c:v>
                </c:pt>
                <c:pt idx="1601">
                  <c:v>42913</c:v>
                </c:pt>
                <c:pt idx="1602">
                  <c:v>42914</c:v>
                </c:pt>
                <c:pt idx="1603">
                  <c:v>42915</c:v>
                </c:pt>
                <c:pt idx="1604">
                  <c:v>42916</c:v>
                </c:pt>
                <c:pt idx="1605">
                  <c:v>42919</c:v>
                </c:pt>
                <c:pt idx="1606">
                  <c:v>42920</c:v>
                </c:pt>
                <c:pt idx="1607">
                  <c:v>42921</c:v>
                </c:pt>
                <c:pt idx="1608">
                  <c:v>42922</c:v>
                </c:pt>
                <c:pt idx="1609">
                  <c:v>42923</c:v>
                </c:pt>
                <c:pt idx="1610">
                  <c:v>42926</c:v>
                </c:pt>
                <c:pt idx="1611">
                  <c:v>42927</c:v>
                </c:pt>
                <c:pt idx="1612">
                  <c:v>42928</c:v>
                </c:pt>
                <c:pt idx="1613">
                  <c:v>42929</c:v>
                </c:pt>
                <c:pt idx="1614">
                  <c:v>42930</c:v>
                </c:pt>
                <c:pt idx="1615">
                  <c:v>42933</c:v>
                </c:pt>
                <c:pt idx="1616">
                  <c:v>42934</c:v>
                </c:pt>
                <c:pt idx="1617">
                  <c:v>42935</c:v>
                </c:pt>
                <c:pt idx="1618">
                  <c:v>42936</c:v>
                </c:pt>
                <c:pt idx="1619">
                  <c:v>42937</c:v>
                </c:pt>
                <c:pt idx="1620">
                  <c:v>42940</c:v>
                </c:pt>
                <c:pt idx="1621">
                  <c:v>42941</c:v>
                </c:pt>
                <c:pt idx="1622">
                  <c:v>42942</c:v>
                </c:pt>
                <c:pt idx="1623">
                  <c:v>42943</c:v>
                </c:pt>
                <c:pt idx="1624">
                  <c:v>42944</c:v>
                </c:pt>
                <c:pt idx="1625">
                  <c:v>42947</c:v>
                </c:pt>
                <c:pt idx="1626">
                  <c:v>42948</c:v>
                </c:pt>
                <c:pt idx="1627">
                  <c:v>42949</c:v>
                </c:pt>
                <c:pt idx="1628">
                  <c:v>42950</c:v>
                </c:pt>
                <c:pt idx="1629">
                  <c:v>42951</c:v>
                </c:pt>
                <c:pt idx="1630">
                  <c:v>42954</c:v>
                </c:pt>
                <c:pt idx="1631">
                  <c:v>42955</c:v>
                </c:pt>
                <c:pt idx="1632">
                  <c:v>42956</c:v>
                </c:pt>
                <c:pt idx="1633">
                  <c:v>42957</c:v>
                </c:pt>
                <c:pt idx="1634">
                  <c:v>42958</c:v>
                </c:pt>
                <c:pt idx="1635">
                  <c:v>42961</c:v>
                </c:pt>
                <c:pt idx="1636">
                  <c:v>42963</c:v>
                </c:pt>
                <c:pt idx="1637">
                  <c:v>42964</c:v>
                </c:pt>
                <c:pt idx="1638">
                  <c:v>42965</c:v>
                </c:pt>
                <c:pt idx="1639">
                  <c:v>42968</c:v>
                </c:pt>
                <c:pt idx="1640">
                  <c:v>42969</c:v>
                </c:pt>
                <c:pt idx="1641">
                  <c:v>42970</c:v>
                </c:pt>
                <c:pt idx="1642">
                  <c:v>42971</c:v>
                </c:pt>
                <c:pt idx="1643">
                  <c:v>42972</c:v>
                </c:pt>
                <c:pt idx="1644">
                  <c:v>42975</c:v>
                </c:pt>
                <c:pt idx="1645">
                  <c:v>42976</c:v>
                </c:pt>
                <c:pt idx="1646">
                  <c:v>42977</c:v>
                </c:pt>
                <c:pt idx="1647">
                  <c:v>42978</c:v>
                </c:pt>
                <c:pt idx="1648">
                  <c:v>42979</c:v>
                </c:pt>
                <c:pt idx="1649">
                  <c:v>42982</c:v>
                </c:pt>
                <c:pt idx="1650">
                  <c:v>42983</c:v>
                </c:pt>
                <c:pt idx="1651">
                  <c:v>42984</c:v>
                </c:pt>
                <c:pt idx="1652">
                  <c:v>42985</c:v>
                </c:pt>
                <c:pt idx="1653">
                  <c:v>42986</c:v>
                </c:pt>
                <c:pt idx="1654">
                  <c:v>42989</c:v>
                </c:pt>
                <c:pt idx="1655">
                  <c:v>42990</c:v>
                </c:pt>
                <c:pt idx="1656">
                  <c:v>42991</c:v>
                </c:pt>
                <c:pt idx="1657">
                  <c:v>42992</c:v>
                </c:pt>
                <c:pt idx="1658">
                  <c:v>42993</c:v>
                </c:pt>
                <c:pt idx="1659">
                  <c:v>42996</c:v>
                </c:pt>
                <c:pt idx="1660">
                  <c:v>42997</c:v>
                </c:pt>
                <c:pt idx="1661">
                  <c:v>42998</c:v>
                </c:pt>
                <c:pt idx="1662">
                  <c:v>42999</c:v>
                </c:pt>
                <c:pt idx="1663">
                  <c:v>43000</c:v>
                </c:pt>
                <c:pt idx="1664">
                  <c:v>43003</c:v>
                </c:pt>
                <c:pt idx="1665">
                  <c:v>43004</c:v>
                </c:pt>
                <c:pt idx="1666">
                  <c:v>43005</c:v>
                </c:pt>
                <c:pt idx="1667">
                  <c:v>43006</c:v>
                </c:pt>
                <c:pt idx="1668">
                  <c:v>43007</c:v>
                </c:pt>
                <c:pt idx="1669">
                  <c:v>43018</c:v>
                </c:pt>
                <c:pt idx="1670">
                  <c:v>43019</c:v>
                </c:pt>
                <c:pt idx="1671">
                  <c:v>43020</c:v>
                </c:pt>
                <c:pt idx="1672">
                  <c:v>43021</c:v>
                </c:pt>
                <c:pt idx="1673">
                  <c:v>43024</c:v>
                </c:pt>
                <c:pt idx="1674">
                  <c:v>43025</c:v>
                </c:pt>
                <c:pt idx="1675">
                  <c:v>43026</c:v>
                </c:pt>
                <c:pt idx="1676">
                  <c:v>43027</c:v>
                </c:pt>
                <c:pt idx="1677">
                  <c:v>43028</c:v>
                </c:pt>
                <c:pt idx="1678">
                  <c:v>43031</c:v>
                </c:pt>
                <c:pt idx="1679">
                  <c:v>43032</c:v>
                </c:pt>
                <c:pt idx="1680">
                  <c:v>43033</c:v>
                </c:pt>
                <c:pt idx="1681">
                  <c:v>43034</c:v>
                </c:pt>
                <c:pt idx="1682">
                  <c:v>43035</c:v>
                </c:pt>
                <c:pt idx="1683">
                  <c:v>43038</c:v>
                </c:pt>
                <c:pt idx="1684">
                  <c:v>43039</c:v>
                </c:pt>
                <c:pt idx="1685">
                  <c:v>43040</c:v>
                </c:pt>
                <c:pt idx="1686">
                  <c:v>43041</c:v>
                </c:pt>
                <c:pt idx="1687">
                  <c:v>43042</c:v>
                </c:pt>
                <c:pt idx="1688">
                  <c:v>43045</c:v>
                </c:pt>
                <c:pt idx="1689">
                  <c:v>43046</c:v>
                </c:pt>
                <c:pt idx="1690">
                  <c:v>43047</c:v>
                </c:pt>
                <c:pt idx="1691">
                  <c:v>43048</c:v>
                </c:pt>
                <c:pt idx="1692">
                  <c:v>43049</c:v>
                </c:pt>
                <c:pt idx="1693">
                  <c:v>43052</c:v>
                </c:pt>
                <c:pt idx="1694">
                  <c:v>43053</c:v>
                </c:pt>
                <c:pt idx="1695">
                  <c:v>43054</c:v>
                </c:pt>
                <c:pt idx="1696">
                  <c:v>43055</c:v>
                </c:pt>
                <c:pt idx="1697">
                  <c:v>43056</c:v>
                </c:pt>
                <c:pt idx="1698">
                  <c:v>43059</c:v>
                </c:pt>
                <c:pt idx="1699">
                  <c:v>43060</c:v>
                </c:pt>
                <c:pt idx="1700">
                  <c:v>43061</c:v>
                </c:pt>
                <c:pt idx="1701">
                  <c:v>43062</c:v>
                </c:pt>
                <c:pt idx="1702">
                  <c:v>43063</c:v>
                </c:pt>
                <c:pt idx="1703">
                  <c:v>43066</c:v>
                </c:pt>
                <c:pt idx="1704">
                  <c:v>43067</c:v>
                </c:pt>
                <c:pt idx="1705">
                  <c:v>43068</c:v>
                </c:pt>
                <c:pt idx="1706">
                  <c:v>43069</c:v>
                </c:pt>
                <c:pt idx="1707">
                  <c:v>43070</c:v>
                </c:pt>
                <c:pt idx="1708">
                  <c:v>43073</c:v>
                </c:pt>
                <c:pt idx="1709">
                  <c:v>43074</c:v>
                </c:pt>
                <c:pt idx="1710">
                  <c:v>43075</c:v>
                </c:pt>
                <c:pt idx="1711">
                  <c:v>43076</c:v>
                </c:pt>
                <c:pt idx="1712">
                  <c:v>43077</c:v>
                </c:pt>
                <c:pt idx="1713">
                  <c:v>43080</c:v>
                </c:pt>
                <c:pt idx="1714">
                  <c:v>43081</c:v>
                </c:pt>
                <c:pt idx="1715">
                  <c:v>43082</c:v>
                </c:pt>
                <c:pt idx="1716">
                  <c:v>43083</c:v>
                </c:pt>
                <c:pt idx="1717">
                  <c:v>43084</c:v>
                </c:pt>
                <c:pt idx="1718">
                  <c:v>43087</c:v>
                </c:pt>
                <c:pt idx="1719">
                  <c:v>43088</c:v>
                </c:pt>
                <c:pt idx="1720">
                  <c:v>43089</c:v>
                </c:pt>
                <c:pt idx="1721">
                  <c:v>43090</c:v>
                </c:pt>
                <c:pt idx="1722">
                  <c:v>43091</c:v>
                </c:pt>
                <c:pt idx="1723">
                  <c:v>43095</c:v>
                </c:pt>
                <c:pt idx="1724">
                  <c:v>43096</c:v>
                </c:pt>
                <c:pt idx="1725">
                  <c:v>43097</c:v>
                </c:pt>
                <c:pt idx="1726">
                  <c:v>43102</c:v>
                </c:pt>
                <c:pt idx="1727">
                  <c:v>43103</c:v>
                </c:pt>
                <c:pt idx="1728">
                  <c:v>43104</c:v>
                </c:pt>
                <c:pt idx="1729">
                  <c:v>43105</c:v>
                </c:pt>
                <c:pt idx="1730">
                  <c:v>43108</c:v>
                </c:pt>
                <c:pt idx="1731">
                  <c:v>43109</c:v>
                </c:pt>
                <c:pt idx="1732">
                  <c:v>43110</c:v>
                </c:pt>
                <c:pt idx="1733">
                  <c:v>43111</c:v>
                </c:pt>
                <c:pt idx="1734">
                  <c:v>43112</c:v>
                </c:pt>
                <c:pt idx="1735">
                  <c:v>43115</c:v>
                </c:pt>
                <c:pt idx="1736">
                  <c:v>43116</c:v>
                </c:pt>
                <c:pt idx="1737">
                  <c:v>43117</c:v>
                </c:pt>
                <c:pt idx="1738">
                  <c:v>43118</c:v>
                </c:pt>
                <c:pt idx="1739">
                  <c:v>43119</c:v>
                </c:pt>
                <c:pt idx="1740">
                  <c:v>43122</c:v>
                </c:pt>
                <c:pt idx="1741">
                  <c:v>43123</c:v>
                </c:pt>
                <c:pt idx="1742">
                  <c:v>43124</c:v>
                </c:pt>
                <c:pt idx="1743">
                  <c:v>43125</c:v>
                </c:pt>
                <c:pt idx="1744">
                  <c:v>43126</c:v>
                </c:pt>
                <c:pt idx="1745">
                  <c:v>43129</c:v>
                </c:pt>
                <c:pt idx="1746">
                  <c:v>43130</c:v>
                </c:pt>
                <c:pt idx="1747">
                  <c:v>43131</c:v>
                </c:pt>
                <c:pt idx="1748">
                  <c:v>43132</c:v>
                </c:pt>
                <c:pt idx="1749">
                  <c:v>43133</c:v>
                </c:pt>
                <c:pt idx="1750">
                  <c:v>43136</c:v>
                </c:pt>
                <c:pt idx="1751">
                  <c:v>43137</c:v>
                </c:pt>
                <c:pt idx="1752">
                  <c:v>43138</c:v>
                </c:pt>
                <c:pt idx="1753">
                  <c:v>43139</c:v>
                </c:pt>
                <c:pt idx="1754">
                  <c:v>43140</c:v>
                </c:pt>
                <c:pt idx="1755">
                  <c:v>43143</c:v>
                </c:pt>
                <c:pt idx="1756">
                  <c:v>43144</c:v>
                </c:pt>
                <c:pt idx="1757">
                  <c:v>43145</c:v>
                </c:pt>
                <c:pt idx="1758">
                  <c:v>43150</c:v>
                </c:pt>
                <c:pt idx="1759">
                  <c:v>43151</c:v>
                </c:pt>
                <c:pt idx="1760">
                  <c:v>43152</c:v>
                </c:pt>
                <c:pt idx="1761">
                  <c:v>43153</c:v>
                </c:pt>
                <c:pt idx="1762">
                  <c:v>43154</c:v>
                </c:pt>
                <c:pt idx="1763">
                  <c:v>43157</c:v>
                </c:pt>
                <c:pt idx="1764">
                  <c:v>43158</c:v>
                </c:pt>
                <c:pt idx="1765">
                  <c:v>43159</c:v>
                </c:pt>
                <c:pt idx="1766">
                  <c:v>43161</c:v>
                </c:pt>
                <c:pt idx="1767">
                  <c:v>43164</c:v>
                </c:pt>
                <c:pt idx="1768">
                  <c:v>43165</c:v>
                </c:pt>
                <c:pt idx="1769">
                  <c:v>43166</c:v>
                </c:pt>
                <c:pt idx="1770">
                  <c:v>43167</c:v>
                </c:pt>
                <c:pt idx="1771">
                  <c:v>43168</c:v>
                </c:pt>
                <c:pt idx="1772">
                  <c:v>43171</c:v>
                </c:pt>
                <c:pt idx="1773">
                  <c:v>43172</c:v>
                </c:pt>
                <c:pt idx="1774">
                  <c:v>43173</c:v>
                </c:pt>
                <c:pt idx="1775">
                  <c:v>43174</c:v>
                </c:pt>
                <c:pt idx="1776">
                  <c:v>43175</c:v>
                </c:pt>
                <c:pt idx="1777">
                  <c:v>43178</c:v>
                </c:pt>
                <c:pt idx="1778">
                  <c:v>43179</c:v>
                </c:pt>
                <c:pt idx="1779">
                  <c:v>43180</c:v>
                </c:pt>
                <c:pt idx="1780">
                  <c:v>43181</c:v>
                </c:pt>
                <c:pt idx="1781">
                  <c:v>43182</c:v>
                </c:pt>
                <c:pt idx="1782">
                  <c:v>43185</c:v>
                </c:pt>
                <c:pt idx="1783">
                  <c:v>43186</c:v>
                </c:pt>
                <c:pt idx="1784">
                  <c:v>43187</c:v>
                </c:pt>
                <c:pt idx="1785">
                  <c:v>43188</c:v>
                </c:pt>
                <c:pt idx="1786">
                  <c:v>43189</c:v>
                </c:pt>
                <c:pt idx="1787">
                  <c:v>43192</c:v>
                </c:pt>
                <c:pt idx="1788">
                  <c:v>43193</c:v>
                </c:pt>
                <c:pt idx="1789">
                  <c:v>43194</c:v>
                </c:pt>
                <c:pt idx="1790">
                  <c:v>43195</c:v>
                </c:pt>
                <c:pt idx="1791">
                  <c:v>43196</c:v>
                </c:pt>
                <c:pt idx="1792">
                  <c:v>43199</c:v>
                </c:pt>
                <c:pt idx="1793">
                  <c:v>43200</c:v>
                </c:pt>
                <c:pt idx="1794">
                  <c:v>43201</c:v>
                </c:pt>
                <c:pt idx="1795">
                  <c:v>43202</c:v>
                </c:pt>
                <c:pt idx="1796">
                  <c:v>43203</c:v>
                </c:pt>
                <c:pt idx="1797">
                  <c:v>43206</c:v>
                </c:pt>
                <c:pt idx="1798">
                  <c:v>43207</c:v>
                </c:pt>
                <c:pt idx="1799">
                  <c:v>43208</c:v>
                </c:pt>
                <c:pt idx="1800">
                  <c:v>43209</c:v>
                </c:pt>
                <c:pt idx="1801">
                  <c:v>43210</c:v>
                </c:pt>
                <c:pt idx="1802">
                  <c:v>43213</c:v>
                </c:pt>
                <c:pt idx="1803">
                  <c:v>43214</c:v>
                </c:pt>
                <c:pt idx="1804">
                  <c:v>43215</c:v>
                </c:pt>
                <c:pt idx="1805">
                  <c:v>43216</c:v>
                </c:pt>
                <c:pt idx="1806">
                  <c:v>43217</c:v>
                </c:pt>
                <c:pt idx="1807">
                  <c:v>43220</c:v>
                </c:pt>
                <c:pt idx="1808">
                  <c:v>43222</c:v>
                </c:pt>
                <c:pt idx="1809">
                  <c:v>43223</c:v>
                </c:pt>
                <c:pt idx="1810">
                  <c:v>43224</c:v>
                </c:pt>
                <c:pt idx="1811">
                  <c:v>43228</c:v>
                </c:pt>
                <c:pt idx="1812">
                  <c:v>43229</c:v>
                </c:pt>
                <c:pt idx="1813">
                  <c:v>43230</c:v>
                </c:pt>
                <c:pt idx="1814">
                  <c:v>43231</c:v>
                </c:pt>
                <c:pt idx="1815">
                  <c:v>43234</c:v>
                </c:pt>
                <c:pt idx="1816">
                  <c:v>43235</c:v>
                </c:pt>
                <c:pt idx="1817">
                  <c:v>43236</c:v>
                </c:pt>
                <c:pt idx="1818">
                  <c:v>43237</c:v>
                </c:pt>
                <c:pt idx="1819">
                  <c:v>43238</c:v>
                </c:pt>
                <c:pt idx="1820">
                  <c:v>43241</c:v>
                </c:pt>
                <c:pt idx="1821">
                  <c:v>43243</c:v>
                </c:pt>
                <c:pt idx="1822">
                  <c:v>43244</c:v>
                </c:pt>
                <c:pt idx="1823">
                  <c:v>43245</c:v>
                </c:pt>
                <c:pt idx="1824">
                  <c:v>43248</c:v>
                </c:pt>
                <c:pt idx="1825">
                  <c:v>43249</c:v>
                </c:pt>
                <c:pt idx="1826">
                  <c:v>43250</c:v>
                </c:pt>
                <c:pt idx="1827">
                  <c:v>43251</c:v>
                </c:pt>
                <c:pt idx="1828">
                  <c:v>43252</c:v>
                </c:pt>
                <c:pt idx="1829">
                  <c:v>43255</c:v>
                </c:pt>
                <c:pt idx="1830">
                  <c:v>43256</c:v>
                </c:pt>
                <c:pt idx="1831">
                  <c:v>43258</c:v>
                </c:pt>
                <c:pt idx="1832">
                  <c:v>43259</c:v>
                </c:pt>
                <c:pt idx="1833">
                  <c:v>43262</c:v>
                </c:pt>
                <c:pt idx="1834">
                  <c:v>43263</c:v>
                </c:pt>
                <c:pt idx="1835">
                  <c:v>43265</c:v>
                </c:pt>
                <c:pt idx="1836">
                  <c:v>43266</c:v>
                </c:pt>
                <c:pt idx="1837">
                  <c:v>43269</c:v>
                </c:pt>
                <c:pt idx="1838">
                  <c:v>43270</c:v>
                </c:pt>
                <c:pt idx="1839">
                  <c:v>43271</c:v>
                </c:pt>
                <c:pt idx="1840">
                  <c:v>43272</c:v>
                </c:pt>
                <c:pt idx="1841">
                  <c:v>43273</c:v>
                </c:pt>
                <c:pt idx="1842">
                  <c:v>43276</c:v>
                </c:pt>
                <c:pt idx="1843">
                  <c:v>43277</c:v>
                </c:pt>
                <c:pt idx="1844">
                  <c:v>43278</c:v>
                </c:pt>
                <c:pt idx="1845">
                  <c:v>43279</c:v>
                </c:pt>
                <c:pt idx="1846">
                  <c:v>43280</c:v>
                </c:pt>
                <c:pt idx="1847">
                  <c:v>43283</c:v>
                </c:pt>
                <c:pt idx="1848">
                  <c:v>43284</c:v>
                </c:pt>
                <c:pt idx="1849">
                  <c:v>43285</c:v>
                </c:pt>
                <c:pt idx="1850">
                  <c:v>43286</c:v>
                </c:pt>
                <c:pt idx="1851">
                  <c:v>43287</c:v>
                </c:pt>
                <c:pt idx="1852">
                  <c:v>43290</c:v>
                </c:pt>
                <c:pt idx="1853">
                  <c:v>43291</c:v>
                </c:pt>
                <c:pt idx="1854">
                  <c:v>43292</c:v>
                </c:pt>
                <c:pt idx="1855">
                  <c:v>43293</c:v>
                </c:pt>
                <c:pt idx="1856">
                  <c:v>43294</c:v>
                </c:pt>
                <c:pt idx="1857">
                  <c:v>43297</c:v>
                </c:pt>
                <c:pt idx="1858">
                  <c:v>43298</c:v>
                </c:pt>
                <c:pt idx="1859">
                  <c:v>43299</c:v>
                </c:pt>
                <c:pt idx="1860">
                  <c:v>43300</c:v>
                </c:pt>
                <c:pt idx="1861">
                  <c:v>43301</c:v>
                </c:pt>
                <c:pt idx="1862">
                  <c:v>43304</c:v>
                </c:pt>
                <c:pt idx="1863">
                  <c:v>43305</c:v>
                </c:pt>
                <c:pt idx="1864">
                  <c:v>43306</c:v>
                </c:pt>
                <c:pt idx="1865">
                  <c:v>43307</c:v>
                </c:pt>
                <c:pt idx="1866">
                  <c:v>43308</c:v>
                </c:pt>
                <c:pt idx="1867">
                  <c:v>43311</c:v>
                </c:pt>
                <c:pt idx="1868">
                  <c:v>43312</c:v>
                </c:pt>
                <c:pt idx="1869">
                  <c:v>43313</c:v>
                </c:pt>
                <c:pt idx="1870">
                  <c:v>43314</c:v>
                </c:pt>
                <c:pt idx="1871">
                  <c:v>43315</c:v>
                </c:pt>
                <c:pt idx="1872">
                  <c:v>43318</c:v>
                </c:pt>
                <c:pt idx="1873">
                  <c:v>43319</c:v>
                </c:pt>
                <c:pt idx="1874">
                  <c:v>43320</c:v>
                </c:pt>
                <c:pt idx="1875">
                  <c:v>43321</c:v>
                </c:pt>
                <c:pt idx="1876">
                  <c:v>43322</c:v>
                </c:pt>
                <c:pt idx="1877">
                  <c:v>43325</c:v>
                </c:pt>
                <c:pt idx="1878">
                  <c:v>43326</c:v>
                </c:pt>
                <c:pt idx="1879">
                  <c:v>43328</c:v>
                </c:pt>
                <c:pt idx="1880">
                  <c:v>43329</c:v>
                </c:pt>
                <c:pt idx="1881">
                  <c:v>43332</c:v>
                </c:pt>
                <c:pt idx="1882">
                  <c:v>43333</c:v>
                </c:pt>
                <c:pt idx="1883">
                  <c:v>43334</c:v>
                </c:pt>
                <c:pt idx="1884">
                  <c:v>43335</c:v>
                </c:pt>
                <c:pt idx="1885">
                  <c:v>43336</c:v>
                </c:pt>
                <c:pt idx="1886">
                  <c:v>43339</c:v>
                </c:pt>
                <c:pt idx="1887">
                  <c:v>43340</c:v>
                </c:pt>
                <c:pt idx="1888">
                  <c:v>43341</c:v>
                </c:pt>
                <c:pt idx="1889">
                  <c:v>43342</c:v>
                </c:pt>
                <c:pt idx="1890">
                  <c:v>43343</c:v>
                </c:pt>
                <c:pt idx="1891">
                  <c:v>43346</c:v>
                </c:pt>
                <c:pt idx="1892">
                  <c:v>43347</c:v>
                </c:pt>
                <c:pt idx="1893">
                  <c:v>43348</c:v>
                </c:pt>
                <c:pt idx="1894">
                  <c:v>43349</c:v>
                </c:pt>
                <c:pt idx="1895">
                  <c:v>43350</c:v>
                </c:pt>
                <c:pt idx="1896">
                  <c:v>43353</c:v>
                </c:pt>
                <c:pt idx="1897">
                  <c:v>43354</c:v>
                </c:pt>
                <c:pt idx="1898">
                  <c:v>43355</c:v>
                </c:pt>
                <c:pt idx="1899">
                  <c:v>43356</c:v>
                </c:pt>
                <c:pt idx="1900">
                  <c:v>43357</c:v>
                </c:pt>
                <c:pt idx="1901">
                  <c:v>43360</c:v>
                </c:pt>
                <c:pt idx="1902">
                  <c:v>43361</c:v>
                </c:pt>
                <c:pt idx="1903">
                  <c:v>43362</c:v>
                </c:pt>
                <c:pt idx="1904">
                  <c:v>43363</c:v>
                </c:pt>
                <c:pt idx="1905">
                  <c:v>43364</c:v>
                </c:pt>
                <c:pt idx="1906">
                  <c:v>43370</c:v>
                </c:pt>
                <c:pt idx="1907">
                  <c:v>43371</c:v>
                </c:pt>
                <c:pt idx="1908">
                  <c:v>43374</c:v>
                </c:pt>
                <c:pt idx="1909">
                  <c:v>43375</c:v>
                </c:pt>
                <c:pt idx="1910">
                  <c:v>43377</c:v>
                </c:pt>
                <c:pt idx="1911">
                  <c:v>43378</c:v>
                </c:pt>
                <c:pt idx="1912">
                  <c:v>43381</c:v>
                </c:pt>
                <c:pt idx="1913">
                  <c:v>43383</c:v>
                </c:pt>
                <c:pt idx="1914">
                  <c:v>43384</c:v>
                </c:pt>
                <c:pt idx="1915">
                  <c:v>43385</c:v>
                </c:pt>
                <c:pt idx="1916">
                  <c:v>43388</c:v>
                </c:pt>
                <c:pt idx="1917">
                  <c:v>43389</c:v>
                </c:pt>
                <c:pt idx="1918">
                  <c:v>43390</c:v>
                </c:pt>
                <c:pt idx="1919">
                  <c:v>43391</c:v>
                </c:pt>
                <c:pt idx="1920">
                  <c:v>43392</c:v>
                </c:pt>
                <c:pt idx="1921">
                  <c:v>43395</c:v>
                </c:pt>
                <c:pt idx="1922">
                  <c:v>43396</c:v>
                </c:pt>
                <c:pt idx="1923">
                  <c:v>43397</c:v>
                </c:pt>
                <c:pt idx="1924">
                  <c:v>43398</c:v>
                </c:pt>
                <c:pt idx="1925">
                  <c:v>43399</c:v>
                </c:pt>
                <c:pt idx="1926">
                  <c:v>43402</c:v>
                </c:pt>
                <c:pt idx="1927">
                  <c:v>43403</c:v>
                </c:pt>
                <c:pt idx="1928">
                  <c:v>43404</c:v>
                </c:pt>
                <c:pt idx="1929">
                  <c:v>43405</c:v>
                </c:pt>
                <c:pt idx="1930">
                  <c:v>43406</c:v>
                </c:pt>
                <c:pt idx="1931">
                  <c:v>43409</c:v>
                </c:pt>
                <c:pt idx="1932">
                  <c:v>43410</c:v>
                </c:pt>
                <c:pt idx="1933">
                  <c:v>43411</c:v>
                </c:pt>
                <c:pt idx="1934">
                  <c:v>43412</c:v>
                </c:pt>
                <c:pt idx="1935">
                  <c:v>43413</c:v>
                </c:pt>
                <c:pt idx="1936">
                  <c:v>43416</c:v>
                </c:pt>
                <c:pt idx="1937">
                  <c:v>43417</c:v>
                </c:pt>
                <c:pt idx="1938">
                  <c:v>43418</c:v>
                </c:pt>
                <c:pt idx="1939">
                  <c:v>43419</c:v>
                </c:pt>
                <c:pt idx="1940">
                  <c:v>43420</c:v>
                </c:pt>
                <c:pt idx="1941">
                  <c:v>43423</c:v>
                </c:pt>
                <c:pt idx="1942">
                  <c:v>43424</c:v>
                </c:pt>
                <c:pt idx="1943">
                  <c:v>43425</c:v>
                </c:pt>
                <c:pt idx="1944">
                  <c:v>43426</c:v>
                </c:pt>
                <c:pt idx="1945">
                  <c:v>43427</c:v>
                </c:pt>
                <c:pt idx="1946">
                  <c:v>43430</c:v>
                </c:pt>
                <c:pt idx="1947">
                  <c:v>43431</c:v>
                </c:pt>
                <c:pt idx="1948">
                  <c:v>43432</c:v>
                </c:pt>
                <c:pt idx="1949">
                  <c:v>43433</c:v>
                </c:pt>
                <c:pt idx="1950">
                  <c:v>43434</c:v>
                </c:pt>
                <c:pt idx="1951">
                  <c:v>43437</c:v>
                </c:pt>
                <c:pt idx="1952">
                  <c:v>43438</c:v>
                </c:pt>
                <c:pt idx="1953">
                  <c:v>43439</c:v>
                </c:pt>
                <c:pt idx="1954">
                  <c:v>43440</c:v>
                </c:pt>
                <c:pt idx="1955">
                  <c:v>43441</c:v>
                </c:pt>
                <c:pt idx="1956">
                  <c:v>43444</c:v>
                </c:pt>
                <c:pt idx="1957">
                  <c:v>43445</c:v>
                </c:pt>
                <c:pt idx="1958">
                  <c:v>43446</c:v>
                </c:pt>
                <c:pt idx="1959">
                  <c:v>43447</c:v>
                </c:pt>
                <c:pt idx="1960">
                  <c:v>43448</c:v>
                </c:pt>
                <c:pt idx="1961">
                  <c:v>43451</c:v>
                </c:pt>
                <c:pt idx="1962">
                  <c:v>43452</c:v>
                </c:pt>
                <c:pt idx="1963">
                  <c:v>43453</c:v>
                </c:pt>
                <c:pt idx="1964">
                  <c:v>43454</c:v>
                </c:pt>
                <c:pt idx="1965">
                  <c:v>43455</c:v>
                </c:pt>
                <c:pt idx="1966">
                  <c:v>43458</c:v>
                </c:pt>
                <c:pt idx="1967">
                  <c:v>43460</c:v>
                </c:pt>
                <c:pt idx="1968">
                  <c:v>43461</c:v>
                </c:pt>
                <c:pt idx="1969">
                  <c:v>43462</c:v>
                </c:pt>
                <c:pt idx="1970">
                  <c:v>43467</c:v>
                </c:pt>
                <c:pt idx="1971">
                  <c:v>43468</c:v>
                </c:pt>
                <c:pt idx="1972">
                  <c:v>43469</c:v>
                </c:pt>
                <c:pt idx="1973">
                  <c:v>43472</c:v>
                </c:pt>
                <c:pt idx="1974">
                  <c:v>43473</c:v>
                </c:pt>
                <c:pt idx="1975">
                  <c:v>43474</c:v>
                </c:pt>
                <c:pt idx="1976">
                  <c:v>43475</c:v>
                </c:pt>
                <c:pt idx="1977">
                  <c:v>43476</c:v>
                </c:pt>
                <c:pt idx="1978">
                  <c:v>43479</c:v>
                </c:pt>
                <c:pt idx="1979">
                  <c:v>43480</c:v>
                </c:pt>
                <c:pt idx="1980">
                  <c:v>43481</c:v>
                </c:pt>
                <c:pt idx="1981">
                  <c:v>43482</c:v>
                </c:pt>
                <c:pt idx="1982">
                  <c:v>43483</c:v>
                </c:pt>
                <c:pt idx="1983">
                  <c:v>43486</c:v>
                </c:pt>
                <c:pt idx="1984">
                  <c:v>43487</c:v>
                </c:pt>
                <c:pt idx="1985">
                  <c:v>43488</c:v>
                </c:pt>
                <c:pt idx="1986">
                  <c:v>43489</c:v>
                </c:pt>
                <c:pt idx="1987">
                  <c:v>43490</c:v>
                </c:pt>
                <c:pt idx="1988">
                  <c:v>43493</c:v>
                </c:pt>
                <c:pt idx="1989">
                  <c:v>43494</c:v>
                </c:pt>
                <c:pt idx="1990">
                  <c:v>43495</c:v>
                </c:pt>
                <c:pt idx="1991">
                  <c:v>43496</c:v>
                </c:pt>
                <c:pt idx="1992">
                  <c:v>43497</c:v>
                </c:pt>
                <c:pt idx="1993">
                  <c:v>43503</c:v>
                </c:pt>
                <c:pt idx="1994">
                  <c:v>43504</c:v>
                </c:pt>
                <c:pt idx="1995">
                  <c:v>43507</c:v>
                </c:pt>
                <c:pt idx="1996">
                  <c:v>43508</c:v>
                </c:pt>
                <c:pt idx="1997">
                  <c:v>43509</c:v>
                </c:pt>
                <c:pt idx="1998">
                  <c:v>43510</c:v>
                </c:pt>
                <c:pt idx="1999">
                  <c:v>43511</c:v>
                </c:pt>
                <c:pt idx="2000">
                  <c:v>43514</c:v>
                </c:pt>
                <c:pt idx="2001">
                  <c:v>43515</c:v>
                </c:pt>
                <c:pt idx="2002">
                  <c:v>43516</c:v>
                </c:pt>
                <c:pt idx="2003">
                  <c:v>43517</c:v>
                </c:pt>
                <c:pt idx="2004">
                  <c:v>43518</c:v>
                </c:pt>
                <c:pt idx="2005">
                  <c:v>43521</c:v>
                </c:pt>
                <c:pt idx="2006">
                  <c:v>43522</c:v>
                </c:pt>
                <c:pt idx="2007">
                  <c:v>43523</c:v>
                </c:pt>
                <c:pt idx="2008">
                  <c:v>43524</c:v>
                </c:pt>
                <c:pt idx="2009">
                  <c:v>43528</c:v>
                </c:pt>
                <c:pt idx="2010">
                  <c:v>43529</c:v>
                </c:pt>
                <c:pt idx="2011">
                  <c:v>43530</c:v>
                </c:pt>
                <c:pt idx="2012">
                  <c:v>43531</c:v>
                </c:pt>
                <c:pt idx="2013">
                  <c:v>43532</c:v>
                </c:pt>
                <c:pt idx="2014">
                  <c:v>43535</c:v>
                </c:pt>
                <c:pt idx="2015">
                  <c:v>43536</c:v>
                </c:pt>
                <c:pt idx="2016">
                  <c:v>43537</c:v>
                </c:pt>
                <c:pt idx="2017">
                  <c:v>43538</c:v>
                </c:pt>
                <c:pt idx="2018">
                  <c:v>43539</c:v>
                </c:pt>
                <c:pt idx="2019">
                  <c:v>43542</c:v>
                </c:pt>
                <c:pt idx="2020">
                  <c:v>43543</c:v>
                </c:pt>
                <c:pt idx="2021">
                  <c:v>43544</c:v>
                </c:pt>
                <c:pt idx="2022">
                  <c:v>43545</c:v>
                </c:pt>
                <c:pt idx="2023">
                  <c:v>43546</c:v>
                </c:pt>
                <c:pt idx="2024">
                  <c:v>43549</c:v>
                </c:pt>
                <c:pt idx="2025">
                  <c:v>43550</c:v>
                </c:pt>
                <c:pt idx="2026">
                  <c:v>43551</c:v>
                </c:pt>
                <c:pt idx="2027">
                  <c:v>43552</c:v>
                </c:pt>
                <c:pt idx="2028">
                  <c:v>43553</c:v>
                </c:pt>
                <c:pt idx="2029">
                  <c:v>43556</c:v>
                </c:pt>
                <c:pt idx="2030">
                  <c:v>43557</c:v>
                </c:pt>
                <c:pt idx="2031">
                  <c:v>43558</c:v>
                </c:pt>
                <c:pt idx="2032">
                  <c:v>43559</c:v>
                </c:pt>
                <c:pt idx="2033">
                  <c:v>43560</c:v>
                </c:pt>
                <c:pt idx="2034">
                  <c:v>43563</c:v>
                </c:pt>
                <c:pt idx="2035">
                  <c:v>43564</c:v>
                </c:pt>
                <c:pt idx="2036">
                  <c:v>43565</c:v>
                </c:pt>
                <c:pt idx="2037">
                  <c:v>43566</c:v>
                </c:pt>
                <c:pt idx="2038">
                  <c:v>43567</c:v>
                </c:pt>
                <c:pt idx="2039">
                  <c:v>43570</c:v>
                </c:pt>
                <c:pt idx="2040">
                  <c:v>43571</c:v>
                </c:pt>
                <c:pt idx="2041">
                  <c:v>43572</c:v>
                </c:pt>
                <c:pt idx="2042">
                  <c:v>43573</c:v>
                </c:pt>
                <c:pt idx="2043">
                  <c:v>43574</c:v>
                </c:pt>
                <c:pt idx="2044">
                  <c:v>43577</c:v>
                </c:pt>
                <c:pt idx="2045">
                  <c:v>43578</c:v>
                </c:pt>
                <c:pt idx="2046">
                  <c:v>43579</c:v>
                </c:pt>
                <c:pt idx="2047">
                  <c:v>43580</c:v>
                </c:pt>
                <c:pt idx="2048">
                  <c:v>43581</c:v>
                </c:pt>
                <c:pt idx="2049">
                  <c:v>43584</c:v>
                </c:pt>
                <c:pt idx="2050">
                  <c:v>43585</c:v>
                </c:pt>
                <c:pt idx="2051">
                  <c:v>43587</c:v>
                </c:pt>
                <c:pt idx="2052">
                  <c:v>43588</c:v>
                </c:pt>
                <c:pt idx="2053">
                  <c:v>43592</c:v>
                </c:pt>
                <c:pt idx="2054">
                  <c:v>43593</c:v>
                </c:pt>
                <c:pt idx="2055">
                  <c:v>43594</c:v>
                </c:pt>
                <c:pt idx="2056">
                  <c:v>43595</c:v>
                </c:pt>
                <c:pt idx="2057">
                  <c:v>43598</c:v>
                </c:pt>
                <c:pt idx="2058">
                  <c:v>43599</c:v>
                </c:pt>
                <c:pt idx="2059">
                  <c:v>43600</c:v>
                </c:pt>
                <c:pt idx="2060">
                  <c:v>43601</c:v>
                </c:pt>
                <c:pt idx="2061">
                  <c:v>43602</c:v>
                </c:pt>
                <c:pt idx="2062">
                  <c:v>43605</c:v>
                </c:pt>
                <c:pt idx="2063">
                  <c:v>43606</c:v>
                </c:pt>
                <c:pt idx="2064">
                  <c:v>43607</c:v>
                </c:pt>
                <c:pt idx="2065">
                  <c:v>43608</c:v>
                </c:pt>
                <c:pt idx="2066">
                  <c:v>43609</c:v>
                </c:pt>
                <c:pt idx="2067">
                  <c:v>43612</c:v>
                </c:pt>
                <c:pt idx="2068">
                  <c:v>43613</c:v>
                </c:pt>
                <c:pt idx="2069">
                  <c:v>43614</c:v>
                </c:pt>
                <c:pt idx="2070">
                  <c:v>43615</c:v>
                </c:pt>
                <c:pt idx="2071">
                  <c:v>43616</c:v>
                </c:pt>
                <c:pt idx="2072">
                  <c:v>43619</c:v>
                </c:pt>
                <c:pt idx="2073">
                  <c:v>43620</c:v>
                </c:pt>
                <c:pt idx="2074">
                  <c:v>43621</c:v>
                </c:pt>
                <c:pt idx="2075">
                  <c:v>43623</c:v>
                </c:pt>
                <c:pt idx="2076">
                  <c:v>43626</c:v>
                </c:pt>
                <c:pt idx="2077">
                  <c:v>43627</c:v>
                </c:pt>
                <c:pt idx="2078">
                  <c:v>43628</c:v>
                </c:pt>
                <c:pt idx="2079">
                  <c:v>43629</c:v>
                </c:pt>
                <c:pt idx="2080">
                  <c:v>43630</c:v>
                </c:pt>
                <c:pt idx="2081">
                  <c:v>43633</c:v>
                </c:pt>
                <c:pt idx="2082">
                  <c:v>43634</c:v>
                </c:pt>
                <c:pt idx="2083">
                  <c:v>43635</c:v>
                </c:pt>
                <c:pt idx="2084">
                  <c:v>43636</c:v>
                </c:pt>
                <c:pt idx="2085">
                  <c:v>43637</c:v>
                </c:pt>
                <c:pt idx="2086">
                  <c:v>43640</c:v>
                </c:pt>
                <c:pt idx="2087">
                  <c:v>43641</c:v>
                </c:pt>
                <c:pt idx="2088">
                  <c:v>43642</c:v>
                </c:pt>
                <c:pt idx="2089">
                  <c:v>43643</c:v>
                </c:pt>
                <c:pt idx="2090">
                  <c:v>43644</c:v>
                </c:pt>
                <c:pt idx="2091">
                  <c:v>43647</c:v>
                </c:pt>
                <c:pt idx="2092">
                  <c:v>43648</c:v>
                </c:pt>
                <c:pt idx="2093">
                  <c:v>43649</c:v>
                </c:pt>
                <c:pt idx="2094">
                  <c:v>43650</c:v>
                </c:pt>
                <c:pt idx="2095">
                  <c:v>43651</c:v>
                </c:pt>
                <c:pt idx="2096">
                  <c:v>43654</c:v>
                </c:pt>
                <c:pt idx="2097">
                  <c:v>43655</c:v>
                </c:pt>
                <c:pt idx="2098">
                  <c:v>43656</c:v>
                </c:pt>
                <c:pt idx="2099">
                  <c:v>43657</c:v>
                </c:pt>
                <c:pt idx="2100">
                  <c:v>43658</c:v>
                </c:pt>
                <c:pt idx="2101">
                  <c:v>43661</c:v>
                </c:pt>
                <c:pt idx="2102">
                  <c:v>43662</c:v>
                </c:pt>
                <c:pt idx="2103">
                  <c:v>43663</c:v>
                </c:pt>
                <c:pt idx="2104">
                  <c:v>43664</c:v>
                </c:pt>
                <c:pt idx="2105">
                  <c:v>43665</c:v>
                </c:pt>
                <c:pt idx="2106">
                  <c:v>43668</c:v>
                </c:pt>
                <c:pt idx="2107">
                  <c:v>43669</c:v>
                </c:pt>
                <c:pt idx="2108">
                  <c:v>43670</c:v>
                </c:pt>
                <c:pt idx="2109">
                  <c:v>43671</c:v>
                </c:pt>
                <c:pt idx="2110">
                  <c:v>43672</c:v>
                </c:pt>
                <c:pt idx="2111">
                  <c:v>43675</c:v>
                </c:pt>
                <c:pt idx="2112">
                  <c:v>43676</c:v>
                </c:pt>
                <c:pt idx="2113">
                  <c:v>43677</c:v>
                </c:pt>
                <c:pt idx="2114">
                  <c:v>43678</c:v>
                </c:pt>
                <c:pt idx="2115">
                  <c:v>43679</c:v>
                </c:pt>
                <c:pt idx="2116">
                  <c:v>43682</c:v>
                </c:pt>
                <c:pt idx="2117">
                  <c:v>43683</c:v>
                </c:pt>
                <c:pt idx="2118">
                  <c:v>43684</c:v>
                </c:pt>
                <c:pt idx="2119">
                  <c:v>43685</c:v>
                </c:pt>
                <c:pt idx="2120">
                  <c:v>43686</c:v>
                </c:pt>
                <c:pt idx="2121">
                  <c:v>43689</c:v>
                </c:pt>
                <c:pt idx="2122">
                  <c:v>43690</c:v>
                </c:pt>
                <c:pt idx="2123">
                  <c:v>43691</c:v>
                </c:pt>
                <c:pt idx="2124">
                  <c:v>43693</c:v>
                </c:pt>
                <c:pt idx="2125">
                  <c:v>43696</c:v>
                </c:pt>
                <c:pt idx="2126">
                  <c:v>43697</c:v>
                </c:pt>
                <c:pt idx="2127">
                  <c:v>43698</c:v>
                </c:pt>
                <c:pt idx="2128">
                  <c:v>43699</c:v>
                </c:pt>
                <c:pt idx="2129">
                  <c:v>43700</c:v>
                </c:pt>
                <c:pt idx="2130">
                  <c:v>43703</c:v>
                </c:pt>
                <c:pt idx="2131">
                  <c:v>43704</c:v>
                </c:pt>
                <c:pt idx="2132">
                  <c:v>43705</c:v>
                </c:pt>
                <c:pt idx="2133">
                  <c:v>43706</c:v>
                </c:pt>
                <c:pt idx="2134">
                  <c:v>43707</c:v>
                </c:pt>
                <c:pt idx="2135">
                  <c:v>43710</c:v>
                </c:pt>
                <c:pt idx="2136">
                  <c:v>43711</c:v>
                </c:pt>
                <c:pt idx="2137">
                  <c:v>43712</c:v>
                </c:pt>
                <c:pt idx="2138">
                  <c:v>43713</c:v>
                </c:pt>
                <c:pt idx="2139">
                  <c:v>43714</c:v>
                </c:pt>
                <c:pt idx="2140">
                  <c:v>43717</c:v>
                </c:pt>
                <c:pt idx="2141">
                  <c:v>43718</c:v>
                </c:pt>
                <c:pt idx="2142">
                  <c:v>43719</c:v>
                </c:pt>
                <c:pt idx="2143">
                  <c:v>43724</c:v>
                </c:pt>
                <c:pt idx="2144">
                  <c:v>43725</c:v>
                </c:pt>
                <c:pt idx="2145">
                  <c:v>43726</c:v>
                </c:pt>
                <c:pt idx="2146">
                  <c:v>43727</c:v>
                </c:pt>
                <c:pt idx="2147">
                  <c:v>43728</c:v>
                </c:pt>
                <c:pt idx="2148">
                  <c:v>43731</c:v>
                </c:pt>
                <c:pt idx="2149">
                  <c:v>43732</c:v>
                </c:pt>
                <c:pt idx="2150">
                  <c:v>43733</c:v>
                </c:pt>
                <c:pt idx="2151">
                  <c:v>43734</c:v>
                </c:pt>
                <c:pt idx="2152">
                  <c:v>43735</c:v>
                </c:pt>
                <c:pt idx="2153">
                  <c:v>43738</c:v>
                </c:pt>
                <c:pt idx="2154">
                  <c:v>43739</c:v>
                </c:pt>
                <c:pt idx="2155">
                  <c:v>43740</c:v>
                </c:pt>
                <c:pt idx="2156">
                  <c:v>43742</c:v>
                </c:pt>
                <c:pt idx="2157">
                  <c:v>43745</c:v>
                </c:pt>
                <c:pt idx="2158">
                  <c:v>43746</c:v>
                </c:pt>
                <c:pt idx="2159">
                  <c:v>43748</c:v>
                </c:pt>
                <c:pt idx="2160">
                  <c:v>43749</c:v>
                </c:pt>
                <c:pt idx="2161">
                  <c:v>43752</c:v>
                </c:pt>
                <c:pt idx="2162">
                  <c:v>43753</c:v>
                </c:pt>
                <c:pt idx="2163">
                  <c:v>43754</c:v>
                </c:pt>
                <c:pt idx="2164">
                  <c:v>43755</c:v>
                </c:pt>
                <c:pt idx="2165">
                  <c:v>43756</c:v>
                </c:pt>
                <c:pt idx="2166">
                  <c:v>43759</c:v>
                </c:pt>
                <c:pt idx="2167">
                  <c:v>43760</c:v>
                </c:pt>
                <c:pt idx="2168">
                  <c:v>43761</c:v>
                </c:pt>
                <c:pt idx="2169">
                  <c:v>43762</c:v>
                </c:pt>
                <c:pt idx="2170">
                  <c:v>43763</c:v>
                </c:pt>
                <c:pt idx="2171">
                  <c:v>43766</c:v>
                </c:pt>
                <c:pt idx="2172">
                  <c:v>43767</c:v>
                </c:pt>
                <c:pt idx="2173">
                  <c:v>43768</c:v>
                </c:pt>
                <c:pt idx="2174">
                  <c:v>43769</c:v>
                </c:pt>
                <c:pt idx="2175">
                  <c:v>43770</c:v>
                </c:pt>
                <c:pt idx="2176">
                  <c:v>43773</c:v>
                </c:pt>
                <c:pt idx="2177">
                  <c:v>43774</c:v>
                </c:pt>
                <c:pt idx="2178">
                  <c:v>43775</c:v>
                </c:pt>
                <c:pt idx="2179">
                  <c:v>43776</c:v>
                </c:pt>
                <c:pt idx="2180">
                  <c:v>43777</c:v>
                </c:pt>
                <c:pt idx="2181">
                  <c:v>43780</c:v>
                </c:pt>
                <c:pt idx="2182">
                  <c:v>43781</c:v>
                </c:pt>
                <c:pt idx="2183">
                  <c:v>43782</c:v>
                </c:pt>
                <c:pt idx="2184">
                  <c:v>43783</c:v>
                </c:pt>
                <c:pt idx="2185">
                  <c:v>43784</c:v>
                </c:pt>
                <c:pt idx="2186">
                  <c:v>43787</c:v>
                </c:pt>
                <c:pt idx="2187">
                  <c:v>43788</c:v>
                </c:pt>
                <c:pt idx="2188">
                  <c:v>43789</c:v>
                </c:pt>
                <c:pt idx="2189">
                  <c:v>43790</c:v>
                </c:pt>
                <c:pt idx="2190">
                  <c:v>43791</c:v>
                </c:pt>
                <c:pt idx="2191">
                  <c:v>43794</c:v>
                </c:pt>
                <c:pt idx="2192">
                  <c:v>43795</c:v>
                </c:pt>
                <c:pt idx="2193">
                  <c:v>43796</c:v>
                </c:pt>
                <c:pt idx="2194">
                  <c:v>43797</c:v>
                </c:pt>
                <c:pt idx="2195">
                  <c:v>43798</c:v>
                </c:pt>
                <c:pt idx="2196">
                  <c:v>43801</c:v>
                </c:pt>
                <c:pt idx="2197">
                  <c:v>43802</c:v>
                </c:pt>
                <c:pt idx="2198">
                  <c:v>43803</c:v>
                </c:pt>
                <c:pt idx="2199">
                  <c:v>43804</c:v>
                </c:pt>
                <c:pt idx="2200">
                  <c:v>43805</c:v>
                </c:pt>
                <c:pt idx="2201">
                  <c:v>43808</c:v>
                </c:pt>
                <c:pt idx="2202">
                  <c:v>43809</c:v>
                </c:pt>
                <c:pt idx="2203">
                  <c:v>43810</c:v>
                </c:pt>
                <c:pt idx="2204">
                  <c:v>43811</c:v>
                </c:pt>
                <c:pt idx="2205">
                  <c:v>43812</c:v>
                </c:pt>
                <c:pt idx="2206">
                  <c:v>43815</c:v>
                </c:pt>
                <c:pt idx="2207">
                  <c:v>43816</c:v>
                </c:pt>
                <c:pt idx="2208">
                  <c:v>43817</c:v>
                </c:pt>
                <c:pt idx="2209">
                  <c:v>43818</c:v>
                </c:pt>
                <c:pt idx="2210">
                  <c:v>43819</c:v>
                </c:pt>
                <c:pt idx="2211">
                  <c:v>43822</c:v>
                </c:pt>
                <c:pt idx="2212">
                  <c:v>43823</c:v>
                </c:pt>
                <c:pt idx="2213">
                  <c:v>43825</c:v>
                </c:pt>
                <c:pt idx="2214">
                  <c:v>43826</c:v>
                </c:pt>
                <c:pt idx="2215">
                  <c:v>43829</c:v>
                </c:pt>
                <c:pt idx="2216">
                  <c:v>43832</c:v>
                </c:pt>
                <c:pt idx="2217">
                  <c:v>43833</c:v>
                </c:pt>
                <c:pt idx="2218">
                  <c:v>43836</c:v>
                </c:pt>
                <c:pt idx="2219">
                  <c:v>43837</c:v>
                </c:pt>
                <c:pt idx="2220">
                  <c:v>43838</c:v>
                </c:pt>
                <c:pt idx="2221">
                  <c:v>43839</c:v>
                </c:pt>
                <c:pt idx="2222">
                  <c:v>43840</c:v>
                </c:pt>
                <c:pt idx="2223">
                  <c:v>43843</c:v>
                </c:pt>
                <c:pt idx="2224">
                  <c:v>43844</c:v>
                </c:pt>
                <c:pt idx="2225">
                  <c:v>43845</c:v>
                </c:pt>
                <c:pt idx="2226">
                  <c:v>43846</c:v>
                </c:pt>
                <c:pt idx="2227">
                  <c:v>43847</c:v>
                </c:pt>
                <c:pt idx="2228">
                  <c:v>43850</c:v>
                </c:pt>
                <c:pt idx="2229">
                  <c:v>43851</c:v>
                </c:pt>
                <c:pt idx="2230">
                  <c:v>43852</c:v>
                </c:pt>
                <c:pt idx="2231">
                  <c:v>43853</c:v>
                </c:pt>
                <c:pt idx="2232">
                  <c:v>43858</c:v>
                </c:pt>
                <c:pt idx="2233">
                  <c:v>43859</c:v>
                </c:pt>
                <c:pt idx="2234">
                  <c:v>43860</c:v>
                </c:pt>
                <c:pt idx="2235">
                  <c:v>43861</c:v>
                </c:pt>
                <c:pt idx="2236">
                  <c:v>43864</c:v>
                </c:pt>
                <c:pt idx="2237">
                  <c:v>43865</c:v>
                </c:pt>
                <c:pt idx="2238">
                  <c:v>43866</c:v>
                </c:pt>
                <c:pt idx="2239">
                  <c:v>43867</c:v>
                </c:pt>
                <c:pt idx="2240">
                  <c:v>43868</c:v>
                </c:pt>
                <c:pt idx="2241">
                  <c:v>43871</c:v>
                </c:pt>
                <c:pt idx="2242">
                  <c:v>43872</c:v>
                </c:pt>
                <c:pt idx="2243">
                  <c:v>43873</c:v>
                </c:pt>
                <c:pt idx="2244">
                  <c:v>43874</c:v>
                </c:pt>
                <c:pt idx="2245">
                  <c:v>43875</c:v>
                </c:pt>
                <c:pt idx="2246">
                  <c:v>43878</c:v>
                </c:pt>
                <c:pt idx="2247">
                  <c:v>43879</c:v>
                </c:pt>
                <c:pt idx="2248">
                  <c:v>43880</c:v>
                </c:pt>
                <c:pt idx="2249">
                  <c:v>43881</c:v>
                </c:pt>
                <c:pt idx="2250">
                  <c:v>43882</c:v>
                </c:pt>
                <c:pt idx="2251">
                  <c:v>43885</c:v>
                </c:pt>
                <c:pt idx="2252">
                  <c:v>43886</c:v>
                </c:pt>
                <c:pt idx="2253">
                  <c:v>43887</c:v>
                </c:pt>
                <c:pt idx="2254">
                  <c:v>43888</c:v>
                </c:pt>
                <c:pt idx="2255">
                  <c:v>43889</c:v>
                </c:pt>
                <c:pt idx="2256">
                  <c:v>43892</c:v>
                </c:pt>
                <c:pt idx="2257">
                  <c:v>43893</c:v>
                </c:pt>
                <c:pt idx="2258">
                  <c:v>43894</c:v>
                </c:pt>
                <c:pt idx="2259">
                  <c:v>43895</c:v>
                </c:pt>
                <c:pt idx="2260">
                  <c:v>43896</c:v>
                </c:pt>
                <c:pt idx="2261">
                  <c:v>43899</c:v>
                </c:pt>
                <c:pt idx="2262">
                  <c:v>43900</c:v>
                </c:pt>
                <c:pt idx="2263">
                  <c:v>43901</c:v>
                </c:pt>
                <c:pt idx="2264">
                  <c:v>43902</c:v>
                </c:pt>
                <c:pt idx="2265">
                  <c:v>43903</c:v>
                </c:pt>
                <c:pt idx="2266">
                  <c:v>43906</c:v>
                </c:pt>
                <c:pt idx="2267">
                  <c:v>43907</c:v>
                </c:pt>
                <c:pt idx="2268">
                  <c:v>43908</c:v>
                </c:pt>
                <c:pt idx="2269">
                  <c:v>43909</c:v>
                </c:pt>
                <c:pt idx="2270">
                  <c:v>43910</c:v>
                </c:pt>
                <c:pt idx="2271">
                  <c:v>43913</c:v>
                </c:pt>
                <c:pt idx="2272">
                  <c:v>43914</c:v>
                </c:pt>
                <c:pt idx="2273">
                  <c:v>43915</c:v>
                </c:pt>
                <c:pt idx="2274">
                  <c:v>43916</c:v>
                </c:pt>
                <c:pt idx="2275">
                  <c:v>43917</c:v>
                </c:pt>
                <c:pt idx="2276">
                  <c:v>43920</c:v>
                </c:pt>
                <c:pt idx="2277">
                  <c:v>43921</c:v>
                </c:pt>
              </c:numCache>
            </c:numRef>
          </c:cat>
          <c:val>
            <c:numRef>
              <c:f>Sheet2!$C$2735:$C$5012</c:f>
              <c:numCache>
                <c:formatCode>#,##0.00</c:formatCode>
                <c:ptCount val="2278"/>
                <c:pt idx="0">
                  <c:v>271.19</c:v>
                </c:pt>
                <c:pt idx="1">
                  <c:v>273.81</c:v>
                </c:pt>
                <c:pt idx="2">
                  <c:v>275.77999999999997</c:v>
                </c:pt>
                <c:pt idx="3">
                  <c:v>275.35000000000002</c:v>
                </c:pt>
                <c:pt idx="4">
                  <c:v>274.72000000000003</c:v>
                </c:pt>
                <c:pt idx="5">
                  <c:v>275.61</c:v>
                </c:pt>
                <c:pt idx="6">
                  <c:v>273.99</c:v>
                </c:pt>
                <c:pt idx="7">
                  <c:v>275.10000000000002</c:v>
                </c:pt>
                <c:pt idx="8">
                  <c:v>276.17</c:v>
                </c:pt>
                <c:pt idx="9">
                  <c:v>275.52</c:v>
                </c:pt>
                <c:pt idx="10">
                  <c:v>278.17</c:v>
                </c:pt>
                <c:pt idx="11">
                  <c:v>277.05</c:v>
                </c:pt>
                <c:pt idx="12">
                  <c:v>276.60000000000002</c:v>
                </c:pt>
                <c:pt idx="13">
                  <c:v>279.25</c:v>
                </c:pt>
                <c:pt idx="14">
                  <c:v>277.75</c:v>
                </c:pt>
                <c:pt idx="15">
                  <c:v>272.67</c:v>
                </c:pt>
                <c:pt idx="16">
                  <c:v>274.5</c:v>
                </c:pt>
                <c:pt idx="17">
                  <c:v>275.18</c:v>
                </c:pt>
                <c:pt idx="18">
                  <c:v>278.81</c:v>
                </c:pt>
                <c:pt idx="19">
                  <c:v>279.2</c:v>
                </c:pt>
                <c:pt idx="20">
                  <c:v>278.45</c:v>
                </c:pt>
                <c:pt idx="21">
                  <c:v>273.12</c:v>
                </c:pt>
                <c:pt idx="22">
                  <c:v>273.45</c:v>
                </c:pt>
                <c:pt idx="23">
                  <c:v>274.89999999999998</c:v>
                </c:pt>
                <c:pt idx="24">
                  <c:v>273.16000000000003</c:v>
                </c:pt>
                <c:pt idx="25">
                  <c:v>269.89999999999998</c:v>
                </c:pt>
                <c:pt idx="26">
                  <c:v>264.57</c:v>
                </c:pt>
                <c:pt idx="27">
                  <c:v>260.39999999999998</c:v>
                </c:pt>
                <c:pt idx="28">
                  <c:v>266.02</c:v>
                </c:pt>
                <c:pt idx="29">
                  <c:v>265.39999999999998</c:v>
                </c:pt>
                <c:pt idx="30">
                  <c:v>262.56</c:v>
                </c:pt>
                <c:pt idx="31">
                  <c:v>261.23</c:v>
                </c:pt>
                <c:pt idx="32">
                  <c:v>265.8</c:v>
                </c:pt>
                <c:pt idx="33">
                  <c:v>264.55</c:v>
                </c:pt>
                <c:pt idx="34">
                  <c:v>260.13</c:v>
                </c:pt>
                <c:pt idx="35">
                  <c:v>259.20999999999998</c:v>
                </c:pt>
                <c:pt idx="36">
                  <c:v>257.69</c:v>
                </c:pt>
                <c:pt idx="37">
                  <c:v>259.27999999999997</c:v>
                </c:pt>
                <c:pt idx="38">
                  <c:v>256.36</c:v>
                </c:pt>
                <c:pt idx="39">
                  <c:v>254.96</c:v>
                </c:pt>
                <c:pt idx="40">
                  <c:v>260.48</c:v>
                </c:pt>
                <c:pt idx="41">
                  <c:v>265.42</c:v>
                </c:pt>
                <c:pt idx="42">
                  <c:v>261.44</c:v>
                </c:pt>
                <c:pt idx="43">
                  <c:v>263.33</c:v>
                </c:pt>
                <c:pt idx="44">
                  <c:v>263.8</c:v>
                </c:pt>
                <c:pt idx="45">
                  <c:v>260.58999999999997</c:v>
                </c:pt>
                <c:pt idx="46">
                  <c:v>256.83</c:v>
                </c:pt>
                <c:pt idx="47">
                  <c:v>260.69</c:v>
                </c:pt>
                <c:pt idx="48">
                  <c:v>254.29</c:v>
                </c:pt>
                <c:pt idx="49">
                  <c:v>259.44</c:v>
                </c:pt>
                <c:pt idx="50">
                  <c:v>259.8</c:v>
                </c:pt>
                <c:pt idx="51">
                  <c:v>262.39</c:v>
                </c:pt>
                <c:pt idx="52">
                  <c:v>264.89</c:v>
                </c:pt>
                <c:pt idx="53">
                  <c:v>266.05</c:v>
                </c:pt>
                <c:pt idx="54">
                  <c:v>265.67</c:v>
                </c:pt>
                <c:pt idx="55">
                  <c:v>268.93</c:v>
                </c:pt>
                <c:pt idx="56">
                  <c:v>271.66000000000003</c:v>
                </c:pt>
                <c:pt idx="57">
                  <c:v>272.13</c:v>
                </c:pt>
                <c:pt idx="58">
                  <c:v>274.22000000000003</c:v>
                </c:pt>
                <c:pt idx="59">
                  <c:v>277.04000000000002</c:v>
                </c:pt>
                <c:pt idx="60">
                  <c:v>278.87</c:v>
                </c:pt>
                <c:pt idx="61">
                  <c:v>280.73</c:v>
                </c:pt>
                <c:pt idx="62">
                  <c:v>280.01</c:v>
                </c:pt>
                <c:pt idx="63">
                  <c:v>282.02999999999997</c:v>
                </c:pt>
                <c:pt idx="64">
                  <c:v>281.35000000000002</c:v>
                </c:pt>
                <c:pt idx="65">
                  <c:v>280.45</c:v>
                </c:pt>
                <c:pt idx="66">
                  <c:v>281.05</c:v>
                </c:pt>
                <c:pt idx="67">
                  <c:v>280.49</c:v>
                </c:pt>
                <c:pt idx="68">
                  <c:v>276.13</c:v>
                </c:pt>
                <c:pt idx="69">
                  <c:v>280.68</c:v>
                </c:pt>
                <c:pt idx="70">
                  <c:v>283.14999999999998</c:v>
                </c:pt>
                <c:pt idx="71">
                  <c:v>282.8</c:v>
                </c:pt>
                <c:pt idx="72">
                  <c:v>282.14</c:v>
                </c:pt>
                <c:pt idx="73">
                  <c:v>280.43</c:v>
                </c:pt>
                <c:pt idx="74">
                  <c:v>287.19</c:v>
                </c:pt>
                <c:pt idx="75">
                  <c:v>291.16000000000003</c:v>
                </c:pt>
                <c:pt idx="76">
                  <c:v>290.83999999999997</c:v>
                </c:pt>
                <c:pt idx="77">
                  <c:v>292.69</c:v>
                </c:pt>
                <c:pt idx="78">
                  <c:v>291.38</c:v>
                </c:pt>
                <c:pt idx="79">
                  <c:v>292.08</c:v>
                </c:pt>
                <c:pt idx="80">
                  <c:v>292.14999999999998</c:v>
                </c:pt>
                <c:pt idx="81">
                  <c:v>290.39</c:v>
                </c:pt>
                <c:pt idx="82">
                  <c:v>295.35000000000002</c:v>
                </c:pt>
                <c:pt idx="83">
                  <c:v>291.64999999999998</c:v>
                </c:pt>
                <c:pt idx="84">
                  <c:v>288.45999999999998</c:v>
                </c:pt>
                <c:pt idx="85">
                  <c:v>283.68</c:v>
                </c:pt>
                <c:pt idx="86">
                  <c:v>282.58999999999997</c:v>
                </c:pt>
                <c:pt idx="87">
                  <c:v>286.3</c:v>
                </c:pt>
                <c:pt idx="88">
                  <c:v>280.02</c:v>
                </c:pt>
                <c:pt idx="89">
                  <c:v>279.58999999999997</c:v>
                </c:pt>
                <c:pt idx="90">
                  <c:v>277.22000000000003</c:v>
                </c:pt>
                <c:pt idx="91">
                  <c:v>277.14999999999998</c:v>
                </c:pt>
                <c:pt idx="92">
                  <c:v>281.76</c:v>
                </c:pt>
                <c:pt idx="93">
                  <c:v>276.47000000000003</c:v>
                </c:pt>
                <c:pt idx="94">
                  <c:v>278.58999999999997</c:v>
                </c:pt>
                <c:pt idx="95">
                  <c:v>271.19</c:v>
                </c:pt>
                <c:pt idx="96">
                  <c:v>271.77999999999997</c:v>
                </c:pt>
                <c:pt idx="97">
                  <c:v>268.62</c:v>
                </c:pt>
                <c:pt idx="98">
                  <c:v>276.33</c:v>
                </c:pt>
                <c:pt idx="99">
                  <c:v>277.35000000000002</c:v>
                </c:pt>
                <c:pt idx="100">
                  <c:v>276.32</c:v>
                </c:pt>
                <c:pt idx="101">
                  <c:v>282.76</c:v>
                </c:pt>
                <c:pt idx="102">
                  <c:v>282.75</c:v>
                </c:pt>
                <c:pt idx="103">
                  <c:v>278.76</c:v>
                </c:pt>
                <c:pt idx="104">
                  <c:v>278.83999999999997</c:v>
                </c:pt>
                <c:pt idx="105">
                  <c:v>276.97000000000003</c:v>
                </c:pt>
                <c:pt idx="106">
                  <c:v>274.45999999999998</c:v>
                </c:pt>
                <c:pt idx="107">
                  <c:v>272.44</c:v>
                </c:pt>
                <c:pt idx="108">
                  <c:v>269.04000000000002</c:v>
                </c:pt>
                <c:pt idx="109">
                  <c:v>269.79000000000002</c:v>
                </c:pt>
                <c:pt idx="110">
                  <c:v>273.67</c:v>
                </c:pt>
                <c:pt idx="111">
                  <c:v>274.52999999999997</c:v>
                </c:pt>
                <c:pt idx="112">
                  <c:v>268.88</c:v>
                </c:pt>
                <c:pt idx="113">
                  <c:v>266.22000000000003</c:v>
                </c:pt>
                <c:pt idx="114">
                  <c:v>264.39</c:v>
                </c:pt>
                <c:pt idx="115">
                  <c:v>268.64999999999998</c:v>
                </c:pt>
                <c:pt idx="116">
                  <c:v>270.70999999999998</c:v>
                </c:pt>
                <c:pt idx="117">
                  <c:v>269.33999999999997</c:v>
                </c:pt>
                <c:pt idx="118">
                  <c:v>274.31</c:v>
                </c:pt>
                <c:pt idx="119">
                  <c:v>271.44</c:v>
                </c:pt>
                <c:pt idx="120">
                  <c:v>270.41000000000003</c:v>
                </c:pt>
                <c:pt idx="121">
                  <c:v>274.61</c:v>
                </c:pt>
                <c:pt idx="122">
                  <c:v>275.17</c:v>
                </c:pt>
                <c:pt idx="123">
                  <c:v>278.77</c:v>
                </c:pt>
                <c:pt idx="124">
                  <c:v>281.67</c:v>
                </c:pt>
                <c:pt idx="125">
                  <c:v>283.88</c:v>
                </c:pt>
                <c:pt idx="126">
                  <c:v>285.12</c:v>
                </c:pt>
                <c:pt idx="127">
                  <c:v>286.07</c:v>
                </c:pt>
                <c:pt idx="128">
                  <c:v>286.05</c:v>
                </c:pt>
                <c:pt idx="129">
                  <c:v>282.45999999999998</c:v>
                </c:pt>
                <c:pt idx="130">
                  <c:v>275.89999999999998</c:v>
                </c:pt>
                <c:pt idx="131">
                  <c:v>278.32</c:v>
                </c:pt>
                <c:pt idx="132">
                  <c:v>278.02999999999997</c:v>
                </c:pt>
                <c:pt idx="133">
                  <c:v>279.58999999999997</c:v>
                </c:pt>
                <c:pt idx="134">
                  <c:v>276.70999999999998</c:v>
                </c:pt>
                <c:pt idx="135">
                  <c:v>276.58</c:v>
                </c:pt>
                <c:pt idx="136">
                  <c:v>280.41000000000003</c:v>
                </c:pt>
                <c:pt idx="137">
                  <c:v>279.2</c:v>
                </c:pt>
                <c:pt idx="138">
                  <c:v>282.58999999999997</c:v>
                </c:pt>
                <c:pt idx="139">
                  <c:v>279.66000000000003</c:v>
                </c:pt>
                <c:pt idx="140">
                  <c:v>282.04000000000002</c:v>
                </c:pt>
                <c:pt idx="141">
                  <c:v>282.7</c:v>
                </c:pt>
                <c:pt idx="142">
                  <c:v>280.04000000000002</c:v>
                </c:pt>
                <c:pt idx="143">
                  <c:v>277.11</c:v>
                </c:pt>
                <c:pt idx="144">
                  <c:v>282.36</c:v>
                </c:pt>
                <c:pt idx="145">
                  <c:v>275.39999999999998</c:v>
                </c:pt>
                <c:pt idx="146">
                  <c:v>267.8</c:v>
                </c:pt>
                <c:pt idx="147">
                  <c:v>261.54000000000002</c:v>
                </c:pt>
                <c:pt idx="148">
                  <c:v>251.9</c:v>
                </c:pt>
                <c:pt idx="149">
                  <c:v>242.45</c:v>
                </c:pt>
                <c:pt idx="150">
                  <c:v>233.52</c:v>
                </c:pt>
                <c:pt idx="151">
                  <c:v>233.23</c:v>
                </c:pt>
                <c:pt idx="152">
                  <c:v>234.14</c:v>
                </c:pt>
                <c:pt idx="153">
                  <c:v>230.38</c:v>
                </c:pt>
                <c:pt idx="154">
                  <c:v>242.23</c:v>
                </c:pt>
                <c:pt idx="155">
                  <c:v>243.43</c:v>
                </c:pt>
                <c:pt idx="156">
                  <c:v>238.31</c:v>
                </c:pt>
                <c:pt idx="157">
                  <c:v>222.98</c:v>
                </c:pt>
                <c:pt idx="158">
                  <c:v>219.15</c:v>
                </c:pt>
                <c:pt idx="159">
                  <c:v>228.12</c:v>
                </c:pt>
                <c:pt idx="160">
                  <c:v>225.14</c:v>
                </c:pt>
                <c:pt idx="161">
                  <c:v>227.02</c:v>
                </c:pt>
                <c:pt idx="162">
                  <c:v>229</c:v>
                </c:pt>
                <c:pt idx="163">
                  <c:v>235.78</c:v>
                </c:pt>
                <c:pt idx="164">
                  <c:v>237.64</c:v>
                </c:pt>
                <c:pt idx="165">
                  <c:v>242.16</c:v>
                </c:pt>
                <c:pt idx="166">
                  <c:v>242.37</c:v>
                </c:pt>
                <c:pt idx="167">
                  <c:v>240.16</c:v>
                </c:pt>
                <c:pt idx="168">
                  <c:v>228.89</c:v>
                </c:pt>
                <c:pt idx="169">
                  <c:v>226.65</c:v>
                </c:pt>
                <c:pt idx="170">
                  <c:v>236.12</c:v>
                </c:pt>
                <c:pt idx="171">
                  <c:v>238.47</c:v>
                </c:pt>
                <c:pt idx="172">
                  <c:v>233.4</c:v>
                </c:pt>
                <c:pt idx="173">
                  <c:v>225.15</c:v>
                </c:pt>
                <c:pt idx="174">
                  <c:v>228.58</c:v>
                </c:pt>
                <c:pt idx="175">
                  <c:v>237.5</c:v>
                </c:pt>
                <c:pt idx="176">
                  <c:v>235.32</c:v>
                </c:pt>
                <c:pt idx="177">
                  <c:v>237.53</c:v>
                </c:pt>
                <c:pt idx="178">
                  <c:v>239.51</c:v>
                </c:pt>
                <c:pt idx="179">
                  <c:v>232.05</c:v>
                </c:pt>
                <c:pt idx="180">
                  <c:v>218.62</c:v>
                </c:pt>
                <c:pt idx="181">
                  <c:v>214.18</c:v>
                </c:pt>
                <c:pt idx="182">
                  <c:v>225.29</c:v>
                </c:pt>
                <c:pt idx="183">
                  <c:v>223.82</c:v>
                </c:pt>
                <c:pt idx="184">
                  <c:v>230.37</c:v>
                </c:pt>
                <c:pt idx="185">
                  <c:v>230.41</c:v>
                </c:pt>
                <c:pt idx="186">
                  <c:v>221.93</c:v>
                </c:pt>
                <c:pt idx="187">
                  <c:v>217.34</c:v>
                </c:pt>
                <c:pt idx="188">
                  <c:v>223.94</c:v>
                </c:pt>
                <c:pt idx="189">
                  <c:v>230.27</c:v>
                </c:pt>
                <c:pt idx="190">
                  <c:v>230.82</c:v>
                </c:pt>
                <c:pt idx="191">
                  <c:v>234.8</c:v>
                </c:pt>
                <c:pt idx="192">
                  <c:v>236.66</c:v>
                </c:pt>
                <c:pt idx="193">
                  <c:v>238.09</c:v>
                </c:pt>
                <c:pt idx="194">
                  <c:v>239.67</c:v>
                </c:pt>
                <c:pt idx="195">
                  <c:v>243.49</c:v>
                </c:pt>
                <c:pt idx="196">
                  <c:v>239.89</c:v>
                </c:pt>
                <c:pt idx="197">
                  <c:v>242.11</c:v>
                </c:pt>
                <c:pt idx="198">
                  <c:v>235.57</c:v>
                </c:pt>
                <c:pt idx="199">
                  <c:v>240.02</c:v>
                </c:pt>
                <c:pt idx="200">
                  <c:v>248.21</c:v>
                </c:pt>
                <c:pt idx="201">
                  <c:v>247.2</c:v>
                </c:pt>
                <c:pt idx="202">
                  <c:v>247.56</c:v>
                </c:pt>
                <c:pt idx="203">
                  <c:v>251.2</c:v>
                </c:pt>
                <c:pt idx="204">
                  <c:v>252.47</c:v>
                </c:pt>
                <c:pt idx="205">
                  <c:v>249.88</c:v>
                </c:pt>
                <c:pt idx="206">
                  <c:v>249.92</c:v>
                </c:pt>
                <c:pt idx="207">
                  <c:v>248.03</c:v>
                </c:pt>
                <c:pt idx="208">
                  <c:v>244.09</c:v>
                </c:pt>
                <c:pt idx="209">
                  <c:v>252.34</c:v>
                </c:pt>
                <c:pt idx="210">
                  <c:v>250.78</c:v>
                </c:pt>
                <c:pt idx="211">
                  <c:v>248.32</c:v>
                </c:pt>
                <c:pt idx="212">
                  <c:v>249.23</c:v>
                </c:pt>
                <c:pt idx="213">
                  <c:v>236.02</c:v>
                </c:pt>
                <c:pt idx="214">
                  <c:v>242.99</c:v>
                </c:pt>
                <c:pt idx="215">
                  <c:v>248.27</c:v>
                </c:pt>
                <c:pt idx="216">
                  <c:v>246.21</c:v>
                </c:pt>
                <c:pt idx="217">
                  <c:v>241.98</c:v>
                </c:pt>
                <c:pt idx="218">
                  <c:v>244.6</c:v>
                </c:pt>
                <c:pt idx="219">
                  <c:v>239.43</c:v>
                </c:pt>
                <c:pt idx="220">
                  <c:v>236.64</c:v>
                </c:pt>
                <c:pt idx="221">
                  <c:v>237.8</c:v>
                </c:pt>
                <c:pt idx="222">
                  <c:v>231.68</c:v>
                </c:pt>
                <c:pt idx="223">
                  <c:v>233.35</c:v>
                </c:pt>
                <c:pt idx="224">
                  <c:v>231.03</c:v>
                </c:pt>
                <c:pt idx="225">
                  <c:v>236.59</c:v>
                </c:pt>
                <c:pt idx="226">
                  <c:v>242.5</c:v>
                </c:pt>
                <c:pt idx="227">
                  <c:v>241.19</c:v>
                </c:pt>
                <c:pt idx="228">
                  <c:v>251.52</c:v>
                </c:pt>
                <c:pt idx="229">
                  <c:v>251.19</c:v>
                </c:pt>
                <c:pt idx="230">
                  <c:v>252.22</c:v>
                </c:pt>
                <c:pt idx="231">
                  <c:v>249.48</c:v>
                </c:pt>
                <c:pt idx="232">
                  <c:v>251.57</c:v>
                </c:pt>
                <c:pt idx="233">
                  <c:v>250.31</c:v>
                </c:pt>
                <c:pt idx="234">
                  <c:v>244.93</c:v>
                </c:pt>
                <c:pt idx="235">
                  <c:v>248.55</c:v>
                </c:pt>
                <c:pt idx="236">
                  <c:v>243.48</c:v>
                </c:pt>
                <c:pt idx="237">
                  <c:v>242.35</c:v>
                </c:pt>
                <c:pt idx="238">
                  <c:v>236.72</c:v>
                </c:pt>
                <c:pt idx="239">
                  <c:v>239.82</c:v>
                </c:pt>
                <c:pt idx="240">
                  <c:v>231.74</c:v>
                </c:pt>
                <c:pt idx="241">
                  <c:v>233.83</c:v>
                </c:pt>
                <c:pt idx="242">
                  <c:v>241.51</c:v>
                </c:pt>
                <c:pt idx="243">
                  <c:v>241.4</c:v>
                </c:pt>
                <c:pt idx="244">
                  <c:v>244.22</c:v>
                </c:pt>
                <c:pt idx="245">
                  <c:v>242.64</c:v>
                </c:pt>
                <c:pt idx="246">
                  <c:v>240.79</c:v>
                </c:pt>
                <c:pt idx="247">
                  <c:v>238.15</c:v>
                </c:pt>
                <c:pt idx="248">
                  <c:v>238.08</c:v>
                </c:pt>
                <c:pt idx="249">
                  <c:v>238.7</c:v>
                </c:pt>
                <c:pt idx="250">
                  <c:v>245.82</c:v>
                </c:pt>
                <c:pt idx="251">
                  <c:v>244.24</c:v>
                </c:pt>
                <c:pt idx="252">
                  <c:v>243.56</c:v>
                </c:pt>
                <c:pt idx="253">
                  <c:v>240.57</c:v>
                </c:pt>
                <c:pt idx="254">
                  <c:v>238.02</c:v>
                </c:pt>
                <c:pt idx="255">
                  <c:v>241.69</c:v>
                </c:pt>
                <c:pt idx="256">
                  <c:v>240.83</c:v>
                </c:pt>
                <c:pt idx="257">
                  <c:v>243.46</c:v>
                </c:pt>
                <c:pt idx="258">
                  <c:v>245.28</c:v>
                </c:pt>
                <c:pt idx="259">
                  <c:v>243.1</c:v>
                </c:pt>
                <c:pt idx="260">
                  <c:v>247.81</c:v>
                </c:pt>
                <c:pt idx="261">
                  <c:v>247.82</c:v>
                </c:pt>
                <c:pt idx="262">
                  <c:v>251.27</c:v>
                </c:pt>
                <c:pt idx="263">
                  <c:v>256.61</c:v>
                </c:pt>
                <c:pt idx="264">
                  <c:v>257.14</c:v>
                </c:pt>
                <c:pt idx="265">
                  <c:v>257.52</c:v>
                </c:pt>
                <c:pt idx="266">
                  <c:v>258.64999999999998</c:v>
                </c:pt>
                <c:pt idx="267">
                  <c:v>255.21</c:v>
                </c:pt>
                <c:pt idx="268">
                  <c:v>256.89999999999998</c:v>
                </c:pt>
                <c:pt idx="269">
                  <c:v>257.06</c:v>
                </c:pt>
                <c:pt idx="270">
                  <c:v>260.35000000000002</c:v>
                </c:pt>
                <c:pt idx="271">
                  <c:v>258.52999999999997</c:v>
                </c:pt>
                <c:pt idx="272">
                  <c:v>258.93</c:v>
                </c:pt>
                <c:pt idx="273">
                  <c:v>259.8</c:v>
                </c:pt>
                <c:pt idx="274">
                  <c:v>262.94</c:v>
                </c:pt>
                <c:pt idx="275">
                  <c:v>264.5</c:v>
                </c:pt>
                <c:pt idx="276">
                  <c:v>261.17</c:v>
                </c:pt>
                <c:pt idx="277">
                  <c:v>262.75</c:v>
                </c:pt>
                <c:pt idx="278">
                  <c:v>262.38</c:v>
                </c:pt>
                <c:pt idx="279">
                  <c:v>265.88</c:v>
                </c:pt>
                <c:pt idx="280">
                  <c:v>261.89</c:v>
                </c:pt>
                <c:pt idx="281">
                  <c:v>265.82</c:v>
                </c:pt>
                <c:pt idx="282">
                  <c:v>265.95</c:v>
                </c:pt>
                <c:pt idx="283">
                  <c:v>265.89</c:v>
                </c:pt>
                <c:pt idx="284">
                  <c:v>266.63</c:v>
                </c:pt>
                <c:pt idx="285">
                  <c:v>263.58</c:v>
                </c:pt>
                <c:pt idx="286">
                  <c:v>265.2</c:v>
                </c:pt>
                <c:pt idx="287">
                  <c:v>261.3</c:v>
                </c:pt>
                <c:pt idx="288">
                  <c:v>263.45</c:v>
                </c:pt>
                <c:pt idx="289">
                  <c:v>267.13</c:v>
                </c:pt>
                <c:pt idx="290">
                  <c:v>267.45</c:v>
                </c:pt>
                <c:pt idx="291">
                  <c:v>264.75</c:v>
                </c:pt>
                <c:pt idx="292">
                  <c:v>262.85000000000002</c:v>
                </c:pt>
                <c:pt idx="293">
                  <c:v>260.35000000000002</c:v>
                </c:pt>
                <c:pt idx="294">
                  <c:v>262.85000000000002</c:v>
                </c:pt>
                <c:pt idx="295">
                  <c:v>265.62</c:v>
                </c:pt>
                <c:pt idx="296">
                  <c:v>263.74</c:v>
                </c:pt>
                <c:pt idx="297">
                  <c:v>266.89999999999998</c:v>
                </c:pt>
                <c:pt idx="298">
                  <c:v>269.85000000000002</c:v>
                </c:pt>
                <c:pt idx="299">
                  <c:v>269.76</c:v>
                </c:pt>
                <c:pt idx="300">
                  <c:v>268.27</c:v>
                </c:pt>
                <c:pt idx="301">
                  <c:v>270.27</c:v>
                </c:pt>
                <c:pt idx="302">
                  <c:v>269.68</c:v>
                </c:pt>
                <c:pt idx="303">
                  <c:v>267.79000000000002</c:v>
                </c:pt>
                <c:pt idx="304">
                  <c:v>267.98</c:v>
                </c:pt>
                <c:pt idx="305">
                  <c:v>267.95</c:v>
                </c:pt>
                <c:pt idx="306">
                  <c:v>267.41000000000003</c:v>
                </c:pt>
                <c:pt idx="307">
                  <c:v>270.70999999999998</c:v>
                </c:pt>
                <c:pt idx="308">
                  <c:v>269.64</c:v>
                </c:pt>
                <c:pt idx="309">
                  <c:v>267.13</c:v>
                </c:pt>
                <c:pt idx="310">
                  <c:v>266.58</c:v>
                </c:pt>
                <c:pt idx="311">
                  <c:v>268.99</c:v>
                </c:pt>
                <c:pt idx="312">
                  <c:v>272.45999999999998</c:v>
                </c:pt>
                <c:pt idx="313">
                  <c:v>268.33</c:v>
                </c:pt>
                <c:pt idx="314">
                  <c:v>269.95999999999998</c:v>
                </c:pt>
                <c:pt idx="315">
                  <c:v>269.97000000000003</c:v>
                </c:pt>
                <c:pt idx="316">
                  <c:v>265.88</c:v>
                </c:pt>
                <c:pt idx="317">
                  <c:v>265.38</c:v>
                </c:pt>
                <c:pt idx="318">
                  <c:v>263.95</c:v>
                </c:pt>
                <c:pt idx="319">
                  <c:v>266.86</c:v>
                </c:pt>
                <c:pt idx="320">
                  <c:v>264.49</c:v>
                </c:pt>
                <c:pt idx="321">
                  <c:v>263.32</c:v>
                </c:pt>
                <c:pt idx="322">
                  <c:v>266.22000000000003</c:v>
                </c:pt>
                <c:pt idx="323">
                  <c:v>265.58</c:v>
                </c:pt>
                <c:pt idx="324">
                  <c:v>261.83999999999997</c:v>
                </c:pt>
                <c:pt idx="325">
                  <c:v>261.66000000000003</c:v>
                </c:pt>
                <c:pt idx="326">
                  <c:v>260.76</c:v>
                </c:pt>
                <c:pt idx="327">
                  <c:v>260.82</c:v>
                </c:pt>
                <c:pt idx="328">
                  <c:v>261.51</c:v>
                </c:pt>
                <c:pt idx="329">
                  <c:v>263.43</c:v>
                </c:pt>
                <c:pt idx="330">
                  <c:v>264.35000000000002</c:v>
                </c:pt>
                <c:pt idx="331">
                  <c:v>266.61</c:v>
                </c:pt>
                <c:pt idx="332">
                  <c:v>266.05</c:v>
                </c:pt>
                <c:pt idx="333">
                  <c:v>264.39999999999998</c:v>
                </c:pt>
                <c:pt idx="334">
                  <c:v>259.73</c:v>
                </c:pt>
                <c:pt idx="335">
                  <c:v>261.12</c:v>
                </c:pt>
                <c:pt idx="336">
                  <c:v>258.79000000000002</c:v>
                </c:pt>
                <c:pt idx="337">
                  <c:v>257.89</c:v>
                </c:pt>
                <c:pt idx="338">
                  <c:v>254</c:v>
                </c:pt>
                <c:pt idx="339">
                  <c:v>254.11</c:v>
                </c:pt>
                <c:pt idx="340">
                  <c:v>252.32</c:v>
                </c:pt>
                <c:pt idx="341">
                  <c:v>243.93</c:v>
                </c:pt>
                <c:pt idx="342">
                  <c:v>244.48</c:v>
                </c:pt>
                <c:pt idx="343">
                  <c:v>235.85</c:v>
                </c:pt>
                <c:pt idx="344">
                  <c:v>238.62</c:v>
                </c:pt>
                <c:pt idx="345">
                  <c:v>242.66</c:v>
                </c:pt>
                <c:pt idx="346">
                  <c:v>239.76</c:v>
                </c:pt>
                <c:pt idx="347">
                  <c:v>240.51</c:v>
                </c:pt>
                <c:pt idx="348">
                  <c:v>241.6</c:v>
                </c:pt>
                <c:pt idx="349">
                  <c:v>245.26</c:v>
                </c:pt>
                <c:pt idx="350">
                  <c:v>244.68</c:v>
                </c:pt>
                <c:pt idx="351">
                  <c:v>244.05</c:v>
                </c:pt>
                <c:pt idx="352">
                  <c:v>242.98</c:v>
                </c:pt>
                <c:pt idx="353">
                  <c:v>236.3</c:v>
                </c:pt>
                <c:pt idx="354">
                  <c:v>238.79</c:v>
                </c:pt>
                <c:pt idx="355">
                  <c:v>245.51</c:v>
                </c:pt>
                <c:pt idx="356">
                  <c:v>243.69</c:v>
                </c:pt>
                <c:pt idx="357">
                  <c:v>248.3</c:v>
                </c:pt>
                <c:pt idx="358">
                  <c:v>246.43</c:v>
                </c:pt>
                <c:pt idx="359">
                  <c:v>247.08</c:v>
                </c:pt>
                <c:pt idx="360">
                  <c:v>248.62</c:v>
                </c:pt>
                <c:pt idx="361">
                  <c:v>246.57</c:v>
                </c:pt>
                <c:pt idx="362">
                  <c:v>251.37</c:v>
                </c:pt>
                <c:pt idx="363">
                  <c:v>251.31</c:v>
                </c:pt>
                <c:pt idx="364">
                  <c:v>252.92</c:v>
                </c:pt>
                <c:pt idx="365">
                  <c:v>250.46</c:v>
                </c:pt>
                <c:pt idx="366">
                  <c:v>244.15</c:v>
                </c:pt>
                <c:pt idx="367">
                  <c:v>240.75</c:v>
                </c:pt>
                <c:pt idx="368">
                  <c:v>239.68</c:v>
                </c:pt>
                <c:pt idx="369">
                  <c:v>239.85</c:v>
                </c:pt>
                <c:pt idx="370">
                  <c:v>239.98</c:v>
                </c:pt>
                <c:pt idx="371">
                  <c:v>244.9</c:v>
                </c:pt>
                <c:pt idx="372">
                  <c:v>244.46</c:v>
                </c:pt>
                <c:pt idx="373">
                  <c:v>246.8</c:v>
                </c:pt>
                <c:pt idx="374">
                  <c:v>247.76</c:v>
                </c:pt>
                <c:pt idx="375">
                  <c:v>247.67</c:v>
                </c:pt>
                <c:pt idx="376">
                  <c:v>245.07</c:v>
                </c:pt>
                <c:pt idx="377">
                  <c:v>241.73</c:v>
                </c:pt>
                <c:pt idx="378">
                  <c:v>240.88</c:v>
                </c:pt>
                <c:pt idx="379">
                  <c:v>240.34</c:v>
                </c:pt>
                <c:pt idx="380">
                  <c:v>234.66</c:v>
                </c:pt>
                <c:pt idx="381">
                  <c:v>238.77</c:v>
                </c:pt>
                <c:pt idx="382">
                  <c:v>239.39</c:v>
                </c:pt>
                <c:pt idx="383">
                  <c:v>240.19</c:v>
                </c:pt>
                <c:pt idx="384">
                  <c:v>236.42</c:v>
                </c:pt>
                <c:pt idx="385">
                  <c:v>240.44</c:v>
                </c:pt>
                <c:pt idx="386">
                  <c:v>240.35</c:v>
                </c:pt>
                <c:pt idx="387">
                  <c:v>235.75</c:v>
                </c:pt>
                <c:pt idx="388">
                  <c:v>236.65</c:v>
                </c:pt>
                <c:pt idx="389">
                  <c:v>233.49</c:v>
                </c:pt>
                <c:pt idx="390">
                  <c:v>235.33</c:v>
                </c:pt>
                <c:pt idx="391">
                  <c:v>242.23</c:v>
                </c:pt>
                <c:pt idx="392">
                  <c:v>244.58</c:v>
                </c:pt>
                <c:pt idx="393">
                  <c:v>250.08</c:v>
                </c:pt>
                <c:pt idx="394">
                  <c:v>249.6</c:v>
                </c:pt>
                <c:pt idx="395">
                  <c:v>247.9</c:v>
                </c:pt>
                <c:pt idx="396">
                  <c:v>244.81</c:v>
                </c:pt>
                <c:pt idx="397">
                  <c:v>250.36</c:v>
                </c:pt>
                <c:pt idx="398">
                  <c:v>250.39</c:v>
                </c:pt>
                <c:pt idx="399">
                  <c:v>252.84</c:v>
                </c:pt>
                <c:pt idx="400">
                  <c:v>258.08</c:v>
                </c:pt>
                <c:pt idx="401">
                  <c:v>258.91000000000003</c:v>
                </c:pt>
                <c:pt idx="402">
                  <c:v>256.64999999999998</c:v>
                </c:pt>
                <c:pt idx="403">
                  <c:v>260.11</c:v>
                </c:pt>
                <c:pt idx="404">
                  <c:v>260.08</c:v>
                </c:pt>
                <c:pt idx="405">
                  <c:v>258.2</c:v>
                </c:pt>
                <c:pt idx="406">
                  <c:v>258.02999999999997</c:v>
                </c:pt>
                <c:pt idx="407">
                  <c:v>257.5</c:v>
                </c:pt>
                <c:pt idx="408">
                  <c:v>256.20999999999998</c:v>
                </c:pt>
                <c:pt idx="409">
                  <c:v>257.27999999999997</c:v>
                </c:pt>
                <c:pt idx="410">
                  <c:v>253.73</c:v>
                </c:pt>
                <c:pt idx="411">
                  <c:v>252.77</c:v>
                </c:pt>
                <c:pt idx="412">
                  <c:v>252.57</c:v>
                </c:pt>
                <c:pt idx="413">
                  <c:v>254.22</c:v>
                </c:pt>
                <c:pt idx="414">
                  <c:v>250.96</c:v>
                </c:pt>
                <c:pt idx="415">
                  <c:v>250.56</c:v>
                </c:pt>
                <c:pt idx="416">
                  <c:v>251.23</c:v>
                </c:pt>
                <c:pt idx="417">
                  <c:v>250.56</c:v>
                </c:pt>
                <c:pt idx="418">
                  <c:v>245.75</c:v>
                </c:pt>
                <c:pt idx="419">
                  <c:v>246.79</c:v>
                </c:pt>
                <c:pt idx="420">
                  <c:v>254.02</c:v>
                </c:pt>
                <c:pt idx="421">
                  <c:v>253.38</c:v>
                </c:pt>
                <c:pt idx="422">
                  <c:v>252.73</c:v>
                </c:pt>
                <c:pt idx="423">
                  <c:v>256.95</c:v>
                </c:pt>
                <c:pt idx="424">
                  <c:v>256.87</c:v>
                </c:pt>
                <c:pt idx="425">
                  <c:v>265.02</c:v>
                </c:pt>
                <c:pt idx="426">
                  <c:v>263.97000000000003</c:v>
                </c:pt>
                <c:pt idx="427">
                  <c:v>264.25</c:v>
                </c:pt>
                <c:pt idx="428">
                  <c:v>264.44</c:v>
                </c:pt>
                <c:pt idx="429">
                  <c:v>261.87</c:v>
                </c:pt>
                <c:pt idx="430">
                  <c:v>263.41000000000003</c:v>
                </c:pt>
                <c:pt idx="431">
                  <c:v>263.56</c:v>
                </c:pt>
                <c:pt idx="432">
                  <c:v>262.02999999999997</c:v>
                </c:pt>
                <c:pt idx="433">
                  <c:v>260.42</c:v>
                </c:pt>
                <c:pt idx="434">
                  <c:v>261.62</c:v>
                </c:pt>
                <c:pt idx="435">
                  <c:v>262.49</c:v>
                </c:pt>
                <c:pt idx="436">
                  <c:v>262.48</c:v>
                </c:pt>
                <c:pt idx="437">
                  <c:v>261.92</c:v>
                </c:pt>
                <c:pt idx="438">
                  <c:v>262.07</c:v>
                </c:pt>
                <c:pt idx="439">
                  <c:v>260.11</c:v>
                </c:pt>
                <c:pt idx="440">
                  <c:v>259.66000000000003</c:v>
                </c:pt>
                <c:pt idx="441">
                  <c:v>255.15</c:v>
                </c:pt>
                <c:pt idx="442">
                  <c:v>252.84</c:v>
                </c:pt>
                <c:pt idx="443">
                  <c:v>252.44</c:v>
                </c:pt>
                <c:pt idx="444">
                  <c:v>251.44</c:v>
                </c:pt>
                <c:pt idx="445">
                  <c:v>253.98</c:v>
                </c:pt>
                <c:pt idx="446">
                  <c:v>256.06</c:v>
                </c:pt>
                <c:pt idx="447">
                  <c:v>257.27</c:v>
                </c:pt>
                <c:pt idx="448">
                  <c:v>254.79</c:v>
                </c:pt>
                <c:pt idx="449">
                  <c:v>254.22</c:v>
                </c:pt>
                <c:pt idx="450">
                  <c:v>251.86</c:v>
                </c:pt>
                <c:pt idx="451">
                  <c:v>249.8</c:v>
                </c:pt>
                <c:pt idx="452">
                  <c:v>251.72</c:v>
                </c:pt>
                <c:pt idx="453">
                  <c:v>247.18</c:v>
                </c:pt>
                <c:pt idx="454">
                  <c:v>247.66</c:v>
                </c:pt>
                <c:pt idx="455">
                  <c:v>248.52</c:v>
                </c:pt>
                <c:pt idx="456">
                  <c:v>250.18</c:v>
                </c:pt>
                <c:pt idx="457">
                  <c:v>247.83</c:v>
                </c:pt>
                <c:pt idx="458">
                  <c:v>251.04</c:v>
                </c:pt>
                <c:pt idx="459">
                  <c:v>249.5</c:v>
                </c:pt>
                <c:pt idx="460">
                  <c:v>252.3</c:v>
                </c:pt>
                <c:pt idx="461">
                  <c:v>253.7</c:v>
                </c:pt>
                <c:pt idx="462">
                  <c:v>250.13</c:v>
                </c:pt>
                <c:pt idx="463">
                  <c:v>248.69</c:v>
                </c:pt>
                <c:pt idx="464">
                  <c:v>248.18</c:v>
                </c:pt>
                <c:pt idx="465">
                  <c:v>246.9</c:v>
                </c:pt>
                <c:pt idx="466">
                  <c:v>247.8</c:v>
                </c:pt>
                <c:pt idx="467">
                  <c:v>244.64</c:v>
                </c:pt>
                <c:pt idx="468">
                  <c:v>243.45</c:v>
                </c:pt>
                <c:pt idx="469">
                  <c:v>245.82</c:v>
                </c:pt>
                <c:pt idx="470">
                  <c:v>247.72</c:v>
                </c:pt>
                <c:pt idx="471">
                  <c:v>247.02</c:v>
                </c:pt>
                <c:pt idx="472">
                  <c:v>249.51</c:v>
                </c:pt>
                <c:pt idx="473">
                  <c:v>251.44</c:v>
                </c:pt>
                <c:pt idx="474">
                  <c:v>250.73</c:v>
                </c:pt>
                <c:pt idx="475">
                  <c:v>253.41</c:v>
                </c:pt>
                <c:pt idx="476">
                  <c:v>251.72</c:v>
                </c:pt>
                <c:pt idx="477">
                  <c:v>254.73</c:v>
                </c:pt>
                <c:pt idx="478">
                  <c:v>254.25</c:v>
                </c:pt>
                <c:pt idx="479">
                  <c:v>255.57</c:v>
                </c:pt>
                <c:pt idx="480">
                  <c:v>254.83</c:v>
                </c:pt>
                <c:pt idx="481">
                  <c:v>256.63</c:v>
                </c:pt>
                <c:pt idx="482">
                  <c:v>257.27</c:v>
                </c:pt>
                <c:pt idx="483">
                  <c:v>258.77999999999997</c:v>
                </c:pt>
                <c:pt idx="484">
                  <c:v>259.02999999999997</c:v>
                </c:pt>
                <c:pt idx="485">
                  <c:v>260.12</c:v>
                </c:pt>
                <c:pt idx="486">
                  <c:v>261.67</c:v>
                </c:pt>
                <c:pt idx="487">
                  <c:v>265.79000000000002</c:v>
                </c:pt>
                <c:pt idx="488">
                  <c:v>264.56</c:v>
                </c:pt>
                <c:pt idx="489">
                  <c:v>262.76</c:v>
                </c:pt>
                <c:pt idx="490">
                  <c:v>264.23</c:v>
                </c:pt>
                <c:pt idx="491">
                  <c:v>264.77999999999997</c:v>
                </c:pt>
                <c:pt idx="492">
                  <c:v>261.89</c:v>
                </c:pt>
                <c:pt idx="493">
                  <c:v>262.11</c:v>
                </c:pt>
                <c:pt idx="494">
                  <c:v>261.97000000000003</c:v>
                </c:pt>
                <c:pt idx="495">
                  <c:v>262.68</c:v>
                </c:pt>
                <c:pt idx="496">
                  <c:v>263.92</c:v>
                </c:pt>
                <c:pt idx="497">
                  <c:v>269.16000000000003</c:v>
                </c:pt>
                <c:pt idx="498">
                  <c:v>267.52</c:v>
                </c:pt>
                <c:pt idx="499">
                  <c:v>266.14</c:v>
                </c:pt>
                <c:pt idx="500">
                  <c:v>265.97000000000003</c:v>
                </c:pt>
                <c:pt idx="501">
                  <c:v>263.95</c:v>
                </c:pt>
                <c:pt idx="502">
                  <c:v>262.89999999999998</c:v>
                </c:pt>
                <c:pt idx="503">
                  <c:v>264.95</c:v>
                </c:pt>
                <c:pt idx="504">
                  <c:v>263.32</c:v>
                </c:pt>
                <c:pt idx="505">
                  <c:v>264.8</c:v>
                </c:pt>
                <c:pt idx="506">
                  <c:v>261.43</c:v>
                </c:pt>
                <c:pt idx="507">
                  <c:v>260.49</c:v>
                </c:pt>
                <c:pt idx="508">
                  <c:v>260.10000000000002</c:v>
                </c:pt>
                <c:pt idx="509">
                  <c:v>261.70999999999998</c:v>
                </c:pt>
                <c:pt idx="510">
                  <c:v>261.3</c:v>
                </c:pt>
                <c:pt idx="511">
                  <c:v>262.91000000000003</c:v>
                </c:pt>
                <c:pt idx="512">
                  <c:v>261.10000000000002</c:v>
                </c:pt>
                <c:pt idx="513">
                  <c:v>258.74</c:v>
                </c:pt>
                <c:pt idx="514">
                  <c:v>256.06</c:v>
                </c:pt>
                <c:pt idx="515">
                  <c:v>254.66</c:v>
                </c:pt>
                <c:pt idx="516">
                  <c:v>257.22000000000003</c:v>
                </c:pt>
                <c:pt idx="517">
                  <c:v>258.47000000000003</c:v>
                </c:pt>
                <c:pt idx="518">
                  <c:v>258.07</c:v>
                </c:pt>
                <c:pt idx="519">
                  <c:v>257.64</c:v>
                </c:pt>
                <c:pt idx="520">
                  <c:v>256.89</c:v>
                </c:pt>
                <c:pt idx="521">
                  <c:v>254.82</c:v>
                </c:pt>
                <c:pt idx="522">
                  <c:v>254.31</c:v>
                </c:pt>
                <c:pt idx="523">
                  <c:v>254</c:v>
                </c:pt>
                <c:pt idx="524">
                  <c:v>257.08999999999997</c:v>
                </c:pt>
                <c:pt idx="525">
                  <c:v>256.64999999999998</c:v>
                </c:pt>
                <c:pt idx="526">
                  <c:v>260.92</c:v>
                </c:pt>
                <c:pt idx="527">
                  <c:v>261.44</c:v>
                </c:pt>
                <c:pt idx="528">
                  <c:v>261.61</c:v>
                </c:pt>
                <c:pt idx="529">
                  <c:v>261.63</c:v>
                </c:pt>
                <c:pt idx="530">
                  <c:v>262.16000000000003</c:v>
                </c:pt>
                <c:pt idx="531">
                  <c:v>268.07</c:v>
                </c:pt>
                <c:pt idx="532">
                  <c:v>266.85000000000002</c:v>
                </c:pt>
                <c:pt idx="533">
                  <c:v>267.14999999999998</c:v>
                </c:pt>
                <c:pt idx="534">
                  <c:v>266.01</c:v>
                </c:pt>
                <c:pt idx="535">
                  <c:v>264.68</c:v>
                </c:pt>
                <c:pt idx="536">
                  <c:v>265.04000000000002</c:v>
                </c:pt>
                <c:pt idx="537">
                  <c:v>268.01</c:v>
                </c:pt>
                <c:pt idx="538">
                  <c:v>266.14</c:v>
                </c:pt>
                <c:pt idx="539">
                  <c:v>266.54000000000002</c:v>
                </c:pt>
                <c:pt idx="540">
                  <c:v>267.25</c:v>
                </c:pt>
                <c:pt idx="541">
                  <c:v>264.77999999999997</c:v>
                </c:pt>
                <c:pt idx="542">
                  <c:v>264.57</c:v>
                </c:pt>
                <c:pt idx="543">
                  <c:v>264.14999999999998</c:v>
                </c:pt>
                <c:pt idx="544">
                  <c:v>262.43</c:v>
                </c:pt>
                <c:pt idx="545">
                  <c:v>263.33</c:v>
                </c:pt>
                <c:pt idx="546">
                  <c:v>263.37</c:v>
                </c:pt>
                <c:pt idx="547">
                  <c:v>260.83999999999997</c:v>
                </c:pt>
                <c:pt idx="548">
                  <c:v>258.3</c:v>
                </c:pt>
                <c:pt idx="549">
                  <c:v>259.79000000000002</c:v>
                </c:pt>
                <c:pt idx="550">
                  <c:v>257.04000000000002</c:v>
                </c:pt>
                <c:pt idx="551">
                  <c:v>255.82</c:v>
                </c:pt>
                <c:pt idx="552">
                  <c:v>255.33</c:v>
                </c:pt>
                <c:pt idx="553">
                  <c:v>259.58</c:v>
                </c:pt>
                <c:pt idx="554">
                  <c:v>260.54000000000002</c:v>
                </c:pt>
                <c:pt idx="555">
                  <c:v>261.86</c:v>
                </c:pt>
                <c:pt idx="556">
                  <c:v>261.86</c:v>
                </c:pt>
                <c:pt idx="557">
                  <c:v>263.39</c:v>
                </c:pt>
                <c:pt idx="558">
                  <c:v>262.27</c:v>
                </c:pt>
                <c:pt idx="559">
                  <c:v>260.79000000000002</c:v>
                </c:pt>
                <c:pt idx="560">
                  <c:v>260.36</c:v>
                </c:pt>
                <c:pt idx="561">
                  <c:v>257.05</c:v>
                </c:pt>
                <c:pt idx="562">
                  <c:v>252.77</c:v>
                </c:pt>
                <c:pt idx="563">
                  <c:v>252.39</c:v>
                </c:pt>
                <c:pt idx="564">
                  <c:v>252.53</c:v>
                </c:pt>
                <c:pt idx="565">
                  <c:v>254.34</c:v>
                </c:pt>
                <c:pt idx="566">
                  <c:v>256.18</c:v>
                </c:pt>
                <c:pt idx="567">
                  <c:v>252</c:v>
                </c:pt>
                <c:pt idx="568">
                  <c:v>251.51</c:v>
                </c:pt>
                <c:pt idx="569">
                  <c:v>251.78</c:v>
                </c:pt>
                <c:pt idx="570">
                  <c:v>251.51</c:v>
                </c:pt>
                <c:pt idx="571">
                  <c:v>247.85</c:v>
                </c:pt>
                <c:pt idx="572">
                  <c:v>248.77</c:v>
                </c:pt>
                <c:pt idx="573">
                  <c:v>251.46</c:v>
                </c:pt>
                <c:pt idx="574">
                  <c:v>250.01</c:v>
                </c:pt>
                <c:pt idx="575">
                  <c:v>252</c:v>
                </c:pt>
                <c:pt idx="576">
                  <c:v>254.49</c:v>
                </c:pt>
                <c:pt idx="577">
                  <c:v>253.04</c:v>
                </c:pt>
                <c:pt idx="578">
                  <c:v>252.25</c:v>
                </c:pt>
                <c:pt idx="579">
                  <c:v>255.72</c:v>
                </c:pt>
                <c:pt idx="580">
                  <c:v>254.92</c:v>
                </c:pt>
                <c:pt idx="581">
                  <c:v>256.02</c:v>
                </c:pt>
                <c:pt idx="582">
                  <c:v>255.2</c:v>
                </c:pt>
                <c:pt idx="583">
                  <c:v>253.84</c:v>
                </c:pt>
                <c:pt idx="584">
                  <c:v>254.02</c:v>
                </c:pt>
                <c:pt idx="585">
                  <c:v>257.52999999999997</c:v>
                </c:pt>
                <c:pt idx="586">
                  <c:v>252.72</c:v>
                </c:pt>
                <c:pt idx="587">
                  <c:v>253.29</c:v>
                </c:pt>
                <c:pt idx="588">
                  <c:v>256.29000000000002</c:v>
                </c:pt>
                <c:pt idx="589">
                  <c:v>256.60000000000002</c:v>
                </c:pt>
                <c:pt idx="590">
                  <c:v>258.99</c:v>
                </c:pt>
                <c:pt idx="591">
                  <c:v>258.60000000000002</c:v>
                </c:pt>
                <c:pt idx="592">
                  <c:v>258.18</c:v>
                </c:pt>
                <c:pt idx="593">
                  <c:v>260.19</c:v>
                </c:pt>
                <c:pt idx="594">
                  <c:v>256.66000000000003</c:v>
                </c:pt>
                <c:pt idx="595">
                  <c:v>257.32</c:v>
                </c:pt>
                <c:pt idx="596">
                  <c:v>258.19</c:v>
                </c:pt>
                <c:pt idx="597">
                  <c:v>258.58999999999997</c:v>
                </c:pt>
                <c:pt idx="598">
                  <c:v>260.92</c:v>
                </c:pt>
                <c:pt idx="599">
                  <c:v>261.20999999999998</c:v>
                </c:pt>
                <c:pt idx="600">
                  <c:v>261.47000000000003</c:v>
                </c:pt>
                <c:pt idx="601">
                  <c:v>260.29000000000002</c:v>
                </c:pt>
                <c:pt idx="602">
                  <c:v>260.54000000000002</c:v>
                </c:pt>
                <c:pt idx="603">
                  <c:v>256.51</c:v>
                </c:pt>
                <c:pt idx="604">
                  <c:v>251.2</c:v>
                </c:pt>
                <c:pt idx="605">
                  <c:v>252.2</c:v>
                </c:pt>
                <c:pt idx="606">
                  <c:v>250.19</c:v>
                </c:pt>
                <c:pt idx="607">
                  <c:v>248.5</c:v>
                </c:pt>
                <c:pt idx="608">
                  <c:v>244.49</c:v>
                </c:pt>
                <c:pt idx="609">
                  <c:v>245.36</c:v>
                </c:pt>
                <c:pt idx="610">
                  <c:v>244.77</c:v>
                </c:pt>
                <c:pt idx="611">
                  <c:v>247.13</c:v>
                </c:pt>
                <c:pt idx="612">
                  <c:v>245.44</c:v>
                </c:pt>
                <c:pt idx="613">
                  <c:v>240.26</c:v>
                </c:pt>
                <c:pt idx="614">
                  <c:v>236.57</c:v>
                </c:pt>
                <c:pt idx="615">
                  <c:v>233.47</c:v>
                </c:pt>
                <c:pt idx="616">
                  <c:v>231.75</c:v>
                </c:pt>
                <c:pt idx="617">
                  <c:v>231.52</c:v>
                </c:pt>
                <c:pt idx="618">
                  <c:v>238.65</c:v>
                </c:pt>
                <c:pt idx="619">
                  <c:v>242.27</c:v>
                </c:pt>
                <c:pt idx="620">
                  <c:v>241.05</c:v>
                </c:pt>
                <c:pt idx="621">
                  <c:v>240.8</c:v>
                </c:pt>
                <c:pt idx="622">
                  <c:v>236.63</c:v>
                </c:pt>
                <c:pt idx="623">
                  <c:v>238.56</c:v>
                </c:pt>
                <c:pt idx="624">
                  <c:v>237.28</c:v>
                </c:pt>
                <c:pt idx="625">
                  <c:v>235.12</c:v>
                </c:pt>
                <c:pt idx="626">
                  <c:v>236.94</c:v>
                </c:pt>
                <c:pt idx="627">
                  <c:v>236.23</c:v>
                </c:pt>
                <c:pt idx="628">
                  <c:v>243.88</c:v>
                </c:pt>
                <c:pt idx="629">
                  <c:v>242.72</c:v>
                </c:pt>
                <c:pt idx="630">
                  <c:v>243.43</c:v>
                </c:pt>
                <c:pt idx="631">
                  <c:v>242.02</c:v>
                </c:pt>
                <c:pt idx="632">
                  <c:v>244.82</c:v>
                </c:pt>
                <c:pt idx="633">
                  <c:v>242.92</c:v>
                </c:pt>
                <c:pt idx="634">
                  <c:v>242.03</c:v>
                </c:pt>
                <c:pt idx="635">
                  <c:v>243.18</c:v>
                </c:pt>
                <c:pt idx="636">
                  <c:v>246.63</c:v>
                </c:pt>
                <c:pt idx="637">
                  <c:v>247.84</c:v>
                </c:pt>
                <c:pt idx="638">
                  <c:v>247.71</c:v>
                </c:pt>
                <c:pt idx="639">
                  <c:v>247.8</c:v>
                </c:pt>
                <c:pt idx="640">
                  <c:v>246.53</c:v>
                </c:pt>
                <c:pt idx="641">
                  <c:v>248.78</c:v>
                </c:pt>
                <c:pt idx="642">
                  <c:v>247.99</c:v>
                </c:pt>
                <c:pt idx="643">
                  <c:v>248.89</c:v>
                </c:pt>
                <c:pt idx="644">
                  <c:v>249.33</c:v>
                </c:pt>
                <c:pt idx="645">
                  <c:v>248.25</c:v>
                </c:pt>
                <c:pt idx="646">
                  <c:v>246.8</c:v>
                </c:pt>
                <c:pt idx="647">
                  <c:v>242.75</c:v>
                </c:pt>
                <c:pt idx="648">
                  <c:v>243.39</c:v>
                </c:pt>
                <c:pt idx="649">
                  <c:v>243.13</c:v>
                </c:pt>
                <c:pt idx="650">
                  <c:v>243.78</c:v>
                </c:pt>
                <c:pt idx="651">
                  <c:v>248.2</c:v>
                </c:pt>
                <c:pt idx="652">
                  <c:v>249.82</c:v>
                </c:pt>
                <c:pt idx="653">
                  <c:v>249.23</c:v>
                </c:pt>
                <c:pt idx="654">
                  <c:v>248.89</c:v>
                </c:pt>
                <c:pt idx="655">
                  <c:v>245.13</c:v>
                </c:pt>
                <c:pt idx="656">
                  <c:v>242.49</c:v>
                </c:pt>
                <c:pt idx="657">
                  <c:v>240.37</c:v>
                </c:pt>
                <c:pt idx="658">
                  <c:v>243.37</c:v>
                </c:pt>
                <c:pt idx="659">
                  <c:v>245.71</c:v>
                </c:pt>
                <c:pt idx="660">
                  <c:v>245.71</c:v>
                </c:pt>
                <c:pt idx="661">
                  <c:v>245.67</c:v>
                </c:pt>
                <c:pt idx="662">
                  <c:v>248.86</c:v>
                </c:pt>
                <c:pt idx="663">
                  <c:v>251.74</c:v>
                </c:pt>
                <c:pt idx="664">
                  <c:v>251.13</c:v>
                </c:pt>
                <c:pt idx="665">
                  <c:v>252.05</c:v>
                </c:pt>
                <c:pt idx="666">
                  <c:v>252.15</c:v>
                </c:pt>
                <c:pt idx="667">
                  <c:v>254.62</c:v>
                </c:pt>
                <c:pt idx="668">
                  <c:v>255.25</c:v>
                </c:pt>
                <c:pt idx="669">
                  <c:v>258.12</c:v>
                </c:pt>
                <c:pt idx="670">
                  <c:v>261.2</c:v>
                </c:pt>
                <c:pt idx="671">
                  <c:v>262.38</c:v>
                </c:pt>
                <c:pt idx="672">
                  <c:v>262.32</c:v>
                </c:pt>
                <c:pt idx="673">
                  <c:v>260.83</c:v>
                </c:pt>
                <c:pt idx="674">
                  <c:v>263.86</c:v>
                </c:pt>
                <c:pt idx="675">
                  <c:v>262.56</c:v>
                </c:pt>
                <c:pt idx="676">
                  <c:v>263.02</c:v>
                </c:pt>
                <c:pt idx="677">
                  <c:v>262.83</c:v>
                </c:pt>
                <c:pt idx="678">
                  <c:v>261.45</c:v>
                </c:pt>
                <c:pt idx="679">
                  <c:v>262.68</c:v>
                </c:pt>
                <c:pt idx="680">
                  <c:v>262.94</c:v>
                </c:pt>
                <c:pt idx="681">
                  <c:v>260.91000000000003</c:v>
                </c:pt>
                <c:pt idx="682">
                  <c:v>261.48</c:v>
                </c:pt>
                <c:pt idx="683">
                  <c:v>261.87</c:v>
                </c:pt>
                <c:pt idx="684">
                  <c:v>261.77999999999997</c:v>
                </c:pt>
                <c:pt idx="685">
                  <c:v>261.85000000000002</c:v>
                </c:pt>
                <c:pt idx="686">
                  <c:v>263.14</c:v>
                </c:pt>
                <c:pt idx="687">
                  <c:v>262.89999999999998</c:v>
                </c:pt>
                <c:pt idx="688">
                  <c:v>266.35000000000002</c:v>
                </c:pt>
                <c:pt idx="689">
                  <c:v>265.81</c:v>
                </c:pt>
                <c:pt idx="690">
                  <c:v>269.02</c:v>
                </c:pt>
                <c:pt idx="691">
                  <c:v>268.25</c:v>
                </c:pt>
                <c:pt idx="692">
                  <c:v>269.58999999999997</c:v>
                </c:pt>
                <c:pt idx="693">
                  <c:v>271.24</c:v>
                </c:pt>
                <c:pt idx="694">
                  <c:v>271.22000000000003</c:v>
                </c:pt>
                <c:pt idx="695">
                  <c:v>271.11</c:v>
                </c:pt>
                <c:pt idx="696">
                  <c:v>268.02999999999997</c:v>
                </c:pt>
                <c:pt idx="697">
                  <c:v>269.36</c:v>
                </c:pt>
                <c:pt idx="698">
                  <c:v>267.51</c:v>
                </c:pt>
                <c:pt idx="699">
                  <c:v>269.74</c:v>
                </c:pt>
                <c:pt idx="700">
                  <c:v>270.27999999999997</c:v>
                </c:pt>
                <c:pt idx="701">
                  <c:v>271.44</c:v>
                </c:pt>
                <c:pt idx="702">
                  <c:v>266.91000000000003</c:v>
                </c:pt>
                <c:pt idx="703">
                  <c:v>268.63</c:v>
                </c:pt>
                <c:pt idx="704">
                  <c:v>266.58999999999997</c:v>
                </c:pt>
                <c:pt idx="705">
                  <c:v>264.95999999999998</c:v>
                </c:pt>
                <c:pt idx="706">
                  <c:v>264.62</c:v>
                </c:pt>
                <c:pt idx="707">
                  <c:v>263.33999999999997</c:v>
                </c:pt>
                <c:pt idx="708">
                  <c:v>260.52999999999997</c:v>
                </c:pt>
                <c:pt idx="709">
                  <c:v>260.14999999999998</c:v>
                </c:pt>
                <c:pt idx="710">
                  <c:v>262.81</c:v>
                </c:pt>
                <c:pt idx="711">
                  <c:v>258.04000000000002</c:v>
                </c:pt>
                <c:pt idx="712">
                  <c:v>258.44</c:v>
                </c:pt>
                <c:pt idx="713">
                  <c:v>264.2</c:v>
                </c:pt>
                <c:pt idx="714">
                  <c:v>265.02999999999997</c:v>
                </c:pt>
                <c:pt idx="715">
                  <c:v>267.81</c:v>
                </c:pt>
                <c:pt idx="716">
                  <c:v>265.62</c:v>
                </c:pt>
                <c:pt idx="717">
                  <c:v>262.2</c:v>
                </c:pt>
                <c:pt idx="718">
                  <c:v>263.86</c:v>
                </c:pt>
                <c:pt idx="719">
                  <c:v>265.20999999999998</c:v>
                </c:pt>
                <c:pt idx="720">
                  <c:v>266.26</c:v>
                </c:pt>
                <c:pt idx="721">
                  <c:v>267.14999999999998</c:v>
                </c:pt>
                <c:pt idx="722">
                  <c:v>269.7</c:v>
                </c:pt>
                <c:pt idx="723">
                  <c:v>269.57</c:v>
                </c:pt>
                <c:pt idx="724">
                  <c:v>267.58</c:v>
                </c:pt>
                <c:pt idx="725">
                  <c:v>264.83999999999997</c:v>
                </c:pt>
                <c:pt idx="726">
                  <c:v>261.48</c:v>
                </c:pt>
                <c:pt idx="727">
                  <c:v>261.10000000000002</c:v>
                </c:pt>
                <c:pt idx="728">
                  <c:v>260.70999999999998</c:v>
                </c:pt>
                <c:pt idx="729">
                  <c:v>263.7</c:v>
                </c:pt>
                <c:pt idx="730">
                  <c:v>262.68</c:v>
                </c:pt>
                <c:pt idx="731">
                  <c:v>260.55</c:v>
                </c:pt>
                <c:pt idx="732">
                  <c:v>259.05</c:v>
                </c:pt>
                <c:pt idx="733">
                  <c:v>258.04000000000002</c:v>
                </c:pt>
                <c:pt idx="734">
                  <c:v>257.89999999999998</c:v>
                </c:pt>
                <c:pt idx="735">
                  <c:v>258.72000000000003</c:v>
                </c:pt>
                <c:pt idx="736">
                  <c:v>259.98</c:v>
                </c:pt>
                <c:pt idx="737">
                  <c:v>260.2</c:v>
                </c:pt>
                <c:pt idx="738">
                  <c:v>261.27</c:v>
                </c:pt>
                <c:pt idx="739">
                  <c:v>263.24</c:v>
                </c:pt>
                <c:pt idx="740">
                  <c:v>263.58</c:v>
                </c:pt>
                <c:pt idx="741">
                  <c:v>263.14999999999998</c:v>
                </c:pt>
                <c:pt idx="742">
                  <c:v>263.32</c:v>
                </c:pt>
                <c:pt idx="743">
                  <c:v>264.24</c:v>
                </c:pt>
                <c:pt idx="744">
                  <c:v>257.64</c:v>
                </c:pt>
                <c:pt idx="745">
                  <c:v>254.48</c:v>
                </c:pt>
                <c:pt idx="746">
                  <c:v>255.41</c:v>
                </c:pt>
                <c:pt idx="747">
                  <c:v>255.98</c:v>
                </c:pt>
                <c:pt idx="748">
                  <c:v>255.76</c:v>
                </c:pt>
                <c:pt idx="749">
                  <c:v>253.63</c:v>
                </c:pt>
                <c:pt idx="750">
                  <c:v>252.48</c:v>
                </c:pt>
                <c:pt idx="751">
                  <c:v>254.08</c:v>
                </c:pt>
                <c:pt idx="752">
                  <c:v>253.97</c:v>
                </c:pt>
                <c:pt idx="753">
                  <c:v>254.73</c:v>
                </c:pt>
                <c:pt idx="754">
                  <c:v>255.36</c:v>
                </c:pt>
                <c:pt idx="755">
                  <c:v>253.46</c:v>
                </c:pt>
                <c:pt idx="756">
                  <c:v>254.81</c:v>
                </c:pt>
                <c:pt idx="757">
                  <c:v>256.33999999999997</c:v>
                </c:pt>
                <c:pt idx="758">
                  <c:v>257.08</c:v>
                </c:pt>
                <c:pt idx="759">
                  <c:v>253.74</c:v>
                </c:pt>
                <c:pt idx="760">
                  <c:v>252.89</c:v>
                </c:pt>
                <c:pt idx="761">
                  <c:v>248.95</c:v>
                </c:pt>
                <c:pt idx="762">
                  <c:v>249.91</c:v>
                </c:pt>
                <c:pt idx="763">
                  <c:v>252.89</c:v>
                </c:pt>
                <c:pt idx="764">
                  <c:v>250.01</c:v>
                </c:pt>
                <c:pt idx="765">
                  <c:v>245.3</c:v>
                </c:pt>
                <c:pt idx="766">
                  <c:v>246.04</c:v>
                </c:pt>
                <c:pt idx="767">
                  <c:v>248.56</c:v>
                </c:pt>
                <c:pt idx="768">
                  <c:v>250.51</c:v>
                </c:pt>
                <c:pt idx="769">
                  <c:v>250.47</c:v>
                </c:pt>
                <c:pt idx="770">
                  <c:v>251.87</c:v>
                </c:pt>
                <c:pt idx="771">
                  <c:v>252.31</c:v>
                </c:pt>
                <c:pt idx="772">
                  <c:v>250.97</c:v>
                </c:pt>
                <c:pt idx="773">
                  <c:v>252.74</c:v>
                </c:pt>
                <c:pt idx="774">
                  <c:v>253.64</c:v>
                </c:pt>
                <c:pt idx="775">
                  <c:v>253.66</c:v>
                </c:pt>
                <c:pt idx="776">
                  <c:v>252.92</c:v>
                </c:pt>
                <c:pt idx="777">
                  <c:v>250.95</c:v>
                </c:pt>
                <c:pt idx="778">
                  <c:v>255.22</c:v>
                </c:pt>
                <c:pt idx="779">
                  <c:v>254.01</c:v>
                </c:pt>
                <c:pt idx="780">
                  <c:v>256.24</c:v>
                </c:pt>
                <c:pt idx="781">
                  <c:v>257.31</c:v>
                </c:pt>
                <c:pt idx="782">
                  <c:v>258.27999999999997</c:v>
                </c:pt>
                <c:pt idx="783">
                  <c:v>258.41000000000003</c:v>
                </c:pt>
                <c:pt idx="784">
                  <c:v>256.29000000000002</c:v>
                </c:pt>
                <c:pt idx="785">
                  <c:v>254.78</c:v>
                </c:pt>
                <c:pt idx="786">
                  <c:v>257.3</c:v>
                </c:pt>
                <c:pt idx="787">
                  <c:v>257.63</c:v>
                </c:pt>
                <c:pt idx="788">
                  <c:v>257.35000000000002</c:v>
                </c:pt>
                <c:pt idx="789">
                  <c:v>254.48</c:v>
                </c:pt>
                <c:pt idx="790">
                  <c:v>255.49</c:v>
                </c:pt>
                <c:pt idx="791">
                  <c:v>251.11</c:v>
                </c:pt>
                <c:pt idx="792">
                  <c:v>251.09</c:v>
                </c:pt>
                <c:pt idx="793">
                  <c:v>249.02</c:v>
                </c:pt>
                <c:pt idx="794">
                  <c:v>250.15</c:v>
                </c:pt>
                <c:pt idx="795">
                  <c:v>251.87</c:v>
                </c:pt>
                <c:pt idx="796">
                  <c:v>251.32</c:v>
                </c:pt>
                <c:pt idx="797">
                  <c:v>248.68</c:v>
                </c:pt>
                <c:pt idx="798">
                  <c:v>250.68</c:v>
                </c:pt>
                <c:pt idx="799">
                  <c:v>252.31</c:v>
                </c:pt>
                <c:pt idx="800">
                  <c:v>251.56</c:v>
                </c:pt>
                <c:pt idx="801">
                  <c:v>255.08</c:v>
                </c:pt>
                <c:pt idx="802">
                  <c:v>257.26</c:v>
                </c:pt>
                <c:pt idx="803">
                  <c:v>257.44</c:v>
                </c:pt>
                <c:pt idx="804">
                  <c:v>258.11</c:v>
                </c:pt>
                <c:pt idx="805">
                  <c:v>258.95</c:v>
                </c:pt>
                <c:pt idx="806">
                  <c:v>259.7</c:v>
                </c:pt>
                <c:pt idx="807">
                  <c:v>259.33999999999997</c:v>
                </c:pt>
                <c:pt idx="808">
                  <c:v>259.47000000000003</c:v>
                </c:pt>
                <c:pt idx="809">
                  <c:v>259.89</c:v>
                </c:pt>
                <c:pt idx="810">
                  <c:v>260.47000000000003</c:v>
                </c:pt>
                <c:pt idx="811">
                  <c:v>261.20999999999998</c:v>
                </c:pt>
                <c:pt idx="812">
                  <c:v>262.41000000000003</c:v>
                </c:pt>
                <c:pt idx="813">
                  <c:v>260.52999999999997</c:v>
                </c:pt>
                <c:pt idx="814">
                  <c:v>260.51</c:v>
                </c:pt>
                <c:pt idx="815">
                  <c:v>259.74</c:v>
                </c:pt>
                <c:pt idx="816">
                  <c:v>259.83</c:v>
                </c:pt>
                <c:pt idx="817">
                  <c:v>259.66000000000003</c:v>
                </c:pt>
                <c:pt idx="818">
                  <c:v>261.52</c:v>
                </c:pt>
                <c:pt idx="819">
                  <c:v>260.89999999999998</c:v>
                </c:pt>
                <c:pt idx="820">
                  <c:v>261.55</c:v>
                </c:pt>
                <c:pt idx="821">
                  <c:v>261.2</c:v>
                </c:pt>
                <c:pt idx="822">
                  <c:v>261.08</c:v>
                </c:pt>
                <c:pt idx="823">
                  <c:v>257.42</c:v>
                </c:pt>
                <c:pt idx="824">
                  <c:v>256.8</c:v>
                </c:pt>
                <c:pt idx="825">
                  <c:v>255.8</c:v>
                </c:pt>
                <c:pt idx="826">
                  <c:v>255.33</c:v>
                </c:pt>
                <c:pt idx="827">
                  <c:v>255.07</c:v>
                </c:pt>
                <c:pt idx="828">
                  <c:v>252.35</c:v>
                </c:pt>
                <c:pt idx="829">
                  <c:v>253.84</c:v>
                </c:pt>
                <c:pt idx="830">
                  <c:v>254.31</c:v>
                </c:pt>
                <c:pt idx="831">
                  <c:v>255.8</c:v>
                </c:pt>
                <c:pt idx="832">
                  <c:v>258.39999999999998</c:v>
                </c:pt>
                <c:pt idx="833">
                  <c:v>262.43</c:v>
                </c:pt>
                <c:pt idx="834">
                  <c:v>262.39999999999998</c:v>
                </c:pt>
                <c:pt idx="835">
                  <c:v>262.97000000000003</c:v>
                </c:pt>
                <c:pt idx="836">
                  <c:v>263.42</c:v>
                </c:pt>
                <c:pt idx="837">
                  <c:v>263.04000000000002</c:v>
                </c:pt>
                <c:pt idx="838">
                  <c:v>262.39999999999998</c:v>
                </c:pt>
                <c:pt idx="839">
                  <c:v>263.33</c:v>
                </c:pt>
                <c:pt idx="840">
                  <c:v>263.42</c:v>
                </c:pt>
                <c:pt idx="841">
                  <c:v>262.33</c:v>
                </c:pt>
                <c:pt idx="842">
                  <c:v>260.36</c:v>
                </c:pt>
                <c:pt idx="843">
                  <c:v>263.01</c:v>
                </c:pt>
                <c:pt idx="844">
                  <c:v>262.57</c:v>
                </c:pt>
                <c:pt idx="845">
                  <c:v>259.94</c:v>
                </c:pt>
                <c:pt idx="846">
                  <c:v>261.39999999999998</c:v>
                </c:pt>
                <c:pt idx="847">
                  <c:v>262.22000000000003</c:v>
                </c:pt>
                <c:pt idx="848">
                  <c:v>260.56</c:v>
                </c:pt>
                <c:pt idx="849">
                  <c:v>259.68</c:v>
                </c:pt>
                <c:pt idx="850">
                  <c:v>262.64</c:v>
                </c:pt>
                <c:pt idx="851">
                  <c:v>262.62</c:v>
                </c:pt>
                <c:pt idx="852">
                  <c:v>262.01</c:v>
                </c:pt>
                <c:pt idx="853">
                  <c:v>258.75</c:v>
                </c:pt>
                <c:pt idx="854">
                  <c:v>259.43</c:v>
                </c:pt>
                <c:pt idx="855">
                  <c:v>260.43</c:v>
                </c:pt>
                <c:pt idx="856">
                  <c:v>258.7</c:v>
                </c:pt>
                <c:pt idx="857">
                  <c:v>258.83</c:v>
                </c:pt>
                <c:pt idx="858">
                  <c:v>255.31</c:v>
                </c:pt>
                <c:pt idx="859">
                  <c:v>256.77</c:v>
                </c:pt>
                <c:pt idx="860">
                  <c:v>259.75</c:v>
                </c:pt>
                <c:pt idx="861">
                  <c:v>258.16000000000003</c:v>
                </c:pt>
                <c:pt idx="862">
                  <c:v>260.02999999999997</c:v>
                </c:pt>
                <c:pt idx="863">
                  <c:v>258.77999999999997</c:v>
                </c:pt>
                <c:pt idx="864">
                  <c:v>260.56</c:v>
                </c:pt>
                <c:pt idx="865">
                  <c:v>259.74</c:v>
                </c:pt>
                <c:pt idx="866">
                  <c:v>262.04000000000002</c:v>
                </c:pt>
                <c:pt idx="867">
                  <c:v>261.13</c:v>
                </c:pt>
                <c:pt idx="868">
                  <c:v>260.63</c:v>
                </c:pt>
                <c:pt idx="869">
                  <c:v>259.95</c:v>
                </c:pt>
                <c:pt idx="870">
                  <c:v>259.93</c:v>
                </c:pt>
                <c:pt idx="871">
                  <c:v>258.87</c:v>
                </c:pt>
                <c:pt idx="872">
                  <c:v>259.17</c:v>
                </c:pt>
                <c:pt idx="873">
                  <c:v>256.72000000000003</c:v>
                </c:pt>
                <c:pt idx="874">
                  <c:v>257.27</c:v>
                </c:pt>
                <c:pt idx="875">
                  <c:v>260.39999999999998</c:v>
                </c:pt>
                <c:pt idx="876">
                  <c:v>260.82</c:v>
                </c:pt>
                <c:pt idx="877">
                  <c:v>261.93</c:v>
                </c:pt>
                <c:pt idx="878">
                  <c:v>261.66000000000003</c:v>
                </c:pt>
                <c:pt idx="879">
                  <c:v>261.51</c:v>
                </c:pt>
                <c:pt idx="880">
                  <c:v>262.86</c:v>
                </c:pt>
                <c:pt idx="881">
                  <c:v>262.56</c:v>
                </c:pt>
                <c:pt idx="882">
                  <c:v>262.72000000000003</c:v>
                </c:pt>
                <c:pt idx="883">
                  <c:v>263.47000000000003</c:v>
                </c:pt>
                <c:pt idx="884">
                  <c:v>265.52999999999997</c:v>
                </c:pt>
                <c:pt idx="885">
                  <c:v>268.01</c:v>
                </c:pt>
                <c:pt idx="886">
                  <c:v>271.17</c:v>
                </c:pt>
                <c:pt idx="887">
                  <c:v>269.68</c:v>
                </c:pt>
                <c:pt idx="888">
                  <c:v>268.56</c:v>
                </c:pt>
                <c:pt idx="889">
                  <c:v>269.64999999999998</c:v>
                </c:pt>
                <c:pt idx="890">
                  <c:v>267.63</c:v>
                </c:pt>
                <c:pt idx="891">
                  <c:v>266.60000000000002</c:v>
                </c:pt>
                <c:pt idx="892">
                  <c:v>265.64</c:v>
                </c:pt>
                <c:pt idx="893">
                  <c:v>262.02</c:v>
                </c:pt>
                <c:pt idx="894">
                  <c:v>263.32</c:v>
                </c:pt>
                <c:pt idx="895">
                  <c:v>263.33999999999997</c:v>
                </c:pt>
                <c:pt idx="896">
                  <c:v>265.91000000000003</c:v>
                </c:pt>
                <c:pt idx="897">
                  <c:v>265.88</c:v>
                </c:pt>
                <c:pt idx="898">
                  <c:v>264.24</c:v>
                </c:pt>
                <c:pt idx="899">
                  <c:v>266.62</c:v>
                </c:pt>
                <c:pt idx="900">
                  <c:v>266.79000000000002</c:v>
                </c:pt>
                <c:pt idx="901">
                  <c:v>262.52999999999997</c:v>
                </c:pt>
                <c:pt idx="902">
                  <c:v>264.26</c:v>
                </c:pt>
                <c:pt idx="903">
                  <c:v>264.45999999999998</c:v>
                </c:pt>
                <c:pt idx="904">
                  <c:v>265.14</c:v>
                </c:pt>
                <c:pt idx="905">
                  <c:v>265.88</c:v>
                </c:pt>
                <c:pt idx="906">
                  <c:v>266.19</c:v>
                </c:pt>
                <c:pt idx="907">
                  <c:v>265.41000000000003</c:v>
                </c:pt>
                <c:pt idx="908">
                  <c:v>265.27</c:v>
                </c:pt>
                <c:pt idx="909">
                  <c:v>262.61</c:v>
                </c:pt>
                <c:pt idx="910">
                  <c:v>262.27</c:v>
                </c:pt>
                <c:pt idx="911">
                  <c:v>263.19</c:v>
                </c:pt>
                <c:pt idx="912">
                  <c:v>262.08999999999997</c:v>
                </c:pt>
                <c:pt idx="913">
                  <c:v>259.8</c:v>
                </c:pt>
                <c:pt idx="914">
                  <c:v>261.39</c:v>
                </c:pt>
                <c:pt idx="915">
                  <c:v>260.56</c:v>
                </c:pt>
                <c:pt idx="916">
                  <c:v>261.45</c:v>
                </c:pt>
                <c:pt idx="917">
                  <c:v>264.01</c:v>
                </c:pt>
                <c:pt idx="918">
                  <c:v>261.72000000000003</c:v>
                </c:pt>
                <c:pt idx="919">
                  <c:v>262.31</c:v>
                </c:pt>
                <c:pt idx="920">
                  <c:v>260.14999999999998</c:v>
                </c:pt>
                <c:pt idx="921">
                  <c:v>258.49</c:v>
                </c:pt>
                <c:pt idx="922">
                  <c:v>258.88</c:v>
                </c:pt>
                <c:pt idx="923">
                  <c:v>258.45999999999998</c:v>
                </c:pt>
                <c:pt idx="924">
                  <c:v>258.33</c:v>
                </c:pt>
                <c:pt idx="925">
                  <c:v>257.95</c:v>
                </c:pt>
                <c:pt idx="926">
                  <c:v>256.77</c:v>
                </c:pt>
                <c:pt idx="927">
                  <c:v>252.81</c:v>
                </c:pt>
                <c:pt idx="928">
                  <c:v>250.06</c:v>
                </c:pt>
                <c:pt idx="929">
                  <c:v>249.19</c:v>
                </c:pt>
                <c:pt idx="930">
                  <c:v>249.93</c:v>
                </c:pt>
                <c:pt idx="931">
                  <c:v>248.36</c:v>
                </c:pt>
                <c:pt idx="932">
                  <c:v>245.06</c:v>
                </c:pt>
                <c:pt idx="933">
                  <c:v>244.18</c:v>
                </c:pt>
                <c:pt idx="934">
                  <c:v>244.47</c:v>
                </c:pt>
                <c:pt idx="935">
                  <c:v>243.87</c:v>
                </c:pt>
                <c:pt idx="936">
                  <c:v>242.79</c:v>
                </c:pt>
                <c:pt idx="937">
                  <c:v>239.84</c:v>
                </c:pt>
                <c:pt idx="938">
                  <c:v>243.9</c:v>
                </c:pt>
                <c:pt idx="939">
                  <c:v>241.48</c:v>
                </c:pt>
                <c:pt idx="940">
                  <c:v>244.12</c:v>
                </c:pt>
                <c:pt idx="941">
                  <c:v>243.38</c:v>
                </c:pt>
                <c:pt idx="942">
                  <c:v>242.91</c:v>
                </c:pt>
                <c:pt idx="943">
                  <c:v>243.89</c:v>
                </c:pt>
                <c:pt idx="944">
                  <c:v>243.3</c:v>
                </c:pt>
                <c:pt idx="945">
                  <c:v>248.64</c:v>
                </c:pt>
                <c:pt idx="946">
                  <c:v>248.84</c:v>
                </c:pt>
                <c:pt idx="947">
                  <c:v>250.45</c:v>
                </c:pt>
                <c:pt idx="948">
                  <c:v>248.69</c:v>
                </c:pt>
                <c:pt idx="949">
                  <c:v>246.51</c:v>
                </c:pt>
                <c:pt idx="950">
                  <c:v>245.86</c:v>
                </c:pt>
                <c:pt idx="951">
                  <c:v>247.19</c:v>
                </c:pt>
                <c:pt idx="952">
                  <c:v>247.39</c:v>
                </c:pt>
                <c:pt idx="953">
                  <c:v>250.64</c:v>
                </c:pt>
                <c:pt idx="954">
                  <c:v>250.45</c:v>
                </c:pt>
                <c:pt idx="955">
                  <c:v>251.26</c:v>
                </c:pt>
                <c:pt idx="956">
                  <c:v>250.11</c:v>
                </c:pt>
                <c:pt idx="957">
                  <c:v>248.18</c:v>
                </c:pt>
                <c:pt idx="958">
                  <c:v>248.3</c:v>
                </c:pt>
                <c:pt idx="959">
                  <c:v>250.65</c:v>
                </c:pt>
                <c:pt idx="960">
                  <c:v>250.33</c:v>
                </c:pt>
                <c:pt idx="961">
                  <c:v>248.96</c:v>
                </c:pt>
                <c:pt idx="962">
                  <c:v>249.9</c:v>
                </c:pt>
                <c:pt idx="963">
                  <c:v>252.34</c:v>
                </c:pt>
                <c:pt idx="964">
                  <c:v>251.72</c:v>
                </c:pt>
                <c:pt idx="965">
                  <c:v>252</c:v>
                </c:pt>
                <c:pt idx="966">
                  <c:v>253.3</c:v>
                </c:pt>
                <c:pt idx="967">
                  <c:v>253.7</c:v>
                </c:pt>
                <c:pt idx="968">
                  <c:v>251.59</c:v>
                </c:pt>
                <c:pt idx="969">
                  <c:v>251.41</c:v>
                </c:pt>
                <c:pt idx="970">
                  <c:v>251.65</c:v>
                </c:pt>
                <c:pt idx="971">
                  <c:v>254.06</c:v>
                </c:pt>
                <c:pt idx="972">
                  <c:v>254.24</c:v>
                </c:pt>
                <c:pt idx="973">
                  <c:v>253.71</c:v>
                </c:pt>
                <c:pt idx="974">
                  <c:v>253.21</c:v>
                </c:pt>
                <c:pt idx="975">
                  <c:v>249.35</c:v>
                </c:pt>
                <c:pt idx="976">
                  <c:v>245.54</c:v>
                </c:pt>
                <c:pt idx="977">
                  <c:v>246.44</c:v>
                </c:pt>
                <c:pt idx="978">
                  <c:v>246.27</c:v>
                </c:pt>
                <c:pt idx="979">
                  <c:v>244.43</c:v>
                </c:pt>
                <c:pt idx="980">
                  <c:v>243.72</c:v>
                </c:pt>
                <c:pt idx="981">
                  <c:v>243.82</c:v>
                </c:pt>
                <c:pt idx="982">
                  <c:v>247.96</c:v>
                </c:pt>
                <c:pt idx="983">
                  <c:v>249.7</c:v>
                </c:pt>
                <c:pt idx="984">
                  <c:v>249.06</c:v>
                </c:pt>
                <c:pt idx="985">
                  <c:v>250.07</c:v>
                </c:pt>
                <c:pt idx="986">
                  <c:v>250.05</c:v>
                </c:pt>
                <c:pt idx="987">
                  <c:v>246.3</c:v>
                </c:pt>
                <c:pt idx="988">
                  <c:v>244.05</c:v>
                </c:pt>
                <c:pt idx="989">
                  <c:v>244.79</c:v>
                </c:pt>
                <c:pt idx="990">
                  <c:v>244.26</c:v>
                </c:pt>
                <c:pt idx="991">
                  <c:v>239.93</c:v>
                </c:pt>
                <c:pt idx="992">
                  <c:v>240.53</c:v>
                </c:pt>
                <c:pt idx="993">
                  <c:v>243.94</c:v>
                </c:pt>
                <c:pt idx="994">
                  <c:v>246.05</c:v>
                </c:pt>
                <c:pt idx="995">
                  <c:v>245.7</c:v>
                </c:pt>
                <c:pt idx="996">
                  <c:v>246.29</c:v>
                </c:pt>
                <c:pt idx="997">
                  <c:v>245.99</c:v>
                </c:pt>
                <c:pt idx="998">
                  <c:v>245.76</c:v>
                </c:pt>
                <c:pt idx="999">
                  <c:v>242.22</c:v>
                </c:pt>
                <c:pt idx="1000">
                  <c:v>244.78</c:v>
                </c:pt>
                <c:pt idx="1001">
                  <c:v>247.24</c:v>
                </c:pt>
                <c:pt idx="1002">
                  <c:v>248.59</c:v>
                </c:pt>
                <c:pt idx="1003">
                  <c:v>248.47</c:v>
                </c:pt>
                <c:pt idx="1004">
                  <c:v>250.32</c:v>
                </c:pt>
                <c:pt idx="1005">
                  <c:v>250.14</c:v>
                </c:pt>
                <c:pt idx="1006">
                  <c:v>252.2</c:v>
                </c:pt>
                <c:pt idx="1007">
                  <c:v>252.21</c:v>
                </c:pt>
                <c:pt idx="1008">
                  <c:v>250.46</c:v>
                </c:pt>
                <c:pt idx="1009">
                  <c:v>249.88</c:v>
                </c:pt>
                <c:pt idx="1010">
                  <c:v>250.61</c:v>
                </c:pt>
                <c:pt idx="1011">
                  <c:v>250.38</c:v>
                </c:pt>
                <c:pt idx="1012">
                  <c:v>251.6</c:v>
                </c:pt>
                <c:pt idx="1013">
                  <c:v>249.78</c:v>
                </c:pt>
                <c:pt idx="1014">
                  <c:v>250.16</c:v>
                </c:pt>
                <c:pt idx="1015">
                  <c:v>249.26</c:v>
                </c:pt>
                <c:pt idx="1016">
                  <c:v>247.66</c:v>
                </c:pt>
                <c:pt idx="1017">
                  <c:v>248.4</c:v>
                </c:pt>
                <c:pt idx="1018">
                  <c:v>247.71</c:v>
                </c:pt>
                <c:pt idx="1019">
                  <c:v>249.76</c:v>
                </c:pt>
                <c:pt idx="1020">
                  <c:v>249.81</c:v>
                </c:pt>
                <c:pt idx="1021">
                  <c:v>250.37</c:v>
                </c:pt>
                <c:pt idx="1022">
                  <c:v>250.8</c:v>
                </c:pt>
                <c:pt idx="1023">
                  <c:v>251.28</c:v>
                </c:pt>
                <c:pt idx="1024">
                  <c:v>252.96</c:v>
                </c:pt>
                <c:pt idx="1025">
                  <c:v>252.93</c:v>
                </c:pt>
                <c:pt idx="1026">
                  <c:v>251.46</c:v>
                </c:pt>
                <c:pt idx="1027">
                  <c:v>253.65</c:v>
                </c:pt>
                <c:pt idx="1028">
                  <c:v>254.5</c:v>
                </c:pt>
                <c:pt idx="1029">
                  <c:v>254.31</c:v>
                </c:pt>
                <c:pt idx="1030">
                  <c:v>254.16</c:v>
                </c:pt>
                <c:pt idx="1031">
                  <c:v>255.96</c:v>
                </c:pt>
                <c:pt idx="1032">
                  <c:v>252.77</c:v>
                </c:pt>
                <c:pt idx="1033">
                  <c:v>251.75</c:v>
                </c:pt>
                <c:pt idx="1034">
                  <c:v>252.16</c:v>
                </c:pt>
                <c:pt idx="1035">
                  <c:v>250.28</c:v>
                </c:pt>
                <c:pt idx="1036">
                  <c:v>252.18</c:v>
                </c:pt>
                <c:pt idx="1037">
                  <c:v>252.44</c:v>
                </c:pt>
                <c:pt idx="1038">
                  <c:v>258.18</c:v>
                </c:pt>
                <c:pt idx="1039">
                  <c:v>258.22000000000003</c:v>
                </c:pt>
                <c:pt idx="1040">
                  <c:v>258.99</c:v>
                </c:pt>
                <c:pt idx="1041">
                  <c:v>258.7</c:v>
                </c:pt>
                <c:pt idx="1042">
                  <c:v>258.95</c:v>
                </c:pt>
                <c:pt idx="1043">
                  <c:v>259.16000000000003</c:v>
                </c:pt>
                <c:pt idx="1044">
                  <c:v>258.94</c:v>
                </c:pt>
                <c:pt idx="1045">
                  <c:v>255.99</c:v>
                </c:pt>
                <c:pt idx="1046">
                  <c:v>255.54</c:v>
                </c:pt>
                <c:pt idx="1047">
                  <c:v>256.10000000000002</c:v>
                </c:pt>
                <c:pt idx="1048">
                  <c:v>257.27999999999997</c:v>
                </c:pt>
                <c:pt idx="1049">
                  <c:v>254.97</c:v>
                </c:pt>
                <c:pt idx="1050">
                  <c:v>254.99</c:v>
                </c:pt>
                <c:pt idx="1051">
                  <c:v>256.75</c:v>
                </c:pt>
                <c:pt idx="1052">
                  <c:v>256.93</c:v>
                </c:pt>
                <c:pt idx="1053">
                  <c:v>256.88</c:v>
                </c:pt>
                <c:pt idx="1054">
                  <c:v>258.51</c:v>
                </c:pt>
                <c:pt idx="1055">
                  <c:v>258.33</c:v>
                </c:pt>
                <c:pt idx="1056">
                  <c:v>261.95</c:v>
                </c:pt>
                <c:pt idx="1057">
                  <c:v>263.48</c:v>
                </c:pt>
                <c:pt idx="1058">
                  <c:v>265.57</c:v>
                </c:pt>
                <c:pt idx="1059">
                  <c:v>265.77</c:v>
                </c:pt>
                <c:pt idx="1060">
                  <c:v>268.45</c:v>
                </c:pt>
                <c:pt idx="1061">
                  <c:v>268.27999999999997</c:v>
                </c:pt>
                <c:pt idx="1062">
                  <c:v>268.55</c:v>
                </c:pt>
                <c:pt idx="1063">
                  <c:v>268.17</c:v>
                </c:pt>
                <c:pt idx="1064">
                  <c:v>268.64</c:v>
                </c:pt>
                <c:pt idx="1065">
                  <c:v>272.58999999999997</c:v>
                </c:pt>
                <c:pt idx="1066">
                  <c:v>271.05</c:v>
                </c:pt>
                <c:pt idx="1067">
                  <c:v>270.05</c:v>
                </c:pt>
                <c:pt idx="1068">
                  <c:v>268.55</c:v>
                </c:pt>
                <c:pt idx="1069">
                  <c:v>268.02999999999997</c:v>
                </c:pt>
                <c:pt idx="1070">
                  <c:v>266.42</c:v>
                </c:pt>
                <c:pt idx="1071">
                  <c:v>267.33</c:v>
                </c:pt>
                <c:pt idx="1072">
                  <c:v>264.02999999999997</c:v>
                </c:pt>
                <c:pt idx="1073">
                  <c:v>262.47000000000003</c:v>
                </c:pt>
                <c:pt idx="1074">
                  <c:v>260.81</c:v>
                </c:pt>
                <c:pt idx="1075">
                  <c:v>261.49</c:v>
                </c:pt>
                <c:pt idx="1076">
                  <c:v>261.42</c:v>
                </c:pt>
                <c:pt idx="1077">
                  <c:v>263.25</c:v>
                </c:pt>
                <c:pt idx="1078">
                  <c:v>263.69</c:v>
                </c:pt>
                <c:pt idx="1079">
                  <c:v>261.33</c:v>
                </c:pt>
                <c:pt idx="1080">
                  <c:v>261.97000000000003</c:v>
                </c:pt>
                <c:pt idx="1081">
                  <c:v>262.92</c:v>
                </c:pt>
                <c:pt idx="1082">
                  <c:v>265.36</c:v>
                </c:pt>
                <c:pt idx="1083">
                  <c:v>262.66000000000003</c:v>
                </c:pt>
                <c:pt idx="1084">
                  <c:v>266.02999999999997</c:v>
                </c:pt>
                <c:pt idx="1085">
                  <c:v>265.41000000000003</c:v>
                </c:pt>
                <c:pt idx="1086">
                  <c:v>260.16000000000003</c:v>
                </c:pt>
                <c:pt idx="1087">
                  <c:v>260.06</c:v>
                </c:pt>
                <c:pt idx="1088">
                  <c:v>260.39</c:v>
                </c:pt>
                <c:pt idx="1089">
                  <c:v>258.74</c:v>
                </c:pt>
                <c:pt idx="1090">
                  <c:v>256.29000000000002</c:v>
                </c:pt>
                <c:pt idx="1091">
                  <c:v>254.11</c:v>
                </c:pt>
                <c:pt idx="1092">
                  <c:v>255.47</c:v>
                </c:pt>
                <c:pt idx="1093">
                  <c:v>254.94</c:v>
                </c:pt>
                <c:pt idx="1094">
                  <c:v>254.21</c:v>
                </c:pt>
                <c:pt idx="1095">
                  <c:v>253.51</c:v>
                </c:pt>
                <c:pt idx="1096">
                  <c:v>252.11</c:v>
                </c:pt>
                <c:pt idx="1097">
                  <c:v>252.32</c:v>
                </c:pt>
                <c:pt idx="1098">
                  <c:v>251.66</c:v>
                </c:pt>
                <c:pt idx="1099">
                  <c:v>250.74</c:v>
                </c:pt>
                <c:pt idx="1100">
                  <c:v>248.49</c:v>
                </c:pt>
                <c:pt idx="1101">
                  <c:v>249.08</c:v>
                </c:pt>
                <c:pt idx="1102">
                  <c:v>249.67</c:v>
                </c:pt>
                <c:pt idx="1103">
                  <c:v>249.84</c:v>
                </c:pt>
                <c:pt idx="1104">
                  <c:v>250.99</c:v>
                </c:pt>
                <c:pt idx="1105">
                  <c:v>254.52</c:v>
                </c:pt>
                <c:pt idx="1106">
                  <c:v>254.94</c:v>
                </c:pt>
                <c:pt idx="1107">
                  <c:v>253.8</c:v>
                </c:pt>
                <c:pt idx="1108">
                  <c:v>254.48</c:v>
                </c:pt>
                <c:pt idx="1109">
                  <c:v>251.26</c:v>
                </c:pt>
                <c:pt idx="1110">
                  <c:v>252.27</c:v>
                </c:pt>
                <c:pt idx="1111">
                  <c:v>255.07</c:v>
                </c:pt>
                <c:pt idx="1112">
                  <c:v>255.5</c:v>
                </c:pt>
                <c:pt idx="1113">
                  <c:v>254.66</c:v>
                </c:pt>
                <c:pt idx="1114">
                  <c:v>248.3</c:v>
                </c:pt>
                <c:pt idx="1115">
                  <c:v>248.05</c:v>
                </c:pt>
                <c:pt idx="1116">
                  <c:v>244.94</c:v>
                </c:pt>
                <c:pt idx="1117">
                  <c:v>246.77</c:v>
                </c:pt>
                <c:pt idx="1118">
                  <c:v>246.83</c:v>
                </c:pt>
                <c:pt idx="1119">
                  <c:v>249.84</c:v>
                </c:pt>
                <c:pt idx="1120">
                  <c:v>248.64</c:v>
                </c:pt>
                <c:pt idx="1121">
                  <c:v>249.65</c:v>
                </c:pt>
                <c:pt idx="1122">
                  <c:v>251.47</c:v>
                </c:pt>
                <c:pt idx="1123">
                  <c:v>250.23</c:v>
                </c:pt>
                <c:pt idx="1124">
                  <c:v>248.91</c:v>
                </c:pt>
                <c:pt idx="1125">
                  <c:v>250.35</c:v>
                </c:pt>
                <c:pt idx="1126">
                  <c:v>247.88</c:v>
                </c:pt>
                <c:pt idx="1127">
                  <c:v>247.31</c:v>
                </c:pt>
                <c:pt idx="1128">
                  <c:v>244.91</c:v>
                </c:pt>
                <c:pt idx="1129">
                  <c:v>244.98</c:v>
                </c:pt>
                <c:pt idx="1130">
                  <c:v>245.21</c:v>
                </c:pt>
                <c:pt idx="1131">
                  <c:v>245.97</c:v>
                </c:pt>
                <c:pt idx="1132">
                  <c:v>243.61</c:v>
                </c:pt>
                <c:pt idx="1133">
                  <c:v>244.3</c:v>
                </c:pt>
                <c:pt idx="1134">
                  <c:v>241.48</c:v>
                </c:pt>
                <c:pt idx="1135">
                  <c:v>243.55</c:v>
                </c:pt>
                <c:pt idx="1136">
                  <c:v>243.12</c:v>
                </c:pt>
                <c:pt idx="1137">
                  <c:v>240.04</c:v>
                </c:pt>
                <c:pt idx="1138">
                  <c:v>239.79</c:v>
                </c:pt>
                <c:pt idx="1139">
                  <c:v>239.18</c:v>
                </c:pt>
                <c:pt idx="1140">
                  <c:v>237.91</c:v>
                </c:pt>
                <c:pt idx="1141">
                  <c:v>237.24</c:v>
                </c:pt>
                <c:pt idx="1142">
                  <c:v>237.32</c:v>
                </c:pt>
                <c:pt idx="1143">
                  <c:v>235.37</c:v>
                </c:pt>
                <c:pt idx="1144">
                  <c:v>235.2</c:v>
                </c:pt>
                <c:pt idx="1145">
                  <c:v>234.27</c:v>
                </c:pt>
                <c:pt idx="1146">
                  <c:v>231.59</c:v>
                </c:pt>
                <c:pt idx="1147">
                  <c:v>227.14</c:v>
                </c:pt>
                <c:pt idx="1148">
                  <c:v>221.53</c:v>
                </c:pt>
                <c:pt idx="1149">
                  <c:v>223.07</c:v>
                </c:pt>
                <c:pt idx="1150">
                  <c:v>227.71</c:v>
                </c:pt>
                <c:pt idx="1151">
                  <c:v>228.94</c:v>
                </c:pt>
                <c:pt idx="1152">
                  <c:v>232.35</c:v>
                </c:pt>
                <c:pt idx="1153">
                  <c:v>232.8</c:v>
                </c:pt>
                <c:pt idx="1154">
                  <c:v>229.55</c:v>
                </c:pt>
                <c:pt idx="1155">
                  <c:v>229.91</c:v>
                </c:pt>
                <c:pt idx="1156">
                  <c:v>230.4</c:v>
                </c:pt>
                <c:pt idx="1157">
                  <c:v>227.9</c:v>
                </c:pt>
                <c:pt idx="1158">
                  <c:v>227.31</c:v>
                </c:pt>
                <c:pt idx="1159">
                  <c:v>227.76</c:v>
                </c:pt>
                <c:pt idx="1160">
                  <c:v>234.4</c:v>
                </c:pt>
                <c:pt idx="1161">
                  <c:v>237.18</c:v>
                </c:pt>
                <c:pt idx="1162">
                  <c:v>233.74</c:v>
                </c:pt>
                <c:pt idx="1163">
                  <c:v>233.06</c:v>
                </c:pt>
                <c:pt idx="1164">
                  <c:v>233.59</c:v>
                </c:pt>
                <c:pt idx="1165">
                  <c:v>238.78</c:v>
                </c:pt>
                <c:pt idx="1166">
                  <c:v>239.29</c:v>
                </c:pt>
                <c:pt idx="1167">
                  <c:v>241.12</c:v>
                </c:pt>
                <c:pt idx="1168">
                  <c:v>236.72</c:v>
                </c:pt>
                <c:pt idx="1169">
                  <c:v>238.68</c:v>
                </c:pt>
                <c:pt idx="1170">
                  <c:v>234.26</c:v>
                </c:pt>
                <c:pt idx="1171">
                  <c:v>234.26</c:v>
                </c:pt>
                <c:pt idx="1172">
                  <c:v>233.79</c:v>
                </c:pt>
                <c:pt idx="1173">
                  <c:v>236.71</c:v>
                </c:pt>
                <c:pt idx="1174">
                  <c:v>238.62</c:v>
                </c:pt>
                <c:pt idx="1175">
                  <c:v>237.15</c:v>
                </c:pt>
                <c:pt idx="1176">
                  <c:v>237.98</c:v>
                </c:pt>
                <c:pt idx="1177">
                  <c:v>240.18</c:v>
                </c:pt>
                <c:pt idx="1178">
                  <c:v>243.52</c:v>
                </c:pt>
                <c:pt idx="1179">
                  <c:v>246.02</c:v>
                </c:pt>
                <c:pt idx="1180">
                  <c:v>246.49</c:v>
                </c:pt>
                <c:pt idx="1181">
                  <c:v>246.04</c:v>
                </c:pt>
                <c:pt idx="1182">
                  <c:v>244.94</c:v>
                </c:pt>
                <c:pt idx="1183">
                  <c:v>247.89</c:v>
                </c:pt>
                <c:pt idx="1184">
                  <c:v>247.37</c:v>
                </c:pt>
                <c:pt idx="1185">
                  <c:v>247.47</c:v>
                </c:pt>
                <c:pt idx="1186">
                  <c:v>248.53</c:v>
                </c:pt>
                <c:pt idx="1187">
                  <c:v>249.25</c:v>
                </c:pt>
                <c:pt idx="1188">
                  <c:v>247.22</c:v>
                </c:pt>
                <c:pt idx="1189">
                  <c:v>249.41</c:v>
                </c:pt>
                <c:pt idx="1190">
                  <c:v>250.36</c:v>
                </c:pt>
                <c:pt idx="1191">
                  <c:v>250.04</c:v>
                </c:pt>
                <c:pt idx="1192">
                  <c:v>249.79</c:v>
                </c:pt>
                <c:pt idx="1193">
                  <c:v>248.93</c:v>
                </c:pt>
                <c:pt idx="1194">
                  <c:v>249.41</c:v>
                </c:pt>
                <c:pt idx="1195">
                  <c:v>250.6</c:v>
                </c:pt>
                <c:pt idx="1196">
                  <c:v>252.12</c:v>
                </c:pt>
                <c:pt idx="1197">
                  <c:v>252.33</c:v>
                </c:pt>
                <c:pt idx="1198">
                  <c:v>251.79</c:v>
                </c:pt>
                <c:pt idx="1199">
                  <c:v>250.25</c:v>
                </c:pt>
                <c:pt idx="1200">
                  <c:v>249.21</c:v>
                </c:pt>
                <c:pt idx="1201">
                  <c:v>245.86</c:v>
                </c:pt>
                <c:pt idx="1202">
                  <c:v>245.86</c:v>
                </c:pt>
                <c:pt idx="1203">
                  <c:v>245.14</c:v>
                </c:pt>
                <c:pt idx="1204">
                  <c:v>242.71</c:v>
                </c:pt>
                <c:pt idx="1205">
                  <c:v>238.87</c:v>
                </c:pt>
                <c:pt idx="1206">
                  <c:v>241.26</c:v>
                </c:pt>
                <c:pt idx="1207">
                  <c:v>241.44</c:v>
                </c:pt>
                <c:pt idx="1208">
                  <c:v>244.79</c:v>
                </c:pt>
                <c:pt idx="1209">
                  <c:v>244.8</c:v>
                </c:pt>
                <c:pt idx="1210">
                  <c:v>245.92</c:v>
                </c:pt>
                <c:pt idx="1211">
                  <c:v>247.51</c:v>
                </c:pt>
                <c:pt idx="1212">
                  <c:v>246.58</c:v>
                </c:pt>
                <c:pt idx="1213">
                  <c:v>249.43</c:v>
                </c:pt>
                <c:pt idx="1214">
                  <c:v>249.07</c:v>
                </c:pt>
                <c:pt idx="1215">
                  <c:v>244.24</c:v>
                </c:pt>
                <c:pt idx="1216">
                  <c:v>248.7</c:v>
                </c:pt>
                <c:pt idx="1217">
                  <c:v>246.6</c:v>
                </c:pt>
                <c:pt idx="1218">
                  <c:v>244.68</c:v>
                </c:pt>
                <c:pt idx="1219">
                  <c:v>242.15</c:v>
                </c:pt>
                <c:pt idx="1220">
                  <c:v>240.68</c:v>
                </c:pt>
                <c:pt idx="1221">
                  <c:v>239.23</c:v>
                </c:pt>
                <c:pt idx="1222">
                  <c:v>239.4</c:v>
                </c:pt>
                <c:pt idx="1223">
                  <c:v>240.6</c:v>
                </c:pt>
                <c:pt idx="1224">
                  <c:v>240.35</c:v>
                </c:pt>
                <c:pt idx="1225">
                  <c:v>238.17</c:v>
                </c:pt>
                <c:pt idx="1226">
                  <c:v>238.8</c:v>
                </c:pt>
                <c:pt idx="1227">
                  <c:v>243.49</c:v>
                </c:pt>
                <c:pt idx="1228">
                  <c:v>244.17</c:v>
                </c:pt>
                <c:pt idx="1229">
                  <c:v>243</c:v>
                </c:pt>
                <c:pt idx="1230">
                  <c:v>243.76</c:v>
                </c:pt>
                <c:pt idx="1231">
                  <c:v>245.48</c:v>
                </c:pt>
                <c:pt idx="1232">
                  <c:v>246.53</c:v>
                </c:pt>
                <c:pt idx="1233">
                  <c:v>245.33</c:v>
                </c:pt>
                <c:pt idx="1234">
                  <c:v>241.79</c:v>
                </c:pt>
                <c:pt idx="1235">
                  <c:v>241.22</c:v>
                </c:pt>
                <c:pt idx="1236">
                  <c:v>240.38</c:v>
                </c:pt>
                <c:pt idx="1237">
                  <c:v>234.63</c:v>
                </c:pt>
                <c:pt idx="1238">
                  <c:v>236.13</c:v>
                </c:pt>
                <c:pt idx="1239">
                  <c:v>234.6</c:v>
                </c:pt>
                <c:pt idx="1240">
                  <c:v>231.93</c:v>
                </c:pt>
                <c:pt idx="1241">
                  <c:v>233.68</c:v>
                </c:pt>
                <c:pt idx="1242">
                  <c:v>230.83</c:v>
                </c:pt>
                <c:pt idx="1243">
                  <c:v>230.55</c:v>
                </c:pt>
                <c:pt idx="1244">
                  <c:v>233.52</c:v>
                </c:pt>
                <c:pt idx="1245">
                  <c:v>231.38</c:v>
                </c:pt>
                <c:pt idx="1246">
                  <c:v>228.78</c:v>
                </c:pt>
                <c:pt idx="1247">
                  <c:v>228.59</c:v>
                </c:pt>
                <c:pt idx="1248">
                  <c:v>230.08</c:v>
                </c:pt>
                <c:pt idx="1249">
                  <c:v>224.54</c:v>
                </c:pt>
                <c:pt idx="1250">
                  <c:v>223.81</c:v>
                </c:pt>
                <c:pt idx="1251">
                  <c:v>228.79</c:v>
                </c:pt>
                <c:pt idx="1252">
                  <c:v>230.21</c:v>
                </c:pt>
                <c:pt idx="1253">
                  <c:v>227.19</c:v>
                </c:pt>
                <c:pt idx="1254">
                  <c:v>230.96</c:v>
                </c:pt>
                <c:pt idx="1255">
                  <c:v>231.51</c:v>
                </c:pt>
                <c:pt idx="1256">
                  <c:v>232.1</c:v>
                </c:pt>
                <c:pt idx="1257">
                  <c:v>233.67</c:v>
                </c:pt>
                <c:pt idx="1258">
                  <c:v>231.1</c:v>
                </c:pt>
                <c:pt idx="1259">
                  <c:v>228.97</c:v>
                </c:pt>
                <c:pt idx="1260">
                  <c:v>232.91</c:v>
                </c:pt>
                <c:pt idx="1261">
                  <c:v>233.3</c:v>
                </c:pt>
                <c:pt idx="1262">
                  <c:v>226.7</c:v>
                </c:pt>
                <c:pt idx="1263">
                  <c:v>224.98</c:v>
                </c:pt>
                <c:pt idx="1264">
                  <c:v>228.4</c:v>
                </c:pt>
                <c:pt idx="1265">
                  <c:v>231.52</c:v>
                </c:pt>
                <c:pt idx="1266">
                  <c:v>231.94</c:v>
                </c:pt>
                <c:pt idx="1267">
                  <c:v>234.74</c:v>
                </c:pt>
                <c:pt idx="1268">
                  <c:v>235.27</c:v>
                </c:pt>
                <c:pt idx="1269">
                  <c:v>234.95</c:v>
                </c:pt>
                <c:pt idx="1270">
                  <c:v>235.03</c:v>
                </c:pt>
                <c:pt idx="1271">
                  <c:v>234.91</c:v>
                </c:pt>
                <c:pt idx="1272">
                  <c:v>235.37</c:v>
                </c:pt>
                <c:pt idx="1273">
                  <c:v>235.22</c:v>
                </c:pt>
                <c:pt idx="1274">
                  <c:v>234.63</c:v>
                </c:pt>
                <c:pt idx="1275">
                  <c:v>238.63</c:v>
                </c:pt>
                <c:pt idx="1276">
                  <c:v>240.09</c:v>
                </c:pt>
                <c:pt idx="1277">
                  <c:v>239.74</c:v>
                </c:pt>
                <c:pt idx="1278">
                  <c:v>240.21</c:v>
                </c:pt>
                <c:pt idx="1279">
                  <c:v>238.44</c:v>
                </c:pt>
                <c:pt idx="1280">
                  <c:v>239.13</c:v>
                </c:pt>
                <c:pt idx="1281">
                  <c:v>241.43</c:v>
                </c:pt>
                <c:pt idx="1282">
                  <c:v>241.97</c:v>
                </c:pt>
                <c:pt idx="1283">
                  <c:v>242.15</c:v>
                </c:pt>
                <c:pt idx="1284">
                  <c:v>241.83</c:v>
                </c:pt>
                <c:pt idx="1285">
                  <c:v>242.35</c:v>
                </c:pt>
                <c:pt idx="1286">
                  <c:v>244.09</c:v>
                </c:pt>
                <c:pt idx="1287">
                  <c:v>244.63</c:v>
                </c:pt>
                <c:pt idx="1288">
                  <c:v>244.28</c:v>
                </c:pt>
                <c:pt idx="1289">
                  <c:v>245.41</c:v>
                </c:pt>
                <c:pt idx="1290">
                  <c:v>245.23</c:v>
                </c:pt>
                <c:pt idx="1291">
                  <c:v>244.08</c:v>
                </c:pt>
                <c:pt idx="1292">
                  <c:v>243.79</c:v>
                </c:pt>
                <c:pt idx="1293">
                  <c:v>243.95</c:v>
                </c:pt>
                <c:pt idx="1294">
                  <c:v>245.53</c:v>
                </c:pt>
                <c:pt idx="1295">
                  <c:v>246.54</c:v>
                </c:pt>
                <c:pt idx="1296">
                  <c:v>245.86</c:v>
                </c:pt>
                <c:pt idx="1297">
                  <c:v>242.36</c:v>
                </c:pt>
                <c:pt idx="1298">
                  <c:v>243.05</c:v>
                </c:pt>
                <c:pt idx="1299">
                  <c:v>240.58</c:v>
                </c:pt>
                <c:pt idx="1300">
                  <c:v>241.99</c:v>
                </c:pt>
                <c:pt idx="1301">
                  <c:v>242.29</c:v>
                </c:pt>
                <c:pt idx="1302">
                  <c:v>241.77</c:v>
                </c:pt>
                <c:pt idx="1303">
                  <c:v>242.06</c:v>
                </c:pt>
                <c:pt idx="1304">
                  <c:v>243.71</c:v>
                </c:pt>
                <c:pt idx="1305">
                  <c:v>248.89</c:v>
                </c:pt>
                <c:pt idx="1306">
                  <c:v>248.53</c:v>
                </c:pt>
                <c:pt idx="1307">
                  <c:v>248</c:v>
                </c:pt>
                <c:pt idx="1308">
                  <c:v>247.88</c:v>
                </c:pt>
                <c:pt idx="1309">
                  <c:v>247.26</c:v>
                </c:pt>
                <c:pt idx="1310">
                  <c:v>249.39</c:v>
                </c:pt>
                <c:pt idx="1311">
                  <c:v>248.32</c:v>
                </c:pt>
                <c:pt idx="1312">
                  <c:v>248.13</c:v>
                </c:pt>
                <c:pt idx="1313">
                  <c:v>248.92</c:v>
                </c:pt>
                <c:pt idx="1314">
                  <c:v>248.69</c:v>
                </c:pt>
                <c:pt idx="1315">
                  <c:v>246.27</c:v>
                </c:pt>
                <c:pt idx="1316">
                  <c:v>245.2</c:v>
                </c:pt>
                <c:pt idx="1317">
                  <c:v>243.47</c:v>
                </c:pt>
                <c:pt idx="1318">
                  <c:v>244.29</c:v>
                </c:pt>
                <c:pt idx="1319">
                  <c:v>243.31</c:v>
                </c:pt>
                <c:pt idx="1320">
                  <c:v>242.23</c:v>
                </c:pt>
                <c:pt idx="1321">
                  <c:v>243.68</c:v>
                </c:pt>
                <c:pt idx="1322">
                  <c:v>243.07</c:v>
                </c:pt>
                <c:pt idx="1323">
                  <c:v>242.34</c:v>
                </c:pt>
                <c:pt idx="1324">
                  <c:v>240.6</c:v>
                </c:pt>
                <c:pt idx="1325">
                  <c:v>240.82</c:v>
                </c:pt>
                <c:pt idx="1326">
                  <c:v>241.03</c:v>
                </c:pt>
                <c:pt idx="1327">
                  <c:v>239.82</c:v>
                </c:pt>
                <c:pt idx="1328">
                  <c:v>239.04</c:v>
                </c:pt>
                <c:pt idx="1329">
                  <c:v>238.74</c:v>
                </c:pt>
                <c:pt idx="1330">
                  <c:v>239.85</c:v>
                </c:pt>
                <c:pt idx="1331">
                  <c:v>237.65</c:v>
                </c:pt>
                <c:pt idx="1332">
                  <c:v>240.91</c:v>
                </c:pt>
                <c:pt idx="1333">
                  <c:v>240.58</c:v>
                </c:pt>
                <c:pt idx="1334">
                  <c:v>241.85</c:v>
                </c:pt>
                <c:pt idx="1335">
                  <c:v>241.73</c:v>
                </c:pt>
                <c:pt idx="1336">
                  <c:v>243.63</c:v>
                </c:pt>
                <c:pt idx="1337">
                  <c:v>243.58</c:v>
                </c:pt>
                <c:pt idx="1338">
                  <c:v>244.18</c:v>
                </c:pt>
                <c:pt idx="1339">
                  <c:v>244.39</c:v>
                </c:pt>
                <c:pt idx="1340">
                  <c:v>247.85</c:v>
                </c:pt>
                <c:pt idx="1341">
                  <c:v>250.04</c:v>
                </c:pt>
                <c:pt idx="1342">
                  <c:v>250.19</c:v>
                </c:pt>
                <c:pt idx="1343">
                  <c:v>248.96</c:v>
                </c:pt>
                <c:pt idx="1344">
                  <c:v>244.05</c:v>
                </c:pt>
                <c:pt idx="1345">
                  <c:v>243.35</c:v>
                </c:pt>
                <c:pt idx="1346">
                  <c:v>243.3</c:v>
                </c:pt>
                <c:pt idx="1347">
                  <c:v>241.61</c:v>
                </c:pt>
                <c:pt idx="1348">
                  <c:v>241.63</c:v>
                </c:pt>
                <c:pt idx="1349">
                  <c:v>245.17</c:v>
                </c:pt>
                <c:pt idx="1350">
                  <c:v>245.34</c:v>
                </c:pt>
                <c:pt idx="1351">
                  <c:v>246.75</c:v>
                </c:pt>
                <c:pt idx="1352">
                  <c:v>246.31</c:v>
                </c:pt>
                <c:pt idx="1353">
                  <c:v>239.21</c:v>
                </c:pt>
                <c:pt idx="1354">
                  <c:v>239.28</c:v>
                </c:pt>
                <c:pt idx="1355">
                  <c:v>240.08</c:v>
                </c:pt>
                <c:pt idx="1356">
                  <c:v>242.32</c:v>
                </c:pt>
                <c:pt idx="1357">
                  <c:v>244.14</c:v>
                </c:pt>
                <c:pt idx="1358">
                  <c:v>246.52</c:v>
                </c:pt>
                <c:pt idx="1359">
                  <c:v>247.62</c:v>
                </c:pt>
                <c:pt idx="1360">
                  <c:v>246.91</c:v>
                </c:pt>
                <c:pt idx="1361">
                  <c:v>241.86</c:v>
                </c:pt>
                <c:pt idx="1362">
                  <c:v>244.6</c:v>
                </c:pt>
                <c:pt idx="1363">
                  <c:v>243.43</c:v>
                </c:pt>
                <c:pt idx="1364">
                  <c:v>246.99</c:v>
                </c:pt>
                <c:pt idx="1365">
                  <c:v>247.14</c:v>
                </c:pt>
                <c:pt idx="1366">
                  <c:v>249.25</c:v>
                </c:pt>
                <c:pt idx="1367">
                  <c:v>249.8</c:v>
                </c:pt>
                <c:pt idx="1368">
                  <c:v>251.02</c:v>
                </c:pt>
                <c:pt idx="1369">
                  <c:v>251.52</c:v>
                </c:pt>
                <c:pt idx="1370">
                  <c:v>250.97</c:v>
                </c:pt>
                <c:pt idx="1371">
                  <c:v>250.66</c:v>
                </c:pt>
                <c:pt idx="1372">
                  <c:v>250.44</c:v>
                </c:pt>
                <c:pt idx="1373">
                  <c:v>250.04</c:v>
                </c:pt>
                <c:pt idx="1374">
                  <c:v>250.65</c:v>
                </c:pt>
                <c:pt idx="1375">
                  <c:v>252.72</c:v>
                </c:pt>
                <c:pt idx="1376">
                  <c:v>252.73</c:v>
                </c:pt>
                <c:pt idx="1377">
                  <c:v>251.86</c:v>
                </c:pt>
                <c:pt idx="1378">
                  <c:v>251.48</c:v>
                </c:pt>
                <c:pt idx="1379">
                  <c:v>253.81</c:v>
                </c:pt>
                <c:pt idx="1380">
                  <c:v>251.93</c:v>
                </c:pt>
                <c:pt idx="1381">
                  <c:v>248.65</c:v>
                </c:pt>
                <c:pt idx="1382">
                  <c:v>249.24</c:v>
                </c:pt>
                <c:pt idx="1383">
                  <c:v>252.36</c:v>
                </c:pt>
                <c:pt idx="1384">
                  <c:v>254.11</c:v>
                </c:pt>
                <c:pt idx="1385">
                  <c:v>255.85</c:v>
                </c:pt>
                <c:pt idx="1386">
                  <c:v>255.43</c:v>
                </c:pt>
                <c:pt idx="1387">
                  <c:v>256.18</c:v>
                </c:pt>
                <c:pt idx="1388">
                  <c:v>256.17</c:v>
                </c:pt>
                <c:pt idx="1389">
                  <c:v>256.14999999999998</c:v>
                </c:pt>
                <c:pt idx="1390">
                  <c:v>256.04000000000002</c:v>
                </c:pt>
                <c:pt idx="1391">
                  <c:v>258.11</c:v>
                </c:pt>
                <c:pt idx="1392">
                  <c:v>258.69</c:v>
                </c:pt>
                <c:pt idx="1393">
                  <c:v>257.27</c:v>
                </c:pt>
                <c:pt idx="1394">
                  <c:v>258.42</c:v>
                </c:pt>
                <c:pt idx="1395">
                  <c:v>257.3</c:v>
                </c:pt>
                <c:pt idx="1396">
                  <c:v>257.26</c:v>
                </c:pt>
                <c:pt idx="1397">
                  <c:v>256.23</c:v>
                </c:pt>
                <c:pt idx="1398">
                  <c:v>256.49</c:v>
                </c:pt>
                <c:pt idx="1399">
                  <c:v>257.49</c:v>
                </c:pt>
                <c:pt idx="1400">
                  <c:v>256.87</c:v>
                </c:pt>
                <c:pt idx="1401">
                  <c:v>256.02999999999997</c:v>
                </c:pt>
                <c:pt idx="1402">
                  <c:v>256.5</c:v>
                </c:pt>
                <c:pt idx="1403">
                  <c:v>259.64</c:v>
                </c:pt>
                <c:pt idx="1404">
                  <c:v>260.93</c:v>
                </c:pt>
                <c:pt idx="1405">
                  <c:v>260.31</c:v>
                </c:pt>
                <c:pt idx="1406">
                  <c:v>260.86</c:v>
                </c:pt>
                <c:pt idx="1407">
                  <c:v>257.31</c:v>
                </c:pt>
                <c:pt idx="1408">
                  <c:v>250.53</c:v>
                </c:pt>
                <c:pt idx="1409">
                  <c:v>251.77</c:v>
                </c:pt>
                <c:pt idx="1410">
                  <c:v>253.93</c:v>
                </c:pt>
                <c:pt idx="1411">
                  <c:v>255.09</c:v>
                </c:pt>
                <c:pt idx="1412">
                  <c:v>256.52</c:v>
                </c:pt>
                <c:pt idx="1413">
                  <c:v>258.33999999999997</c:v>
                </c:pt>
                <c:pt idx="1414">
                  <c:v>258.37</c:v>
                </c:pt>
                <c:pt idx="1415">
                  <c:v>257.48</c:v>
                </c:pt>
                <c:pt idx="1416">
                  <c:v>259.57</c:v>
                </c:pt>
                <c:pt idx="1417">
                  <c:v>258.20999999999998</c:v>
                </c:pt>
                <c:pt idx="1418">
                  <c:v>260.35000000000002</c:v>
                </c:pt>
                <c:pt idx="1419">
                  <c:v>257.49</c:v>
                </c:pt>
                <c:pt idx="1420">
                  <c:v>259.18</c:v>
                </c:pt>
                <c:pt idx="1421">
                  <c:v>258.99</c:v>
                </c:pt>
                <c:pt idx="1422">
                  <c:v>261.13</c:v>
                </c:pt>
                <c:pt idx="1423">
                  <c:v>260.06</c:v>
                </c:pt>
                <c:pt idx="1424">
                  <c:v>260.31</c:v>
                </c:pt>
                <c:pt idx="1425">
                  <c:v>256.14999999999998</c:v>
                </c:pt>
                <c:pt idx="1426">
                  <c:v>256.2</c:v>
                </c:pt>
                <c:pt idx="1427">
                  <c:v>253.93</c:v>
                </c:pt>
                <c:pt idx="1428">
                  <c:v>255.09</c:v>
                </c:pt>
                <c:pt idx="1429">
                  <c:v>256.19</c:v>
                </c:pt>
                <c:pt idx="1430">
                  <c:v>257.98</c:v>
                </c:pt>
                <c:pt idx="1431">
                  <c:v>258.20999999999998</c:v>
                </c:pt>
                <c:pt idx="1432">
                  <c:v>258.41000000000003</c:v>
                </c:pt>
                <c:pt idx="1433">
                  <c:v>257.26</c:v>
                </c:pt>
                <c:pt idx="1434">
                  <c:v>259.48</c:v>
                </c:pt>
                <c:pt idx="1435">
                  <c:v>258.57</c:v>
                </c:pt>
                <c:pt idx="1436">
                  <c:v>255.52</c:v>
                </c:pt>
                <c:pt idx="1437">
                  <c:v>256.66000000000003</c:v>
                </c:pt>
                <c:pt idx="1438">
                  <c:v>256.52999999999997</c:v>
                </c:pt>
                <c:pt idx="1439">
                  <c:v>255.93</c:v>
                </c:pt>
                <c:pt idx="1440">
                  <c:v>255.99</c:v>
                </c:pt>
                <c:pt idx="1441">
                  <c:v>252.83</c:v>
                </c:pt>
                <c:pt idx="1442">
                  <c:v>252.9</c:v>
                </c:pt>
                <c:pt idx="1443">
                  <c:v>252.57</c:v>
                </c:pt>
                <c:pt idx="1444">
                  <c:v>254.6</c:v>
                </c:pt>
                <c:pt idx="1445">
                  <c:v>255.26</c:v>
                </c:pt>
                <c:pt idx="1446">
                  <c:v>249.67</c:v>
                </c:pt>
                <c:pt idx="1447">
                  <c:v>255.31</c:v>
                </c:pt>
                <c:pt idx="1448">
                  <c:v>251.99</c:v>
                </c:pt>
                <c:pt idx="1449">
                  <c:v>250.01</c:v>
                </c:pt>
                <c:pt idx="1450">
                  <c:v>249.2</c:v>
                </c:pt>
                <c:pt idx="1451">
                  <c:v>250.32</c:v>
                </c:pt>
                <c:pt idx="1452">
                  <c:v>250.46</c:v>
                </c:pt>
                <c:pt idx="1453">
                  <c:v>250.21</c:v>
                </c:pt>
                <c:pt idx="1454">
                  <c:v>249.51</c:v>
                </c:pt>
                <c:pt idx="1455">
                  <c:v>252.37</c:v>
                </c:pt>
                <c:pt idx="1456">
                  <c:v>253.66</c:v>
                </c:pt>
                <c:pt idx="1457">
                  <c:v>252.03</c:v>
                </c:pt>
                <c:pt idx="1458">
                  <c:v>252.26</c:v>
                </c:pt>
                <c:pt idx="1459">
                  <c:v>252.96</c:v>
                </c:pt>
                <c:pt idx="1460">
                  <c:v>252.91</c:v>
                </c:pt>
                <c:pt idx="1461">
                  <c:v>254.26</c:v>
                </c:pt>
                <c:pt idx="1462">
                  <c:v>254.48</c:v>
                </c:pt>
                <c:pt idx="1463">
                  <c:v>252.88</c:v>
                </c:pt>
                <c:pt idx="1464">
                  <c:v>252.14</c:v>
                </c:pt>
                <c:pt idx="1465">
                  <c:v>255.63</c:v>
                </c:pt>
                <c:pt idx="1466">
                  <c:v>256.33999999999997</c:v>
                </c:pt>
                <c:pt idx="1467">
                  <c:v>262</c:v>
                </c:pt>
                <c:pt idx="1468">
                  <c:v>260.91000000000003</c:v>
                </c:pt>
                <c:pt idx="1469">
                  <c:v>260.72000000000003</c:v>
                </c:pt>
                <c:pt idx="1470">
                  <c:v>261.63</c:v>
                </c:pt>
                <c:pt idx="1471">
                  <c:v>262</c:v>
                </c:pt>
                <c:pt idx="1472">
                  <c:v>261.45</c:v>
                </c:pt>
                <c:pt idx="1473">
                  <c:v>262.56</c:v>
                </c:pt>
                <c:pt idx="1474">
                  <c:v>261.93</c:v>
                </c:pt>
                <c:pt idx="1475">
                  <c:v>262.58999999999997</c:v>
                </c:pt>
                <c:pt idx="1476">
                  <c:v>262.10000000000002</c:v>
                </c:pt>
                <c:pt idx="1477">
                  <c:v>261.97000000000003</c:v>
                </c:pt>
                <c:pt idx="1478">
                  <c:v>261.61</c:v>
                </c:pt>
                <c:pt idx="1479">
                  <c:v>261.89999999999998</c:v>
                </c:pt>
                <c:pt idx="1480">
                  <c:v>262.49</c:v>
                </c:pt>
                <c:pt idx="1481">
                  <c:v>259.7</c:v>
                </c:pt>
                <c:pt idx="1482">
                  <c:v>260.01</c:v>
                </c:pt>
                <c:pt idx="1483">
                  <c:v>260.36</c:v>
                </c:pt>
                <c:pt idx="1484">
                  <c:v>262.97000000000003</c:v>
                </c:pt>
                <c:pt idx="1485">
                  <c:v>263.12</c:v>
                </c:pt>
                <c:pt idx="1486">
                  <c:v>261.98</c:v>
                </c:pt>
                <c:pt idx="1487">
                  <c:v>263.2</c:v>
                </c:pt>
                <c:pt idx="1488">
                  <c:v>263.74</c:v>
                </c:pt>
                <c:pt idx="1489">
                  <c:v>263.73</c:v>
                </c:pt>
                <c:pt idx="1490">
                  <c:v>268.14999999999998</c:v>
                </c:pt>
                <c:pt idx="1491">
                  <c:v>269.95</c:v>
                </c:pt>
                <c:pt idx="1492">
                  <c:v>267.91000000000003</c:v>
                </c:pt>
                <c:pt idx="1493">
                  <c:v>266.14999999999998</c:v>
                </c:pt>
                <c:pt idx="1494">
                  <c:v>267.37</c:v>
                </c:pt>
                <c:pt idx="1495">
                  <c:v>267.08</c:v>
                </c:pt>
                <c:pt idx="1496">
                  <c:v>267.7</c:v>
                </c:pt>
                <c:pt idx="1497">
                  <c:v>266.52</c:v>
                </c:pt>
                <c:pt idx="1498">
                  <c:v>267.12</c:v>
                </c:pt>
                <c:pt idx="1499">
                  <c:v>267.3</c:v>
                </c:pt>
                <c:pt idx="1500">
                  <c:v>268.14999999999998</c:v>
                </c:pt>
                <c:pt idx="1501">
                  <c:v>270.48</c:v>
                </c:pt>
                <c:pt idx="1502">
                  <c:v>268.08999999999997</c:v>
                </c:pt>
                <c:pt idx="1503">
                  <c:v>269.56</c:v>
                </c:pt>
                <c:pt idx="1504">
                  <c:v>268.49</c:v>
                </c:pt>
                <c:pt idx="1505">
                  <c:v>268.85000000000002</c:v>
                </c:pt>
                <c:pt idx="1506">
                  <c:v>269.49</c:v>
                </c:pt>
                <c:pt idx="1507">
                  <c:v>268.97000000000003</c:v>
                </c:pt>
                <c:pt idx="1508">
                  <c:v>267.72000000000003</c:v>
                </c:pt>
                <c:pt idx="1509">
                  <c:v>267.69</c:v>
                </c:pt>
                <c:pt idx="1510">
                  <c:v>268.66000000000003</c:v>
                </c:pt>
                <c:pt idx="1511">
                  <c:v>268.81</c:v>
                </c:pt>
                <c:pt idx="1512">
                  <c:v>267.89999999999998</c:v>
                </c:pt>
                <c:pt idx="1513">
                  <c:v>268.81</c:v>
                </c:pt>
                <c:pt idx="1514">
                  <c:v>268.93</c:v>
                </c:pt>
                <c:pt idx="1515">
                  <c:v>268.83999999999997</c:v>
                </c:pt>
                <c:pt idx="1516">
                  <c:v>269.73</c:v>
                </c:pt>
                <c:pt idx="1517">
                  <c:v>272.11</c:v>
                </c:pt>
                <c:pt idx="1518">
                  <c:v>272.85000000000002</c:v>
                </c:pt>
                <c:pt idx="1519">
                  <c:v>272.89</c:v>
                </c:pt>
                <c:pt idx="1520">
                  <c:v>270.38</c:v>
                </c:pt>
                <c:pt idx="1521">
                  <c:v>268.97000000000003</c:v>
                </c:pt>
                <c:pt idx="1522">
                  <c:v>270.06</c:v>
                </c:pt>
                <c:pt idx="1523">
                  <c:v>272.64999999999998</c:v>
                </c:pt>
                <c:pt idx="1524">
                  <c:v>269.77</c:v>
                </c:pt>
                <c:pt idx="1525">
                  <c:v>270.41000000000003</c:v>
                </c:pt>
                <c:pt idx="1526">
                  <c:v>271.87</c:v>
                </c:pt>
                <c:pt idx="1527">
                  <c:v>272.29000000000002</c:v>
                </c:pt>
                <c:pt idx="1528">
                  <c:v>271.62</c:v>
                </c:pt>
                <c:pt idx="1529">
                  <c:v>272.29000000000002</c:v>
                </c:pt>
                <c:pt idx="1530">
                  <c:v>275.41000000000003</c:v>
                </c:pt>
                <c:pt idx="1531">
                  <c:v>277.89</c:v>
                </c:pt>
                <c:pt idx="1532">
                  <c:v>277.89</c:v>
                </c:pt>
                <c:pt idx="1533">
                  <c:v>280.11</c:v>
                </c:pt>
                <c:pt idx="1534">
                  <c:v>281.86</c:v>
                </c:pt>
                <c:pt idx="1535">
                  <c:v>280.75</c:v>
                </c:pt>
                <c:pt idx="1536">
                  <c:v>283.83999999999997</c:v>
                </c:pt>
                <c:pt idx="1537">
                  <c:v>282.63</c:v>
                </c:pt>
                <c:pt idx="1538">
                  <c:v>282.81</c:v>
                </c:pt>
                <c:pt idx="1539">
                  <c:v>282.31</c:v>
                </c:pt>
                <c:pt idx="1540">
                  <c:v>280.36</c:v>
                </c:pt>
                <c:pt idx="1541">
                  <c:v>281.25</c:v>
                </c:pt>
                <c:pt idx="1542">
                  <c:v>281.86</c:v>
                </c:pt>
                <c:pt idx="1543">
                  <c:v>281.66000000000003</c:v>
                </c:pt>
                <c:pt idx="1544">
                  <c:v>280.64</c:v>
                </c:pt>
                <c:pt idx="1545">
                  <c:v>281.60000000000002</c:v>
                </c:pt>
                <c:pt idx="1546">
                  <c:v>280.92</c:v>
                </c:pt>
                <c:pt idx="1547">
                  <c:v>280.74</c:v>
                </c:pt>
                <c:pt idx="1548">
                  <c:v>279.47000000000003</c:v>
                </c:pt>
                <c:pt idx="1549">
                  <c:v>279.01</c:v>
                </c:pt>
                <c:pt idx="1550">
                  <c:v>277.20999999999998</c:v>
                </c:pt>
                <c:pt idx="1551">
                  <c:v>275.49</c:v>
                </c:pt>
                <c:pt idx="1552">
                  <c:v>276.20999999999998</c:v>
                </c:pt>
                <c:pt idx="1553">
                  <c:v>279.12</c:v>
                </c:pt>
                <c:pt idx="1554">
                  <c:v>277.31</c:v>
                </c:pt>
                <c:pt idx="1555">
                  <c:v>278.10000000000002</c:v>
                </c:pt>
                <c:pt idx="1556">
                  <c:v>278.23</c:v>
                </c:pt>
                <c:pt idx="1557">
                  <c:v>276.49</c:v>
                </c:pt>
                <c:pt idx="1558">
                  <c:v>277.76</c:v>
                </c:pt>
                <c:pt idx="1559">
                  <c:v>280.05</c:v>
                </c:pt>
                <c:pt idx="1560">
                  <c:v>281.95999999999998</c:v>
                </c:pt>
                <c:pt idx="1561">
                  <c:v>285.41000000000003</c:v>
                </c:pt>
                <c:pt idx="1562">
                  <c:v>286.77999999999997</c:v>
                </c:pt>
                <c:pt idx="1563">
                  <c:v>287.33999999999997</c:v>
                </c:pt>
                <c:pt idx="1564">
                  <c:v>287.20999999999998</c:v>
                </c:pt>
                <c:pt idx="1565">
                  <c:v>289.64999999999998</c:v>
                </c:pt>
                <c:pt idx="1566">
                  <c:v>292.47000000000003</c:v>
                </c:pt>
                <c:pt idx="1567">
                  <c:v>299.86</c:v>
                </c:pt>
                <c:pt idx="1568">
                  <c:v>296.19</c:v>
                </c:pt>
                <c:pt idx="1569">
                  <c:v>299.75</c:v>
                </c:pt>
                <c:pt idx="1570">
                  <c:v>298.25</c:v>
                </c:pt>
                <c:pt idx="1571">
                  <c:v>298.87</c:v>
                </c:pt>
                <c:pt idx="1572">
                  <c:v>299.67</c:v>
                </c:pt>
                <c:pt idx="1573">
                  <c:v>299.33999999999997</c:v>
                </c:pt>
                <c:pt idx="1574">
                  <c:v>298.47000000000003</c:v>
                </c:pt>
                <c:pt idx="1575">
                  <c:v>298.08</c:v>
                </c:pt>
                <c:pt idx="1576">
                  <c:v>300.63</c:v>
                </c:pt>
                <c:pt idx="1577">
                  <c:v>301.36</c:v>
                </c:pt>
                <c:pt idx="1578">
                  <c:v>301.70999999999998</c:v>
                </c:pt>
                <c:pt idx="1579">
                  <c:v>305.22000000000003</c:v>
                </c:pt>
                <c:pt idx="1580">
                  <c:v>306.95999999999998</c:v>
                </c:pt>
                <c:pt idx="1581">
                  <c:v>306.52</c:v>
                </c:pt>
                <c:pt idx="1582">
                  <c:v>304.58999999999997</c:v>
                </c:pt>
                <c:pt idx="1583">
                  <c:v>304.67</c:v>
                </c:pt>
                <c:pt idx="1584">
                  <c:v>304.02999999999997</c:v>
                </c:pt>
                <c:pt idx="1585">
                  <c:v>307.83</c:v>
                </c:pt>
                <c:pt idx="1586">
                  <c:v>307.33</c:v>
                </c:pt>
                <c:pt idx="1587">
                  <c:v>305.68</c:v>
                </c:pt>
                <c:pt idx="1588">
                  <c:v>306.25</c:v>
                </c:pt>
                <c:pt idx="1589">
                  <c:v>309.38</c:v>
                </c:pt>
                <c:pt idx="1590">
                  <c:v>306.24</c:v>
                </c:pt>
                <c:pt idx="1591">
                  <c:v>308.02</c:v>
                </c:pt>
                <c:pt idx="1592">
                  <c:v>307.95</c:v>
                </c:pt>
                <c:pt idx="1593">
                  <c:v>306.69</c:v>
                </c:pt>
                <c:pt idx="1594">
                  <c:v>306.79000000000002</c:v>
                </c:pt>
                <c:pt idx="1595">
                  <c:v>308.61</c:v>
                </c:pt>
                <c:pt idx="1596">
                  <c:v>309.31</c:v>
                </c:pt>
                <c:pt idx="1597">
                  <c:v>307.52</c:v>
                </c:pt>
                <c:pt idx="1598">
                  <c:v>309.47000000000003</c:v>
                </c:pt>
                <c:pt idx="1599">
                  <c:v>310.26</c:v>
                </c:pt>
                <c:pt idx="1600">
                  <c:v>311.89</c:v>
                </c:pt>
                <c:pt idx="1601">
                  <c:v>312.12</c:v>
                </c:pt>
                <c:pt idx="1602">
                  <c:v>310.83999999999997</c:v>
                </c:pt>
                <c:pt idx="1603">
                  <c:v>312.56</c:v>
                </c:pt>
                <c:pt idx="1604">
                  <c:v>311.76</c:v>
                </c:pt>
                <c:pt idx="1605">
                  <c:v>312.39</c:v>
                </c:pt>
                <c:pt idx="1606">
                  <c:v>310.45999999999998</c:v>
                </c:pt>
                <c:pt idx="1607">
                  <c:v>311.77</c:v>
                </c:pt>
                <c:pt idx="1608">
                  <c:v>311.88</c:v>
                </c:pt>
                <c:pt idx="1609">
                  <c:v>310.66000000000003</c:v>
                </c:pt>
                <c:pt idx="1610">
                  <c:v>311.45999999999998</c:v>
                </c:pt>
                <c:pt idx="1611">
                  <c:v>313.58999999999997</c:v>
                </c:pt>
                <c:pt idx="1612">
                  <c:v>313.58</c:v>
                </c:pt>
                <c:pt idx="1613">
                  <c:v>316.35000000000002</c:v>
                </c:pt>
                <c:pt idx="1614">
                  <c:v>317.35000000000002</c:v>
                </c:pt>
                <c:pt idx="1615">
                  <c:v>318.52</c:v>
                </c:pt>
                <c:pt idx="1616">
                  <c:v>318.64999999999998</c:v>
                </c:pt>
                <c:pt idx="1617">
                  <c:v>318.91000000000003</c:v>
                </c:pt>
                <c:pt idx="1618">
                  <c:v>320.61</c:v>
                </c:pt>
                <c:pt idx="1619">
                  <c:v>321.79000000000002</c:v>
                </c:pt>
                <c:pt idx="1620">
                  <c:v>322.01</c:v>
                </c:pt>
                <c:pt idx="1621">
                  <c:v>320.14999999999998</c:v>
                </c:pt>
                <c:pt idx="1622">
                  <c:v>319.45999999999998</c:v>
                </c:pt>
                <c:pt idx="1623">
                  <c:v>320.51</c:v>
                </c:pt>
                <c:pt idx="1624">
                  <c:v>314.13</c:v>
                </c:pt>
                <c:pt idx="1625">
                  <c:v>314.60000000000002</c:v>
                </c:pt>
                <c:pt idx="1626">
                  <c:v>317.04000000000002</c:v>
                </c:pt>
                <c:pt idx="1627">
                  <c:v>317.69</c:v>
                </c:pt>
                <c:pt idx="1628">
                  <c:v>312.29000000000002</c:v>
                </c:pt>
                <c:pt idx="1629">
                  <c:v>313.45999999999998</c:v>
                </c:pt>
                <c:pt idx="1630">
                  <c:v>313.95999999999998</c:v>
                </c:pt>
                <c:pt idx="1631">
                  <c:v>313.39999999999998</c:v>
                </c:pt>
                <c:pt idx="1632">
                  <c:v>309.52</c:v>
                </c:pt>
                <c:pt idx="1633">
                  <c:v>308.37</c:v>
                </c:pt>
                <c:pt idx="1634">
                  <c:v>302.72000000000003</c:v>
                </c:pt>
                <c:pt idx="1635">
                  <c:v>304.93</c:v>
                </c:pt>
                <c:pt idx="1636">
                  <c:v>307.16000000000003</c:v>
                </c:pt>
                <c:pt idx="1637">
                  <c:v>309.02</c:v>
                </c:pt>
                <c:pt idx="1638">
                  <c:v>308.39</c:v>
                </c:pt>
                <c:pt idx="1639">
                  <c:v>308.14</c:v>
                </c:pt>
                <c:pt idx="1640">
                  <c:v>309.33999999999997</c:v>
                </c:pt>
                <c:pt idx="1641">
                  <c:v>309.70999999999998</c:v>
                </c:pt>
                <c:pt idx="1642">
                  <c:v>310.73</c:v>
                </c:pt>
                <c:pt idx="1643">
                  <c:v>311.20999999999998</c:v>
                </c:pt>
                <c:pt idx="1644">
                  <c:v>309.52999999999997</c:v>
                </c:pt>
                <c:pt idx="1645">
                  <c:v>308.64</c:v>
                </c:pt>
                <c:pt idx="1646">
                  <c:v>309.64999999999998</c:v>
                </c:pt>
                <c:pt idx="1647">
                  <c:v>308.27999999999997</c:v>
                </c:pt>
                <c:pt idx="1648">
                  <c:v>307.77999999999997</c:v>
                </c:pt>
                <c:pt idx="1649">
                  <c:v>304.19</c:v>
                </c:pt>
                <c:pt idx="1650">
                  <c:v>304.06</c:v>
                </c:pt>
                <c:pt idx="1651">
                  <c:v>303.18</c:v>
                </c:pt>
                <c:pt idx="1652">
                  <c:v>306.97000000000003</c:v>
                </c:pt>
                <c:pt idx="1653">
                  <c:v>307.43</c:v>
                </c:pt>
                <c:pt idx="1654">
                  <c:v>309.83</c:v>
                </c:pt>
                <c:pt idx="1655">
                  <c:v>310.42</c:v>
                </c:pt>
                <c:pt idx="1656">
                  <c:v>310</c:v>
                </c:pt>
                <c:pt idx="1657">
                  <c:v>312.52</c:v>
                </c:pt>
                <c:pt idx="1658">
                  <c:v>313.69</c:v>
                </c:pt>
                <c:pt idx="1659">
                  <c:v>318.93</c:v>
                </c:pt>
                <c:pt idx="1660">
                  <c:v>318.51</c:v>
                </c:pt>
                <c:pt idx="1661">
                  <c:v>318.48</c:v>
                </c:pt>
                <c:pt idx="1662">
                  <c:v>318.25</c:v>
                </c:pt>
                <c:pt idx="1663">
                  <c:v>316.70999999999998</c:v>
                </c:pt>
                <c:pt idx="1664">
                  <c:v>316.39999999999998</c:v>
                </c:pt>
                <c:pt idx="1665">
                  <c:v>314.29000000000002</c:v>
                </c:pt>
                <c:pt idx="1666">
                  <c:v>313.82</c:v>
                </c:pt>
                <c:pt idx="1667">
                  <c:v>313.85000000000002</c:v>
                </c:pt>
                <c:pt idx="1668">
                  <c:v>316.27</c:v>
                </c:pt>
                <c:pt idx="1669">
                  <c:v>322.49</c:v>
                </c:pt>
                <c:pt idx="1670">
                  <c:v>326.12</c:v>
                </c:pt>
                <c:pt idx="1671">
                  <c:v>328.11</c:v>
                </c:pt>
                <c:pt idx="1672">
                  <c:v>327.35000000000002</c:v>
                </c:pt>
                <c:pt idx="1673">
                  <c:v>327.82</c:v>
                </c:pt>
                <c:pt idx="1674">
                  <c:v>328.51</c:v>
                </c:pt>
                <c:pt idx="1675">
                  <c:v>328.4</c:v>
                </c:pt>
                <c:pt idx="1676">
                  <c:v>326.47000000000003</c:v>
                </c:pt>
                <c:pt idx="1677">
                  <c:v>328.89</c:v>
                </c:pt>
                <c:pt idx="1678">
                  <c:v>329.45</c:v>
                </c:pt>
                <c:pt idx="1679">
                  <c:v>328.96</c:v>
                </c:pt>
                <c:pt idx="1680">
                  <c:v>329.31</c:v>
                </c:pt>
                <c:pt idx="1681">
                  <c:v>326.99</c:v>
                </c:pt>
                <c:pt idx="1682">
                  <c:v>329.23</c:v>
                </c:pt>
                <c:pt idx="1683">
                  <c:v>330.38</c:v>
                </c:pt>
                <c:pt idx="1684">
                  <c:v>333.57</c:v>
                </c:pt>
                <c:pt idx="1685">
                  <c:v>338.76</c:v>
                </c:pt>
                <c:pt idx="1686">
                  <c:v>337.53</c:v>
                </c:pt>
                <c:pt idx="1687">
                  <c:v>338.83</c:v>
                </c:pt>
                <c:pt idx="1688">
                  <c:v>337.4</c:v>
                </c:pt>
                <c:pt idx="1689">
                  <c:v>336.76</c:v>
                </c:pt>
                <c:pt idx="1690">
                  <c:v>337.8</c:v>
                </c:pt>
                <c:pt idx="1691">
                  <c:v>337.14</c:v>
                </c:pt>
                <c:pt idx="1692">
                  <c:v>335.96</c:v>
                </c:pt>
                <c:pt idx="1693">
                  <c:v>334.33</c:v>
                </c:pt>
                <c:pt idx="1694">
                  <c:v>333.62</c:v>
                </c:pt>
                <c:pt idx="1695">
                  <c:v>332.17</c:v>
                </c:pt>
                <c:pt idx="1696">
                  <c:v>334.36</c:v>
                </c:pt>
                <c:pt idx="1697">
                  <c:v>334.18</c:v>
                </c:pt>
                <c:pt idx="1698">
                  <c:v>332.92</c:v>
                </c:pt>
                <c:pt idx="1699">
                  <c:v>333.51</c:v>
                </c:pt>
                <c:pt idx="1700">
                  <c:v>335.49</c:v>
                </c:pt>
                <c:pt idx="1701">
                  <c:v>334.51</c:v>
                </c:pt>
                <c:pt idx="1702">
                  <c:v>335.44</c:v>
                </c:pt>
                <c:pt idx="1703">
                  <c:v>329.53</c:v>
                </c:pt>
                <c:pt idx="1704">
                  <c:v>330.99</c:v>
                </c:pt>
                <c:pt idx="1705">
                  <c:v>330.68</c:v>
                </c:pt>
                <c:pt idx="1706">
                  <c:v>325.25</c:v>
                </c:pt>
                <c:pt idx="1707">
                  <c:v>324.77999999999997</c:v>
                </c:pt>
                <c:pt idx="1708">
                  <c:v>328.77</c:v>
                </c:pt>
                <c:pt idx="1709">
                  <c:v>329.61</c:v>
                </c:pt>
                <c:pt idx="1710">
                  <c:v>324.52</c:v>
                </c:pt>
                <c:pt idx="1711">
                  <c:v>323.58999999999997</c:v>
                </c:pt>
                <c:pt idx="1712">
                  <c:v>324.68</c:v>
                </c:pt>
                <c:pt idx="1713">
                  <c:v>325.08999999999997</c:v>
                </c:pt>
                <c:pt idx="1714">
                  <c:v>324.07</c:v>
                </c:pt>
                <c:pt idx="1715">
                  <c:v>326.18</c:v>
                </c:pt>
                <c:pt idx="1716">
                  <c:v>324.74</c:v>
                </c:pt>
                <c:pt idx="1717">
                  <c:v>326.23</c:v>
                </c:pt>
                <c:pt idx="1718">
                  <c:v>326.60000000000002</c:v>
                </c:pt>
                <c:pt idx="1719">
                  <c:v>326.76</c:v>
                </c:pt>
                <c:pt idx="1720">
                  <c:v>325.79000000000002</c:v>
                </c:pt>
                <c:pt idx="1721">
                  <c:v>319.72000000000003</c:v>
                </c:pt>
                <c:pt idx="1722">
                  <c:v>321.20999999999998</c:v>
                </c:pt>
                <c:pt idx="1723">
                  <c:v>318.89</c:v>
                </c:pt>
                <c:pt idx="1724">
                  <c:v>320.25</c:v>
                </c:pt>
                <c:pt idx="1725">
                  <c:v>324.74</c:v>
                </c:pt>
                <c:pt idx="1726">
                  <c:v>326</c:v>
                </c:pt>
                <c:pt idx="1727">
                  <c:v>327.13</c:v>
                </c:pt>
                <c:pt idx="1728">
                  <c:v>324.58</c:v>
                </c:pt>
                <c:pt idx="1729">
                  <c:v>328.97</c:v>
                </c:pt>
                <c:pt idx="1730">
                  <c:v>331.28</c:v>
                </c:pt>
                <c:pt idx="1731">
                  <c:v>330.25</c:v>
                </c:pt>
                <c:pt idx="1732">
                  <c:v>327.61</c:v>
                </c:pt>
                <c:pt idx="1733">
                  <c:v>325.67</c:v>
                </c:pt>
                <c:pt idx="1734">
                  <c:v>326.72000000000003</c:v>
                </c:pt>
                <c:pt idx="1735">
                  <c:v>327.39</c:v>
                </c:pt>
                <c:pt idx="1736">
                  <c:v>330.02</c:v>
                </c:pt>
                <c:pt idx="1737">
                  <c:v>329.19</c:v>
                </c:pt>
                <c:pt idx="1738">
                  <c:v>329.13</c:v>
                </c:pt>
                <c:pt idx="1739">
                  <c:v>329.52</c:v>
                </c:pt>
                <c:pt idx="1740">
                  <c:v>326.27</c:v>
                </c:pt>
                <c:pt idx="1741">
                  <c:v>330.93</c:v>
                </c:pt>
                <c:pt idx="1742">
                  <c:v>330.91</c:v>
                </c:pt>
                <c:pt idx="1743">
                  <c:v>334.08</c:v>
                </c:pt>
                <c:pt idx="1744">
                  <c:v>335.38</c:v>
                </c:pt>
                <c:pt idx="1745">
                  <c:v>338.05</c:v>
                </c:pt>
                <c:pt idx="1746">
                  <c:v>333.4</c:v>
                </c:pt>
                <c:pt idx="1747">
                  <c:v>333.38</c:v>
                </c:pt>
                <c:pt idx="1748">
                  <c:v>333.36</c:v>
                </c:pt>
                <c:pt idx="1749">
                  <c:v>327.01</c:v>
                </c:pt>
                <c:pt idx="1750">
                  <c:v>323.29000000000002</c:v>
                </c:pt>
                <c:pt idx="1751">
                  <c:v>318.01</c:v>
                </c:pt>
                <c:pt idx="1752">
                  <c:v>310.48</c:v>
                </c:pt>
                <c:pt idx="1753">
                  <c:v>311.62</c:v>
                </c:pt>
                <c:pt idx="1754">
                  <c:v>304.83</c:v>
                </c:pt>
                <c:pt idx="1755">
                  <c:v>308.13</c:v>
                </c:pt>
                <c:pt idx="1756">
                  <c:v>310.87</c:v>
                </c:pt>
                <c:pt idx="1757">
                  <c:v>314.39999999999998</c:v>
                </c:pt>
                <c:pt idx="1758">
                  <c:v>316.61</c:v>
                </c:pt>
                <c:pt idx="1759">
                  <c:v>312.83</c:v>
                </c:pt>
                <c:pt idx="1760">
                  <c:v>314.47000000000003</c:v>
                </c:pt>
                <c:pt idx="1761">
                  <c:v>312.17</c:v>
                </c:pt>
                <c:pt idx="1762">
                  <c:v>316.81</c:v>
                </c:pt>
                <c:pt idx="1763">
                  <c:v>317.33999999999997</c:v>
                </c:pt>
                <c:pt idx="1764">
                  <c:v>316.83</c:v>
                </c:pt>
                <c:pt idx="1765">
                  <c:v>312.86</c:v>
                </c:pt>
                <c:pt idx="1766">
                  <c:v>308.35000000000002</c:v>
                </c:pt>
                <c:pt idx="1767">
                  <c:v>304.58</c:v>
                </c:pt>
                <c:pt idx="1768">
                  <c:v>310.45999999999998</c:v>
                </c:pt>
                <c:pt idx="1769">
                  <c:v>311.14</c:v>
                </c:pt>
                <c:pt idx="1770">
                  <c:v>314.77999999999997</c:v>
                </c:pt>
                <c:pt idx="1771">
                  <c:v>317.67</c:v>
                </c:pt>
                <c:pt idx="1772">
                  <c:v>320.7</c:v>
                </c:pt>
                <c:pt idx="1773">
                  <c:v>322.98</c:v>
                </c:pt>
                <c:pt idx="1774">
                  <c:v>321.99</c:v>
                </c:pt>
                <c:pt idx="1775">
                  <c:v>322.74</c:v>
                </c:pt>
                <c:pt idx="1776">
                  <c:v>322.88</c:v>
                </c:pt>
                <c:pt idx="1777">
                  <c:v>320.35000000000002</c:v>
                </c:pt>
                <c:pt idx="1778">
                  <c:v>321.79000000000002</c:v>
                </c:pt>
                <c:pt idx="1779">
                  <c:v>321.60000000000002</c:v>
                </c:pt>
                <c:pt idx="1780">
                  <c:v>323.32</c:v>
                </c:pt>
                <c:pt idx="1781">
                  <c:v>312.42</c:v>
                </c:pt>
                <c:pt idx="1782">
                  <c:v>314.89</c:v>
                </c:pt>
                <c:pt idx="1783">
                  <c:v>316.33999999999997</c:v>
                </c:pt>
                <c:pt idx="1784">
                  <c:v>311.81</c:v>
                </c:pt>
                <c:pt idx="1785">
                  <c:v>313.82</c:v>
                </c:pt>
                <c:pt idx="1786">
                  <c:v>314.61</c:v>
                </c:pt>
                <c:pt idx="1787">
                  <c:v>314</c:v>
                </c:pt>
                <c:pt idx="1788">
                  <c:v>313.38</c:v>
                </c:pt>
                <c:pt idx="1789">
                  <c:v>308.54000000000002</c:v>
                </c:pt>
                <c:pt idx="1790">
                  <c:v>313.04000000000002</c:v>
                </c:pt>
                <c:pt idx="1791">
                  <c:v>311.61</c:v>
                </c:pt>
                <c:pt idx="1792">
                  <c:v>313.45</c:v>
                </c:pt>
                <c:pt idx="1793">
                  <c:v>313.94</c:v>
                </c:pt>
                <c:pt idx="1794">
                  <c:v>312.94</c:v>
                </c:pt>
                <c:pt idx="1795">
                  <c:v>313.22000000000003</c:v>
                </c:pt>
                <c:pt idx="1796">
                  <c:v>314.86</c:v>
                </c:pt>
                <c:pt idx="1797">
                  <c:v>315.17</c:v>
                </c:pt>
                <c:pt idx="1798">
                  <c:v>314.64</c:v>
                </c:pt>
                <c:pt idx="1799">
                  <c:v>318.64</c:v>
                </c:pt>
                <c:pt idx="1800">
                  <c:v>320.12</c:v>
                </c:pt>
                <c:pt idx="1801">
                  <c:v>317.89</c:v>
                </c:pt>
                <c:pt idx="1802">
                  <c:v>317.89</c:v>
                </c:pt>
                <c:pt idx="1803">
                  <c:v>315.86</c:v>
                </c:pt>
                <c:pt idx="1804">
                  <c:v>313.99</c:v>
                </c:pt>
                <c:pt idx="1805">
                  <c:v>318.08</c:v>
                </c:pt>
                <c:pt idx="1806">
                  <c:v>320.8</c:v>
                </c:pt>
                <c:pt idx="1807">
                  <c:v>323.56</c:v>
                </c:pt>
                <c:pt idx="1808">
                  <c:v>322.52999999999997</c:v>
                </c:pt>
                <c:pt idx="1809">
                  <c:v>320.55</c:v>
                </c:pt>
                <c:pt idx="1810">
                  <c:v>316.75</c:v>
                </c:pt>
                <c:pt idx="1811">
                  <c:v>315.87</c:v>
                </c:pt>
                <c:pt idx="1812">
                  <c:v>314.42</c:v>
                </c:pt>
                <c:pt idx="1813">
                  <c:v>317.31</c:v>
                </c:pt>
                <c:pt idx="1814">
                  <c:v>318.51</c:v>
                </c:pt>
                <c:pt idx="1815">
                  <c:v>317.72000000000003</c:v>
                </c:pt>
                <c:pt idx="1816">
                  <c:v>314.94</c:v>
                </c:pt>
                <c:pt idx="1817">
                  <c:v>315.97000000000003</c:v>
                </c:pt>
                <c:pt idx="1818">
                  <c:v>314.29000000000002</c:v>
                </c:pt>
                <c:pt idx="1819">
                  <c:v>315.37</c:v>
                </c:pt>
                <c:pt idx="1820">
                  <c:v>316.25</c:v>
                </c:pt>
                <c:pt idx="1821">
                  <c:v>318.31</c:v>
                </c:pt>
                <c:pt idx="1822">
                  <c:v>317.48</c:v>
                </c:pt>
                <c:pt idx="1823">
                  <c:v>318.05</c:v>
                </c:pt>
                <c:pt idx="1824">
                  <c:v>318.99</c:v>
                </c:pt>
                <c:pt idx="1825">
                  <c:v>316.2</c:v>
                </c:pt>
                <c:pt idx="1826">
                  <c:v>309.26</c:v>
                </c:pt>
                <c:pt idx="1827">
                  <c:v>310.92</c:v>
                </c:pt>
                <c:pt idx="1828">
                  <c:v>313.22000000000003</c:v>
                </c:pt>
                <c:pt idx="1829">
                  <c:v>314.83999999999997</c:v>
                </c:pt>
                <c:pt idx="1830">
                  <c:v>315.76</c:v>
                </c:pt>
                <c:pt idx="1831">
                  <c:v>317.67</c:v>
                </c:pt>
                <c:pt idx="1832">
                  <c:v>314.97000000000003</c:v>
                </c:pt>
                <c:pt idx="1833">
                  <c:v>317.22000000000003</c:v>
                </c:pt>
                <c:pt idx="1834">
                  <c:v>316.83999999999997</c:v>
                </c:pt>
                <c:pt idx="1835">
                  <c:v>311.2</c:v>
                </c:pt>
                <c:pt idx="1836">
                  <c:v>308.73</c:v>
                </c:pt>
                <c:pt idx="1837">
                  <c:v>305.35000000000002</c:v>
                </c:pt>
                <c:pt idx="1838">
                  <c:v>301.35000000000002</c:v>
                </c:pt>
                <c:pt idx="1839">
                  <c:v>304.02</c:v>
                </c:pt>
                <c:pt idx="1840">
                  <c:v>301.02</c:v>
                </c:pt>
                <c:pt idx="1841">
                  <c:v>303.69</c:v>
                </c:pt>
                <c:pt idx="1842">
                  <c:v>303.37</c:v>
                </c:pt>
                <c:pt idx="1843">
                  <c:v>302.76</c:v>
                </c:pt>
                <c:pt idx="1844">
                  <c:v>302.25</c:v>
                </c:pt>
                <c:pt idx="1845">
                  <c:v>298.26</c:v>
                </c:pt>
                <c:pt idx="1846">
                  <c:v>299.66000000000003</c:v>
                </c:pt>
                <c:pt idx="1847">
                  <c:v>292.93</c:v>
                </c:pt>
                <c:pt idx="1848">
                  <c:v>293.35000000000002</c:v>
                </c:pt>
                <c:pt idx="1849">
                  <c:v>292.26</c:v>
                </c:pt>
                <c:pt idx="1850">
                  <c:v>291.63</c:v>
                </c:pt>
                <c:pt idx="1851">
                  <c:v>293.11</c:v>
                </c:pt>
                <c:pt idx="1852">
                  <c:v>295.2</c:v>
                </c:pt>
                <c:pt idx="1853">
                  <c:v>296.19</c:v>
                </c:pt>
                <c:pt idx="1854">
                  <c:v>294.43</c:v>
                </c:pt>
                <c:pt idx="1855">
                  <c:v>294.41000000000003</c:v>
                </c:pt>
                <c:pt idx="1856">
                  <c:v>298.64999999999998</c:v>
                </c:pt>
                <c:pt idx="1857">
                  <c:v>297.37</c:v>
                </c:pt>
                <c:pt idx="1858">
                  <c:v>296.88</c:v>
                </c:pt>
                <c:pt idx="1859">
                  <c:v>296.47000000000003</c:v>
                </c:pt>
                <c:pt idx="1860">
                  <c:v>295.89999999999998</c:v>
                </c:pt>
                <c:pt idx="1861">
                  <c:v>296.95</c:v>
                </c:pt>
                <c:pt idx="1862">
                  <c:v>294.56</c:v>
                </c:pt>
                <c:pt idx="1863">
                  <c:v>295.49</c:v>
                </c:pt>
                <c:pt idx="1864">
                  <c:v>294.85000000000002</c:v>
                </c:pt>
                <c:pt idx="1865">
                  <c:v>296.95</c:v>
                </c:pt>
                <c:pt idx="1866">
                  <c:v>297.77999999999997</c:v>
                </c:pt>
                <c:pt idx="1867">
                  <c:v>297.29000000000002</c:v>
                </c:pt>
                <c:pt idx="1868">
                  <c:v>297.45</c:v>
                </c:pt>
                <c:pt idx="1869">
                  <c:v>298.69</c:v>
                </c:pt>
                <c:pt idx="1870">
                  <c:v>293.55</c:v>
                </c:pt>
                <c:pt idx="1871">
                  <c:v>295.61</c:v>
                </c:pt>
                <c:pt idx="1872">
                  <c:v>295.24</c:v>
                </c:pt>
                <c:pt idx="1873">
                  <c:v>297.18</c:v>
                </c:pt>
                <c:pt idx="1874">
                  <c:v>297.19</c:v>
                </c:pt>
                <c:pt idx="1875">
                  <c:v>297.41000000000003</c:v>
                </c:pt>
                <c:pt idx="1876">
                  <c:v>293.64</c:v>
                </c:pt>
                <c:pt idx="1877">
                  <c:v>289.85000000000002</c:v>
                </c:pt>
                <c:pt idx="1878">
                  <c:v>291.08</c:v>
                </c:pt>
                <c:pt idx="1879">
                  <c:v>288.24</c:v>
                </c:pt>
                <c:pt idx="1880">
                  <c:v>288.57</c:v>
                </c:pt>
                <c:pt idx="1881">
                  <c:v>288.61</c:v>
                </c:pt>
                <c:pt idx="1882">
                  <c:v>291.93</c:v>
                </c:pt>
                <c:pt idx="1883">
                  <c:v>293</c:v>
                </c:pt>
                <c:pt idx="1884">
                  <c:v>294.29000000000002</c:v>
                </c:pt>
                <c:pt idx="1885">
                  <c:v>295.54000000000002</c:v>
                </c:pt>
                <c:pt idx="1886">
                  <c:v>296.83</c:v>
                </c:pt>
                <c:pt idx="1887">
                  <c:v>297.22000000000003</c:v>
                </c:pt>
                <c:pt idx="1888">
                  <c:v>298.05</c:v>
                </c:pt>
                <c:pt idx="1889">
                  <c:v>298.05</c:v>
                </c:pt>
                <c:pt idx="1890">
                  <c:v>300.07</c:v>
                </c:pt>
                <c:pt idx="1891">
                  <c:v>297.49</c:v>
                </c:pt>
                <c:pt idx="1892">
                  <c:v>298.8</c:v>
                </c:pt>
                <c:pt idx="1893">
                  <c:v>294.95999999999998</c:v>
                </c:pt>
                <c:pt idx="1894">
                  <c:v>294.27999999999997</c:v>
                </c:pt>
                <c:pt idx="1895">
                  <c:v>292.86</c:v>
                </c:pt>
                <c:pt idx="1896">
                  <c:v>293.7</c:v>
                </c:pt>
                <c:pt idx="1897">
                  <c:v>292.45999999999998</c:v>
                </c:pt>
                <c:pt idx="1898">
                  <c:v>292.35000000000002</c:v>
                </c:pt>
                <c:pt idx="1899">
                  <c:v>292.42</c:v>
                </c:pt>
                <c:pt idx="1900">
                  <c:v>297.29000000000002</c:v>
                </c:pt>
                <c:pt idx="1901">
                  <c:v>295.23</c:v>
                </c:pt>
                <c:pt idx="1902">
                  <c:v>296.10000000000002</c:v>
                </c:pt>
                <c:pt idx="1903">
                  <c:v>296.64</c:v>
                </c:pt>
                <c:pt idx="1904">
                  <c:v>299.04000000000002</c:v>
                </c:pt>
                <c:pt idx="1905">
                  <c:v>300.81</c:v>
                </c:pt>
                <c:pt idx="1906">
                  <c:v>302.58999999999997</c:v>
                </c:pt>
                <c:pt idx="1907">
                  <c:v>300.51</c:v>
                </c:pt>
                <c:pt idx="1908">
                  <c:v>300.17</c:v>
                </c:pt>
                <c:pt idx="1909">
                  <c:v>296.52999999999997</c:v>
                </c:pt>
                <c:pt idx="1910">
                  <c:v>291.77999999999997</c:v>
                </c:pt>
                <c:pt idx="1911">
                  <c:v>291.27999999999997</c:v>
                </c:pt>
                <c:pt idx="1912">
                  <c:v>289.91000000000003</c:v>
                </c:pt>
                <c:pt idx="1913">
                  <c:v>287.85000000000002</c:v>
                </c:pt>
                <c:pt idx="1914">
                  <c:v>275.14999999999998</c:v>
                </c:pt>
                <c:pt idx="1915">
                  <c:v>279.37</c:v>
                </c:pt>
                <c:pt idx="1916">
                  <c:v>277.19</c:v>
                </c:pt>
                <c:pt idx="1917">
                  <c:v>276.89999999999998</c:v>
                </c:pt>
                <c:pt idx="1918">
                  <c:v>280.05</c:v>
                </c:pt>
                <c:pt idx="1919">
                  <c:v>277.48</c:v>
                </c:pt>
                <c:pt idx="1920">
                  <c:v>278.63</c:v>
                </c:pt>
                <c:pt idx="1921">
                  <c:v>279.39999999999998</c:v>
                </c:pt>
                <c:pt idx="1922">
                  <c:v>272.54000000000002</c:v>
                </c:pt>
                <c:pt idx="1923">
                  <c:v>271.36</c:v>
                </c:pt>
                <c:pt idx="1924">
                  <c:v>266.72000000000003</c:v>
                </c:pt>
                <c:pt idx="1925">
                  <c:v>262.69</c:v>
                </c:pt>
                <c:pt idx="1926">
                  <c:v>260.19</c:v>
                </c:pt>
                <c:pt idx="1927">
                  <c:v>262.47000000000003</c:v>
                </c:pt>
                <c:pt idx="1928">
                  <c:v>264.01</c:v>
                </c:pt>
                <c:pt idx="1929">
                  <c:v>262.95</c:v>
                </c:pt>
                <c:pt idx="1930">
                  <c:v>272.56</c:v>
                </c:pt>
                <c:pt idx="1931">
                  <c:v>270.07</c:v>
                </c:pt>
                <c:pt idx="1932">
                  <c:v>271.57</c:v>
                </c:pt>
                <c:pt idx="1933">
                  <c:v>270.45</c:v>
                </c:pt>
                <c:pt idx="1934">
                  <c:v>272.11</c:v>
                </c:pt>
                <c:pt idx="1935">
                  <c:v>271.33</c:v>
                </c:pt>
                <c:pt idx="1936">
                  <c:v>271.57</c:v>
                </c:pt>
                <c:pt idx="1937">
                  <c:v>269.7</c:v>
                </c:pt>
                <c:pt idx="1938">
                  <c:v>268.88</c:v>
                </c:pt>
                <c:pt idx="1939">
                  <c:v>271.54000000000002</c:v>
                </c:pt>
                <c:pt idx="1940">
                  <c:v>271.64999999999998</c:v>
                </c:pt>
                <c:pt idx="1941">
                  <c:v>272.31</c:v>
                </c:pt>
                <c:pt idx="1942">
                  <c:v>269.58</c:v>
                </c:pt>
                <c:pt idx="1943">
                  <c:v>268.27</c:v>
                </c:pt>
                <c:pt idx="1944">
                  <c:v>267.76</c:v>
                </c:pt>
                <c:pt idx="1945">
                  <c:v>266.33</c:v>
                </c:pt>
                <c:pt idx="1946">
                  <c:v>269.79000000000002</c:v>
                </c:pt>
                <c:pt idx="1947">
                  <c:v>272.08</c:v>
                </c:pt>
                <c:pt idx="1948">
                  <c:v>273.45</c:v>
                </c:pt>
                <c:pt idx="1949">
                  <c:v>274.16000000000003</c:v>
                </c:pt>
                <c:pt idx="1950">
                  <c:v>271.35000000000002</c:v>
                </c:pt>
                <c:pt idx="1951">
                  <c:v>276.18</c:v>
                </c:pt>
                <c:pt idx="1952">
                  <c:v>273.29000000000002</c:v>
                </c:pt>
                <c:pt idx="1953">
                  <c:v>271.49</c:v>
                </c:pt>
                <c:pt idx="1954">
                  <c:v>267.18</c:v>
                </c:pt>
                <c:pt idx="1955">
                  <c:v>268.27999999999997</c:v>
                </c:pt>
                <c:pt idx="1956">
                  <c:v>265.35000000000002</c:v>
                </c:pt>
                <c:pt idx="1957">
                  <c:v>264.69</c:v>
                </c:pt>
                <c:pt idx="1958">
                  <c:v>268.47000000000003</c:v>
                </c:pt>
                <c:pt idx="1959">
                  <c:v>269.41000000000003</c:v>
                </c:pt>
                <c:pt idx="1960">
                  <c:v>265.55</c:v>
                </c:pt>
                <c:pt idx="1961">
                  <c:v>266.33</c:v>
                </c:pt>
                <c:pt idx="1962">
                  <c:v>265.18</c:v>
                </c:pt>
                <c:pt idx="1963">
                  <c:v>267.31</c:v>
                </c:pt>
                <c:pt idx="1964">
                  <c:v>264.81</c:v>
                </c:pt>
                <c:pt idx="1965">
                  <c:v>265.06</c:v>
                </c:pt>
                <c:pt idx="1966">
                  <c:v>264.45</c:v>
                </c:pt>
                <c:pt idx="1967">
                  <c:v>260.98</c:v>
                </c:pt>
                <c:pt idx="1968">
                  <c:v>260.57</c:v>
                </c:pt>
                <c:pt idx="1969">
                  <c:v>261.98</c:v>
                </c:pt>
                <c:pt idx="1970">
                  <c:v>258.23</c:v>
                </c:pt>
                <c:pt idx="1971">
                  <c:v>255.77</c:v>
                </c:pt>
                <c:pt idx="1972">
                  <c:v>257.89</c:v>
                </c:pt>
                <c:pt idx="1973">
                  <c:v>261.57</c:v>
                </c:pt>
                <c:pt idx="1974">
                  <c:v>259.64999999999998</c:v>
                </c:pt>
                <c:pt idx="1975">
                  <c:v>265.60000000000002</c:v>
                </c:pt>
                <c:pt idx="1976">
                  <c:v>265.55</c:v>
                </c:pt>
                <c:pt idx="1977">
                  <c:v>267.13</c:v>
                </c:pt>
                <c:pt idx="1978">
                  <c:v>264.99</c:v>
                </c:pt>
                <c:pt idx="1979">
                  <c:v>269.93</c:v>
                </c:pt>
                <c:pt idx="1980">
                  <c:v>271.23</c:v>
                </c:pt>
                <c:pt idx="1981">
                  <c:v>271.88</c:v>
                </c:pt>
                <c:pt idx="1982">
                  <c:v>273.88</c:v>
                </c:pt>
                <c:pt idx="1983">
                  <c:v>274</c:v>
                </c:pt>
                <c:pt idx="1984">
                  <c:v>272.70999999999998</c:v>
                </c:pt>
                <c:pt idx="1985">
                  <c:v>273.87</c:v>
                </c:pt>
                <c:pt idx="1986">
                  <c:v>276.61</c:v>
                </c:pt>
                <c:pt idx="1987">
                  <c:v>281.67</c:v>
                </c:pt>
                <c:pt idx="1988">
                  <c:v>281.64</c:v>
                </c:pt>
                <c:pt idx="1989">
                  <c:v>283</c:v>
                </c:pt>
                <c:pt idx="1990">
                  <c:v>286.62</c:v>
                </c:pt>
                <c:pt idx="1991">
                  <c:v>285.89</c:v>
                </c:pt>
                <c:pt idx="1992">
                  <c:v>285.79000000000002</c:v>
                </c:pt>
                <c:pt idx="1993">
                  <c:v>285.64999999999998</c:v>
                </c:pt>
                <c:pt idx="1994">
                  <c:v>281.49</c:v>
                </c:pt>
                <c:pt idx="1995">
                  <c:v>282.10000000000002</c:v>
                </c:pt>
                <c:pt idx="1996">
                  <c:v>283.69</c:v>
                </c:pt>
                <c:pt idx="1997">
                  <c:v>284.97000000000003</c:v>
                </c:pt>
                <c:pt idx="1998">
                  <c:v>288.68</c:v>
                </c:pt>
                <c:pt idx="1999">
                  <c:v>283.98</c:v>
                </c:pt>
                <c:pt idx="2000">
                  <c:v>285.89999999999998</c:v>
                </c:pt>
                <c:pt idx="2001">
                  <c:v>284.91000000000003</c:v>
                </c:pt>
                <c:pt idx="2002">
                  <c:v>288.39999999999998</c:v>
                </c:pt>
                <c:pt idx="2003">
                  <c:v>288.41000000000003</c:v>
                </c:pt>
                <c:pt idx="2004">
                  <c:v>288.74</c:v>
                </c:pt>
                <c:pt idx="2005">
                  <c:v>289</c:v>
                </c:pt>
                <c:pt idx="2006">
                  <c:v>287.89</c:v>
                </c:pt>
                <c:pt idx="2007">
                  <c:v>288.76</c:v>
                </c:pt>
                <c:pt idx="2008">
                  <c:v>283.8</c:v>
                </c:pt>
                <c:pt idx="2009">
                  <c:v>282.51</c:v>
                </c:pt>
                <c:pt idx="2010">
                  <c:v>280.45</c:v>
                </c:pt>
                <c:pt idx="2011">
                  <c:v>279.85000000000002</c:v>
                </c:pt>
                <c:pt idx="2012">
                  <c:v>278.87</c:v>
                </c:pt>
                <c:pt idx="2013">
                  <c:v>274.83999999999997</c:v>
                </c:pt>
                <c:pt idx="2014">
                  <c:v>275.06</c:v>
                </c:pt>
                <c:pt idx="2015">
                  <c:v>277.73</c:v>
                </c:pt>
                <c:pt idx="2016">
                  <c:v>276</c:v>
                </c:pt>
                <c:pt idx="2017">
                  <c:v>276.64</c:v>
                </c:pt>
                <c:pt idx="2018">
                  <c:v>279.87</c:v>
                </c:pt>
                <c:pt idx="2019">
                  <c:v>279.93</c:v>
                </c:pt>
                <c:pt idx="2020">
                  <c:v>279.82</c:v>
                </c:pt>
                <c:pt idx="2021">
                  <c:v>279.92</c:v>
                </c:pt>
                <c:pt idx="2022">
                  <c:v>282.38</c:v>
                </c:pt>
                <c:pt idx="2023">
                  <c:v>283.13</c:v>
                </c:pt>
                <c:pt idx="2024">
                  <c:v>277.45</c:v>
                </c:pt>
                <c:pt idx="2025">
                  <c:v>277.60000000000002</c:v>
                </c:pt>
                <c:pt idx="2026">
                  <c:v>277.27999999999997</c:v>
                </c:pt>
                <c:pt idx="2027">
                  <c:v>275.08</c:v>
                </c:pt>
                <c:pt idx="2028">
                  <c:v>276.48</c:v>
                </c:pt>
                <c:pt idx="2029">
                  <c:v>280.32</c:v>
                </c:pt>
                <c:pt idx="2030">
                  <c:v>281.72000000000003</c:v>
                </c:pt>
                <c:pt idx="2031">
                  <c:v>285.64999999999998</c:v>
                </c:pt>
                <c:pt idx="2032">
                  <c:v>286.14999999999998</c:v>
                </c:pt>
                <c:pt idx="2033">
                  <c:v>286.68</c:v>
                </c:pt>
                <c:pt idx="2034">
                  <c:v>286.38</c:v>
                </c:pt>
                <c:pt idx="2035">
                  <c:v>286.70999999999998</c:v>
                </c:pt>
                <c:pt idx="2036">
                  <c:v>287.92</c:v>
                </c:pt>
                <c:pt idx="2037">
                  <c:v>287.42</c:v>
                </c:pt>
                <c:pt idx="2038">
                  <c:v>288.37</c:v>
                </c:pt>
                <c:pt idx="2039">
                  <c:v>289.38</c:v>
                </c:pt>
                <c:pt idx="2040">
                  <c:v>290.62</c:v>
                </c:pt>
                <c:pt idx="2041">
                  <c:v>290.33</c:v>
                </c:pt>
                <c:pt idx="2042">
                  <c:v>285.82</c:v>
                </c:pt>
                <c:pt idx="2043">
                  <c:v>285.89</c:v>
                </c:pt>
                <c:pt idx="2044">
                  <c:v>285.87</c:v>
                </c:pt>
                <c:pt idx="2045">
                  <c:v>286.47000000000003</c:v>
                </c:pt>
                <c:pt idx="2046">
                  <c:v>283.7</c:v>
                </c:pt>
                <c:pt idx="2047">
                  <c:v>282.83</c:v>
                </c:pt>
                <c:pt idx="2048">
                  <c:v>281.33999999999997</c:v>
                </c:pt>
                <c:pt idx="2049">
                  <c:v>286.79000000000002</c:v>
                </c:pt>
                <c:pt idx="2050">
                  <c:v>284.92</c:v>
                </c:pt>
                <c:pt idx="2051">
                  <c:v>286.12</c:v>
                </c:pt>
                <c:pt idx="2052">
                  <c:v>283.67</c:v>
                </c:pt>
                <c:pt idx="2053">
                  <c:v>281.31</c:v>
                </c:pt>
                <c:pt idx="2054">
                  <c:v>280.14999999999998</c:v>
                </c:pt>
                <c:pt idx="2055">
                  <c:v>271</c:v>
                </c:pt>
                <c:pt idx="2056">
                  <c:v>272.06</c:v>
                </c:pt>
                <c:pt idx="2057">
                  <c:v>268.72000000000003</c:v>
                </c:pt>
                <c:pt idx="2058">
                  <c:v>268.57</c:v>
                </c:pt>
                <c:pt idx="2059">
                  <c:v>269.64</c:v>
                </c:pt>
                <c:pt idx="2060">
                  <c:v>265.99</c:v>
                </c:pt>
                <c:pt idx="2061">
                  <c:v>264.35000000000002</c:v>
                </c:pt>
                <c:pt idx="2062">
                  <c:v>264.95999999999998</c:v>
                </c:pt>
                <c:pt idx="2063">
                  <c:v>266.12</c:v>
                </c:pt>
                <c:pt idx="2064">
                  <c:v>266.64999999999998</c:v>
                </c:pt>
                <c:pt idx="2065">
                  <c:v>266.38</c:v>
                </c:pt>
                <c:pt idx="2066">
                  <c:v>264.42</c:v>
                </c:pt>
                <c:pt idx="2067">
                  <c:v>264.39999999999998</c:v>
                </c:pt>
                <c:pt idx="2068">
                  <c:v>264.7</c:v>
                </c:pt>
                <c:pt idx="2069">
                  <c:v>261.37</c:v>
                </c:pt>
                <c:pt idx="2070">
                  <c:v>263.93</c:v>
                </c:pt>
                <c:pt idx="2071">
                  <c:v>263.89</c:v>
                </c:pt>
                <c:pt idx="2072">
                  <c:v>268.16000000000003</c:v>
                </c:pt>
                <c:pt idx="2073">
                  <c:v>267.66000000000003</c:v>
                </c:pt>
                <c:pt idx="2074">
                  <c:v>267.99</c:v>
                </c:pt>
                <c:pt idx="2075">
                  <c:v>268.27</c:v>
                </c:pt>
                <c:pt idx="2076">
                  <c:v>272.10000000000002</c:v>
                </c:pt>
                <c:pt idx="2077">
                  <c:v>273.20999999999998</c:v>
                </c:pt>
                <c:pt idx="2078">
                  <c:v>272.74</c:v>
                </c:pt>
                <c:pt idx="2079">
                  <c:v>271.13</c:v>
                </c:pt>
                <c:pt idx="2080">
                  <c:v>270.48</c:v>
                </c:pt>
                <c:pt idx="2081">
                  <c:v>270.08999999999997</c:v>
                </c:pt>
                <c:pt idx="2082">
                  <c:v>271.36</c:v>
                </c:pt>
                <c:pt idx="2083">
                  <c:v>275.31</c:v>
                </c:pt>
                <c:pt idx="2084">
                  <c:v>276.01</c:v>
                </c:pt>
                <c:pt idx="2085">
                  <c:v>275.48</c:v>
                </c:pt>
                <c:pt idx="2086">
                  <c:v>275.58</c:v>
                </c:pt>
                <c:pt idx="2087">
                  <c:v>275.27999999999997</c:v>
                </c:pt>
                <c:pt idx="2088">
                  <c:v>275.52999999999997</c:v>
                </c:pt>
                <c:pt idx="2089">
                  <c:v>277.75</c:v>
                </c:pt>
                <c:pt idx="2090">
                  <c:v>277.5</c:v>
                </c:pt>
                <c:pt idx="2091">
                  <c:v>277.27</c:v>
                </c:pt>
                <c:pt idx="2092">
                  <c:v>275.97000000000003</c:v>
                </c:pt>
                <c:pt idx="2093">
                  <c:v>272.37</c:v>
                </c:pt>
                <c:pt idx="2094">
                  <c:v>274.54000000000002</c:v>
                </c:pt>
                <c:pt idx="2095">
                  <c:v>274.35000000000002</c:v>
                </c:pt>
                <c:pt idx="2096">
                  <c:v>268.55</c:v>
                </c:pt>
                <c:pt idx="2097">
                  <c:v>267.72000000000003</c:v>
                </c:pt>
                <c:pt idx="2098">
                  <c:v>268.75</c:v>
                </c:pt>
                <c:pt idx="2099">
                  <c:v>271.77999999999997</c:v>
                </c:pt>
                <c:pt idx="2100">
                  <c:v>272.68</c:v>
                </c:pt>
                <c:pt idx="2101">
                  <c:v>272.64</c:v>
                </c:pt>
                <c:pt idx="2102">
                  <c:v>274.05</c:v>
                </c:pt>
                <c:pt idx="2103">
                  <c:v>271.48</c:v>
                </c:pt>
                <c:pt idx="2104">
                  <c:v>270.67</c:v>
                </c:pt>
                <c:pt idx="2105">
                  <c:v>274.55</c:v>
                </c:pt>
                <c:pt idx="2106">
                  <c:v>274.55</c:v>
                </c:pt>
                <c:pt idx="2107">
                  <c:v>275.92</c:v>
                </c:pt>
                <c:pt idx="2108">
                  <c:v>273.22000000000003</c:v>
                </c:pt>
                <c:pt idx="2109">
                  <c:v>273.04000000000002</c:v>
                </c:pt>
                <c:pt idx="2110">
                  <c:v>272.25</c:v>
                </c:pt>
                <c:pt idx="2111">
                  <c:v>267.75</c:v>
                </c:pt>
                <c:pt idx="2112">
                  <c:v>268.95</c:v>
                </c:pt>
                <c:pt idx="2113">
                  <c:v>266.33999999999997</c:v>
                </c:pt>
                <c:pt idx="2114">
                  <c:v>265.73</c:v>
                </c:pt>
                <c:pt idx="2115">
                  <c:v>262.99</c:v>
                </c:pt>
                <c:pt idx="2116">
                  <c:v>257.19</c:v>
                </c:pt>
                <c:pt idx="2117">
                  <c:v>253.41</c:v>
                </c:pt>
                <c:pt idx="2118">
                  <c:v>252</c:v>
                </c:pt>
                <c:pt idx="2119">
                  <c:v>252.4</c:v>
                </c:pt>
                <c:pt idx="2120">
                  <c:v>254.85</c:v>
                </c:pt>
                <c:pt idx="2121">
                  <c:v>255.35</c:v>
                </c:pt>
                <c:pt idx="2122">
                  <c:v>252.83</c:v>
                </c:pt>
                <c:pt idx="2123">
                  <c:v>254.86</c:v>
                </c:pt>
                <c:pt idx="2124">
                  <c:v>253.9</c:v>
                </c:pt>
                <c:pt idx="2125">
                  <c:v>255.11</c:v>
                </c:pt>
                <c:pt idx="2126">
                  <c:v>258.05</c:v>
                </c:pt>
                <c:pt idx="2127">
                  <c:v>258.38</c:v>
                </c:pt>
                <c:pt idx="2128">
                  <c:v>256.27999999999997</c:v>
                </c:pt>
                <c:pt idx="2129">
                  <c:v>256.11</c:v>
                </c:pt>
                <c:pt idx="2130">
                  <c:v>252.19</c:v>
                </c:pt>
                <c:pt idx="2131">
                  <c:v>253.5</c:v>
                </c:pt>
                <c:pt idx="2132">
                  <c:v>255.53</c:v>
                </c:pt>
                <c:pt idx="2133">
                  <c:v>254.31</c:v>
                </c:pt>
                <c:pt idx="2134">
                  <c:v>259</c:v>
                </c:pt>
                <c:pt idx="2135">
                  <c:v>259.08</c:v>
                </c:pt>
                <c:pt idx="2136">
                  <c:v>258.25</c:v>
                </c:pt>
                <c:pt idx="2137">
                  <c:v>261.69</c:v>
                </c:pt>
                <c:pt idx="2138">
                  <c:v>264.44</c:v>
                </c:pt>
                <c:pt idx="2139">
                  <c:v>265.52999999999997</c:v>
                </c:pt>
                <c:pt idx="2140">
                  <c:v>267.39999999999998</c:v>
                </c:pt>
                <c:pt idx="2141">
                  <c:v>268.76</c:v>
                </c:pt>
                <c:pt idx="2142">
                  <c:v>270.83999999999997</c:v>
                </c:pt>
                <c:pt idx="2143">
                  <c:v>272.02</c:v>
                </c:pt>
                <c:pt idx="2144">
                  <c:v>271.68</c:v>
                </c:pt>
                <c:pt idx="2145">
                  <c:v>273.06</c:v>
                </c:pt>
                <c:pt idx="2146">
                  <c:v>274.92</c:v>
                </c:pt>
                <c:pt idx="2147">
                  <c:v>276.44</c:v>
                </c:pt>
                <c:pt idx="2148">
                  <c:v>276.64999999999998</c:v>
                </c:pt>
                <c:pt idx="2149">
                  <c:v>277.97000000000003</c:v>
                </c:pt>
                <c:pt idx="2150">
                  <c:v>274.42</c:v>
                </c:pt>
                <c:pt idx="2151">
                  <c:v>274.89</c:v>
                </c:pt>
                <c:pt idx="2152">
                  <c:v>271.33</c:v>
                </c:pt>
                <c:pt idx="2153">
                  <c:v>273.55</c:v>
                </c:pt>
                <c:pt idx="2154">
                  <c:v>274.42</c:v>
                </c:pt>
                <c:pt idx="2155">
                  <c:v>268.55</c:v>
                </c:pt>
                <c:pt idx="2156">
                  <c:v>267.39</c:v>
                </c:pt>
                <c:pt idx="2157">
                  <c:v>267.67</c:v>
                </c:pt>
                <c:pt idx="2158">
                  <c:v>271.36</c:v>
                </c:pt>
                <c:pt idx="2159">
                  <c:v>268.8</c:v>
                </c:pt>
                <c:pt idx="2160">
                  <c:v>271.3</c:v>
                </c:pt>
                <c:pt idx="2161">
                  <c:v>274.23</c:v>
                </c:pt>
                <c:pt idx="2162">
                  <c:v>274.33999999999997</c:v>
                </c:pt>
                <c:pt idx="2163">
                  <c:v>276.32</c:v>
                </c:pt>
                <c:pt idx="2164">
                  <c:v>275.57</c:v>
                </c:pt>
                <c:pt idx="2165">
                  <c:v>272.81</c:v>
                </c:pt>
                <c:pt idx="2166">
                  <c:v>273.79000000000002</c:v>
                </c:pt>
                <c:pt idx="2167">
                  <c:v>277.41000000000003</c:v>
                </c:pt>
                <c:pt idx="2168">
                  <c:v>276.23</c:v>
                </c:pt>
                <c:pt idx="2169">
                  <c:v>276.7</c:v>
                </c:pt>
                <c:pt idx="2170">
                  <c:v>277.07</c:v>
                </c:pt>
                <c:pt idx="2171">
                  <c:v>277.77999999999997</c:v>
                </c:pt>
                <c:pt idx="2172">
                  <c:v>277.55</c:v>
                </c:pt>
                <c:pt idx="2173">
                  <c:v>275.51</c:v>
                </c:pt>
                <c:pt idx="2174">
                  <c:v>275.82</c:v>
                </c:pt>
                <c:pt idx="2175">
                  <c:v>278.43</c:v>
                </c:pt>
                <c:pt idx="2176">
                  <c:v>282.54000000000002</c:v>
                </c:pt>
                <c:pt idx="2177">
                  <c:v>284.38</c:v>
                </c:pt>
                <c:pt idx="2178">
                  <c:v>284.52</c:v>
                </c:pt>
                <c:pt idx="2179">
                  <c:v>284.37</c:v>
                </c:pt>
                <c:pt idx="2180">
                  <c:v>283.13</c:v>
                </c:pt>
                <c:pt idx="2181">
                  <c:v>280.85000000000002</c:v>
                </c:pt>
                <c:pt idx="2182">
                  <c:v>283.64999999999998</c:v>
                </c:pt>
                <c:pt idx="2183">
                  <c:v>281.27999999999997</c:v>
                </c:pt>
                <c:pt idx="2184">
                  <c:v>283.93</c:v>
                </c:pt>
                <c:pt idx="2185">
                  <c:v>287.29000000000002</c:v>
                </c:pt>
                <c:pt idx="2186">
                  <c:v>287.18</c:v>
                </c:pt>
                <c:pt idx="2187">
                  <c:v>286.23</c:v>
                </c:pt>
                <c:pt idx="2188">
                  <c:v>282.20999999999998</c:v>
                </c:pt>
                <c:pt idx="2189">
                  <c:v>278.27999999999997</c:v>
                </c:pt>
                <c:pt idx="2190">
                  <c:v>279.43</c:v>
                </c:pt>
                <c:pt idx="2191">
                  <c:v>282.19</c:v>
                </c:pt>
                <c:pt idx="2192">
                  <c:v>281.83</c:v>
                </c:pt>
                <c:pt idx="2193">
                  <c:v>282.85000000000002</c:v>
                </c:pt>
                <c:pt idx="2194">
                  <c:v>281.23</c:v>
                </c:pt>
                <c:pt idx="2195">
                  <c:v>276.77999999999997</c:v>
                </c:pt>
                <c:pt idx="2196">
                  <c:v>277.44</c:v>
                </c:pt>
                <c:pt idx="2197">
                  <c:v>276.19</c:v>
                </c:pt>
                <c:pt idx="2198">
                  <c:v>274.14999999999998</c:v>
                </c:pt>
                <c:pt idx="2199">
                  <c:v>273.3</c:v>
                </c:pt>
                <c:pt idx="2200">
                  <c:v>276.56</c:v>
                </c:pt>
                <c:pt idx="2201">
                  <c:v>278.02999999999997</c:v>
                </c:pt>
                <c:pt idx="2202">
                  <c:v>279.31</c:v>
                </c:pt>
                <c:pt idx="2203">
                  <c:v>280.27999999999997</c:v>
                </c:pt>
                <c:pt idx="2204">
                  <c:v>285.11</c:v>
                </c:pt>
                <c:pt idx="2205">
                  <c:v>290.11</c:v>
                </c:pt>
                <c:pt idx="2206">
                  <c:v>289.76</c:v>
                </c:pt>
                <c:pt idx="2207">
                  <c:v>294.39999999999998</c:v>
                </c:pt>
                <c:pt idx="2208">
                  <c:v>294.22000000000003</c:v>
                </c:pt>
                <c:pt idx="2209">
                  <c:v>294.31</c:v>
                </c:pt>
                <c:pt idx="2210">
                  <c:v>295.31</c:v>
                </c:pt>
                <c:pt idx="2211">
                  <c:v>294.87</c:v>
                </c:pt>
                <c:pt idx="2212">
                  <c:v>292.89999999999998</c:v>
                </c:pt>
                <c:pt idx="2213">
                  <c:v>294.06</c:v>
                </c:pt>
                <c:pt idx="2214">
                  <c:v>295.2</c:v>
                </c:pt>
                <c:pt idx="2215">
                  <c:v>293.77</c:v>
                </c:pt>
                <c:pt idx="2216">
                  <c:v>290.35000000000002</c:v>
                </c:pt>
                <c:pt idx="2217">
                  <c:v>290.74</c:v>
                </c:pt>
                <c:pt idx="2218">
                  <c:v>288.43</c:v>
                </c:pt>
                <c:pt idx="2219">
                  <c:v>291.23</c:v>
                </c:pt>
                <c:pt idx="2220">
                  <c:v>289.42</c:v>
                </c:pt>
                <c:pt idx="2221">
                  <c:v>294.41000000000003</c:v>
                </c:pt>
                <c:pt idx="2222">
                  <c:v>297.06</c:v>
                </c:pt>
                <c:pt idx="2223">
                  <c:v>300.13</c:v>
                </c:pt>
                <c:pt idx="2224">
                  <c:v>301.52999999999997</c:v>
                </c:pt>
                <c:pt idx="2225">
                  <c:v>299.74</c:v>
                </c:pt>
                <c:pt idx="2226">
                  <c:v>302.77999999999997</c:v>
                </c:pt>
                <c:pt idx="2227">
                  <c:v>303.3</c:v>
                </c:pt>
                <c:pt idx="2228">
                  <c:v>305.58</c:v>
                </c:pt>
                <c:pt idx="2229">
                  <c:v>302.11</c:v>
                </c:pt>
                <c:pt idx="2230">
                  <c:v>306.08</c:v>
                </c:pt>
                <c:pt idx="2231">
                  <c:v>302.33</c:v>
                </c:pt>
                <c:pt idx="2232">
                  <c:v>292.77</c:v>
                </c:pt>
                <c:pt idx="2233">
                  <c:v>293.98</c:v>
                </c:pt>
                <c:pt idx="2234">
                  <c:v>288.37</c:v>
                </c:pt>
                <c:pt idx="2235">
                  <c:v>284.52999999999997</c:v>
                </c:pt>
                <c:pt idx="2236">
                  <c:v>285.05</c:v>
                </c:pt>
                <c:pt idx="2237">
                  <c:v>290.68</c:v>
                </c:pt>
                <c:pt idx="2238">
                  <c:v>292.02</c:v>
                </c:pt>
                <c:pt idx="2239">
                  <c:v>300.64999999999998</c:v>
                </c:pt>
                <c:pt idx="2240">
                  <c:v>298.20999999999998</c:v>
                </c:pt>
                <c:pt idx="2241">
                  <c:v>296.24</c:v>
                </c:pt>
                <c:pt idx="2242">
                  <c:v>299.27999999999997</c:v>
                </c:pt>
                <c:pt idx="2243">
                  <c:v>301.54000000000002</c:v>
                </c:pt>
                <c:pt idx="2244">
                  <c:v>300.93</c:v>
                </c:pt>
                <c:pt idx="2245">
                  <c:v>303.01</c:v>
                </c:pt>
                <c:pt idx="2246">
                  <c:v>302.76</c:v>
                </c:pt>
                <c:pt idx="2247">
                  <c:v>297.74</c:v>
                </c:pt>
                <c:pt idx="2248">
                  <c:v>298.33</c:v>
                </c:pt>
                <c:pt idx="2249">
                  <c:v>296.64999999999998</c:v>
                </c:pt>
                <c:pt idx="2250">
                  <c:v>292.42</c:v>
                </c:pt>
                <c:pt idx="2251">
                  <c:v>281.02</c:v>
                </c:pt>
                <c:pt idx="2252">
                  <c:v>284.24</c:v>
                </c:pt>
                <c:pt idx="2253">
                  <c:v>279.94</c:v>
                </c:pt>
                <c:pt idx="2254">
                  <c:v>277.08999999999997</c:v>
                </c:pt>
                <c:pt idx="2255">
                  <c:v>268.02</c:v>
                </c:pt>
                <c:pt idx="2256">
                  <c:v>270.37</c:v>
                </c:pt>
                <c:pt idx="2257">
                  <c:v>271.56</c:v>
                </c:pt>
                <c:pt idx="2258">
                  <c:v>278.13</c:v>
                </c:pt>
                <c:pt idx="2259">
                  <c:v>281.38</c:v>
                </c:pt>
                <c:pt idx="2260">
                  <c:v>275.10000000000002</c:v>
                </c:pt>
                <c:pt idx="2261">
                  <c:v>263.11</c:v>
                </c:pt>
                <c:pt idx="2262">
                  <c:v>264.67</c:v>
                </c:pt>
                <c:pt idx="2263">
                  <c:v>257.01</c:v>
                </c:pt>
                <c:pt idx="2264">
                  <c:v>247.62</c:v>
                </c:pt>
                <c:pt idx="2265">
                  <c:v>240.65</c:v>
                </c:pt>
                <c:pt idx="2266">
                  <c:v>232.97</c:v>
                </c:pt>
                <c:pt idx="2267">
                  <c:v>226.89</c:v>
                </c:pt>
                <c:pt idx="2268">
                  <c:v>215.83</c:v>
                </c:pt>
                <c:pt idx="2269">
                  <c:v>199.28</c:v>
                </c:pt>
                <c:pt idx="2270">
                  <c:v>213.67</c:v>
                </c:pt>
                <c:pt idx="2271">
                  <c:v>201.87</c:v>
                </c:pt>
                <c:pt idx="2272">
                  <c:v>220.34</c:v>
                </c:pt>
                <c:pt idx="2273">
                  <c:v>232.89</c:v>
                </c:pt>
                <c:pt idx="2274">
                  <c:v>229.34</c:v>
                </c:pt>
                <c:pt idx="2275">
                  <c:v>233.79</c:v>
                </c:pt>
                <c:pt idx="2276">
                  <c:v>232.45</c:v>
                </c:pt>
                <c:pt idx="2277">
                  <c:v>236.82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89E-48C3-9F49-028D9C76F5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24450495"/>
        <c:axId val="824431919"/>
      </c:lineChart>
      <c:dateAx>
        <c:axId val="612157887"/>
        <c:scaling>
          <c:orientation val="minMax"/>
          <c:max val="43921"/>
        </c:scaling>
        <c:delete val="0"/>
        <c:axPos val="b"/>
        <c:numFmt formatCode="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12147087"/>
        <c:crosses val="autoZero"/>
        <c:auto val="1"/>
        <c:lblOffset val="100"/>
        <c:baseTimeUnit val="days"/>
        <c:majorUnit val="1"/>
        <c:majorTimeUnit val="years"/>
      </c:dateAx>
      <c:valAx>
        <c:axId val="612147087"/>
        <c:scaling>
          <c:orientation val="minMax"/>
          <c:min val="1.6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ko-KR" altLang="en-US"/>
                  <a:t>편입비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12157887"/>
        <c:crosses val="autoZero"/>
        <c:crossBetween val="between"/>
      </c:valAx>
      <c:valAx>
        <c:axId val="824431919"/>
        <c:scaling>
          <c:orientation val="minMax"/>
          <c:min val="180"/>
        </c:scaling>
        <c:delete val="0"/>
        <c:axPos val="r"/>
        <c:numFmt formatCode="#,##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24450495"/>
        <c:crosses val="max"/>
        <c:crossBetween val="between"/>
      </c:valAx>
      <c:dateAx>
        <c:axId val="824450495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824431919"/>
        <c:crosses val="autoZero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4" y="1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EFDD35ED-38AA-FA43-898F-4E40DB415E67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28584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4" y="9428584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8701A7B1-F135-2044-9502-67C00238DB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41150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D2367AAF-64E0-724D-BBC7-8B81EA68CAF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6" rIns="91432" bIns="4571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1432" tIns="45716" rIns="91432" bIns="4571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4" y="9428584"/>
            <a:ext cx="2945659" cy="496332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CFA3DF9D-5F12-094F-87AE-4BC4AF6C8C9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3984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표지_Type B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" y="283"/>
            <a:ext cx="9907200" cy="6858831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3128" y="5712455"/>
            <a:ext cx="1951401" cy="674079"/>
          </a:xfrm>
          <a:prstGeom prst="rect">
            <a:avLst/>
          </a:prstGeom>
        </p:spPr>
      </p:pic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439735" y="6025519"/>
            <a:ext cx="65403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</a:pPr>
            <a:r>
              <a:rPr lang="ko-KR" altLang="en-US" sz="700" b="0" i="0" dirty="0">
                <a:solidFill>
                  <a:srgbClr val="FFFFFF"/>
                </a:solidFill>
                <a:latin typeface="Arial" pitchFamily="34" charset="0"/>
                <a:ea typeface="KoPub돋움체_Pro Medium"/>
                <a:cs typeface="Arial" pitchFamily="34" charset="0"/>
              </a:rPr>
              <a:t>본 자료는 미래에셋자산운용이 제작한 것이며</a:t>
            </a:r>
            <a:r>
              <a:rPr lang="en-US" altLang="ko-KR" sz="700" b="0" i="0" dirty="0">
                <a:solidFill>
                  <a:srgbClr val="FFFFFF"/>
                </a:solidFill>
                <a:latin typeface="Arial" pitchFamily="34" charset="0"/>
                <a:ea typeface="KoPub돋움체_Pro Medium"/>
                <a:cs typeface="Arial" pitchFamily="34" charset="0"/>
              </a:rPr>
              <a:t>, </a:t>
            </a:r>
            <a:r>
              <a:rPr lang="ko-KR" altLang="en-US" sz="700" b="0" i="0" dirty="0">
                <a:solidFill>
                  <a:srgbClr val="FFFFFF"/>
                </a:solidFill>
                <a:latin typeface="Arial" pitchFamily="34" charset="0"/>
                <a:ea typeface="KoPub돋움체_Pro Medium"/>
                <a:cs typeface="Arial" pitchFamily="34" charset="0"/>
              </a:rPr>
              <a:t>투자권유를 위한 광고물로 활용될 수 없고</a:t>
            </a:r>
            <a:r>
              <a:rPr lang="en-US" altLang="ko-KR" sz="700" b="0" i="0" dirty="0">
                <a:solidFill>
                  <a:srgbClr val="FFFFFF"/>
                </a:solidFill>
                <a:latin typeface="Arial" pitchFamily="34" charset="0"/>
                <a:ea typeface="KoPub돋움체_Pro Medium"/>
                <a:cs typeface="Arial" pitchFamily="34" charset="0"/>
              </a:rPr>
              <a:t>, </a:t>
            </a:r>
            <a:r>
              <a:rPr lang="ko-KR" altLang="en-US" sz="700" b="0" i="0" dirty="0">
                <a:solidFill>
                  <a:srgbClr val="FFFFFF"/>
                </a:solidFill>
                <a:latin typeface="Arial" pitchFamily="34" charset="0"/>
                <a:ea typeface="KoPub돋움체_Pro Medium"/>
                <a:cs typeface="Arial" pitchFamily="34" charset="0"/>
              </a:rPr>
              <a:t>투자자에게 배포될 수 없습니다</a:t>
            </a:r>
            <a:r>
              <a:rPr lang="en-US" altLang="ko-KR" sz="700" b="0" i="0" dirty="0">
                <a:solidFill>
                  <a:srgbClr val="FFFFFF"/>
                </a:solidFill>
                <a:latin typeface="Arial" pitchFamily="34" charset="0"/>
                <a:ea typeface="KoPub돋움체_Pro Medium"/>
                <a:cs typeface="Arial" pitchFamily="34" charset="0"/>
              </a:rPr>
              <a:t>. </a:t>
            </a:r>
            <a:r>
              <a:rPr lang="ko-KR" altLang="en-US" sz="700" b="0" i="0" dirty="0">
                <a:solidFill>
                  <a:srgbClr val="FFFFFF"/>
                </a:solidFill>
                <a:latin typeface="Arial" pitchFamily="34" charset="0"/>
                <a:ea typeface="KoPub돋움체_Pro Medium"/>
                <a:cs typeface="Arial" pitchFamily="34" charset="0"/>
              </a:rPr>
              <a:t>본 자료에 수록된 내용은 신뢰할만한 자료 및 정보로부터 </a:t>
            </a:r>
            <a:endParaRPr lang="en-US" altLang="ko-KR" sz="700" b="0" i="0" dirty="0">
              <a:solidFill>
                <a:srgbClr val="FFFFFF"/>
              </a:solidFill>
              <a:latin typeface="Arial" pitchFamily="34" charset="0"/>
              <a:ea typeface="KoPub돋움체_Pro Medium"/>
              <a:cs typeface="Arial" pitchFamily="34" charset="0"/>
            </a:endParaRPr>
          </a:p>
          <a:p>
            <a:pPr algn="l">
              <a:lnSpc>
                <a:spcPct val="130000"/>
              </a:lnSpc>
            </a:pPr>
            <a:r>
              <a:rPr lang="ko-KR" altLang="en-US" sz="700" b="0" i="0" dirty="0">
                <a:solidFill>
                  <a:srgbClr val="FFFFFF"/>
                </a:solidFill>
                <a:latin typeface="Arial" pitchFamily="34" charset="0"/>
                <a:ea typeface="KoPub돋움체_Pro Medium"/>
                <a:cs typeface="Arial" pitchFamily="34" charset="0"/>
              </a:rPr>
              <a:t>얻어진 것이나 당사는 그 정확상이나 안정성을 보장할 수 없습니다</a:t>
            </a:r>
            <a:r>
              <a:rPr lang="en-US" altLang="ko-KR" sz="700" b="0" i="0" dirty="0">
                <a:solidFill>
                  <a:srgbClr val="FFFFFF"/>
                </a:solidFill>
                <a:latin typeface="Arial" pitchFamily="34" charset="0"/>
                <a:ea typeface="KoPub돋움체_Pro Medium"/>
                <a:cs typeface="Arial" pitchFamily="34" charset="0"/>
              </a:rPr>
              <a:t>. </a:t>
            </a:r>
            <a:r>
              <a:rPr lang="ko-KR" altLang="en-US" sz="700" b="0" i="0" dirty="0">
                <a:solidFill>
                  <a:srgbClr val="FFFFFF"/>
                </a:solidFill>
                <a:latin typeface="Arial" pitchFamily="34" charset="0"/>
                <a:ea typeface="KoPub돋움체_Pro Medium"/>
                <a:cs typeface="Arial" pitchFamily="34" charset="0"/>
              </a:rPr>
              <a:t>따라서 어떠한 경우에도 본 자료는 고객의 투자 결과에 대한 법적 책임소재에 대한 증빙자료로 사용될 수 없습니다</a:t>
            </a:r>
            <a:r>
              <a:rPr lang="en-US" altLang="ko-KR" sz="700" b="0" i="0" dirty="0">
                <a:solidFill>
                  <a:srgbClr val="FFFFFF"/>
                </a:solidFill>
                <a:latin typeface="Arial" pitchFamily="34" charset="0"/>
                <a:ea typeface="KoPub돋움체_Pro Medium"/>
                <a:cs typeface="Arial" pitchFamily="34" charset="0"/>
              </a:rPr>
              <a:t>.</a:t>
            </a:r>
            <a:endParaRPr lang="en-US" sz="700" b="0" i="0" dirty="0">
              <a:solidFill>
                <a:srgbClr val="FFFFFF"/>
              </a:solidFill>
              <a:latin typeface="Arial" pitchFamily="34" charset="0"/>
              <a:ea typeface="KoPub돋움체_Pro Medium"/>
              <a:cs typeface="Arial" pitchFamily="34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439734" y="1828799"/>
            <a:ext cx="8424000" cy="568326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400">
                <a:solidFill>
                  <a:srgbClr val="0D2D4F"/>
                </a:solidFill>
                <a:latin typeface="Arial" pitchFamily="34" charset="0"/>
                <a:ea typeface="KoPub돋움체_Pro Bold"/>
                <a:cs typeface="Arial" pitchFamily="34" charset="0"/>
              </a:defRPr>
            </a:lvl1pPr>
          </a:lstStyle>
          <a:p>
            <a:r>
              <a:rPr lang="ko-KR" altLang="en-US" dirty="0"/>
              <a:t>제목을 입력하십시오</a:t>
            </a:r>
            <a:r>
              <a:rPr lang="en-US" altLang="ko-KR" dirty="0"/>
              <a:t> (30~40pt)</a:t>
            </a:r>
            <a:endParaRPr lang="en-US" dirty="0"/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39733" y="2442517"/>
            <a:ext cx="4629151" cy="365125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>
                <a:solidFill>
                  <a:srgbClr val="F58220"/>
                </a:solidFill>
                <a:latin typeface="Arial" pitchFamily="34" charset="0"/>
                <a:ea typeface="KoPub돋움체_Pro Bold"/>
                <a:cs typeface="Arial" pitchFamily="34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r>
              <a:rPr lang="en-US" altLang="ko-KR" dirty="0"/>
              <a:t> (15~20pt)</a:t>
            </a:r>
            <a:endParaRPr lang="en-US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39736" y="2727938"/>
            <a:ext cx="4629151" cy="365125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 b="0" i="0">
                <a:solidFill>
                  <a:srgbClr val="48535B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DD/MM/YYYY (1</a:t>
            </a:r>
            <a:r>
              <a:rPr lang="en-US" altLang="ko-KR" dirty="0"/>
              <a:t>3</a:t>
            </a:r>
            <a:r>
              <a:rPr lang="en-US" dirty="0"/>
              <a:t>~</a:t>
            </a:r>
            <a:r>
              <a:rPr lang="en-US" altLang="ko-KR" dirty="0"/>
              <a:t>18</a:t>
            </a:r>
            <a:r>
              <a:rPr lang="en-US" dirty="0"/>
              <a:t>pt)</a:t>
            </a:r>
          </a:p>
        </p:txBody>
      </p:sp>
    </p:spTree>
    <p:extLst>
      <p:ext uri="{BB962C8B-B14F-4D97-AF65-F5344CB8AC3E}">
        <p14:creationId xmlns:p14="http://schemas.microsoft.com/office/powerpoint/2010/main" val="2168599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_Type B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" y="283"/>
            <a:ext cx="9907200" cy="68588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6837" y="884596"/>
            <a:ext cx="8424000" cy="568326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400">
                <a:solidFill>
                  <a:srgbClr val="F58220"/>
                </a:solidFill>
                <a:latin typeface="Arial" pitchFamily="34" charset="0"/>
                <a:ea typeface="KoPub돋움체_Pro Bold"/>
                <a:cs typeface="Arial" pitchFamily="34" charset="0"/>
              </a:defRPr>
            </a:lvl1pPr>
          </a:lstStyle>
          <a:p>
            <a:r>
              <a:rPr lang="ko-KR" altLang="en-US" dirty="0"/>
              <a:t>목차</a:t>
            </a:r>
            <a:r>
              <a:rPr lang="en-US" altLang="ko-KR" dirty="0"/>
              <a:t> (30~40pt)</a:t>
            </a:r>
            <a:endParaRPr lang="en-US" dirty="0"/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606425" y="1741636"/>
            <a:ext cx="8415338" cy="2620963"/>
          </a:xfrm>
          <a:prstGeom prst="rect">
            <a:avLst/>
          </a:prstGeom>
        </p:spPr>
        <p:txBody>
          <a:bodyPr>
            <a:normAutofit/>
          </a:bodyPr>
          <a:lstStyle>
            <a:lvl1pPr marL="252000" marR="0" indent="-252000" algn="l" defTabSz="457200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AutoNum type="romanUcPeriod"/>
              <a:tabLst/>
              <a:defRPr sz="1600" b="0" i="0">
                <a:solidFill>
                  <a:schemeClr val="bg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1pPr>
            <a:lvl2pPr marL="355600" indent="136525">
              <a:buFont typeface="+mj-lt"/>
              <a:buAutoNum type="arabicPeriod"/>
              <a:defRPr sz="1200">
                <a:solidFill>
                  <a:schemeClr val="bg1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2pPr>
            <a:lvl3pPr>
              <a:defRPr sz="1200">
                <a:solidFill>
                  <a:srgbClr val="0D2D4F"/>
                </a:solidFill>
                <a:latin typeface="KoPub돋움체_Pro Medium"/>
                <a:ea typeface="KoPub돋움체_Pro Medium"/>
                <a:cs typeface="KoPub돋움체_Pro Medium"/>
              </a:defRPr>
            </a:lvl3pPr>
            <a:lvl4pPr>
              <a:defRPr sz="1000">
                <a:latin typeface="KoPub돋움체_Pro Medium"/>
                <a:ea typeface="KoPub돋움체_Pro Medium"/>
                <a:cs typeface="KoPub돋움체_Pro Medium"/>
              </a:defRPr>
            </a:lvl4pPr>
          </a:lstStyle>
          <a:p>
            <a:pPr marL="252000" indent="-252000">
              <a:buFontTx/>
              <a:buAutoNum type="romanUcPeriod"/>
            </a:pPr>
            <a:r>
              <a:rPr lang="ko-KR" altLang="en-US" dirty="0"/>
              <a:t>목차를 입력하십시오</a:t>
            </a:r>
            <a:r>
              <a:rPr lang="en-US" altLang="ko-KR" dirty="0"/>
              <a:t> (15~20pt)</a:t>
            </a:r>
          </a:p>
          <a:p>
            <a:pPr marL="742950" lvl="1" indent="-252000">
              <a:buFontTx/>
              <a:buAutoNum type="romanUcPeriod"/>
            </a:pPr>
            <a:r>
              <a:rPr lang="ko-KR" altLang="en-US" dirty="0"/>
              <a:t>목차를 입력하십시오 </a:t>
            </a:r>
            <a:r>
              <a:rPr lang="en-US" altLang="ko-KR" dirty="0"/>
              <a:t>(8~15pt)</a:t>
            </a:r>
          </a:p>
          <a:p>
            <a:pPr marL="742950" lvl="1" indent="-252000">
              <a:buFontTx/>
              <a:buAutoNum type="romanUcPeriod"/>
            </a:pPr>
            <a:r>
              <a:rPr lang="ko-KR" altLang="en-US" dirty="0"/>
              <a:t>목차를 입력하십시오</a:t>
            </a:r>
            <a:r>
              <a:rPr lang="en-US" altLang="ko-KR" dirty="0"/>
              <a:t> (8~15pt)</a:t>
            </a:r>
          </a:p>
        </p:txBody>
      </p:sp>
    </p:spTree>
    <p:extLst>
      <p:ext uri="{BB962C8B-B14F-4D97-AF65-F5344CB8AC3E}">
        <p14:creationId xmlns:p14="http://schemas.microsoft.com/office/powerpoint/2010/main" val="2962418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Type B_Regu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내지 Type A-2-02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6677027" y="6452375"/>
            <a:ext cx="2791595" cy="2743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 b="1" dirty="0" err="1">
                <a:latin typeface="Arial" pitchFamily="34" charset="0"/>
                <a:cs typeface="Arial" pitchFamily="34" charset="0"/>
              </a:rPr>
              <a:t>Mirae</a:t>
            </a:r>
            <a:r>
              <a:rPr lang="en-US" sz="800" b="1" dirty="0">
                <a:latin typeface="Arial" pitchFamily="34" charset="0"/>
                <a:cs typeface="Arial" pitchFamily="34" charset="0"/>
              </a:rPr>
              <a:t> Asset Global Investments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8973" y="6452379"/>
            <a:ext cx="1991210" cy="365125"/>
          </a:xfrm>
          <a:prstGeom prst="rect">
            <a:avLst/>
          </a:prstGeom>
        </p:spPr>
        <p:txBody>
          <a:bodyPr/>
          <a:lstStyle>
            <a:lvl1pPr algn="l">
              <a:defRPr sz="800" b="0" i="0">
                <a:solidFill>
                  <a:srgbClr val="48535B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1pPr>
          </a:lstStyle>
          <a:p>
            <a:fld id="{90B3B8E5-4A2D-3F4F-B0AF-D6CF31C7383F}" type="slidenum">
              <a:rPr lang="en-US" smtClean="0"/>
              <a:pPr/>
              <a:t>‹#›</a:t>
            </a:fld>
            <a:r>
              <a:rPr lang="en-US"/>
              <a:t> | Document name | </a:t>
            </a:r>
            <a:r>
              <a:rPr lang="en-US" altLang="ko-KR"/>
              <a:t>DD/MM/YYYY</a:t>
            </a:r>
            <a:endParaRPr lang="en-US" dirty="0"/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411749" y="417792"/>
            <a:ext cx="8915400" cy="409433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2200">
                <a:solidFill>
                  <a:srgbClr val="0D2D4F"/>
                </a:solidFill>
                <a:latin typeface="Arial" pitchFamily="34" charset="0"/>
                <a:ea typeface="KoPub돋움체_Pro Bold"/>
                <a:cs typeface="Arial" pitchFamily="34" charset="0"/>
              </a:defRPr>
            </a:lvl1pPr>
          </a:lstStyle>
          <a:p>
            <a:r>
              <a:rPr lang="ko-KR" altLang="en-US" dirty="0"/>
              <a:t>텍스트를 입력하십시오</a:t>
            </a:r>
            <a:r>
              <a:rPr lang="en-US" altLang="ko-KR" dirty="0"/>
              <a:t> (16~22pt)</a:t>
            </a:r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idx="1" hasCustomPrompt="1"/>
          </p:nvPr>
        </p:nvSpPr>
        <p:spPr>
          <a:xfrm>
            <a:off x="411749" y="959321"/>
            <a:ext cx="8915400" cy="5166844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>
                <a:solidFill>
                  <a:srgbClr val="3C3C3B"/>
                </a:solidFill>
                <a:latin typeface="Arial" pitchFamily="34" charset="0"/>
                <a:ea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 sz="2000">
                <a:latin typeface="Noto Sans"/>
                <a:cs typeface="Noto Sans"/>
              </a:defRPr>
            </a:lvl2pPr>
            <a:lvl3pPr marL="914400" indent="0">
              <a:buFontTx/>
              <a:buNone/>
              <a:defRPr sz="1800">
                <a:latin typeface="Noto Sans"/>
                <a:cs typeface="Noto Sans"/>
              </a:defRPr>
            </a:lvl3pPr>
            <a:lvl4pPr marL="1371600" indent="0">
              <a:buFontTx/>
              <a:buNone/>
              <a:defRPr sz="1600">
                <a:latin typeface="Noto Sans"/>
                <a:cs typeface="Noto Sans"/>
              </a:defRPr>
            </a:lvl4pPr>
            <a:lvl5pPr marL="1828800" indent="0">
              <a:buFontTx/>
              <a:buNone/>
              <a:defRPr sz="1600">
                <a:latin typeface="Noto Sans"/>
                <a:cs typeface="Noto Sans"/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(8~15pt)</a:t>
            </a:r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607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뒷표지_Typ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82506" y="2906713"/>
            <a:ext cx="8420100" cy="150018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3000" b="1" i="0" baseline="0">
                <a:solidFill>
                  <a:srgbClr val="0D2D4F"/>
                </a:solidFill>
                <a:latin typeface="Arial" pitchFamily="34" charset="0"/>
                <a:ea typeface="KoPub돋움체_Pro Bold"/>
                <a:cs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(Thank You) </a:t>
            </a:r>
            <a:r>
              <a:rPr lang="ko-KR" altLang="en-US" dirty="0"/>
              <a:t>텍스트를 입력하십시오</a:t>
            </a:r>
            <a:endParaRPr lang="en-US" altLang="ko-KR" dirty="0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750" y="5648713"/>
            <a:ext cx="1709186" cy="68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26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표지(제목 2줄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39735" y="1700810"/>
            <a:ext cx="8424000" cy="1144257"/>
          </a:xfrm>
          <a:prstGeom prst="rect">
            <a:avLst/>
          </a:prstGeom>
          <a:ln>
            <a:noFill/>
          </a:ln>
        </p:spPr>
        <p:txBody>
          <a:bodyPr anchor="t">
            <a:noAutofit/>
          </a:bodyPr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200">
                <a:solidFill>
                  <a:srgbClr val="0D2D4F"/>
                </a:solidFill>
                <a:latin typeface="KoPub돋움체_Pro Bold"/>
                <a:ea typeface="KoPub돋움체_Pro Bold"/>
                <a:cs typeface="KoPub돋움체_Pro Bold"/>
              </a:defRPr>
            </a:lvl1pPr>
          </a:lstStyle>
          <a:p>
            <a:r>
              <a:rPr lang="en-US" altLang="ko-KR" dirty="0"/>
              <a:t>PPT </a:t>
            </a:r>
            <a:r>
              <a:rPr lang="ko-KR" altLang="en-US" dirty="0"/>
              <a:t>제목 입력 </a:t>
            </a:r>
            <a:br>
              <a:rPr lang="en-US" altLang="ko-KR" dirty="0"/>
            </a:br>
            <a:r>
              <a:rPr lang="en-US" altLang="ko-KR" dirty="0"/>
              <a:t>(2</a:t>
            </a:r>
            <a:r>
              <a:rPr lang="ko-KR" altLang="en-US" dirty="0" err="1"/>
              <a:t>줄용</a:t>
            </a:r>
            <a:r>
              <a:rPr lang="en-US" altLang="ko-KR" dirty="0"/>
              <a:t>)</a:t>
            </a:r>
          </a:p>
        </p:txBody>
      </p:sp>
      <p:sp>
        <p:nvSpPr>
          <p:cNvPr id="9" name="텍스트 개체 틀 30"/>
          <p:cNvSpPr>
            <a:spLocks noGrp="1"/>
          </p:cNvSpPr>
          <p:nvPr>
            <p:ph type="body" sz="quarter" idx="10" hasCustomPrompt="1"/>
          </p:nvPr>
        </p:nvSpPr>
        <p:spPr>
          <a:xfrm>
            <a:off x="439270" y="118800"/>
            <a:ext cx="6992470" cy="2613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solidFill>
                  <a:srgbClr val="84888B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 err="1"/>
              <a:t>컴플라이언스</a:t>
            </a:r>
            <a:r>
              <a:rPr lang="ko-KR" altLang="en-US" dirty="0"/>
              <a:t> 심의번호 입력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39735" y="2848506"/>
            <a:ext cx="6223456" cy="255353"/>
          </a:xfrm>
          <a:prstGeom prst="rect">
            <a:avLst/>
          </a:prstGeom>
        </p:spPr>
        <p:txBody>
          <a:bodyPr vert="horz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defRPr>
            </a:lvl1pPr>
          </a:lstStyle>
          <a:p>
            <a:pPr lvl="0"/>
            <a:r>
              <a:rPr lang="ko-KR" altLang="en-US" dirty="0"/>
              <a:t>소속</a:t>
            </a:r>
            <a:r>
              <a:rPr lang="en-US" altLang="ko-KR" dirty="0"/>
              <a:t>, </a:t>
            </a:r>
            <a:r>
              <a:rPr lang="ko-KR" altLang="en-US" dirty="0"/>
              <a:t>작성자 등 정보 입력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39951" y="3103091"/>
            <a:ext cx="4629149" cy="268187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100" b="0" i="0">
                <a:solidFill>
                  <a:srgbClr val="0D2D4F"/>
                </a:solidFill>
                <a:latin typeface="KoPub돋움체_Pro Medium" pitchFamily="18" charset="-127"/>
                <a:ea typeface="KoPub돋움체_Pro Medium" pitchFamily="18" charset="-127"/>
                <a:cs typeface="KoPub돋움체_Pro Medium" pitchFamily="18" charset="-127"/>
              </a:defRPr>
            </a:lvl1pPr>
          </a:lstStyle>
          <a:p>
            <a:pPr lvl="0"/>
            <a:r>
              <a:rPr lang="en-US" altLang="ko-KR" dirty="0"/>
              <a:t>DD/MM/YYYY</a:t>
            </a:r>
            <a:endParaRPr lang="ko-KR" altLang="en-US" dirty="0"/>
          </a:p>
        </p:txBody>
      </p:sp>
      <p:grpSp>
        <p:nvGrpSpPr>
          <p:cNvPr id="13" name="Group 4"/>
          <p:cNvGrpSpPr>
            <a:grpSpLocks noChangeAspect="1"/>
          </p:cNvGrpSpPr>
          <p:nvPr userDrawn="1"/>
        </p:nvGrpSpPr>
        <p:grpSpPr bwMode="auto">
          <a:xfrm>
            <a:off x="-3175" y="4022728"/>
            <a:ext cx="9910762" cy="2835275"/>
            <a:chOff x="-2" y="1265"/>
            <a:chExt cx="6242" cy="1786"/>
          </a:xfrm>
        </p:grpSpPr>
        <p:sp>
          <p:nvSpPr>
            <p:cNvPr id="14" name="Freeform 5"/>
            <p:cNvSpPr>
              <a:spLocks/>
            </p:cNvSpPr>
            <p:nvPr userDrawn="1"/>
          </p:nvSpPr>
          <p:spPr bwMode="auto">
            <a:xfrm>
              <a:off x="-2" y="1632"/>
              <a:ext cx="2178" cy="771"/>
            </a:xfrm>
            <a:custGeom>
              <a:avLst/>
              <a:gdLst>
                <a:gd name="T0" fmla="*/ 2080 w 2080"/>
                <a:gd name="T1" fmla="*/ 368 h 736"/>
                <a:gd name="T2" fmla="*/ 0 w 2080"/>
                <a:gd name="T3" fmla="*/ 736 h 736"/>
                <a:gd name="T4" fmla="*/ 0 w 2080"/>
                <a:gd name="T5" fmla="*/ 0 h 736"/>
                <a:gd name="T6" fmla="*/ 2080 w 2080"/>
                <a:gd name="T7" fmla="*/ 36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80" h="736">
                  <a:moveTo>
                    <a:pt x="2080" y="368"/>
                  </a:moveTo>
                  <a:lnTo>
                    <a:pt x="0" y="736"/>
                  </a:lnTo>
                  <a:lnTo>
                    <a:pt x="0" y="0"/>
                  </a:lnTo>
                  <a:lnTo>
                    <a:pt x="2080" y="368"/>
                  </a:lnTo>
                  <a:close/>
                </a:path>
              </a:pathLst>
            </a:custGeom>
            <a:solidFill>
              <a:srgbClr val="F581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ko-KR" altLang="en-US"/>
            </a:p>
          </p:txBody>
        </p:sp>
        <p:sp>
          <p:nvSpPr>
            <p:cNvPr id="15" name="Freeform 6"/>
            <p:cNvSpPr>
              <a:spLocks/>
            </p:cNvSpPr>
            <p:nvPr userDrawn="1"/>
          </p:nvSpPr>
          <p:spPr bwMode="auto">
            <a:xfrm>
              <a:off x="-2" y="1265"/>
              <a:ext cx="6242" cy="1786"/>
            </a:xfrm>
            <a:custGeom>
              <a:avLst/>
              <a:gdLst>
                <a:gd name="T0" fmla="*/ 6240 w 6240"/>
                <a:gd name="T1" fmla="*/ 0 h 1786"/>
                <a:gd name="T2" fmla="*/ 6240 w 6240"/>
                <a:gd name="T3" fmla="*/ 1786 h 1786"/>
                <a:gd name="T4" fmla="*/ 0 w 6240"/>
                <a:gd name="T5" fmla="*/ 1786 h 1786"/>
                <a:gd name="T6" fmla="*/ 0 w 6240"/>
                <a:gd name="T7" fmla="*/ 1103 h 1786"/>
                <a:gd name="T8" fmla="*/ 6240 w 6240"/>
                <a:gd name="T9" fmla="*/ 0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40" h="1786">
                  <a:moveTo>
                    <a:pt x="6240" y="0"/>
                  </a:moveTo>
                  <a:lnTo>
                    <a:pt x="6240" y="1786"/>
                  </a:lnTo>
                  <a:lnTo>
                    <a:pt x="0" y="1786"/>
                  </a:lnTo>
                  <a:lnTo>
                    <a:pt x="0" y="1103"/>
                  </a:lnTo>
                  <a:lnTo>
                    <a:pt x="6240" y="0"/>
                  </a:lnTo>
                  <a:close/>
                </a:path>
              </a:pathLst>
            </a:custGeom>
            <a:solidFill>
              <a:srgbClr val="0C2D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1696" y="5771884"/>
            <a:ext cx="1976206" cy="789464"/>
          </a:xfrm>
          <a:prstGeom prst="rect">
            <a:avLst/>
          </a:prstGeom>
        </p:spPr>
      </p:pic>
      <p:sp>
        <p:nvSpPr>
          <p:cNvPr id="12" name="Slide Number Placeholder 5"/>
          <p:cNvSpPr txBox="1">
            <a:spLocks/>
          </p:cNvSpPr>
          <p:nvPr userDrawn="1"/>
        </p:nvSpPr>
        <p:spPr>
          <a:xfrm>
            <a:off x="439735" y="6149340"/>
            <a:ext cx="65403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</a:pPr>
            <a:r>
              <a:rPr lang="ko-KR" altLang="en-US" sz="700" b="0" i="0" dirty="0">
                <a:solidFill>
                  <a:srgbClr val="FFFFFF"/>
                </a:solidFill>
                <a:latin typeface="KoPub돋움체_Pro Medium" pitchFamily="18" charset="-127"/>
                <a:ea typeface="KoPub돋움체_Pro Medium" pitchFamily="18" charset="-127"/>
                <a:cs typeface="KoPub돋움체_Pro Medium"/>
              </a:rPr>
              <a:t>본 자료는 </a:t>
            </a:r>
            <a:r>
              <a:rPr lang="ko-KR" altLang="en-US" sz="700" b="0" i="0" dirty="0" err="1">
                <a:solidFill>
                  <a:srgbClr val="FFFFFF"/>
                </a:solidFill>
                <a:latin typeface="KoPub돋움체_Pro Medium" pitchFamily="18" charset="-127"/>
                <a:ea typeface="KoPub돋움체_Pro Medium" pitchFamily="18" charset="-127"/>
                <a:cs typeface="KoPub돋움체_Pro Medium"/>
              </a:rPr>
              <a:t>미래에셋자산운용이</a:t>
            </a:r>
            <a:r>
              <a:rPr lang="ko-KR" altLang="en-US" sz="700" b="0" i="0" dirty="0">
                <a:solidFill>
                  <a:srgbClr val="FFFFFF"/>
                </a:solidFill>
                <a:latin typeface="KoPub돋움체_Pro Medium" pitchFamily="18" charset="-127"/>
                <a:ea typeface="KoPub돋움체_Pro Medium" pitchFamily="18" charset="-127"/>
                <a:cs typeface="KoPub돋움체_Pro Medium"/>
              </a:rPr>
              <a:t> 제작한 것이며</a:t>
            </a:r>
            <a:r>
              <a:rPr lang="en-US" altLang="ko-KR" sz="700" b="0" i="0" dirty="0">
                <a:solidFill>
                  <a:srgbClr val="FFFFFF"/>
                </a:solidFill>
                <a:latin typeface="KoPub돋움체_Pro Medium" pitchFamily="18" charset="-127"/>
                <a:ea typeface="KoPub돋움체_Pro Medium" pitchFamily="18" charset="-127"/>
                <a:cs typeface="KoPub돋움체_Pro Medium"/>
              </a:rPr>
              <a:t>, </a:t>
            </a:r>
            <a:r>
              <a:rPr lang="ko-KR" altLang="en-US" sz="700" b="0" i="0" dirty="0">
                <a:solidFill>
                  <a:srgbClr val="FFFFFF"/>
                </a:solidFill>
                <a:latin typeface="KoPub돋움체_Pro Medium" pitchFamily="18" charset="-127"/>
                <a:ea typeface="KoPub돋움체_Pro Medium" pitchFamily="18" charset="-127"/>
                <a:cs typeface="KoPub돋움체_Pro Medium"/>
              </a:rPr>
              <a:t>투자권유를 위한 광고물로 활용될 수 없고</a:t>
            </a:r>
            <a:r>
              <a:rPr lang="en-US" altLang="ko-KR" sz="700" b="0" i="0" dirty="0">
                <a:solidFill>
                  <a:srgbClr val="FFFFFF"/>
                </a:solidFill>
                <a:latin typeface="KoPub돋움체_Pro Medium" pitchFamily="18" charset="-127"/>
                <a:ea typeface="KoPub돋움체_Pro Medium" pitchFamily="18" charset="-127"/>
                <a:cs typeface="KoPub돋움체_Pro Medium"/>
              </a:rPr>
              <a:t>, </a:t>
            </a:r>
            <a:r>
              <a:rPr lang="ko-KR" altLang="en-US" sz="700" b="0" i="0" dirty="0">
                <a:solidFill>
                  <a:srgbClr val="FFFFFF"/>
                </a:solidFill>
                <a:latin typeface="KoPub돋움체_Pro Medium" pitchFamily="18" charset="-127"/>
                <a:ea typeface="KoPub돋움체_Pro Medium" pitchFamily="18" charset="-127"/>
                <a:cs typeface="KoPub돋움체_Pro Medium"/>
              </a:rPr>
              <a:t>투자자에게 배포될 수 없습니다</a:t>
            </a:r>
            <a:r>
              <a:rPr lang="en-US" altLang="ko-KR" sz="700" b="0" i="0" dirty="0">
                <a:solidFill>
                  <a:srgbClr val="FFFFFF"/>
                </a:solidFill>
                <a:latin typeface="KoPub돋움체_Pro Medium" pitchFamily="18" charset="-127"/>
                <a:ea typeface="KoPub돋움체_Pro Medium" pitchFamily="18" charset="-127"/>
                <a:cs typeface="KoPub돋움체_Pro Medium"/>
              </a:rPr>
              <a:t>. </a:t>
            </a:r>
            <a:r>
              <a:rPr lang="ko-KR" altLang="en-US" sz="700" b="0" i="0" dirty="0">
                <a:solidFill>
                  <a:srgbClr val="FFFFFF"/>
                </a:solidFill>
                <a:latin typeface="KoPub돋움체_Pro Medium" pitchFamily="18" charset="-127"/>
                <a:ea typeface="KoPub돋움체_Pro Medium" pitchFamily="18" charset="-127"/>
                <a:cs typeface="KoPub돋움체_Pro Medium"/>
              </a:rPr>
              <a:t>본 자료에 수록된 내용은 신뢰할만한 자료 및 정보로부터 </a:t>
            </a:r>
            <a:endParaRPr lang="en-US" altLang="ko-KR" sz="700" b="0" i="0" dirty="0">
              <a:solidFill>
                <a:srgbClr val="FFFFFF"/>
              </a:solidFill>
              <a:latin typeface="KoPub돋움체_Pro Medium" pitchFamily="18" charset="-127"/>
              <a:ea typeface="KoPub돋움체_Pro Medium" pitchFamily="18" charset="-127"/>
              <a:cs typeface="KoPub돋움체_Pro Medium"/>
            </a:endParaRPr>
          </a:p>
          <a:p>
            <a:pPr algn="l">
              <a:lnSpc>
                <a:spcPct val="130000"/>
              </a:lnSpc>
            </a:pPr>
            <a:r>
              <a:rPr lang="ko-KR" altLang="en-US" sz="700" b="0" i="0" dirty="0">
                <a:solidFill>
                  <a:srgbClr val="FFFFFF"/>
                </a:solidFill>
                <a:latin typeface="KoPub돋움체_Pro Medium" pitchFamily="18" charset="-127"/>
                <a:ea typeface="KoPub돋움체_Pro Medium" pitchFamily="18" charset="-127"/>
                <a:cs typeface="KoPub돋움체_Pro Medium"/>
              </a:rPr>
              <a:t>얻어진 것이나 당사는 그 정확상이나 안정성을 보장할 수 없습니다</a:t>
            </a:r>
            <a:r>
              <a:rPr lang="en-US" altLang="ko-KR" sz="700" b="0" i="0" dirty="0">
                <a:solidFill>
                  <a:srgbClr val="FFFFFF"/>
                </a:solidFill>
                <a:latin typeface="KoPub돋움체_Pro Medium" pitchFamily="18" charset="-127"/>
                <a:ea typeface="KoPub돋움체_Pro Medium" pitchFamily="18" charset="-127"/>
                <a:cs typeface="KoPub돋움체_Pro Medium"/>
              </a:rPr>
              <a:t>. </a:t>
            </a:r>
            <a:r>
              <a:rPr lang="ko-KR" altLang="en-US" sz="700" b="0" i="0" dirty="0">
                <a:solidFill>
                  <a:srgbClr val="FFFFFF"/>
                </a:solidFill>
                <a:latin typeface="KoPub돋움체_Pro Medium" pitchFamily="18" charset="-127"/>
                <a:ea typeface="KoPub돋움체_Pro Medium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lang="en-US" altLang="ko-KR" sz="700" b="0" i="0" dirty="0">
                <a:solidFill>
                  <a:srgbClr val="FFFFFF"/>
                </a:solidFill>
                <a:latin typeface="KoPub돋움체_Pro Medium" pitchFamily="18" charset="-127"/>
                <a:ea typeface="KoPub돋움체_Pro Medium" pitchFamily="18" charset="-127"/>
                <a:cs typeface="KoPub돋움체_Pro Medium"/>
              </a:rPr>
              <a:t>.</a:t>
            </a:r>
            <a:endParaRPr lang="en-US" sz="700" b="0" i="0" dirty="0">
              <a:solidFill>
                <a:srgbClr val="FFFFFF"/>
              </a:solidFill>
              <a:latin typeface="KoPub돋움체_Pro Medium" pitchFamily="18" charset="-127"/>
              <a:ea typeface="KoPub돋움체_Pro Medium" pitchFamily="18" charset="-127"/>
              <a:cs typeface="KoPub돋움체_Pro Medium"/>
            </a:endParaRPr>
          </a:p>
        </p:txBody>
      </p:sp>
    </p:spTree>
    <p:extLst>
      <p:ext uri="{BB962C8B-B14F-4D97-AF65-F5344CB8AC3E}">
        <p14:creationId xmlns:p14="http://schemas.microsoft.com/office/powerpoint/2010/main" val="820466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_Type A_Regu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 userDrawn="1"/>
        </p:nvCxnSpPr>
        <p:spPr>
          <a:xfrm>
            <a:off x="484222" y="6354534"/>
            <a:ext cx="8877323" cy="0"/>
          </a:xfrm>
          <a:prstGeom prst="line">
            <a:avLst/>
          </a:prstGeom>
          <a:ln>
            <a:solidFill>
              <a:srgbClr val="83878A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6799811" y="6452375"/>
            <a:ext cx="2668809" cy="27432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457200" rtl="0" eaLnBrk="1" latinLnBrk="0" hangingPunct="1"/>
            <a:r>
              <a:rPr lang="en-US" sz="800" b="1" i="0" kern="1200" dirty="0" err="1">
                <a:solidFill>
                  <a:srgbClr val="48535B"/>
                </a:solidFill>
                <a:latin typeface="Noto Sans" panose="020B0802040504020204" pitchFamily="34" charset="0"/>
                <a:ea typeface="Noto Sans" panose="020B0802040504020204" pitchFamily="34" charset="0"/>
              </a:rPr>
              <a:t>Mirae</a:t>
            </a:r>
            <a:r>
              <a:rPr lang="en-US" sz="800" b="1" i="0" kern="1200" dirty="0">
                <a:solidFill>
                  <a:srgbClr val="48535B"/>
                </a:solidFill>
                <a:latin typeface="Noto Sans" panose="020B0802040504020204" pitchFamily="34" charset="0"/>
                <a:ea typeface="Noto Sans" panose="020B0802040504020204" pitchFamily="34" charset="0"/>
              </a:rPr>
              <a:t> Asset Global Investments</a:t>
            </a:r>
          </a:p>
        </p:txBody>
      </p:sp>
      <p:cxnSp>
        <p:nvCxnSpPr>
          <p:cNvPr id="13" name="Straight Connector 10"/>
          <p:cNvCxnSpPr/>
          <p:nvPr userDrawn="1"/>
        </p:nvCxnSpPr>
        <p:spPr>
          <a:xfrm>
            <a:off x="484266" y="896938"/>
            <a:ext cx="8877134" cy="0"/>
          </a:xfrm>
          <a:prstGeom prst="line">
            <a:avLst/>
          </a:prstGeom>
          <a:ln>
            <a:solidFill>
              <a:srgbClr val="83878A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378060" y="529201"/>
            <a:ext cx="6303408" cy="409433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2000">
                <a:solidFill>
                  <a:srgbClr val="0D2D4F"/>
                </a:solidFill>
                <a:latin typeface="KoPub돋움체_Pro Bold"/>
                <a:ea typeface="KoPub돋움체_Pro Bold"/>
                <a:cs typeface="KoPub돋움체_Pro Bold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378061" y="1044000"/>
            <a:ext cx="8915400" cy="526532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>
                <a:solidFill>
                  <a:srgbClr val="F58220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1pPr>
            <a:lvl2pPr marL="457200" indent="0">
              <a:buFontTx/>
              <a:buNone/>
              <a:defRPr sz="2000">
                <a:latin typeface="Noto Sans"/>
                <a:cs typeface="Noto Sans"/>
              </a:defRPr>
            </a:lvl2pPr>
            <a:lvl3pPr marL="914400" indent="0">
              <a:buFontTx/>
              <a:buNone/>
              <a:defRPr sz="1800">
                <a:latin typeface="Noto Sans"/>
                <a:cs typeface="Noto Sans"/>
              </a:defRPr>
            </a:lvl3pPr>
            <a:lvl4pPr marL="1371600" indent="0">
              <a:buFontTx/>
              <a:buNone/>
              <a:defRPr sz="1600">
                <a:latin typeface="Noto Sans"/>
                <a:cs typeface="Noto Sans"/>
              </a:defRPr>
            </a:lvl4pPr>
            <a:lvl5pPr marL="1828800" indent="0">
              <a:buFontTx/>
              <a:buNone/>
              <a:defRPr sz="1600">
                <a:latin typeface="Noto Sans"/>
                <a:cs typeface="Noto Sans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  <a:endParaRPr lang="en-US" altLang="ko-KR" dirty="0"/>
          </a:p>
        </p:txBody>
      </p:sp>
      <p:sp>
        <p:nvSpPr>
          <p:cNvPr id="20" name="Slide Number Placeholder 5"/>
          <p:cNvSpPr txBox="1">
            <a:spLocks/>
          </p:cNvSpPr>
          <p:nvPr userDrawn="1"/>
        </p:nvSpPr>
        <p:spPr>
          <a:xfrm>
            <a:off x="379474" y="6451600"/>
            <a:ext cx="4544153" cy="274638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800" b="0" i="0" kern="1200" smtClean="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EC423B9A-1F8E-4D65-926D-4D79436AE648}" type="slidenum">
              <a:rPr lang="en-US"/>
              <a:pPr>
                <a:defRPr/>
              </a:pPr>
              <a:t>‹#›</a:t>
            </a:fld>
            <a:r>
              <a:rPr lang="en-US" dirty="0"/>
              <a:t> | </a:t>
            </a:r>
            <a:r>
              <a:rPr lang="ko-KR" altLang="en-US" dirty="0" err="1"/>
              <a:t>미래에셋스마트</a:t>
            </a:r>
            <a:r>
              <a:rPr lang="en-US" altLang="ko-KR" dirty="0"/>
              <a:t>X.X</a:t>
            </a:r>
            <a:r>
              <a:rPr lang="ko-KR" altLang="en-US" dirty="0"/>
              <a:t>레버리지증권투자신탁 </a:t>
            </a:r>
            <a:r>
              <a:rPr lang="en-US" dirty="0"/>
              <a:t>| XX/XX/2020</a:t>
            </a:r>
          </a:p>
        </p:txBody>
      </p:sp>
    </p:spTree>
    <p:extLst>
      <p:ext uri="{BB962C8B-B14F-4D97-AF65-F5344CB8AC3E}">
        <p14:creationId xmlns:p14="http://schemas.microsoft.com/office/powerpoint/2010/main" val="2563761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ctrTitle" hasCustomPrompt="1"/>
          </p:nvPr>
        </p:nvSpPr>
        <p:spPr>
          <a:xfrm>
            <a:off x="439270" y="1060474"/>
            <a:ext cx="8424000" cy="568326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200" baseline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defRPr>
            </a:lvl1pPr>
          </a:lstStyle>
          <a:p>
            <a:r>
              <a:rPr lang="ko-KR" altLang="en-US" dirty="0"/>
              <a:t>목차</a:t>
            </a:r>
            <a:r>
              <a:rPr lang="en-US" altLang="ko-KR" dirty="0"/>
              <a:t>, Contents </a:t>
            </a:r>
            <a:r>
              <a:rPr lang="ko-KR" altLang="en-US" dirty="0"/>
              <a:t>등 입력</a:t>
            </a:r>
            <a:endParaRPr lang="en-US" dirty="0"/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39270" y="1888158"/>
            <a:ext cx="8415338" cy="2620963"/>
          </a:xfrm>
          <a:prstGeom prst="rect">
            <a:avLst/>
          </a:prstGeom>
        </p:spPr>
        <p:txBody>
          <a:bodyPr>
            <a:normAutofit/>
          </a:bodyPr>
          <a:lstStyle>
            <a:lvl1pPr marL="252000" marR="0" indent="-252000" algn="l" defTabSz="457200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AutoNum type="romanUcPeriod"/>
              <a:tabLst/>
              <a:defRPr sz="1400" b="0" i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1pPr>
            <a:lvl2pPr marL="355600" indent="136525">
              <a:buFont typeface="+mj-lt"/>
              <a:buAutoNum type="arabicPeriod"/>
              <a:defRPr sz="120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2pPr>
            <a:lvl3pPr>
              <a:defRPr sz="1200">
                <a:solidFill>
                  <a:srgbClr val="0D2D4F"/>
                </a:solidFill>
                <a:latin typeface="KoPub돋움체_Pro Medium"/>
                <a:ea typeface="KoPub돋움체_Pro Medium"/>
                <a:cs typeface="KoPub돋움체_Pro Medium"/>
              </a:defRPr>
            </a:lvl3pPr>
            <a:lvl4pPr>
              <a:defRPr sz="1000">
                <a:latin typeface="KoPub돋움체_Pro Medium"/>
                <a:ea typeface="KoPub돋움체_Pro Medium"/>
                <a:cs typeface="KoPub돋움체_Pro Medium"/>
              </a:defRPr>
            </a:lvl4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</p:txBody>
      </p:sp>
      <p:cxnSp>
        <p:nvCxnSpPr>
          <p:cNvPr id="5" name="직선 연결선 4"/>
          <p:cNvCxnSpPr/>
          <p:nvPr userDrawn="1"/>
        </p:nvCxnSpPr>
        <p:spPr>
          <a:xfrm>
            <a:off x="1" y="1634133"/>
            <a:ext cx="9906000" cy="0"/>
          </a:xfrm>
          <a:prstGeom prst="line">
            <a:avLst/>
          </a:prstGeom>
          <a:ln w="38100">
            <a:solidFill>
              <a:srgbClr val="F582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3396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4174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79" r:id="rId2"/>
    <p:sldLayoutId id="2147483683" r:id="rId3"/>
    <p:sldLayoutId id="2147483651" r:id="rId4"/>
    <p:sldLayoutId id="2147483684" r:id="rId5"/>
    <p:sldLayoutId id="2147483686" r:id="rId6"/>
    <p:sldLayoutId id="2147483687" r:id="rId7"/>
  </p:sldLayoutIdLst>
  <p:hf hdr="0" ftr="0" dt="0"/>
  <p:txStyles>
    <p:titleStyle>
      <a:lvl1pPr algn="ctr" defTabSz="4572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Noto Sans"/>
          <a:ea typeface="+mj-ea"/>
          <a:cs typeface="Noto Sans"/>
        </a:defRPr>
      </a:lvl1pPr>
    </p:titleStyle>
    <p:bodyStyle>
      <a:lvl1pPr marL="342900" indent="-342900" algn="l" defTabSz="4572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Noto Sans"/>
          <a:ea typeface="+mn-ea"/>
          <a:cs typeface="Noto Sans"/>
        </a:defRPr>
      </a:lvl1pPr>
      <a:lvl2pPr marL="742950" indent="-285750" algn="l" defTabSz="4572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Noto Sans"/>
          <a:ea typeface="+mn-ea"/>
          <a:cs typeface="Noto Sans"/>
        </a:defRPr>
      </a:lvl2pPr>
      <a:lvl3pPr marL="1143000" indent="-228600" algn="l" defTabSz="4572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Noto Sans"/>
          <a:ea typeface="+mn-ea"/>
          <a:cs typeface="Noto Sans"/>
        </a:defRPr>
      </a:lvl3pPr>
      <a:lvl4pPr marL="1600200" indent="-228600" algn="l" defTabSz="4572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Noto Sans"/>
          <a:ea typeface="+mn-ea"/>
          <a:cs typeface="Noto Sans"/>
        </a:defRPr>
      </a:lvl4pPr>
      <a:lvl5pPr marL="2057400" indent="-228600" algn="l" defTabSz="4572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Noto Sans"/>
          <a:ea typeface="+mn-ea"/>
          <a:cs typeface="Noto Sans"/>
        </a:defRPr>
      </a:lvl5pPr>
      <a:lvl6pPr marL="2514600" indent="-228600" algn="l" defTabSz="4572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39735" y="2248930"/>
            <a:ext cx="8424000" cy="596137"/>
          </a:xfrm>
        </p:spPr>
        <p:txBody>
          <a:bodyPr/>
          <a:lstStyle/>
          <a:p>
            <a:r>
              <a:rPr lang="ko-KR" altLang="en-US" dirty="0" err="1"/>
              <a:t>미래에셋스마트</a:t>
            </a:r>
            <a:r>
              <a:rPr lang="en-US" altLang="ko-KR" dirty="0"/>
              <a:t>X.X</a:t>
            </a:r>
            <a:r>
              <a:rPr lang="ko-KR" altLang="en-US" dirty="0"/>
              <a:t>레버리지증권투자신탁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347827" y="194122"/>
            <a:ext cx="6992470" cy="261342"/>
          </a:xfrm>
        </p:spPr>
        <p:txBody>
          <a:bodyPr/>
          <a:lstStyle/>
          <a:p>
            <a:endParaRPr lang="ko-KR" altLang="en-US" sz="90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미래에셋자산운용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2"/>
          </p:nvPr>
        </p:nvSpPr>
        <p:spPr>
          <a:xfrm>
            <a:off x="439951" y="3033101"/>
            <a:ext cx="4629149" cy="268187"/>
          </a:xfrm>
        </p:spPr>
        <p:txBody>
          <a:bodyPr/>
          <a:lstStyle/>
          <a:p>
            <a:r>
              <a:rPr lang="en-US" altLang="ko-KR" dirty="0"/>
              <a:t>2020.04.XX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8567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FF6600"/>
                </a:solidFill>
              </a:rPr>
              <a:t>투자아이디어</a:t>
            </a:r>
            <a:endParaRPr lang="en-US" altLang="ko-KR" dirty="0">
              <a:solidFill>
                <a:srgbClr val="FF6600"/>
              </a:solidFill>
            </a:endParaRPr>
          </a:p>
          <a:p>
            <a:r>
              <a:rPr lang="ko-KR" altLang="en-US" dirty="0"/>
              <a:t>운용 전략</a:t>
            </a:r>
            <a:endParaRPr lang="en-US" altLang="ko-KR" dirty="0"/>
          </a:p>
          <a:p>
            <a:r>
              <a:rPr lang="ko-KR" altLang="en-US" dirty="0"/>
              <a:t>펀드 개요</a:t>
            </a:r>
            <a:endParaRPr lang="en-US" altLang="ko-KR" dirty="0"/>
          </a:p>
          <a:p>
            <a:r>
              <a:rPr lang="ko-KR" altLang="en-US" dirty="0"/>
              <a:t>별첨</a:t>
            </a:r>
          </a:p>
        </p:txBody>
      </p:sp>
    </p:spTree>
    <p:extLst>
      <p:ext uri="{BB962C8B-B14F-4D97-AF65-F5344CB8AC3E}">
        <p14:creationId xmlns:p14="http://schemas.microsoft.com/office/powerpoint/2010/main" val="2269348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411749" y="417790"/>
            <a:ext cx="8915400" cy="409433"/>
          </a:xfrm>
          <a:prstGeom prst="rect">
            <a:avLst/>
          </a:prstGeom>
        </p:spPr>
        <p:txBody>
          <a:bodyPr/>
          <a:lstStyle/>
          <a:p>
            <a:r>
              <a:rPr lang="en-US" altLang="ko-KR" b="1" dirty="0">
                <a:latin typeface="KoPub돋움체_Pro Bold" pitchFamily="18" charset="-127"/>
                <a:ea typeface="KoPub돋움체_Pro Bold" pitchFamily="18" charset="-127"/>
              </a:rPr>
              <a:t>1. </a:t>
            </a:r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투자자가 아는 사실</a:t>
            </a:r>
          </a:p>
        </p:txBody>
      </p:sp>
      <p:sp>
        <p:nvSpPr>
          <p:cNvPr id="4" name="내용 개체 틀 7"/>
          <p:cNvSpPr txBox="1">
            <a:spLocks/>
          </p:cNvSpPr>
          <p:nvPr/>
        </p:nvSpPr>
        <p:spPr>
          <a:xfrm>
            <a:off x="575752" y="908720"/>
            <a:ext cx="8038724" cy="528638"/>
          </a:xfrm>
          <a:prstGeom prst="rect">
            <a:avLst/>
          </a:prstGeom>
        </p:spPr>
        <p:txBody>
          <a:bodyPr/>
          <a:lstStyle/>
          <a:p>
            <a:pPr marL="228600" lvl="2" indent="-228600" eaLnBrk="0" hangingPunct="0">
              <a:lnSpc>
                <a:spcPct val="150000"/>
              </a:lnSpc>
              <a:spcBef>
                <a:spcPct val="20000"/>
              </a:spcBef>
              <a:defRPr/>
            </a:pP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큰 수익을 기대하고 투자한 </a:t>
            </a:r>
            <a:r>
              <a:rPr lang="ko-KR" altLang="en-US" sz="1400" b="1" kern="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레버리지</a:t>
            </a: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펀드</a:t>
            </a: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. 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시장은 빠르게 </a:t>
            </a: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1800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선 회복 했어도 펀드 성과는 손실 기록</a:t>
            </a: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중</a:t>
            </a: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720628" y="1314121"/>
            <a:ext cx="8865332" cy="12460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1pPr>
            <a:lvl2pPr marL="742950" indent="-285750" algn="l" defTabSz="457200" rtl="0" eaLnBrk="1" latinLnBrk="1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2pPr>
            <a:lvl3pPr marL="11430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3pPr>
            <a:lvl4pPr marL="1600200" indent="-228600" algn="l" defTabSz="457200" rtl="0" eaLnBrk="1" latinLnBrk="1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4pPr>
            <a:lvl5pPr marL="2057400" indent="-228600" algn="l" defTabSz="457200" rtl="0" eaLnBrk="1" latinLnBrk="1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5pPr>
            <a:lvl6pPr marL="25146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038" indent="-173038" algn="just" latinLnBrk="0">
              <a:lnSpc>
                <a:spcPct val="150000"/>
              </a:lnSpc>
              <a:spcBef>
                <a:spcPts val="600"/>
              </a:spcBef>
              <a:buClr>
                <a:srgbClr val="0D2D4F"/>
              </a:buClr>
              <a:buFont typeface="Arial" charset="0"/>
              <a:buChar char="•"/>
              <a:defRPr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3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월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13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일 투자자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A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씨는 코스피가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1800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선을 하회하자 시장 성과의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2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배를 추종한다는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레버리지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ETF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에 투자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.</a:t>
            </a:r>
          </a:p>
          <a:p>
            <a:pPr marL="173038" indent="-173038" algn="just" latinLnBrk="0">
              <a:lnSpc>
                <a:spcPct val="150000"/>
              </a:lnSpc>
              <a:spcBef>
                <a:spcPts val="600"/>
              </a:spcBef>
              <a:buClr>
                <a:srgbClr val="0D2D4F"/>
              </a:buClr>
              <a:buFont typeface="Arial" charset="0"/>
              <a:buChar char="•"/>
              <a:defRPr/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이후 손실이 커졌지만 꾹 참고 기다리다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,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4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월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6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일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(16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영업일 경과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)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코스피가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1800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선을 회복하자 투자성과를 확인해보니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-5%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손실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기록 중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5752" y="6040323"/>
            <a:ext cx="43107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*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자료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미래에셋자산운용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, KOSPI200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추종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2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레버리지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ETF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누적성과와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KOSPI200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누적성과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 비교</a:t>
            </a:r>
          </a:p>
        </p:txBody>
      </p:sp>
      <p:sp>
        <p:nvSpPr>
          <p:cNvPr id="16" name="타원 15"/>
          <p:cNvSpPr/>
          <p:nvPr/>
        </p:nvSpPr>
        <p:spPr>
          <a:xfrm>
            <a:off x="8156310" y="2825411"/>
            <a:ext cx="120869" cy="109471"/>
          </a:xfrm>
          <a:prstGeom prst="ellipse">
            <a:avLst/>
          </a:prstGeom>
          <a:solidFill>
            <a:srgbClr val="0D2D4F"/>
          </a:solidFill>
          <a:ln w="38100">
            <a:solidFill>
              <a:srgbClr val="0D2D4F"/>
            </a:solidFill>
          </a:ln>
          <a:effectLst>
            <a:outerShdw blurRad="50800" dist="38100" sx="102000" sy="1020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8156310" y="2485076"/>
            <a:ext cx="120869" cy="109471"/>
          </a:xfrm>
          <a:prstGeom prst="ellipse">
            <a:avLst/>
          </a:prstGeom>
          <a:solidFill>
            <a:srgbClr val="FF6600"/>
          </a:solidFill>
          <a:ln w="38100">
            <a:solidFill>
              <a:srgbClr val="FF6600"/>
            </a:solidFill>
          </a:ln>
          <a:effectLst>
            <a:outerShdw blurRad="50800" dist="38100" sx="102000" sy="1020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cxnSp>
        <p:nvCxnSpPr>
          <p:cNvPr id="18" name="직선 화살표 연결선 17"/>
          <p:cNvCxnSpPr/>
          <p:nvPr/>
        </p:nvCxnSpPr>
        <p:spPr>
          <a:xfrm>
            <a:off x="8435323" y="2487375"/>
            <a:ext cx="0" cy="437909"/>
          </a:xfrm>
          <a:prstGeom prst="straightConnector1">
            <a:avLst/>
          </a:prstGeom>
          <a:ln w="25400">
            <a:solidFill>
              <a:srgbClr val="0070C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784443" y="2458442"/>
            <a:ext cx="1065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0070C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2</a:t>
            </a:r>
            <a:r>
              <a:rPr lang="ko-KR" altLang="en-US" sz="1200" dirty="0">
                <a:solidFill>
                  <a:srgbClr val="0070C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배 </a:t>
            </a:r>
            <a:r>
              <a:rPr lang="ko-KR" altLang="en-US" sz="1200" dirty="0" err="1">
                <a:solidFill>
                  <a:srgbClr val="0070C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레버리지</a:t>
            </a:r>
            <a:endParaRPr lang="en-US" altLang="ko-KR" sz="1200" dirty="0">
              <a:solidFill>
                <a:srgbClr val="0070C0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r>
              <a:rPr lang="en-US" altLang="ko-KR" sz="1200" dirty="0">
                <a:solidFill>
                  <a:srgbClr val="0070C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-5% </a:t>
            </a:r>
            <a:r>
              <a:rPr lang="ko-KR" altLang="en-US" sz="1200" dirty="0">
                <a:solidFill>
                  <a:srgbClr val="0070C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손실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774085"/>
              </p:ext>
            </p:extLst>
          </p:nvPr>
        </p:nvGraphicFramePr>
        <p:xfrm>
          <a:off x="4886547" y="4281534"/>
          <a:ext cx="3382006" cy="6360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4595">
                  <a:extLst>
                    <a:ext uri="{9D8B030D-6E8A-4147-A177-3AD203B41FA5}">
                      <a16:colId xmlns:a16="http://schemas.microsoft.com/office/drawing/2014/main" val="2010044598"/>
                    </a:ext>
                  </a:extLst>
                </a:gridCol>
                <a:gridCol w="809137">
                  <a:extLst>
                    <a:ext uri="{9D8B030D-6E8A-4147-A177-3AD203B41FA5}">
                      <a16:colId xmlns:a16="http://schemas.microsoft.com/office/drawing/2014/main" val="3005720344"/>
                    </a:ext>
                  </a:extLst>
                </a:gridCol>
                <a:gridCol w="809137">
                  <a:extLst>
                    <a:ext uri="{9D8B030D-6E8A-4147-A177-3AD203B41FA5}">
                      <a16:colId xmlns:a16="http://schemas.microsoft.com/office/drawing/2014/main" val="1694984863"/>
                    </a:ext>
                  </a:extLst>
                </a:gridCol>
                <a:gridCol w="809137">
                  <a:extLst>
                    <a:ext uri="{9D8B030D-6E8A-4147-A177-3AD203B41FA5}">
                      <a16:colId xmlns:a16="http://schemas.microsoft.com/office/drawing/2014/main" val="826611037"/>
                    </a:ext>
                  </a:extLst>
                </a:gridCol>
              </a:tblGrid>
              <a:tr h="16671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2020-03-13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2020-04-06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 err="1"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기간성과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070840"/>
                  </a:ext>
                </a:extLst>
              </a:tr>
              <a:tr h="15643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 err="1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레버리지</a:t>
                      </a:r>
                      <a:r>
                        <a:rPr lang="ko-KR" altLang="en-US" sz="100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 </a:t>
                      </a:r>
                      <a:r>
                        <a:rPr lang="en-US" altLang="ko-KR" sz="100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ETF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9,535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9,070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-4.9%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445567"/>
                  </a:ext>
                </a:extLst>
              </a:tr>
              <a:tr h="15643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코스피 </a:t>
                      </a:r>
                      <a:r>
                        <a:rPr lang="en-US" altLang="ko-KR" sz="100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240.65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240.81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+0.1%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178730"/>
                  </a:ext>
                </a:extLst>
              </a:tr>
              <a:tr h="156433">
                <a:tc>
                  <a:txBody>
                    <a:bodyPr/>
                    <a:lstStyle/>
                    <a:p>
                      <a:pPr marL="0" algn="ctr" defTabSz="457200" rtl="0" eaLnBrk="1" fontAlgn="ctr" latinLnBrk="1" hangingPunct="1"/>
                      <a:r>
                        <a:rPr lang="ko-KR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  <a:cs typeface="+mn-cs"/>
                        </a:rPr>
                        <a:t>코스피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1" hangingPunct="1"/>
                      <a:r>
                        <a:rPr lang="en-US" altLang="ko-KR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  <a:cs typeface="+mn-cs"/>
                        </a:rPr>
                        <a:t>1,771.44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1" hangingPunct="1"/>
                      <a:r>
                        <a:rPr lang="en-US" altLang="ko-KR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  <a:cs typeface="+mn-cs"/>
                        </a:rPr>
                        <a:t>1,791.88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1" hangingPunct="1"/>
                      <a:r>
                        <a:rPr lang="en-US" altLang="ko-KR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  <a:cs typeface="+mn-cs"/>
                        </a:rPr>
                        <a:t>+1.2%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9303585"/>
                  </a:ext>
                </a:extLst>
              </a:tr>
            </a:tbl>
          </a:graphicData>
        </a:graphic>
      </p:graphicFrame>
      <p:graphicFrame>
        <p:nvGraphicFramePr>
          <p:cNvPr id="14" name="차트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3491577"/>
              </p:ext>
            </p:extLst>
          </p:nvPr>
        </p:nvGraphicFramePr>
        <p:xfrm>
          <a:off x="871268" y="2096218"/>
          <a:ext cx="8160589" cy="388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타원 11"/>
          <p:cNvSpPr/>
          <p:nvPr/>
        </p:nvSpPr>
        <p:spPr>
          <a:xfrm>
            <a:off x="1749938" y="2468342"/>
            <a:ext cx="120869" cy="109471"/>
          </a:xfrm>
          <a:prstGeom prst="ellipse">
            <a:avLst/>
          </a:prstGeom>
          <a:solidFill>
            <a:srgbClr val="0D2D4F"/>
          </a:solidFill>
          <a:ln w="38100">
            <a:solidFill>
              <a:srgbClr val="0D2D4F"/>
            </a:solidFill>
          </a:ln>
          <a:effectLst>
            <a:outerShdw blurRad="50800" dist="38100" sx="102000" sy="1020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2709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411749" y="417790"/>
            <a:ext cx="8915400" cy="409433"/>
          </a:xfrm>
          <a:prstGeom prst="rect">
            <a:avLst/>
          </a:prstGeom>
        </p:spPr>
        <p:txBody>
          <a:bodyPr/>
          <a:lstStyle/>
          <a:p>
            <a:r>
              <a:rPr lang="en-US" altLang="ko-KR" b="1" dirty="0">
                <a:latin typeface="KoPub돋움체_Pro Bold" pitchFamily="18" charset="-127"/>
                <a:ea typeface="KoPub돋움체_Pro Bold" pitchFamily="18" charset="-127"/>
              </a:rPr>
              <a:t>1. </a:t>
            </a:r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투자자가 아는 사실</a:t>
            </a:r>
          </a:p>
        </p:txBody>
      </p:sp>
      <p:sp>
        <p:nvSpPr>
          <p:cNvPr id="4" name="내용 개체 틀 7"/>
          <p:cNvSpPr txBox="1">
            <a:spLocks/>
          </p:cNvSpPr>
          <p:nvPr/>
        </p:nvSpPr>
        <p:spPr>
          <a:xfrm>
            <a:off x="575752" y="908720"/>
            <a:ext cx="8827328" cy="528638"/>
          </a:xfrm>
          <a:prstGeom prst="rect">
            <a:avLst/>
          </a:prstGeom>
        </p:spPr>
        <p:txBody>
          <a:bodyPr/>
          <a:lstStyle/>
          <a:p>
            <a:pPr marL="228600" lvl="2" indent="-228600" eaLnBrk="0" hangingPunct="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2012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년 유럽재정위기의 </a:t>
            </a:r>
            <a:r>
              <a:rPr lang="ko-KR" altLang="en-US" sz="1400" b="1" kern="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레버리지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펀드 투자자들은 시장이 제자리로 돌아오기까지 </a:t>
            </a: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년 </a:t>
            </a: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8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개월간 </a:t>
            </a: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-15%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손실  </a:t>
            </a: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720628" y="1314121"/>
            <a:ext cx="8682452" cy="12460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1pPr>
            <a:lvl2pPr marL="742950" indent="-285750" algn="l" defTabSz="457200" rtl="0" eaLnBrk="1" latinLnBrk="1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2pPr>
            <a:lvl3pPr marL="11430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3pPr>
            <a:lvl4pPr marL="1600200" indent="-228600" algn="l" defTabSz="457200" rtl="0" eaLnBrk="1" latinLnBrk="1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4pPr>
            <a:lvl5pPr marL="2057400" indent="-228600" algn="l" defTabSz="457200" rtl="0" eaLnBrk="1" latinLnBrk="1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5pPr>
            <a:lvl6pPr marL="25146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038" indent="-173038" algn="just" latinLnBrk="0">
              <a:lnSpc>
                <a:spcPct val="150000"/>
              </a:lnSpc>
              <a:spcBef>
                <a:spcPts val="600"/>
              </a:spcBef>
              <a:buClr>
                <a:srgbClr val="0D2D4F"/>
              </a:buClr>
              <a:buFont typeface="Arial" charset="0"/>
              <a:buChar char="•"/>
              <a:defRPr/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투자자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B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씨는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2018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년부터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레버리지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펀드에 투자하고 있는데 손실을 보고 있기 때문에 매도하지 못하고 비자발적 장기투자 중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.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  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charset="0"/>
            </a:endParaRPr>
          </a:p>
          <a:p>
            <a:pPr marL="173038" indent="-173038" algn="just" latinLnBrk="0">
              <a:lnSpc>
                <a:spcPct val="150000"/>
              </a:lnSpc>
              <a:spcBef>
                <a:spcPts val="600"/>
              </a:spcBef>
              <a:buClr>
                <a:srgbClr val="0D2D4F"/>
              </a:buClr>
              <a:buFont typeface="Arial" charset="0"/>
              <a:buChar char="•"/>
              <a:defRPr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2012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년의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레버리지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펀드 투자자와 같이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,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시장이 제자리에 돌아오기까지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5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년여의 시간이 소요된다면 유사한 수준의 손실을 볼 가능성 있음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5752" y="6040323"/>
            <a:ext cx="43107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*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자료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미래에셋자산운용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, KOSPI200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추종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2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레버리지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ETF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누적성과와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KOSPI200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누적성과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 비교</a:t>
            </a:r>
          </a:p>
        </p:txBody>
      </p:sp>
      <p:cxnSp>
        <p:nvCxnSpPr>
          <p:cNvPr id="18" name="직선 화살표 연결선 17"/>
          <p:cNvCxnSpPr/>
          <p:nvPr/>
        </p:nvCxnSpPr>
        <p:spPr>
          <a:xfrm>
            <a:off x="8443949" y="3268796"/>
            <a:ext cx="0" cy="827059"/>
          </a:xfrm>
          <a:prstGeom prst="straightConnector1">
            <a:avLst/>
          </a:prstGeom>
          <a:ln w="25400">
            <a:solidFill>
              <a:srgbClr val="0070C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794405" y="3478315"/>
            <a:ext cx="1065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0070C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2</a:t>
            </a:r>
            <a:r>
              <a:rPr lang="ko-KR" altLang="en-US" sz="1200" dirty="0">
                <a:solidFill>
                  <a:srgbClr val="0070C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배 </a:t>
            </a:r>
            <a:r>
              <a:rPr lang="ko-KR" altLang="en-US" sz="1200" dirty="0" err="1">
                <a:solidFill>
                  <a:srgbClr val="0070C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레버리지</a:t>
            </a:r>
            <a:endParaRPr lang="en-US" altLang="ko-KR" sz="1200" dirty="0">
              <a:solidFill>
                <a:srgbClr val="0070C0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r>
              <a:rPr lang="en-US" altLang="ko-KR" sz="1200" dirty="0">
                <a:solidFill>
                  <a:srgbClr val="0070C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-15% </a:t>
            </a:r>
            <a:r>
              <a:rPr lang="ko-KR" altLang="en-US" sz="1200" dirty="0">
                <a:solidFill>
                  <a:srgbClr val="0070C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손실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9032392"/>
              </p:ext>
            </p:extLst>
          </p:nvPr>
        </p:nvGraphicFramePr>
        <p:xfrm>
          <a:off x="4692770" y="2320718"/>
          <a:ext cx="3478124" cy="6448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1725">
                  <a:extLst>
                    <a:ext uri="{9D8B030D-6E8A-4147-A177-3AD203B41FA5}">
                      <a16:colId xmlns:a16="http://schemas.microsoft.com/office/drawing/2014/main" val="2010044598"/>
                    </a:ext>
                  </a:extLst>
                </a:gridCol>
                <a:gridCol w="832133">
                  <a:extLst>
                    <a:ext uri="{9D8B030D-6E8A-4147-A177-3AD203B41FA5}">
                      <a16:colId xmlns:a16="http://schemas.microsoft.com/office/drawing/2014/main" val="3005720344"/>
                    </a:ext>
                  </a:extLst>
                </a:gridCol>
                <a:gridCol w="832133">
                  <a:extLst>
                    <a:ext uri="{9D8B030D-6E8A-4147-A177-3AD203B41FA5}">
                      <a16:colId xmlns:a16="http://schemas.microsoft.com/office/drawing/2014/main" val="1694984863"/>
                    </a:ext>
                  </a:extLst>
                </a:gridCol>
                <a:gridCol w="832133">
                  <a:extLst>
                    <a:ext uri="{9D8B030D-6E8A-4147-A177-3AD203B41FA5}">
                      <a16:colId xmlns:a16="http://schemas.microsoft.com/office/drawing/2014/main" val="826611037"/>
                    </a:ext>
                  </a:extLst>
                </a:gridCol>
              </a:tblGrid>
              <a:tr h="16902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2012-02-10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2016-10-06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 err="1"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기간성과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070840"/>
                  </a:ext>
                </a:extLst>
              </a:tr>
              <a:tr h="15859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 err="1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레버리지</a:t>
                      </a:r>
                      <a:r>
                        <a:rPr lang="ko-KR" altLang="en-US" sz="100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 </a:t>
                      </a:r>
                      <a:r>
                        <a:rPr lang="en-US" altLang="ko-KR" sz="100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ETF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13,340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11,225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-15.9%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445567"/>
                  </a:ext>
                </a:extLst>
              </a:tr>
              <a:tr h="15859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코스피 </a:t>
                      </a:r>
                      <a:r>
                        <a:rPr lang="en-US" altLang="ko-KR" sz="100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261.17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261.13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+0.0%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178730"/>
                  </a:ext>
                </a:extLst>
              </a:tr>
              <a:tr h="158598">
                <a:tc>
                  <a:txBody>
                    <a:bodyPr/>
                    <a:lstStyle/>
                    <a:p>
                      <a:pPr marL="0" algn="ctr" defTabSz="457200" rtl="0" eaLnBrk="1" fontAlgn="ctr" latinLnBrk="1" hangingPunct="1"/>
                      <a:r>
                        <a:rPr lang="ko-KR" alt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  <a:cs typeface="+mn-cs"/>
                        </a:rPr>
                        <a:t>코스피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1" hangingPunct="1"/>
                      <a:r>
                        <a:rPr lang="en-US" altLang="ko-KR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  <a:cs typeface="+mn-cs"/>
                        </a:rPr>
                        <a:t>1,993.71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1" hangingPunct="1"/>
                      <a:r>
                        <a:rPr lang="en-US" altLang="ko-KR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  <a:cs typeface="+mn-cs"/>
                        </a:rPr>
                        <a:t>2,065.30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1" hangingPunct="1"/>
                      <a:r>
                        <a:rPr lang="en-US" altLang="ko-KR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  <a:cs typeface="+mn-cs"/>
                        </a:rPr>
                        <a:t>+3.6%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9303585"/>
                  </a:ext>
                </a:extLst>
              </a:tr>
            </a:tbl>
          </a:graphicData>
        </a:graphic>
      </p:graphicFrame>
      <p:graphicFrame>
        <p:nvGraphicFramePr>
          <p:cNvPr id="14" name="차트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6631221"/>
              </p:ext>
            </p:extLst>
          </p:nvPr>
        </p:nvGraphicFramePr>
        <p:xfrm>
          <a:off x="941717" y="2144784"/>
          <a:ext cx="8022566" cy="37867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타원 11"/>
          <p:cNvSpPr/>
          <p:nvPr/>
        </p:nvSpPr>
        <p:spPr>
          <a:xfrm>
            <a:off x="1749938" y="3248001"/>
            <a:ext cx="120869" cy="109471"/>
          </a:xfrm>
          <a:prstGeom prst="ellipse">
            <a:avLst/>
          </a:prstGeom>
          <a:solidFill>
            <a:srgbClr val="0D2D4F"/>
          </a:solidFill>
          <a:ln w="38100">
            <a:solidFill>
              <a:srgbClr val="0D2D4F"/>
            </a:solidFill>
          </a:ln>
          <a:effectLst>
            <a:outerShdw blurRad="50800" dist="38100" sx="102000" sy="1020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6" name="타원 15"/>
          <p:cNvSpPr/>
          <p:nvPr/>
        </p:nvSpPr>
        <p:spPr>
          <a:xfrm>
            <a:off x="8199440" y="4038140"/>
            <a:ext cx="120869" cy="109471"/>
          </a:xfrm>
          <a:prstGeom prst="ellipse">
            <a:avLst/>
          </a:prstGeom>
          <a:solidFill>
            <a:srgbClr val="0D2D4F"/>
          </a:solidFill>
          <a:ln w="38100">
            <a:solidFill>
              <a:srgbClr val="0D2D4F"/>
            </a:solidFill>
          </a:ln>
          <a:effectLst>
            <a:outerShdw blurRad="50800" dist="38100" sx="102000" sy="1020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8190814" y="3275123"/>
            <a:ext cx="120869" cy="109471"/>
          </a:xfrm>
          <a:prstGeom prst="ellipse">
            <a:avLst/>
          </a:prstGeom>
          <a:solidFill>
            <a:srgbClr val="FF6600"/>
          </a:solidFill>
          <a:ln w="38100">
            <a:solidFill>
              <a:srgbClr val="FF6600"/>
            </a:solidFill>
          </a:ln>
          <a:effectLst>
            <a:outerShdw blurRad="50800" dist="38100" sx="102000" sy="1020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921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차트 1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2511941"/>
              </p:ext>
            </p:extLst>
          </p:nvPr>
        </p:nvGraphicFramePr>
        <p:xfrm>
          <a:off x="1478280" y="2086183"/>
          <a:ext cx="6949440" cy="37871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내용 개체 틀 7"/>
          <p:cNvSpPr txBox="1">
            <a:spLocks/>
          </p:cNvSpPr>
          <p:nvPr/>
        </p:nvSpPr>
        <p:spPr>
          <a:xfrm>
            <a:off x="575752" y="908720"/>
            <a:ext cx="8827328" cy="528638"/>
          </a:xfrm>
          <a:prstGeom prst="rect">
            <a:avLst/>
          </a:prstGeom>
        </p:spPr>
        <p:txBody>
          <a:bodyPr/>
          <a:lstStyle/>
          <a:p>
            <a:pPr marL="228600" lvl="2" indent="-228600" eaLnBrk="0" hangingPunct="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2008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년 금융위기 때 만약 </a:t>
            </a:r>
            <a:r>
              <a:rPr lang="ko-KR" altLang="en-US" sz="1400" b="1" kern="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레버리지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ETF 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투자가 가능했다면</a:t>
            </a: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, -25%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까지도 손실이 가능하다는 것을 배웠을 것</a:t>
            </a: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720628" y="1314121"/>
            <a:ext cx="8682452" cy="12460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1pPr>
            <a:lvl2pPr marL="742950" indent="-285750" algn="l" defTabSz="457200" rtl="0" eaLnBrk="1" latinLnBrk="1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2pPr>
            <a:lvl3pPr marL="11430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3pPr>
            <a:lvl4pPr marL="1600200" indent="-228600" algn="l" defTabSz="457200" rtl="0" eaLnBrk="1" latinLnBrk="1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4pPr>
            <a:lvl5pPr marL="2057400" indent="-228600" algn="l" defTabSz="457200" rtl="0" eaLnBrk="1" latinLnBrk="1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5pPr>
            <a:lvl6pPr marL="25146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038" indent="-173038" algn="just" latinLnBrk="0">
              <a:lnSpc>
                <a:spcPct val="150000"/>
              </a:lnSpc>
              <a:spcBef>
                <a:spcPts val="600"/>
              </a:spcBef>
              <a:buClr>
                <a:srgbClr val="0D2D4F"/>
              </a:buClr>
              <a:buFont typeface="Arial" charset="0"/>
              <a:buChar char="•"/>
              <a:defRPr/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한국증시에는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레버리지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ETF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가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2010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년 최초 상장했기에 많은 투자자들이 돈을 잃지 않았음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.</a:t>
            </a:r>
          </a:p>
          <a:p>
            <a:pPr marL="173038" indent="-173038" algn="just" latinLnBrk="0">
              <a:lnSpc>
                <a:spcPct val="150000"/>
              </a:lnSpc>
              <a:spcBef>
                <a:spcPts val="600"/>
              </a:spcBef>
              <a:buClr>
                <a:srgbClr val="0D2D4F"/>
              </a:buClr>
              <a:buFont typeface="Arial" charset="0"/>
              <a:buChar char="•"/>
              <a:defRPr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2008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년 금융위기 때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-50%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이상 하락 후 회복까지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5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년의 시간이 소요되었던 미국증시에서는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레버리지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ETF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투자는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-25%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손실 기록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5752" y="6040323"/>
            <a:ext cx="44310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*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자료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미래에셋자산운용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, S&amp;P500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추종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2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레버리지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/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인버스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ETF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누적성과와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S&amp;P500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누적성과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 비교</a:t>
            </a:r>
          </a:p>
        </p:txBody>
      </p:sp>
      <p:sp>
        <p:nvSpPr>
          <p:cNvPr id="14" name="타원 13"/>
          <p:cNvSpPr/>
          <p:nvPr/>
        </p:nvSpPr>
        <p:spPr>
          <a:xfrm>
            <a:off x="1879381" y="4014054"/>
            <a:ext cx="120869" cy="109471"/>
          </a:xfrm>
          <a:prstGeom prst="ellipse">
            <a:avLst/>
          </a:prstGeom>
          <a:solidFill>
            <a:srgbClr val="0D2D4F"/>
          </a:solidFill>
          <a:ln w="38100">
            <a:solidFill>
              <a:srgbClr val="0D2D4F"/>
            </a:solidFill>
          </a:ln>
          <a:effectLst>
            <a:outerShdw blurRad="50800" dist="38100" sx="102000" sy="1020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cxnSp>
        <p:nvCxnSpPr>
          <p:cNvPr id="10" name="직선 화살표 연결선 9"/>
          <p:cNvCxnSpPr/>
          <p:nvPr/>
        </p:nvCxnSpPr>
        <p:spPr>
          <a:xfrm>
            <a:off x="8469827" y="4025715"/>
            <a:ext cx="0" cy="437909"/>
          </a:xfrm>
          <a:prstGeom prst="straightConnector1">
            <a:avLst/>
          </a:prstGeom>
          <a:ln w="25400">
            <a:solidFill>
              <a:srgbClr val="0D2D4F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592667" y="4037848"/>
            <a:ext cx="1065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0D2D4F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2</a:t>
            </a:r>
            <a:r>
              <a:rPr lang="ko-KR" altLang="en-US" sz="1200" dirty="0">
                <a:solidFill>
                  <a:srgbClr val="0D2D4F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배 </a:t>
            </a:r>
            <a:r>
              <a:rPr lang="ko-KR" altLang="en-US" sz="1200" dirty="0" err="1">
                <a:solidFill>
                  <a:srgbClr val="0D2D4F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레버리지</a:t>
            </a:r>
            <a:endParaRPr lang="en-US" altLang="ko-KR" sz="1200" dirty="0">
              <a:solidFill>
                <a:srgbClr val="0D2D4F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r>
              <a:rPr lang="en-US" altLang="ko-KR" sz="1200" dirty="0">
                <a:solidFill>
                  <a:srgbClr val="0D2D4F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-25% </a:t>
            </a:r>
            <a:r>
              <a:rPr lang="ko-KR" altLang="en-US" sz="1200" dirty="0">
                <a:solidFill>
                  <a:srgbClr val="0D2D4F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손실</a:t>
            </a:r>
          </a:p>
        </p:txBody>
      </p:sp>
      <p:sp>
        <p:nvSpPr>
          <p:cNvPr id="16" name="타원 15"/>
          <p:cNvSpPr/>
          <p:nvPr/>
        </p:nvSpPr>
        <p:spPr>
          <a:xfrm>
            <a:off x="8218762" y="4354964"/>
            <a:ext cx="120869" cy="109471"/>
          </a:xfrm>
          <a:prstGeom prst="ellipse">
            <a:avLst/>
          </a:prstGeom>
          <a:solidFill>
            <a:srgbClr val="0D2D4F"/>
          </a:solidFill>
          <a:ln w="38100">
            <a:solidFill>
              <a:srgbClr val="0D2D4F"/>
            </a:solidFill>
          </a:ln>
          <a:effectLst>
            <a:outerShdw blurRad="50800" dist="38100" sx="102000" sy="1020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8218761" y="4956944"/>
            <a:ext cx="120869" cy="109471"/>
          </a:xfrm>
          <a:prstGeom prst="ellipse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  <a:effectLst>
            <a:outerShdw blurRad="50800" dist="38100" sx="102000" sy="1020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8218762" y="3999238"/>
            <a:ext cx="120869" cy="109471"/>
          </a:xfrm>
          <a:prstGeom prst="ellipse">
            <a:avLst/>
          </a:prstGeom>
          <a:solidFill>
            <a:srgbClr val="FF6600"/>
          </a:solidFill>
          <a:ln w="38100">
            <a:solidFill>
              <a:srgbClr val="FF6600"/>
            </a:solidFill>
          </a:ln>
          <a:effectLst>
            <a:outerShdw blurRad="50800" dist="38100" sx="102000" sy="1020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cxnSp>
        <p:nvCxnSpPr>
          <p:cNvPr id="20" name="직선 화살표 연결선 19"/>
          <p:cNvCxnSpPr/>
          <p:nvPr/>
        </p:nvCxnSpPr>
        <p:spPr>
          <a:xfrm>
            <a:off x="8550559" y="3999238"/>
            <a:ext cx="0" cy="1067177"/>
          </a:xfrm>
          <a:prstGeom prst="straightConnector1">
            <a:avLst/>
          </a:prstGeom>
          <a:ln w="25400">
            <a:solidFill>
              <a:srgbClr val="0070C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592666" y="4604750"/>
            <a:ext cx="1130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0070C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2</a:t>
            </a:r>
            <a:r>
              <a:rPr lang="ko-KR" altLang="en-US" sz="1200" dirty="0">
                <a:solidFill>
                  <a:srgbClr val="0070C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배 </a:t>
            </a:r>
            <a:r>
              <a:rPr lang="ko-KR" altLang="en-US" sz="1200" dirty="0" err="1">
                <a:solidFill>
                  <a:srgbClr val="0070C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인버스</a:t>
            </a:r>
            <a:endParaRPr lang="en-US" altLang="ko-KR" sz="1200" dirty="0">
              <a:solidFill>
                <a:srgbClr val="0070C0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r>
              <a:rPr lang="en-US" altLang="ko-KR" sz="1200" dirty="0">
                <a:solidFill>
                  <a:srgbClr val="0070C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-75% </a:t>
            </a:r>
            <a:r>
              <a:rPr lang="ko-KR" altLang="en-US" sz="1200" dirty="0">
                <a:solidFill>
                  <a:srgbClr val="0070C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손실</a:t>
            </a:r>
          </a:p>
        </p:txBody>
      </p:sp>
      <p:sp>
        <p:nvSpPr>
          <p:cNvPr id="22" name="제목 4"/>
          <p:cNvSpPr>
            <a:spLocks noGrp="1"/>
          </p:cNvSpPr>
          <p:nvPr>
            <p:ph type="title"/>
          </p:nvPr>
        </p:nvSpPr>
        <p:spPr>
          <a:xfrm>
            <a:off x="411749" y="417790"/>
            <a:ext cx="8915400" cy="409433"/>
          </a:xfrm>
          <a:prstGeom prst="rect">
            <a:avLst/>
          </a:prstGeom>
        </p:spPr>
        <p:txBody>
          <a:bodyPr/>
          <a:lstStyle/>
          <a:p>
            <a:r>
              <a:rPr lang="en-US" altLang="ko-KR" b="1" dirty="0">
                <a:latin typeface="KoPub돋움체_Pro Bold" pitchFamily="18" charset="-127"/>
                <a:ea typeface="KoPub돋움체_Pro Bold" pitchFamily="18" charset="-127"/>
              </a:rPr>
              <a:t>2. </a:t>
            </a:r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투자자가 모르는 사실</a:t>
            </a:r>
            <a:r>
              <a:rPr lang="en-US" altLang="ko-KR" b="1" dirty="0"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1400" b="1" dirty="0">
                <a:latin typeface="KoPub돋움체_Pro Bold" pitchFamily="18" charset="-127"/>
                <a:ea typeface="KoPub돋움체_Pro Bold" pitchFamily="18" charset="-127"/>
              </a:rPr>
              <a:t>- ①</a:t>
            </a:r>
            <a:r>
              <a:rPr lang="ko-KR" altLang="en-US" sz="1400" b="1" dirty="0">
                <a:latin typeface="KoPub돋움체_Pro Bold" pitchFamily="18" charset="-127"/>
                <a:ea typeface="KoPub돋움체_Pro Bold" pitchFamily="18" charset="-127"/>
              </a:rPr>
              <a:t> 예상보다 더 큰 손실 위험</a:t>
            </a:r>
          </a:p>
        </p:txBody>
      </p:sp>
    </p:spTree>
    <p:extLst>
      <p:ext uri="{BB962C8B-B14F-4D97-AF65-F5344CB8AC3E}">
        <p14:creationId xmlns:p14="http://schemas.microsoft.com/office/powerpoint/2010/main" val="3997679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411749" y="417790"/>
            <a:ext cx="8915400" cy="409433"/>
          </a:xfrm>
          <a:prstGeom prst="rect">
            <a:avLst/>
          </a:prstGeom>
        </p:spPr>
        <p:txBody>
          <a:bodyPr/>
          <a:lstStyle/>
          <a:p>
            <a:r>
              <a:rPr lang="en-US" altLang="ko-KR" b="1" dirty="0">
                <a:latin typeface="KoPub돋움체_Pro Bold" pitchFamily="18" charset="-127"/>
                <a:ea typeface="KoPub돋움체_Pro Bold" pitchFamily="18" charset="-127"/>
              </a:rPr>
              <a:t>2. </a:t>
            </a:r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투자자가 모르는 사실 </a:t>
            </a:r>
            <a:r>
              <a:rPr lang="en-US" altLang="ko-KR" sz="1400" b="1" dirty="0">
                <a:latin typeface="KoPub돋움체_Pro Bold" pitchFamily="18" charset="-127"/>
                <a:ea typeface="KoPub돋움체_Pro Bold" pitchFamily="18" charset="-127"/>
              </a:rPr>
              <a:t>- ②</a:t>
            </a:r>
            <a:r>
              <a:rPr lang="ko-KR" altLang="en-US" sz="1400" b="1" dirty="0">
                <a:latin typeface="KoPub돋움체_Pro Bold" pitchFamily="18" charset="-127"/>
                <a:ea typeface="KoPub돋움체_Pro Bold" pitchFamily="18" charset="-127"/>
              </a:rPr>
              <a:t> 일일 재조정 매매 비용</a:t>
            </a:r>
          </a:p>
        </p:txBody>
      </p:sp>
      <p:sp>
        <p:nvSpPr>
          <p:cNvPr id="4" name="내용 개체 틀 7"/>
          <p:cNvSpPr txBox="1">
            <a:spLocks/>
          </p:cNvSpPr>
          <p:nvPr/>
        </p:nvSpPr>
        <p:spPr>
          <a:xfrm>
            <a:off x="575752" y="908720"/>
            <a:ext cx="8751396" cy="528638"/>
          </a:xfrm>
          <a:prstGeom prst="rect">
            <a:avLst/>
          </a:prstGeom>
        </p:spPr>
        <p:txBody>
          <a:bodyPr/>
          <a:lstStyle/>
          <a:p>
            <a:pPr marL="228600" lvl="2" indent="-228600" eaLnBrk="0" hangingPunct="0">
              <a:lnSpc>
                <a:spcPct val="150000"/>
              </a:lnSpc>
              <a:spcBef>
                <a:spcPct val="20000"/>
              </a:spcBef>
              <a:defRPr/>
            </a:pPr>
            <a:r>
              <a:rPr lang="ko-KR" altLang="en-US" sz="1400" b="1" kern="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레버리지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펀드의 손실 위험이 큰 이유는 </a:t>
            </a:r>
            <a:r>
              <a:rPr lang="ko-KR" altLang="en-US" sz="1400" b="1" kern="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일간성과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배 추종을 위한 일일 재조정 매매가 발생하기 때문</a:t>
            </a: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720627" y="1314121"/>
            <a:ext cx="9004397" cy="12460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1pPr>
            <a:lvl2pPr marL="742950" indent="-285750" algn="l" defTabSz="457200" rtl="0" eaLnBrk="1" latinLnBrk="1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2pPr>
            <a:lvl3pPr marL="11430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3pPr>
            <a:lvl4pPr marL="1600200" indent="-228600" algn="l" defTabSz="457200" rtl="0" eaLnBrk="1" latinLnBrk="1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4pPr>
            <a:lvl5pPr marL="2057400" indent="-228600" algn="l" defTabSz="457200" rtl="0" eaLnBrk="1" latinLnBrk="1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5pPr>
            <a:lvl6pPr marL="25146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038" indent="-173038" algn="just" latinLnBrk="0">
              <a:lnSpc>
                <a:spcPct val="150000"/>
              </a:lnSpc>
              <a:spcBef>
                <a:spcPts val="600"/>
              </a:spcBef>
              <a:buClr>
                <a:srgbClr val="0D2D4F"/>
              </a:buClr>
              <a:buFont typeface="Arial" charset="0"/>
              <a:buChar char="•"/>
              <a:defRPr/>
            </a:pP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레버리지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펀드는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기초지수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일간성과의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2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배를 추종하기 위해 투자원금의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2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배에 상당하는 투자규모를 유지해야 함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.</a:t>
            </a:r>
          </a:p>
          <a:p>
            <a:pPr marL="173038" indent="-173038" algn="just" latinLnBrk="0">
              <a:lnSpc>
                <a:spcPct val="150000"/>
              </a:lnSpc>
              <a:spcBef>
                <a:spcPts val="600"/>
              </a:spcBef>
              <a:buClr>
                <a:srgbClr val="0D2D4F"/>
              </a:buClr>
              <a:buFont typeface="Arial" charset="0"/>
              <a:buChar char="•"/>
              <a:defRPr/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시장이 상승하면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투자규모가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2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배를 하회하면서 주식 매수가 필요하고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시장이 하락하면 투자규모가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2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배를 상회하면서 주식 매도가 필요함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.</a:t>
            </a:r>
          </a:p>
          <a:p>
            <a:pPr marL="173038" indent="-173038" algn="just" latinLnBrk="0">
              <a:lnSpc>
                <a:spcPct val="150000"/>
              </a:lnSpc>
              <a:spcBef>
                <a:spcPts val="600"/>
              </a:spcBef>
              <a:buClr>
                <a:srgbClr val="0D2D4F"/>
              </a:buClr>
              <a:buFont typeface="Arial" charset="0"/>
              <a:buChar char="•"/>
              <a:defRPr/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이와 같은 일일 재조정 매매는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“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시장이 오르면 사고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내려가면 팔기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“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때문에 비용으로 작용할 수 있는 것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5751" y="5903693"/>
            <a:ext cx="87513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*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자료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미래에셋자산운용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8828279"/>
              </p:ext>
            </p:extLst>
          </p:nvPr>
        </p:nvGraphicFramePr>
        <p:xfrm>
          <a:off x="575746" y="3429000"/>
          <a:ext cx="8751402" cy="21909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2378">
                  <a:extLst>
                    <a:ext uri="{9D8B030D-6E8A-4147-A177-3AD203B41FA5}">
                      <a16:colId xmlns:a16="http://schemas.microsoft.com/office/drawing/2014/main" val="1136920540"/>
                    </a:ext>
                  </a:extLst>
                </a:gridCol>
                <a:gridCol w="972378">
                  <a:extLst>
                    <a:ext uri="{9D8B030D-6E8A-4147-A177-3AD203B41FA5}">
                      <a16:colId xmlns:a16="http://schemas.microsoft.com/office/drawing/2014/main" val="4274812785"/>
                    </a:ext>
                  </a:extLst>
                </a:gridCol>
                <a:gridCol w="972378">
                  <a:extLst>
                    <a:ext uri="{9D8B030D-6E8A-4147-A177-3AD203B41FA5}">
                      <a16:colId xmlns:a16="http://schemas.microsoft.com/office/drawing/2014/main" val="1184532935"/>
                    </a:ext>
                  </a:extLst>
                </a:gridCol>
                <a:gridCol w="972378">
                  <a:extLst>
                    <a:ext uri="{9D8B030D-6E8A-4147-A177-3AD203B41FA5}">
                      <a16:colId xmlns:a16="http://schemas.microsoft.com/office/drawing/2014/main" val="3920151270"/>
                    </a:ext>
                  </a:extLst>
                </a:gridCol>
                <a:gridCol w="972378">
                  <a:extLst>
                    <a:ext uri="{9D8B030D-6E8A-4147-A177-3AD203B41FA5}">
                      <a16:colId xmlns:a16="http://schemas.microsoft.com/office/drawing/2014/main" val="3467594116"/>
                    </a:ext>
                  </a:extLst>
                </a:gridCol>
                <a:gridCol w="972378">
                  <a:extLst>
                    <a:ext uri="{9D8B030D-6E8A-4147-A177-3AD203B41FA5}">
                      <a16:colId xmlns:a16="http://schemas.microsoft.com/office/drawing/2014/main" val="534374536"/>
                    </a:ext>
                  </a:extLst>
                </a:gridCol>
                <a:gridCol w="972378">
                  <a:extLst>
                    <a:ext uri="{9D8B030D-6E8A-4147-A177-3AD203B41FA5}">
                      <a16:colId xmlns:a16="http://schemas.microsoft.com/office/drawing/2014/main" val="2132133815"/>
                    </a:ext>
                  </a:extLst>
                </a:gridCol>
                <a:gridCol w="972378">
                  <a:extLst>
                    <a:ext uri="{9D8B030D-6E8A-4147-A177-3AD203B41FA5}">
                      <a16:colId xmlns:a16="http://schemas.microsoft.com/office/drawing/2014/main" val="1614818015"/>
                    </a:ext>
                  </a:extLst>
                </a:gridCol>
                <a:gridCol w="972378">
                  <a:extLst>
                    <a:ext uri="{9D8B030D-6E8A-4147-A177-3AD203B41FA5}">
                      <a16:colId xmlns:a16="http://schemas.microsoft.com/office/drawing/2014/main" val="1627495986"/>
                    </a:ext>
                  </a:extLst>
                </a:gridCol>
              </a:tblGrid>
              <a:tr h="359709"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dirty="0" err="1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기초지수</a:t>
                      </a:r>
                      <a:endParaRPr lang="ko-KR" alt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레버리지</a:t>
                      </a:r>
                      <a:r>
                        <a:rPr lang="ko-KR" alt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 전략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5119948"/>
                  </a:ext>
                </a:extLst>
              </a:tr>
              <a:tr h="39240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일자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일간성과</a:t>
                      </a:r>
                      <a:endParaRPr lang="ko-KR" alt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투자원금 </a:t>
                      </a:r>
                      <a:r>
                        <a:rPr lang="en-US" altLang="ko-KR" sz="1100" u="none" strike="noStrike" dirty="0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(A)</a:t>
                      </a:r>
                      <a:endParaRPr lang="ko-KR" alt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실제투자규모 </a:t>
                      </a:r>
                      <a:r>
                        <a:rPr lang="en-US" altLang="ko-KR" sz="1100" u="none" strike="noStrike" dirty="0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(B)</a:t>
                      </a:r>
                      <a:endParaRPr lang="ko-KR" alt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일일재조정</a:t>
                      </a:r>
                      <a:r>
                        <a:rPr lang="ko-KR" alt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(C)</a:t>
                      </a:r>
                      <a:endParaRPr lang="ko-KR" alt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목표투자규모 </a:t>
                      </a:r>
                      <a:r>
                        <a:rPr lang="en-US" altLang="ko-KR" sz="1100" u="none" strike="noStrike" dirty="0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(D=B+C)</a:t>
                      </a:r>
                      <a:endParaRPr lang="ko-KR" alt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err="1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실제편입비</a:t>
                      </a:r>
                      <a:r>
                        <a:rPr lang="ko-KR" altLang="en-US" sz="1100" u="none" strike="noStrike" dirty="0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 </a:t>
                      </a:r>
                      <a:r>
                        <a:rPr lang="en-US" altLang="ko-KR" sz="1100" u="none" strike="noStrike" dirty="0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(B/A)</a:t>
                      </a:r>
                      <a:endParaRPr lang="ko-KR" alt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err="1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목표편입비</a:t>
                      </a:r>
                      <a:r>
                        <a:rPr lang="ko-KR" altLang="en-US" sz="1100" u="none" strike="noStrike" dirty="0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 </a:t>
                      </a:r>
                      <a:r>
                        <a:rPr lang="en-US" altLang="ko-KR" sz="1100" u="none" strike="noStrike" dirty="0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(D/A)</a:t>
                      </a:r>
                      <a:endParaRPr lang="ko-KR" alt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err="1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일간성과</a:t>
                      </a:r>
                      <a:endParaRPr lang="ko-KR" alt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81097"/>
                  </a:ext>
                </a:extLst>
              </a:tr>
              <a:tr h="3597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T</a:t>
                      </a:r>
                      <a:r>
                        <a:rPr lang="ko-KR" altLang="en-US" sz="105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일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100 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200 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200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1" hangingPunct="1"/>
                      <a:r>
                        <a:rPr lang="en-US" altLang="ko-KR" sz="1050" u="none" strike="noStrike" kern="1200" dirty="0">
                          <a:solidFill>
                            <a:schemeClr val="dk1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  <a:cs typeface="+mn-cs"/>
                        </a:rPr>
                        <a:t>200%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200%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6862850"/>
                  </a:ext>
                </a:extLst>
              </a:tr>
              <a:tr h="3597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T+1</a:t>
                      </a:r>
                      <a:r>
                        <a:rPr lang="ko-KR" altLang="en-US" sz="105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일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solidFill>
                            <a:srgbClr val="0070C0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-20%</a:t>
                      </a:r>
                      <a:endParaRPr lang="en-US" altLang="ko-KR" sz="1050" b="0" i="0" u="none" strike="noStrike" dirty="0">
                        <a:solidFill>
                          <a:srgbClr val="0070C0"/>
                        </a:solidFill>
                        <a:effectLst/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60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160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solidFill>
                            <a:srgbClr val="0070C0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-40</a:t>
                      </a:r>
                      <a:endParaRPr lang="en-US" altLang="ko-KR" sz="1050" b="0" i="0" u="none" strike="noStrike" dirty="0">
                        <a:solidFill>
                          <a:srgbClr val="0070C0"/>
                        </a:solidFill>
                        <a:effectLst/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120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solidFill>
                            <a:srgbClr val="C00000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267%</a:t>
                      </a:r>
                      <a:endParaRPr lang="en-US" altLang="ko-KR" sz="1050" b="0" i="0" u="none" strike="noStrike" dirty="0">
                        <a:solidFill>
                          <a:srgbClr val="C00000"/>
                        </a:solidFill>
                        <a:effectLst/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200%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solidFill>
                            <a:srgbClr val="0070C0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-40%</a:t>
                      </a:r>
                      <a:endParaRPr lang="en-US" altLang="ko-KR" sz="1050" b="0" i="0" u="none" strike="noStrike" dirty="0">
                        <a:solidFill>
                          <a:srgbClr val="0070C0"/>
                        </a:solidFill>
                        <a:effectLst/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174382"/>
                  </a:ext>
                </a:extLst>
              </a:tr>
              <a:tr h="3597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T+2</a:t>
                      </a:r>
                      <a:r>
                        <a:rPr lang="ko-KR" altLang="en-US" sz="105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일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solidFill>
                            <a:srgbClr val="C00000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+25%</a:t>
                      </a:r>
                      <a:endParaRPr lang="en-US" altLang="ko-KR" sz="1050" b="0" i="0" u="none" strike="noStrike" dirty="0">
                        <a:solidFill>
                          <a:srgbClr val="C00000"/>
                        </a:solidFill>
                        <a:effectLst/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90 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150 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solidFill>
                            <a:srgbClr val="C00000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+30</a:t>
                      </a:r>
                      <a:endParaRPr lang="en-US" altLang="ko-KR" sz="1050" b="0" i="0" u="none" strike="noStrike" dirty="0">
                        <a:solidFill>
                          <a:srgbClr val="C00000"/>
                        </a:solidFill>
                        <a:effectLst/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180 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solidFill>
                            <a:srgbClr val="0070C0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167%</a:t>
                      </a:r>
                      <a:endParaRPr lang="en-US" altLang="ko-KR" sz="1050" b="0" i="0" u="none" strike="noStrike" dirty="0">
                        <a:solidFill>
                          <a:srgbClr val="0070C0"/>
                        </a:solidFill>
                        <a:effectLst/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200%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solidFill>
                            <a:srgbClr val="C00000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50%</a:t>
                      </a:r>
                      <a:endParaRPr lang="en-US" altLang="ko-KR" sz="1050" b="0" i="0" u="none" strike="noStrike" dirty="0">
                        <a:solidFill>
                          <a:srgbClr val="C00000"/>
                        </a:solidFill>
                        <a:effectLst/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862691"/>
                  </a:ext>
                </a:extLst>
              </a:tr>
              <a:tr h="35970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u="none" strike="noStrike" dirty="0" err="1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기간성과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0%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-10%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3028728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3552666" y="2792734"/>
            <a:ext cx="27975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b="1" kern="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레버리지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전략 일일 재조정 매매 예시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925799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411749" y="417790"/>
            <a:ext cx="8915400" cy="409433"/>
          </a:xfrm>
          <a:prstGeom prst="rect">
            <a:avLst/>
          </a:prstGeom>
        </p:spPr>
        <p:txBody>
          <a:bodyPr/>
          <a:lstStyle/>
          <a:p>
            <a:r>
              <a:rPr lang="en-US" altLang="ko-KR" b="1" dirty="0">
                <a:latin typeface="KoPub돋움체_Pro Bold" pitchFamily="18" charset="-127"/>
                <a:ea typeface="KoPub돋움체_Pro Bold" pitchFamily="18" charset="-127"/>
              </a:rPr>
              <a:t>[</a:t>
            </a:r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참고</a:t>
            </a:r>
            <a:r>
              <a:rPr lang="en-US" altLang="ko-KR" b="1" dirty="0">
                <a:latin typeface="KoPub돋움체_Pro Bold" pitchFamily="18" charset="-127"/>
                <a:ea typeface="KoPub돋움체_Pro Bold" pitchFamily="18" charset="-127"/>
              </a:rPr>
              <a:t>] </a:t>
            </a:r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일일 재조정 매매 실제 사례</a:t>
            </a:r>
          </a:p>
        </p:txBody>
      </p:sp>
      <p:sp>
        <p:nvSpPr>
          <p:cNvPr id="4" name="내용 개체 틀 7"/>
          <p:cNvSpPr txBox="1">
            <a:spLocks/>
          </p:cNvSpPr>
          <p:nvPr/>
        </p:nvSpPr>
        <p:spPr>
          <a:xfrm>
            <a:off x="575752" y="908720"/>
            <a:ext cx="8904678" cy="528638"/>
          </a:xfrm>
          <a:prstGeom prst="rect">
            <a:avLst/>
          </a:prstGeom>
        </p:spPr>
        <p:txBody>
          <a:bodyPr/>
          <a:lstStyle/>
          <a:p>
            <a:pPr marL="228600" lvl="2" indent="-228600" eaLnBrk="0" hangingPunct="0">
              <a:lnSpc>
                <a:spcPct val="150000"/>
              </a:lnSpc>
              <a:spcBef>
                <a:spcPct val="20000"/>
              </a:spcBef>
              <a:defRPr/>
            </a:pP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큰 폭의 하락</a:t>
            </a: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후 반등을 보인 </a:t>
            </a: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월 </a:t>
            </a: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19-20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일</a:t>
            </a: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, </a:t>
            </a:r>
            <a:r>
              <a:rPr lang="ko-KR" altLang="en-US" sz="1400" b="1" kern="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기초지수는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-1% 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하락하였으나 </a:t>
            </a:r>
            <a:r>
              <a:rPr lang="ko-KR" altLang="en-US" sz="1400" b="1" kern="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레버리지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전략은 </a:t>
            </a: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-3% 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하락</a:t>
            </a: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720627" y="1314121"/>
            <a:ext cx="9004397" cy="12460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1pPr>
            <a:lvl2pPr marL="742950" indent="-285750" algn="l" defTabSz="457200" rtl="0" eaLnBrk="1" latinLnBrk="1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2pPr>
            <a:lvl3pPr marL="11430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3pPr>
            <a:lvl4pPr marL="1600200" indent="-228600" algn="l" defTabSz="457200" rtl="0" eaLnBrk="1" latinLnBrk="1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4pPr>
            <a:lvl5pPr marL="2057400" indent="-228600" algn="l" defTabSz="457200" rtl="0" eaLnBrk="1" latinLnBrk="1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5pPr>
            <a:lvl6pPr marL="25146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038" indent="-173038" algn="just" latinLnBrk="0">
              <a:lnSpc>
                <a:spcPct val="150000"/>
              </a:lnSpc>
              <a:spcBef>
                <a:spcPts val="600"/>
              </a:spcBef>
              <a:buClr>
                <a:srgbClr val="0D2D4F"/>
              </a:buClr>
              <a:buFont typeface="Arial" charset="0"/>
              <a:buChar char="•"/>
              <a:defRPr/>
            </a:pP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기초지수의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2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배를 추종하는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레버리지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전략의 경우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기초지수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기간성과의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2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배인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-2%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를 기대할 수 있음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.</a:t>
            </a:r>
          </a:p>
          <a:p>
            <a:pPr marL="173038" indent="-173038" algn="just" latinLnBrk="0">
              <a:lnSpc>
                <a:spcPct val="150000"/>
              </a:lnSpc>
              <a:spcBef>
                <a:spcPts val="600"/>
              </a:spcBef>
              <a:buClr>
                <a:srgbClr val="0D2D4F"/>
              </a:buClr>
              <a:buFont typeface="Arial" charset="0"/>
              <a:buChar char="•"/>
              <a:defRPr/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그러나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일일 재조정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매매로서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3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월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19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일 원금의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15%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매도분에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대하여 다음날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기초지수가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7%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상승하면서 이틀 만에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-1%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만큼 추가 손실 발생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.</a:t>
            </a:r>
          </a:p>
          <a:p>
            <a:pPr marL="173038" indent="-173038" algn="just" latinLnBrk="0">
              <a:lnSpc>
                <a:spcPct val="150000"/>
              </a:lnSpc>
              <a:spcBef>
                <a:spcPts val="600"/>
              </a:spcBef>
              <a:buClr>
                <a:srgbClr val="0D2D4F"/>
              </a:buClr>
              <a:buFont typeface="Arial" charset="0"/>
              <a:buChar char="•"/>
              <a:defRPr/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따라서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,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레버리지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전략은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-3%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손실을 기록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. (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다만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실제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레버리지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ETF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성과는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괴리율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및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편입자산의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가격 변동 등으로 인해 상이할 수 있음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5751" y="5920941"/>
            <a:ext cx="87513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*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자료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미래에셋자산운용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graphicFrame>
        <p:nvGraphicFramePr>
          <p:cNvPr id="39" name="표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49492"/>
              </p:ext>
            </p:extLst>
          </p:nvPr>
        </p:nvGraphicFramePr>
        <p:xfrm>
          <a:off x="575746" y="3429000"/>
          <a:ext cx="8751400" cy="21909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75140">
                  <a:extLst>
                    <a:ext uri="{9D8B030D-6E8A-4147-A177-3AD203B41FA5}">
                      <a16:colId xmlns:a16="http://schemas.microsoft.com/office/drawing/2014/main" val="1136920540"/>
                    </a:ext>
                  </a:extLst>
                </a:gridCol>
                <a:gridCol w="875140">
                  <a:extLst>
                    <a:ext uri="{9D8B030D-6E8A-4147-A177-3AD203B41FA5}">
                      <a16:colId xmlns:a16="http://schemas.microsoft.com/office/drawing/2014/main" val="4274812785"/>
                    </a:ext>
                  </a:extLst>
                </a:gridCol>
                <a:gridCol w="875140">
                  <a:extLst>
                    <a:ext uri="{9D8B030D-6E8A-4147-A177-3AD203B41FA5}">
                      <a16:colId xmlns:a16="http://schemas.microsoft.com/office/drawing/2014/main" val="1184532935"/>
                    </a:ext>
                  </a:extLst>
                </a:gridCol>
                <a:gridCol w="875140">
                  <a:extLst>
                    <a:ext uri="{9D8B030D-6E8A-4147-A177-3AD203B41FA5}">
                      <a16:colId xmlns:a16="http://schemas.microsoft.com/office/drawing/2014/main" val="3920151270"/>
                    </a:ext>
                  </a:extLst>
                </a:gridCol>
                <a:gridCol w="875140">
                  <a:extLst>
                    <a:ext uri="{9D8B030D-6E8A-4147-A177-3AD203B41FA5}">
                      <a16:colId xmlns:a16="http://schemas.microsoft.com/office/drawing/2014/main" val="3467594116"/>
                    </a:ext>
                  </a:extLst>
                </a:gridCol>
                <a:gridCol w="875140">
                  <a:extLst>
                    <a:ext uri="{9D8B030D-6E8A-4147-A177-3AD203B41FA5}">
                      <a16:colId xmlns:a16="http://schemas.microsoft.com/office/drawing/2014/main" val="534374536"/>
                    </a:ext>
                  </a:extLst>
                </a:gridCol>
                <a:gridCol w="875140">
                  <a:extLst>
                    <a:ext uri="{9D8B030D-6E8A-4147-A177-3AD203B41FA5}">
                      <a16:colId xmlns:a16="http://schemas.microsoft.com/office/drawing/2014/main" val="2132133815"/>
                    </a:ext>
                  </a:extLst>
                </a:gridCol>
                <a:gridCol w="875140">
                  <a:extLst>
                    <a:ext uri="{9D8B030D-6E8A-4147-A177-3AD203B41FA5}">
                      <a16:colId xmlns:a16="http://schemas.microsoft.com/office/drawing/2014/main" val="1614818015"/>
                    </a:ext>
                  </a:extLst>
                </a:gridCol>
                <a:gridCol w="875140">
                  <a:extLst>
                    <a:ext uri="{9D8B030D-6E8A-4147-A177-3AD203B41FA5}">
                      <a16:colId xmlns:a16="http://schemas.microsoft.com/office/drawing/2014/main" val="1627495986"/>
                    </a:ext>
                  </a:extLst>
                </a:gridCol>
                <a:gridCol w="875140">
                  <a:extLst>
                    <a:ext uri="{9D8B030D-6E8A-4147-A177-3AD203B41FA5}">
                      <a16:colId xmlns:a16="http://schemas.microsoft.com/office/drawing/2014/main" val="2369840764"/>
                    </a:ext>
                  </a:extLst>
                </a:gridCol>
              </a:tblGrid>
              <a:tr h="359709">
                <a:tc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dirty="0" err="1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기초지수</a:t>
                      </a:r>
                      <a:endParaRPr lang="ko-KR" alt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레버리지</a:t>
                      </a:r>
                      <a:r>
                        <a:rPr lang="ko-KR" alt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 전략 </a:t>
                      </a:r>
                      <a:r>
                        <a:rPr lang="en-US" altLang="ko-K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완전 복제</a:t>
                      </a:r>
                      <a:r>
                        <a:rPr lang="en-US" altLang="ko-K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)</a:t>
                      </a:r>
                      <a:endParaRPr lang="ko-KR" alt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레버리지</a:t>
                      </a:r>
                      <a:r>
                        <a:rPr lang="ko-KR" alt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ETF</a:t>
                      </a:r>
                      <a:endParaRPr lang="ko-KR" alt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119948"/>
                  </a:ext>
                </a:extLst>
              </a:tr>
              <a:tr h="39240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일자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일간성과</a:t>
                      </a:r>
                      <a:endParaRPr lang="ko-KR" alt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투자원금 </a:t>
                      </a:r>
                      <a:r>
                        <a:rPr lang="en-US" altLang="ko-KR" sz="1100" u="none" strike="noStrike" dirty="0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(A)</a:t>
                      </a:r>
                      <a:endParaRPr lang="ko-KR" alt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실제투자규모 </a:t>
                      </a:r>
                      <a:r>
                        <a:rPr lang="en-US" altLang="ko-KR" sz="1100" u="none" strike="noStrike" dirty="0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(B)</a:t>
                      </a:r>
                      <a:endParaRPr lang="ko-KR" alt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일일재조정</a:t>
                      </a:r>
                      <a:r>
                        <a:rPr lang="ko-KR" alt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(C)</a:t>
                      </a:r>
                      <a:endParaRPr lang="ko-KR" alt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목표투자규모 </a:t>
                      </a:r>
                      <a:r>
                        <a:rPr lang="en-US" altLang="ko-KR" sz="1100" u="none" strike="noStrike" dirty="0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(D=B+C)</a:t>
                      </a:r>
                      <a:endParaRPr lang="ko-KR" alt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err="1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실제편입비</a:t>
                      </a:r>
                      <a:r>
                        <a:rPr lang="ko-KR" altLang="en-US" sz="1100" u="none" strike="noStrike" dirty="0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 </a:t>
                      </a:r>
                      <a:r>
                        <a:rPr lang="en-US" altLang="ko-KR" sz="1100" u="none" strike="noStrike" dirty="0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(B/A)</a:t>
                      </a:r>
                      <a:endParaRPr lang="ko-KR" alt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err="1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목표편입비</a:t>
                      </a:r>
                      <a:r>
                        <a:rPr lang="ko-KR" altLang="en-US" sz="1100" u="none" strike="noStrike" dirty="0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 </a:t>
                      </a:r>
                      <a:r>
                        <a:rPr lang="en-US" altLang="ko-KR" sz="1100" u="none" strike="noStrike" dirty="0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(D/A)</a:t>
                      </a:r>
                      <a:endParaRPr lang="ko-KR" alt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err="1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일간성과</a:t>
                      </a:r>
                      <a:endParaRPr lang="ko-KR" alt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일간성과</a:t>
                      </a:r>
                      <a:endParaRPr lang="ko-KR" alt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81097"/>
                  </a:ext>
                </a:extLst>
              </a:tr>
              <a:tr h="35970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2020-03-18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100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200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200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200%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200%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6862850"/>
                  </a:ext>
                </a:extLst>
              </a:tr>
              <a:tr h="35970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2020-03-19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b="0" i="0" u="none" strike="noStrike">
                          <a:solidFill>
                            <a:srgbClr val="0070C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-8%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85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185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b="0" i="0" u="none" strike="noStrike">
                          <a:solidFill>
                            <a:srgbClr val="0070C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-15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169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b="0" i="0" u="none" strike="noStrike">
                          <a:solidFill>
                            <a:srgbClr val="C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218%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200%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b="0" i="0" u="none" strike="noStrike">
                          <a:solidFill>
                            <a:srgbClr val="0070C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-15%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b="0" i="0" u="none" strike="noStrike">
                          <a:solidFill>
                            <a:srgbClr val="0070C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-14%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174382"/>
                  </a:ext>
                </a:extLst>
              </a:tr>
              <a:tr h="35970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2020-03-20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b="0" i="0" u="none" strike="noStrike" dirty="0">
                          <a:solidFill>
                            <a:srgbClr val="C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+7%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97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182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b="0" i="0" u="none" strike="noStrike" dirty="0">
                          <a:solidFill>
                            <a:srgbClr val="C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+12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194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b="0" i="0" u="none" strike="noStrike" dirty="0">
                          <a:solidFill>
                            <a:srgbClr val="0070C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187%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200%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b="0" i="0" u="none" strike="noStrike" dirty="0">
                          <a:solidFill>
                            <a:srgbClr val="C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+14%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b="0" i="0" u="none" strike="noStrike" dirty="0">
                          <a:solidFill>
                            <a:srgbClr val="C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+14%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862691"/>
                  </a:ext>
                </a:extLst>
              </a:tr>
              <a:tr h="35970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기간성과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-1%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-3%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-2%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3028728"/>
                  </a:ext>
                </a:extLst>
              </a:tr>
            </a:tbl>
          </a:graphicData>
        </a:graphic>
      </p:graphicFrame>
      <p:sp>
        <p:nvSpPr>
          <p:cNvPr id="40" name="직사각형 39"/>
          <p:cNvSpPr/>
          <p:nvPr/>
        </p:nvSpPr>
        <p:spPr>
          <a:xfrm>
            <a:off x="3371520" y="2792734"/>
            <a:ext cx="316304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b="1" kern="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레버리지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전략 일일 재조정 매매 실제 사례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45661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직선 연결선 46"/>
          <p:cNvCxnSpPr/>
          <p:nvPr/>
        </p:nvCxnSpPr>
        <p:spPr>
          <a:xfrm flipV="1">
            <a:off x="7399284" y="2818792"/>
            <a:ext cx="0" cy="2699138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자유형 17"/>
          <p:cNvSpPr/>
          <p:nvPr/>
        </p:nvSpPr>
        <p:spPr>
          <a:xfrm rot="11152872" flipV="1">
            <a:off x="1641583" y="3076077"/>
            <a:ext cx="6642541" cy="725863"/>
          </a:xfrm>
          <a:custGeom>
            <a:avLst/>
            <a:gdLst>
              <a:gd name="connsiteX0" fmla="*/ 7399282 w 7399282"/>
              <a:gd name="connsiteY0" fmla="*/ 903890 h 910617"/>
              <a:gd name="connsiteX1" fmla="*/ 1534510 w 7399282"/>
              <a:gd name="connsiteY1" fmla="*/ 777765 h 910617"/>
              <a:gd name="connsiteX2" fmla="*/ 0 w 7399282"/>
              <a:gd name="connsiteY2" fmla="*/ 0 h 910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99282" h="910617">
                <a:moveTo>
                  <a:pt x="7399282" y="903890"/>
                </a:moveTo>
                <a:cubicBezTo>
                  <a:pt x="5083503" y="916151"/>
                  <a:pt x="2767724" y="928413"/>
                  <a:pt x="1534510" y="777765"/>
                </a:cubicBezTo>
                <a:cubicBezTo>
                  <a:pt x="301296" y="627117"/>
                  <a:pt x="238235" y="150648"/>
                  <a:pt x="0" y="0"/>
                </a:cubicBezTo>
              </a:path>
            </a:pathLst>
          </a:custGeom>
          <a:pattFill prst="ltDnDiag">
            <a:fgClr>
              <a:srgbClr val="0D2D4F"/>
            </a:fgClr>
            <a:bgClr>
              <a:schemeClr val="bg1"/>
            </a:bgClr>
          </a:pattFill>
          <a:ln w="38100">
            <a:solidFill>
              <a:srgbClr val="0D2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411749" y="417790"/>
            <a:ext cx="8915400" cy="409433"/>
          </a:xfrm>
          <a:prstGeom prst="rect">
            <a:avLst/>
          </a:prstGeom>
        </p:spPr>
        <p:txBody>
          <a:bodyPr/>
          <a:lstStyle/>
          <a:p>
            <a:r>
              <a:rPr lang="en-US" altLang="ko-KR" b="1" dirty="0">
                <a:latin typeface="KoPub돋움체_Pro Bold" pitchFamily="18" charset="-127"/>
                <a:ea typeface="KoPub돋움체_Pro Bold" pitchFamily="18" charset="-127"/>
              </a:rPr>
              <a:t>2. </a:t>
            </a:r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투자자가 모르는 사실 </a:t>
            </a:r>
            <a:r>
              <a:rPr lang="en-US" altLang="ko-KR" sz="1400" b="1" dirty="0">
                <a:latin typeface="KoPub돋움체_Pro Bold" pitchFamily="18" charset="-127"/>
                <a:ea typeface="KoPub돋움체_Pro Bold" pitchFamily="18" charset="-127"/>
              </a:rPr>
              <a:t>- ③ </a:t>
            </a:r>
            <a:r>
              <a:rPr lang="ko-KR" altLang="en-US" sz="1400" b="1" dirty="0">
                <a:latin typeface="KoPub돋움체_Pro Bold" pitchFamily="18" charset="-127"/>
                <a:ea typeface="KoPub돋움체_Pro Bold" pitchFamily="18" charset="-127"/>
              </a:rPr>
              <a:t>시장교란 행위로 인한 사회적 비용</a:t>
            </a:r>
          </a:p>
        </p:txBody>
      </p:sp>
      <p:sp>
        <p:nvSpPr>
          <p:cNvPr id="4" name="내용 개체 틀 7"/>
          <p:cNvSpPr txBox="1">
            <a:spLocks/>
          </p:cNvSpPr>
          <p:nvPr/>
        </p:nvSpPr>
        <p:spPr>
          <a:xfrm>
            <a:off x="575752" y="908720"/>
            <a:ext cx="7516812" cy="528638"/>
          </a:xfrm>
          <a:prstGeom prst="rect">
            <a:avLst/>
          </a:prstGeom>
        </p:spPr>
        <p:txBody>
          <a:bodyPr/>
          <a:lstStyle/>
          <a:p>
            <a:pPr marL="228600" lvl="2" indent="-228600" eaLnBrk="0" hangingPunct="0">
              <a:lnSpc>
                <a:spcPct val="150000"/>
              </a:lnSpc>
              <a:spcBef>
                <a:spcPct val="20000"/>
              </a:spcBef>
              <a:defRPr/>
            </a:pPr>
            <a:r>
              <a:rPr lang="ko-KR" altLang="en-US" sz="1400" b="1" kern="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레버리지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1400" b="1" kern="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투자대금이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커질수록 </a:t>
            </a: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/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기초자산의 움직임이 클수록 일일 재조정 매매대금이 높아짐</a:t>
            </a: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.</a:t>
            </a: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720627" y="1314121"/>
            <a:ext cx="9004397" cy="12460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1pPr>
            <a:lvl2pPr marL="742950" indent="-285750" algn="l" defTabSz="457200" rtl="0" eaLnBrk="1" latinLnBrk="1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2pPr>
            <a:lvl3pPr marL="11430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3pPr>
            <a:lvl4pPr marL="1600200" indent="-228600" algn="l" defTabSz="457200" rtl="0" eaLnBrk="1" latinLnBrk="1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4pPr>
            <a:lvl5pPr marL="2057400" indent="-228600" algn="l" defTabSz="457200" rtl="0" eaLnBrk="1" latinLnBrk="1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5pPr>
            <a:lvl6pPr marL="25146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038" indent="-173038" algn="just" latinLnBrk="0">
              <a:lnSpc>
                <a:spcPct val="150000"/>
              </a:lnSpc>
              <a:spcBef>
                <a:spcPts val="600"/>
              </a:spcBef>
              <a:buClr>
                <a:srgbClr val="0D2D4F"/>
              </a:buClr>
              <a:buFont typeface="Arial" charset="0"/>
              <a:buChar char="•"/>
              <a:defRPr/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목표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편입비와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실제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편입비의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괴리를 줄이기 위해 발생하는 일일 재조정 매매는 보통 매일 장마감 근처에 발생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.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charset="0"/>
            </a:endParaRPr>
          </a:p>
          <a:p>
            <a:pPr marL="173038" indent="-173038" algn="just" latinLnBrk="0">
              <a:lnSpc>
                <a:spcPct val="150000"/>
              </a:lnSpc>
              <a:spcBef>
                <a:spcPts val="600"/>
              </a:spcBef>
              <a:buClr>
                <a:srgbClr val="0D2D4F"/>
              </a:buClr>
              <a:buFont typeface="Arial" charset="0"/>
              <a:buChar char="•"/>
              <a:defRPr/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일일 재조정 매매대금은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레버리지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펀드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투자대금이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커질수록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/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기초자산의 움직임이 클수록 더욱 높아짐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.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charset="0"/>
            </a:endParaRPr>
          </a:p>
          <a:p>
            <a:pPr marL="173038" indent="-173038" algn="just" latinLnBrk="0">
              <a:lnSpc>
                <a:spcPct val="150000"/>
              </a:lnSpc>
              <a:spcBef>
                <a:spcPts val="600"/>
              </a:spcBef>
              <a:buClr>
                <a:srgbClr val="0D2D4F"/>
              </a:buClr>
              <a:buFont typeface="Arial" charset="0"/>
              <a:buChar char="•"/>
              <a:defRPr/>
            </a:pP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레버리지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/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인버스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ETF 6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조 기준으로 기초자산 등락률이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+5%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라고 가정하면 무려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6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천억 매수가 장마감 시간에 쏟아져 나오게 됨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5751" y="5903693"/>
            <a:ext cx="87513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*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자료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미래에셋자산운용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sp>
        <p:nvSpPr>
          <p:cNvPr id="3" name="자유형 2"/>
          <p:cNvSpPr/>
          <p:nvPr/>
        </p:nvSpPr>
        <p:spPr>
          <a:xfrm>
            <a:off x="1629102" y="2760566"/>
            <a:ext cx="6642539" cy="2606565"/>
          </a:xfrm>
          <a:custGeom>
            <a:avLst/>
            <a:gdLst>
              <a:gd name="connsiteX0" fmla="*/ 0 w 7346731"/>
              <a:gd name="connsiteY0" fmla="*/ 2606565 h 2606565"/>
              <a:gd name="connsiteX1" fmla="*/ 5896303 w 7346731"/>
              <a:gd name="connsiteY1" fmla="*/ 1334813 h 2606565"/>
              <a:gd name="connsiteX2" fmla="*/ 7346731 w 7346731"/>
              <a:gd name="connsiteY2" fmla="*/ 0 h 260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46731" h="2606565">
                <a:moveTo>
                  <a:pt x="0" y="2606565"/>
                </a:moveTo>
                <a:cubicBezTo>
                  <a:pt x="2335924" y="2187902"/>
                  <a:pt x="4671848" y="1769240"/>
                  <a:pt x="5896303" y="1334813"/>
                </a:cubicBezTo>
                <a:cubicBezTo>
                  <a:pt x="7120758" y="900386"/>
                  <a:pt x="7101490" y="229476"/>
                  <a:pt x="7346731" y="0"/>
                </a:cubicBezTo>
              </a:path>
            </a:pathLst>
          </a:custGeom>
          <a:noFill/>
          <a:ln w="381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/>
          <p:cNvCxnSpPr/>
          <p:nvPr/>
        </p:nvCxnSpPr>
        <p:spPr>
          <a:xfrm>
            <a:off x="1385269" y="5517930"/>
            <a:ext cx="7086069" cy="210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 flipV="1">
            <a:off x="1385269" y="2572940"/>
            <a:ext cx="0" cy="29449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385268" y="5579167"/>
            <a:ext cx="10654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err="1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장시작</a:t>
            </a:r>
            <a:endParaRPr lang="ko-KR" altLang="en-US" sz="1050" dirty="0">
              <a:latin typeface="KoPub돋움체_Pro Light" panose="02020603020101020101" pitchFamily="18" charset="-127"/>
              <a:ea typeface="KoPub돋움체_Pro Light" panose="02020603020101020101" pitchFamily="18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893269" y="5579168"/>
            <a:ext cx="8058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err="1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장종료</a:t>
            </a:r>
            <a:endParaRPr lang="ko-KR" altLang="en-US" sz="1050" dirty="0">
              <a:latin typeface="KoPub돋움체_Pro Light" panose="02020603020101020101" pitchFamily="18" charset="-127"/>
              <a:ea typeface="KoPub돋움체_Pro Light" panose="02020603020101020101" pitchFamily="18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386923" y="3017193"/>
            <a:ext cx="20056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  <a:latin typeface="KoPub돋움체_Pro Bold" pitchFamily="18" charset="-127"/>
                <a:ea typeface="KoPub돋움체_Pro Bold" pitchFamily="18" charset="-127"/>
              </a:rPr>
              <a:t>기초자산이 상승하면 실제 </a:t>
            </a:r>
            <a:r>
              <a:rPr lang="ko-KR" altLang="en-US" sz="1000" dirty="0" err="1">
                <a:solidFill>
                  <a:srgbClr val="FF0000"/>
                </a:solidFill>
                <a:latin typeface="KoPub돋움체_Pro Bold" pitchFamily="18" charset="-127"/>
                <a:ea typeface="KoPub돋움체_Pro Bold" pitchFamily="18" charset="-127"/>
              </a:rPr>
              <a:t>편입비가</a:t>
            </a:r>
            <a:r>
              <a:rPr lang="ko-KR" altLang="en-US" sz="1000" dirty="0">
                <a:solidFill>
                  <a:srgbClr val="FF0000"/>
                </a:solidFill>
                <a:latin typeface="KoPub돋움체_Pro Bold" pitchFamily="18" charset="-127"/>
                <a:ea typeface="KoPub돋움체_Pro Bold" pitchFamily="18" charset="-127"/>
              </a:rPr>
              <a:t> 목표 </a:t>
            </a:r>
            <a:r>
              <a:rPr lang="ko-KR" altLang="en-US" sz="1000" dirty="0" err="1">
                <a:solidFill>
                  <a:srgbClr val="FF0000"/>
                </a:solidFill>
                <a:latin typeface="KoPub돋움체_Pro Bold" pitchFamily="18" charset="-127"/>
                <a:ea typeface="KoPub돋움체_Pro Bold" pitchFamily="18" charset="-127"/>
              </a:rPr>
              <a:t>편입비를</a:t>
            </a:r>
            <a:r>
              <a:rPr lang="ko-KR" altLang="en-US" sz="1000" dirty="0">
                <a:solidFill>
                  <a:srgbClr val="FF0000"/>
                </a:solidFill>
                <a:latin typeface="KoPub돋움체_Pro Bold" pitchFamily="18" charset="-127"/>
                <a:ea typeface="KoPub돋움체_Pro Bold" pitchFamily="18" charset="-127"/>
              </a:rPr>
              <a:t> 하회하며 괴리가 발생</a:t>
            </a:r>
            <a:endParaRPr lang="en-US" altLang="ko-KR" sz="1000" dirty="0">
              <a:solidFill>
                <a:srgbClr val="FF0000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20627" y="2541793"/>
            <a:ext cx="10654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err="1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편입비</a:t>
            </a:r>
            <a:endParaRPr lang="ko-KR" altLang="en-US" sz="1050" dirty="0">
              <a:latin typeface="KoPub돋움체_Pro Light" panose="02020603020101020101" pitchFamily="18" charset="-127"/>
              <a:ea typeface="KoPub돋움체_Pro Light" panose="02020603020101020101" pitchFamily="18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1385269" y="3429000"/>
            <a:ext cx="6980965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536949" y="3567834"/>
            <a:ext cx="14044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rgbClr val="0D2D4F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실제 </a:t>
            </a:r>
            <a:r>
              <a:rPr lang="ko-KR" altLang="en-US" sz="1050" dirty="0" err="1">
                <a:solidFill>
                  <a:srgbClr val="0D2D4F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편입비</a:t>
            </a:r>
            <a:r>
              <a:rPr lang="ko-KR" altLang="en-US" sz="1050" dirty="0">
                <a:solidFill>
                  <a:srgbClr val="0D2D4F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 </a:t>
            </a:r>
            <a:r>
              <a:rPr lang="en-US" altLang="ko-KR" sz="1050" dirty="0">
                <a:solidFill>
                  <a:srgbClr val="0D2D4F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(</a:t>
            </a:r>
            <a:r>
              <a:rPr lang="ko-KR" altLang="en-US" sz="1050" dirty="0">
                <a:solidFill>
                  <a:srgbClr val="0D2D4F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변동</a:t>
            </a:r>
            <a:r>
              <a:rPr lang="en-US" altLang="ko-KR" sz="1050" dirty="0">
                <a:solidFill>
                  <a:srgbClr val="0D2D4F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)</a:t>
            </a:r>
            <a:r>
              <a:rPr lang="ko-KR" altLang="en-US" sz="1050" dirty="0">
                <a:solidFill>
                  <a:srgbClr val="0D2D4F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67753" y="5080733"/>
            <a:ext cx="12350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일일 재조정 시간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36949" y="4927995"/>
            <a:ext cx="1143189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rgbClr val="FF6600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기초자산 가격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46268" y="3111113"/>
            <a:ext cx="16427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rgbClr val="0D2D4F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목표 </a:t>
            </a:r>
            <a:r>
              <a:rPr lang="ko-KR" altLang="en-US" sz="1050" dirty="0" err="1">
                <a:solidFill>
                  <a:srgbClr val="0D2D4F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편입비</a:t>
            </a:r>
            <a:r>
              <a:rPr lang="ko-KR" altLang="en-US" sz="1050" dirty="0">
                <a:solidFill>
                  <a:srgbClr val="0D2D4F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 </a:t>
            </a:r>
            <a:r>
              <a:rPr lang="en-US" altLang="ko-KR" sz="1050" dirty="0">
                <a:solidFill>
                  <a:srgbClr val="0D2D4F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(</a:t>
            </a:r>
            <a:r>
              <a:rPr lang="ko-KR" altLang="en-US" sz="1050" dirty="0">
                <a:solidFill>
                  <a:srgbClr val="0D2D4F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고정</a:t>
            </a:r>
            <a:r>
              <a:rPr lang="en-US" altLang="ko-KR" sz="1050" dirty="0">
                <a:solidFill>
                  <a:srgbClr val="0D2D4F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)</a:t>
            </a:r>
            <a:r>
              <a:rPr lang="ko-KR" altLang="en-US" sz="1050" dirty="0">
                <a:solidFill>
                  <a:srgbClr val="0D2D4F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 </a:t>
            </a:r>
          </a:p>
        </p:txBody>
      </p:sp>
      <p:sp>
        <p:nvSpPr>
          <p:cNvPr id="53" name="아래쪽 화살표 52"/>
          <p:cNvSpPr/>
          <p:nvPr/>
        </p:nvSpPr>
        <p:spPr>
          <a:xfrm rot="10642829">
            <a:off x="8073666" y="3514673"/>
            <a:ext cx="325821" cy="276999"/>
          </a:xfrm>
          <a:prstGeom prst="downArrow">
            <a:avLst/>
          </a:prstGeom>
          <a:solidFill>
            <a:srgbClr val="FF0000"/>
          </a:solidFill>
          <a:ln w="381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260882" y="3831851"/>
            <a:ext cx="19513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  <a:latin typeface="KoPub돋움체_Pro Bold" pitchFamily="18" charset="-127"/>
                <a:ea typeface="KoPub돋움체_Pro Bold" pitchFamily="18" charset="-127"/>
              </a:rPr>
              <a:t>기초자산 매수를 통해</a:t>
            </a:r>
            <a:endParaRPr lang="en-US" altLang="ko-KR" sz="1000" dirty="0">
              <a:solidFill>
                <a:srgbClr val="FF0000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algn="ctr"/>
            <a:r>
              <a:rPr lang="ko-KR" altLang="en-US" sz="1000" dirty="0">
                <a:solidFill>
                  <a:srgbClr val="FF0000"/>
                </a:solidFill>
                <a:latin typeface="KoPub돋움체_Pro Bold" pitchFamily="18" charset="-127"/>
                <a:ea typeface="KoPub돋움체_Pro Bold" pitchFamily="18" charset="-127"/>
              </a:rPr>
              <a:t>목표 </a:t>
            </a:r>
            <a:r>
              <a:rPr lang="ko-KR" altLang="en-US" sz="1000" dirty="0" err="1">
                <a:solidFill>
                  <a:srgbClr val="FF0000"/>
                </a:solidFill>
                <a:latin typeface="KoPub돋움체_Pro Bold" pitchFamily="18" charset="-127"/>
                <a:ea typeface="KoPub돋움체_Pro Bold" pitchFamily="18" charset="-127"/>
              </a:rPr>
              <a:t>편입비로</a:t>
            </a:r>
            <a:r>
              <a:rPr lang="ko-KR" altLang="en-US" sz="1000" dirty="0">
                <a:solidFill>
                  <a:srgbClr val="FF0000"/>
                </a:solidFill>
                <a:latin typeface="KoPub돋움체_Pro Bold" pitchFamily="18" charset="-127"/>
                <a:ea typeface="KoPub돋움체_Pro Bold" pitchFamily="18" charset="-127"/>
              </a:rPr>
              <a:t> 회복하는 과정에서 기초자산 추가 상승하여</a:t>
            </a:r>
            <a:endParaRPr lang="en-US" altLang="ko-KR" sz="1000" dirty="0">
              <a:solidFill>
                <a:srgbClr val="FF0000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algn="ctr"/>
            <a:r>
              <a:rPr lang="ko-KR" altLang="en-US" sz="1000" dirty="0">
                <a:solidFill>
                  <a:srgbClr val="FF0000"/>
                </a:solidFill>
                <a:latin typeface="KoPub돋움체_Pro Bold" pitchFamily="18" charset="-127"/>
                <a:ea typeface="KoPub돋움체_Pro Bold" pitchFamily="18" charset="-127"/>
              </a:rPr>
              <a:t>시장의 변동성 커짐</a:t>
            </a:r>
            <a:endParaRPr lang="en-US" altLang="ko-KR" sz="1000" dirty="0">
              <a:solidFill>
                <a:srgbClr val="FF0000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sp>
        <p:nvSpPr>
          <p:cNvPr id="59" name="아래쪽 화살표 58"/>
          <p:cNvSpPr/>
          <p:nvPr/>
        </p:nvSpPr>
        <p:spPr>
          <a:xfrm>
            <a:off x="6201107" y="3508860"/>
            <a:ext cx="325821" cy="276999"/>
          </a:xfrm>
          <a:prstGeom prst="downArrow">
            <a:avLst/>
          </a:prstGeom>
          <a:solidFill>
            <a:srgbClr val="FF0000"/>
          </a:solidFill>
          <a:ln w="381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cxnSp>
        <p:nvCxnSpPr>
          <p:cNvPr id="61" name="직선 화살표 연결선 60"/>
          <p:cNvCxnSpPr/>
          <p:nvPr/>
        </p:nvCxnSpPr>
        <p:spPr>
          <a:xfrm>
            <a:off x="7399284" y="5336745"/>
            <a:ext cx="1072054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타원 62"/>
          <p:cNvSpPr/>
          <p:nvPr/>
        </p:nvSpPr>
        <p:spPr>
          <a:xfrm rot="1206882">
            <a:off x="7345284" y="3810701"/>
            <a:ext cx="108000" cy="108000"/>
          </a:xfrm>
          <a:prstGeom prst="ellipse">
            <a:avLst/>
          </a:prstGeom>
          <a:solidFill>
            <a:srgbClr val="FAB072"/>
          </a:solidFill>
          <a:ln w="381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64" name="자유형 63"/>
          <p:cNvSpPr/>
          <p:nvPr/>
        </p:nvSpPr>
        <p:spPr>
          <a:xfrm>
            <a:off x="7441324" y="3342290"/>
            <a:ext cx="830317" cy="536027"/>
          </a:xfrm>
          <a:custGeom>
            <a:avLst/>
            <a:gdLst>
              <a:gd name="connsiteX0" fmla="*/ 0 w 830317"/>
              <a:gd name="connsiteY0" fmla="*/ 536027 h 536027"/>
              <a:gd name="connsiteX1" fmla="*/ 830317 w 830317"/>
              <a:gd name="connsiteY1" fmla="*/ 0 h 536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30317" h="536027">
                <a:moveTo>
                  <a:pt x="0" y="536027"/>
                </a:moveTo>
                <a:cubicBezTo>
                  <a:pt x="315310" y="325820"/>
                  <a:pt x="630621" y="115614"/>
                  <a:pt x="830317" y="0"/>
                </a:cubicBezTo>
              </a:path>
            </a:pathLst>
          </a:custGeom>
          <a:noFill/>
          <a:ln w="38100">
            <a:solidFill>
              <a:srgbClr val="FF6600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2464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411749" y="417790"/>
            <a:ext cx="8915400" cy="409433"/>
          </a:xfrm>
          <a:prstGeom prst="rect">
            <a:avLst/>
          </a:prstGeom>
        </p:spPr>
        <p:txBody>
          <a:bodyPr/>
          <a:lstStyle/>
          <a:p>
            <a:r>
              <a:rPr lang="en-US" altLang="ko-KR" b="1" dirty="0">
                <a:latin typeface="KoPub돋움체_Pro Bold" pitchFamily="18" charset="-127"/>
                <a:ea typeface="KoPub돋움체_Pro Bold" pitchFamily="18" charset="-127"/>
              </a:rPr>
              <a:t>2. </a:t>
            </a:r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투자자가 모르는 사실 </a:t>
            </a:r>
            <a:r>
              <a:rPr lang="en-US" altLang="ko-KR" sz="1400" b="1" dirty="0">
                <a:latin typeface="KoPub돋움체_Pro Bold" pitchFamily="18" charset="-127"/>
                <a:ea typeface="KoPub돋움체_Pro Bold" pitchFamily="18" charset="-127"/>
              </a:rPr>
              <a:t>- ③ </a:t>
            </a:r>
            <a:r>
              <a:rPr lang="ko-KR" altLang="en-US" sz="1400" b="1" dirty="0">
                <a:latin typeface="KoPub돋움체_Pro Bold" pitchFamily="18" charset="-127"/>
                <a:ea typeface="KoPub돋움체_Pro Bold" pitchFamily="18" charset="-127"/>
              </a:rPr>
              <a:t>시장교란 행위로 인한 사회적 비용</a:t>
            </a:r>
          </a:p>
        </p:txBody>
      </p:sp>
      <p:sp>
        <p:nvSpPr>
          <p:cNvPr id="4" name="내용 개체 틀 7"/>
          <p:cNvSpPr txBox="1">
            <a:spLocks/>
          </p:cNvSpPr>
          <p:nvPr/>
        </p:nvSpPr>
        <p:spPr>
          <a:xfrm>
            <a:off x="575751" y="908720"/>
            <a:ext cx="8930558" cy="528638"/>
          </a:xfrm>
          <a:prstGeom prst="rect">
            <a:avLst/>
          </a:prstGeom>
        </p:spPr>
        <p:txBody>
          <a:bodyPr/>
          <a:lstStyle/>
          <a:p>
            <a:pPr marL="228600" lvl="2" indent="-228600" eaLnBrk="0" hangingPunct="0">
              <a:lnSpc>
                <a:spcPct val="150000"/>
              </a:lnSpc>
              <a:spcBef>
                <a:spcPct val="20000"/>
              </a:spcBef>
              <a:defRPr/>
            </a:pPr>
            <a:r>
              <a:rPr lang="ko-KR" altLang="en-US" sz="1400" b="1" kern="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레버리지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ETF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의 일평균 거래대금 비중은 상당히 높아졌으며 </a:t>
            </a:r>
            <a:r>
              <a:rPr lang="ko-KR" altLang="en-US" sz="1400" b="1" kern="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해외증시와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비교했을 때도 </a:t>
            </a:r>
            <a:r>
              <a:rPr lang="ko-KR" altLang="en-US" sz="1400" b="1" kern="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레버리지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ETF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순자산 비중이 높은 편</a:t>
            </a: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720627" y="1314121"/>
            <a:ext cx="9004397" cy="12460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1pPr>
            <a:lvl2pPr marL="742950" indent="-285750" algn="l" defTabSz="457200" rtl="0" eaLnBrk="1" latinLnBrk="1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2pPr>
            <a:lvl3pPr marL="11430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3pPr>
            <a:lvl4pPr marL="1600200" indent="-228600" algn="l" defTabSz="457200" rtl="0" eaLnBrk="1" latinLnBrk="1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4pPr>
            <a:lvl5pPr marL="2057400" indent="-228600" algn="l" defTabSz="457200" rtl="0" eaLnBrk="1" latinLnBrk="1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5pPr>
            <a:lvl6pPr marL="25146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038" indent="-173038" algn="just" latinLnBrk="0">
              <a:lnSpc>
                <a:spcPct val="150000"/>
              </a:lnSpc>
              <a:spcBef>
                <a:spcPts val="600"/>
              </a:spcBef>
              <a:buClr>
                <a:srgbClr val="0D2D4F"/>
              </a:buClr>
              <a:buFont typeface="Arial" charset="0"/>
              <a:buChar char="•"/>
              <a:defRPr/>
            </a:pP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레버리지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/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인버스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ETF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의 일평균 거래대금은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4.7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조에 달하며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기초지수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시장 전체 일평균 거래대금 대비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60%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수준에 육박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.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charset="0"/>
            </a:endParaRPr>
          </a:p>
          <a:p>
            <a:pPr marL="173038" indent="-173038" algn="just" latinLnBrk="0">
              <a:lnSpc>
                <a:spcPct val="150000"/>
              </a:lnSpc>
              <a:spcBef>
                <a:spcPts val="600"/>
              </a:spcBef>
              <a:buClr>
                <a:srgbClr val="0D2D4F"/>
              </a:buClr>
              <a:buFont typeface="Arial" charset="0"/>
              <a:buChar char="•"/>
              <a:defRPr/>
            </a:pP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해외증시와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비교했을 때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전체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ETF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시장에서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레버리지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ETF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가 차지하는 비중이 상당히 높은 편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.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charset="0"/>
            </a:endParaRPr>
          </a:p>
          <a:p>
            <a:pPr marL="173038" indent="-173038" algn="just" latinLnBrk="0">
              <a:lnSpc>
                <a:spcPct val="150000"/>
              </a:lnSpc>
              <a:spcBef>
                <a:spcPts val="600"/>
              </a:spcBef>
              <a:buClr>
                <a:srgbClr val="0D2D4F"/>
              </a:buClr>
              <a:buFont typeface="Arial" charset="0"/>
              <a:buChar char="•"/>
              <a:defRPr/>
            </a:pP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레버리지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ETF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관련한 발행시장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/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유통시장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/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일일재조정에서 발생하는 매매가 시장 변동성에 미치는 영향은 상당히 높을 것으로 추정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.</a:t>
            </a:r>
          </a:p>
        </p:txBody>
      </p:sp>
      <p:grpSp>
        <p:nvGrpSpPr>
          <p:cNvPr id="11" name="그룹 10"/>
          <p:cNvGrpSpPr/>
          <p:nvPr/>
        </p:nvGrpSpPr>
        <p:grpSpPr>
          <a:xfrm>
            <a:off x="5048982" y="2630288"/>
            <a:ext cx="4337424" cy="3540340"/>
            <a:chOff x="575752" y="2701907"/>
            <a:chExt cx="4337424" cy="3540340"/>
          </a:xfrm>
        </p:grpSpPr>
        <p:sp>
          <p:nvSpPr>
            <p:cNvPr id="14" name="TextBox 13"/>
            <p:cNvSpPr txBox="1"/>
            <p:nvPr/>
          </p:nvSpPr>
          <p:spPr>
            <a:xfrm>
              <a:off x="575752" y="5903693"/>
              <a:ext cx="425504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_Pro Light" pitchFamily="18" charset="-127"/>
                  <a:ea typeface="KoPub돋움체_Pro Light" pitchFamily="18" charset="-127"/>
                </a:rPr>
                <a:t>*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_Pro Light" pitchFamily="18" charset="-127"/>
                  <a:ea typeface="KoPub돋움체_Pro Light" pitchFamily="18" charset="-127"/>
                </a:rPr>
                <a:t>자료</a:t>
              </a:r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_Pro Light" pitchFamily="18" charset="-127"/>
                  <a:ea typeface="KoPub돋움체_Pro Light" pitchFamily="18" charset="-127"/>
                </a:rPr>
                <a:t>: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_Pro Light" pitchFamily="18" charset="-127"/>
                  <a:ea typeface="KoPub돋움체_Pro Light" pitchFamily="18" charset="-127"/>
                </a:rPr>
                <a:t>블룸버그</a:t>
              </a:r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_Pro Light" pitchFamily="18" charset="-127"/>
                  <a:ea typeface="KoPub돋움체_Pro Light" pitchFamily="18" charset="-127"/>
                </a:rPr>
                <a:t>,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_Pro Light" pitchFamily="18" charset="-127"/>
                  <a:ea typeface="KoPub돋움체_Pro Light" pitchFamily="18" charset="-127"/>
                </a:rPr>
                <a:t>한국은행</a:t>
              </a:r>
              <a:endPara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endParaRPr>
            </a:p>
            <a:p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_Pro Light" pitchFamily="18" charset="-127"/>
                  <a:ea typeface="KoPub돋움체_Pro Light" pitchFamily="18" charset="-127"/>
                </a:rPr>
                <a:t>*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_Pro Light" pitchFamily="18" charset="-127"/>
                  <a:ea typeface="KoPub돋움체_Pro Light" pitchFamily="18" charset="-127"/>
                </a:rPr>
                <a:t>주</a:t>
              </a:r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_Pro Light" pitchFamily="18" charset="-127"/>
                  <a:ea typeface="KoPub돋움체_Pro Light" pitchFamily="18" charset="-127"/>
                </a:rPr>
                <a:t>1) 2020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_Pro Light" pitchFamily="18" charset="-127"/>
                  <a:ea typeface="KoPub돋움체_Pro Light" pitchFamily="18" charset="-127"/>
                </a:rPr>
                <a:t>년 </a:t>
              </a:r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_Pro Light" pitchFamily="18" charset="-127"/>
                  <a:ea typeface="KoPub돋움체_Pro Light" pitchFamily="18" charset="-127"/>
                </a:rPr>
                <a:t>1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_Pro Light" pitchFamily="18" charset="-127"/>
                  <a:ea typeface="KoPub돋움체_Pro Light" pitchFamily="18" charset="-127"/>
                </a:rPr>
                <a:t>월말 거래소 상장 시가총액 기준</a:t>
              </a:r>
              <a:endPara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endParaRPr>
            </a:p>
          </p:txBody>
        </p:sp>
        <p:pic>
          <p:nvPicPr>
            <p:cNvPr id="26" name="그림 25"/>
            <p:cNvPicPr>
              <a:picLocks noChangeAspect="1"/>
            </p:cNvPicPr>
            <p:nvPr/>
          </p:nvPicPr>
          <p:blipFill rotWithShape="1">
            <a:blip r:embed="rId2"/>
            <a:srcRect t="16730" b="13262"/>
            <a:stretch/>
          </p:blipFill>
          <p:spPr>
            <a:xfrm>
              <a:off x="647510" y="3294628"/>
              <a:ext cx="4183281" cy="2511970"/>
            </a:xfrm>
            <a:prstGeom prst="rect">
              <a:avLst/>
            </a:prstGeom>
          </p:spPr>
        </p:pic>
        <p:sp>
          <p:nvSpPr>
            <p:cNvPr id="27" name="Rectangle 18"/>
            <p:cNvSpPr/>
            <p:nvPr/>
          </p:nvSpPr>
          <p:spPr>
            <a:xfrm>
              <a:off x="758159" y="2701907"/>
              <a:ext cx="4155017" cy="357187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200" dirty="0">
                  <a:solidFill>
                    <a:srgbClr val="0D2D4F"/>
                  </a:solidFill>
                  <a:latin typeface="KoPub돋움체_Pro Bold" pitchFamily="18" charset="-127"/>
                  <a:ea typeface="KoPub돋움체_Pro Bold" pitchFamily="18" charset="-127"/>
                </a:rPr>
                <a:t>전체 </a:t>
              </a:r>
              <a:r>
                <a:rPr lang="en-US" altLang="ko-KR" sz="1200" dirty="0">
                  <a:solidFill>
                    <a:srgbClr val="0D2D4F"/>
                  </a:solidFill>
                  <a:latin typeface="KoPub돋움체_Pro Bold" pitchFamily="18" charset="-127"/>
                  <a:ea typeface="KoPub돋움체_Pro Bold" pitchFamily="18" charset="-127"/>
                </a:rPr>
                <a:t>ETF </a:t>
              </a:r>
              <a:r>
                <a:rPr lang="ko-KR" altLang="en-US" sz="1200" dirty="0">
                  <a:solidFill>
                    <a:srgbClr val="0D2D4F"/>
                  </a:solidFill>
                  <a:latin typeface="KoPub돋움체_Pro Bold" pitchFamily="18" charset="-127"/>
                  <a:ea typeface="KoPub돋움체_Pro Bold" pitchFamily="18" charset="-127"/>
                </a:rPr>
                <a:t>대비 </a:t>
              </a:r>
              <a:r>
                <a:rPr lang="ko-KR" altLang="en-US" sz="1200" dirty="0" err="1">
                  <a:solidFill>
                    <a:srgbClr val="0D2D4F"/>
                  </a:solidFill>
                  <a:latin typeface="KoPub돋움체_Pro Bold" pitchFamily="18" charset="-127"/>
                  <a:ea typeface="KoPub돋움체_Pro Bold" pitchFamily="18" charset="-127"/>
                </a:rPr>
                <a:t>레버리지</a:t>
              </a:r>
              <a:r>
                <a:rPr lang="ko-KR" altLang="en-US" sz="1200" dirty="0">
                  <a:solidFill>
                    <a:srgbClr val="0D2D4F"/>
                  </a:solidFill>
                  <a:latin typeface="KoPub돋움체_Pro Bold" pitchFamily="18" charset="-127"/>
                  <a:ea typeface="KoPub돋움체_Pro Bold" pitchFamily="18" charset="-127"/>
                </a:rPr>
                <a:t> </a:t>
              </a:r>
              <a:r>
                <a:rPr lang="en-US" altLang="ko-KR" sz="1200" dirty="0">
                  <a:solidFill>
                    <a:srgbClr val="0D2D4F"/>
                  </a:solidFill>
                  <a:latin typeface="KoPub돋움체_Pro Bold" pitchFamily="18" charset="-127"/>
                  <a:ea typeface="KoPub돋움체_Pro Bold" pitchFamily="18" charset="-127"/>
                </a:rPr>
                <a:t>ETF </a:t>
              </a:r>
              <a:r>
                <a:rPr lang="ko-KR" altLang="en-US" sz="1200" dirty="0">
                  <a:solidFill>
                    <a:srgbClr val="0D2D4F"/>
                  </a:solidFill>
                  <a:latin typeface="KoPub돋움체_Pro Bold" pitchFamily="18" charset="-127"/>
                  <a:ea typeface="KoPub돋움체_Pro Bold" pitchFamily="18" charset="-127"/>
                </a:rPr>
                <a:t>순자산 비중</a:t>
              </a:r>
              <a:endParaRPr lang="en-US" altLang="ko-KR" sz="1200" b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endParaRPr>
            </a:p>
          </p:txBody>
        </p:sp>
      </p:grpSp>
      <p:sp>
        <p:nvSpPr>
          <p:cNvPr id="32" name="Rectangle 18"/>
          <p:cNvSpPr/>
          <p:nvPr/>
        </p:nvSpPr>
        <p:spPr>
          <a:xfrm>
            <a:off x="690215" y="2630288"/>
            <a:ext cx="4155017" cy="35718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20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기초지수</a:t>
            </a:r>
            <a:r>
              <a:rPr lang="ko-KR" altLang="en-US" sz="120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시장 대비 </a:t>
            </a:r>
            <a:r>
              <a:rPr lang="ko-KR" altLang="en-US" sz="120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레버리지</a:t>
            </a:r>
            <a:r>
              <a:rPr lang="ko-KR" altLang="en-US" sz="120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120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ETF </a:t>
            </a:r>
            <a:r>
              <a:rPr lang="ko-KR" altLang="en-US" sz="120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거래대금 비중</a:t>
            </a:r>
            <a:endParaRPr lang="en-US" altLang="ko-KR" sz="1200" b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24696" y="5825977"/>
            <a:ext cx="425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*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자료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미래에셋자산운용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, Data Guide</a:t>
            </a:r>
          </a:p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*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주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1) KOSPI200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추종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레버리지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/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인버스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/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인버스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2X ETF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와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기초지수인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KOSPI200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에 대한 일평균 거래대금 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graphicFrame>
        <p:nvGraphicFramePr>
          <p:cNvPr id="35" name="차트 3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42312545"/>
              </p:ext>
            </p:extLst>
          </p:nvPr>
        </p:nvGraphicFramePr>
        <p:xfrm>
          <a:off x="624696" y="2989628"/>
          <a:ext cx="4328304" cy="2723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448333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/>
          <p:cNvSpPr/>
          <p:nvPr/>
        </p:nvSpPr>
        <p:spPr>
          <a:xfrm>
            <a:off x="8436633" y="3246556"/>
            <a:ext cx="172127" cy="2103510"/>
          </a:xfrm>
          <a:prstGeom prst="rect">
            <a:avLst/>
          </a:prstGeom>
          <a:pattFill prst="ltUpDiag">
            <a:fgClr>
              <a:srgbClr val="CDCECB"/>
            </a:fgClr>
            <a:bgClr>
              <a:schemeClr val="bg1"/>
            </a:bgClr>
          </a:pattFill>
          <a:ln w="381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411749" y="417790"/>
            <a:ext cx="8915400" cy="409433"/>
          </a:xfrm>
          <a:prstGeom prst="rect">
            <a:avLst/>
          </a:prstGeom>
        </p:spPr>
        <p:txBody>
          <a:bodyPr/>
          <a:lstStyle/>
          <a:p>
            <a:r>
              <a:rPr lang="en-US" altLang="ko-KR" b="1" dirty="0">
                <a:latin typeface="KoPub돋움체_Pro Bold" pitchFamily="18" charset="-127"/>
                <a:ea typeface="KoPub돋움체_Pro Bold" pitchFamily="18" charset="-127"/>
              </a:rPr>
              <a:t>[</a:t>
            </a:r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참고</a:t>
            </a:r>
            <a:r>
              <a:rPr lang="en-US" altLang="ko-KR" b="1" dirty="0">
                <a:latin typeface="KoPub돋움체_Pro Bold" pitchFamily="18" charset="-127"/>
                <a:ea typeface="KoPub돋움체_Pro Bold" pitchFamily="18" charset="-127"/>
              </a:rPr>
              <a:t>] </a:t>
            </a:r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시장교란 행위로 인한 사회적 비용 실제 사례</a:t>
            </a:r>
          </a:p>
        </p:txBody>
      </p:sp>
      <p:sp>
        <p:nvSpPr>
          <p:cNvPr id="4" name="내용 개체 틀 7"/>
          <p:cNvSpPr txBox="1">
            <a:spLocks/>
          </p:cNvSpPr>
          <p:nvPr/>
        </p:nvSpPr>
        <p:spPr>
          <a:xfrm>
            <a:off x="575752" y="908720"/>
            <a:ext cx="8904678" cy="528638"/>
          </a:xfrm>
          <a:prstGeom prst="rect">
            <a:avLst/>
          </a:prstGeom>
        </p:spPr>
        <p:txBody>
          <a:bodyPr/>
          <a:lstStyle/>
          <a:p>
            <a:pPr marL="228600" lvl="2" indent="-228600" eaLnBrk="0" hangingPunct="0">
              <a:lnSpc>
                <a:spcPct val="150000"/>
              </a:lnSpc>
              <a:spcBef>
                <a:spcPct val="20000"/>
              </a:spcBef>
              <a:defRPr/>
            </a:pPr>
            <a:r>
              <a:rPr lang="ko-KR" altLang="en-US" sz="1400" b="1" kern="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레버리지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ETF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의 일일 재조정 매매대금은 최대 </a:t>
            </a: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1.3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조 수준으로 최근 들어 크게 증가</a:t>
            </a: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720627" y="1314121"/>
            <a:ext cx="9004397" cy="12460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1pPr>
            <a:lvl2pPr marL="742950" indent="-285750" algn="l" defTabSz="457200" rtl="0" eaLnBrk="1" latinLnBrk="1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2pPr>
            <a:lvl3pPr marL="11430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3pPr>
            <a:lvl4pPr marL="1600200" indent="-228600" algn="l" defTabSz="457200" rtl="0" eaLnBrk="1" latinLnBrk="1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4pPr>
            <a:lvl5pPr marL="2057400" indent="-228600" algn="l" defTabSz="457200" rtl="0" eaLnBrk="1" latinLnBrk="1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5pPr>
            <a:lvl6pPr marL="25146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038" indent="-173038" algn="just" latinLnBrk="0">
              <a:lnSpc>
                <a:spcPct val="150000"/>
              </a:lnSpc>
              <a:spcBef>
                <a:spcPts val="600"/>
              </a:spcBef>
              <a:buClr>
                <a:srgbClr val="0D2D4F"/>
              </a:buClr>
              <a:buFont typeface="Arial" charset="0"/>
              <a:buChar char="•"/>
              <a:defRPr/>
            </a:pP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레버리지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/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인버스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/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인버스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2X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ETF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의 순자산총액은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6.5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조 수준으로 증가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/ KOSPI200 60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일 연환산변동성은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45%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로 증가한 것이 원인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.</a:t>
            </a:r>
          </a:p>
          <a:p>
            <a:pPr marL="173038" indent="-173038" algn="just" latinLnBrk="0">
              <a:lnSpc>
                <a:spcPct val="150000"/>
              </a:lnSpc>
              <a:spcBef>
                <a:spcPts val="600"/>
              </a:spcBef>
              <a:buClr>
                <a:srgbClr val="0D2D4F"/>
              </a:buClr>
              <a:buFont typeface="Arial" charset="0"/>
              <a:buChar char="•"/>
              <a:defRPr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3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월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20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일 시장이 큰 폭의 하락 후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+7%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상승을 나타냈을 때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장마감 근처의 일일 재조정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매수대금은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+9,200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억 수준으로 추정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. </a:t>
            </a:r>
          </a:p>
          <a:p>
            <a:pPr marL="173038" indent="-173038" algn="just" latinLnBrk="0">
              <a:lnSpc>
                <a:spcPct val="150000"/>
              </a:lnSpc>
              <a:spcBef>
                <a:spcPts val="600"/>
              </a:spcBef>
              <a:buClr>
                <a:srgbClr val="0D2D4F"/>
              </a:buClr>
              <a:buFont typeface="Arial" charset="0"/>
              <a:buChar char="•"/>
              <a:defRPr/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실제로도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주가지수 선물 동시호가 거래는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1.4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조 수준으로 나타났으며 당일 선물은 현물 대비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+2%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추가 상승하여 마감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.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5751" y="5920941"/>
            <a:ext cx="87513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*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자료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미래에셋자산운용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1442514" y="2718107"/>
            <a:ext cx="26981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kern="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레버리지</a:t>
            </a:r>
            <a:r>
              <a:rPr lang="ko-KR" altLang="en-US" sz="12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전략 일일 재조정 매매대금 추이</a:t>
            </a:r>
            <a:endParaRPr lang="ko-KR" altLang="en-US" sz="1200" dirty="0"/>
          </a:p>
        </p:txBody>
      </p:sp>
      <p:graphicFrame>
        <p:nvGraphicFramePr>
          <p:cNvPr id="11" name="차트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168724"/>
              </p:ext>
            </p:extLst>
          </p:nvPr>
        </p:nvGraphicFramePr>
        <p:xfrm>
          <a:off x="4992534" y="3131009"/>
          <a:ext cx="4374150" cy="28729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차트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78192675"/>
              </p:ext>
            </p:extLst>
          </p:nvPr>
        </p:nvGraphicFramePr>
        <p:xfrm>
          <a:off x="575751" y="3131010"/>
          <a:ext cx="4298174" cy="27899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직사각형 12"/>
          <p:cNvSpPr/>
          <p:nvPr/>
        </p:nvSpPr>
        <p:spPr>
          <a:xfrm>
            <a:off x="5202288" y="2718106"/>
            <a:ext cx="382027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일일 재조정 매매로 추정되는 종가 근처 대량 </a:t>
            </a:r>
            <a:r>
              <a:rPr lang="ko-KR" altLang="en-US" sz="1200" b="1" kern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매매 실제 사례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803545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차트 2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6431926"/>
              </p:ext>
            </p:extLst>
          </p:nvPr>
        </p:nvGraphicFramePr>
        <p:xfrm>
          <a:off x="575750" y="3122761"/>
          <a:ext cx="4377249" cy="27548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" name="타원 29"/>
          <p:cNvSpPr/>
          <p:nvPr/>
        </p:nvSpPr>
        <p:spPr>
          <a:xfrm>
            <a:off x="1353266" y="4476983"/>
            <a:ext cx="120869" cy="109471"/>
          </a:xfrm>
          <a:prstGeom prst="ellipse">
            <a:avLst/>
          </a:prstGeom>
          <a:solidFill>
            <a:srgbClr val="C00000"/>
          </a:solidFill>
          <a:ln w="38100">
            <a:noFill/>
          </a:ln>
          <a:effectLst>
            <a:outerShdw blurRad="50800" dist="38100" sx="102000" sy="1020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31" name="타원 30"/>
          <p:cNvSpPr/>
          <p:nvPr/>
        </p:nvSpPr>
        <p:spPr>
          <a:xfrm>
            <a:off x="1266901" y="4155380"/>
            <a:ext cx="178383" cy="178099"/>
          </a:xfrm>
          <a:prstGeom prst="ellipse">
            <a:avLst/>
          </a:prstGeom>
          <a:solidFill>
            <a:srgbClr val="C00000"/>
          </a:solidFill>
          <a:ln w="38100">
            <a:noFill/>
          </a:ln>
          <a:effectLst>
            <a:outerShdw blurRad="50800" dist="38100" sx="102000" sy="1020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32" name="타원 31"/>
          <p:cNvSpPr/>
          <p:nvPr/>
        </p:nvSpPr>
        <p:spPr>
          <a:xfrm>
            <a:off x="1160444" y="3771885"/>
            <a:ext cx="257087" cy="256120"/>
          </a:xfrm>
          <a:prstGeom prst="ellipse">
            <a:avLst/>
          </a:prstGeom>
          <a:solidFill>
            <a:srgbClr val="C00000"/>
          </a:solidFill>
          <a:ln w="38100">
            <a:noFill/>
          </a:ln>
          <a:effectLst>
            <a:outerShdw blurRad="50800" dist="38100" sx="102000" sy="1020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2132484" y="4304621"/>
            <a:ext cx="120869" cy="109471"/>
          </a:xfrm>
          <a:prstGeom prst="ellipse">
            <a:avLst/>
          </a:prstGeom>
          <a:solidFill>
            <a:srgbClr val="0070C0"/>
          </a:solidFill>
          <a:ln w="38100">
            <a:noFill/>
          </a:ln>
          <a:effectLst>
            <a:outerShdw blurRad="50800" dist="38100" sx="102000" sy="1020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34" name="타원 33"/>
          <p:cNvSpPr/>
          <p:nvPr/>
        </p:nvSpPr>
        <p:spPr>
          <a:xfrm>
            <a:off x="4415553" y="3547931"/>
            <a:ext cx="257087" cy="256120"/>
          </a:xfrm>
          <a:prstGeom prst="ellipse">
            <a:avLst/>
          </a:prstGeom>
          <a:solidFill>
            <a:srgbClr val="0070C0"/>
          </a:solidFill>
          <a:ln w="38100">
            <a:noFill/>
          </a:ln>
          <a:effectLst>
            <a:outerShdw blurRad="50800" dist="38100" sx="102000" sy="1020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35" name="타원 34"/>
          <p:cNvSpPr/>
          <p:nvPr/>
        </p:nvSpPr>
        <p:spPr>
          <a:xfrm>
            <a:off x="3204972" y="3976976"/>
            <a:ext cx="178383" cy="178099"/>
          </a:xfrm>
          <a:prstGeom prst="ellipse">
            <a:avLst/>
          </a:prstGeom>
          <a:solidFill>
            <a:srgbClr val="0070C0"/>
          </a:solidFill>
          <a:ln w="38100">
            <a:noFill/>
          </a:ln>
          <a:effectLst>
            <a:outerShdw blurRad="50800" dist="38100" sx="102000" sy="1020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58046" y="3767495"/>
            <a:ext cx="4704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>
                <a:solidFill>
                  <a:srgbClr val="FF0000"/>
                </a:solidFill>
                <a:latin typeface="KoPub돋움체_Pro Bold" pitchFamily="18" charset="-127"/>
                <a:ea typeface="KoPub돋움체_Pro Bold" pitchFamily="18" charset="-127"/>
              </a:rPr>
              <a:t>매수</a:t>
            </a:r>
            <a:endParaRPr lang="en-US" altLang="ko-KR" sz="1000" dirty="0">
              <a:solidFill>
                <a:srgbClr val="FF0000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65602" y="4124315"/>
            <a:ext cx="4704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  <a:latin typeface="KoPub돋움체_Pro Bold" pitchFamily="18" charset="-127"/>
                <a:ea typeface="KoPub돋움체_Pro Bold" pitchFamily="18" charset="-127"/>
              </a:rPr>
              <a:t>매수</a:t>
            </a:r>
            <a:endParaRPr lang="en-US" altLang="ko-KR" sz="1000" dirty="0">
              <a:solidFill>
                <a:srgbClr val="FF0000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54667" y="4412656"/>
            <a:ext cx="4704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  <a:latin typeface="KoPub돋움체_Pro Bold" pitchFamily="18" charset="-127"/>
                <a:ea typeface="KoPub돋움체_Pro Bold" pitchFamily="18" charset="-127"/>
              </a:rPr>
              <a:t>매수</a:t>
            </a:r>
            <a:endParaRPr lang="en-US" altLang="ko-KR" sz="1000" dirty="0">
              <a:solidFill>
                <a:srgbClr val="FF0000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172914" y="4236245"/>
            <a:ext cx="4704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>
                <a:solidFill>
                  <a:srgbClr val="0070C0"/>
                </a:solidFill>
                <a:latin typeface="KoPub돋움체_Pro Bold" pitchFamily="18" charset="-127"/>
                <a:ea typeface="KoPub돋움체_Pro Bold" pitchFamily="18" charset="-127"/>
              </a:rPr>
              <a:t>매도</a:t>
            </a:r>
            <a:endParaRPr lang="en-US" altLang="ko-KR" sz="1000" dirty="0">
              <a:solidFill>
                <a:srgbClr val="0070C0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294163" y="3942914"/>
            <a:ext cx="4704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>
                <a:solidFill>
                  <a:srgbClr val="0070C0"/>
                </a:solidFill>
                <a:latin typeface="KoPub돋움체_Pro Bold" pitchFamily="18" charset="-127"/>
                <a:ea typeface="KoPub돋움체_Pro Bold" pitchFamily="18" charset="-127"/>
              </a:rPr>
              <a:t>매도</a:t>
            </a:r>
            <a:endParaRPr lang="en-US" altLang="ko-KR" sz="1000" dirty="0">
              <a:solidFill>
                <a:srgbClr val="0070C0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604626" y="3550952"/>
            <a:ext cx="4704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>
                <a:solidFill>
                  <a:srgbClr val="0070C0"/>
                </a:solidFill>
                <a:latin typeface="KoPub돋움체_Pro Bold" pitchFamily="18" charset="-127"/>
                <a:ea typeface="KoPub돋움체_Pro Bold" pitchFamily="18" charset="-127"/>
              </a:rPr>
              <a:t>매도</a:t>
            </a:r>
            <a:endParaRPr lang="en-US" altLang="ko-KR" sz="1000" dirty="0">
              <a:solidFill>
                <a:srgbClr val="0070C0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sp>
        <p:nvSpPr>
          <p:cNvPr id="4" name="내용 개체 틀 7"/>
          <p:cNvSpPr txBox="1">
            <a:spLocks/>
          </p:cNvSpPr>
          <p:nvPr/>
        </p:nvSpPr>
        <p:spPr>
          <a:xfrm>
            <a:off x="575751" y="908720"/>
            <a:ext cx="8939185" cy="528638"/>
          </a:xfrm>
          <a:prstGeom prst="rect">
            <a:avLst/>
          </a:prstGeom>
        </p:spPr>
        <p:txBody>
          <a:bodyPr/>
          <a:lstStyle/>
          <a:p>
            <a:pPr marL="228600" lvl="2" indent="-228600" eaLnBrk="0" hangingPunct="0">
              <a:lnSpc>
                <a:spcPct val="150000"/>
              </a:lnSpc>
              <a:spcBef>
                <a:spcPct val="20000"/>
              </a:spcBef>
              <a:defRPr/>
            </a:pPr>
            <a:r>
              <a:rPr lang="ko-KR" altLang="en-US" sz="1400" b="1" kern="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레버리지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투자자는 개인투자자 비중이 높은데 개인투자자의 </a:t>
            </a:r>
            <a:r>
              <a:rPr lang="ko-KR" altLang="en-US" sz="1400" b="1" kern="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투자행태는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빠른 이익실현 </a:t>
            </a: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/ </a:t>
            </a:r>
            <a:r>
              <a:rPr lang="ko-KR" altLang="en-US" sz="1400" b="1" kern="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손실확정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회피를 보임</a:t>
            </a: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720627" y="1314121"/>
            <a:ext cx="9004397" cy="12460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1pPr>
            <a:lvl2pPr marL="742950" indent="-285750" algn="l" defTabSz="457200" rtl="0" eaLnBrk="1" latinLnBrk="1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2pPr>
            <a:lvl3pPr marL="11430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3pPr>
            <a:lvl4pPr marL="1600200" indent="-228600" algn="l" defTabSz="457200" rtl="0" eaLnBrk="1" latinLnBrk="1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4pPr>
            <a:lvl5pPr marL="2057400" indent="-228600" algn="l" defTabSz="457200" rtl="0" eaLnBrk="1" latinLnBrk="1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5pPr>
            <a:lvl6pPr marL="25146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038" indent="-173038" algn="just" latinLnBrk="0">
              <a:lnSpc>
                <a:spcPct val="150000"/>
              </a:lnSpc>
              <a:spcBef>
                <a:spcPts val="600"/>
              </a:spcBef>
              <a:buClr>
                <a:srgbClr val="0D2D4F"/>
              </a:buClr>
              <a:buFont typeface="Arial" charset="0"/>
              <a:buChar char="•"/>
              <a:defRPr/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행동경제학의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“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손실회피편향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(Loss aversion)”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은 같은 가치의 이익이 주는 만족감보다 손실이 주는 상실감을 더 크게 평가하려는 심리를 의미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.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charset="0"/>
            </a:endParaRPr>
          </a:p>
          <a:p>
            <a:pPr marL="173038" indent="-173038" algn="just" latinLnBrk="0">
              <a:lnSpc>
                <a:spcPct val="150000"/>
              </a:lnSpc>
              <a:spcBef>
                <a:spcPts val="600"/>
              </a:spcBef>
              <a:buClr>
                <a:srgbClr val="0D2D4F"/>
              </a:buClr>
              <a:buFont typeface="Arial" charset="0"/>
              <a:buChar char="•"/>
              <a:defRPr/>
            </a:pP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레버리지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펀드에 투자하는 개인투자자들은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“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손실회피편향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”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으로 인해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,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레버리지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전략 수익 시장에서는 단기 투자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/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손실 시장에서는 장기 투자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.</a:t>
            </a:r>
          </a:p>
        </p:txBody>
      </p:sp>
      <p:sp>
        <p:nvSpPr>
          <p:cNvPr id="38" name="제목 4"/>
          <p:cNvSpPr>
            <a:spLocks noGrp="1"/>
          </p:cNvSpPr>
          <p:nvPr>
            <p:ph type="title"/>
          </p:nvPr>
        </p:nvSpPr>
        <p:spPr>
          <a:xfrm>
            <a:off x="411749" y="417790"/>
            <a:ext cx="8915400" cy="409433"/>
          </a:xfrm>
          <a:prstGeom prst="rect">
            <a:avLst/>
          </a:prstGeom>
        </p:spPr>
        <p:txBody>
          <a:bodyPr/>
          <a:lstStyle/>
          <a:p>
            <a:r>
              <a:rPr lang="en-US" altLang="ko-KR" b="1" dirty="0">
                <a:latin typeface="KoPub돋움체_Pro Bold" pitchFamily="18" charset="-127"/>
                <a:ea typeface="KoPub돋움체_Pro Bold" pitchFamily="18" charset="-127"/>
              </a:rPr>
              <a:t>2. </a:t>
            </a:r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투자자가 모르는 사실 </a:t>
            </a:r>
            <a:r>
              <a:rPr lang="en-US" altLang="ko-KR" sz="1400" b="1" dirty="0">
                <a:latin typeface="KoPub돋움체_Pro Bold" pitchFamily="18" charset="-127"/>
                <a:ea typeface="KoPub돋움체_Pro Bold" pitchFamily="18" charset="-127"/>
              </a:rPr>
              <a:t>- ④ </a:t>
            </a:r>
            <a:r>
              <a:rPr lang="ko-KR" altLang="en-US" sz="1400" b="1" dirty="0" err="1">
                <a:latin typeface="KoPub돋움체_Pro Bold" pitchFamily="18" charset="-127"/>
                <a:ea typeface="KoPub돋움체_Pro Bold" pitchFamily="18" charset="-127"/>
              </a:rPr>
              <a:t>투자행태와</a:t>
            </a:r>
            <a:r>
              <a:rPr lang="ko-KR" altLang="en-US" sz="1400" b="1" dirty="0">
                <a:latin typeface="KoPub돋움체_Pro Bold" pitchFamily="18" charset="-127"/>
                <a:ea typeface="KoPub돋움체_Pro Bold" pitchFamily="18" charset="-127"/>
              </a:rPr>
              <a:t> 전략손익과의 괴리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5751" y="5920941"/>
            <a:ext cx="87513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*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자료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미래에셋자산운용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931453" y="2718107"/>
            <a:ext cx="20762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kern="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레버리지</a:t>
            </a:r>
            <a:r>
              <a:rPr lang="ko-KR" altLang="en-US" sz="12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전략 손실 시장 </a:t>
            </a:r>
            <a:r>
              <a:rPr lang="en-US" altLang="ko-KR" sz="12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(</a:t>
            </a:r>
            <a:r>
              <a:rPr lang="ko-KR" altLang="en-US" sz="12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예시</a:t>
            </a:r>
            <a:r>
              <a:rPr lang="en-US" altLang="ko-KR" sz="12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)</a:t>
            </a:r>
            <a:endParaRPr lang="ko-KR" altLang="en-US" sz="1200" dirty="0"/>
          </a:p>
        </p:txBody>
      </p:sp>
      <p:sp>
        <p:nvSpPr>
          <p:cNvPr id="28" name="직사각형 27"/>
          <p:cNvSpPr/>
          <p:nvPr/>
        </p:nvSpPr>
        <p:spPr>
          <a:xfrm>
            <a:off x="6177073" y="2718106"/>
            <a:ext cx="20762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kern="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레버리지</a:t>
            </a:r>
            <a:r>
              <a:rPr lang="ko-KR" altLang="en-US" sz="12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전략 수익 시장 </a:t>
            </a:r>
            <a:r>
              <a:rPr lang="en-US" altLang="ko-KR" sz="12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(</a:t>
            </a:r>
            <a:r>
              <a:rPr lang="ko-KR" altLang="en-US" sz="12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예시</a:t>
            </a:r>
            <a:r>
              <a:rPr lang="en-US" altLang="ko-KR" sz="12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)</a:t>
            </a:r>
            <a:endParaRPr lang="ko-KR" altLang="en-US" sz="1200" dirty="0"/>
          </a:p>
        </p:txBody>
      </p:sp>
      <p:graphicFrame>
        <p:nvGraphicFramePr>
          <p:cNvPr id="43" name="차트 4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5154554"/>
              </p:ext>
            </p:extLst>
          </p:nvPr>
        </p:nvGraphicFramePr>
        <p:xfrm>
          <a:off x="5083539" y="3090177"/>
          <a:ext cx="4243609" cy="27856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4" name="타원 43"/>
          <p:cNvSpPr/>
          <p:nvPr/>
        </p:nvSpPr>
        <p:spPr>
          <a:xfrm>
            <a:off x="6422722" y="5148696"/>
            <a:ext cx="120869" cy="109471"/>
          </a:xfrm>
          <a:prstGeom prst="ellipse">
            <a:avLst/>
          </a:prstGeom>
          <a:solidFill>
            <a:srgbClr val="C00000"/>
          </a:solidFill>
          <a:ln w="38100">
            <a:noFill/>
          </a:ln>
          <a:effectLst>
            <a:outerShdw blurRad="50800" dist="38100" sx="102000" sy="1020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024123" y="5032613"/>
            <a:ext cx="4704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  <a:latin typeface="KoPub돋움체_Pro Bold" pitchFamily="18" charset="-127"/>
                <a:ea typeface="KoPub돋움체_Pro Bold" pitchFamily="18" charset="-127"/>
              </a:rPr>
              <a:t>매수</a:t>
            </a:r>
            <a:endParaRPr lang="en-US" altLang="ko-KR" sz="1000" dirty="0">
              <a:solidFill>
                <a:srgbClr val="FF0000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sp>
        <p:nvSpPr>
          <p:cNvPr id="46" name="타원 45"/>
          <p:cNvSpPr/>
          <p:nvPr/>
        </p:nvSpPr>
        <p:spPr>
          <a:xfrm>
            <a:off x="6812695" y="4972852"/>
            <a:ext cx="178383" cy="178099"/>
          </a:xfrm>
          <a:prstGeom prst="ellipse">
            <a:avLst/>
          </a:prstGeom>
          <a:solidFill>
            <a:srgbClr val="C00000"/>
          </a:solidFill>
          <a:ln w="38100">
            <a:noFill/>
          </a:ln>
          <a:effectLst>
            <a:outerShdw blurRad="50800" dist="38100" sx="102000" sy="1020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420022" y="4890031"/>
            <a:ext cx="4704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  <a:latin typeface="KoPub돋움체_Pro Bold" pitchFamily="18" charset="-127"/>
                <a:ea typeface="KoPub돋움체_Pro Bold" pitchFamily="18" charset="-127"/>
              </a:rPr>
              <a:t>매수</a:t>
            </a:r>
            <a:endParaRPr lang="en-US" altLang="ko-KR" sz="1000" dirty="0">
              <a:solidFill>
                <a:srgbClr val="FF0000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sp>
        <p:nvSpPr>
          <p:cNvPr id="49" name="타원 48"/>
          <p:cNvSpPr/>
          <p:nvPr/>
        </p:nvSpPr>
        <p:spPr>
          <a:xfrm>
            <a:off x="7179607" y="4763086"/>
            <a:ext cx="257087" cy="256120"/>
          </a:xfrm>
          <a:prstGeom prst="ellipse">
            <a:avLst/>
          </a:prstGeom>
          <a:solidFill>
            <a:srgbClr val="C00000"/>
          </a:solidFill>
          <a:ln w="38100">
            <a:noFill/>
          </a:ln>
          <a:effectLst>
            <a:outerShdw blurRad="50800" dist="38100" sx="102000" sy="1020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785835" y="4706939"/>
            <a:ext cx="4704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  <a:latin typeface="KoPub돋움체_Pro Bold" pitchFamily="18" charset="-127"/>
                <a:ea typeface="KoPub돋움체_Pro Bold" pitchFamily="18" charset="-127"/>
              </a:rPr>
              <a:t>매수</a:t>
            </a:r>
            <a:endParaRPr lang="en-US" altLang="ko-KR" sz="1000" dirty="0">
              <a:solidFill>
                <a:srgbClr val="FF0000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7460946" y="4586053"/>
            <a:ext cx="257087" cy="256120"/>
          </a:xfrm>
          <a:prstGeom prst="ellipse">
            <a:avLst/>
          </a:prstGeom>
          <a:solidFill>
            <a:srgbClr val="0070C0"/>
          </a:solidFill>
          <a:ln w="38100">
            <a:noFill/>
          </a:ln>
          <a:effectLst>
            <a:outerShdw blurRad="50800" dist="38100" sx="102000" sy="1020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641393" y="4640830"/>
            <a:ext cx="4704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>
                <a:solidFill>
                  <a:srgbClr val="0070C0"/>
                </a:solidFill>
                <a:latin typeface="KoPub돋움체_Pro Bold" pitchFamily="18" charset="-127"/>
                <a:ea typeface="KoPub돋움체_Pro Bold" pitchFamily="18" charset="-127"/>
              </a:rPr>
              <a:t>매도</a:t>
            </a:r>
            <a:endParaRPr lang="en-US" altLang="ko-KR" sz="1000" dirty="0">
              <a:solidFill>
                <a:srgbClr val="0070C0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sp>
        <p:nvSpPr>
          <p:cNvPr id="53" name="타원 52"/>
          <p:cNvSpPr/>
          <p:nvPr/>
        </p:nvSpPr>
        <p:spPr>
          <a:xfrm>
            <a:off x="7682741" y="4521315"/>
            <a:ext cx="178383" cy="178099"/>
          </a:xfrm>
          <a:prstGeom prst="ellipse">
            <a:avLst/>
          </a:prstGeom>
          <a:solidFill>
            <a:srgbClr val="0070C0"/>
          </a:solidFill>
          <a:ln w="38100">
            <a:noFill/>
          </a:ln>
          <a:effectLst>
            <a:outerShdw blurRad="50800" dist="38100" sx="102000" sy="1020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780098" y="4521288"/>
            <a:ext cx="4704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0070C0"/>
                </a:solidFill>
                <a:latin typeface="KoPub돋움체_Pro Bold" pitchFamily="18" charset="-127"/>
                <a:ea typeface="KoPub돋움체_Pro Bold" pitchFamily="18" charset="-127"/>
              </a:rPr>
              <a:t>매도</a:t>
            </a:r>
            <a:endParaRPr lang="en-US" altLang="ko-KR" sz="1000" dirty="0">
              <a:solidFill>
                <a:srgbClr val="0070C0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sp>
        <p:nvSpPr>
          <p:cNvPr id="55" name="타원 54"/>
          <p:cNvSpPr/>
          <p:nvPr/>
        </p:nvSpPr>
        <p:spPr>
          <a:xfrm>
            <a:off x="7827078" y="4457021"/>
            <a:ext cx="120869" cy="109471"/>
          </a:xfrm>
          <a:prstGeom prst="ellipse">
            <a:avLst/>
          </a:prstGeom>
          <a:solidFill>
            <a:srgbClr val="0070C0"/>
          </a:solidFill>
          <a:ln w="38100">
            <a:noFill/>
          </a:ln>
          <a:effectLst>
            <a:outerShdw blurRad="50800" dist="38100" sx="102000" sy="1020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880742" y="4389016"/>
            <a:ext cx="4704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0070C0"/>
                </a:solidFill>
                <a:latin typeface="KoPub돋움체_Pro Bold" pitchFamily="18" charset="-127"/>
                <a:ea typeface="KoPub돋움체_Pro Bold" pitchFamily="18" charset="-127"/>
              </a:rPr>
              <a:t>매도</a:t>
            </a:r>
            <a:endParaRPr lang="en-US" altLang="ko-KR" sz="1000" dirty="0">
              <a:solidFill>
                <a:srgbClr val="0070C0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915968" y="5013141"/>
            <a:ext cx="20056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FF6600"/>
                </a:solidFill>
                <a:latin typeface="KoPub돋움체_Pro Bold" pitchFamily="18" charset="-127"/>
                <a:ea typeface="KoPub돋움체_Pro Bold" pitchFamily="18" charset="-127"/>
              </a:rPr>
              <a:t>원금회복까지 비자발적 장기투자</a:t>
            </a:r>
            <a:endParaRPr lang="en-US" altLang="ko-KR" sz="1000" dirty="0">
              <a:solidFill>
                <a:srgbClr val="FF6600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cxnSp>
        <p:nvCxnSpPr>
          <p:cNvPr id="5" name="직선 화살표 연결선 4"/>
          <p:cNvCxnSpPr/>
          <p:nvPr/>
        </p:nvCxnSpPr>
        <p:spPr>
          <a:xfrm flipV="1">
            <a:off x="1474135" y="4990894"/>
            <a:ext cx="2941418" cy="6022"/>
          </a:xfrm>
          <a:prstGeom prst="straightConnector1">
            <a:avLst/>
          </a:prstGeom>
          <a:ln>
            <a:solidFill>
              <a:srgbClr val="FF66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/>
          <p:cNvCxnSpPr/>
          <p:nvPr/>
        </p:nvCxnSpPr>
        <p:spPr>
          <a:xfrm>
            <a:off x="6598205" y="4304621"/>
            <a:ext cx="1104577" cy="0"/>
          </a:xfrm>
          <a:prstGeom prst="straightConnector1">
            <a:avLst/>
          </a:prstGeom>
          <a:ln>
            <a:solidFill>
              <a:srgbClr val="FF66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141709" y="4052069"/>
            <a:ext cx="20056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FF6600"/>
                </a:solidFill>
                <a:latin typeface="KoPub돋움체_Pro Bold" pitchFamily="18" charset="-127"/>
                <a:ea typeface="KoPub돋움체_Pro Bold" pitchFamily="18" charset="-127"/>
              </a:rPr>
              <a:t>빠른 이익실현</a:t>
            </a:r>
            <a:endParaRPr lang="en-US" altLang="ko-KR" sz="1000" dirty="0">
              <a:solidFill>
                <a:srgbClr val="FF6600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5591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차트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2849685"/>
              </p:ext>
            </p:extLst>
          </p:nvPr>
        </p:nvGraphicFramePr>
        <p:xfrm>
          <a:off x="508959" y="2156604"/>
          <a:ext cx="8818190" cy="37783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내용 개체 틀 7"/>
          <p:cNvSpPr txBox="1">
            <a:spLocks/>
          </p:cNvSpPr>
          <p:nvPr/>
        </p:nvSpPr>
        <p:spPr>
          <a:xfrm>
            <a:off x="575751" y="908720"/>
            <a:ext cx="8939185" cy="528638"/>
          </a:xfrm>
          <a:prstGeom prst="rect">
            <a:avLst/>
          </a:prstGeom>
        </p:spPr>
        <p:txBody>
          <a:bodyPr/>
          <a:lstStyle/>
          <a:p>
            <a:pPr marL="228600" lvl="2" indent="-228600" eaLnBrk="0" hangingPunct="0">
              <a:lnSpc>
                <a:spcPct val="150000"/>
              </a:lnSpc>
              <a:spcBef>
                <a:spcPct val="20000"/>
              </a:spcBef>
              <a:defRPr/>
            </a:pP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실제로도</a:t>
            </a: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, </a:t>
            </a:r>
            <a:r>
              <a:rPr lang="ko-KR" altLang="en-US" sz="1400" b="1" kern="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레버리지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ETF 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투자자들은 손실이 발생할 때는 비자발적 장기투자하고</a:t>
            </a: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, 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수익이 발생할 때는 단기투자하는 </a:t>
            </a:r>
            <a:r>
              <a:rPr lang="ko-KR" altLang="en-US" sz="1400" b="1" kern="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투자행태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75751" y="5998583"/>
            <a:ext cx="87513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*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자료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미래에셋자산운용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en-US" altLang="ko-KR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Dataguide</a:t>
            </a:r>
            <a:b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</a:b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*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가정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레버리지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 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ETF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개인 누적 투자원금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억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=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한국 증시 상장된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레버리지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ETF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의 개인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+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은행 일별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순매수대금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누적 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,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레버리지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ETF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성과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=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한국 증시 상장된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레버리지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ETF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의 일별 성과 평균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sp>
        <p:nvSpPr>
          <p:cNvPr id="19" name="오른쪽 화살표 18"/>
          <p:cNvSpPr/>
          <p:nvPr/>
        </p:nvSpPr>
        <p:spPr>
          <a:xfrm rot="20085378">
            <a:off x="2782474" y="4640731"/>
            <a:ext cx="1481465" cy="415484"/>
          </a:xfrm>
          <a:prstGeom prst="rightArrow">
            <a:avLst/>
          </a:prstGeom>
          <a:solidFill>
            <a:srgbClr val="C00000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Arial" pitchFamily="34" charset="0"/>
              </a:rPr>
              <a:t>투자금액 증가</a:t>
            </a:r>
          </a:p>
        </p:txBody>
      </p:sp>
      <p:sp>
        <p:nvSpPr>
          <p:cNvPr id="62" name="오른쪽 화살표 61"/>
          <p:cNvSpPr/>
          <p:nvPr/>
        </p:nvSpPr>
        <p:spPr>
          <a:xfrm rot="1494541">
            <a:off x="4361178" y="4702936"/>
            <a:ext cx="1506732" cy="410907"/>
          </a:xfrm>
          <a:prstGeom prst="rightArrow">
            <a:avLst/>
          </a:prstGeom>
          <a:solidFill>
            <a:srgbClr val="0070C0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Arial" pitchFamily="34" charset="0"/>
              </a:rPr>
              <a:t>투자금액 감소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109019" y="2498141"/>
            <a:ext cx="23227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>
                <a:solidFill>
                  <a:srgbClr val="84888B"/>
                </a:solidFill>
                <a:latin typeface="KoPub돋움체_Pro Bold" pitchFamily="18" charset="-127"/>
                <a:ea typeface="KoPub돋움체_Pro Bold" pitchFamily="18" charset="-127"/>
              </a:rPr>
              <a:t>레버리지</a:t>
            </a:r>
            <a:r>
              <a:rPr lang="ko-KR" altLang="en-US" sz="1000" dirty="0">
                <a:solidFill>
                  <a:srgbClr val="84888B"/>
                </a:solidFill>
                <a:latin typeface="KoPub돋움체_Pro Bold" pitchFamily="18" charset="-127"/>
                <a:ea typeface="KoPub돋움체_Pro Bold" pitchFamily="18" charset="-127"/>
              </a:rPr>
              <a:t> 전략 손실 시장</a:t>
            </a:r>
            <a:endParaRPr lang="en-US" altLang="ko-KR" sz="1000" dirty="0">
              <a:solidFill>
                <a:srgbClr val="84888B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cxnSp>
        <p:nvCxnSpPr>
          <p:cNvPr id="21" name="직선 화살표 연결선 20"/>
          <p:cNvCxnSpPr/>
          <p:nvPr/>
        </p:nvCxnSpPr>
        <p:spPr>
          <a:xfrm>
            <a:off x="2544792" y="2771463"/>
            <a:ext cx="3341658" cy="0"/>
          </a:xfrm>
          <a:prstGeom prst="straightConnector1">
            <a:avLst/>
          </a:prstGeom>
          <a:ln>
            <a:solidFill>
              <a:srgbClr val="84888B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/>
          <p:cNvCxnSpPr/>
          <p:nvPr/>
        </p:nvCxnSpPr>
        <p:spPr>
          <a:xfrm>
            <a:off x="5847430" y="2567518"/>
            <a:ext cx="1319348" cy="0"/>
          </a:xfrm>
          <a:prstGeom prst="straightConnector1">
            <a:avLst/>
          </a:prstGeom>
          <a:ln>
            <a:solidFill>
              <a:srgbClr val="84888B"/>
            </a:solidFill>
            <a:prstDash val="sysDot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334428" y="2312348"/>
            <a:ext cx="23227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>
                <a:solidFill>
                  <a:srgbClr val="84888B"/>
                </a:solidFill>
                <a:latin typeface="KoPub돋움체_Pro Bold" pitchFamily="18" charset="-127"/>
                <a:ea typeface="KoPub돋움체_Pro Bold" pitchFamily="18" charset="-127"/>
              </a:rPr>
              <a:t>레버리지</a:t>
            </a:r>
            <a:r>
              <a:rPr lang="ko-KR" altLang="en-US" sz="1000" dirty="0">
                <a:solidFill>
                  <a:srgbClr val="84888B"/>
                </a:solidFill>
                <a:latin typeface="KoPub돋움체_Pro Bold" pitchFamily="18" charset="-127"/>
                <a:ea typeface="KoPub돋움체_Pro Bold" pitchFamily="18" charset="-127"/>
              </a:rPr>
              <a:t> 전략 수익 시장</a:t>
            </a:r>
            <a:endParaRPr lang="en-US" altLang="ko-KR" sz="1000" dirty="0">
              <a:solidFill>
                <a:srgbClr val="84888B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cxnSp>
        <p:nvCxnSpPr>
          <p:cNvPr id="71" name="직선 화살표 연결선 70"/>
          <p:cNvCxnSpPr/>
          <p:nvPr/>
        </p:nvCxnSpPr>
        <p:spPr>
          <a:xfrm>
            <a:off x="7194787" y="2771463"/>
            <a:ext cx="1376403" cy="0"/>
          </a:xfrm>
          <a:prstGeom prst="straightConnector1">
            <a:avLst/>
          </a:prstGeom>
          <a:ln>
            <a:solidFill>
              <a:srgbClr val="84888B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6810849" y="2508118"/>
            <a:ext cx="2108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>
                <a:solidFill>
                  <a:srgbClr val="84888B"/>
                </a:solidFill>
                <a:latin typeface="KoPub돋움체_Pro Bold" pitchFamily="18" charset="-127"/>
                <a:ea typeface="KoPub돋움체_Pro Bold" pitchFamily="18" charset="-127"/>
              </a:rPr>
              <a:t>레버리지</a:t>
            </a:r>
            <a:r>
              <a:rPr lang="ko-KR" altLang="en-US" sz="1000" dirty="0">
                <a:solidFill>
                  <a:srgbClr val="84888B"/>
                </a:solidFill>
                <a:latin typeface="KoPub돋움체_Pro Bold" pitchFamily="18" charset="-127"/>
                <a:ea typeface="KoPub돋움체_Pro Bold" pitchFamily="18" charset="-127"/>
              </a:rPr>
              <a:t> 전략 손실 시장</a:t>
            </a:r>
            <a:endParaRPr lang="en-US" altLang="ko-KR" sz="1000" dirty="0">
              <a:solidFill>
                <a:srgbClr val="84888B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sp>
        <p:nvSpPr>
          <p:cNvPr id="88" name="오른쪽 화살표 87"/>
          <p:cNvSpPr/>
          <p:nvPr/>
        </p:nvSpPr>
        <p:spPr>
          <a:xfrm>
            <a:off x="6058977" y="5007555"/>
            <a:ext cx="1280327" cy="360426"/>
          </a:xfrm>
          <a:prstGeom prst="rightArrow">
            <a:avLst/>
          </a:prstGeom>
          <a:solidFill>
            <a:srgbClr val="84888B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Arial" pitchFamily="34" charset="0"/>
              </a:rPr>
              <a:t>투자금액 낮음</a:t>
            </a:r>
          </a:p>
        </p:txBody>
      </p:sp>
      <p:sp>
        <p:nvSpPr>
          <p:cNvPr id="89" name="오른쪽 화살표 88"/>
          <p:cNvSpPr/>
          <p:nvPr/>
        </p:nvSpPr>
        <p:spPr>
          <a:xfrm rot="18959321">
            <a:off x="7319216" y="4482669"/>
            <a:ext cx="1299155" cy="389228"/>
          </a:xfrm>
          <a:prstGeom prst="rightArrow">
            <a:avLst/>
          </a:prstGeom>
          <a:solidFill>
            <a:srgbClr val="C00000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Arial" pitchFamily="34" charset="0"/>
              </a:rPr>
              <a:t>투자금액 증가</a:t>
            </a:r>
          </a:p>
        </p:txBody>
      </p:sp>
      <p:cxnSp>
        <p:nvCxnSpPr>
          <p:cNvPr id="22" name="직선 화살표 연결선 21"/>
          <p:cNvCxnSpPr/>
          <p:nvPr/>
        </p:nvCxnSpPr>
        <p:spPr>
          <a:xfrm>
            <a:off x="1324324" y="2564640"/>
            <a:ext cx="1220468" cy="0"/>
          </a:xfrm>
          <a:prstGeom prst="straightConnector1">
            <a:avLst/>
          </a:prstGeom>
          <a:ln>
            <a:solidFill>
              <a:srgbClr val="84888B"/>
            </a:solidFill>
            <a:prstDash val="sysDot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68192" y="2309470"/>
            <a:ext cx="23227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>
                <a:solidFill>
                  <a:srgbClr val="84888B"/>
                </a:solidFill>
                <a:latin typeface="KoPub돋움체_Pro Bold" pitchFamily="18" charset="-127"/>
                <a:ea typeface="KoPub돋움체_Pro Bold" pitchFamily="18" charset="-127"/>
              </a:rPr>
              <a:t>레버리지</a:t>
            </a:r>
            <a:r>
              <a:rPr lang="ko-KR" altLang="en-US" sz="1000" dirty="0">
                <a:solidFill>
                  <a:srgbClr val="84888B"/>
                </a:solidFill>
                <a:latin typeface="KoPub돋움체_Pro Bold" pitchFamily="18" charset="-127"/>
                <a:ea typeface="KoPub돋움체_Pro Bold" pitchFamily="18" charset="-127"/>
              </a:rPr>
              <a:t> 전략 수익 시장</a:t>
            </a:r>
            <a:endParaRPr lang="en-US" altLang="ko-KR" sz="1000" dirty="0">
              <a:solidFill>
                <a:srgbClr val="84888B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sp>
        <p:nvSpPr>
          <p:cNvPr id="26" name="오른쪽 화살표 25"/>
          <p:cNvSpPr/>
          <p:nvPr/>
        </p:nvSpPr>
        <p:spPr>
          <a:xfrm>
            <a:off x="1336455" y="5007554"/>
            <a:ext cx="1280327" cy="340997"/>
          </a:xfrm>
          <a:prstGeom prst="rightArrow">
            <a:avLst/>
          </a:prstGeom>
          <a:solidFill>
            <a:srgbClr val="84888B"/>
          </a:solidFill>
          <a:ln w="381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Arial" pitchFamily="34" charset="0"/>
              </a:rPr>
              <a:t>투자금액 낮음</a:t>
            </a:r>
          </a:p>
        </p:txBody>
      </p:sp>
      <p:sp>
        <p:nvSpPr>
          <p:cNvPr id="25" name="제목 4"/>
          <p:cNvSpPr>
            <a:spLocks noGrp="1"/>
          </p:cNvSpPr>
          <p:nvPr>
            <p:ph type="title"/>
          </p:nvPr>
        </p:nvSpPr>
        <p:spPr>
          <a:xfrm>
            <a:off x="411749" y="417790"/>
            <a:ext cx="8915400" cy="409433"/>
          </a:xfrm>
          <a:prstGeom prst="rect">
            <a:avLst/>
          </a:prstGeom>
        </p:spPr>
        <p:txBody>
          <a:bodyPr/>
          <a:lstStyle/>
          <a:p>
            <a:r>
              <a:rPr lang="en-US" altLang="ko-KR" b="1" dirty="0">
                <a:latin typeface="KoPub돋움체_Pro Bold" pitchFamily="18" charset="-127"/>
                <a:ea typeface="KoPub돋움체_Pro Bold" pitchFamily="18" charset="-127"/>
              </a:rPr>
              <a:t>2. </a:t>
            </a:r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투자자가 모르는 사실 </a:t>
            </a:r>
            <a:r>
              <a:rPr lang="en-US" altLang="ko-KR" sz="1400" b="1" dirty="0">
                <a:latin typeface="KoPub돋움체_Pro Bold" pitchFamily="18" charset="-127"/>
                <a:ea typeface="KoPub돋움체_Pro Bold" pitchFamily="18" charset="-127"/>
              </a:rPr>
              <a:t>- ④ </a:t>
            </a:r>
            <a:r>
              <a:rPr lang="ko-KR" altLang="en-US" sz="1400" b="1" dirty="0" err="1">
                <a:latin typeface="KoPub돋움체_Pro Bold" pitchFamily="18" charset="-127"/>
                <a:ea typeface="KoPub돋움체_Pro Bold" pitchFamily="18" charset="-127"/>
              </a:rPr>
              <a:t>투자행태와</a:t>
            </a:r>
            <a:r>
              <a:rPr lang="ko-KR" altLang="en-US" sz="1400" b="1" dirty="0">
                <a:latin typeface="KoPub돋움체_Pro Bold" pitchFamily="18" charset="-127"/>
                <a:ea typeface="KoPub돋움체_Pro Bold" pitchFamily="18" charset="-127"/>
              </a:rPr>
              <a:t> 전략손익과의 괴리</a:t>
            </a:r>
          </a:p>
        </p:txBody>
      </p:sp>
      <p:sp>
        <p:nvSpPr>
          <p:cNvPr id="27" name="Content Placeholder 2"/>
          <p:cNvSpPr txBox="1">
            <a:spLocks/>
          </p:cNvSpPr>
          <p:nvPr/>
        </p:nvSpPr>
        <p:spPr bwMode="auto">
          <a:xfrm>
            <a:off x="720627" y="1314121"/>
            <a:ext cx="9004397" cy="12460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1pPr>
            <a:lvl2pPr marL="742950" indent="-285750" algn="l" defTabSz="457200" rtl="0" eaLnBrk="1" latinLnBrk="1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2pPr>
            <a:lvl3pPr marL="11430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3pPr>
            <a:lvl4pPr marL="1600200" indent="-228600" algn="l" defTabSz="457200" rtl="0" eaLnBrk="1" latinLnBrk="1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4pPr>
            <a:lvl5pPr marL="2057400" indent="-228600" algn="l" defTabSz="457200" rtl="0" eaLnBrk="1" latinLnBrk="1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5pPr>
            <a:lvl6pPr marL="25146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038" indent="-173038" algn="just" latinLnBrk="0">
              <a:lnSpc>
                <a:spcPct val="150000"/>
              </a:lnSpc>
              <a:spcBef>
                <a:spcPts val="600"/>
              </a:spcBef>
              <a:buClr>
                <a:srgbClr val="0D2D4F"/>
              </a:buClr>
              <a:buFont typeface="Arial" charset="0"/>
              <a:buChar char="•"/>
              <a:defRPr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2011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년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하락장을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시작으로 투자자가 급격히 유입되었으며 이후 시장이 완전히 회복될 때까지 무려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6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년간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장기투자하며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레버리지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손실 누적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.</a:t>
            </a:r>
          </a:p>
          <a:p>
            <a:pPr marL="173038" indent="-173038" algn="just" latinLnBrk="0">
              <a:lnSpc>
                <a:spcPct val="150000"/>
              </a:lnSpc>
              <a:spcBef>
                <a:spcPts val="600"/>
              </a:spcBef>
              <a:buClr>
                <a:srgbClr val="0D2D4F"/>
              </a:buClr>
              <a:buFont typeface="Arial" charset="0"/>
              <a:buChar char="•"/>
              <a:defRPr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2018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년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하락장을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시작으로 유입된 투자자는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,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2011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년의 사례와 같이 장기투자로 인한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레버리지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투자손실 누적될 가능성 높음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99529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/>
        </p:nvSpPr>
        <p:spPr>
          <a:xfrm>
            <a:off x="929426" y="2456376"/>
            <a:ext cx="1551704" cy="2383046"/>
          </a:xfrm>
          <a:prstGeom prst="rect">
            <a:avLst/>
          </a:prstGeom>
          <a:solidFill>
            <a:schemeClr val="bg1"/>
          </a:solidFill>
          <a:ln w="19050">
            <a:solidFill>
              <a:srgbClr val="0D2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en-US" altLang="ko-KR" sz="1200" b="1" dirty="0">
              <a:solidFill>
                <a:srgbClr val="0D2D4F"/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endParaRPr lang="en-US" altLang="ko-KR" sz="1200" b="1" dirty="0">
              <a:solidFill>
                <a:srgbClr val="0D2D4F"/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endParaRPr lang="en-US" altLang="ko-KR" sz="1200" b="1" dirty="0">
              <a:solidFill>
                <a:srgbClr val="0D2D4F"/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endParaRPr lang="en-US" altLang="ko-KR" sz="1200" b="1" dirty="0">
              <a:solidFill>
                <a:srgbClr val="0D2D4F"/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endParaRPr lang="en-US" altLang="ko-KR" sz="1200" b="1" dirty="0">
              <a:solidFill>
                <a:srgbClr val="0D2D4F"/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endParaRPr lang="en-US" altLang="ko-KR" sz="1200" b="1" dirty="0">
              <a:solidFill>
                <a:srgbClr val="0D2D4F"/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r>
              <a:rPr lang="ko-KR" altLang="en-US" sz="1200" b="1" dirty="0">
                <a:solidFill>
                  <a:srgbClr val="0D2D4F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시장이 오르면 사고</a:t>
            </a:r>
            <a:r>
              <a:rPr lang="en-US" altLang="ko-KR" sz="1200" b="1" dirty="0">
                <a:solidFill>
                  <a:srgbClr val="0D2D4F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,</a:t>
            </a:r>
          </a:p>
          <a:p>
            <a:pPr algn="ctr"/>
            <a:r>
              <a:rPr lang="ko-KR" altLang="en-US" sz="1200" b="1" dirty="0">
                <a:solidFill>
                  <a:srgbClr val="0D2D4F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떨어지면 파는</a:t>
            </a:r>
            <a:r>
              <a:rPr lang="en-US" altLang="ko-KR" sz="1200" b="1" dirty="0">
                <a:solidFill>
                  <a:srgbClr val="0D2D4F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,</a:t>
            </a:r>
          </a:p>
          <a:p>
            <a:pPr algn="ctr"/>
            <a:r>
              <a:rPr lang="ko-KR" altLang="en-US" sz="1200" b="1" dirty="0">
                <a:solidFill>
                  <a:srgbClr val="0D2D4F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추세적 매매 비용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3100607" y="2456375"/>
            <a:ext cx="1551704" cy="2383046"/>
          </a:xfrm>
          <a:prstGeom prst="rect">
            <a:avLst/>
          </a:prstGeom>
          <a:solidFill>
            <a:schemeClr val="bg1"/>
          </a:solidFill>
          <a:ln w="19050">
            <a:solidFill>
              <a:srgbClr val="8488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en-US" altLang="ko-KR" sz="1200" b="1" dirty="0">
              <a:solidFill>
                <a:srgbClr val="0D2D4F"/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endParaRPr lang="en-US" altLang="ko-KR" sz="1200" b="1" dirty="0">
              <a:solidFill>
                <a:srgbClr val="0D2D4F"/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endParaRPr lang="en-US" altLang="ko-KR" sz="1200" b="1" dirty="0">
              <a:solidFill>
                <a:srgbClr val="0D2D4F"/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endParaRPr lang="en-US" altLang="ko-KR" sz="1200" b="1" dirty="0">
              <a:solidFill>
                <a:srgbClr val="0D2D4F"/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endParaRPr lang="en-US" altLang="ko-KR" sz="1200" b="1" dirty="0">
              <a:solidFill>
                <a:srgbClr val="0D2D4F"/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endParaRPr lang="en-US" altLang="ko-KR" sz="1200" b="1" dirty="0">
              <a:solidFill>
                <a:srgbClr val="0D2D4F"/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r>
              <a:rPr lang="ko-KR" altLang="en-US" sz="1200" b="1" dirty="0">
                <a:solidFill>
                  <a:srgbClr val="0D2D4F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기계적 매매로 인한</a:t>
            </a:r>
            <a:endParaRPr lang="en-US" altLang="ko-KR" sz="1200" b="1" dirty="0">
              <a:solidFill>
                <a:srgbClr val="0D2D4F"/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r>
              <a:rPr lang="ko-KR" altLang="en-US" sz="1200" b="1" dirty="0">
                <a:solidFill>
                  <a:srgbClr val="0D2D4F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높아지는 시장 변동성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5271787" y="2449904"/>
            <a:ext cx="1551704" cy="2397329"/>
          </a:xfrm>
          <a:prstGeom prst="rect">
            <a:avLst/>
          </a:prstGeom>
          <a:solidFill>
            <a:schemeClr val="bg1"/>
          </a:solidFill>
          <a:ln w="19050">
            <a:solidFill>
              <a:srgbClr val="00A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en-US" altLang="ko-KR" sz="1200" b="1" dirty="0">
              <a:solidFill>
                <a:srgbClr val="0D2D4F"/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endParaRPr lang="en-US" altLang="ko-KR" sz="1200" b="1" dirty="0">
              <a:solidFill>
                <a:srgbClr val="0D2D4F"/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endParaRPr lang="en-US" altLang="ko-KR" sz="1200" b="1" dirty="0">
              <a:solidFill>
                <a:srgbClr val="0D2D4F"/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endParaRPr lang="en-US" altLang="ko-KR" sz="1200" b="1" dirty="0">
              <a:solidFill>
                <a:srgbClr val="0D2D4F"/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endParaRPr lang="en-US" altLang="ko-KR" sz="1200" b="1" dirty="0">
              <a:solidFill>
                <a:srgbClr val="0D2D4F"/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endParaRPr lang="en-US" altLang="ko-KR" sz="1200" b="1" dirty="0">
              <a:solidFill>
                <a:srgbClr val="0D2D4F"/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r>
              <a:rPr lang="ko-KR" altLang="en-US" sz="1200" b="1" dirty="0" err="1">
                <a:solidFill>
                  <a:srgbClr val="0D2D4F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시장하락</a:t>
            </a:r>
            <a:r>
              <a:rPr lang="ko-KR" altLang="en-US" sz="1200" b="1" dirty="0">
                <a:solidFill>
                  <a:srgbClr val="0D2D4F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 </a:t>
            </a:r>
            <a:r>
              <a:rPr lang="en-US" altLang="ko-KR" sz="1200" b="1" dirty="0">
                <a:solidFill>
                  <a:srgbClr val="0D2D4F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➡ </a:t>
            </a:r>
            <a:r>
              <a:rPr lang="ko-KR" altLang="en-US" sz="1200" b="1" dirty="0" err="1">
                <a:solidFill>
                  <a:srgbClr val="0D2D4F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시장회복</a:t>
            </a:r>
            <a:endParaRPr lang="en-US" altLang="ko-KR" sz="1200" b="1" dirty="0">
              <a:solidFill>
                <a:srgbClr val="0D2D4F"/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r>
              <a:rPr lang="ko-KR" altLang="en-US" sz="1200" b="1" dirty="0">
                <a:solidFill>
                  <a:srgbClr val="0D2D4F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소요 기간</a:t>
            </a:r>
          </a:p>
        </p:txBody>
      </p:sp>
      <p:sp>
        <p:nvSpPr>
          <p:cNvPr id="4" name="제목 4"/>
          <p:cNvSpPr>
            <a:spLocks noGrp="1"/>
          </p:cNvSpPr>
          <p:nvPr>
            <p:ph type="title"/>
          </p:nvPr>
        </p:nvSpPr>
        <p:spPr>
          <a:xfrm>
            <a:off x="411749" y="417790"/>
            <a:ext cx="8915400" cy="409433"/>
          </a:xfrm>
          <a:prstGeom prst="rect">
            <a:avLst/>
          </a:prstGeom>
        </p:spPr>
        <p:txBody>
          <a:bodyPr/>
          <a:lstStyle/>
          <a:p>
            <a:r>
              <a:rPr lang="en-US" altLang="ko-KR" b="1" dirty="0">
                <a:latin typeface="KoPub돋움체_Pro Bold" pitchFamily="18" charset="-127"/>
                <a:ea typeface="KoPub돋움체_Pro Bold" pitchFamily="18" charset="-127"/>
              </a:rPr>
              <a:t>3. </a:t>
            </a:r>
            <a:r>
              <a:rPr lang="ko-KR" altLang="en-US" b="1" dirty="0" err="1">
                <a:latin typeface="KoPub돋움체_Pro Bold" pitchFamily="18" charset="-127"/>
                <a:ea typeface="KoPub돋움체_Pro Bold" pitchFamily="18" charset="-127"/>
              </a:rPr>
              <a:t>레버리지</a:t>
            </a:r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 투자자의 현실</a:t>
            </a:r>
          </a:p>
        </p:txBody>
      </p:sp>
      <p:sp>
        <p:nvSpPr>
          <p:cNvPr id="5" name="내용 개체 틀 7"/>
          <p:cNvSpPr txBox="1">
            <a:spLocks/>
          </p:cNvSpPr>
          <p:nvPr/>
        </p:nvSpPr>
        <p:spPr>
          <a:xfrm>
            <a:off x="575751" y="908720"/>
            <a:ext cx="8761909" cy="528638"/>
          </a:xfrm>
          <a:prstGeom prst="rect">
            <a:avLst/>
          </a:prstGeom>
        </p:spPr>
        <p:txBody>
          <a:bodyPr/>
          <a:lstStyle/>
          <a:p>
            <a:pPr marL="228600" lvl="2" indent="-228600" eaLnBrk="0" hangingPunct="0">
              <a:lnSpc>
                <a:spcPct val="150000"/>
              </a:lnSpc>
              <a:spcBef>
                <a:spcPct val="20000"/>
              </a:spcBef>
              <a:defRPr/>
            </a:pP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일일 재조정 매매 비용 </a:t>
            </a: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+ 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시장교란행위로 인한 사회적 비용을 장기 투자를 통해 꾸준히 지불하여 큰 손실로 이어지는 것</a:t>
            </a: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720627" y="1314121"/>
            <a:ext cx="8682165" cy="12460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1pPr>
            <a:lvl2pPr marL="742950" indent="-285750" algn="l" defTabSz="457200" rtl="0" eaLnBrk="1" latinLnBrk="1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2pPr>
            <a:lvl3pPr marL="11430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3pPr>
            <a:lvl4pPr marL="1600200" indent="-228600" algn="l" defTabSz="457200" rtl="0" eaLnBrk="1" latinLnBrk="1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4pPr>
            <a:lvl5pPr marL="2057400" indent="-228600" algn="l" defTabSz="457200" rtl="0" eaLnBrk="1" latinLnBrk="1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5pPr>
            <a:lvl6pPr marL="25146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038" indent="-173038" algn="just" latinLnBrk="0">
              <a:lnSpc>
                <a:spcPct val="150000"/>
              </a:lnSpc>
              <a:spcBef>
                <a:spcPts val="600"/>
              </a:spcBef>
              <a:buClr>
                <a:srgbClr val="0D2D4F"/>
              </a:buClr>
              <a:buFont typeface="Arial" charset="0"/>
              <a:buChar char="•"/>
              <a:defRPr/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시장 방향성에 따른 투자 결과는 예단할 수 없으나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한가지 분명한 것은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.</a:t>
            </a:r>
          </a:p>
          <a:p>
            <a:pPr marL="173038" indent="-173038" algn="just" latinLnBrk="0">
              <a:lnSpc>
                <a:spcPct val="150000"/>
              </a:lnSpc>
              <a:spcBef>
                <a:spcPts val="600"/>
              </a:spcBef>
              <a:buClr>
                <a:srgbClr val="0D2D4F"/>
              </a:buClr>
              <a:buFont typeface="Arial" charset="0"/>
              <a:buChar char="•"/>
              <a:defRPr/>
            </a:pP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레버리지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투자에 대한 비용은 과거보다 높아졌고 시장의 회복까지의 장기 투자로 인해 해당 비용이 누적되어 큰 손실이 발생한다는 점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.</a:t>
            </a:r>
          </a:p>
          <a:p>
            <a:pPr marL="173038" indent="-173038" algn="just" latinLnBrk="0">
              <a:lnSpc>
                <a:spcPct val="150000"/>
              </a:lnSpc>
              <a:spcBef>
                <a:spcPts val="600"/>
              </a:spcBef>
              <a:buClr>
                <a:srgbClr val="0D2D4F"/>
              </a:buClr>
              <a:buFont typeface="Arial" charset="0"/>
              <a:buChar char="•"/>
              <a:defRPr/>
            </a:pP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75751" y="5972701"/>
            <a:ext cx="87513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*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자료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미래에셋자산운용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929426" y="2449904"/>
            <a:ext cx="1551704" cy="1108494"/>
          </a:xfrm>
          <a:prstGeom prst="rect">
            <a:avLst/>
          </a:prstGeom>
          <a:solidFill>
            <a:srgbClr val="0D2D4F"/>
          </a:solidFill>
          <a:ln w="381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Arial" pitchFamily="34" charset="0"/>
              </a:rPr>
              <a:t>일일 재조정</a:t>
            </a:r>
            <a:r>
              <a:rPr lang="en-US" altLang="ko-KR" sz="1200" b="1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Arial" pitchFamily="34" charset="0"/>
              </a:rPr>
              <a:t> </a:t>
            </a:r>
            <a:r>
              <a:rPr lang="ko-KR" altLang="en-US" sz="1200" b="1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Arial" pitchFamily="34" charset="0"/>
              </a:rPr>
              <a:t>매매 비용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3100607" y="2449904"/>
            <a:ext cx="1551704" cy="1108494"/>
          </a:xfrm>
          <a:prstGeom prst="rect">
            <a:avLst/>
          </a:prstGeom>
          <a:solidFill>
            <a:srgbClr val="84888B"/>
          </a:solidFill>
          <a:ln w="381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Arial" pitchFamily="34" charset="0"/>
              </a:rPr>
              <a:t>시장교란행위로 인한</a:t>
            </a:r>
            <a:endParaRPr lang="en-US" altLang="ko-KR" sz="1200" b="1" dirty="0">
              <a:solidFill>
                <a:schemeClr val="bg1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  <a:cs typeface="Arial" pitchFamily="34" charset="0"/>
            </a:endParaRPr>
          </a:p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Arial" pitchFamily="34" charset="0"/>
              </a:rPr>
              <a:t>사회적 비용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5271787" y="2449904"/>
            <a:ext cx="1551704" cy="1108494"/>
          </a:xfrm>
          <a:prstGeom prst="rect">
            <a:avLst/>
          </a:prstGeom>
          <a:solidFill>
            <a:srgbClr val="00A9CE"/>
          </a:solidFill>
          <a:ln w="381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Arial" pitchFamily="34" charset="0"/>
              </a:rPr>
              <a:t>비자발적 장기 투자</a:t>
            </a:r>
          </a:p>
        </p:txBody>
      </p:sp>
      <p:sp>
        <p:nvSpPr>
          <p:cNvPr id="3" name="덧셈 기호 2"/>
          <p:cNvSpPr/>
          <p:nvPr/>
        </p:nvSpPr>
        <p:spPr>
          <a:xfrm>
            <a:off x="2659219" y="2803588"/>
            <a:ext cx="279151" cy="315431"/>
          </a:xfrm>
          <a:prstGeom prst="mathPlus">
            <a:avLst>
              <a:gd name="adj1" fmla="val 11802"/>
            </a:avLst>
          </a:prstGeom>
          <a:solidFill>
            <a:srgbClr val="0D2D4F"/>
          </a:solidFill>
          <a:ln w="381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7497116" y="2456373"/>
            <a:ext cx="1551704" cy="2383047"/>
          </a:xfrm>
          <a:prstGeom prst="rect">
            <a:avLst/>
          </a:prstGeom>
          <a:noFill/>
          <a:ln w="38100">
            <a:solidFill>
              <a:srgbClr val="F08300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r>
              <a:rPr lang="ko-KR" altLang="en-US" sz="1400" b="1" dirty="0" err="1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Arial" pitchFamily="34" charset="0"/>
              </a:rPr>
              <a:t>레버리지</a:t>
            </a:r>
            <a:r>
              <a:rPr lang="ko-KR" altLang="en-US" sz="1400" b="1" dirty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Arial" pitchFamily="34" charset="0"/>
              </a:rPr>
              <a:t> 전략 손실</a:t>
            </a:r>
          </a:p>
        </p:txBody>
      </p:sp>
      <p:cxnSp>
        <p:nvCxnSpPr>
          <p:cNvPr id="44" name="꺾인 연결선 43"/>
          <p:cNvCxnSpPr>
            <a:stCxn id="31" idx="2"/>
          </p:cNvCxnSpPr>
          <p:nvPr/>
        </p:nvCxnSpPr>
        <p:spPr>
          <a:xfrm rot="5400000">
            <a:off x="2596775" y="3947925"/>
            <a:ext cx="388188" cy="2171180"/>
          </a:xfrm>
          <a:prstGeom prst="bentConnector2">
            <a:avLst/>
          </a:prstGeom>
          <a:ln>
            <a:solidFill>
              <a:srgbClr val="8488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/>
          <p:cNvCxnSpPr>
            <a:endCxn id="30" idx="2"/>
          </p:cNvCxnSpPr>
          <p:nvPr/>
        </p:nvCxnSpPr>
        <p:spPr>
          <a:xfrm flipH="1" flipV="1">
            <a:off x="1705278" y="4839422"/>
            <a:ext cx="1" cy="388187"/>
          </a:xfrm>
          <a:prstGeom prst="straightConnector1">
            <a:avLst/>
          </a:prstGeom>
          <a:ln>
            <a:solidFill>
              <a:srgbClr val="8488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699399" y="5341106"/>
            <a:ext cx="21856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  <a:latin typeface="KoPub돋움체_Pro Bold" pitchFamily="18" charset="-127"/>
                <a:ea typeface="KoPub돋움체_Pro Bold" pitchFamily="18" charset="-127"/>
              </a:rPr>
              <a:t>높아진 변동성으로 인해</a:t>
            </a:r>
            <a:endParaRPr lang="en-US" altLang="ko-KR" sz="1000" dirty="0">
              <a:solidFill>
                <a:srgbClr val="FF0000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algn="ctr"/>
            <a:r>
              <a:rPr lang="ko-KR" altLang="en-US" sz="1000" dirty="0">
                <a:solidFill>
                  <a:srgbClr val="FF0000"/>
                </a:solidFill>
                <a:latin typeface="KoPub돋움체_Pro Bold" pitchFamily="18" charset="-127"/>
                <a:ea typeface="KoPub돋움체_Pro Bold" pitchFamily="18" charset="-127"/>
              </a:rPr>
              <a:t>일일 재조정 매매 비용이 더욱 높아짐</a:t>
            </a:r>
            <a:endParaRPr lang="en-US" altLang="ko-KR" sz="1000" dirty="0">
              <a:solidFill>
                <a:srgbClr val="FF0000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sp>
        <p:nvSpPr>
          <p:cNvPr id="53" name="곱셈 기호 52"/>
          <p:cNvSpPr/>
          <p:nvPr/>
        </p:nvSpPr>
        <p:spPr>
          <a:xfrm>
            <a:off x="4804915" y="2803588"/>
            <a:ext cx="310551" cy="362310"/>
          </a:xfrm>
          <a:prstGeom prst="mathMultiply">
            <a:avLst>
              <a:gd name="adj1" fmla="val 9631"/>
            </a:avLst>
          </a:prstGeom>
          <a:solidFill>
            <a:srgbClr val="0D2D4F"/>
          </a:solidFill>
          <a:ln w="381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4" name="등호 53"/>
          <p:cNvSpPr/>
          <p:nvPr/>
        </p:nvSpPr>
        <p:spPr>
          <a:xfrm>
            <a:off x="7000283" y="2802221"/>
            <a:ext cx="320040" cy="403860"/>
          </a:xfrm>
          <a:prstGeom prst="mathEqual">
            <a:avLst>
              <a:gd name="adj1" fmla="val 9133"/>
              <a:gd name="adj2" fmla="val 23081"/>
            </a:avLst>
          </a:prstGeom>
          <a:solidFill>
            <a:srgbClr val="0D2D4F"/>
          </a:solidFill>
          <a:ln w="381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5" name="양쪽 대괄호 54"/>
          <p:cNvSpPr/>
          <p:nvPr/>
        </p:nvSpPr>
        <p:spPr>
          <a:xfrm>
            <a:off x="729253" y="2216990"/>
            <a:ext cx="4084288" cy="2863970"/>
          </a:xfrm>
          <a:prstGeom prst="bracketPair">
            <a:avLst/>
          </a:prstGeom>
          <a:ln>
            <a:solidFill>
              <a:srgbClr val="0D2D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2222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7"/>
          <p:cNvSpPr txBox="1">
            <a:spLocks/>
          </p:cNvSpPr>
          <p:nvPr/>
        </p:nvSpPr>
        <p:spPr>
          <a:xfrm>
            <a:off x="575751" y="908720"/>
            <a:ext cx="8761909" cy="528638"/>
          </a:xfrm>
          <a:prstGeom prst="rect">
            <a:avLst/>
          </a:prstGeom>
        </p:spPr>
        <p:txBody>
          <a:bodyPr/>
          <a:lstStyle/>
          <a:p>
            <a:pPr marL="228600" lvl="2" indent="-228600" eaLnBrk="0" hangingPunct="0">
              <a:lnSpc>
                <a:spcPct val="150000"/>
              </a:lnSpc>
              <a:spcBef>
                <a:spcPct val="20000"/>
              </a:spcBef>
              <a:defRPr/>
            </a:pPr>
            <a:r>
              <a:rPr lang="ko-KR" altLang="en-US" sz="1400" b="1" kern="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레버리지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투자자가 가장 오래</a:t>
            </a: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머무는 </a:t>
            </a: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“</a:t>
            </a:r>
            <a:r>
              <a:rPr lang="ko-KR" altLang="en-US" sz="1400" b="1" kern="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하락장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➡ </a:t>
            </a:r>
            <a:r>
              <a:rPr lang="ko-KR" altLang="en-US" sz="1400" b="1" kern="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회복장</a:t>
            </a: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”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에서 유리한 변동성 매매를 통해 </a:t>
            </a:r>
            <a:r>
              <a:rPr lang="ko-KR" altLang="en-US" sz="1400" b="1" kern="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레버리지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전략 손실 만회</a:t>
            </a: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720627" y="1314121"/>
            <a:ext cx="9004397" cy="12460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1pPr>
            <a:lvl2pPr marL="742950" indent="-285750" algn="l" defTabSz="457200" rtl="0" eaLnBrk="1" latinLnBrk="1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2pPr>
            <a:lvl3pPr marL="11430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3pPr>
            <a:lvl4pPr marL="1600200" indent="-228600" algn="l" defTabSz="457200" rtl="0" eaLnBrk="1" latinLnBrk="1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4pPr>
            <a:lvl5pPr marL="2057400" indent="-228600" algn="l" defTabSz="457200" rtl="0" eaLnBrk="1" latinLnBrk="1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5pPr>
            <a:lvl6pPr marL="25146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038" indent="-173038" algn="just" latinLnBrk="0">
              <a:lnSpc>
                <a:spcPct val="150000"/>
              </a:lnSpc>
              <a:spcBef>
                <a:spcPts val="600"/>
              </a:spcBef>
              <a:buClr>
                <a:srgbClr val="0D2D4F"/>
              </a:buClr>
              <a:buFont typeface="Arial" charset="0"/>
              <a:buChar char="•"/>
              <a:defRPr/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투자자는 시장이 하락할 때 매수하여 회복할 때 매도하는 투자행태를 가장 많이 보이므로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,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레버리지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비용이 누적되는 시장에 가장 오래 머무는 것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.</a:t>
            </a:r>
          </a:p>
          <a:p>
            <a:pPr marL="173038" indent="-173038" algn="just" latinLnBrk="0">
              <a:lnSpc>
                <a:spcPct val="150000"/>
              </a:lnSpc>
              <a:spcBef>
                <a:spcPts val="600"/>
              </a:spcBef>
              <a:buClr>
                <a:srgbClr val="0D2D4F"/>
              </a:buClr>
              <a:buFont typeface="Arial" charset="0"/>
              <a:buChar char="•"/>
              <a:defRPr/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투자자 입장에서는 변동성이 높아지는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“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하락장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→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회복장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”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에서 유리한 전략이 필요한 데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바로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“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변동성 매매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”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전략임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.</a:t>
            </a:r>
          </a:p>
          <a:p>
            <a:pPr marL="173038" indent="-173038" algn="just" latinLnBrk="0">
              <a:lnSpc>
                <a:spcPct val="150000"/>
              </a:lnSpc>
              <a:spcBef>
                <a:spcPts val="600"/>
              </a:spcBef>
              <a:buClr>
                <a:srgbClr val="0D2D4F"/>
              </a:buClr>
              <a:buFont typeface="Arial" charset="0"/>
              <a:buChar char="•"/>
              <a:defRPr/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변동성 매매 전략은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시장이 하락하면 투자비중을 늘리고 시장이 상승하면 투자비중을 줄이는 전략으로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레버리지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매매 전략과 반대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방향임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.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75751" y="5903690"/>
            <a:ext cx="4377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*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자료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미래에셋자산운용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*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가정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레버리지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 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ETF 5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일 누적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개인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순매수대금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억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)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=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한국 증시 상장된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레버리지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ETF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의 개인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+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은행 일별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순매수대금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5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일 누적 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. 2010.02.22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부터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2020.3.31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까지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.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sp>
        <p:nvSpPr>
          <p:cNvPr id="19" name="제목 4"/>
          <p:cNvSpPr>
            <a:spLocks noGrp="1"/>
          </p:cNvSpPr>
          <p:nvPr>
            <p:ph type="title"/>
          </p:nvPr>
        </p:nvSpPr>
        <p:spPr>
          <a:xfrm>
            <a:off x="411749" y="417790"/>
            <a:ext cx="8915400" cy="409433"/>
          </a:xfrm>
          <a:prstGeom prst="rect">
            <a:avLst/>
          </a:prstGeom>
        </p:spPr>
        <p:txBody>
          <a:bodyPr/>
          <a:lstStyle/>
          <a:p>
            <a:r>
              <a:rPr lang="en-US" altLang="ko-KR" b="1" dirty="0">
                <a:latin typeface="KoPub돋움체_Pro Bold" pitchFamily="18" charset="-127"/>
                <a:ea typeface="KoPub돋움체_Pro Bold" pitchFamily="18" charset="-127"/>
              </a:rPr>
              <a:t>4. </a:t>
            </a:r>
            <a:r>
              <a:rPr lang="ko-KR" altLang="en-US" b="1" dirty="0" err="1">
                <a:latin typeface="KoPub돋움체_Pro Bold" pitchFamily="18" charset="-127"/>
                <a:ea typeface="KoPub돋움체_Pro Bold" pitchFamily="18" charset="-127"/>
              </a:rPr>
              <a:t>레버리지</a:t>
            </a:r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 투자자에게 필요한 대안</a:t>
            </a:r>
          </a:p>
        </p:txBody>
      </p:sp>
      <p:grpSp>
        <p:nvGrpSpPr>
          <p:cNvPr id="79" name="그룹 78"/>
          <p:cNvGrpSpPr/>
          <p:nvPr/>
        </p:nvGrpSpPr>
        <p:grpSpPr>
          <a:xfrm>
            <a:off x="483079" y="3062369"/>
            <a:ext cx="4662584" cy="2976122"/>
            <a:chOff x="483079" y="3062369"/>
            <a:chExt cx="4662584" cy="3021531"/>
          </a:xfrm>
        </p:grpSpPr>
        <p:sp>
          <p:nvSpPr>
            <p:cNvPr id="13" name="직사각형 12"/>
            <p:cNvSpPr/>
            <p:nvPr/>
          </p:nvSpPr>
          <p:spPr>
            <a:xfrm>
              <a:off x="2984740" y="4364959"/>
              <a:ext cx="1595886" cy="1164566"/>
            </a:xfrm>
            <a:prstGeom prst="rect">
              <a:avLst/>
            </a:prstGeom>
            <a:pattFill prst="ltDnDiag">
              <a:fgClr>
                <a:srgbClr val="0070C0"/>
              </a:fgClr>
              <a:bgClr>
                <a:schemeClr val="bg1"/>
              </a:bgClr>
            </a:pattFill>
            <a:ln w="381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24" tIns="45712" rIns="91424" bIns="45712" rtlCol="0" anchor="ctr"/>
            <a:lstStyle/>
            <a:p>
              <a:pPr algn="ctr"/>
              <a:endParaRPr lang="ko-KR" altLang="en-US" sz="1200" b="1" dirty="0">
                <a:solidFill>
                  <a:srgbClr val="F083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1388853" y="3191766"/>
              <a:ext cx="1595887" cy="1173193"/>
            </a:xfrm>
            <a:prstGeom prst="rect">
              <a:avLst/>
            </a:prstGeom>
            <a:pattFill prst="ltDnDiag">
              <a:fgClr>
                <a:srgbClr val="FF0000"/>
              </a:fgClr>
              <a:bgClr>
                <a:schemeClr val="bg1"/>
              </a:bgClr>
            </a:pattFill>
            <a:ln w="381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24" tIns="45712" rIns="91424" bIns="45712" rtlCol="0" anchor="ctr"/>
            <a:lstStyle/>
            <a:p>
              <a:pPr algn="ctr"/>
              <a:endParaRPr lang="ko-KR" altLang="en-US" sz="1200" b="1" dirty="0">
                <a:solidFill>
                  <a:srgbClr val="F083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  <p:graphicFrame>
          <p:nvGraphicFramePr>
            <p:cNvPr id="21" name="차트 20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0700090"/>
                </p:ext>
              </p:extLst>
            </p:nvPr>
          </p:nvGraphicFramePr>
          <p:xfrm>
            <a:off x="483079" y="3062369"/>
            <a:ext cx="4347713" cy="302153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cxnSp>
          <p:nvCxnSpPr>
            <p:cNvPr id="8" name="꺾인 연결선 7"/>
            <p:cNvCxnSpPr/>
            <p:nvPr/>
          </p:nvCxnSpPr>
          <p:spPr>
            <a:xfrm>
              <a:off x="2984740" y="3726604"/>
              <a:ext cx="828135" cy="638355"/>
            </a:xfrm>
            <a:prstGeom prst="bentConnector3">
              <a:avLst>
                <a:gd name="adj1" fmla="val 101042"/>
              </a:avLst>
            </a:prstGeom>
            <a:ln w="19050">
              <a:solidFill>
                <a:srgbClr val="84888B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2765876" y="3485842"/>
              <a:ext cx="146106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FF0000"/>
                  </a:solidFill>
                  <a:latin typeface="KoPub돋움체_Pro Bold" pitchFamily="18" charset="-127"/>
                  <a:ea typeface="KoPub돋움체_Pro Bold" pitchFamily="18" charset="-127"/>
                </a:rPr>
                <a:t>시장이 하락할 때 매수</a:t>
              </a:r>
              <a:endParaRPr lang="en-US" altLang="ko-KR" sz="1000" dirty="0">
                <a:solidFill>
                  <a:srgbClr val="FF0000"/>
                </a:solidFill>
                <a:latin typeface="KoPub돋움체_Pro Bold" pitchFamily="18" charset="-127"/>
                <a:ea typeface="KoPub돋움체_Pro Bold" pitchFamily="18" charset="-127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739553" y="4124197"/>
              <a:ext cx="140611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FF0000"/>
                  </a:solidFill>
                  <a:latin typeface="KoPub돋움체_Pro Bold" pitchFamily="18" charset="-127"/>
                  <a:ea typeface="KoPub돋움체_Pro Bold" pitchFamily="18" charset="-127"/>
                </a:rPr>
                <a:t>시장이 회복할 때 매도</a:t>
              </a:r>
              <a:endParaRPr lang="en-US" altLang="ko-KR" sz="1000" dirty="0">
                <a:solidFill>
                  <a:srgbClr val="FF0000"/>
                </a:solidFill>
                <a:latin typeface="KoPub돋움체_Pro Bold" pitchFamily="18" charset="-127"/>
                <a:ea typeface="KoPub돋움체_Pro Bold" pitchFamily="18" charset="-127"/>
              </a:endParaRPr>
            </a:p>
          </p:txBody>
        </p:sp>
      </p:grpSp>
      <p:sp>
        <p:nvSpPr>
          <p:cNvPr id="32" name="직사각형 31"/>
          <p:cNvSpPr/>
          <p:nvPr/>
        </p:nvSpPr>
        <p:spPr>
          <a:xfrm>
            <a:off x="1241345" y="2718107"/>
            <a:ext cx="33650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kern="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기초지수</a:t>
            </a:r>
            <a:r>
              <a:rPr lang="ko-KR" altLang="en-US" sz="12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수익률과 </a:t>
            </a:r>
            <a:r>
              <a:rPr lang="ko-KR" altLang="en-US" sz="1200" b="1" kern="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레버리지</a:t>
            </a:r>
            <a:r>
              <a:rPr lang="ko-KR" altLang="en-US" sz="12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12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ETF </a:t>
            </a:r>
            <a:r>
              <a:rPr lang="ko-KR" altLang="en-US" sz="12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순매수대금의 관계</a:t>
            </a:r>
            <a:endParaRPr lang="ko-KR" altLang="en-US" sz="1200" dirty="0"/>
          </a:p>
        </p:txBody>
      </p:sp>
      <p:sp>
        <p:nvSpPr>
          <p:cNvPr id="61" name="직사각형 60"/>
          <p:cNvSpPr/>
          <p:nvPr/>
        </p:nvSpPr>
        <p:spPr>
          <a:xfrm>
            <a:off x="6121020" y="2726311"/>
            <a:ext cx="224933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변동성 매매와 </a:t>
            </a:r>
            <a:r>
              <a:rPr lang="ko-KR" altLang="en-US" sz="1200" b="1" kern="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레버리지</a:t>
            </a:r>
            <a:r>
              <a:rPr lang="ko-KR" altLang="en-US" sz="12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매매 예시</a:t>
            </a:r>
            <a:endParaRPr lang="ko-KR" altLang="en-US" sz="1200" dirty="0"/>
          </a:p>
        </p:txBody>
      </p:sp>
      <p:sp>
        <p:nvSpPr>
          <p:cNvPr id="15" name="모서리가 둥근 직사각형 14"/>
          <p:cNvSpPr/>
          <p:nvPr/>
        </p:nvSpPr>
        <p:spPr>
          <a:xfrm>
            <a:off x="5309560" y="4219962"/>
            <a:ext cx="1112808" cy="646981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8488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순자산총액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:100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억</a:t>
            </a:r>
            <a:endParaRPr lang="en-US" altLang="ko-KR" sz="900" b="1" dirty="0">
              <a:solidFill>
                <a:schemeClr val="tx1">
                  <a:lumMod val="75000"/>
                  <a:lumOff val="2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r>
              <a:rPr lang="ko-KR" altLang="en-US" sz="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위험노출액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:200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억</a:t>
            </a:r>
            <a:endParaRPr lang="en-US" altLang="ko-KR" sz="900" b="1" dirty="0">
              <a:solidFill>
                <a:schemeClr val="tx1">
                  <a:lumMod val="75000"/>
                  <a:lumOff val="2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endParaRPr lang="en-US" altLang="ko-KR" sz="900" b="1" dirty="0">
              <a:solidFill>
                <a:schemeClr val="tx1">
                  <a:lumMod val="75000"/>
                  <a:lumOff val="2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r>
              <a:rPr lang="ko-KR" altLang="en-US" sz="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레버리지율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 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2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배</a:t>
            </a:r>
          </a:p>
        </p:txBody>
      </p:sp>
      <p:cxnSp>
        <p:nvCxnSpPr>
          <p:cNvPr id="23" name="직선 화살표 연결선 22"/>
          <p:cNvCxnSpPr>
            <a:stCxn id="15" idx="3"/>
          </p:cNvCxnSpPr>
          <p:nvPr/>
        </p:nvCxnSpPr>
        <p:spPr>
          <a:xfrm flipV="1">
            <a:off x="6422368" y="4064689"/>
            <a:ext cx="448573" cy="4787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>
            <a:stCxn id="15" idx="3"/>
          </p:cNvCxnSpPr>
          <p:nvPr/>
        </p:nvCxnSpPr>
        <p:spPr>
          <a:xfrm>
            <a:off x="6422368" y="4543453"/>
            <a:ext cx="448573" cy="4615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모서리가 둥근 직사각형 62"/>
          <p:cNvSpPr/>
          <p:nvPr/>
        </p:nvSpPr>
        <p:spPr>
          <a:xfrm>
            <a:off x="6870941" y="3751140"/>
            <a:ext cx="1112807" cy="67596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8488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r>
              <a:rPr lang="en-US" altLang="ko-KR" sz="900" b="1" dirty="0">
                <a:solidFill>
                  <a:srgbClr val="FF0000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20</a:t>
            </a:r>
            <a:r>
              <a:rPr lang="ko-KR" altLang="en-US" sz="900" b="1" dirty="0">
                <a:solidFill>
                  <a:srgbClr val="FF0000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억 매수</a:t>
            </a:r>
            <a:endParaRPr lang="en-US" altLang="ko-KR" sz="900" b="1" dirty="0">
              <a:solidFill>
                <a:srgbClr val="FF0000"/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순자산총액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:120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억</a:t>
            </a:r>
            <a:endParaRPr lang="en-US" altLang="ko-KR" sz="900" b="1" dirty="0">
              <a:solidFill>
                <a:schemeClr val="tx1">
                  <a:lumMod val="75000"/>
                  <a:lumOff val="2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r>
              <a:rPr lang="ko-KR" altLang="en-US" sz="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위험노출액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:240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억</a:t>
            </a:r>
            <a:endParaRPr lang="en-US" altLang="ko-KR" sz="900" b="1" dirty="0">
              <a:solidFill>
                <a:schemeClr val="tx1">
                  <a:lumMod val="75000"/>
                  <a:lumOff val="2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endParaRPr lang="en-US" altLang="ko-KR" sz="900" b="1" dirty="0">
              <a:solidFill>
                <a:schemeClr val="tx1">
                  <a:lumMod val="75000"/>
                  <a:lumOff val="2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r>
              <a:rPr lang="ko-KR" altLang="en-US" sz="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레버리지율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 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2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배</a:t>
            </a:r>
          </a:p>
        </p:txBody>
      </p:sp>
      <p:sp>
        <p:nvSpPr>
          <p:cNvPr id="64" name="모서리가 둥근 직사각형 63"/>
          <p:cNvSpPr/>
          <p:nvPr/>
        </p:nvSpPr>
        <p:spPr>
          <a:xfrm>
            <a:off x="6870941" y="3231605"/>
            <a:ext cx="1112807" cy="271151"/>
          </a:xfrm>
          <a:prstGeom prst="roundRect">
            <a:avLst/>
          </a:prstGeom>
          <a:solidFill>
            <a:srgbClr val="0D2D4F"/>
          </a:solidFill>
          <a:ln w="381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Arial" pitchFamily="34" charset="0"/>
              </a:rPr>
              <a:t>레버리지매매</a:t>
            </a:r>
          </a:p>
        </p:txBody>
      </p:sp>
      <p:sp>
        <p:nvSpPr>
          <p:cNvPr id="65" name="모서리가 둥근 직사각형 64"/>
          <p:cNvSpPr/>
          <p:nvPr/>
        </p:nvSpPr>
        <p:spPr>
          <a:xfrm>
            <a:off x="8256915" y="3223395"/>
            <a:ext cx="1112807" cy="271151"/>
          </a:xfrm>
          <a:prstGeom prst="roundRect">
            <a:avLst/>
          </a:prstGeom>
          <a:solidFill>
            <a:srgbClr val="FF6600"/>
          </a:solidFill>
          <a:ln w="381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r>
              <a:rPr lang="ko-KR" altLang="en-US" sz="1000" b="1" dirty="0" err="1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Arial" pitchFamily="34" charset="0"/>
              </a:rPr>
              <a:t>변동성매매</a:t>
            </a:r>
            <a:endParaRPr lang="ko-KR" altLang="en-US" sz="1000" b="1" dirty="0">
              <a:solidFill>
                <a:schemeClr val="bg1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  <a:cs typeface="Arial" pitchFamily="34" charset="0"/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8268412" y="3751139"/>
            <a:ext cx="1112807" cy="675967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8488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r>
              <a:rPr lang="en-US" altLang="ko-KR" sz="900" b="1" dirty="0">
                <a:solidFill>
                  <a:srgbClr val="0070C0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40</a:t>
            </a:r>
            <a:r>
              <a:rPr lang="ko-KR" altLang="en-US" sz="900" b="1" dirty="0">
                <a:solidFill>
                  <a:srgbClr val="0070C0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억 매도</a:t>
            </a:r>
            <a:endParaRPr lang="en-US" altLang="ko-KR" sz="900" b="1" dirty="0">
              <a:solidFill>
                <a:srgbClr val="0070C0"/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순자산총액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:120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억</a:t>
            </a:r>
            <a:endParaRPr lang="en-US" altLang="ko-KR" sz="900" b="1" dirty="0">
              <a:solidFill>
                <a:schemeClr val="tx1">
                  <a:lumMod val="75000"/>
                  <a:lumOff val="2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r>
              <a:rPr lang="ko-KR" altLang="en-US" sz="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위험노출액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:180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억</a:t>
            </a:r>
            <a:endParaRPr lang="en-US" altLang="ko-KR" sz="900" b="1" dirty="0">
              <a:solidFill>
                <a:schemeClr val="tx1">
                  <a:lumMod val="75000"/>
                  <a:lumOff val="2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endParaRPr lang="en-US" altLang="ko-KR" sz="900" b="1" dirty="0">
              <a:solidFill>
                <a:schemeClr val="tx1">
                  <a:lumMod val="75000"/>
                  <a:lumOff val="2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r>
              <a:rPr lang="ko-KR" altLang="en-US" sz="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레버리지율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 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1.5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배</a:t>
            </a:r>
          </a:p>
        </p:txBody>
      </p:sp>
      <p:sp>
        <p:nvSpPr>
          <p:cNvPr id="67" name="모서리가 둥근 직사각형 66"/>
          <p:cNvSpPr/>
          <p:nvPr/>
        </p:nvSpPr>
        <p:spPr>
          <a:xfrm>
            <a:off x="6901135" y="4689331"/>
            <a:ext cx="1112807" cy="684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8488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r>
              <a:rPr lang="en-US" altLang="ko-KR" sz="900" b="1" dirty="0">
                <a:solidFill>
                  <a:srgbClr val="0070C0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20</a:t>
            </a:r>
            <a:r>
              <a:rPr lang="ko-KR" altLang="en-US" sz="900" b="1" dirty="0">
                <a:solidFill>
                  <a:srgbClr val="0070C0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억 매도</a:t>
            </a:r>
            <a:endParaRPr lang="en-US" altLang="ko-KR" sz="900" b="1" dirty="0">
              <a:solidFill>
                <a:srgbClr val="0070C0"/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순자산총액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:80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억</a:t>
            </a:r>
            <a:endParaRPr lang="en-US" altLang="ko-KR" sz="900" b="1" dirty="0">
              <a:solidFill>
                <a:schemeClr val="tx1">
                  <a:lumMod val="75000"/>
                  <a:lumOff val="2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r>
              <a:rPr lang="ko-KR" altLang="en-US" sz="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위험노출액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:160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억</a:t>
            </a:r>
            <a:endParaRPr lang="en-US" altLang="ko-KR" sz="900" b="1" dirty="0">
              <a:solidFill>
                <a:schemeClr val="tx1">
                  <a:lumMod val="75000"/>
                  <a:lumOff val="2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endParaRPr lang="en-US" altLang="ko-KR" sz="900" b="1" dirty="0">
              <a:solidFill>
                <a:schemeClr val="tx1">
                  <a:lumMod val="75000"/>
                  <a:lumOff val="2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r>
              <a:rPr lang="ko-KR" altLang="en-US" sz="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레버리지율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 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2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배</a:t>
            </a:r>
            <a:endParaRPr lang="en-US" altLang="ko-KR" sz="900" b="1" dirty="0">
              <a:solidFill>
                <a:schemeClr val="tx1">
                  <a:lumMod val="75000"/>
                  <a:lumOff val="2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</p:txBody>
      </p:sp>
      <p:sp>
        <p:nvSpPr>
          <p:cNvPr id="68" name="모서리가 둥근 직사각형 67"/>
          <p:cNvSpPr/>
          <p:nvPr/>
        </p:nvSpPr>
        <p:spPr>
          <a:xfrm>
            <a:off x="8298606" y="4689330"/>
            <a:ext cx="1112807" cy="684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8488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r>
              <a:rPr lang="en-US" altLang="ko-KR" sz="900" b="1" dirty="0">
                <a:solidFill>
                  <a:srgbClr val="FF0000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20</a:t>
            </a:r>
            <a:r>
              <a:rPr lang="ko-KR" altLang="en-US" sz="900" b="1" dirty="0">
                <a:solidFill>
                  <a:srgbClr val="FF0000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억 매수</a:t>
            </a:r>
            <a:endParaRPr lang="en-US" altLang="ko-KR" sz="900" b="1" dirty="0">
              <a:solidFill>
                <a:srgbClr val="FF0000"/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순자산총액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:80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억</a:t>
            </a:r>
            <a:endParaRPr lang="en-US" altLang="ko-KR" sz="900" b="1" dirty="0">
              <a:solidFill>
                <a:schemeClr val="tx1">
                  <a:lumMod val="75000"/>
                  <a:lumOff val="2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r>
              <a:rPr lang="ko-KR" altLang="en-US" sz="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위험노출액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:160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억</a:t>
            </a:r>
            <a:endParaRPr lang="en-US" altLang="ko-KR" sz="900" b="1" dirty="0">
              <a:solidFill>
                <a:schemeClr val="tx1">
                  <a:lumMod val="75000"/>
                  <a:lumOff val="2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endParaRPr lang="en-US" altLang="ko-KR" sz="900" b="1" dirty="0">
              <a:solidFill>
                <a:schemeClr val="tx1">
                  <a:lumMod val="75000"/>
                  <a:lumOff val="2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r>
              <a:rPr lang="ko-KR" altLang="en-US" sz="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레버리지율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 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2</a:t>
            </a:r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865963" y="3959113"/>
            <a:ext cx="10152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solidFill>
                  <a:srgbClr val="FF6600"/>
                </a:solidFill>
                <a:latin typeface="KoPub돋움체_Pro Bold" pitchFamily="18" charset="-127"/>
                <a:ea typeface="KoPub돋움체_Pro Bold" pitchFamily="18" charset="-127"/>
              </a:rPr>
              <a:t>시장 </a:t>
            </a:r>
            <a:r>
              <a:rPr lang="en-US" altLang="ko-KR" sz="900" dirty="0">
                <a:solidFill>
                  <a:srgbClr val="FF6600"/>
                </a:solidFill>
                <a:latin typeface="KoPub돋움체_Pro Bold" pitchFamily="18" charset="-127"/>
                <a:ea typeface="KoPub돋움체_Pro Bold" pitchFamily="18" charset="-127"/>
              </a:rPr>
              <a:t>10% </a:t>
            </a:r>
            <a:r>
              <a:rPr lang="ko-KR" altLang="en-US" sz="900" dirty="0">
                <a:solidFill>
                  <a:srgbClr val="FF6600"/>
                </a:solidFill>
                <a:latin typeface="KoPub돋움체_Pro Bold" pitchFamily="18" charset="-127"/>
                <a:ea typeface="KoPub돋움체_Pro Bold" pitchFamily="18" charset="-127"/>
              </a:rPr>
              <a:t>상승</a:t>
            </a:r>
            <a:endParaRPr lang="en-US" altLang="ko-KR" sz="900" dirty="0">
              <a:solidFill>
                <a:srgbClr val="FF6600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5865962" y="4890482"/>
            <a:ext cx="10152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solidFill>
                  <a:srgbClr val="FF6600"/>
                </a:solidFill>
                <a:latin typeface="KoPub돋움체_Pro Bold" pitchFamily="18" charset="-127"/>
                <a:ea typeface="KoPub돋움체_Pro Bold" pitchFamily="18" charset="-127"/>
              </a:rPr>
              <a:t>시장 </a:t>
            </a:r>
            <a:r>
              <a:rPr lang="en-US" altLang="ko-KR" sz="900" dirty="0">
                <a:solidFill>
                  <a:srgbClr val="FF6600"/>
                </a:solidFill>
                <a:latin typeface="KoPub돋움체_Pro Bold" pitchFamily="18" charset="-127"/>
                <a:ea typeface="KoPub돋움체_Pro Bold" pitchFamily="18" charset="-127"/>
              </a:rPr>
              <a:t>10% </a:t>
            </a:r>
            <a:r>
              <a:rPr lang="ko-KR" altLang="en-US" sz="900" dirty="0">
                <a:solidFill>
                  <a:srgbClr val="FF6600"/>
                </a:solidFill>
                <a:latin typeface="KoPub돋움체_Pro Bold" pitchFamily="18" charset="-127"/>
                <a:ea typeface="KoPub돋움체_Pro Bold" pitchFamily="18" charset="-127"/>
              </a:rPr>
              <a:t>하락</a:t>
            </a:r>
            <a:endParaRPr lang="en-US" altLang="ko-KR" sz="900" dirty="0">
              <a:solidFill>
                <a:srgbClr val="FF6600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cxnSp>
        <p:nvCxnSpPr>
          <p:cNvPr id="72" name="직선 연결선 71"/>
          <p:cNvCxnSpPr/>
          <p:nvPr/>
        </p:nvCxnSpPr>
        <p:spPr>
          <a:xfrm>
            <a:off x="5408762" y="4641009"/>
            <a:ext cx="892831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/>
          <p:cNvCxnSpPr/>
          <p:nvPr/>
        </p:nvCxnSpPr>
        <p:spPr>
          <a:xfrm>
            <a:off x="6975894" y="4241312"/>
            <a:ext cx="892831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/>
          <p:cNvCxnSpPr/>
          <p:nvPr/>
        </p:nvCxnSpPr>
        <p:spPr>
          <a:xfrm>
            <a:off x="8387748" y="4241312"/>
            <a:ext cx="892831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/>
          <p:cNvCxnSpPr/>
          <p:nvPr/>
        </p:nvCxnSpPr>
        <p:spPr>
          <a:xfrm>
            <a:off x="8387748" y="5195968"/>
            <a:ext cx="892831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/>
          <p:cNvCxnSpPr/>
          <p:nvPr/>
        </p:nvCxnSpPr>
        <p:spPr>
          <a:xfrm>
            <a:off x="7021908" y="5195968"/>
            <a:ext cx="892831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왼쪽/오른쪽 화살표 76"/>
          <p:cNvSpPr/>
          <p:nvPr/>
        </p:nvSpPr>
        <p:spPr>
          <a:xfrm>
            <a:off x="8005316" y="3959113"/>
            <a:ext cx="242973" cy="260849"/>
          </a:xfrm>
          <a:prstGeom prst="leftRightArrow">
            <a:avLst>
              <a:gd name="adj1" fmla="val 50000"/>
              <a:gd name="adj2" fmla="val 32248"/>
            </a:avLst>
          </a:prstGeom>
          <a:solidFill>
            <a:srgbClr val="FF6600"/>
          </a:solidFill>
          <a:ln w="381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8" name="왼쪽/오른쪽 화살표 77"/>
          <p:cNvSpPr/>
          <p:nvPr/>
        </p:nvSpPr>
        <p:spPr>
          <a:xfrm>
            <a:off x="8019697" y="4905137"/>
            <a:ext cx="242973" cy="260849"/>
          </a:xfrm>
          <a:prstGeom prst="leftRightArrow">
            <a:avLst>
              <a:gd name="adj1" fmla="val 50000"/>
              <a:gd name="adj2" fmla="val 32248"/>
            </a:avLst>
          </a:prstGeom>
          <a:solidFill>
            <a:srgbClr val="FF6600"/>
          </a:solidFill>
          <a:ln w="381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145663" y="5898865"/>
            <a:ext cx="4377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*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자료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미래에셋자산운용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*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가정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: 2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레버리지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 전략과 비교를 위해 변동성 매매 전략에 대하여 예시적으로 작성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.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시장상황 및 전략에 따라 실제와 다를 수 있음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5641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7"/>
          <p:cNvSpPr txBox="1">
            <a:spLocks/>
          </p:cNvSpPr>
          <p:nvPr/>
        </p:nvSpPr>
        <p:spPr>
          <a:xfrm>
            <a:off x="575751" y="908720"/>
            <a:ext cx="8761909" cy="528638"/>
          </a:xfrm>
          <a:prstGeom prst="rect">
            <a:avLst/>
          </a:prstGeom>
        </p:spPr>
        <p:txBody>
          <a:bodyPr/>
          <a:lstStyle/>
          <a:p>
            <a:pPr marL="228600" lvl="2" indent="-228600" eaLnBrk="0" hangingPunct="0">
              <a:lnSpc>
                <a:spcPct val="150000"/>
              </a:lnSpc>
              <a:spcBef>
                <a:spcPct val="20000"/>
              </a:spcBef>
              <a:defRPr/>
            </a:pP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변동성 매매 전략도 장단점이 있으나 </a:t>
            </a:r>
            <a:r>
              <a:rPr lang="ko-KR" altLang="en-US" sz="1400" b="1" kern="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레버리지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투자자 관점에서는 변동성 매매의 장점을 취할 확률이 높음</a:t>
            </a: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720627" y="1314121"/>
            <a:ext cx="9004397" cy="12460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1pPr>
            <a:lvl2pPr marL="742950" indent="-285750" algn="l" defTabSz="457200" rtl="0" eaLnBrk="1" latinLnBrk="1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2pPr>
            <a:lvl3pPr marL="11430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3pPr>
            <a:lvl4pPr marL="1600200" indent="-228600" algn="l" defTabSz="457200" rtl="0" eaLnBrk="1" latinLnBrk="1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4pPr>
            <a:lvl5pPr marL="2057400" indent="-228600" algn="l" defTabSz="457200" rtl="0" eaLnBrk="1" latinLnBrk="1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5pPr>
            <a:lvl6pPr marL="25146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038" indent="-173038" algn="just" latinLnBrk="0">
              <a:lnSpc>
                <a:spcPct val="150000"/>
              </a:lnSpc>
              <a:spcBef>
                <a:spcPts val="600"/>
              </a:spcBef>
              <a:buClr>
                <a:srgbClr val="0D2D4F"/>
              </a:buClr>
              <a:buFont typeface="Arial" charset="0"/>
              <a:buChar char="•"/>
              <a:defRPr/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장점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: (1)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시장 가격이 결론적으로 횡보 수준이라도 수익 발생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(2)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목표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편입비가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레버리지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펀드보다 낮은 수준으로 손실 범위가 제한적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charset="0"/>
            </a:endParaRPr>
          </a:p>
          <a:p>
            <a:pPr marL="173038" indent="-173038" algn="just" latinLnBrk="0">
              <a:lnSpc>
                <a:spcPct val="150000"/>
              </a:lnSpc>
              <a:spcBef>
                <a:spcPts val="600"/>
              </a:spcBef>
              <a:buClr>
                <a:srgbClr val="0D2D4F"/>
              </a:buClr>
              <a:buFont typeface="Arial" charset="0"/>
              <a:buChar char="•"/>
              <a:defRPr/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단점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: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시장의 변동성이 적은 추세적 상승 시장이나 주가의 과도한 하락 시점에는 손실 발생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charset="0"/>
            </a:endParaRPr>
          </a:p>
          <a:p>
            <a:pPr marL="173038" indent="-173038" algn="just" latinLnBrk="0">
              <a:lnSpc>
                <a:spcPct val="150000"/>
              </a:lnSpc>
              <a:spcBef>
                <a:spcPts val="600"/>
              </a:spcBef>
              <a:buClr>
                <a:srgbClr val="0D2D4F"/>
              </a:buClr>
              <a:buFont typeface="Arial" charset="0"/>
              <a:buChar char="•"/>
              <a:defRPr/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다만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일반적으로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레버리지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투자자 관점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(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투자 행태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)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에서는 변동성 매매의 장점을 취할 확률이 단점을 취할 확률보다 높음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75751" y="5972701"/>
            <a:ext cx="87513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*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자료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미래에셋자산운용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sp>
        <p:nvSpPr>
          <p:cNvPr id="19" name="제목 4"/>
          <p:cNvSpPr>
            <a:spLocks noGrp="1"/>
          </p:cNvSpPr>
          <p:nvPr>
            <p:ph type="title"/>
          </p:nvPr>
        </p:nvSpPr>
        <p:spPr>
          <a:xfrm>
            <a:off x="411749" y="417790"/>
            <a:ext cx="8915400" cy="409433"/>
          </a:xfrm>
          <a:prstGeom prst="rect">
            <a:avLst/>
          </a:prstGeom>
        </p:spPr>
        <p:txBody>
          <a:bodyPr/>
          <a:lstStyle/>
          <a:p>
            <a:r>
              <a:rPr lang="en-US" altLang="ko-KR" b="1" dirty="0">
                <a:latin typeface="KoPub돋움체_Pro Bold" pitchFamily="18" charset="-127"/>
                <a:ea typeface="KoPub돋움체_Pro Bold" pitchFamily="18" charset="-127"/>
              </a:rPr>
              <a:t>4. </a:t>
            </a:r>
            <a:r>
              <a:rPr lang="ko-KR" altLang="en-US" b="1" dirty="0" err="1">
                <a:latin typeface="KoPub돋움체_Pro Bold" pitchFamily="18" charset="-127"/>
                <a:ea typeface="KoPub돋움체_Pro Bold" pitchFamily="18" charset="-127"/>
              </a:rPr>
              <a:t>레버리지</a:t>
            </a:r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 투자자에게 필요한 대안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2217074" y="2687673"/>
            <a:ext cx="103746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kern="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레버리지</a:t>
            </a:r>
            <a:r>
              <a:rPr lang="ko-KR" altLang="en-US" sz="12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전략</a:t>
            </a:r>
            <a:endParaRPr lang="ko-KR" altLang="en-US" sz="1200" dirty="0"/>
          </a:p>
        </p:txBody>
      </p:sp>
      <p:sp>
        <p:nvSpPr>
          <p:cNvPr id="36" name="직사각형 35"/>
          <p:cNvSpPr/>
          <p:nvPr/>
        </p:nvSpPr>
        <p:spPr>
          <a:xfrm>
            <a:off x="6121961" y="2689249"/>
            <a:ext cx="238398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변동성 매매를 활용한 </a:t>
            </a:r>
            <a:r>
              <a:rPr lang="ko-KR" altLang="en-US" sz="1200" b="1" kern="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레버리지</a:t>
            </a:r>
            <a:r>
              <a:rPr lang="ko-KR" altLang="en-US" sz="12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전략</a:t>
            </a:r>
            <a:endParaRPr lang="ko-KR" altLang="en-US" sz="1200" dirty="0"/>
          </a:p>
        </p:txBody>
      </p:sp>
      <p:graphicFrame>
        <p:nvGraphicFramePr>
          <p:cNvPr id="52" name="차트 5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7313471"/>
              </p:ext>
            </p:extLst>
          </p:nvPr>
        </p:nvGraphicFramePr>
        <p:xfrm>
          <a:off x="575751" y="3092211"/>
          <a:ext cx="4405404" cy="28804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3" name="차트 5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421977"/>
              </p:ext>
            </p:extLst>
          </p:nvPr>
        </p:nvGraphicFramePr>
        <p:xfrm>
          <a:off x="5252368" y="3092211"/>
          <a:ext cx="4256802" cy="28804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" name="TextBox 33"/>
          <p:cNvSpPr txBox="1"/>
          <p:nvPr/>
        </p:nvSpPr>
        <p:spPr>
          <a:xfrm rot="437411">
            <a:off x="6581594" y="4776485"/>
            <a:ext cx="22199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  <a:latin typeface="KoPub돋움체_Pro Bold" pitchFamily="18" charset="-127"/>
                <a:ea typeface="KoPub돋움체_Pro Bold" pitchFamily="18" charset="-127"/>
              </a:rPr>
              <a:t>시장이 오르면 팔고 내리면 사는 전략</a:t>
            </a:r>
            <a:endParaRPr lang="en-US" altLang="ko-KR" sz="1000" dirty="0">
              <a:solidFill>
                <a:srgbClr val="FF0000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cxnSp>
        <p:nvCxnSpPr>
          <p:cNvPr id="35" name="직선 화살표 연결선 34"/>
          <p:cNvCxnSpPr/>
          <p:nvPr/>
        </p:nvCxnSpPr>
        <p:spPr>
          <a:xfrm>
            <a:off x="6477828" y="5023552"/>
            <a:ext cx="2226224" cy="270820"/>
          </a:xfrm>
          <a:prstGeom prst="straightConnector1">
            <a:avLst/>
          </a:prstGeom>
          <a:ln>
            <a:solidFill>
              <a:srgbClr val="FF00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타원 53"/>
          <p:cNvSpPr/>
          <p:nvPr/>
        </p:nvSpPr>
        <p:spPr>
          <a:xfrm>
            <a:off x="4024257" y="4041578"/>
            <a:ext cx="120869" cy="109471"/>
          </a:xfrm>
          <a:prstGeom prst="ellipse">
            <a:avLst/>
          </a:prstGeom>
          <a:solidFill>
            <a:srgbClr val="0D2D4F"/>
          </a:solidFill>
          <a:ln w="38100">
            <a:solidFill>
              <a:srgbClr val="0D2D4F"/>
            </a:solidFill>
          </a:ln>
          <a:effectLst>
            <a:outerShdw blurRad="50800" dist="38100" sx="102000" sy="1020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5" name="타원 54"/>
          <p:cNvSpPr/>
          <p:nvPr/>
        </p:nvSpPr>
        <p:spPr>
          <a:xfrm>
            <a:off x="4024257" y="3804759"/>
            <a:ext cx="120869" cy="109471"/>
          </a:xfrm>
          <a:prstGeom prst="ellipse">
            <a:avLst/>
          </a:prstGeom>
          <a:solidFill>
            <a:srgbClr val="FF6600"/>
          </a:solidFill>
          <a:ln w="38100">
            <a:solidFill>
              <a:srgbClr val="FF6600"/>
            </a:solidFill>
          </a:ln>
          <a:effectLst>
            <a:outerShdw blurRad="50800" dist="38100" sx="102000" sy="1020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4259494" y="2966248"/>
            <a:ext cx="407397" cy="1883677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256046" y="3813706"/>
            <a:ext cx="10654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0070C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-3% </a:t>
            </a:r>
            <a:r>
              <a:rPr lang="ko-KR" altLang="en-US" sz="1200" dirty="0">
                <a:solidFill>
                  <a:srgbClr val="0070C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손실</a:t>
            </a:r>
          </a:p>
        </p:txBody>
      </p:sp>
      <p:cxnSp>
        <p:nvCxnSpPr>
          <p:cNvPr id="56" name="직선 화살표 연결선 55"/>
          <p:cNvCxnSpPr/>
          <p:nvPr/>
        </p:nvCxnSpPr>
        <p:spPr>
          <a:xfrm>
            <a:off x="4268766" y="3807058"/>
            <a:ext cx="0" cy="343991"/>
          </a:xfrm>
          <a:prstGeom prst="straightConnector1">
            <a:avLst/>
          </a:prstGeom>
          <a:ln w="25400">
            <a:solidFill>
              <a:srgbClr val="0070C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/>
          <p:cNvSpPr/>
          <p:nvPr/>
        </p:nvSpPr>
        <p:spPr>
          <a:xfrm>
            <a:off x="8742646" y="2981778"/>
            <a:ext cx="407397" cy="1883677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794404" y="3562460"/>
            <a:ext cx="10654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+5% </a:t>
            </a:r>
            <a:r>
              <a:rPr lang="ko-KR" altLang="en-US" sz="1200" dirty="0">
                <a:solidFill>
                  <a:srgbClr val="FF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이익</a:t>
            </a:r>
          </a:p>
        </p:txBody>
      </p:sp>
      <p:cxnSp>
        <p:nvCxnSpPr>
          <p:cNvPr id="64" name="직선 화살표 연결선 63"/>
          <p:cNvCxnSpPr/>
          <p:nvPr/>
        </p:nvCxnSpPr>
        <p:spPr>
          <a:xfrm>
            <a:off x="8807124" y="3512680"/>
            <a:ext cx="0" cy="360580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타원 65"/>
          <p:cNvSpPr/>
          <p:nvPr/>
        </p:nvSpPr>
        <p:spPr>
          <a:xfrm>
            <a:off x="8535464" y="3821448"/>
            <a:ext cx="120869" cy="109471"/>
          </a:xfrm>
          <a:prstGeom prst="ellipse">
            <a:avLst/>
          </a:prstGeom>
          <a:solidFill>
            <a:srgbClr val="FF6600"/>
          </a:solidFill>
          <a:ln w="38100">
            <a:solidFill>
              <a:srgbClr val="FF6600"/>
            </a:solidFill>
          </a:ln>
          <a:effectLst>
            <a:outerShdw blurRad="50800" dist="38100" sx="102000" sy="1020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67" name="타원 66"/>
          <p:cNvSpPr/>
          <p:nvPr/>
        </p:nvSpPr>
        <p:spPr>
          <a:xfrm>
            <a:off x="8535464" y="3532873"/>
            <a:ext cx="120869" cy="109471"/>
          </a:xfrm>
          <a:prstGeom prst="ellipse">
            <a:avLst/>
          </a:prstGeom>
          <a:solidFill>
            <a:srgbClr val="0D2D4F"/>
          </a:solidFill>
          <a:ln w="38100">
            <a:solidFill>
              <a:srgbClr val="0D2D4F"/>
            </a:solidFill>
          </a:ln>
          <a:effectLst>
            <a:outerShdw blurRad="50800" dist="38100" sx="102000" sy="1020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581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4"/>
          <p:cNvSpPr>
            <a:spLocks noGrp="1"/>
          </p:cNvSpPr>
          <p:nvPr>
            <p:ph type="title"/>
          </p:nvPr>
        </p:nvSpPr>
        <p:spPr>
          <a:xfrm>
            <a:off x="411749" y="417790"/>
            <a:ext cx="8915400" cy="409433"/>
          </a:xfrm>
          <a:prstGeom prst="rect">
            <a:avLst/>
          </a:prstGeom>
        </p:spPr>
        <p:txBody>
          <a:bodyPr/>
          <a:lstStyle/>
          <a:p>
            <a:r>
              <a:rPr lang="en-US" altLang="ko-KR" b="1" dirty="0">
                <a:latin typeface="KoPub돋움체_Pro Bold" pitchFamily="18" charset="-127"/>
                <a:ea typeface="KoPub돋움체_Pro Bold" pitchFamily="18" charset="-127"/>
              </a:rPr>
              <a:t>4. </a:t>
            </a:r>
            <a:r>
              <a:rPr lang="ko-KR" altLang="en-US" b="1" dirty="0" err="1">
                <a:latin typeface="KoPub돋움체_Pro Bold" pitchFamily="18" charset="-127"/>
                <a:ea typeface="KoPub돋움체_Pro Bold" pitchFamily="18" charset="-127"/>
              </a:rPr>
              <a:t>레버리지</a:t>
            </a:r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 투자자에게 필요한 대안</a:t>
            </a:r>
          </a:p>
        </p:txBody>
      </p:sp>
      <p:sp>
        <p:nvSpPr>
          <p:cNvPr id="5" name="내용 개체 틀 7"/>
          <p:cNvSpPr txBox="1">
            <a:spLocks/>
          </p:cNvSpPr>
          <p:nvPr/>
        </p:nvSpPr>
        <p:spPr>
          <a:xfrm>
            <a:off x="575751" y="908720"/>
            <a:ext cx="8761909" cy="528638"/>
          </a:xfrm>
          <a:prstGeom prst="rect">
            <a:avLst/>
          </a:prstGeom>
        </p:spPr>
        <p:txBody>
          <a:bodyPr/>
          <a:lstStyle/>
          <a:p>
            <a:pPr marL="228600" lvl="2" indent="-228600" eaLnBrk="0" hangingPunct="0">
              <a:lnSpc>
                <a:spcPct val="150000"/>
              </a:lnSpc>
              <a:spcBef>
                <a:spcPct val="20000"/>
              </a:spcBef>
              <a:defRPr/>
            </a:pP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변동성 매매를 활용한 </a:t>
            </a:r>
            <a:r>
              <a:rPr lang="ko-KR" altLang="en-US" sz="1400" b="1" kern="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레버리지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전략을 통해</a:t>
            </a: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, </a:t>
            </a:r>
            <a:r>
              <a:rPr lang="ko-KR" altLang="en-US" sz="1400" b="1" kern="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레버리지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전략 손실은 낮추고 투자자는 이익을 취할 수 있음</a:t>
            </a: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720627" y="1314121"/>
            <a:ext cx="9004397" cy="12460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1pPr>
            <a:lvl2pPr marL="742950" indent="-285750" algn="l" defTabSz="457200" rtl="0" eaLnBrk="1" latinLnBrk="1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2pPr>
            <a:lvl3pPr marL="11430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3pPr>
            <a:lvl4pPr marL="1600200" indent="-228600" algn="l" defTabSz="457200" rtl="0" eaLnBrk="1" latinLnBrk="1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4pPr>
            <a:lvl5pPr marL="2057400" indent="-228600" algn="l" defTabSz="457200" rtl="0" eaLnBrk="1" latinLnBrk="1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5pPr>
            <a:lvl6pPr marL="25146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038" indent="-173038" algn="just" latinLnBrk="0">
              <a:lnSpc>
                <a:spcPct val="150000"/>
              </a:lnSpc>
              <a:spcBef>
                <a:spcPts val="600"/>
              </a:spcBef>
              <a:buClr>
                <a:srgbClr val="0D2D4F"/>
              </a:buClr>
              <a:buFont typeface="Arial" charset="0"/>
              <a:buChar char="•"/>
              <a:defRPr/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시장 방향성을 잘 맞추는 투자자에게는 유리하지 않지만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보통의 투자자에게는 변동성 매매를 활용한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레버리지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전략이 유리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.</a:t>
            </a:r>
          </a:p>
          <a:p>
            <a:pPr marL="173038" indent="-173038" algn="just" latinLnBrk="0">
              <a:lnSpc>
                <a:spcPct val="150000"/>
              </a:lnSpc>
              <a:spcBef>
                <a:spcPts val="600"/>
              </a:spcBef>
              <a:buClr>
                <a:srgbClr val="0D2D4F"/>
              </a:buClr>
              <a:buFont typeface="Arial" charset="0"/>
              <a:buChar char="•"/>
              <a:defRPr/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모든 시장에서 유리 하진 않지만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,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레버리지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투자자가 많은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“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하락 후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회복장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”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에서는 변동성 매매를 활용한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레버리지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전략이 유리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.</a:t>
            </a:r>
          </a:p>
          <a:p>
            <a:pPr marL="173038" indent="-173038" algn="just" latinLnBrk="0">
              <a:lnSpc>
                <a:spcPct val="150000"/>
              </a:lnSpc>
              <a:spcBef>
                <a:spcPts val="600"/>
              </a:spcBef>
              <a:buClr>
                <a:srgbClr val="0D2D4F"/>
              </a:buClr>
              <a:buFont typeface="Arial" charset="0"/>
              <a:buChar char="•"/>
              <a:defRPr/>
            </a:pP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75751" y="5972701"/>
            <a:ext cx="87513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*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자료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미래에셋자산운용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5314930" y="2734572"/>
            <a:ext cx="1551704" cy="2397329"/>
          </a:xfrm>
          <a:prstGeom prst="rect">
            <a:avLst/>
          </a:prstGeom>
          <a:solidFill>
            <a:schemeClr val="bg1"/>
          </a:solidFill>
          <a:ln w="19050">
            <a:solidFill>
              <a:srgbClr val="00A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en-US" altLang="ko-KR" sz="1200" b="1" dirty="0">
              <a:solidFill>
                <a:srgbClr val="0D2D4F"/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endParaRPr lang="en-US" altLang="ko-KR" sz="1200" b="1" dirty="0">
              <a:solidFill>
                <a:srgbClr val="0D2D4F"/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endParaRPr lang="en-US" altLang="ko-KR" sz="1200" b="1" dirty="0">
              <a:solidFill>
                <a:srgbClr val="0D2D4F"/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endParaRPr lang="en-US" altLang="ko-KR" sz="1200" b="1" dirty="0">
              <a:solidFill>
                <a:srgbClr val="0D2D4F"/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endParaRPr lang="en-US" altLang="ko-KR" sz="1200" b="1" dirty="0">
              <a:solidFill>
                <a:srgbClr val="0D2D4F"/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endParaRPr lang="en-US" altLang="ko-KR" sz="1200" b="1" dirty="0">
              <a:solidFill>
                <a:srgbClr val="0D2D4F"/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r>
              <a:rPr lang="ko-KR" altLang="en-US" sz="1200" b="1" dirty="0">
                <a:solidFill>
                  <a:srgbClr val="0D2D4F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시장 회복까지의</a:t>
            </a:r>
            <a:endParaRPr lang="en-US" altLang="ko-KR" sz="1200" b="1" dirty="0">
              <a:solidFill>
                <a:srgbClr val="0D2D4F"/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r>
              <a:rPr lang="ko-KR" altLang="en-US" sz="1200" b="1" dirty="0">
                <a:solidFill>
                  <a:srgbClr val="0D2D4F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소요 기간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929426" y="2734571"/>
            <a:ext cx="1551704" cy="1105623"/>
          </a:xfrm>
          <a:prstGeom prst="rect">
            <a:avLst/>
          </a:prstGeom>
          <a:solidFill>
            <a:srgbClr val="0D2D4F"/>
          </a:solidFill>
          <a:ln w="381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Arial" pitchFamily="34" charset="0"/>
              </a:rPr>
              <a:t>일일 재조정</a:t>
            </a:r>
            <a:r>
              <a:rPr lang="en-US" altLang="ko-KR" sz="1200" b="1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Arial" pitchFamily="34" charset="0"/>
              </a:rPr>
              <a:t> </a:t>
            </a:r>
            <a:r>
              <a:rPr lang="ko-KR" altLang="en-US" sz="1200" b="1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Arial" pitchFamily="34" charset="0"/>
              </a:rPr>
              <a:t>매매 비용</a:t>
            </a:r>
          </a:p>
        </p:txBody>
      </p:sp>
      <p:sp>
        <p:nvSpPr>
          <p:cNvPr id="46" name="직사각형 45"/>
          <p:cNvSpPr/>
          <p:nvPr/>
        </p:nvSpPr>
        <p:spPr>
          <a:xfrm>
            <a:off x="5314930" y="2734572"/>
            <a:ext cx="1551704" cy="1108494"/>
          </a:xfrm>
          <a:prstGeom prst="rect">
            <a:avLst/>
          </a:prstGeom>
          <a:solidFill>
            <a:srgbClr val="00A9CE"/>
          </a:solidFill>
          <a:ln w="381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Arial" pitchFamily="34" charset="0"/>
              </a:rPr>
              <a:t>비자발적 장기 투자</a:t>
            </a:r>
          </a:p>
        </p:txBody>
      </p:sp>
      <p:sp>
        <p:nvSpPr>
          <p:cNvPr id="48" name="곱셈 기호 47"/>
          <p:cNvSpPr/>
          <p:nvPr/>
        </p:nvSpPr>
        <p:spPr>
          <a:xfrm>
            <a:off x="4848058" y="3088256"/>
            <a:ext cx="310551" cy="362310"/>
          </a:xfrm>
          <a:prstGeom prst="mathMultiply">
            <a:avLst>
              <a:gd name="adj1" fmla="val 9631"/>
            </a:avLst>
          </a:prstGeom>
          <a:solidFill>
            <a:srgbClr val="0D2D4F"/>
          </a:solidFill>
          <a:ln w="381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3089120" y="2738171"/>
            <a:ext cx="1551704" cy="2383046"/>
          </a:xfrm>
          <a:prstGeom prst="rect">
            <a:avLst/>
          </a:prstGeom>
          <a:solidFill>
            <a:schemeClr val="bg1"/>
          </a:solidFill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en-US" altLang="ko-KR" sz="1200" b="1" dirty="0">
              <a:solidFill>
                <a:srgbClr val="0D2D4F"/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endParaRPr lang="en-US" altLang="ko-KR" sz="1200" b="1" dirty="0">
              <a:solidFill>
                <a:srgbClr val="0D2D4F"/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endParaRPr lang="en-US" altLang="ko-KR" sz="1200" b="1" dirty="0">
              <a:solidFill>
                <a:srgbClr val="0D2D4F"/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endParaRPr lang="en-US" altLang="ko-KR" sz="1200" b="1" dirty="0">
              <a:solidFill>
                <a:srgbClr val="0D2D4F"/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endParaRPr lang="en-US" altLang="ko-KR" sz="1200" b="1" dirty="0">
              <a:solidFill>
                <a:srgbClr val="0D2D4F"/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endParaRPr lang="en-US" altLang="ko-KR" sz="1200" b="1" dirty="0">
              <a:solidFill>
                <a:srgbClr val="0D2D4F"/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r>
              <a:rPr lang="ko-KR" altLang="en-US" sz="1200" b="1" dirty="0">
                <a:solidFill>
                  <a:srgbClr val="0D2D4F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이동평균선 기준으로 현재 가격이 높으면 팔고 낮으면 매수</a:t>
            </a:r>
            <a:endParaRPr lang="en-US" altLang="ko-KR" sz="1200" b="1" dirty="0">
              <a:solidFill>
                <a:srgbClr val="0D2D4F"/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endParaRPr lang="en-US" altLang="ko-KR" sz="1200" b="1" dirty="0">
              <a:solidFill>
                <a:srgbClr val="0D2D4F"/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  <a:p>
            <a:pPr algn="ctr"/>
            <a:r>
              <a:rPr lang="en-US" altLang="ko-KR" sz="1200" b="1" dirty="0">
                <a:solidFill>
                  <a:srgbClr val="FF6600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“</a:t>
            </a:r>
            <a:r>
              <a:rPr lang="ko-KR" altLang="en-US" sz="1200" b="1" dirty="0">
                <a:solidFill>
                  <a:srgbClr val="FF6600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하락 후 </a:t>
            </a:r>
            <a:r>
              <a:rPr lang="ko-KR" altLang="en-US" sz="1200" b="1" dirty="0" err="1">
                <a:solidFill>
                  <a:srgbClr val="FF6600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회복장</a:t>
            </a:r>
            <a:r>
              <a:rPr lang="en-US" altLang="ko-KR" sz="1200" b="1" dirty="0">
                <a:solidFill>
                  <a:srgbClr val="FF6600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”</a:t>
            </a:r>
            <a:r>
              <a:rPr lang="ko-KR" altLang="en-US" sz="1200" b="1" dirty="0">
                <a:solidFill>
                  <a:srgbClr val="FF6600"/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pitchFamily="34" charset="0"/>
              </a:rPr>
              <a:t>에서 투자자 유리</a:t>
            </a:r>
            <a:endParaRPr lang="en-US" altLang="ko-KR" sz="1200" b="1" dirty="0">
              <a:solidFill>
                <a:srgbClr val="FF6600"/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pitchFamily="34" charset="0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089120" y="2731700"/>
            <a:ext cx="1551704" cy="1108494"/>
          </a:xfrm>
          <a:prstGeom prst="rect">
            <a:avLst/>
          </a:prstGeom>
          <a:solidFill>
            <a:srgbClr val="FF6600"/>
          </a:solidFill>
          <a:ln w="381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Arial" pitchFamily="34" charset="0"/>
              </a:rPr>
              <a:t>변동성 매매 이익</a:t>
            </a:r>
          </a:p>
        </p:txBody>
      </p:sp>
      <p:sp>
        <p:nvSpPr>
          <p:cNvPr id="52" name="뺄셈 기호 51"/>
          <p:cNvSpPr/>
          <p:nvPr/>
        </p:nvSpPr>
        <p:spPr>
          <a:xfrm>
            <a:off x="2652043" y="3148638"/>
            <a:ext cx="272973" cy="199916"/>
          </a:xfrm>
          <a:prstGeom prst="mathMinus">
            <a:avLst/>
          </a:prstGeom>
          <a:solidFill>
            <a:srgbClr val="0D2D4F"/>
          </a:solidFill>
          <a:ln w="38100">
            <a:noFill/>
          </a:ln>
          <a:effectLst>
            <a:outerShdw blurRad="50800" dist="38100" sx="102000" sy="1020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3" name="양쪽 대괄호 52"/>
          <p:cNvSpPr/>
          <p:nvPr/>
        </p:nvSpPr>
        <p:spPr>
          <a:xfrm>
            <a:off x="712683" y="2489969"/>
            <a:ext cx="4135375" cy="2863970"/>
          </a:xfrm>
          <a:prstGeom prst="bracketPair">
            <a:avLst/>
          </a:prstGeom>
          <a:ln>
            <a:solidFill>
              <a:srgbClr val="0D2D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929426" y="4014631"/>
            <a:ext cx="1551704" cy="1138118"/>
          </a:xfrm>
          <a:prstGeom prst="rect">
            <a:avLst/>
          </a:prstGeom>
          <a:solidFill>
            <a:srgbClr val="84888B"/>
          </a:solidFill>
          <a:ln w="381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Arial" pitchFamily="34" charset="0"/>
              </a:rPr>
              <a:t>시장교란행위로 인한</a:t>
            </a:r>
            <a:endParaRPr lang="en-US" altLang="ko-KR" sz="1200" b="1" dirty="0">
              <a:solidFill>
                <a:schemeClr val="bg1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  <a:cs typeface="Arial" pitchFamily="34" charset="0"/>
            </a:endParaRPr>
          </a:p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Arial" pitchFamily="34" charset="0"/>
              </a:rPr>
              <a:t>사회적 비용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7505742" y="2749669"/>
            <a:ext cx="1551704" cy="2382232"/>
          </a:xfrm>
          <a:prstGeom prst="rect">
            <a:avLst/>
          </a:prstGeom>
          <a:noFill/>
          <a:ln w="38100">
            <a:solidFill>
              <a:srgbClr val="F08300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r>
              <a:rPr lang="ko-KR" altLang="en-US" sz="1400" b="1" dirty="0" err="1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Arial" pitchFamily="34" charset="0"/>
              </a:rPr>
              <a:t>레버리지</a:t>
            </a:r>
            <a:r>
              <a:rPr lang="ko-KR" altLang="en-US" sz="1400" b="1" dirty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Arial" pitchFamily="34" charset="0"/>
              </a:rPr>
              <a:t> 전략 손실</a:t>
            </a:r>
            <a:endParaRPr lang="en-US" altLang="ko-KR" sz="1400" b="1" dirty="0">
              <a:solidFill>
                <a:schemeClr val="tx1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  <a:cs typeface="Arial" pitchFamily="34" charset="0"/>
            </a:endParaRPr>
          </a:p>
          <a:p>
            <a:pPr algn="ctr"/>
            <a:endParaRPr lang="en-US" altLang="ko-KR" sz="1400" b="1" dirty="0">
              <a:solidFill>
                <a:schemeClr val="tx1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  <a:cs typeface="Arial" pitchFamily="34" charset="0"/>
            </a:endParaRPr>
          </a:p>
          <a:p>
            <a:pPr algn="ctr"/>
            <a:endParaRPr lang="en-US" altLang="ko-KR" sz="1400" b="1" dirty="0">
              <a:solidFill>
                <a:schemeClr val="tx1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  <a:cs typeface="Arial" pitchFamily="34" charset="0"/>
            </a:endParaRPr>
          </a:p>
          <a:p>
            <a:pPr algn="ctr"/>
            <a:endParaRPr lang="en-US" altLang="ko-KR" sz="1400" b="1" dirty="0">
              <a:solidFill>
                <a:schemeClr val="tx1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  <a:cs typeface="Arial" pitchFamily="34" charset="0"/>
            </a:endParaRPr>
          </a:p>
          <a:p>
            <a:pPr algn="ctr"/>
            <a:endParaRPr lang="en-US" altLang="ko-KR" sz="1400" b="1" dirty="0">
              <a:solidFill>
                <a:schemeClr val="tx1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  <a:cs typeface="Arial" pitchFamily="34" charset="0"/>
            </a:endParaRPr>
          </a:p>
          <a:p>
            <a:pPr algn="ctr"/>
            <a:endParaRPr lang="en-US" altLang="ko-KR" sz="1400" b="1" dirty="0">
              <a:solidFill>
                <a:schemeClr val="tx1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  <a:cs typeface="Arial" pitchFamily="34" charset="0"/>
            </a:endParaRPr>
          </a:p>
        </p:txBody>
      </p:sp>
      <p:sp>
        <p:nvSpPr>
          <p:cNvPr id="21" name="등호 20"/>
          <p:cNvSpPr/>
          <p:nvPr/>
        </p:nvSpPr>
        <p:spPr>
          <a:xfrm>
            <a:off x="7008909" y="3095517"/>
            <a:ext cx="320040" cy="403860"/>
          </a:xfrm>
          <a:prstGeom prst="mathEqual">
            <a:avLst>
              <a:gd name="adj1" fmla="val 9133"/>
              <a:gd name="adj2" fmla="val 23081"/>
            </a:avLst>
          </a:prstGeom>
          <a:solidFill>
            <a:srgbClr val="0D2D4F"/>
          </a:solidFill>
          <a:ln w="381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7505742" y="3942272"/>
            <a:ext cx="1551704" cy="1178945"/>
          </a:xfrm>
          <a:prstGeom prst="rect">
            <a:avLst/>
          </a:prstGeom>
          <a:solidFill>
            <a:srgbClr val="FF6600"/>
          </a:solidFill>
          <a:ln w="381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Arial" pitchFamily="34" charset="0"/>
              </a:rPr>
              <a:t>변동성 매매 이익</a:t>
            </a:r>
          </a:p>
        </p:txBody>
      </p:sp>
      <p:sp>
        <p:nvSpPr>
          <p:cNvPr id="23" name="덧셈 기호 22"/>
          <p:cNvSpPr/>
          <p:nvPr/>
        </p:nvSpPr>
        <p:spPr>
          <a:xfrm>
            <a:off x="1582954" y="3764238"/>
            <a:ext cx="279151" cy="315431"/>
          </a:xfrm>
          <a:prstGeom prst="mathPlus">
            <a:avLst>
              <a:gd name="adj1" fmla="val 11802"/>
            </a:avLst>
          </a:prstGeom>
          <a:solidFill>
            <a:srgbClr val="0D2D4F"/>
          </a:solidFill>
          <a:ln w="381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362972" y="5620163"/>
            <a:ext cx="29329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err="1">
                <a:solidFill>
                  <a:srgbClr val="FF0000"/>
                </a:solidFill>
                <a:latin typeface="KoPub돋움체_Pro Bold" pitchFamily="18" charset="-127"/>
                <a:ea typeface="KoPub돋움체_Pro Bold" pitchFamily="18" charset="-127"/>
              </a:rPr>
              <a:t>레버리지</a:t>
            </a:r>
            <a:r>
              <a:rPr lang="ko-KR" altLang="en-US" sz="1100" dirty="0">
                <a:solidFill>
                  <a:srgbClr val="FF0000"/>
                </a:solidFill>
                <a:latin typeface="KoPub돋움체_Pro Bold" pitchFamily="18" charset="-127"/>
                <a:ea typeface="KoPub돋움체_Pro Bold" pitchFamily="18" charset="-127"/>
              </a:rPr>
              <a:t> 투자 비용 절감 </a:t>
            </a:r>
            <a:r>
              <a:rPr lang="en-US" altLang="ko-KR" sz="1100" dirty="0">
                <a:solidFill>
                  <a:srgbClr val="FF0000"/>
                </a:solidFill>
                <a:latin typeface="KoPub돋움체_Pro Bold" pitchFamily="18" charset="-127"/>
                <a:ea typeface="KoPub돋움체_Pro Bold" pitchFamily="18" charset="-127"/>
              </a:rPr>
              <a:t>+</a:t>
            </a:r>
            <a:r>
              <a:rPr lang="ko-KR" altLang="en-US" sz="1100" dirty="0">
                <a:solidFill>
                  <a:srgbClr val="FF0000"/>
                </a:solidFill>
                <a:latin typeface="KoPub돋움체_Pro Bold" pitchFamily="18" charset="-127"/>
                <a:ea typeface="KoPub돋움체_Pro Bold" pitchFamily="18" charset="-127"/>
              </a:rPr>
              <a:t> 변동성 매매 이익 효과</a:t>
            </a:r>
            <a:endParaRPr lang="en-US" altLang="ko-KR" sz="1100" dirty="0">
              <a:solidFill>
                <a:srgbClr val="FF0000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sp>
        <p:nvSpPr>
          <p:cNvPr id="8" name="아래쪽 화살표 7"/>
          <p:cNvSpPr/>
          <p:nvPr/>
        </p:nvSpPr>
        <p:spPr>
          <a:xfrm>
            <a:off x="2567391" y="5353939"/>
            <a:ext cx="529489" cy="248969"/>
          </a:xfrm>
          <a:prstGeom prst="downArrow">
            <a:avLst/>
          </a:prstGeom>
          <a:solidFill>
            <a:srgbClr val="84888B"/>
          </a:solidFill>
          <a:ln w="38100">
            <a:solidFill>
              <a:srgbClr val="8488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641769" y="5609174"/>
            <a:ext cx="29329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rgbClr val="FF0000"/>
                </a:solidFill>
                <a:latin typeface="KoPub돋움체_Pro Bold" pitchFamily="18" charset="-127"/>
                <a:ea typeface="KoPub돋움체_Pro Bold" pitchFamily="18" charset="-127"/>
              </a:rPr>
              <a:t>변동성 매매 이익을 통해 투자 기간 축소</a:t>
            </a:r>
            <a:endParaRPr lang="en-US" altLang="ko-KR" sz="1100" dirty="0">
              <a:solidFill>
                <a:srgbClr val="FF0000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sp>
        <p:nvSpPr>
          <p:cNvPr id="29" name="아래쪽 화살표 28"/>
          <p:cNvSpPr/>
          <p:nvPr/>
        </p:nvSpPr>
        <p:spPr>
          <a:xfrm>
            <a:off x="5846188" y="5353940"/>
            <a:ext cx="529489" cy="237980"/>
          </a:xfrm>
          <a:prstGeom prst="downArrow">
            <a:avLst/>
          </a:prstGeom>
          <a:solidFill>
            <a:srgbClr val="84888B"/>
          </a:solidFill>
          <a:ln w="38100">
            <a:solidFill>
              <a:srgbClr val="8488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cxnSp>
        <p:nvCxnSpPr>
          <p:cNvPr id="30" name="꺾인 연결선 29"/>
          <p:cNvCxnSpPr>
            <a:stCxn id="24" idx="2"/>
          </p:cNvCxnSpPr>
          <p:nvPr/>
        </p:nvCxnSpPr>
        <p:spPr>
          <a:xfrm rot="16200000" flipH="1">
            <a:off x="4315746" y="4395489"/>
            <a:ext cx="308905" cy="3281471"/>
          </a:xfrm>
          <a:prstGeom prst="bentConnector2">
            <a:avLst/>
          </a:prstGeom>
          <a:ln>
            <a:solidFill>
              <a:srgbClr val="8488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>
            <a:endCxn id="28" idx="2"/>
          </p:cNvCxnSpPr>
          <p:nvPr/>
        </p:nvCxnSpPr>
        <p:spPr>
          <a:xfrm flipH="1" flipV="1">
            <a:off x="6108260" y="5870784"/>
            <a:ext cx="5649" cy="321428"/>
          </a:xfrm>
          <a:prstGeom prst="straightConnector1">
            <a:avLst/>
          </a:prstGeom>
          <a:ln>
            <a:solidFill>
              <a:srgbClr val="8488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3930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투자아이디어</a:t>
            </a:r>
            <a:endParaRPr lang="en-US" altLang="ko-KR" dirty="0"/>
          </a:p>
          <a:p>
            <a:r>
              <a:rPr lang="ko-KR" altLang="en-US" dirty="0">
                <a:solidFill>
                  <a:srgbClr val="FF6600"/>
                </a:solidFill>
              </a:rPr>
              <a:t>운용 전략</a:t>
            </a:r>
            <a:endParaRPr lang="en-US" altLang="ko-KR" dirty="0">
              <a:solidFill>
                <a:srgbClr val="FF6600"/>
              </a:solidFill>
            </a:endParaRPr>
          </a:p>
          <a:p>
            <a:r>
              <a:rPr lang="ko-KR" altLang="en-US" dirty="0"/>
              <a:t>펀드 개요</a:t>
            </a:r>
            <a:endParaRPr lang="en-US" altLang="ko-KR" dirty="0"/>
          </a:p>
          <a:p>
            <a:r>
              <a:rPr lang="ko-KR" altLang="en-US" dirty="0"/>
              <a:t>별첨</a:t>
            </a:r>
          </a:p>
        </p:txBody>
      </p:sp>
    </p:spTree>
    <p:extLst>
      <p:ext uri="{BB962C8B-B14F-4D97-AF65-F5344CB8AC3E}">
        <p14:creationId xmlns:p14="http://schemas.microsoft.com/office/powerpoint/2010/main" val="37389080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4"/>
          <p:cNvSpPr>
            <a:spLocks noGrp="1"/>
          </p:cNvSpPr>
          <p:nvPr>
            <p:ph type="title"/>
          </p:nvPr>
        </p:nvSpPr>
        <p:spPr>
          <a:xfrm>
            <a:off x="411749" y="417790"/>
            <a:ext cx="8915400" cy="409433"/>
          </a:xfrm>
          <a:prstGeom prst="rect">
            <a:avLst/>
          </a:prstGeom>
        </p:spPr>
        <p:txBody>
          <a:bodyPr/>
          <a:lstStyle/>
          <a:p>
            <a:r>
              <a:rPr lang="en-US" altLang="ko-KR" b="1" dirty="0">
                <a:latin typeface="KoPub돋움체_Pro Bold" pitchFamily="18" charset="-127"/>
                <a:ea typeface="KoPub돋움체_Pro Bold" pitchFamily="18" charset="-127"/>
              </a:rPr>
              <a:t>1. “</a:t>
            </a:r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합리적으로</a:t>
            </a:r>
            <a:r>
              <a:rPr lang="en-US" altLang="ko-KR" b="1" dirty="0">
                <a:latin typeface="KoPub돋움체_Pro Bold" pitchFamily="18" charset="-127"/>
                <a:ea typeface="KoPub돋움체_Pro Bold" pitchFamily="18" charset="-127"/>
              </a:rPr>
              <a:t>”</a:t>
            </a:r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 손실 위험을 줄이는 방법</a:t>
            </a:r>
          </a:p>
        </p:txBody>
      </p:sp>
      <p:sp>
        <p:nvSpPr>
          <p:cNvPr id="5" name="내용 개체 틀 7"/>
          <p:cNvSpPr txBox="1">
            <a:spLocks/>
          </p:cNvSpPr>
          <p:nvPr/>
        </p:nvSpPr>
        <p:spPr>
          <a:xfrm>
            <a:off x="575751" y="908720"/>
            <a:ext cx="8761909" cy="528638"/>
          </a:xfrm>
          <a:prstGeom prst="rect">
            <a:avLst/>
          </a:prstGeom>
        </p:spPr>
        <p:txBody>
          <a:bodyPr/>
          <a:lstStyle/>
          <a:p>
            <a:pPr marL="228600" lvl="2" indent="-228600" eaLnBrk="0" hangingPunct="0">
              <a:lnSpc>
                <a:spcPct val="150000"/>
              </a:lnSpc>
              <a:spcBef>
                <a:spcPct val="20000"/>
              </a:spcBef>
              <a:defRPr/>
            </a:pP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평균적으로 </a:t>
            </a: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배 수익률을 추종하며 일일 재조정 비용을 줄여서 투자</a:t>
            </a: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➡ 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스마트 </a:t>
            </a:r>
            <a:r>
              <a:rPr lang="ko-KR" altLang="en-US" sz="1400" b="1" kern="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레버리지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펀드</a:t>
            </a: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720627" y="1314121"/>
            <a:ext cx="9004397" cy="12460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1pPr>
            <a:lvl2pPr marL="742950" indent="-285750" algn="l" defTabSz="457200" rtl="0" eaLnBrk="1" latinLnBrk="1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2pPr>
            <a:lvl3pPr marL="11430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3pPr>
            <a:lvl4pPr marL="1600200" indent="-228600" algn="l" defTabSz="457200" rtl="0" eaLnBrk="1" latinLnBrk="1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4pPr>
            <a:lvl5pPr marL="2057400" indent="-228600" algn="l" defTabSz="457200" rtl="0" eaLnBrk="1" latinLnBrk="1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5pPr>
            <a:lvl6pPr marL="25146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038" indent="-173038" algn="just" latinLnBrk="0">
              <a:lnSpc>
                <a:spcPct val="150000"/>
              </a:lnSpc>
              <a:spcBef>
                <a:spcPts val="600"/>
              </a:spcBef>
              <a:buClr>
                <a:srgbClr val="0D2D4F"/>
              </a:buClr>
              <a:buFont typeface="Arial" charset="0"/>
              <a:buChar char="•"/>
              <a:defRPr/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일간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2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배의 수익률을 추종하는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“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레버리지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“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전략보다는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,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평균적으로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2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배의 수익률을 추종하는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“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스마트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레버리지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”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전략을 통해 손실 위험 축소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.</a:t>
            </a:r>
          </a:p>
          <a:p>
            <a:pPr marL="173038" indent="-173038" algn="just" latinLnBrk="0">
              <a:lnSpc>
                <a:spcPct val="150000"/>
              </a:lnSpc>
              <a:spcBef>
                <a:spcPts val="600"/>
              </a:spcBef>
              <a:buClr>
                <a:srgbClr val="0D2D4F"/>
              </a:buClr>
              <a:buFont typeface="Arial" charset="0"/>
              <a:buChar char="•"/>
              <a:defRPr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3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개의 하위 전략 병용을 통해 일일 재조정 비용 감소를 통한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“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레버리지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”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전략의 위험조정성과 상향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.</a:t>
            </a:r>
          </a:p>
          <a:p>
            <a:pPr marL="173038" indent="-173038" algn="just" latinLnBrk="0">
              <a:lnSpc>
                <a:spcPct val="150000"/>
              </a:lnSpc>
              <a:spcBef>
                <a:spcPts val="600"/>
              </a:spcBef>
              <a:buClr>
                <a:srgbClr val="0D2D4F"/>
              </a:buClr>
              <a:buFont typeface="Arial" charset="0"/>
              <a:buChar char="•"/>
              <a:defRPr/>
            </a:pP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75751" y="5972701"/>
            <a:ext cx="87513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*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자료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미래에셋자산운용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793630" y="3312543"/>
            <a:ext cx="2700068" cy="423296"/>
          </a:xfrm>
          <a:prstGeom prst="rect">
            <a:avLst/>
          </a:prstGeom>
          <a:solidFill>
            <a:srgbClr val="84888B"/>
          </a:solidFill>
          <a:ln w="381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Arial" pitchFamily="34" charset="0"/>
              </a:rPr>
              <a:t>(1) </a:t>
            </a:r>
            <a:r>
              <a:rPr lang="ko-KR" altLang="en-US" sz="1200" b="1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Arial" pitchFamily="34" charset="0"/>
              </a:rPr>
              <a:t>매매 최소화 전략</a:t>
            </a:r>
            <a:r>
              <a:rPr lang="en-US" altLang="ko-KR" sz="1200" b="1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Arial" pitchFamily="34" charset="0"/>
              </a:rPr>
              <a:t> </a:t>
            </a:r>
            <a:endParaRPr lang="ko-KR" altLang="en-US" sz="1200" b="1" dirty="0">
              <a:solidFill>
                <a:schemeClr val="bg1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  <a:cs typeface="Arial" pitchFamily="34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739595" y="3312543"/>
            <a:ext cx="2700068" cy="423296"/>
          </a:xfrm>
          <a:prstGeom prst="rect">
            <a:avLst/>
          </a:prstGeom>
          <a:solidFill>
            <a:srgbClr val="0D2D4F"/>
          </a:solidFill>
          <a:ln w="381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Arial" pitchFamily="34" charset="0"/>
              </a:rPr>
              <a:t>(2) </a:t>
            </a:r>
            <a:r>
              <a:rPr lang="ko-KR" altLang="en-US" sz="1200" b="1" dirty="0" err="1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Arial" pitchFamily="34" charset="0"/>
              </a:rPr>
              <a:t>기간성과</a:t>
            </a:r>
            <a:r>
              <a:rPr lang="ko-KR" altLang="en-US" sz="1200" b="1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Arial" pitchFamily="34" charset="0"/>
              </a:rPr>
              <a:t> 추종 전략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6685561" y="3312543"/>
            <a:ext cx="2700068" cy="423296"/>
          </a:xfrm>
          <a:prstGeom prst="rect">
            <a:avLst/>
          </a:prstGeom>
          <a:solidFill>
            <a:srgbClr val="00A9CE"/>
          </a:solidFill>
          <a:ln w="381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Arial" pitchFamily="34" charset="0"/>
              </a:rPr>
              <a:t>(3) </a:t>
            </a:r>
            <a:r>
              <a:rPr lang="ko-KR" altLang="en-US" sz="1200" b="1" dirty="0" err="1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Arial" pitchFamily="34" charset="0"/>
              </a:rPr>
              <a:t>평균회귀</a:t>
            </a:r>
            <a:r>
              <a:rPr lang="ko-KR" altLang="en-US" sz="1200" b="1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Arial" pitchFamily="34" charset="0"/>
              </a:rPr>
              <a:t> 전략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793630" y="3735840"/>
            <a:ext cx="2700068" cy="2104242"/>
          </a:xfrm>
          <a:prstGeom prst="rect">
            <a:avLst/>
          </a:prstGeom>
          <a:solidFill>
            <a:schemeClr val="bg1"/>
          </a:solidFill>
          <a:ln w="25400">
            <a:solidFill>
              <a:srgbClr val="8488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레버리지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매매를 일정 수준을 벗어났을 때만 매매하는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,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매매 횟수 절감 전략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charset="0"/>
            </a:endParaRPr>
          </a:p>
          <a:p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일간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1.7 ~ 2.3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배 수익률 추종 범위 내에 서는 일일 재조정 없다가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,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해당 범위에서 벗어나는 경우 하한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/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상한을 유지하며 일일 재조정 거래 실시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charset="0"/>
            </a:endParaRPr>
          </a:p>
          <a:p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charset="0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3739595" y="3735839"/>
            <a:ext cx="2700068" cy="2104242"/>
          </a:xfrm>
          <a:prstGeom prst="rect">
            <a:avLst/>
          </a:prstGeom>
          <a:solidFill>
            <a:schemeClr val="bg1"/>
          </a:solidFill>
          <a:ln w="25400">
            <a:solidFill>
              <a:srgbClr val="0D2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marL="228600" indent="-228600">
              <a:buFont typeface="Wingdings" panose="05000000000000000000" pitchFamily="2" charset="2"/>
              <a:buChar char="§"/>
            </a:pP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기간성과에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대한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레버리지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전략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charset="0"/>
            </a:endParaRPr>
          </a:p>
          <a:p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charset="0"/>
            </a:endParaRPr>
          </a:p>
          <a:p>
            <a:pPr marL="228600" indent="-228600">
              <a:buFont typeface="Wingdings" panose="05000000000000000000" pitchFamily="2" charset="2"/>
              <a:buChar char="§"/>
            </a:pP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기간성과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평준화를 위해 과거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250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일 동안 꾸준히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250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회의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기간성과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레버리지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전략의 분할매수를 가정한 전략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.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단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,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편입비가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1.7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배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~ 2.3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배 범위를 초과하는 경우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,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상한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/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하한을 유지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charset="0"/>
            </a:endParaRPr>
          </a:p>
          <a:p>
            <a:pPr marL="228600" indent="-228600">
              <a:buFont typeface="Wingdings" panose="05000000000000000000" pitchFamily="2" charset="2"/>
              <a:buChar char="§"/>
            </a:pP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charset="0"/>
            </a:endParaRPr>
          </a:p>
          <a:p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charset="0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6685561" y="3735839"/>
            <a:ext cx="2700068" cy="2104242"/>
          </a:xfrm>
          <a:prstGeom prst="rect">
            <a:avLst/>
          </a:prstGeom>
          <a:solidFill>
            <a:schemeClr val="bg1"/>
          </a:solidFill>
          <a:ln w="25400">
            <a:solidFill>
              <a:srgbClr val="00A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주가에는 단기적인 노이즈가 크다는 전제하에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,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장기 이동평균선에 대한 회귀를 가정한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일간성과에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대한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레버리지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전략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250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일 이동평균선과 현재 주가의 괴리를 바탕으로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미래성과를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추정하여 해당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미래성과를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기반으로 다음날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일간성과에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대한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2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배를 추종하는 전략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.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단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,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편입비가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1.7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배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~ 2.3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배 범위를 초과하는 경우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,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상한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/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하한을 유지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charset="0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793630" y="2311879"/>
            <a:ext cx="8591999" cy="560717"/>
          </a:xfrm>
          <a:prstGeom prst="rect">
            <a:avLst/>
          </a:prstGeom>
          <a:solidFill>
            <a:srgbClr val="FF6600"/>
          </a:solidFill>
          <a:ln w="381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Arial" pitchFamily="34" charset="0"/>
              </a:rPr>
              <a:t>스마트 </a:t>
            </a:r>
            <a:r>
              <a:rPr lang="ko-KR" altLang="en-US" sz="1200" b="1" dirty="0" err="1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Arial" pitchFamily="34" charset="0"/>
              </a:rPr>
              <a:t>레버리지</a:t>
            </a:r>
            <a:endParaRPr lang="ko-KR" altLang="en-US" sz="1200" b="1" dirty="0">
              <a:solidFill>
                <a:schemeClr val="bg1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  <a:cs typeface="Arial" pitchFamily="34" charset="0"/>
            </a:endParaRPr>
          </a:p>
        </p:txBody>
      </p:sp>
      <p:cxnSp>
        <p:nvCxnSpPr>
          <p:cNvPr id="28" name="직선 연결선 27"/>
          <p:cNvCxnSpPr>
            <a:stCxn id="3" idx="2"/>
            <a:endCxn id="21" idx="0"/>
          </p:cNvCxnSpPr>
          <p:nvPr/>
        </p:nvCxnSpPr>
        <p:spPr>
          <a:xfrm flipH="1">
            <a:off x="5089629" y="2872596"/>
            <a:ext cx="1" cy="439947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 flipV="1">
            <a:off x="2143664" y="3071003"/>
            <a:ext cx="5891931" cy="21266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>
            <a:endCxn id="20" idx="0"/>
          </p:cNvCxnSpPr>
          <p:nvPr/>
        </p:nvCxnSpPr>
        <p:spPr>
          <a:xfrm>
            <a:off x="2143664" y="3092269"/>
            <a:ext cx="0" cy="220274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>
            <a:endCxn id="22" idx="0"/>
          </p:cNvCxnSpPr>
          <p:nvPr/>
        </p:nvCxnSpPr>
        <p:spPr>
          <a:xfrm>
            <a:off x="8035594" y="3071003"/>
            <a:ext cx="1" cy="24154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/>
        </p:nvSpPr>
        <p:spPr>
          <a:xfrm>
            <a:off x="793630" y="3735840"/>
            <a:ext cx="2700068" cy="2104241"/>
          </a:xfrm>
          <a:prstGeom prst="rect">
            <a:avLst/>
          </a:prstGeom>
          <a:solidFill>
            <a:schemeClr val="bg1"/>
          </a:solidFill>
          <a:ln w="38100">
            <a:solidFill>
              <a:srgbClr val="F08300"/>
            </a:solidFill>
          </a:ln>
          <a:effectLst>
            <a:outerShdw blurRad="50800" dist="38100" sx="102000" sy="1020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793630" y="3735840"/>
            <a:ext cx="2700068" cy="21042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 flipV="1">
            <a:off x="793630" y="3735840"/>
            <a:ext cx="2700068" cy="21042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5796950" y="5702288"/>
            <a:ext cx="3717985" cy="881619"/>
          </a:xfrm>
          <a:prstGeom prst="rect">
            <a:avLst/>
          </a:prstGeom>
          <a:solidFill>
            <a:schemeClr val="bg1"/>
          </a:solidFill>
          <a:ln w="38100">
            <a:solidFill>
              <a:srgbClr val="F08300"/>
            </a:solidFill>
          </a:ln>
          <a:effectLst>
            <a:outerShdw blurRad="50800" dist="38100" sx="102000" sy="1020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r>
              <a:rPr lang="en-US" altLang="ko-KR" sz="1200" b="1" dirty="0">
                <a:solidFill>
                  <a:srgbClr val="F083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MEMO: </a:t>
            </a:r>
            <a:r>
              <a:rPr lang="ko-KR" altLang="en-US" sz="1200" b="1" dirty="0">
                <a:solidFill>
                  <a:srgbClr val="F083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매매 최소화 전략은 변동성 전략의 한 부분으로 반영할 예정</a:t>
            </a:r>
            <a:endParaRPr lang="en-US" altLang="ko-KR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36245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4"/>
          <p:cNvSpPr>
            <a:spLocks noGrp="1"/>
          </p:cNvSpPr>
          <p:nvPr>
            <p:ph type="title"/>
          </p:nvPr>
        </p:nvSpPr>
        <p:spPr>
          <a:xfrm>
            <a:off x="411749" y="417790"/>
            <a:ext cx="8915400" cy="409433"/>
          </a:xfrm>
          <a:prstGeom prst="rect">
            <a:avLst/>
          </a:prstGeom>
        </p:spPr>
        <p:txBody>
          <a:bodyPr/>
          <a:lstStyle/>
          <a:p>
            <a:r>
              <a:rPr lang="en-US" altLang="ko-KR" b="1" dirty="0">
                <a:latin typeface="KoPub돋움체_Pro Bold" pitchFamily="18" charset="-127"/>
                <a:ea typeface="KoPub돋움체_Pro Bold" pitchFamily="18" charset="-127"/>
              </a:rPr>
              <a:t>[</a:t>
            </a:r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참고</a:t>
            </a:r>
            <a:r>
              <a:rPr lang="en-US" altLang="ko-KR" b="1" dirty="0">
                <a:latin typeface="KoPub돋움체_Pro Bold" pitchFamily="18" charset="-127"/>
                <a:ea typeface="KoPub돋움체_Pro Bold" pitchFamily="18" charset="-127"/>
              </a:rPr>
              <a:t>] </a:t>
            </a:r>
            <a:r>
              <a:rPr lang="ko-KR" altLang="en-US" b="1" dirty="0" err="1">
                <a:latin typeface="KoPub돋움체_Pro Bold" pitchFamily="18" charset="-127"/>
                <a:ea typeface="KoPub돋움체_Pro Bold" pitchFamily="18" charset="-127"/>
              </a:rPr>
              <a:t>평균회귀</a:t>
            </a:r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 전략</a:t>
            </a:r>
          </a:p>
        </p:txBody>
      </p:sp>
      <p:sp>
        <p:nvSpPr>
          <p:cNvPr id="5" name="내용 개체 틀 7"/>
          <p:cNvSpPr txBox="1">
            <a:spLocks/>
          </p:cNvSpPr>
          <p:nvPr/>
        </p:nvSpPr>
        <p:spPr>
          <a:xfrm>
            <a:off x="575751" y="908720"/>
            <a:ext cx="8761909" cy="528638"/>
          </a:xfrm>
          <a:prstGeom prst="rect">
            <a:avLst/>
          </a:prstGeom>
        </p:spPr>
        <p:txBody>
          <a:bodyPr/>
          <a:lstStyle/>
          <a:p>
            <a:pPr marL="228600" lvl="2" indent="-228600" eaLnBrk="0" hangingPunct="0">
              <a:lnSpc>
                <a:spcPct val="150000"/>
              </a:lnSpc>
              <a:spcBef>
                <a:spcPct val="20000"/>
              </a:spcBef>
              <a:defRPr/>
            </a:pP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이동평균선을 중심으로 주가는 회귀한다는 가정하에</a:t>
            </a: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, </a:t>
            </a:r>
            <a:r>
              <a:rPr lang="ko-KR" altLang="en-US" sz="1400" b="1" kern="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미래성과를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추정하여 </a:t>
            </a:r>
            <a:r>
              <a:rPr lang="ko-KR" altLang="en-US" sz="1400" b="1" kern="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미래성과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배를 추종하는 전략  </a:t>
            </a: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720627" y="1314121"/>
            <a:ext cx="9004397" cy="250738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1pPr>
            <a:lvl2pPr marL="742950" indent="-285750" algn="l" defTabSz="457200" rtl="0" eaLnBrk="1" latinLnBrk="1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2pPr>
            <a:lvl3pPr marL="11430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3pPr>
            <a:lvl4pPr marL="1600200" indent="-228600" algn="l" defTabSz="457200" rtl="0" eaLnBrk="1" latinLnBrk="1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4pPr>
            <a:lvl5pPr marL="2057400" indent="-228600" algn="l" defTabSz="457200" rtl="0" eaLnBrk="1" latinLnBrk="1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5pPr>
            <a:lvl6pPr marL="25146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038" indent="-173038" algn="just" latinLnBrk="0">
              <a:lnSpc>
                <a:spcPct val="150000"/>
              </a:lnSpc>
              <a:spcBef>
                <a:spcPts val="600"/>
              </a:spcBef>
              <a:buClr>
                <a:srgbClr val="0D2D4F"/>
              </a:buClr>
              <a:buFont typeface="Arial" charset="0"/>
              <a:buChar char="•"/>
              <a:defRPr/>
            </a:pP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평균회귀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전략을 기본으로 평준화된 이동평균선보다 주가가 높으면 매도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주가가 낮으면 매수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(≒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시장이 오르면 팔고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내리면 사는 전략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).</a:t>
            </a:r>
          </a:p>
          <a:p>
            <a:pPr marL="173038" indent="-173038" algn="just" latinLnBrk="0">
              <a:spcBef>
                <a:spcPts val="600"/>
              </a:spcBef>
              <a:buClr>
                <a:srgbClr val="0D2D4F"/>
              </a:buClr>
              <a:buFont typeface="Arial" charset="0"/>
              <a:buChar char="•"/>
              <a:defRPr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(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계산식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)</a:t>
            </a:r>
          </a:p>
          <a:p>
            <a:pPr marL="0" indent="0" algn="just" latinLnBrk="0">
              <a:spcBef>
                <a:spcPts val="600"/>
              </a:spcBef>
              <a:buClr>
                <a:srgbClr val="0D2D4F"/>
              </a:buClr>
              <a:buNone/>
              <a:defRPr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  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평준화된 이동평균선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= 1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일부터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250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일까지의 이동평균선의 단순 평균값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.   </a:t>
            </a:r>
          </a:p>
          <a:p>
            <a:pPr marL="0" indent="0" algn="just" latinLnBrk="0">
              <a:spcBef>
                <a:spcPts val="600"/>
              </a:spcBef>
              <a:buClr>
                <a:srgbClr val="0D2D4F"/>
              </a:buClr>
              <a:buNone/>
              <a:defRPr/>
            </a:pP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  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미래성과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=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평준화된 이동평균선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/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주가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– 1.</a:t>
            </a:r>
          </a:p>
          <a:p>
            <a:pPr marL="0" indent="0" algn="just" latinLnBrk="0">
              <a:spcBef>
                <a:spcPts val="600"/>
              </a:spcBef>
              <a:buClr>
                <a:srgbClr val="0D2D4F"/>
              </a:buClr>
              <a:buNone/>
              <a:defRPr/>
            </a:pP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  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미래성과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2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배 추종을 위한 목표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편입비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= 2 / (1-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미래성과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),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단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, 170% &lt;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목표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편입비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 최소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_Pro Light" panose="02020603020101020101" pitchFamily="18" charset="-127"/>
                <a:ea typeface="KoPub돋움체_Pro Light" panose="02020603020101020101" pitchFamily="18" charset="-127"/>
                <a:cs typeface="Arial" charset="0"/>
              </a:rPr>
              <a:t>&lt; 230%.</a:t>
            </a:r>
          </a:p>
          <a:p>
            <a:pPr marL="173038" indent="-173038" algn="just" latinLnBrk="0">
              <a:lnSpc>
                <a:spcPct val="150000"/>
              </a:lnSpc>
              <a:spcBef>
                <a:spcPts val="600"/>
              </a:spcBef>
              <a:buClr>
                <a:srgbClr val="0D2D4F"/>
              </a:buClr>
              <a:buFont typeface="Arial" charset="0"/>
              <a:buChar char="•"/>
              <a:defRPr/>
            </a:pP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KoPub돋움체_Pro Light" panose="02020603020101020101" pitchFamily="18" charset="-127"/>
              <a:ea typeface="KoPub돋움체_Pro Light" panose="02020603020101020101" pitchFamily="18" charset="-127"/>
              <a:cs typeface="Arial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75751" y="5972701"/>
            <a:ext cx="87513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*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자료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미래에셋자산운용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sp>
        <p:nvSpPr>
          <p:cNvPr id="26" name="자유형 25"/>
          <p:cNvSpPr/>
          <p:nvPr/>
        </p:nvSpPr>
        <p:spPr>
          <a:xfrm rot="10800000">
            <a:off x="2234901" y="3829273"/>
            <a:ext cx="5433093" cy="1074981"/>
          </a:xfrm>
          <a:custGeom>
            <a:avLst/>
            <a:gdLst>
              <a:gd name="connsiteX0" fmla="*/ 0 w 6242539"/>
              <a:gd name="connsiteY0" fmla="*/ 1302727 h 2082311"/>
              <a:gd name="connsiteX1" fmla="*/ 1266093 w 6242539"/>
              <a:gd name="connsiteY1" fmla="*/ 115765 h 2082311"/>
              <a:gd name="connsiteX2" fmla="*/ 2514600 w 6242539"/>
              <a:gd name="connsiteY2" fmla="*/ 1997319 h 2082311"/>
              <a:gd name="connsiteX3" fmla="*/ 3833447 w 6242539"/>
              <a:gd name="connsiteY3" fmla="*/ 89388 h 2082311"/>
              <a:gd name="connsiteX4" fmla="*/ 5090747 w 6242539"/>
              <a:gd name="connsiteY4" fmla="*/ 2032488 h 2082311"/>
              <a:gd name="connsiteX5" fmla="*/ 6242539 w 6242539"/>
              <a:gd name="connsiteY5" fmla="*/ 388327 h 2082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42539" h="2082311">
                <a:moveTo>
                  <a:pt x="0" y="1302727"/>
                </a:moveTo>
                <a:cubicBezTo>
                  <a:pt x="423496" y="651363"/>
                  <a:pt x="846993" y="0"/>
                  <a:pt x="1266093" y="115765"/>
                </a:cubicBezTo>
                <a:cubicBezTo>
                  <a:pt x="1685193" y="231530"/>
                  <a:pt x="2086708" y="2001715"/>
                  <a:pt x="2514600" y="1997319"/>
                </a:cubicBezTo>
                <a:cubicBezTo>
                  <a:pt x="2942492" y="1992923"/>
                  <a:pt x="3404089" y="83527"/>
                  <a:pt x="3833447" y="89388"/>
                </a:cubicBezTo>
                <a:cubicBezTo>
                  <a:pt x="4262805" y="95249"/>
                  <a:pt x="4689232" y="1982665"/>
                  <a:pt x="5090747" y="2032488"/>
                </a:cubicBezTo>
                <a:cubicBezTo>
                  <a:pt x="5492262" y="2082311"/>
                  <a:pt x="5867400" y="1235319"/>
                  <a:pt x="6242539" y="388327"/>
                </a:cubicBezTo>
              </a:path>
            </a:pathLst>
          </a:custGeom>
          <a:ln w="19050">
            <a:solidFill>
              <a:schemeClr val="tx1"/>
            </a:solidFill>
            <a:prstDash val="solid"/>
          </a:ln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직선 연결선 28"/>
          <p:cNvCxnSpPr/>
          <p:nvPr/>
        </p:nvCxnSpPr>
        <p:spPr>
          <a:xfrm flipV="1">
            <a:off x="1570890" y="4333623"/>
            <a:ext cx="6868916" cy="491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그룹 31"/>
          <p:cNvGrpSpPr/>
          <p:nvPr/>
        </p:nvGrpSpPr>
        <p:grpSpPr>
          <a:xfrm>
            <a:off x="7667994" y="4950112"/>
            <a:ext cx="1745124" cy="1022589"/>
            <a:chOff x="6648267" y="3993248"/>
            <a:chExt cx="1833325" cy="1713000"/>
          </a:xfrm>
        </p:grpSpPr>
        <p:sp>
          <p:nvSpPr>
            <p:cNvPr id="34" name="모서리가 둥근 직사각형 33"/>
            <p:cNvSpPr/>
            <p:nvPr/>
          </p:nvSpPr>
          <p:spPr>
            <a:xfrm>
              <a:off x="6648267" y="3993248"/>
              <a:ext cx="1833325" cy="1713000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F08300"/>
              </a:solidFill>
            </a:ln>
            <a:effectLst>
              <a:outerShdw blurRad="50800" dist="38100" sx="102000" sy="102000" algn="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24" tIns="45712" rIns="91424" bIns="45712" rtlCol="0" anchor="t"/>
            <a:lstStyle/>
            <a:p>
              <a:pPr algn="ctr"/>
              <a:endParaRPr lang="en-US" altLang="ko-KR" sz="1200" b="1" dirty="0">
                <a:solidFill>
                  <a:srgbClr val="F08300"/>
                </a:solidFill>
                <a:latin typeface="KoPub돋움체_Pro Bold" pitchFamily="18" charset="-127"/>
                <a:ea typeface="KoPub돋움체_Pro Bold" pitchFamily="18" charset="-127"/>
                <a:cs typeface="Arial" pitchFamily="34" charset="0"/>
              </a:endParaRPr>
            </a:p>
            <a:p>
              <a:pPr algn="ctr"/>
              <a:endParaRPr lang="en-US" altLang="ko-KR" sz="1200" b="1" dirty="0">
                <a:solidFill>
                  <a:srgbClr val="F08300"/>
                </a:solidFill>
                <a:latin typeface="KoPub돋움체_Pro Bold" pitchFamily="18" charset="-127"/>
                <a:ea typeface="KoPub돋움체_Pro Bold" pitchFamily="18" charset="-127"/>
                <a:cs typeface="Arial" pitchFamily="34" charset="0"/>
              </a:endParaRPr>
            </a:p>
            <a:p>
              <a:pPr algn="ctr"/>
              <a:r>
                <a:rPr lang="en-US" altLang="ko-KR" sz="1200" b="1" dirty="0">
                  <a:solidFill>
                    <a:srgbClr val="F08300"/>
                  </a:solidFill>
                  <a:latin typeface="KoPub돋움체_Pro Bold" pitchFamily="18" charset="-127"/>
                  <a:ea typeface="KoPub돋움체_Pro Bold" pitchFamily="18" charset="-127"/>
                  <a:cs typeface="Arial" pitchFamily="34" charset="0"/>
                </a:rPr>
                <a:t>n</a:t>
              </a:r>
              <a:r>
                <a:rPr lang="ko-KR" altLang="en-US" sz="1200" b="1" dirty="0">
                  <a:solidFill>
                    <a:srgbClr val="F08300"/>
                  </a:solidFill>
                  <a:latin typeface="KoPub돋움체_Pro Bold" pitchFamily="18" charset="-127"/>
                  <a:ea typeface="KoPub돋움체_Pro Bold" pitchFamily="18" charset="-127"/>
                  <a:cs typeface="Arial" pitchFamily="34" charset="0"/>
                </a:rPr>
                <a:t>기간 이동평균선의 평균값 </a:t>
              </a:r>
              <a:r>
                <a:rPr lang="en-US" altLang="ko-KR" sz="1200" b="1" dirty="0">
                  <a:solidFill>
                    <a:srgbClr val="F08300"/>
                  </a:solidFill>
                  <a:latin typeface="KoPub돋움체_Pro Bold" pitchFamily="18" charset="-127"/>
                  <a:ea typeface="KoPub돋움체_Pro Bold" pitchFamily="18" charset="-127"/>
                  <a:cs typeface="Arial" pitchFamily="34" charset="0"/>
                </a:rPr>
                <a:t>(n=1,..250)</a:t>
              </a:r>
            </a:p>
          </p:txBody>
        </p:sp>
        <p:sp>
          <p:nvSpPr>
            <p:cNvPr id="35" name="모서리가 둥근 직사각형 34"/>
            <p:cNvSpPr/>
            <p:nvPr/>
          </p:nvSpPr>
          <p:spPr>
            <a:xfrm>
              <a:off x="6781250" y="4133293"/>
              <a:ext cx="1585015" cy="448962"/>
            </a:xfrm>
            <a:prstGeom prst="roundRect">
              <a:avLst/>
            </a:prstGeom>
            <a:solidFill>
              <a:srgbClr val="F58220"/>
            </a:solidFill>
            <a:ln w="38100">
              <a:solidFill>
                <a:srgbClr val="F083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24" tIns="45712" rIns="91424" bIns="45712" rtlCol="0" anchor="ctr"/>
            <a:lstStyle/>
            <a:p>
              <a:pPr algn="ctr"/>
              <a:r>
                <a:rPr lang="ko-KR" altLang="en-US" sz="1200" b="1" dirty="0">
                  <a:solidFill>
                    <a:schemeClr val="bg1"/>
                  </a:solidFill>
                  <a:latin typeface="KoPub돋움체_Pro Bold" pitchFamily="18" charset="-127"/>
                  <a:ea typeface="KoPub돋움체_Pro Bold" pitchFamily="18" charset="-127"/>
                  <a:cs typeface="Arial" pitchFamily="34" charset="0"/>
                </a:rPr>
                <a:t>평준화된 이동평균선</a:t>
              </a:r>
            </a:p>
          </p:txBody>
        </p:sp>
      </p:grpSp>
      <p:cxnSp>
        <p:nvCxnSpPr>
          <p:cNvPr id="36" name="직선 화살표 연결선 35"/>
          <p:cNvCxnSpPr>
            <a:stCxn id="34" idx="0"/>
          </p:cNvCxnSpPr>
          <p:nvPr/>
        </p:nvCxnSpPr>
        <p:spPr>
          <a:xfrm flipH="1" flipV="1">
            <a:off x="7957350" y="4334834"/>
            <a:ext cx="583206" cy="6152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/>
          <p:nvPr/>
        </p:nvCxnSpPr>
        <p:spPr>
          <a:xfrm>
            <a:off x="3246151" y="4439928"/>
            <a:ext cx="5385" cy="925360"/>
          </a:xfrm>
          <a:prstGeom prst="straightConnector1">
            <a:avLst/>
          </a:prstGeom>
          <a:ln>
            <a:solidFill>
              <a:srgbClr val="0086B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타원 41"/>
          <p:cNvSpPr/>
          <p:nvPr/>
        </p:nvSpPr>
        <p:spPr>
          <a:xfrm rot="1206882">
            <a:off x="3199045" y="4318729"/>
            <a:ext cx="108000" cy="108000"/>
          </a:xfrm>
          <a:prstGeom prst="ellipse">
            <a:avLst/>
          </a:prstGeom>
          <a:solidFill>
            <a:srgbClr val="0086B8"/>
          </a:solidFill>
          <a:ln w="38100">
            <a:solidFill>
              <a:srgbClr val="008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43" name="타원 42"/>
          <p:cNvSpPr/>
          <p:nvPr/>
        </p:nvSpPr>
        <p:spPr>
          <a:xfrm rot="1206882">
            <a:off x="3199045" y="4801263"/>
            <a:ext cx="108000" cy="108000"/>
          </a:xfrm>
          <a:prstGeom prst="ellipse">
            <a:avLst/>
          </a:prstGeom>
          <a:solidFill>
            <a:srgbClr val="0086B8"/>
          </a:solidFill>
          <a:ln w="38100">
            <a:solidFill>
              <a:srgbClr val="0086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236534" y="4480774"/>
            <a:ext cx="6527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 err="1">
                <a:latin typeface="KoPub돋움체_Pro Bold" pitchFamily="18" charset="-127"/>
                <a:ea typeface="KoPub돋움체_Pro Bold" pitchFamily="18" charset="-127"/>
              </a:rPr>
              <a:t>괴리발생</a:t>
            </a:r>
            <a:endParaRPr lang="ko-KR" altLang="en-US" sz="1050" dirty="0">
              <a:latin typeface="KoPub돋움체_Pro Bold" pitchFamily="18" charset="-127"/>
              <a:ea typeface="KoPub돋움체_Pro Bold" pitchFamily="18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121966" y="5418549"/>
            <a:ext cx="226215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u="sng" dirty="0" err="1">
                <a:latin typeface="KoPub돋움체_Pro Bold" pitchFamily="18" charset="-127"/>
                <a:ea typeface="KoPub돋움체_Pro Bold" pitchFamily="18" charset="-127"/>
              </a:rPr>
              <a:t>기초지수</a:t>
            </a:r>
            <a:r>
              <a:rPr lang="ko-KR" altLang="en-US" sz="1100" u="sng" dirty="0">
                <a:latin typeface="KoPub돋움체_Pro Bold" pitchFamily="18" charset="-127"/>
                <a:ea typeface="KoPub돋움체_Pro Bold" pitchFamily="18" charset="-127"/>
              </a:rPr>
              <a:t> 가격 </a:t>
            </a:r>
            <a:r>
              <a:rPr lang="en-US" altLang="ko-KR" sz="1100" u="sng" dirty="0">
                <a:latin typeface="KoPub돋움체_Pro Bold" pitchFamily="18" charset="-127"/>
                <a:ea typeface="KoPub돋움체_Pro Bold" pitchFamily="18" charset="-127"/>
              </a:rPr>
              <a:t>&lt; </a:t>
            </a:r>
            <a:r>
              <a:rPr lang="ko-KR" altLang="en-US" sz="1100" u="sng" dirty="0">
                <a:latin typeface="KoPub돋움체_Pro Bold" pitchFamily="18" charset="-127"/>
                <a:ea typeface="KoPub돋움체_Pro Bold" pitchFamily="18" charset="-127"/>
              </a:rPr>
              <a:t>평준화된 이동평균선</a:t>
            </a:r>
            <a:endParaRPr lang="en-US" altLang="ko-KR" sz="1100" u="sng" dirty="0">
              <a:latin typeface="KoPub돋움체_Pro Bold" pitchFamily="18" charset="-127"/>
              <a:ea typeface="KoPub돋움체_Pro Bold" pitchFamily="18" charset="-127"/>
            </a:endParaRPr>
          </a:p>
          <a:p>
            <a:r>
              <a:rPr lang="ko-KR" altLang="en-US" sz="1100" i="1" dirty="0">
                <a:solidFill>
                  <a:srgbClr val="C00000"/>
                </a:solidFill>
                <a:latin typeface="KoPub돋움체_Pro Bold" pitchFamily="18" charset="-127"/>
                <a:ea typeface="KoPub돋움체_Pro Bold" pitchFamily="18" charset="-127"/>
              </a:rPr>
              <a:t>➡ </a:t>
            </a:r>
            <a:r>
              <a:rPr lang="ko-KR" altLang="en-US" sz="1100" i="1" dirty="0" err="1">
                <a:solidFill>
                  <a:srgbClr val="C00000"/>
                </a:solidFill>
                <a:latin typeface="KoPub돋움체_Pro Bold" pitchFamily="18" charset="-127"/>
                <a:ea typeface="KoPub돋움체_Pro Bold" pitchFamily="18" charset="-127"/>
              </a:rPr>
              <a:t>목표편입비</a:t>
            </a:r>
            <a:r>
              <a:rPr lang="ko-KR" altLang="en-US" sz="1100" i="1" dirty="0">
                <a:solidFill>
                  <a:srgbClr val="C00000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1100" i="1" dirty="0">
                <a:solidFill>
                  <a:srgbClr val="C00000"/>
                </a:solidFill>
                <a:latin typeface="KoPub돋움체_Pro Bold" pitchFamily="18" charset="-127"/>
                <a:ea typeface="KoPub돋움체_Pro Bold" pitchFamily="18" charset="-127"/>
              </a:rPr>
              <a:t>&gt; 200%</a:t>
            </a:r>
            <a:endParaRPr lang="ko-KR" altLang="en-US" sz="1100" i="1" dirty="0">
              <a:solidFill>
                <a:srgbClr val="C00000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668637" y="3934934"/>
            <a:ext cx="9669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err="1">
                <a:latin typeface="KoPub돋움체_Pro Bold" pitchFamily="18" charset="-127"/>
                <a:ea typeface="KoPub돋움체_Pro Bold" pitchFamily="18" charset="-127"/>
              </a:rPr>
              <a:t>기초지수</a:t>
            </a:r>
            <a:r>
              <a:rPr lang="ko-KR" altLang="en-US" sz="1100" dirty="0">
                <a:latin typeface="KoPub돋움체_Pro Bold" pitchFamily="18" charset="-127"/>
                <a:ea typeface="KoPub돋움체_Pro Bold" pitchFamily="18" charset="-127"/>
              </a:rPr>
              <a:t> 가격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92806" y="2965115"/>
            <a:ext cx="226215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u="sng" dirty="0" err="1">
                <a:latin typeface="KoPub돋움체_Pro Bold" pitchFamily="18" charset="-127"/>
                <a:ea typeface="KoPub돋움체_Pro Bold" pitchFamily="18" charset="-127"/>
              </a:rPr>
              <a:t>기초지수</a:t>
            </a:r>
            <a:r>
              <a:rPr lang="ko-KR" altLang="en-US" sz="1100" u="sng" dirty="0">
                <a:latin typeface="KoPub돋움체_Pro Bold" pitchFamily="18" charset="-127"/>
                <a:ea typeface="KoPub돋움체_Pro Bold" pitchFamily="18" charset="-127"/>
              </a:rPr>
              <a:t> 가격 </a:t>
            </a:r>
            <a:r>
              <a:rPr lang="en-US" altLang="ko-KR" sz="1100" u="sng" dirty="0">
                <a:latin typeface="KoPub돋움체_Pro Bold" pitchFamily="18" charset="-127"/>
                <a:ea typeface="KoPub돋움체_Pro Bold" pitchFamily="18" charset="-127"/>
              </a:rPr>
              <a:t>&gt; </a:t>
            </a:r>
            <a:r>
              <a:rPr lang="ko-KR" altLang="en-US" sz="1100" u="sng" dirty="0">
                <a:latin typeface="KoPub돋움체_Pro Bold" pitchFamily="18" charset="-127"/>
                <a:ea typeface="KoPub돋움체_Pro Bold" pitchFamily="18" charset="-127"/>
              </a:rPr>
              <a:t>평준화된 이동평균선</a:t>
            </a:r>
            <a:endParaRPr lang="en-US" altLang="ko-KR" sz="1100" u="sng" dirty="0">
              <a:latin typeface="KoPub돋움체_Pro Bold" pitchFamily="18" charset="-127"/>
              <a:ea typeface="KoPub돋움체_Pro Bold" pitchFamily="18" charset="-127"/>
            </a:endParaRPr>
          </a:p>
          <a:p>
            <a:r>
              <a:rPr lang="ko-KR" altLang="en-US" sz="1100" i="1" dirty="0">
                <a:solidFill>
                  <a:srgbClr val="0070C0"/>
                </a:solidFill>
                <a:latin typeface="KoPub돋움체_Pro Bold" pitchFamily="18" charset="-127"/>
                <a:ea typeface="KoPub돋움체_Pro Bold" pitchFamily="18" charset="-127"/>
              </a:rPr>
              <a:t>➡ </a:t>
            </a:r>
            <a:r>
              <a:rPr lang="ko-KR" altLang="en-US" sz="1100" i="1" dirty="0" err="1">
                <a:solidFill>
                  <a:srgbClr val="0070C0"/>
                </a:solidFill>
                <a:latin typeface="KoPub돋움체_Pro Bold" pitchFamily="18" charset="-127"/>
                <a:ea typeface="KoPub돋움체_Pro Bold" pitchFamily="18" charset="-127"/>
              </a:rPr>
              <a:t>목표편입비</a:t>
            </a:r>
            <a:r>
              <a:rPr lang="ko-KR" altLang="en-US" sz="1100" i="1" dirty="0">
                <a:solidFill>
                  <a:srgbClr val="0070C0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1100" i="1" dirty="0">
                <a:solidFill>
                  <a:srgbClr val="0070C0"/>
                </a:solidFill>
                <a:latin typeface="KoPub돋움체_Pro Bold" pitchFamily="18" charset="-127"/>
                <a:ea typeface="KoPub돋움체_Pro Bold" pitchFamily="18" charset="-127"/>
              </a:rPr>
              <a:t>&lt; 200%</a:t>
            </a:r>
            <a:endParaRPr lang="ko-KR" altLang="en-US" sz="1100" i="1" dirty="0">
              <a:solidFill>
                <a:srgbClr val="0070C0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cxnSp>
        <p:nvCxnSpPr>
          <p:cNvPr id="48" name="직선 화살표 연결선 47"/>
          <p:cNvCxnSpPr>
            <a:stCxn id="50" idx="1"/>
          </p:cNvCxnSpPr>
          <p:nvPr/>
        </p:nvCxnSpPr>
        <p:spPr>
          <a:xfrm flipV="1">
            <a:off x="6709807" y="3373613"/>
            <a:ext cx="0" cy="925224"/>
          </a:xfrm>
          <a:prstGeom prst="straightConnector1">
            <a:avLst/>
          </a:prstGeom>
          <a:ln>
            <a:solidFill>
              <a:srgbClr val="FAB07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타원 48"/>
          <p:cNvSpPr/>
          <p:nvPr/>
        </p:nvSpPr>
        <p:spPr>
          <a:xfrm rot="1206882">
            <a:off x="6667526" y="3783363"/>
            <a:ext cx="108000" cy="108000"/>
          </a:xfrm>
          <a:prstGeom prst="ellipse">
            <a:avLst/>
          </a:prstGeom>
          <a:solidFill>
            <a:srgbClr val="FAB072"/>
          </a:solidFill>
          <a:ln w="38100">
            <a:solidFill>
              <a:srgbClr val="FAB0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0" name="타원 49"/>
          <p:cNvSpPr/>
          <p:nvPr/>
        </p:nvSpPr>
        <p:spPr>
          <a:xfrm rot="1206882">
            <a:off x="6678531" y="4293824"/>
            <a:ext cx="108000" cy="108000"/>
          </a:xfrm>
          <a:prstGeom prst="ellipse">
            <a:avLst/>
          </a:prstGeom>
          <a:solidFill>
            <a:srgbClr val="FAB072"/>
          </a:solidFill>
          <a:ln w="38100">
            <a:solidFill>
              <a:srgbClr val="FAB0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ko-KR" altLang="en-US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680268" y="3987957"/>
            <a:ext cx="6527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 err="1">
                <a:latin typeface="KoPub돋움체_Pro Bold" pitchFamily="18" charset="-127"/>
                <a:ea typeface="KoPub돋움체_Pro Bold" pitchFamily="18" charset="-127"/>
              </a:rPr>
              <a:t>괴리발생</a:t>
            </a:r>
            <a:endParaRPr lang="ko-KR" altLang="en-US" sz="1050" dirty="0">
              <a:latin typeface="KoPub돋움체_Pro Bold" pitchFamily="18" charset="-127"/>
              <a:ea typeface="KoPub돋움체_Pro Bold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391211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4"/>
          <p:cNvSpPr>
            <a:spLocks noGrp="1"/>
          </p:cNvSpPr>
          <p:nvPr>
            <p:ph type="title"/>
          </p:nvPr>
        </p:nvSpPr>
        <p:spPr>
          <a:xfrm>
            <a:off x="411749" y="417790"/>
            <a:ext cx="8915400" cy="409433"/>
          </a:xfrm>
          <a:prstGeom prst="rect">
            <a:avLst/>
          </a:prstGeom>
        </p:spPr>
        <p:txBody>
          <a:bodyPr/>
          <a:lstStyle/>
          <a:p>
            <a:r>
              <a:rPr lang="en-US" altLang="ko-KR" b="1" dirty="0">
                <a:latin typeface="KoPub돋움체_Pro Bold" pitchFamily="18" charset="-127"/>
                <a:ea typeface="KoPub돋움체_Pro Bold" pitchFamily="18" charset="-127"/>
              </a:rPr>
              <a:t>4. </a:t>
            </a:r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스마트 </a:t>
            </a:r>
            <a:r>
              <a:rPr lang="ko-KR" altLang="en-US" b="1" dirty="0" err="1">
                <a:latin typeface="KoPub돋움체_Pro Bold" pitchFamily="18" charset="-127"/>
                <a:ea typeface="KoPub돋움체_Pro Bold" pitchFamily="18" charset="-127"/>
              </a:rPr>
              <a:t>레버리지</a:t>
            </a:r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 펀드 시뮬레이션</a:t>
            </a:r>
          </a:p>
        </p:txBody>
      </p:sp>
      <p:sp>
        <p:nvSpPr>
          <p:cNvPr id="5" name="내용 개체 틀 7"/>
          <p:cNvSpPr txBox="1">
            <a:spLocks/>
          </p:cNvSpPr>
          <p:nvPr/>
        </p:nvSpPr>
        <p:spPr>
          <a:xfrm>
            <a:off x="575751" y="908720"/>
            <a:ext cx="8751397" cy="528638"/>
          </a:xfrm>
          <a:prstGeom prst="rect">
            <a:avLst/>
          </a:prstGeom>
        </p:spPr>
        <p:txBody>
          <a:bodyPr/>
          <a:lstStyle/>
          <a:p>
            <a:pPr marL="0" lvl="2" eaLnBrk="0" hangingPunct="0">
              <a:lnSpc>
                <a:spcPct val="150000"/>
              </a:lnSpc>
              <a:spcBef>
                <a:spcPct val="20000"/>
              </a:spcBef>
              <a:defRPr/>
            </a:pP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매매 최소화 전략이 가장 양호한 성과를 거둠</a:t>
            </a: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. 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이동평균선 기반의 변동성 전략은 </a:t>
            </a:r>
            <a:r>
              <a:rPr lang="ko-KR" altLang="en-US" sz="1400" b="1" kern="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상승장</a:t>
            </a: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/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하락장에서만 매매 최소화 전략 보다 양호한 성과 나타냄</a:t>
            </a: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.</a:t>
            </a: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75751" y="5972701"/>
            <a:ext cx="87513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*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자료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미래에셋자산운용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*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가정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: 2010.12.30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부터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2020.03.31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까지 시뮬레이션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, KOSPI200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지수 종가 기준으로 구현한 실질적 거래 비용 미 반영된 성과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 </a:t>
            </a:r>
          </a:p>
        </p:txBody>
      </p:sp>
      <p:graphicFrame>
        <p:nvGraphicFramePr>
          <p:cNvPr id="17" name="차트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98163472"/>
              </p:ext>
            </p:extLst>
          </p:nvPr>
        </p:nvGraphicFramePr>
        <p:xfrm>
          <a:off x="575750" y="2165229"/>
          <a:ext cx="8761909" cy="36834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직사각형 5"/>
          <p:cNvSpPr/>
          <p:nvPr/>
        </p:nvSpPr>
        <p:spPr>
          <a:xfrm>
            <a:off x="5796950" y="5831683"/>
            <a:ext cx="3717985" cy="881619"/>
          </a:xfrm>
          <a:prstGeom prst="rect">
            <a:avLst/>
          </a:prstGeom>
          <a:solidFill>
            <a:schemeClr val="bg1"/>
          </a:solidFill>
          <a:ln w="38100">
            <a:solidFill>
              <a:srgbClr val="F08300"/>
            </a:solidFill>
          </a:ln>
          <a:effectLst>
            <a:outerShdw blurRad="50800" dist="38100" sx="102000" sy="1020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r>
              <a:rPr lang="en-US" altLang="ko-KR" sz="1200" b="1" dirty="0">
                <a:solidFill>
                  <a:srgbClr val="F083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MEMO: </a:t>
            </a:r>
            <a:r>
              <a:rPr lang="ko-KR" altLang="en-US" sz="1200" b="1" dirty="0">
                <a:solidFill>
                  <a:srgbClr val="F083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위 시뮬레이션을 섞은 전략을 최종 전략으로 사용할 계획</a:t>
            </a:r>
            <a:endParaRPr lang="en-US" altLang="ko-KR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4415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4"/>
          <p:cNvSpPr>
            <a:spLocks noGrp="1"/>
          </p:cNvSpPr>
          <p:nvPr>
            <p:ph type="title"/>
          </p:nvPr>
        </p:nvSpPr>
        <p:spPr>
          <a:xfrm>
            <a:off x="411749" y="417790"/>
            <a:ext cx="8915400" cy="409433"/>
          </a:xfrm>
          <a:prstGeom prst="rect">
            <a:avLst/>
          </a:prstGeom>
        </p:spPr>
        <p:txBody>
          <a:bodyPr/>
          <a:lstStyle/>
          <a:p>
            <a:r>
              <a:rPr lang="en-US" altLang="ko-KR" b="1" dirty="0">
                <a:latin typeface="KoPub돋움체_Pro Bold" pitchFamily="18" charset="-127"/>
                <a:ea typeface="KoPub돋움체_Pro Bold" pitchFamily="18" charset="-127"/>
              </a:rPr>
              <a:t>4. </a:t>
            </a:r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스마트 </a:t>
            </a:r>
            <a:r>
              <a:rPr lang="ko-KR" altLang="en-US" b="1" dirty="0" err="1">
                <a:latin typeface="KoPub돋움체_Pro Bold" pitchFamily="18" charset="-127"/>
                <a:ea typeface="KoPub돋움체_Pro Bold" pitchFamily="18" charset="-127"/>
              </a:rPr>
              <a:t>레버리지</a:t>
            </a:r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 펀드 시뮬레이션</a:t>
            </a:r>
          </a:p>
        </p:txBody>
      </p:sp>
      <p:sp>
        <p:nvSpPr>
          <p:cNvPr id="5" name="내용 개체 틀 7"/>
          <p:cNvSpPr txBox="1">
            <a:spLocks/>
          </p:cNvSpPr>
          <p:nvPr/>
        </p:nvSpPr>
        <p:spPr>
          <a:xfrm>
            <a:off x="575751" y="908720"/>
            <a:ext cx="8761909" cy="528638"/>
          </a:xfrm>
          <a:prstGeom prst="rect">
            <a:avLst/>
          </a:prstGeom>
        </p:spPr>
        <p:txBody>
          <a:bodyPr/>
          <a:lstStyle/>
          <a:p>
            <a:pPr marL="228600" lvl="2" indent="-228600" eaLnBrk="0" hangingPunct="0">
              <a:lnSpc>
                <a:spcPct val="150000"/>
              </a:lnSpc>
              <a:spcBef>
                <a:spcPct val="20000"/>
              </a:spcBef>
              <a:defRPr/>
            </a:pP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매매 최소화 전략은 지속 </a:t>
            </a:r>
            <a:r>
              <a:rPr lang="ko-KR" altLang="en-US" sz="1400" b="1" kern="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상승장이었던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2017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년의 큰 폭 하락 외에는 </a:t>
            </a:r>
            <a:r>
              <a:rPr lang="ko-KR" altLang="en-US" sz="1400" b="1" kern="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레버리지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전략 대비 양호한 성과를 나타냈고</a:t>
            </a: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,</a:t>
            </a:r>
          </a:p>
          <a:p>
            <a:pPr marL="228600" lvl="2" indent="-228600" eaLnBrk="0" hangingPunct="0">
              <a:lnSpc>
                <a:spcPct val="150000"/>
              </a:lnSpc>
              <a:spcBef>
                <a:spcPct val="20000"/>
              </a:spcBef>
              <a:defRPr/>
            </a:pPr>
            <a:r>
              <a:rPr lang="ko-KR" altLang="en-US" sz="1400" b="1" kern="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상승장에는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1400" b="1" kern="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레버리지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투자자가 거의 없음을 고려했을 때는 실질적 </a:t>
            </a:r>
            <a:r>
              <a:rPr lang="ko-KR" altLang="en-US" sz="1400" b="1" kern="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초과성과는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더 높은 수준임</a:t>
            </a: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.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   </a:t>
            </a: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160890"/>
              </p:ext>
            </p:extLst>
          </p:nvPr>
        </p:nvGraphicFramePr>
        <p:xfrm>
          <a:off x="646980" y="2486025"/>
          <a:ext cx="8680168" cy="24569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4526">
                  <a:extLst>
                    <a:ext uri="{9D8B030D-6E8A-4147-A177-3AD203B41FA5}">
                      <a16:colId xmlns:a16="http://schemas.microsoft.com/office/drawing/2014/main" val="3049173864"/>
                    </a:ext>
                  </a:extLst>
                </a:gridCol>
                <a:gridCol w="767454">
                  <a:extLst>
                    <a:ext uri="{9D8B030D-6E8A-4147-A177-3AD203B41FA5}">
                      <a16:colId xmlns:a16="http://schemas.microsoft.com/office/drawing/2014/main" val="420957014"/>
                    </a:ext>
                  </a:extLst>
                </a:gridCol>
                <a:gridCol w="714526">
                  <a:extLst>
                    <a:ext uri="{9D8B030D-6E8A-4147-A177-3AD203B41FA5}">
                      <a16:colId xmlns:a16="http://schemas.microsoft.com/office/drawing/2014/main" val="2151958269"/>
                    </a:ext>
                  </a:extLst>
                </a:gridCol>
                <a:gridCol w="714526">
                  <a:extLst>
                    <a:ext uri="{9D8B030D-6E8A-4147-A177-3AD203B41FA5}">
                      <a16:colId xmlns:a16="http://schemas.microsoft.com/office/drawing/2014/main" val="2410611165"/>
                    </a:ext>
                  </a:extLst>
                </a:gridCol>
                <a:gridCol w="714526">
                  <a:extLst>
                    <a:ext uri="{9D8B030D-6E8A-4147-A177-3AD203B41FA5}">
                      <a16:colId xmlns:a16="http://schemas.microsoft.com/office/drawing/2014/main" val="2887990962"/>
                    </a:ext>
                  </a:extLst>
                </a:gridCol>
                <a:gridCol w="714526">
                  <a:extLst>
                    <a:ext uri="{9D8B030D-6E8A-4147-A177-3AD203B41FA5}">
                      <a16:colId xmlns:a16="http://schemas.microsoft.com/office/drawing/2014/main" val="2973108808"/>
                    </a:ext>
                  </a:extLst>
                </a:gridCol>
                <a:gridCol w="714526">
                  <a:extLst>
                    <a:ext uri="{9D8B030D-6E8A-4147-A177-3AD203B41FA5}">
                      <a16:colId xmlns:a16="http://schemas.microsoft.com/office/drawing/2014/main" val="2359082639"/>
                    </a:ext>
                  </a:extLst>
                </a:gridCol>
                <a:gridCol w="714526">
                  <a:extLst>
                    <a:ext uri="{9D8B030D-6E8A-4147-A177-3AD203B41FA5}">
                      <a16:colId xmlns:a16="http://schemas.microsoft.com/office/drawing/2014/main" val="2664576526"/>
                    </a:ext>
                  </a:extLst>
                </a:gridCol>
                <a:gridCol w="714526">
                  <a:extLst>
                    <a:ext uri="{9D8B030D-6E8A-4147-A177-3AD203B41FA5}">
                      <a16:colId xmlns:a16="http://schemas.microsoft.com/office/drawing/2014/main" val="3043223656"/>
                    </a:ext>
                  </a:extLst>
                </a:gridCol>
                <a:gridCol w="714526">
                  <a:extLst>
                    <a:ext uri="{9D8B030D-6E8A-4147-A177-3AD203B41FA5}">
                      <a16:colId xmlns:a16="http://schemas.microsoft.com/office/drawing/2014/main" val="282939399"/>
                    </a:ext>
                  </a:extLst>
                </a:gridCol>
                <a:gridCol w="767454">
                  <a:extLst>
                    <a:ext uri="{9D8B030D-6E8A-4147-A177-3AD203B41FA5}">
                      <a16:colId xmlns:a16="http://schemas.microsoft.com/office/drawing/2014/main" val="3266239343"/>
                    </a:ext>
                  </a:extLst>
                </a:gridCol>
                <a:gridCol w="714526">
                  <a:extLst>
                    <a:ext uri="{9D8B030D-6E8A-4147-A177-3AD203B41FA5}">
                      <a16:colId xmlns:a16="http://schemas.microsoft.com/office/drawing/2014/main" val="3816337802"/>
                    </a:ext>
                  </a:extLst>
                </a:gridCol>
              </a:tblGrid>
              <a:tr h="27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2011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2012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2013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2014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2015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2016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2017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2018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2019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2020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 err="1"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누적성과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0863938"/>
                  </a:ext>
                </a:extLst>
              </a:tr>
              <a:tr h="27299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레버리지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-28.5%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19.5%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-1.5%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-15.8%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-4.6%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15.1%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54.4%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-36.3%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23.5%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-37.9%</a:t>
                      </a:r>
                    </a:p>
                  </a:txBody>
                  <a:tcPr marL="0" marR="0" marT="0" marB="0" anchor="ctr"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-41.3%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4765303"/>
                  </a:ext>
                </a:extLst>
              </a:tr>
              <a:tr h="27299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전략</a:t>
                      </a:r>
                      <a:r>
                        <a:rPr lang="en-US" altLang="ko-KR" sz="900" u="none" strike="noStrike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(1)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-25.2%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22.0%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0.2%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-14.1%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-3.0%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16.4%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47.0%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-33.9%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26.0%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-40.8%</a:t>
                      </a:r>
                    </a:p>
                  </a:txBody>
                  <a:tcPr marL="0" marR="0" marT="0" marB="0" anchor="ctr"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-35.7%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4272351"/>
                  </a:ext>
                </a:extLst>
              </a:tr>
              <a:tr h="27299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전략</a:t>
                      </a:r>
                      <a:r>
                        <a:rPr lang="en-US" altLang="ko-KR" sz="900" u="none" strike="noStrike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(2)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-27.4%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23.4%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0.1%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-15.1%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-3.3%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16.4%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49.8%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-37.7%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26.3%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-39.6%</a:t>
                      </a:r>
                    </a:p>
                  </a:txBody>
                  <a:tcPr marL="0" marR="0" marT="0" marB="0" anchor="ctr"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-38.9%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638141"/>
                  </a:ext>
                </a:extLst>
              </a:tr>
              <a:tr h="27299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전략</a:t>
                      </a:r>
                      <a:r>
                        <a:rPr lang="en-US" altLang="ko-KR" sz="90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(3)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-27.1%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23.2%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0.1%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-15.0%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-3.3%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16.4%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49.6%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-37.6%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26.2%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-39.5%</a:t>
                      </a:r>
                    </a:p>
                  </a:txBody>
                  <a:tcPr marL="0" marR="0" marT="0" marB="0" anchor="ctr"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-38.7%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5331598"/>
                  </a:ext>
                </a:extLst>
              </a:tr>
              <a:tr h="2729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KOSPI200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-12.2%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10.9%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0.1%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-7.6%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-1.5%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8.2%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24.9%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-19.3%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12.1%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-19.4%</a:t>
                      </a:r>
                    </a:p>
                  </a:txBody>
                  <a:tcPr marL="0" marR="0" marT="0" marB="0" anchor="ctr"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-12.7%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2824669"/>
                  </a:ext>
                </a:extLst>
              </a:tr>
              <a:tr h="27299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초과성과</a:t>
                      </a:r>
                      <a:r>
                        <a:rPr lang="en-US" altLang="ko-KR" sz="900" u="none" strike="noStrike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(1)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3.27%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2.51%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1.73%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1.69%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1.59%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1.31%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-7.33%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2.44%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2.46%</a:t>
                      </a: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-2.92%</a:t>
                      </a:r>
                    </a:p>
                  </a:txBody>
                  <a:tcPr marL="0" marR="0" marT="0" marB="0" anchor="ctr"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6.4%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86733"/>
                  </a:ext>
                </a:extLst>
              </a:tr>
              <a:tr h="27299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초과성과</a:t>
                      </a:r>
                      <a:r>
                        <a:rPr lang="en-US" altLang="ko-KR" sz="900" u="none" strike="noStrike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(2)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1.10%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3.87%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1.64%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0.71%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1.22%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1.31%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-4.61%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-1.35%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2.83%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-1.67%</a:t>
                      </a:r>
                    </a:p>
                  </a:txBody>
                  <a:tcPr marL="0" marR="0" marT="0" marB="0" anchor="ctr"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4.9%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5859481"/>
                  </a:ext>
                </a:extLst>
              </a:tr>
              <a:tr h="27299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초과성과</a:t>
                      </a:r>
                      <a:r>
                        <a:rPr lang="en-US" altLang="ko-KR" sz="900" u="none" strike="noStrike"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(3)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KoPub돋움체_Pro Light" panose="02020603020101020101" pitchFamily="18" charset="-127"/>
                        <a:ea typeface="KoPub돋움체_Pro Light" panose="02020603020101020101" pitchFamily="18" charset="-127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1.37%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3.72%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1.64%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0.71%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1.23%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1.28%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-4.73%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-1.25%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9C0006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2.74%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KoPub돋움체_Pro Light" panose="02020603020101020101" pitchFamily="18" charset="-127"/>
                          <a:ea typeface="KoPub돋움체_Pro Light" panose="02020603020101020101" pitchFamily="18" charset="-127"/>
                        </a:rPr>
                        <a:t>-1.61%</a:t>
                      </a:r>
                    </a:p>
                  </a:txBody>
                  <a:tcPr marL="0" marR="0" marT="0" marB="0" anchor="ctr"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</a:rPr>
                        <a:t>4.9%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2505999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75751" y="5972701"/>
            <a:ext cx="87513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*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자료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미래에셋자산운용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*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가정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: 2010.12.30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부터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2020.03.31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까지 시뮬레이션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, KOSPI200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지수 종가 기준으로 구현한 실질적 거래 비용 미 반영된 성과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 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5796950" y="5831683"/>
            <a:ext cx="3717985" cy="881619"/>
          </a:xfrm>
          <a:prstGeom prst="rect">
            <a:avLst/>
          </a:prstGeom>
          <a:solidFill>
            <a:schemeClr val="bg1"/>
          </a:solidFill>
          <a:ln w="38100">
            <a:solidFill>
              <a:srgbClr val="F08300"/>
            </a:solidFill>
          </a:ln>
          <a:effectLst>
            <a:outerShdw blurRad="50800" dist="38100" sx="102000" sy="1020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r>
              <a:rPr lang="en-US" altLang="ko-KR" sz="1200" b="1" dirty="0">
                <a:solidFill>
                  <a:srgbClr val="F083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MEMO: </a:t>
            </a:r>
            <a:r>
              <a:rPr lang="ko-KR" altLang="en-US" sz="1200" b="1" dirty="0">
                <a:solidFill>
                  <a:srgbClr val="F083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위 시뮬레이션을 섞은 전략을 최종 전략으로 사용할 계획</a:t>
            </a:r>
            <a:endParaRPr lang="en-US" altLang="ko-KR" sz="1200" b="1" dirty="0">
              <a:solidFill>
                <a:srgbClr val="F083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5824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4"/>
          <p:cNvSpPr>
            <a:spLocks noGrp="1"/>
          </p:cNvSpPr>
          <p:nvPr>
            <p:ph type="title"/>
          </p:nvPr>
        </p:nvSpPr>
        <p:spPr>
          <a:xfrm>
            <a:off x="411749" y="417790"/>
            <a:ext cx="8915400" cy="409433"/>
          </a:xfrm>
          <a:prstGeom prst="rect">
            <a:avLst/>
          </a:prstGeom>
        </p:spPr>
        <p:txBody>
          <a:bodyPr/>
          <a:lstStyle/>
          <a:p>
            <a:r>
              <a:rPr lang="en-US" altLang="ko-KR" b="1" dirty="0">
                <a:latin typeface="KoPub돋움체_Pro Bold" pitchFamily="18" charset="-127"/>
                <a:ea typeface="KoPub돋움체_Pro Bold" pitchFamily="18" charset="-127"/>
              </a:rPr>
              <a:t>4. </a:t>
            </a:r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스마트 </a:t>
            </a:r>
            <a:r>
              <a:rPr lang="ko-KR" altLang="en-US" b="1" dirty="0" err="1">
                <a:latin typeface="KoPub돋움체_Pro Bold" pitchFamily="18" charset="-127"/>
                <a:ea typeface="KoPub돋움체_Pro Bold" pitchFamily="18" charset="-127"/>
              </a:rPr>
              <a:t>레버리지</a:t>
            </a:r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 펀드 시뮬레이션</a:t>
            </a:r>
          </a:p>
        </p:txBody>
      </p:sp>
      <p:sp>
        <p:nvSpPr>
          <p:cNvPr id="5" name="내용 개체 틀 7"/>
          <p:cNvSpPr txBox="1">
            <a:spLocks/>
          </p:cNvSpPr>
          <p:nvPr/>
        </p:nvSpPr>
        <p:spPr>
          <a:xfrm>
            <a:off x="575751" y="908720"/>
            <a:ext cx="8761909" cy="528638"/>
          </a:xfrm>
          <a:prstGeom prst="rect">
            <a:avLst/>
          </a:prstGeom>
        </p:spPr>
        <p:txBody>
          <a:bodyPr/>
          <a:lstStyle/>
          <a:p>
            <a:pPr marL="228600" lvl="2" indent="-228600" eaLnBrk="0" hangingPunct="0">
              <a:lnSpc>
                <a:spcPct val="150000"/>
              </a:lnSpc>
              <a:spcBef>
                <a:spcPct val="20000"/>
              </a:spcBef>
              <a:defRPr/>
            </a:pP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매매 최소화 전략의 평균 </a:t>
            </a:r>
            <a:r>
              <a:rPr lang="ko-KR" altLang="en-US" sz="1400" b="1" kern="0" dirty="0" err="1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편입비는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192% (2017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년 제외 시</a:t>
            </a: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, 194%), 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이동평균선 기반의 변동성 매매는 평균 </a:t>
            </a: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201% </a:t>
            </a:r>
            <a:r>
              <a:rPr lang="ko-KR" altLang="en-US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수준</a:t>
            </a:r>
            <a:r>
              <a:rPr lang="en-US" altLang="ko-KR" sz="1400" b="1" kern="0" dirty="0">
                <a:solidFill>
                  <a:srgbClr val="0D2D4F"/>
                </a:solidFill>
                <a:latin typeface="KoPub돋움체_Pro Bold" pitchFamily="18" charset="-127"/>
                <a:ea typeface="KoPub돋움체_Pro Bold" pitchFamily="18" charset="-127"/>
              </a:rPr>
              <a:t>. </a:t>
            </a: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0" latinLnBrk="0" hangingPunct="0">
              <a:spcBef>
                <a:spcPct val="20000"/>
              </a:spcBef>
              <a:buClr>
                <a:srgbClr val="FF6202"/>
              </a:buClr>
              <a:buSzPct val="120000"/>
              <a:defRPr/>
            </a:pPr>
            <a:endParaRPr kumimoji="0" lang="en-US" altLang="ko-KR" sz="1200" b="1" kern="0" dirty="0">
              <a:solidFill>
                <a:srgbClr val="0D2D4F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5751" y="5972701"/>
            <a:ext cx="87513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*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자료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미래에셋자산운용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*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가정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: 2010.12.30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부터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2020.03.31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까지 시뮬레이션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, KOSPI200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지수 종가 기준으로 구현한 실질적 거래 비용 미 반영된 성과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 </a:t>
            </a:r>
          </a:p>
        </p:txBody>
      </p:sp>
      <p:graphicFrame>
        <p:nvGraphicFramePr>
          <p:cNvPr id="9" name="차트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4012909"/>
              </p:ext>
            </p:extLst>
          </p:nvPr>
        </p:nvGraphicFramePr>
        <p:xfrm>
          <a:off x="575750" y="1599833"/>
          <a:ext cx="8689019" cy="41625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16350509"/>
      </p:ext>
    </p:extLst>
  </p:cSld>
  <p:clrMapOvr>
    <a:masterClrMapping/>
  </p:clrMapOvr>
</p:sld>
</file>

<file path=ppt/theme/theme1.xml><?xml version="1.0" encoding="utf-8"?>
<a:theme xmlns:a="http://schemas.openxmlformats.org/drawingml/2006/main" name="미래에셋자산운용_PPT_추천조합_B">
  <a:themeElements>
    <a:clrScheme name="미래에셋자산운용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6600"/>
      </a:accent1>
      <a:accent2>
        <a:srgbClr val="182C4D"/>
      </a:accent2>
      <a:accent3>
        <a:srgbClr val="2F77A6"/>
      </a:accent3>
      <a:accent4>
        <a:srgbClr val="C2AC97"/>
      </a:accent4>
      <a:accent5>
        <a:srgbClr val="D3D3D0"/>
      </a:accent5>
      <a:accent6>
        <a:srgbClr val="B5B6B4"/>
      </a:accent6>
      <a:hlink>
        <a:srgbClr val="A0A6A8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38100">
          <a:solidFill>
            <a:srgbClr val="F08300"/>
          </a:solidFill>
        </a:ln>
        <a:effectLst>
          <a:outerShdw blurRad="50800" dist="38100" sx="102000" sy="102000" algn="l" rotWithShape="0">
            <a:prstClr val="black">
              <a:alpha val="40000"/>
            </a:prstClr>
          </a:outerShdw>
        </a:effectLst>
      </a:spPr>
      <a:bodyPr lIns="91424" tIns="45712" rIns="91424" bIns="45712" rtlCol="0" anchor="ctr"/>
      <a:lstStyle>
        <a:defPPr algn="ctr">
          <a:defRPr sz="1200" b="1" dirty="0" smtClean="0">
            <a:solidFill>
              <a:srgbClr val="F08300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프레젠테이션1" id="{84CEB47D-0B44-4B19-B934-042D5BAF0626}" vid="{E754F7A8-46CC-4B77-AFB4-DE17D99AFC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3466d8de-a423-4c2e-b2dc-846f22c52444}" enabled="1" method="Standard" siteId="{60ed981f-ef6e-4603-9f81-ed6b3471313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미래에셋자산운용_PPT_추천조합_B</Template>
  <TotalTime>125484</TotalTime>
  <Words>2860</Words>
  <Application>Microsoft Office PowerPoint</Application>
  <PresentationFormat>A4 용지(210x297mm)</PresentationFormat>
  <Paragraphs>581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1" baseType="lpstr">
      <vt:lpstr>KoPub돋움체_Pro Bold</vt:lpstr>
      <vt:lpstr>KoPub돋움체_Pro Light</vt:lpstr>
      <vt:lpstr>KoPub돋움체_Pro Medium</vt:lpstr>
      <vt:lpstr>맑은 고딕</vt:lpstr>
      <vt:lpstr>Arial</vt:lpstr>
      <vt:lpstr>Calibri</vt:lpstr>
      <vt:lpstr>Noto Sans</vt:lpstr>
      <vt:lpstr>Wingdings</vt:lpstr>
      <vt:lpstr>미래에셋자산운용_PPT_추천조합_B</vt:lpstr>
      <vt:lpstr>미래에셋스마트X.X레버리지증권투자신탁</vt:lpstr>
      <vt:lpstr>목차</vt:lpstr>
      <vt:lpstr>1. 투자자가 아는 사실</vt:lpstr>
      <vt:lpstr>1. 투자자가 아는 사실</vt:lpstr>
      <vt:lpstr>2. 투자자가 모르는 사실 - ① 예상보다 더 큰 손실 위험</vt:lpstr>
      <vt:lpstr>2. 투자자가 모르는 사실 - ② 일일 재조정 매매 비용</vt:lpstr>
      <vt:lpstr>[참고] 일일 재조정 매매 실제 사례</vt:lpstr>
      <vt:lpstr>2. 투자자가 모르는 사실 - ③ 시장교란 행위로 인한 사회적 비용</vt:lpstr>
      <vt:lpstr>2. 투자자가 모르는 사실 - ③ 시장교란 행위로 인한 사회적 비용</vt:lpstr>
      <vt:lpstr>[참고] 시장교란 행위로 인한 사회적 비용 실제 사례</vt:lpstr>
      <vt:lpstr>2. 투자자가 모르는 사실 - ④ 투자행태와 전략손익과의 괴리</vt:lpstr>
      <vt:lpstr>2. 투자자가 모르는 사실 - ④ 투자행태와 전략손익과의 괴리</vt:lpstr>
      <vt:lpstr>3. 레버리지 투자자의 현실</vt:lpstr>
      <vt:lpstr>4. 레버리지 투자자에게 필요한 대안</vt:lpstr>
      <vt:lpstr>4. 레버리지 투자자에게 필요한 대안</vt:lpstr>
      <vt:lpstr>4. 레버리지 투자자에게 필요한 대안</vt:lpstr>
      <vt:lpstr>목차</vt:lpstr>
      <vt:lpstr>1. “합리적으로” 손실 위험을 줄이는 방법</vt:lpstr>
      <vt:lpstr>[참고] 평균회귀 전략</vt:lpstr>
      <vt:lpstr>4. 스마트 레버리지 펀드 시뮬레이션</vt:lpstr>
      <vt:lpstr>4. 스마트 레버리지 펀드 시뮬레이션</vt:lpstr>
      <vt:lpstr>4. 스마트 레버리지 펀드 시뮬레이션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0</dc:title>
  <dc:creator>yurim</dc:creator>
  <cp:lastModifiedBy>Lee, Hyun Kyung (이현경)</cp:lastModifiedBy>
  <cp:revision>1782</cp:revision>
  <cp:lastPrinted>2020-04-13T00:27:02Z</cp:lastPrinted>
  <dcterms:created xsi:type="dcterms:W3CDTF">2015-10-26T01:08:58Z</dcterms:created>
  <dcterms:modified xsi:type="dcterms:W3CDTF">2026-08-13T04:52:20Z</dcterms:modified>
</cp:coreProperties>
</file>